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12.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notesSlides/notesSlide13.xml" ContentType="application/vnd.openxmlformats-officedocument.presentationml.notesSlide+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62" r:id="rId3"/>
    <p:sldId id="257" r:id="rId4"/>
    <p:sldId id="2076138975" r:id="rId5"/>
    <p:sldId id="2076139062" r:id="rId6"/>
    <p:sldId id="2076139064" r:id="rId7"/>
    <p:sldId id="2076139065" r:id="rId8"/>
    <p:sldId id="2076139066" r:id="rId9"/>
    <p:sldId id="2076139067" r:id="rId10"/>
    <p:sldId id="2076139074" r:id="rId11"/>
    <p:sldId id="2076139042" r:id="rId12"/>
    <p:sldId id="2076139068" r:id="rId13"/>
    <p:sldId id="2076139069" r:id="rId14"/>
    <p:sldId id="2076139073" r:id="rId15"/>
    <p:sldId id="2076139070" r:id="rId16"/>
    <p:sldId id="2076139054" r:id="rId17"/>
    <p:sldId id="2076139072" r:id="rId18"/>
    <p:sldId id="2076139075" r:id="rId19"/>
    <p:sldId id="2076139076" r:id="rId20"/>
    <p:sldId id="2076139079" r:id="rId21"/>
    <p:sldId id="2076139077" r:id="rId22"/>
    <p:sldId id="2076139078" r:id="rId23"/>
    <p:sldId id="2076139080" r:id="rId24"/>
    <p:sldId id="2076139081" r:id="rId25"/>
    <p:sldId id="2076139082" r:id="rId26"/>
    <p:sldId id="2076139089" r:id="rId2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278CA2B2-9711-034F-A366-FB669B9845B9}">
          <p14:sldIdLst>
            <p14:sldId id="256"/>
            <p14:sldId id="262"/>
            <p14:sldId id="257"/>
          </p14:sldIdLst>
        </p14:section>
        <p14:section name="Section 1" id="{B8EAF6B5-498F-D04D-A0FC-6F269AF9709F}">
          <p14:sldIdLst>
            <p14:sldId id="2076138975"/>
            <p14:sldId id="2076139062"/>
            <p14:sldId id="2076139064"/>
            <p14:sldId id="2076139065"/>
            <p14:sldId id="2076139066"/>
            <p14:sldId id="2076139067"/>
            <p14:sldId id="2076139074"/>
          </p14:sldIdLst>
        </p14:section>
        <p14:section name="Section 2" id="{CD15DF56-14BE-F040-AC45-0A3E37AD338D}">
          <p14:sldIdLst>
            <p14:sldId id="2076139042"/>
            <p14:sldId id="2076139068"/>
            <p14:sldId id="2076139069"/>
            <p14:sldId id="2076139073"/>
            <p14:sldId id="2076139070"/>
          </p14:sldIdLst>
        </p14:section>
        <p14:section name="Section 3" id="{AF8A8B4B-FAAA-354A-AA8D-37AE8FE58BF6}">
          <p14:sldIdLst>
            <p14:sldId id="2076139054"/>
          </p14:sldIdLst>
        </p14:section>
        <p14:section name="講師向け手順" id="{28EFFE69-85E1-3846-99A3-8DD1681FB5BA}">
          <p14:sldIdLst>
            <p14:sldId id="2076139072"/>
            <p14:sldId id="2076139075"/>
            <p14:sldId id="2076139076"/>
            <p14:sldId id="2076139079"/>
          </p14:sldIdLst>
        </p14:section>
        <p14:section name="受講者向け手順" id="{3AA657B1-8D79-B84A-AFA2-AE7DD1CFEBEF}">
          <p14:sldIdLst>
            <p14:sldId id="2076139077"/>
            <p14:sldId id="2076139078"/>
            <p14:sldId id="2076139080"/>
            <p14:sldId id="2076139081"/>
            <p14:sldId id="2076139082"/>
            <p14:sldId id="20761390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C8D6"/>
    <a:srgbClr val="334155"/>
    <a:srgbClr val="4472C4"/>
    <a:srgbClr val="70AD47"/>
    <a:srgbClr val="3D74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6F9FBB-2546-0A48-9A4E-4E366B0C2A38}" v="485" dt="2026-08-31T14:48:43.21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p:restoredTop sz="96266"/>
  </p:normalViewPr>
  <p:slideViewPr>
    <p:cSldViewPr snapToGrid="0">
      <p:cViewPr varScale="1">
        <p:scale>
          <a:sx n="117" d="100"/>
          <a:sy n="117" d="100"/>
        </p:scale>
        <p:origin x="14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onari Yamada" userId="e57621f8-ec3c-449e-bb19-001fffcc008e" providerId="ADAL" clId="{BC0BD879-F267-5CCA-8DEA-E3B2DD07DA4E}"/>
    <pc:docChg chg="undo redo custSel addSld delSld modSld sldOrd addSection delSection modSection modNotesMaster">
      <pc:chgData name="Hironari Yamada" userId="e57621f8-ec3c-449e-bb19-001fffcc008e" providerId="ADAL" clId="{BC0BD879-F267-5CCA-8DEA-E3B2DD07DA4E}" dt="2026-08-31T14:54:07.462" v="43786" actId="2696"/>
      <pc:docMkLst>
        <pc:docMk/>
      </pc:docMkLst>
      <pc:sldChg chg="modSp mod modNotes">
        <pc:chgData name="Hironari Yamada" userId="e57621f8-ec3c-449e-bb19-001fffcc008e" providerId="ADAL" clId="{BC0BD879-F267-5CCA-8DEA-E3B2DD07DA4E}" dt="2026-08-27T01:01:14.940" v="19417" actId="20577"/>
        <pc:sldMkLst>
          <pc:docMk/>
          <pc:sldMk cId="188169028" sldId="256"/>
        </pc:sldMkLst>
        <pc:spChg chg="mod">
          <ac:chgData name="Hironari Yamada" userId="e57621f8-ec3c-449e-bb19-001fffcc008e" providerId="ADAL" clId="{BC0BD879-F267-5CCA-8DEA-E3B2DD07DA4E}" dt="2026-08-27T00:59:58.616" v="19200" actId="20577"/>
          <ac:spMkLst>
            <pc:docMk/>
            <pc:sldMk cId="188169028" sldId="256"/>
            <ac:spMk id="5" creationId="{9DBD5B95-C9F5-4638-96D9-A8CE4A155095}"/>
          </ac:spMkLst>
        </pc:spChg>
        <pc:spChg chg="mod">
          <ac:chgData name="Hironari Yamada" userId="e57621f8-ec3c-449e-bb19-001fffcc008e" providerId="ADAL" clId="{BC0BD879-F267-5CCA-8DEA-E3B2DD07DA4E}" dt="2026-08-27T01:00:34.400" v="19358" actId="20577"/>
          <ac:spMkLst>
            <pc:docMk/>
            <pc:sldMk cId="188169028" sldId="256"/>
            <ac:spMk id="6" creationId="{2769FC6D-0B0A-4C37-8C6D-9B70639859DC}"/>
          </ac:spMkLst>
        </pc:spChg>
        <pc:spChg chg="mod">
          <ac:chgData name="Hironari Yamada" userId="e57621f8-ec3c-449e-bb19-001fffcc008e" providerId="ADAL" clId="{BC0BD879-F267-5CCA-8DEA-E3B2DD07DA4E}" dt="2026-08-27T01:00:39.207" v="19364" actId="20577"/>
          <ac:spMkLst>
            <pc:docMk/>
            <pc:sldMk cId="188169028" sldId="256"/>
            <ac:spMk id="7" creationId="{DFE36B7A-5E3C-45E7-B5C6-DD919C94A7E7}"/>
          </ac:spMkLst>
        </pc:spChg>
        <pc:spChg chg="mod">
          <ac:chgData name="Hironari Yamada" userId="e57621f8-ec3c-449e-bb19-001fffcc008e" providerId="ADAL" clId="{BC0BD879-F267-5CCA-8DEA-E3B2DD07DA4E}" dt="2026-08-27T01:01:03.344" v="19415" actId="20577"/>
          <ac:spMkLst>
            <pc:docMk/>
            <pc:sldMk cId="188169028" sldId="256"/>
            <ac:spMk id="8" creationId="{BFE25AC2-4ACC-4216-8714-96B55FB68F91}"/>
          </ac:spMkLst>
        </pc:spChg>
        <pc:spChg chg="mod">
          <ac:chgData name="Hironari Yamada" userId="e57621f8-ec3c-449e-bb19-001fffcc008e" providerId="ADAL" clId="{BC0BD879-F267-5CCA-8DEA-E3B2DD07DA4E}" dt="2026-08-27T01:00:59.127" v="19410" actId="20577"/>
          <ac:spMkLst>
            <pc:docMk/>
            <pc:sldMk cId="188169028" sldId="256"/>
            <ac:spMk id="9" creationId="{357FDBAC-8BBB-46B1-A819-9FBE30EC418A}"/>
          </ac:spMkLst>
        </pc:spChg>
        <pc:spChg chg="mod">
          <ac:chgData name="Hironari Yamada" userId="e57621f8-ec3c-449e-bb19-001fffcc008e" providerId="ADAL" clId="{BC0BD879-F267-5CCA-8DEA-E3B2DD07DA4E}" dt="2026-08-27T01:01:14.940" v="19417" actId="20577"/>
          <ac:spMkLst>
            <pc:docMk/>
            <pc:sldMk cId="188169028" sldId="256"/>
            <ac:spMk id="10" creationId="{E22E1A59-BBE7-499C-B63A-23D32A401642}"/>
          </ac:spMkLst>
        </pc:spChg>
      </pc:sldChg>
      <pc:sldChg chg="modSp mod modNotes">
        <pc:chgData name="Hironari Yamada" userId="e57621f8-ec3c-449e-bb19-001fffcc008e" providerId="ADAL" clId="{BC0BD879-F267-5CCA-8DEA-E3B2DD07DA4E}" dt="2026-08-27T05:20:01.306" v="22605" actId="20577"/>
        <pc:sldMkLst>
          <pc:docMk/>
          <pc:sldMk cId="1186077149" sldId="257"/>
        </pc:sldMkLst>
        <pc:spChg chg="mod">
          <ac:chgData name="Hironari Yamada" userId="e57621f8-ec3c-449e-bb19-001fffcc008e" providerId="ADAL" clId="{BC0BD879-F267-5CCA-8DEA-E3B2DD07DA4E}" dt="2026-08-27T01:35:20.752" v="19876"/>
          <ac:spMkLst>
            <pc:docMk/>
            <pc:sldMk cId="1186077149" sldId="257"/>
            <ac:spMk id="2" creationId="{09603FD4-D301-438E-8486-12311D034221}"/>
          </ac:spMkLst>
        </pc:spChg>
        <pc:spChg chg="mod">
          <ac:chgData name="Hironari Yamada" userId="e57621f8-ec3c-449e-bb19-001fffcc008e" providerId="ADAL" clId="{BC0BD879-F267-5CCA-8DEA-E3B2DD07DA4E}" dt="2026-08-27T05:20:01.306" v="22605" actId="20577"/>
          <ac:spMkLst>
            <pc:docMk/>
            <pc:sldMk cId="1186077149" sldId="257"/>
            <ac:spMk id="6" creationId="{BA5730E2-5407-A714-1228-8D8DE092CA2A}"/>
          </ac:spMkLst>
        </pc:spChg>
      </pc:sldChg>
      <pc:sldChg chg="modSp mod modNotes">
        <pc:chgData name="Hironari Yamada" userId="e57621f8-ec3c-449e-bb19-001fffcc008e" providerId="ADAL" clId="{BC0BD879-F267-5CCA-8DEA-E3B2DD07DA4E}" dt="2026-08-27T12:35:52.655" v="25843" actId="20577"/>
        <pc:sldMkLst>
          <pc:docMk/>
          <pc:sldMk cId="355900499" sldId="262"/>
        </pc:sldMkLst>
        <pc:spChg chg="mod">
          <ac:chgData name="Hironari Yamada" userId="e57621f8-ec3c-449e-bb19-001fffcc008e" providerId="ADAL" clId="{BC0BD879-F267-5CCA-8DEA-E3B2DD07DA4E}" dt="2026-08-27T01:35:20.752" v="19876"/>
          <ac:spMkLst>
            <pc:docMk/>
            <pc:sldMk cId="355900499" sldId="262"/>
            <ac:spMk id="2" creationId="{4FE21A59-58EA-A527-EEA9-DF81F838E9C2}"/>
          </ac:spMkLst>
        </pc:spChg>
        <pc:spChg chg="mod">
          <ac:chgData name="Hironari Yamada" userId="e57621f8-ec3c-449e-bb19-001fffcc008e" providerId="ADAL" clId="{BC0BD879-F267-5CCA-8DEA-E3B2DD07DA4E}" dt="2026-08-27T12:35:52.655" v="25843" actId="20577"/>
          <ac:spMkLst>
            <pc:docMk/>
            <pc:sldMk cId="355900499" sldId="262"/>
            <ac:spMk id="6" creationId="{3CD4F1C1-B153-1649-DE13-A602B7064ABE}"/>
          </ac:spMkLst>
        </pc:spChg>
      </pc:sldChg>
      <pc:sldChg chg="modSp mod">
        <pc:chgData name="Hironari Yamada" userId="e57621f8-ec3c-449e-bb19-001fffcc008e" providerId="ADAL" clId="{BC0BD879-F267-5CCA-8DEA-E3B2DD07DA4E}" dt="2026-08-27T01:27:32.129" v="19847" actId="20577"/>
        <pc:sldMkLst>
          <pc:docMk/>
          <pc:sldMk cId="0" sldId="2076138975"/>
        </pc:sldMkLst>
        <pc:spChg chg="mod">
          <ac:chgData name="Hironari Yamada" userId="e57621f8-ec3c-449e-bb19-001fffcc008e" providerId="ADAL" clId="{BC0BD879-F267-5CCA-8DEA-E3B2DD07DA4E}" dt="2026-08-27T01:27:32.129" v="19847" actId="20577"/>
          <ac:spMkLst>
            <pc:docMk/>
            <pc:sldMk cId="0" sldId="2076138975"/>
            <ac:spMk id="2" creationId="{00000000-0000-0000-0000-000000000000}"/>
          </ac:spMkLst>
        </pc:spChg>
      </pc:sldChg>
      <pc:sldChg chg="modSp mod">
        <pc:chgData name="Hironari Yamada" userId="e57621f8-ec3c-449e-bb19-001fffcc008e" providerId="ADAL" clId="{BC0BD879-F267-5CCA-8DEA-E3B2DD07DA4E}" dt="2026-08-27T02:38:50.235" v="21621" actId="5793"/>
        <pc:sldMkLst>
          <pc:docMk/>
          <pc:sldMk cId="2917774611" sldId="2076139042"/>
        </pc:sldMkLst>
        <pc:spChg chg="mod">
          <ac:chgData name="Hironari Yamada" userId="e57621f8-ec3c-449e-bb19-001fffcc008e" providerId="ADAL" clId="{BC0BD879-F267-5CCA-8DEA-E3B2DD07DA4E}" dt="2026-08-27T02:38:50.235" v="21621" actId="5793"/>
          <ac:spMkLst>
            <pc:docMk/>
            <pc:sldMk cId="2917774611" sldId="2076139042"/>
            <ac:spMk id="2" creationId="{F685047F-90B5-CBAF-0168-76FD01BEBC32}"/>
          </ac:spMkLst>
        </pc:spChg>
      </pc:sldChg>
      <pc:sldChg chg="modSp add mod">
        <pc:chgData name="Hironari Yamada" userId="e57621f8-ec3c-449e-bb19-001fffcc008e" providerId="ADAL" clId="{BC0BD879-F267-5CCA-8DEA-E3B2DD07DA4E}" dt="2026-08-27T12:24:50.825" v="25763" actId="20577"/>
        <pc:sldMkLst>
          <pc:docMk/>
          <pc:sldMk cId="2926534364" sldId="2076139054"/>
        </pc:sldMkLst>
        <pc:spChg chg="mod">
          <ac:chgData name="Hironari Yamada" userId="e57621f8-ec3c-449e-bb19-001fffcc008e" providerId="ADAL" clId="{BC0BD879-F267-5CCA-8DEA-E3B2DD07DA4E}" dt="2026-08-27T12:24:50.825" v="25763" actId="20577"/>
          <ac:spMkLst>
            <pc:docMk/>
            <pc:sldMk cId="2926534364" sldId="2076139054"/>
            <ac:spMk id="2" creationId="{E1A7741D-B468-C39F-5D47-87E5E790D0B2}"/>
          </ac:spMkLst>
        </pc:spChg>
      </pc:sldChg>
      <pc:sldChg chg="addSp delSp modSp add mod delAnim modAnim modNotes modNotesTx">
        <pc:chgData name="Hironari Yamada" userId="e57621f8-ec3c-449e-bb19-001fffcc008e" providerId="ADAL" clId="{BC0BD879-F267-5CCA-8DEA-E3B2DD07DA4E}" dt="2026-08-27T01:40:18.695" v="20218"/>
        <pc:sldMkLst>
          <pc:docMk/>
          <pc:sldMk cId="1339200608" sldId="2076139062"/>
        </pc:sldMkLst>
        <pc:spChg chg="mod">
          <ac:chgData name="Hironari Yamada" userId="e57621f8-ec3c-449e-bb19-001fffcc008e" providerId="ADAL" clId="{BC0BD879-F267-5CCA-8DEA-E3B2DD07DA4E}" dt="2026-08-27T01:35:20.752" v="19876"/>
          <ac:spMkLst>
            <pc:docMk/>
            <pc:sldMk cId="1339200608" sldId="2076139062"/>
            <ac:spMk id="2" creationId="{D3DE2243-2F69-B4DF-85B5-B127635FDEEB}"/>
          </ac:spMkLst>
        </pc:spChg>
        <pc:spChg chg="mod">
          <ac:chgData name="Hironari Yamada" userId="e57621f8-ec3c-449e-bb19-001fffcc008e" providerId="ADAL" clId="{BC0BD879-F267-5CCA-8DEA-E3B2DD07DA4E}" dt="2026-08-27T01:37:31.894" v="20198" actId="20577"/>
          <ac:spMkLst>
            <pc:docMk/>
            <pc:sldMk cId="1339200608" sldId="2076139062"/>
            <ac:spMk id="3" creationId="{1E4969C0-EEBA-E58A-3093-FD4815FF0B27}"/>
          </ac:spMkLst>
        </pc:spChg>
        <pc:spChg chg="mod">
          <ac:chgData name="Hironari Yamada" userId="e57621f8-ec3c-449e-bb19-001fffcc008e" providerId="ADAL" clId="{BC0BD879-F267-5CCA-8DEA-E3B2DD07DA4E}" dt="2026-08-27T01:37:37.804" v="20211" actId="20577"/>
          <ac:spMkLst>
            <pc:docMk/>
            <pc:sldMk cId="1339200608" sldId="2076139062"/>
            <ac:spMk id="9" creationId="{F198F681-BA5F-42DD-D6D2-350DDD876BFB}"/>
          </ac:spMkLst>
        </pc:spChg>
        <pc:spChg chg="add mod">
          <ac:chgData name="Hironari Yamada" userId="e57621f8-ec3c-449e-bb19-001fffcc008e" providerId="ADAL" clId="{BC0BD879-F267-5CCA-8DEA-E3B2DD07DA4E}" dt="2026-08-27T01:35:56.723" v="19882" actId="1076"/>
          <ac:spMkLst>
            <pc:docMk/>
            <pc:sldMk cId="1339200608" sldId="2076139062"/>
            <ac:spMk id="11" creationId="{B99E2FF1-A91B-B747-226F-A1DB367D0748}"/>
          </ac:spMkLst>
        </pc:spChg>
        <pc:spChg chg="add mod">
          <ac:chgData name="Hironari Yamada" userId="e57621f8-ec3c-449e-bb19-001fffcc008e" providerId="ADAL" clId="{BC0BD879-F267-5CCA-8DEA-E3B2DD07DA4E}" dt="2026-08-27T01:35:56.723" v="19882" actId="1076"/>
          <ac:spMkLst>
            <pc:docMk/>
            <pc:sldMk cId="1339200608" sldId="2076139062"/>
            <ac:spMk id="13" creationId="{AAF9E146-A9A7-2475-6868-71FAA995876B}"/>
          </ac:spMkLst>
        </pc:spChg>
        <pc:spChg chg="add mod">
          <ac:chgData name="Hironari Yamada" userId="e57621f8-ec3c-449e-bb19-001fffcc008e" providerId="ADAL" clId="{BC0BD879-F267-5CCA-8DEA-E3B2DD07DA4E}" dt="2026-08-27T01:35:56.723" v="19882" actId="1076"/>
          <ac:spMkLst>
            <pc:docMk/>
            <pc:sldMk cId="1339200608" sldId="2076139062"/>
            <ac:spMk id="17" creationId="{EEE06BB8-E0F5-9565-88F7-B26CF44626E4}"/>
          </ac:spMkLst>
        </pc:spChg>
        <pc:spChg chg="mod">
          <ac:chgData name="Hironari Yamada" userId="e57621f8-ec3c-449e-bb19-001fffcc008e" providerId="ADAL" clId="{BC0BD879-F267-5CCA-8DEA-E3B2DD07DA4E}" dt="2026-08-27T01:37:51.117" v="20216" actId="1076"/>
          <ac:spMkLst>
            <pc:docMk/>
            <pc:sldMk cId="1339200608" sldId="2076139062"/>
            <ac:spMk id="19" creationId="{1C8453C1-9EA8-F457-C880-9D59A83DAC9F}"/>
          </ac:spMkLst>
        </pc:spChg>
        <pc:spChg chg="add mod">
          <ac:chgData name="Hironari Yamada" userId="e57621f8-ec3c-449e-bb19-001fffcc008e" providerId="ADAL" clId="{BC0BD879-F267-5CCA-8DEA-E3B2DD07DA4E}" dt="2026-08-27T01:35:56.723" v="19882" actId="1076"/>
          <ac:spMkLst>
            <pc:docMk/>
            <pc:sldMk cId="1339200608" sldId="2076139062"/>
            <ac:spMk id="54" creationId="{AB17749C-AC32-BF12-7123-4F412BAFE2E5}"/>
          </ac:spMkLst>
        </pc:spChg>
        <pc:spChg chg="add mod">
          <ac:chgData name="Hironari Yamada" userId="e57621f8-ec3c-449e-bb19-001fffcc008e" providerId="ADAL" clId="{BC0BD879-F267-5CCA-8DEA-E3B2DD07DA4E}" dt="2026-08-27T01:35:56.723" v="19882" actId="1076"/>
          <ac:spMkLst>
            <pc:docMk/>
            <pc:sldMk cId="1339200608" sldId="2076139062"/>
            <ac:spMk id="55" creationId="{7F16A977-DECC-21A4-861A-5C315A8C85F5}"/>
          </ac:spMkLst>
        </pc:spChg>
        <pc:spChg chg="add mod">
          <ac:chgData name="Hironari Yamada" userId="e57621f8-ec3c-449e-bb19-001fffcc008e" providerId="ADAL" clId="{BC0BD879-F267-5CCA-8DEA-E3B2DD07DA4E}" dt="2026-08-27T01:35:56.723" v="19882" actId="1076"/>
          <ac:spMkLst>
            <pc:docMk/>
            <pc:sldMk cId="1339200608" sldId="2076139062"/>
            <ac:spMk id="56" creationId="{C232FD76-C94F-9FCD-9C9F-DBFBBA6D0AA2}"/>
          </ac:spMkLst>
        </pc:spChg>
        <pc:spChg chg="add mod">
          <ac:chgData name="Hironari Yamada" userId="e57621f8-ec3c-449e-bb19-001fffcc008e" providerId="ADAL" clId="{BC0BD879-F267-5CCA-8DEA-E3B2DD07DA4E}" dt="2026-08-27T01:35:56.723" v="19882" actId="1076"/>
          <ac:spMkLst>
            <pc:docMk/>
            <pc:sldMk cId="1339200608" sldId="2076139062"/>
            <ac:spMk id="59" creationId="{43484CD1-B270-D6CF-2C3A-4A15A9F8741A}"/>
          </ac:spMkLst>
        </pc:spChg>
        <pc:spChg chg="add mod">
          <ac:chgData name="Hironari Yamada" userId="e57621f8-ec3c-449e-bb19-001fffcc008e" providerId="ADAL" clId="{BC0BD879-F267-5CCA-8DEA-E3B2DD07DA4E}" dt="2026-08-27T01:35:56.723" v="19882" actId="1076"/>
          <ac:spMkLst>
            <pc:docMk/>
            <pc:sldMk cId="1339200608" sldId="2076139062"/>
            <ac:spMk id="60" creationId="{E76F923A-377D-0F1E-B824-B01852362D9A}"/>
          </ac:spMkLst>
        </pc:spChg>
        <pc:spChg chg="add mod">
          <ac:chgData name="Hironari Yamada" userId="e57621f8-ec3c-449e-bb19-001fffcc008e" providerId="ADAL" clId="{BC0BD879-F267-5CCA-8DEA-E3B2DD07DA4E}" dt="2026-08-27T01:35:56.723" v="19882" actId="1076"/>
          <ac:spMkLst>
            <pc:docMk/>
            <pc:sldMk cId="1339200608" sldId="2076139062"/>
            <ac:spMk id="64" creationId="{35ABFA0B-C1A9-B96F-DAF7-00F8040DAD78}"/>
          </ac:spMkLst>
        </pc:spChg>
        <pc:spChg chg="add mod">
          <ac:chgData name="Hironari Yamada" userId="e57621f8-ec3c-449e-bb19-001fffcc008e" providerId="ADAL" clId="{BC0BD879-F267-5CCA-8DEA-E3B2DD07DA4E}" dt="2026-08-27T01:35:56.723" v="19882" actId="1076"/>
          <ac:spMkLst>
            <pc:docMk/>
            <pc:sldMk cId="1339200608" sldId="2076139062"/>
            <ac:spMk id="66" creationId="{1C273462-29D3-9365-A839-1A723198E632}"/>
          </ac:spMkLst>
        </pc:spChg>
        <pc:picChg chg="mod">
          <ac:chgData name="Hironari Yamada" userId="e57621f8-ec3c-449e-bb19-001fffcc008e" providerId="ADAL" clId="{BC0BD879-F267-5CCA-8DEA-E3B2DD07DA4E}" dt="2026-08-27T01:37:53.190" v="20217" actId="1076"/>
          <ac:picMkLst>
            <pc:docMk/>
            <pc:sldMk cId="1339200608" sldId="2076139062"/>
            <ac:picMk id="18" creationId="{F6B4D0EF-ABA1-2C27-CEDC-DD6B1015F3D0}"/>
          </ac:picMkLst>
        </pc:picChg>
      </pc:sldChg>
      <pc:sldChg chg="addSp modSp add mod modNotesTx">
        <pc:chgData name="Hironari Yamada" userId="e57621f8-ec3c-449e-bb19-001fffcc008e" providerId="ADAL" clId="{BC0BD879-F267-5CCA-8DEA-E3B2DD07DA4E}" dt="2026-08-27T01:42:24.091" v="20479" actId="692"/>
        <pc:sldMkLst>
          <pc:docMk/>
          <pc:sldMk cId="3688940101" sldId="2076139064"/>
        </pc:sldMkLst>
        <pc:spChg chg="mod">
          <ac:chgData name="Hironari Yamada" userId="e57621f8-ec3c-449e-bb19-001fffcc008e" providerId="ADAL" clId="{BC0BD879-F267-5CCA-8DEA-E3B2DD07DA4E}" dt="2026-08-27T01:41:59.724" v="20463" actId="20577"/>
          <ac:spMkLst>
            <pc:docMk/>
            <pc:sldMk cId="3688940101" sldId="2076139064"/>
            <ac:spMk id="3" creationId="{B1EF4A3B-2DC9-0448-6B3A-E883785F4CB5}"/>
          </ac:spMkLst>
        </pc:spChg>
        <pc:spChg chg="add mod">
          <ac:chgData name="Hironari Yamada" userId="e57621f8-ec3c-449e-bb19-001fffcc008e" providerId="ADAL" clId="{BC0BD879-F267-5CCA-8DEA-E3B2DD07DA4E}" dt="2026-08-27T01:42:24.091" v="20479" actId="692"/>
          <ac:spMkLst>
            <pc:docMk/>
            <pc:sldMk cId="3688940101" sldId="2076139064"/>
            <ac:spMk id="8" creationId="{B1FEC1C3-B082-6B34-973E-4E6004D9B9F4}"/>
          </ac:spMkLst>
        </pc:spChg>
        <pc:spChg chg="mod">
          <ac:chgData name="Hironari Yamada" userId="e57621f8-ec3c-449e-bb19-001fffcc008e" providerId="ADAL" clId="{BC0BD879-F267-5CCA-8DEA-E3B2DD07DA4E}" dt="2026-08-27T01:40:40.904" v="20250" actId="20577"/>
          <ac:spMkLst>
            <pc:docMk/>
            <pc:sldMk cId="3688940101" sldId="2076139064"/>
            <ac:spMk id="9" creationId="{03FDE630-F88A-9016-7833-86CDE4725FA7}"/>
          </ac:spMkLst>
        </pc:spChg>
      </pc:sldChg>
      <pc:sldChg chg="addSp delSp modSp add mod modNotesTx">
        <pc:chgData name="Hironari Yamada" userId="e57621f8-ec3c-449e-bb19-001fffcc008e" providerId="ADAL" clId="{BC0BD879-F267-5CCA-8DEA-E3B2DD07DA4E}" dt="2026-08-27T01:44:06.169" v="20543" actId="1036"/>
        <pc:sldMkLst>
          <pc:docMk/>
          <pc:sldMk cId="328018032" sldId="2076139065"/>
        </pc:sldMkLst>
        <pc:spChg chg="mod">
          <ac:chgData name="Hironari Yamada" userId="e57621f8-ec3c-449e-bb19-001fffcc008e" providerId="ADAL" clId="{BC0BD879-F267-5CCA-8DEA-E3B2DD07DA4E}" dt="2026-08-27T01:43:50.948" v="20537" actId="20577"/>
          <ac:spMkLst>
            <pc:docMk/>
            <pc:sldMk cId="328018032" sldId="2076139065"/>
            <ac:spMk id="3" creationId="{B643CE62-C89F-A174-85B7-5CC681B35270}"/>
          </ac:spMkLst>
        </pc:spChg>
        <pc:spChg chg="mod">
          <ac:chgData name="Hironari Yamada" userId="e57621f8-ec3c-449e-bb19-001fffcc008e" providerId="ADAL" clId="{BC0BD879-F267-5CCA-8DEA-E3B2DD07DA4E}" dt="2026-08-27T01:42:38.249" v="20497" actId="20577"/>
          <ac:spMkLst>
            <pc:docMk/>
            <pc:sldMk cId="328018032" sldId="2076139065"/>
            <ac:spMk id="9" creationId="{D7BFAFC9-01AE-48A2-C124-DCA4ECDFF433}"/>
          </ac:spMkLst>
        </pc:spChg>
        <pc:spChg chg="mod">
          <ac:chgData name="Hironari Yamada" userId="e57621f8-ec3c-449e-bb19-001fffcc008e" providerId="ADAL" clId="{BC0BD879-F267-5CCA-8DEA-E3B2DD07DA4E}" dt="2026-08-27T01:43:11.650" v="20521"/>
          <ac:spMkLst>
            <pc:docMk/>
            <pc:sldMk cId="328018032" sldId="2076139065"/>
            <ac:spMk id="73" creationId="{B1F835FC-77E1-C3EB-688A-BF1A1D30F782}"/>
          </ac:spMkLst>
        </pc:spChg>
        <pc:spChg chg="mod">
          <ac:chgData name="Hironari Yamada" userId="e57621f8-ec3c-449e-bb19-001fffcc008e" providerId="ADAL" clId="{BC0BD879-F267-5CCA-8DEA-E3B2DD07DA4E}" dt="2026-08-27T01:43:11.650" v="20521"/>
          <ac:spMkLst>
            <pc:docMk/>
            <pc:sldMk cId="328018032" sldId="2076139065"/>
            <ac:spMk id="74" creationId="{08422AE3-4A05-3CA6-7383-DFEDD090DA9E}"/>
          </ac:spMkLst>
        </pc:spChg>
        <pc:spChg chg="mod">
          <ac:chgData name="Hironari Yamada" userId="e57621f8-ec3c-449e-bb19-001fffcc008e" providerId="ADAL" clId="{BC0BD879-F267-5CCA-8DEA-E3B2DD07DA4E}" dt="2026-08-27T01:43:11.650" v="20521"/>
          <ac:spMkLst>
            <pc:docMk/>
            <pc:sldMk cId="328018032" sldId="2076139065"/>
            <ac:spMk id="75" creationId="{3A8A83DF-0EDA-821D-67C8-0E4D71131C55}"/>
          </ac:spMkLst>
        </pc:spChg>
        <pc:spChg chg="mod">
          <ac:chgData name="Hironari Yamada" userId="e57621f8-ec3c-449e-bb19-001fffcc008e" providerId="ADAL" clId="{BC0BD879-F267-5CCA-8DEA-E3B2DD07DA4E}" dt="2026-08-27T01:43:11.650" v="20521"/>
          <ac:spMkLst>
            <pc:docMk/>
            <pc:sldMk cId="328018032" sldId="2076139065"/>
            <ac:spMk id="76" creationId="{5AF889AD-AD30-646B-94A2-24FE8BE2B054}"/>
          </ac:spMkLst>
        </pc:spChg>
        <pc:spChg chg="mod">
          <ac:chgData name="Hironari Yamada" userId="e57621f8-ec3c-449e-bb19-001fffcc008e" providerId="ADAL" clId="{BC0BD879-F267-5CCA-8DEA-E3B2DD07DA4E}" dt="2026-08-27T01:43:11.650" v="20521"/>
          <ac:spMkLst>
            <pc:docMk/>
            <pc:sldMk cId="328018032" sldId="2076139065"/>
            <ac:spMk id="77" creationId="{F3D8DB2E-3D98-173F-2ACA-09724D2CB4EF}"/>
          </ac:spMkLst>
        </pc:spChg>
        <pc:spChg chg="mod">
          <ac:chgData name="Hironari Yamada" userId="e57621f8-ec3c-449e-bb19-001fffcc008e" providerId="ADAL" clId="{BC0BD879-F267-5CCA-8DEA-E3B2DD07DA4E}" dt="2026-08-27T01:43:11.650" v="20521"/>
          <ac:spMkLst>
            <pc:docMk/>
            <pc:sldMk cId="328018032" sldId="2076139065"/>
            <ac:spMk id="78" creationId="{0C1A915D-2ED7-22BF-14BC-737B4F69B5B2}"/>
          </ac:spMkLst>
        </pc:spChg>
        <pc:spChg chg="mod">
          <ac:chgData name="Hironari Yamada" userId="e57621f8-ec3c-449e-bb19-001fffcc008e" providerId="ADAL" clId="{BC0BD879-F267-5CCA-8DEA-E3B2DD07DA4E}" dt="2026-08-27T01:43:11.650" v="20521"/>
          <ac:spMkLst>
            <pc:docMk/>
            <pc:sldMk cId="328018032" sldId="2076139065"/>
            <ac:spMk id="82" creationId="{6FAE6CC3-517B-24B6-C240-A442735A606F}"/>
          </ac:spMkLst>
        </pc:spChg>
        <pc:spChg chg="mod">
          <ac:chgData name="Hironari Yamada" userId="e57621f8-ec3c-449e-bb19-001fffcc008e" providerId="ADAL" clId="{BC0BD879-F267-5CCA-8DEA-E3B2DD07DA4E}" dt="2026-08-27T01:43:54.548" v="20538" actId="14100"/>
          <ac:spMkLst>
            <pc:docMk/>
            <pc:sldMk cId="328018032" sldId="2076139065"/>
            <ac:spMk id="89" creationId="{3EAD045D-D364-E147-C7BF-83B3ECF32EF7}"/>
          </ac:spMkLst>
        </pc:spChg>
        <pc:spChg chg="mod">
          <ac:chgData name="Hironari Yamada" userId="e57621f8-ec3c-449e-bb19-001fffcc008e" providerId="ADAL" clId="{BC0BD879-F267-5CCA-8DEA-E3B2DD07DA4E}" dt="2026-08-27T01:43:11.650" v="20521"/>
          <ac:spMkLst>
            <pc:docMk/>
            <pc:sldMk cId="328018032" sldId="2076139065"/>
            <ac:spMk id="91" creationId="{19A99B7E-0E2D-DBA0-07AC-2B50415A3EBD}"/>
          </ac:spMkLst>
        </pc:spChg>
        <pc:spChg chg="mod">
          <ac:chgData name="Hironari Yamada" userId="e57621f8-ec3c-449e-bb19-001fffcc008e" providerId="ADAL" clId="{BC0BD879-F267-5CCA-8DEA-E3B2DD07DA4E}" dt="2026-08-27T01:43:11.650" v="20521"/>
          <ac:spMkLst>
            <pc:docMk/>
            <pc:sldMk cId="328018032" sldId="2076139065"/>
            <ac:spMk id="95" creationId="{4496F3E6-245B-969F-0C75-97A393C65DAD}"/>
          </ac:spMkLst>
        </pc:spChg>
        <pc:spChg chg="mod">
          <ac:chgData name="Hironari Yamada" userId="e57621f8-ec3c-449e-bb19-001fffcc008e" providerId="ADAL" clId="{BC0BD879-F267-5CCA-8DEA-E3B2DD07DA4E}" dt="2026-08-27T01:43:14.337" v="20522" actId="1076"/>
          <ac:spMkLst>
            <pc:docMk/>
            <pc:sldMk cId="328018032" sldId="2076139065"/>
            <ac:spMk id="96" creationId="{ACF72653-8C2C-CA98-BFD5-1E26D5A99512}"/>
          </ac:spMkLst>
        </pc:spChg>
        <pc:spChg chg="add mod">
          <ac:chgData name="Hironari Yamada" userId="e57621f8-ec3c-449e-bb19-001fffcc008e" providerId="ADAL" clId="{BC0BD879-F267-5CCA-8DEA-E3B2DD07DA4E}" dt="2026-08-27T01:43:14.337" v="20522" actId="1076"/>
          <ac:spMkLst>
            <pc:docMk/>
            <pc:sldMk cId="328018032" sldId="2076139065"/>
            <ac:spMk id="97" creationId="{05F30A99-885D-5342-05BA-EA96C48C5466}"/>
          </ac:spMkLst>
        </pc:spChg>
        <pc:grpChg chg="mod">
          <ac:chgData name="Hironari Yamada" userId="e57621f8-ec3c-449e-bb19-001fffcc008e" providerId="ADAL" clId="{BC0BD879-F267-5CCA-8DEA-E3B2DD07DA4E}" dt="2026-08-27T01:43:14.337" v="20522" actId="1076"/>
          <ac:grpSpMkLst>
            <pc:docMk/>
            <pc:sldMk cId="328018032" sldId="2076139065"/>
            <ac:grpSpMk id="69" creationId="{4D966C53-676B-B770-F8F2-59FD13254E6E}"/>
          </ac:grpSpMkLst>
        </pc:grpChg>
        <pc:picChg chg="mod">
          <ac:chgData name="Hironari Yamada" userId="e57621f8-ec3c-449e-bb19-001fffcc008e" providerId="ADAL" clId="{BC0BD879-F267-5CCA-8DEA-E3B2DD07DA4E}" dt="2026-08-27T01:44:06.169" v="20543" actId="1036"/>
          <ac:picMkLst>
            <pc:docMk/>
            <pc:sldMk cId="328018032" sldId="2076139065"/>
            <ac:picMk id="90" creationId="{3EB8627A-310B-4BFF-8774-1CB3C0D1C99A}"/>
          </ac:picMkLst>
        </pc:picChg>
      </pc:sldChg>
      <pc:sldChg chg="addSp delSp modSp add mod">
        <pc:chgData name="Hironari Yamada" userId="e57621f8-ec3c-449e-bb19-001fffcc008e" providerId="ADAL" clId="{BC0BD879-F267-5CCA-8DEA-E3B2DD07DA4E}" dt="2026-08-27T02:37:31.943" v="21532" actId="1036"/>
        <pc:sldMkLst>
          <pc:docMk/>
          <pc:sldMk cId="4279927130" sldId="2076139066"/>
        </pc:sldMkLst>
        <pc:spChg chg="mod">
          <ac:chgData name="Hironari Yamada" userId="e57621f8-ec3c-449e-bb19-001fffcc008e" providerId="ADAL" clId="{BC0BD879-F267-5CCA-8DEA-E3B2DD07DA4E}" dt="2026-08-27T02:37:17.081" v="21512" actId="20577"/>
          <ac:spMkLst>
            <pc:docMk/>
            <pc:sldMk cId="4279927130" sldId="2076139066"/>
            <ac:spMk id="3" creationId="{76A58311-A55F-D5C5-7A87-3B9FC32A24A0}"/>
          </ac:spMkLst>
        </pc:spChg>
        <pc:spChg chg="mod">
          <ac:chgData name="Hironari Yamada" userId="e57621f8-ec3c-449e-bb19-001fffcc008e" providerId="ADAL" clId="{BC0BD879-F267-5CCA-8DEA-E3B2DD07DA4E}" dt="2026-08-27T02:19:30.942" v="20633"/>
          <ac:spMkLst>
            <pc:docMk/>
            <pc:sldMk cId="4279927130" sldId="2076139066"/>
            <ac:spMk id="7" creationId="{66198858-C416-D189-1BBB-7CA33AAE020D}"/>
          </ac:spMkLst>
        </pc:spChg>
        <pc:spChg chg="mod">
          <ac:chgData name="Hironari Yamada" userId="e57621f8-ec3c-449e-bb19-001fffcc008e" providerId="ADAL" clId="{BC0BD879-F267-5CCA-8DEA-E3B2DD07DA4E}" dt="2026-08-27T02:19:30.942" v="20633"/>
          <ac:spMkLst>
            <pc:docMk/>
            <pc:sldMk cId="4279927130" sldId="2076139066"/>
            <ac:spMk id="8" creationId="{D49F976B-B028-CF54-B5F1-B8D57F6068FB}"/>
          </ac:spMkLst>
        </pc:spChg>
        <pc:spChg chg="mod">
          <ac:chgData name="Hironari Yamada" userId="e57621f8-ec3c-449e-bb19-001fffcc008e" providerId="ADAL" clId="{BC0BD879-F267-5CCA-8DEA-E3B2DD07DA4E}" dt="2026-08-27T02:33:05.570" v="20816" actId="20577"/>
          <ac:spMkLst>
            <pc:docMk/>
            <pc:sldMk cId="4279927130" sldId="2076139066"/>
            <ac:spMk id="9" creationId="{02FD1D4A-9B45-089E-C523-DBA8BCDB9C59}"/>
          </ac:spMkLst>
        </pc:spChg>
        <pc:spChg chg="mod">
          <ac:chgData name="Hironari Yamada" userId="e57621f8-ec3c-449e-bb19-001fffcc008e" providerId="ADAL" clId="{BC0BD879-F267-5CCA-8DEA-E3B2DD07DA4E}" dt="2026-08-27T02:19:30.942" v="20633"/>
          <ac:spMkLst>
            <pc:docMk/>
            <pc:sldMk cId="4279927130" sldId="2076139066"/>
            <ac:spMk id="10" creationId="{D118707A-F98A-7D8C-6AB1-4794F151C7F3}"/>
          </ac:spMkLst>
        </pc:spChg>
        <pc:spChg chg="mod">
          <ac:chgData name="Hironari Yamada" userId="e57621f8-ec3c-449e-bb19-001fffcc008e" providerId="ADAL" clId="{BC0BD879-F267-5CCA-8DEA-E3B2DD07DA4E}" dt="2026-08-27T02:19:30.942" v="20633"/>
          <ac:spMkLst>
            <pc:docMk/>
            <pc:sldMk cId="4279927130" sldId="2076139066"/>
            <ac:spMk id="11" creationId="{B41A063E-E372-E2BE-840E-EB861082A52C}"/>
          </ac:spMkLst>
        </pc:spChg>
        <pc:spChg chg="mod">
          <ac:chgData name="Hironari Yamada" userId="e57621f8-ec3c-449e-bb19-001fffcc008e" providerId="ADAL" clId="{BC0BD879-F267-5CCA-8DEA-E3B2DD07DA4E}" dt="2026-08-27T02:19:30.942" v="20633"/>
          <ac:spMkLst>
            <pc:docMk/>
            <pc:sldMk cId="4279927130" sldId="2076139066"/>
            <ac:spMk id="12" creationId="{3380B16B-FC82-B9B9-10CE-DCAFA77FC508}"/>
          </ac:spMkLst>
        </pc:spChg>
        <pc:spChg chg="mod">
          <ac:chgData name="Hironari Yamada" userId="e57621f8-ec3c-449e-bb19-001fffcc008e" providerId="ADAL" clId="{BC0BD879-F267-5CCA-8DEA-E3B2DD07DA4E}" dt="2026-08-27T02:19:30.942" v="20633"/>
          <ac:spMkLst>
            <pc:docMk/>
            <pc:sldMk cId="4279927130" sldId="2076139066"/>
            <ac:spMk id="13" creationId="{8229FDEC-33C8-93C2-7433-34054FF7ABFC}"/>
          </ac:spMkLst>
        </pc:spChg>
        <pc:spChg chg="mod">
          <ac:chgData name="Hironari Yamada" userId="e57621f8-ec3c-449e-bb19-001fffcc008e" providerId="ADAL" clId="{BC0BD879-F267-5CCA-8DEA-E3B2DD07DA4E}" dt="2026-08-27T02:19:49.327" v="20636" actId="1076"/>
          <ac:spMkLst>
            <pc:docMk/>
            <pc:sldMk cId="4279927130" sldId="2076139066"/>
            <ac:spMk id="15" creationId="{9090ADFC-0F2F-6B5F-BAF7-790192B881CB}"/>
          </ac:spMkLst>
        </pc:spChg>
        <pc:spChg chg="mod">
          <ac:chgData name="Hironari Yamada" userId="e57621f8-ec3c-449e-bb19-001fffcc008e" providerId="ADAL" clId="{BC0BD879-F267-5CCA-8DEA-E3B2DD07DA4E}" dt="2026-08-27T02:20:56.921" v="20719" actId="14100"/>
          <ac:spMkLst>
            <pc:docMk/>
            <pc:sldMk cId="4279927130" sldId="2076139066"/>
            <ac:spMk id="16" creationId="{067B71F6-4316-FF82-AFE9-78C492B674E7}"/>
          </ac:spMkLst>
        </pc:spChg>
        <pc:spChg chg="add mod">
          <ac:chgData name="Hironari Yamada" userId="e57621f8-ec3c-449e-bb19-001fffcc008e" providerId="ADAL" clId="{BC0BD879-F267-5CCA-8DEA-E3B2DD07DA4E}" dt="2026-08-27T02:37:20.836" v="21513" actId="14100"/>
          <ac:spMkLst>
            <pc:docMk/>
            <pc:sldMk cId="4279927130" sldId="2076139066"/>
            <ac:spMk id="17" creationId="{A3AA4915-98DC-143A-0717-2E97D1A035C7}"/>
          </ac:spMkLst>
        </pc:spChg>
        <pc:spChg chg="mod">
          <ac:chgData name="Hironari Yamada" userId="e57621f8-ec3c-449e-bb19-001fffcc008e" providerId="ADAL" clId="{BC0BD879-F267-5CCA-8DEA-E3B2DD07DA4E}" dt="2026-08-27T02:19:49.327" v="20636" actId="1076"/>
          <ac:spMkLst>
            <pc:docMk/>
            <pc:sldMk cId="4279927130" sldId="2076139066"/>
            <ac:spMk id="18" creationId="{96D27C5B-8D32-0DC2-37C5-FD4955FA6931}"/>
          </ac:spMkLst>
        </pc:spChg>
        <pc:spChg chg="mod">
          <ac:chgData name="Hironari Yamada" userId="e57621f8-ec3c-449e-bb19-001fffcc008e" providerId="ADAL" clId="{BC0BD879-F267-5CCA-8DEA-E3B2DD07DA4E}" dt="2026-08-27T02:19:49.327" v="20636" actId="1076"/>
          <ac:spMkLst>
            <pc:docMk/>
            <pc:sldMk cId="4279927130" sldId="2076139066"/>
            <ac:spMk id="19" creationId="{B166B009-FCB1-765A-7E4B-029497F9BFBE}"/>
          </ac:spMkLst>
        </pc:spChg>
        <pc:spChg chg="mod">
          <ac:chgData name="Hironari Yamada" userId="e57621f8-ec3c-449e-bb19-001fffcc008e" providerId="ADAL" clId="{BC0BD879-F267-5CCA-8DEA-E3B2DD07DA4E}" dt="2026-08-27T02:19:49.327" v="20636" actId="1076"/>
          <ac:spMkLst>
            <pc:docMk/>
            <pc:sldMk cId="4279927130" sldId="2076139066"/>
            <ac:spMk id="20" creationId="{72F3BB74-AC77-414C-DBEE-546B6AA24ECC}"/>
          </ac:spMkLst>
        </pc:spChg>
        <pc:spChg chg="mod">
          <ac:chgData name="Hironari Yamada" userId="e57621f8-ec3c-449e-bb19-001fffcc008e" providerId="ADAL" clId="{BC0BD879-F267-5CCA-8DEA-E3B2DD07DA4E}" dt="2026-08-27T02:19:49.327" v="20636" actId="1076"/>
          <ac:spMkLst>
            <pc:docMk/>
            <pc:sldMk cId="4279927130" sldId="2076139066"/>
            <ac:spMk id="21" creationId="{0DDF0AD7-44AB-DD56-3700-B880B7AFFF67}"/>
          </ac:spMkLst>
        </pc:spChg>
        <pc:spChg chg="add mod">
          <ac:chgData name="Hironari Yamada" userId="e57621f8-ec3c-449e-bb19-001fffcc008e" providerId="ADAL" clId="{BC0BD879-F267-5CCA-8DEA-E3B2DD07DA4E}" dt="2026-08-27T02:19:49.327" v="20636" actId="1076"/>
          <ac:spMkLst>
            <pc:docMk/>
            <pc:sldMk cId="4279927130" sldId="2076139066"/>
            <ac:spMk id="23" creationId="{7CB5EDAF-6C35-27CA-8F17-CFB7D4BA68FC}"/>
          </ac:spMkLst>
        </pc:spChg>
        <pc:spChg chg="add mod">
          <ac:chgData name="Hironari Yamada" userId="e57621f8-ec3c-449e-bb19-001fffcc008e" providerId="ADAL" clId="{BC0BD879-F267-5CCA-8DEA-E3B2DD07DA4E}" dt="2026-08-27T02:19:49.327" v="20636" actId="1076"/>
          <ac:spMkLst>
            <pc:docMk/>
            <pc:sldMk cId="4279927130" sldId="2076139066"/>
            <ac:spMk id="25" creationId="{E754C05F-50ED-B8B9-2F6B-C3D3A3466378}"/>
          </ac:spMkLst>
        </pc:spChg>
        <pc:spChg chg="add mod">
          <ac:chgData name="Hironari Yamada" userId="e57621f8-ec3c-449e-bb19-001fffcc008e" providerId="ADAL" clId="{BC0BD879-F267-5CCA-8DEA-E3B2DD07DA4E}" dt="2026-08-27T02:19:49.327" v="20636" actId="1076"/>
          <ac:spMkLst>
            <pc:docMk/>
            <pc:sldMk cId="4279927130" sldId="2076139066"/>
            <ac:spMk id="32" creationId="{B4DFE2A4-AEC5-03AB-7D4D-F08B18863F92}"/>
          </ac:spMkLst>
        </pc:spChg>
        <pc:spChg chg="mod">
          <ac:chgData name="Hironari Yamada" userId="e57621f8-ec3c-449e-bb19-001fffcc008e" providerId="ADAL" clId="{BC0BD879-F267-5CCA-8DEA-E3B2DD07DA4E}" dt="2026-08-27T02:19:38.771" v="20635"/>
          <ac:spMkLst>
            <pc:docMk/>
            <pc:sldMk cId="4279927130" sldId="2076139066"/>
            <ac:spMk id="34" creationId="{7FCC8738-C1F0-0594-F78B-541FBCE8D65D}"/>
          </ac:spMkLst>
        </pc:spChg>
        <pc:spChg chg="mod">
          <ac:chgData name="Hironari Yamada" userId="e57621f8-ec3c-449e-bb19-001fffcc008e" providerId="ADAL" clId="{BC0BD879-F267-5CCA-8DEA-E3B2DD07DA4E}" dt="2026-08-27T02:19:38.771" v="20635"/>
          <ac:spMkLst>
            <pc:docMk/>
            <pc:sldMk cId="4279927130" sldId="2076139066"/>
            <ac:spMk id="39" creationId="{947CABD5-CCFE-E79A-D7D1-43A5BA9A5DCB}"/>
          </ac:spMkLst>
        </pc:spChg>
        <pc:spChg chg="mod topLvl">
          <ac:chgData name="Hironari Yamada" userId="e57621f8-ec3c-449e-bb19-001fffcc008e" providerId="ADAL" clId="{BC0BD879-F267-5CCA-8DEA-E3B2DD07DA4E}" dt="2026-08-27T02:20:53.758" v="20718" actId="1035"/>
          <ac:spMkLst>
            <pc:docMk/>
            <pc:sldMk cId="4279927130" sldId="2076139066"/>
            <ac:spMk id="45" creationId="{2E9FBA25-E7A7-5CCE-E0A6-E9F1F3DE58C1}"/>
          </ac:spMkLst>
        </pc:spChg>
        <pc:spChg chg="mod topLvl">
          <ac:chgData name="Hironari Yamada" userId="e57621f8-ec3c-449e-bb19-001fffcc008e" providerId="ADAL" clId="{BC0BD879-F267-5CCA-8DEA-E3B2DD07DA4E}" dt="2026-08-27T02:37:24.521" v="21518" actId="1036"/>
          <ac:spMkLst>
            <pc:docMk/>
            <pc:sldMk cId="4279927130" sldId="2076139066"/>
            <ac:spMk id="48" creationId="{F0CC36FE-CAAB-1895-FE00-7EF90B7D9914}"/>
          </ac:spMkLst>
        </pc:spChg>
        <pc:spChg chg="mod topLvl">
          <ac:chgData name="Hironari Yamada" userId="e57621f8-ec3c-449e-bb19-001fffcc008e" providerId="ADAL" clId="{BC0BD879-F267-5CCA-8DEA-E3B2DD07DA4E}" dt="2026-08-27T02:20:19.313" v="20657" actId="1036"/>
          <ac:spMkLst>
            <pc:docMk/>
            <pc:sldMk cId="4279927130" sldId="2076139066"/>
            <ac:spMk id="50" creationId="{6B78895A-7F04-CB7E-81DE-107392C5B35E}"/>
          </ac:spMkLst>
        </pc:spChg>
        <pc:spChg chg="mod topLvl">
          <ac:chgData name="Hironari Yamada" userId="e57621f8-ec3c-449e-bb19-001fffcc008e" providerId="ADAL" clId="{BC0BD879-F267-5CCA-8DEA-E3B2DD07DA4E}" dt="2026-08-27T02:20:47.586" v="20703" actId="1036"/>
          <ac:spMkLst>
            <pc:docMk/>
            <pc:sldMk cId="4279927130" sldId="2076139066"/>
            <ac:spMk id="53" creationId="{92C7E759-9BEF-FB56-3C38-2E129CBABF08}"/>
          </ac:spMkLst>
        </pc:spChg>
        <pc:spChg chg="mod topLvl">
          <ac:chgData name="Hironari Yamada" userId="e57621f8-ec3c-449e-bb19-001fffcc008e" providerId="ADAL" clId="{BC0BD879-F267-5CCA-8DEA-E3B2DD07DA4E}" dt="2026-08-27T02:20:35.072" v="20683" actId="1035"/>
          <ac:spMkLst>
            <pc:docMk/>
            <pc:sldMk cId="4279927130" sldId="2076139066"/>
            <ac:spMk id="56" creationId="{9A533678-B89C-5B3F-E2B7-FF106E193A23}"/>
          </ac:spMkLst>
        </pc:spChg>
        <pc:spChg chg="mod topLvl">
          <ac:chgData name="Hironari Yamada" userId="e57621f8-ec3c-449e-bb19-001fffcc008e" providerId="ADAL" clId="{BC0BD879-F267-5CCA-8DEA-E3B2DD07DA4E}" dt="2026-08-27T02:20:19.313" v="20657" actId="1036"/>
          <ac:spMkLst>
            <pc:docMk/>
            <pc:sldMk cId="4279927130" sldId="2076139066"/>
            <ac:spMk id="59" creationId="{1EDEDC82-03AB-883E-6429-0C08A6D4B49B}"/>
          </ac:spMkLst>
        </pc:spChg>
        <pc:spChg chg="mod">
          <ac:chgData name="Hironari Yamada" userId="e57621f8-ec3c-449e-bb19-001fffcc008e" providerId="ADAL" clId="{BC0BD879-F267-5CCA-8DEA-E3B2DD07DA4E}" dt="2026-08-27T02:19:49.327" v="20636" actId="1076"/>
          <ac:spMkLst>
            <pc:docMk/>
            <pc:sldMk cId="4279927130" sldId="2076139066"/>
            <ac:spMk id="61" creationId="{492691B7-2BA4-6FBB-C0DA-5FE3361175E1}"/>
          </ac:spMkLst>
        </pc:spChg>
        <pc:grpChg chg="add mod">
          <ac:chgData name="Hironari Yamada" userId="e57621f8-ec3c-449e-bb19-001fffcc008e" providerId="ADAL" clId="{BC0BD879-F267-5CCA-8DEA-E3B2DD07DA4E}" dt="2026-08-27T02:37:31.943" v="21532" actId="1036"/>
          <ac:grpSpMkLst>
            <pc:docMk/>
            <pc:sldMk cId="4279927130" sldId="2076139066"/>
            <ac:grpSpMk id="5" creationId="{E033245A-FC54-F6DE-90E2-1F187EF1A3D3}"/>
          </ac:grpSpMkLst>
        </pc:grpChg>
        <pc:picChg chg="mod topLvl">
          <ac:chgData name="Hironari Yamada" userId="e57621f8-ec3c-449e-bb19-001fffcc008e" providerId="ADAL" clId="{BC0BD879-F267-5CCA-8DEA-E3B2DD07DA4E}" dt="2026-08-27T02:20:53.758" v="20718" actId="1035"/>
          <ac:picMkLst>
            <pc:docMk/>
            <pc:sldMk cId="4279927130" sldId="2076139066"/>
            <ac:picMk id="44" creationId="{C4E2DB81-EF93-6E82-DC1C-C398722BF7CE}"/>
          </ac:picMkLst>
        </pc:picChg>
        <pc:picChg chg="mod topLvl">
          <ac:chgData name="Hironari Yamada" userId="e57621f8-ec3c-449e-bb19-001fffcc008e" providerId="ADAL" clId="{BC0BD879-F267-5CCA-8DEA-E3B2DD07DA4E}" dt="2026-08-27T02:37:24.521" v="21518" actId="1036"/>
          <ac:picMkLst>
            <pc:docMk/>
            <pc:sldMk cId="4279927130" sldId="2076139066"/>
            <ac:picMk id="47" creationId="{8A57660F-2F0C-F71D-C80E-563A5652E9BE}"/>
          </ac:picMkLst>
        </pc:picChg>
        <pc:picChg chg="mod topLvl">
          <ac:chgData name="Hironari Yamada" userId="e57621f8-ec3c-449e-bb19-001fffcc008e" providerId="ADAL" clId="{BC0BD879-F267-5CCA-8DEA-E3B2DD07DA4E}" dt="2026-08-27T02:20:19.313" v="20657" actId="1036"/>
          <ac:picMkLst>
            <pc:docMk/>
            <pc:sldMk cId="4279927130" sldId="2076139066"/>
            <ac:picMk id="51" creationId="{ED1567C4-4BB6-DA7E-AB83-3AE541FBECF7}"/>
          </ac:picMkLst>
        </pc:picChg>
        <pc:picChg chg="mod topLvl">
          <ac:chgData name="Hironari Yamada" userId="e57621f8-ec3c-449e-bb19-001fffcc008e" providerId="ADAL" clId="{BC0BD879-F267-5CCA-8DEA-E3B2DD07DA4E}" dt="2026-08-27T02:20:47.586" v="20703" actId="1036"/>
          <ac:picMkLst>
            <pc:docMk/>
            <pc:sldMk cId="4279927130" sldId="2076139066"/>
            <ac:picMk id="54" creationId="{E12C7DEE-FB83-4DDA-ACA6-DB2D32A258CE}"/>
          </ac:picMkLst>
        </pc:picChg>
        <pc:picChg chg="mod">
          <ac:chgData name="Hironari Yamada" userId="e57621f8-ec3c-449e-bb19-001fffcc008e" providerId="ADAL" clId="{BC0BD879-F267-5CCA-8DEA-E3B2DD07DA4E}" dt="2026-08-27T02:20:35.072" v="20683" actId="1035"/>
          <ac:picMkLst>
            <pc:docMk/>
            <pc:sldMk cId="4279927130" sldId="2076139066"/>
            <ac:picMk id="57" creationId="{F0927F6B-A148-E15F-8484-87D2F7CF7E99}"/>
          </ac:picMkLst>
        </pc:picChg>
        <pc:picChg chg="mod">
          <ac:chgData name="Hironari Yamada" userId="e57621f8-ec3c-449e-bb19-001fffcc008e" providerId="ADAL" clId="{BC0BD879-F267-5CCA-8DEA-E3B2DD07DA4E}" dt="2026-08-27T02:20:19.313" v="20657" actId="1036"/>
          <ac:picMkLst>
            <pc:docMk/>
            <pc:sldMk cId="4279927130" sldId="2076139066"/>
            <ac:picMk id="60" creationId="{2D4DDC22-EDFF-47DB-2FEC-C49B2833D878}"/>
          </ac:picMkLst>
        </pc:picChg>
        <pc:cxnChg chg="mod">
          <ac:chgData name="Hironari Yamada" userId="e57621f8-ec3c-449e-bb19-001fffcc008e" providerId="ADAL" clId="{BC0BD879-F267-5CCA-8DEA-E3B2DD07DA4E}" dt="2026-08-27T02:20:53.758" v="20718" actId="1035"/>
          <ac:cxnSpMkLst>
            <pc:docMk/>
            <pc:sldMk cId="4279927130" sldId="2076139066"/>
            <ac:cxnSpMk id="24" creationId="{026FC425-CF87-707D-858F-C7E3AFBE2EA5}"/>
          </ac:cxnSpMkLst>
        </pc:cxnChg>
        <pc:cxnChg chg="mod">
          <ac:chgData name="Hironari Yamada" userId="e57621f8-ec3c-449e-bb19-001fffcc008e" providerId="ADAL" clId="{BC0BD879-F267-5CCA-8DEA-E3B2DD07DA4E}" dt="2026-08-27T02:20:29.396" v="20669" actId="1036"/>
          <ac:cxnSpMkLst>
            <pc:docMk/>
            <pc:sldMk cId="4279927130" sldId="2076139066"/>
            <ac:cxnSpMk id="26" creationId="{44113CF2-14F1-B550-FAB6-4577AD6CB8F0}"/>
          </ac:cxnSpMkLst>
        </pc:cxnChg>
        <pc:cxnChg chg="mod">
          <ac:chgData name="Hironari Yamada" userId="e57621f8-ec3c-449e-bb19-001fffcc008e" providerId="ADAL" clId="{BC0BD879-F267-5CCA-8DEA-E3B2DD07DA4E}" dt="2026-08-27T02:20:47.586" v="20703" actId="1036"/>
          <ac:cxnSpMkLst>
            <pc:docMk/>
            <pc:sldMk cId="4279927130" sldId="2076139066"/>
            <ac:cxnSpMk id="27" creationId="{92385E36-14F4-DBC9-C1BE-36FDE574521B}"/>
          </ac:cxnSpMkLst>
        </pc:cxnChg>
        <pc:cxnChg chg="mod">
          <ac:chgData name="Hironari Yamada" userId="e57621f8-ec3c-449e-bb19-001fffcc008e" providerId="ADAL" clId="{BC0BD879-F267-5CCA-8DEA-E3B2DD07DA4E}" dt="2026-08-27T02:20:43.388" v="20696" actId="1036"/>
          <ac:cxnSpMkLst>
            <pc:docMk/>
            <pc:sldMk cId="4279927130" sldId="2076139066"/>
            <ac:cxnSpMk id="28" creationId="{4B0CF63F-5CFB-74FB-F50A-669A60E07A5C}"/>
          </ac:cxnSpMkLst>
        </pc:cxnChg>
        <pc:cxnChg chg="mod">
          <ac:chgData name="Hironari Yamada" userId="e57621f8-ec3c-449e-bb19-001fffcc008e" providerId="ADAL" clId="{BC0BD879-F267-5CCA-8DEA-E3B2DD07DA4E}" dt="2026-08-27T02:20:35.072" v="20683" actId="1035"/>
          <ac:cxnSpMkLst>
            <pc:docMk/>
            <pc:sldMk cId="4279927130" sldId="2076139066"/>
            <ac:cxnSpMk id="29" creationId="{498EC58A-5FD5-00D6-F22C-A7FB50800896}"/>
          </ac:cxnSpMkLst>
        </pc:cxnChg>
        <pc:cxnChg chg="mod">
          <ac:chgData name="Hironari Yamada" userId="e57621f8-ec3c-449e-bb19-001fffcc008e" providerId="ADAL" clId="{BC0BD879-F267-5CCA-8DEA-E3B2DD07DA4E}" dt="2026-08-27T02:20:25.369" v="20664" actId="1035"/>
          <ac:cxnSpMkLst>
            <pc:docMk/>
            <pc:sldMk cId="4279927130" sldId="2076139066"/>
            <ac:cxnSpMk id="30" creationId="{265D95E1-5281-391E-8F34-362E29DFC363}"/>
          </ac:cxnSpMkLst>
        </pc:cxnChg>
      </pc:sldChg>
      <pc:sldChg chg="addSp modSp add mod modAnim">
        <pc:chgData name="Hironari Yamada" userId="e57621f8-ec3c-449e-bb19-001fffcc008e" providerId="ADAL" clId="{BC0BD879-F267-5CCA-8DEA-E3B2DD07DA4E}" dt="2026-08-27T02:36:07.670" v="21312" actId="1038"/>
        <pc:sldMkLst>
          <pc:docMk/>
          <pc:sldMk cId="3306522372" sldId="2076139067"/>
        </pc:sldMkLst>
        <pc:spChg chg="mod">
          <ac:chgData name="Hironari Yamada" userId="e57621f8-ec3c-449e-bb19-001fffcc008e" providerId="ADAL" clId="{BC0BD879-F267-5CCA-8DEA-E3B2DD07DA4E}" dt="2026-08-27T02:35:47.957" v="21291" actId="20577"/>
          <ac:spMkLst>
            <pc:docMk/>
            <pc:sldMk cId="3306522372" sldId="2076139067"/>
            <ac:spMk id="3" creationId="{A40A0B00-45FC-6D17-20E2-6D77EA4F7C18}"/>
          </ac:spMkLst>
        </pc:spChg>
        <pc:spChg chg="add mod">
          <ac:chgData name="Hironari Yamada" userId="e57621f8-ec3c-449e-bb19-001fffcc008e" providerId="ADAL" clId="{BC0BD879-F267-5CCA-8DEA-E3B2DD07DA4E}" dt="2026-08-27T02:35:53.964" v="21303" actId="1036"/>
          <ac:spMkLst>
            <pc:docMk/>
            <pc:sldMk cId="3306522372" sldId="2076139067"/>
            <ac:spMk id="5" creationId="{5A34E992-9626-F90D-FA79-2A190CF670B1}"/>
          </ac:spMkLst>
        </pc:spChg>
        <pc:spChg chg="add mod">
          <ac:chgData name="Hironari Yamada" userId="e57621f8-ec3c-449e-bb19-001fffcc008e" providerId="ADAL" clId="{BC0BD879-F267-5CCA-8DEA-E3B2DD07DA4E}" dt="2026-08-27T02:35:53.964" v="21303" actId="1036"/>
          <ac:spMkLst>
            <pc:docMk/>
            <pc:sldMk cId="3306522372" sldId="2076139067"/>
            <ac:spMk id="7" creationId="{116A2EEF-DABA-3E88-BE3C-1AC1A882BBA1}"/>
          </ac:spMkLst>
        </pc:spChg>
        <pc:spChg chg="mod">
          <ac:chgData name="Hironari Yamada" userId="e57621f8-ec3c-449e-bb19-001fffcc008e" providerId="ADAL" clId="{BC0BD879-F267-5CCA-8DEA-E3B2DD07DA4E}" dt="2026-08-27T02:35:53.964" v="21303" actId="1036"/>
          <ac:spMkLst>
            <pc:docMk/>
            <pc:sldMk cId="3306522372" sldId="2076139067"/>
            <ac:spMk id="8" creationId="{2C8DF200-1287-2B1F-1730-7BDBC7F89D66}"/>
          </ac:spMkLst>
        </pc:spChg>
        <pc:spChg chg="mod">
          <ac:chgData name="Hironari Yamada" userId="e57621f8-ec3c-449e-bb19-001fffcc008e" providerId="ADAL" clId="{BC0BD879-F267-5CCA-8DEA-E3B2DD07DA4E}" dt="2026-08-27T02:33:21.252" v="20856" actId="20577"/>
          <ac:spMkLst>
            <pc:docMk/>
            <pc:sldMk cId="3306522372" sldId="2076139067"/>
            <ac:spMk id="9" creationId="{A2AEB3A8-2D84-5324-AD78-C86377C2EE01}"/>
          </ac:spMkLst>
        </pc:spChg>
        <pc:spChg chg="add mod">
          <ac:chgData name="Hironari Yamada" userId="e57621f8-ec3c-449e-bb19-001fffcc008e" providerId="ADAL" clId="{BC0BD879-F267-5CCA-8DEA-E3B2DD07DA4E}" dt="2026-08-27T02:34:17.714" v="20998" actId="1036"/>
          <ac:spMkLst>
            <pc:docMk/>
            <pc:sldMk cId="3306522372" sldId="2076139067"/>
            <ac:spMk id="10" creationId="{2BFDE794-EE33-FEE6-92DC-5F3DFA35228B}"/>
          </ac:spMkLst>
        </pc:spChg>
        <pc:spChg chg="mod">
          <ac:chgData name="Hironari Yamada" userId="e57621f8-ec3c-449e-bb19-001fffcc008e" providerId="ADAL" clId="{BC0BD879-F267-5CCA-8DEA-E3B2DD07DA4E}" dt="2026-08-27T02:35:53.964" v="21303" actId="1036"/>
          <ac:spMkLst>
            <pc:docMk/>
            <pc:sldMk cId="3306522372" sldId="2076139067"/>
            <ac:spMk id="11" creationId="{0EFBF237-7AD8-678A-3A2C-6ED4FF8E4D9F}"/>
          </ac:spMkLst>
        </pc:spChg>
        <pc:spChg chg="mod">
          <ac:chgData name="Hironari Yamada" userId="e57621f8-ec3c-449e-bb19-001fffcc008e" providerId="ADAL" clId="{BC0BD879-F267-5CCA-8DEA-E3B2DD07DA4E}" dt="2026-08-27T02:32:34.788" v="20777"/>
          <ac:spMkLst>
            <pc:docMk/>
            <pc:sldMk cId="3306522372" sldId="2076139067"/>
            <ac:spMk id="14" creationId="{B842EF07-2277-C056-05D2-53E6FAF581F0}"/>
          </ac:spMkLst>
        </pc:spChg>
        <pc:spChg chg="mod">
          <ac:chgData name="Hironari Yamada" userId="e57621f8-ec3c-449e-bb19-001fffcc008e" providerId="ADAL" clId="{BC0BD879-F267-5CCA-8DEA-E3B2DD07DA4E}" dt="2026-08-27T02:32:34.788" v="20777"/>
          <ac:spMkLst>
            <pc:docMk/>
            <pc:sldMk cId="3306522372" sldId="2076139067"/>
            <ac:spMk id="16" creationId="{7A5D3007-B682-1D91-4DD6-74E39461BE56}"/>
          </ac:spMkLst>
        </pc:spChg>
        <pc:spChg chg="add mod">
          <ac:chgData name="Hironari Yamada" userId="e57621f8-ec3c-449e-bb19-001fffcc008e" providerId="ADAL" clId="{BC0BD879-F267-5CCA-8DEA-E3B2DD07DA4E}" dt="2026-08-27T02:35:53.964" v="21303" actId="1036"/>
          <ac:spMkLst>
            <pc:docMk/>
            <pc:sldMk cId="3306522372" sldId="2076139067"/>
            <ac:spMk id="19" creationId="{A0C91DE8-450C-0EDF-C818-D75D9A481A1F}"/>
          </ac:spMkLst>
        </pc:spChg>
        <pc:spChg chg="mod">
          <ac:chgData name="Hironari Yamada" userId="e57621f8-ec3c-449e-bb19-001fffcc008e" providerId="ADAL" clId="{BC0BD879-F267-5CCA-8DEA-E3B2DD07DA4E}" dt="2026-08-27T02:32:34.788" v="20777"/>
          <ac:spMkLst>
            <pc:docMk/>
            <pc:sldMk cId="3306522372" sldId="2076139067"/>
            <ac:spMk id="24" creationId="{86B6DD41-BF84-89B0-6920-92697875ECF9}"/>
          </ac:spMkLst>
        </pc:spChg>
        <pc:spChg chg="add mod">
          <ac:chgData name="Hironari Yamada" userId="e57621f8-ec3c-449e-bb19-001fffcc008e" providerId="ADAL" clId="{BC0BD879-F267-5CCA-8DEA-E3B2DD07DA4E}" dt="2026-08-27T02:35:53.964" v="21303" actId="1036"/>
          <ac:spMkLst>
            <pc:docMk/>
            <pc:sldMk cId="3306522372" sldId="2076139067"/>
            <ac:spMk id="26" creationId="{4DDCDDD6-3E4E-1317-CB19-578FA0ED49CF}"/>
          </ac:spMkLst>
        </pc:spChg>
        <pc:spChg chg="mod">
          <ac:chgData name="Hironari Yamada" userId="e57621f8-ec3c-449e-bb19-001fffcc008e" providerId="ADAL" clId="{BC0BD879-F267-5CCA-8DEA-E3B2DD07DA4E}" dt="2026-08-27T02:35:53.964" v="21303" actId="1036"/>
          <ac:spMkLst>
            <pc:docMk/>
            <pc:sldMk cId="3306522372" sldId="2076139067"/>
            <ac:spMk id="27" creationId="{B41D1443-1483-92AB-0952-19F833919D05}"/>
          </ac:spMkLst>
        </pc:spChg>
        <pc:spChg chg="mod">
          <ac:chgData name="Hironari Yamada" userId="e57621f8-ec3c-449e-bb19-001fffcc008e" providerId="ADAL" clId="{BC0BD879-F267-5CCA-8DEA-E3B2DD07DA4E}" dt="2026-08-27T02:35:53.964" v="21303" actId="1036"/>
          <ac:spMkLst>
            <pc:docMk/>
            <pc:sldMk cId="3306522372" sldId="2076139067"/>
            <ac:spMk id="28" creationId="{A67CA46F-E73F-BE19-3BFF-E0AD35491F6E}"/>
          </ac:spMkLst>
        </pc:spChg>
        <pc:spChg chg="mod">
          <ac:chgData name="Hironari Yamada" userId="e57621f8-ec3c-449e-bb19-001fffcc008e" providerId="ADAL" clId="{BC0BD879-F267-5CCA-8DEA-E3B2DD07DA4E}" dt="2026-08-27T02:35:53.964" v="21303" actId="1036"/>
          <ac:spMkLst>
            <pc:docMk/>
            <pc:sldMk cId="3306522372" sldId="2076139067"/>
            <ac:spMk id="29" creationId="{8C0988D7-B558-3342-3986-D9493E0C4788}"/>
          </ac:spMkLst>
        </pc:spChg>
        <pc:spChg chg="mod">
          <ac:chgData name="Hironari Yamada" userId="e57621f8-ec3c-449e-bb19-001fffcc008e" providerId="ADAL" clId="{BC0BD879-F267-5CCA-8DEA-E3B2DD07DA4E}" dt="2026-08-27T02:35:53.964" v="21303" actId="1036"/>
          <ac:spMkLst>
            <pc:docMk/>
            <pc:sldMk cId="3306522372" sldId="2076139067"/>
            <ac:spMk id="36" creationId="{5D4A6A1A-D84C-4C04-CC6C-719B02629979}"/>
          </ac:spMkLst>
        </pc:spChg>
        <pc:spChg chg="mod">
          <ac:chgData name="Hironari Yamada" userId="e57621f8-ec3c-449e-bb19-001fffcc008e" providerId="ADAL" clId="{BC0BD879-F267-5CCA-8DEA-E3B2DD07DA4E}" dt="2026-08-27T02:32:34.788" v="20777"/>
          <ac:spMkLst>
            <pc:docMk/>
            <pc:sldMk cId="3306522372" sldId="2076139067"/>
            <ac:spMk id="39" creationId="{CB76B4BF-90F1-4398-6183-77FB097C15AE}"/>
          </ac:spMkLst>
        </pc:spChg>
        <pc:spChg chg="mod">
          <ac:chgData name="Hironari Yamada" userId="e57621f8-ec3c-449e-bb19-001fffcc008e" providerId="ADAL" clId="{BC0BD879-F267-5CCA-8DEA-E3B2DD07DA4E}" dt="2026-08-27T02:34:17.714" v="20998" actId="1036"/>
          <ac:spMkLst>
            <pc:docMk/>
            <pc:sldMk cId="3306522372" sldId="2076139067"/>
            <ac:spMk id="40" creationId="{7B366E20-07E6-910A-24BD-8F0F38E11772}"/>
          </ac:spMkLst>
        </pc:spChg>
        <pc:spChg chg="mod">
          <ac:chgData name="Hironari Yamada" userId="e57621f8-ec3c-449e-bb19-001fffcc008e" providerId="ADAL" clId="{BC0BD879-F267-5CCA-8DEA-E3B2DD07DA4E}" dt="2026-08-27T02:32:34.788" v="20777"/>
          <ac:spMkLst>
            <pc:docMk/>
            <pc:sldMk cId="3306522372" sldId="2076139067"/>
            <ac:spMk id="43" creationId="{7D6BD5C8-AE55-3AB8-C731-87B697FBF1F8}"/>
          </ac:spMkLst>
        </pc:spChg>
        <pc:grpChg chg="mod">
          <ac:chgData name="Hironari Yamada" userId="e57621f8-ec3c-449e-bb19-001fffcc008e" providerId="ADAL" clId="{BC0BD879-F267-5CCA-8DEA-E3B2DD07DA4E}" dt="2026-08-27T02:36:01.184" v="21305" actId="14100"/>
          <ac:grpSpMkLst>
            <pc:docMk/>
            <pc:sldMk cId="3306522372" sldId="2076139067"/>
            <ac:grpSpMk id="52" creationId="{56AA9814-0DEC-5157-30F0-19E4E75C0C2E}"/>
          </ac:grpSpMkLst>
        </pc:grpChg>
        <pc:cxnChg chg="mod">
          <ac:chgData name="Hironari Yamada" userId="e57621f8-ec3c-449e-bb19-001fffcc008e" providerId="ADAL" clId="{BC0BD879-F267-5CCA-8DEA-E3B2DD07DA4E}" dt="2026-08-27T02:36:07.670" v="21312" actId="1038"/>
          <ac:cxnSpMkLst>
            <pc:docMk/>
            <pc:sldMk cId="3306522372" sldId="2076139067"/>
            <ac:cxnSpMk id="54" creationId="{A1679B5D-2B7B-C3D4-E033-48CB14A00042}"/>
          </ac:cxnSpMkLst>
        </pc:cxnChg>
      </pc:sldChg>
      <pc:sldChg chg="addSp modSp add mod ord">
        <pc:chgData name="Hironari Yamada" userId="e57621f8-ec3c-449e-bb19-001fffcc008e" providerId="ADAL" clId="{BC0BD879-F267-5CCA-8DEA-E3B2DD07DA4E}" dt="2026-08-27T02:43:24.647" v="22025" actId="14100"/>
        <pc:sldMkLst>
          <pc:docMk/>
          <pc:sldMk cId="1899827418" sldId="2076139068"/>
        </pc:sldMkLst>
        <pc:spChg chg="mod">
          <ac:chgData name="Hironari Yamada" userId="e57621f8-ec3c-449e-bb19-001fffcc008e" providerId="ADAL" clId="{BC0BD879-F267-5CCA-8DEA-E3B2DD07DA4E}" dt="2026-08-27T02:39:40.950" v="21819" actId="20577"/>
          <ac:spMkLst>
            <pc:docMk/>
            <pc:sldMk cId="1899827418" sldId="2076139068"/>
            <ac:spMk id="3" creationId="{605051EC-C936-D4E4-8F01-BC280F231C00}"/>
          </ac:spMkLst>
        </pc:spChg>
        <pc:spChg chg="add mod">
          <ac:chgData name="Hironari Yamada" userId="e57621f8-ec3c-449e-bb19-001fffcc008e" providerId="ADAL" clId="{BC0BD879-F267-5CCA-8DEA-E3B2DD07DA4E}" dt="2026-08-27T02:42:03.078" v="21835" actId="1076"/>
          <ac:spMkLst>
            <pc:docMk/>
            <pc:sldMk cId="1899827418" sldId="2076139068"/>
            <ac:spMk id="8" creationId="{89AF51FF-0999-E8E7-6F57-DC6E9AF74D31}"/>
          </ac:spMkLst>
        </pc:spChg>
        <pc:spChg chg="mod">
          <ac:chgData name="Hironari Yamada" userId="e57621f8-ec3c-449e-bb19-001fffcc008e" providerId="ADAL" clId="{BC0BD879-F267-5CCA-8DEA-E3B2DD07DA4E}" dt="2026-08-27T02:39:04.520" v="21642" actId="20577"/>
          <ac:spMkLst>
            <pc:docMk/>
            <pc:sldMk cId="1899827418" sldId="2076139068"/>
            <ac:spMk id="9" creationId="{7660CFDC-262C-3877-D2BE-4D775C81C422}"/>
          </ac:spMkLst>
        </pc:spChg>
        <pc:spChg chg="add mod">
          <ac:chgData name="Hironari Yamada" userId="e57621f8-ec3c-449e-bb19-001fffcc008e" providerId="ADAL" clId="{BC0BD879-F267-5CCA-8DEA-E3B2DD07DA4E}" dt="2026-08-27T02:43:24.647" v="22025" actId="14100"/>
          <ac:spMkLst>
            <pc:docMk/>
            <pc:sldMk cId="1899827418" sldId="2076139068"/>
            <ac:spMk id="10" creationId="{576ABB48-8E40-A54E-EC5A-8336B6010AC7}"/>
          </ac:spMkLst>
        </pc:spChg>
        <pc:picChg chg="add mod">
          <ac:chgData name="Hironari Yamada" userId="e57621f8-ec3c-449e-bb19-001fffcc008e" providerId="ADAL" clId="{BC0BD879-F267-5CCA-8DEA-E3B2DD07DA4E}" dt="2026-08-27T02:42:03.078" v="21835" actId="1076"/>
          <ac:picMkLst>
            <pc:docMk/>
            <pc:sldMk cId="1899827418" sldId="2076139068"/>
            <ac:picMk id="7" creationId="{1CAA8F37-082C-372E-1242-DDA937D955CC}"/>
          </ac:picMkLst>
        </pc:picChg>
      </pc:sldChg>
      <pc:sldChg chg="addSp delSp modSp add mod ord">
        <pc:chgData name="Hironari Yamada" userId="e57621f8-ec3c-449e-bb19-001fffcc008e" providerId="ADAL" clId="{BC0BD879-F267-5CCA-8DEA-E3B2DD07DA4E}" dt="2026-08-27T12:24:09.061" v="25756" actId="20577"/>
        <pc:sldMkLst>
          <pc:docMk/>
          <pc:sldMk cId="1671344650" sldId="2076139069"/>
        </pc:sldMkLst>
        <pc:spChg chg="mod">
          <ac:chgData name="Hironari Yamada" userId="e57621f8-ec3c-449e-bb19-001fffcc008e" providerId="ADAL" clId="{BC0BD879-F267-5CCA-8DEA-E3B2DD07DA4E}" dt="2026-08-27T05:23:02.812" v="22798" actId="20577"/>
          <ac:spMkLst>
            <pc:docMk/>
            <pc:sldMk cId="1671344650" sldId="2076139069"/>
            <ac:spMk id="3" creationId="{6C7A405A-33FB-A82B-FD9B-4827817F6BC8}"/>
          </ac:spMkLst>
        </pc:spChg>
        <pc:spChg chg="add mod">
          <ac:chgData name="Hironari Yamada" userId="e57621f8-ec3c-449e-bb19-001fffcc008e" providerId="ADAL" clId="{BC0BD879-F267-5CCA-8DEA-E3B2DD07DA4E}" dt="2026-08-27T05:39:42.948" v="23040" actId="1076"/>
          <ac:spMkLst>
            <pc:docMk/>
            <pc:sldMk cId="1671344650" sldId="2076139069"/>
            <ac:spMk id="5" creationId="{BD5112D4-994D-D3F5-9A52-5536048A660E}"/>
          </ac:spMkLst>
        </pc:spChg>
        <pc:spChg chg="mod">
          <ac:chgData name="Hironari Yamada" userId="e57621f8-ec3c-449e-bb19-001fffcc008e" providerId="ADAL" clId="{BC0BD879-F267-5CCA-8DEA-E3B2DD07DA4E}" dt="2026-08-27T06:36:52.006" v="23139" actId="1076"/>
          <ac:spMkLst>
            <pc:docMk/>
            <pc:sldMk cId="1671344650" sldId="2076139069"/>
            <ac:spMk id="6" creationId="{2F4223E4-C314-51F7-7611-3271032E5D9E}"/>
          </ac:spMkLst>
        </pc:spChg>
        <pc:spChg chg="mod">
          <ac:chgData name="Hironari Yamada" userId="e57621f8-ec3c-449e-bb19-001fffcc008e" providerId="ADAL" clId="{BC0BD879-F267-5CCA-8DEA-E3B2DD07DA4E}" dt="2026-08-27T04:59:10.460" v="22100" actId="20577"/>
          <ac:spMkLst>
            <pc:docMk/>
            <pc:sldMk cId="1671344650" sldId="2076139069"/>
            <ac:spMk id="9" creationId="{88B66F24-57A6-5420-609F-E2E5CD81A74A}"/>
          </ac:spMkLst>
        </pc:spChg>
        <pc:spChg chg="add mod">
          <ac:chgData name="Hironari Yamada" userId="e57621f8-ec3c-449e-bb19-001fffcc008e" providerId="ADAL" clId="{BC0BD879-F267-5CCA-8DEA-E3B2DD07DA4E}" dt="2026-08-27T05:39:42.948" v="23040" actId="1076"/>
          <ac:spMkLst>
            <pc:docMk/>
            <pc:sldMk cId="1671344650" sldId="2076139069"/>
            <ac:spMk id="10" creationId="{41F2D7FA-D981-A6CA-B762-711D4BBF16D3}"/>
          </ac:spMkLst>
        </pc:spChg>
        <pc:spChg chg="add mod">
          <ac:chgData name="Hironari Yamada" userId="e57621f8-ec3c-449e-bb19-001fffcc008e" providerId="ADAL" clId="{BC0BD879-F267-5CCA-8DEA-E3B2DD07DA4E}" dt="2026-08-27T05:39:42.948" v="23040" actId="1076"/>
          <ac:spMkLst>
            <pc:docMk/>
            <pc:sldMk cId="1671344650" sldId="2076139069"/>
            <ac:spMk id="11" creationId="{25D4AD5A-7AA9-1227-1B6C-DDA898774F01}"/>
          </ac:spMkLst>
        </pc:spChg>
        <pc:spChg chg="add mod">
          <ac:chgData name="Hironari Yamada" userId="e57621f8-ec3c-449e-bb19-001fffcc008e" providerId="ADAL" clId="{BC0BD879-F267-5CCA-8DEA-E3B2DD07DA4E}" dt="2026-08-27T06:35:39.394" v="23079" actId="20577"/>
          <ac:spMkLst>
            <pc:docMk/>
            <pc:sldMk cId="1671344650" sldId="2076139069"/>
            <ac:spMk id="16" creationId="{950217FE-CBE8-1DA1-0A07-97CC4E53BE31}"/>
          </ac:spMkLst>
        </pc:spChg>
        <pc:spChg chg="add mod">
          <ac:chgData name="Hironari Yamada" userId="e57621f8-ec3c-449e-bb19-001fffcc008e" providerId="ADAL" clId="{BC0BD879-F267-5CCA-8DEA-E3B2DD07DA4E}" dt="2026-08-27T05:39:03.152" v="23022" actId="1076"/>
          <ac:spMkLst>
            <pc:docMk/>
            <pc:sldMk cId="1671344650" sldId="2076139069"/>
            <ac:spMk id="19" creationId="{F73FB7C3-5F76-8D23-F18B-4EDF15FD85AB}"/>
          </ac:spMkLst>
        </pc:spChg>
        <pc:spChg chg="add mod">
          <ac:chgData name="Hironari Yamada" userId="e57621f8-ec3c-449e-bb19-001fffcc008e" providerId="ADAL" clId="{BC0BD879-F267-5CCA-8DEA-E3B2DD07DA4E}" dt="2026-08-27T05:38:10.340" v="23013" actId="14100"/>
          <ac:spMkLst>
            <pc:docMk/>
            <pc:sldMk cId="1671344650" sldId="2076139069"/>
            <ac:spMk id="20" creationId="{0BCF0E20-CE38-EFB3-AD6E-F39BF41B14D9}"/>
          </ac:spMkLst>
        </pc:spChg>
        <pc:spChg chg="add mod">
          <ac:chgData name="Hironari Yamada" userId="e57621f8-ec3c-449e-bb19-001fffcc008e" providerId="ADAL" clId="{BC0BD879-F267-5CCA-8DEA-E3B2DD07DA4E}" dt="2026-08-27T05:38:14.031" v="23014" actId="1076"/>
          <ac:spMkLst>
            <pc:docMk/>
            <pc:sldMk cId="1671344650" sldId="2076139069"/>
            <ac:spMk id="21" creationId="{9FA834D3-DF98-9DA1-BA2D-641B457BCD03}"/>
          </ac:spMkLst>
        </pc:spChg>
        <pc:spChg chg="add mod">
          <ac:chgData name="Hironari Yamada" userId="e57621f8-ec3c-449e-bb19-001fffcc008e" providerId="ADAL" clId="{BC0BD879-F267-5CCA-8DEA-E3B2DD07DA4E}" dt="2026-08-27T05:39:59.688" v="23044" actId="1076"/>
          <ac:spMkLst>
            <pc:docMk/>
            <pc:sldMk cId="1671344650" sldId="2076139069"/>
            <ac:spMk id="22" creationId="{BABAB7A0-9336-F31D-B54E-AC6A58A4E155}"/>
          </ac:spMkLst>
        </pc:spChg>
        <pc:spChg chg="add mod">
          <ac:chgData name="Hironari Yamada" userId="e57621f8-ec3c-449e-bb19-001fffcc008e" providerId="ADAL" clId="{BC0BD879-F267-5CCA-8DEA-E3B2DD07DA4E}" dt="2026-08-27T05:39:59.688" v="23044" actId="1076"/>
          <ac:spMkLst>
            <pc:docMk/>
            <pc:sldMk cId="1671344650" sldId="2076139069"/>
            <ac:spMk id="26" creationId="{C460DC1F-C922-BDBC-A367-4441BA328F28}"/>
          </ac:spMkLst>
        </pc:spChg>
        <pc:spChg chg="add mod">
          <ac:chgData name="Hironari Yamada" userId="e57621f8-ec3c-449e-bb19-001fffcc008e" providerId="ADAL" clId="{BC0BD879-F267-5CCA-8DEA-E3B2DD07DA4E}" dt="2026-08-27T05:39:59.688" v="23044" actId="1076"/>
          <ac:spMkLst>
            <pc:docMk/>
            <pc:sldMk cId="1671344650" sldId="2076139069"/>
            <ac:spMk id="27" creationId="{6EC87873-71C9-C58A-55C0-E9E8991A21DC}"/>
          </ac:spMkLst>
        </pc:spChg>
        <pc:spChg chg="add mod">
          <ac:chgData name="Hironari Yamada" userId="e57621f8-ec3c-449e-bb19-001fffcc008e" providerId="ADAL" clId="{BC0BD879-F267-5CCA-8DEA-E3B2DD07DA4E}" dt="2026-08-27T05:39:59.688" v="23044" actId="1076"/>
          <ac:spMkLst>
            <pc:docMk/>
            <pc:sldMk cId="1671344650" sldId="2076139069"/>
            <ac:spMk id="30" creationId="{BB8DE81D-A07C-C398-2A3E-B4196237019D}"/>
          </ac:spMkLst>
        </pc:spChg>
        <pc:spChg chg="add mod">
          <ac:chgData name="Hironari Yamada" userId="e57621f8-ec3c-449e-bb19-001fffcc008e" providerId="ADAL" clId="{BC0BD879-F267-5CCA-8DEA-E3B2DD07DA4E}" dt="2026-08-27T05:38:21.081" v="23016" actId="1076"/>
          <ac:spMkLst>
            <pc:docMk/>
            <pc:sldMk cId="1671344650" sldId="2076139069"/>
            <ac:spMk id="31" creationId="{82FFFFF1-311B-5827-EF1A-2CFA5ADE9EEC}"/>
          </ac:spMkLst>
        </pc:spChg>
        <pc:spChg chg="add mod">
          <ac:chgData name="Hironari Yamada" userId="e57621f8-ec3c-449e-bb19-001fffcc008e" providerId="ADAL" clId="{BC0BD879-F267-5CCA-8DEA-E3B2DD07DA4E}" dt="2026-08-27T05:39:14.465" v="23035" actId="20577"/>
          <ac:spMkLst>
            <pc:docMk/>
            <pc:sldMk cId="1671344650" sldId="2076139069"/>
            <ac:spMk id="33" creationId="{B98D4A5A-2989-4430-3BB2-B1C2BFEFDEB2}"/>
          </ac:spMkLst>
        </pc:spChg>
        <pc:spChg chg="add mod">
          <ac:chgData name="Hironari Yamada" userId="e57621f8-ec3c-449e-bb19-001fffcc008e" providerId="ADAL" clId="{BC0BD879-F267-5CCA-8DEA-E3B2DD07DA4E}" dt="2026-08-27T06:35:49.214" v="23081" actId="14100"/>
          <ac:spMkLst>
            <pc:docMk/>
            <pc:sldMk cId="1671344650" sldId="2076139069"/>
            <ac:spMk id="34" creationId="{651881AA-2D17-7129-3E9C-7E8E104797A0}"/>
          </ac:spMkLst>
        </pc:spChg>
        <pc:spChg chg="add mod">
          <ac:chgData name="Hironari Yamada" userId="e57621f8-ec3c-449e-bb19-001fffcc008e" providerId="ADAL" clId="{BC0BD879-F267-5CCA-8DEA-E3B2DD07DA4E}" dt="2026-08-27T06:36:27.569" v="23106" actId="1076"/>
          <ac:spMkLst>
            <pc:docMk/>
            <pc:sldMk cId="1671344650" sldId="2076139069"/>
            <ac:spMk id="38" creationId="{B57798E6-EFC7-8967-A8FA-17B3BC6E9115}"/>
          </ac:spMkLst>
        </pc:spChg>
        <pc:spChg chg="add mod">
          <ac:chgData name="Hironari Yamada" userId="e57621f8-ec3c-449e-bb19-001fffcc008e" providerId="ADAL" clId="{BC0BD879-F267-5CCA-8DEA-E3B2DD07DA4E}" dt="2026-08-27T06:36:55.174" v="23140" actId="1076"/>
          <ac:spMkLst>
            <pc:docMk/>
            <pc:sldMk cId="1671344650" sldId="2076139069"/>
            <ac:spMk id="39" creationId="{AC7E217E-49CB-ED8E-30F9-6485B71A5E88}"/>
          </ac:spMkLst>
        </pc:spChg>
        <pc:spChg chg="add mod">
          <ac:chgData name="Hironari Yamada" userId="e57621f8-ec3c-449e-bb19-001fffcc008e" providerId="ADAL" clId="{BC0BD879-F267-5CCA-8DEA-E3B2DD07DA4E}" dt="2026-08-27T06:37:18.107" v="23164" actId="1076"/>
          <ac:spMkLst>
            <pc:docMk/>
            <pc:sldMk cId="1671344650" sldId="2076139069"/>
            <ac:spMk id="41" creationId="{4C3357E3-F63B-A762-8E31-88E1BA4684DC}"/>
          </ac:spMkLst>
        </pc:spChg>
        <pc:spChg chg="add mod">
          <ac:chgData name="Hironari Yamada" userId="e57621f8-ec3c-449e-bb19-001fffcc008e" providerId="ADAL" clId="{BC0BD879-F267-5CCA-8DEA-E3B2DD07DA4E}" dt="2026-08-27T06:38:18.885" v="23268" actId="1076"/>
          <ac:spMkLst>
            <pc:docMk/>
            <pc:sldMk cId="1671344650" sldId="2076139069"/>
            <ac:spMk id="46" creationId="{B91B00D9-968F-2525-B7FF-C5BBCF14F951}"/>
          </ac:spMkLst>
        </pc:spChg>
        <pc:spChg chg="add mod">
          <ac:chgData name="Hironari Yamada" userId="e57621f8-ec3c-449e-bb19-001fffcc008e" providerId="ADAL" clId="{BC0BD879-F267-5CCA-8DEA-E3B2DD07DA4E}" dt="2026-08-27T06:38:36.008" v="23283" actId="20577"/>
          <ac:spMkLst>
            <pc:docMk/>
            <pc:sldMk cId="1671344650" sldId="2076139069"/>
            <ac:spMk id="51" creationId="{F75782E5-0797-4B70-AE9D-2918470488A8}"/>
          </ac:spMkLst>
        </pc:spChg>
        <pc:spChg chg="add mod">
          <ac:chgData name="Hironari Yamada" userId="e57621f8-ec3c-449e-bb19-001fffcc008e" providerId="ADAL" clId="{BC0BD879-F267-5CCA-8DEA-E3B2DD07DA4E}" dt="2026-08-27T06:39:04.206" v="23327" actId="1076"/>
          <ac:spMkLst>
            <pc:docMk/>
            <pc:sldMk cId="1671344650" sldId="2076139069"/>
            <ac:spMk id="56" creationId="{4F0ACFA6-FA91-1C57-6549-9D2A9172D7D6}"/>
          </ac:spMkLst>
        </pc:spChg>
        <pc:spChg chg="add mod">
          <ac:chgData name="Hironari Yamada" userId="e57621f8-ec3c-449e-bb19-001fffcc008e" providerId="ADAL" clId="{BC0BD879-F267-5CCA-8DEA-E3B2DD07DA4E}" dt="2026-08-27T06:40:06.306" v="23381" actId="20577"/>
          <ac:spMkLst>
            <pc:docMk/>
            <pc:sldMk cId="1671344650" sldId="2076139069"/>
            <ac:spMk id="65" creationId="{C2A2AC1E-AB3C-04CE-0736-E139D6C704DA}"/>
          </ac:spMkLst>
        </pc:spChg>
        <pc:spChg chg="add mod">
          <ac:chgData name="Hironari Yamada" userId="e57621f8-ec3c-449e-bb19-001fffcc008e" providerId="ADAL" clId="{BC0BD879-F267-5CCA-8DEA-E3B2DD07DA4E}" dt="2026-08-27T06:40:40.942" v="23426" actId="14100"/>
          <ac:spMkLst>
            <pc:docMk/>
            <pc:sldMk cId="1671344650" sldId="2076139069"/>
            <ac:spMk id="73" creationId="{9D699E76-A20B-F196-38FC-30C00E6234E1}"/>
          </ac:spMkLst>
        </pc:spChg>
        <pc:spChg chg="add mod">
          <ac:chgData name="Hironari Yamada" userId="e57621f8-ec3c-449e-bb19-001fffcc008e" providerId="ADAL" clId="{BC0BD879-F267-5CCA-8DEA-E3B2DD07DA4E}" dt="2026-08-27T06:41:01.038" v="23442" actId="1076"/>
          <ac:spMkLst>
            <pc:docMk/>
            <pc:sldMk cId="1671344650" sldId="2076139069"/>
            <ac:spMk id="80" creationId="{A85F0B11-0AC2-0D70-CB3A-7F06DD63C298}"/>
          </ac:spMkLst>
        </pc:spChg>
        <pc:spChg chg="add mod">
          <ac:chgData name="Hironari Yamada" userId="e57621f8-ec3c-449e-bb19-001fffcc008e" providerId="ADAL" clId="{BC0BD879-F267-5CCA-8DEA-E3B2DD07DA4E}" dt="2026-08-27T12:24:09.061" v="25756" actId="20577"/>
          <ac:spMkLst>
            <pc:docMk/>
            <pc:sldMk cId="1671344650" sldId="2076139069"/>
            <ac:spMk id="89" creationId="{16FD5108-AD83-AACE-9903-3E3F7FB25FF6}"/>
          </ac:spMkLst>
        </pc:spChg>
        <pc:spChg chg="add mod">
          <ac:chgData name="Hironari Yamada" userId="e57621f8-ec3c-449e-bb19-001fffcc008e" providerId="ADAL" clId="{BC0BD879-F267-5CCA-8DEA-E3B2DD07DA4E}" dt="2026-08-27T06:41:55.423" v="23526" actId="1076"/>
          <ac:spMkLst>
            <pc:docMk/>
            <pc:sldMk cId="1671344650" sldId="2076139069"/>
            <ac:spMk id="90" creationId="{0E0434D5-9148-F611-D75C-12DFCB98704A}"/>
          </ac:spMkLst>
        </pc:spChg>
        <pc:grpChg chg="mod">
          <ac:chgData name="Hironari Yamada" userId="e57621f8-ec3c-449e-bb19-001fffcc008e" providerId="ADAL" clId="{BC0BD879-F267-5CCA-8DEA-E3B2DD07DA4E}" dt="2026-08-27T06:40:50.009" v="23430"/>
          <ac:grpSpMkLst>
            <pc:docMk/>
            <pc:sldMk cId="1671344650" sldId="2076139069"/>
            <ac:grpSpMk id="79" creationId="{A89F8468-2EED-FAD2-7195-D139A44AD214}"/>
          </ac:grpSpMkLst>
        </pc:grpChg>
        <pc:grpChg chg="mod">
          <ac:chgData name="Hironari Yamada" userId="e57621f8-ec3c-449e-bb19-001fffcc008e" providerId="ADAL" clId="{BC0BD879-F267-5CCA-8DEA-E3B2DD07DA4E}" dt="2026-08-27T06:41:07.142" v="23445"/>
          <ac:grpSpMkLst>
            <pc:docMk/>
            <pc:sldMk cId="1671344650" sldId="2076139069"/>
            <ac:grpSpMk id="84" creationId="{305D2CE9-B69C-0199-E18D-181793D2D31D}"/>
          </ac:grpSpMkLst>
        </pc:grpChg>
        <pc:grpChg chg="mod">
          <ac:chgData name="Hironari Yamada" userId="e57621f8-ec3c-449e-bb19-001fffcc008e" providerId="ADAL" clId="{BC0BD879-F267-5CCA-8DEA-E3B2DD07DA4E}" dt="2026-08-27T06:41:10.315" v="23448"/>
          <ac:grpSpMkLst>
            <pc:docMk/>
            <pc:sldMk cId="1671344650" sldId="2076139069"/>
            <ac:grpSpMk id="88" creationId="{ACD9BEDD-5F11-4E05-4BD0-CFA52FD81099}"/>
          </ac:grpSpMkLst>
        </pc:grpChg>
        <pc:picChg chg="add mod">
          <ac:chgData name="Hironari Yamada" userId="e57621f8-ec3c-449e-bb19-001fffcc008e" providerId="ADAL" clId="{BC0BD879-F267-5CCA-8DEA-E3B2DD07DA4E}" dt="2026-08-27T05:39:42.948" v="23040" actId="1076"/>
          <ac:picMkLst>
            <pc:docMk/>
            <pc:sldMk cId="1671344650" sldId="2076139069"/>
            <ac:picMk id="8" creationId="{525E8BF3-E210-C074-9C4F-7F649F9461FD}"/>
          </ac:picMkLst>
        </pc:picChg>
        <pc:picChg chg="add mod">
          <ac:chgData name="Hironari Yamada" userId="e57621f8-ec3c-449e-bb19-001fffcc008e" providerId="ADAL" clId="{BC0BD879-F267-5CCA-8DEA-E3B2DD07DA4E}" dt="2026-08-27T05:39:42.948" v="23040" actId="1076"/>
          <ac:picMkLst>
            <pc:docMk/>
            <pc:sldMk cId="1671344650" sldId="2076139069"/>
            <ac:picMk id="15" creationId="{8619319E-B7DF-3A81-4B50-CD34C1783C10}"/>
          </ac:picMkLst>
        </pc:picChg>
        <pc:picChg chg="add mod">
          <ac:chgData name="Hironari Yamada" userId="e57621f8-ec3c-449e-bb19-001fffcc008e" providerId="ADAL" clId="{BC0BD879-F267-5CCA-8DEA-E3B2DD07DA4E}" dt="2026-08-27T05:39:03.152" v="23022" actId="1076"/>
          <ac:picMkLst>
            <pc:docMk/>
            <pc:sldMk cId="1671344650" sldId="2076139069"/>
            <ac:picMk id="18" creationId="{FC038358-3B23-B45A-1279-8FDAFBCA6803}"/>
          </ac:picMkLst>
        </pc:picChg>
        <pc:picChg chg="add mod">
          <ac:chgData name="Hironari Yamada" userId="e57621f8-ec3c-449e-bb19-001fffcc008e" providerId="ADAL" clId="{BC0BD879-F267-5CCA-8DEA-E3B2DD07DA4E}" dt="2026-08-27T05:39:59.688" v="23044" actId="1076"/>
          <ac:picMkLst>
            <pc:docMk/>
            <pc:sldMk cId="1671344650" sldId="2076139069"/>
            <ac:picMk id="24" creationId="{D43B1260-D0F4-AE96-4193-FFAF06DDDD07}"/>
          </ac:picMkLst>
        </pc:picChg>
        <pc:picChg chg="add mod">
          <ac:chgData name="Hironari Yamada" userId="e57621f8-ec3c-449e-bb19-001fffcc008e" providerId="ADAL" clId="{BC0BD879-F267-5CCA-8DEA-E3B2DD07DA4E}" dt="2026-08-27T05:39:59.688" v="23044" actId="1076"/>
          <ac:picMkLst>
            <pc:docMk/>
            <pc:sldMk cId="1671344650" sldId="2076139069"/>
            <ac:picMk id="29" creationId="{2E463987-3D6D-2DD3-497E-63F987AE4D02}"/>
          </ac:picMkLst>
        </pc:picChg>
        <pc:picChg chg="add mod">
          <ac:chgData name="Hironari Yamada" userId="e57621f8-ec3c-449e-bb19-001fffcc008e" providerId="ADAL" clId="{BC0BD879-F267-5CCA-8DEA-E3B2DD07DA4E}" dt="2026-08-27T05:39:07.542" v="23024" actId="1076"/>
          <ac:picMkLst>
            <pc:docMk/>
            <pc:sldMk cId="1671344650" sldId="2076139069"/>
            <ac:picMk id="32" creationId="{763FB02C-B208-7375-C990-381974ECD324}"/>
          </ac:picMkLst>
        </pc:picChg>
        <pc:picChg chg="add mod">
          <ac:chgData name="Hironari Yamada" userId="e57621f8-ec3c-449e-bb19-001fffcc008e" providerId="ADAL" clId="{BC0BD879-F267-5CCA-8DEA-E3B2DD07DA4E}" dt="2026-08-27T06:36:08.566" v="23085" actId="1076"/>
          <ac:picMkLst>
            <pc:docMk/>
            <pc:sldMk cId="1671344650" sldId="2076139069"/>
            <ac:picMk id="35" creationId="{4062F79E-1C52-EB66-73C9-66E4587AF6F1}"/>
          </ac:picMkLst>
        </pc:picChg>
        <pc:picChg chg="add mod">
          <ac:chgData name="Hironari Yamada" userId="e57621f8-ec3c-449e-bb19-001fffcc008e" providerId="ADAL" clId="{BC0BD879-F267-5CCA-8DEA-E3B2DD07DA4E}" dt="2026-08-27T06:36:34.473" v="23109" actId="1076"/>
          <ac:picMkLst>
            <pc:docMk/>
            <pc:sldMk cId="1671344650" sldId="2076139069"/>
            <ac:picMk id="36" creationId="{24A1A48A-D96D-10D8-EB33-719691A357DA}"/>
          </ac:picMkLst>
        </pc:picChg>
        <pc:picChg chg="add mod">
          <ac:chgData name="Hironari Yamada" userId="e57621f8-ec3c-449e-bb19-001fffcc008e" providerId="ADAL" clId="{BC0BD879-F267-5CCA-8DEA-E3B2DD07DA4E}" dt="2026-08-27T06:36:59.442" v="23142" actId="1076"/>
          <ac:picMkLst>
            <pc:docMk/>
            <pc:sldMk cId="1671344650" sldId="2076139069"/>
            <ac:picMk id="40" creationId="{D01C6B1E-F54E-7416-EEA0-FB5CBDE94196}"/>
          </ac:picMkLst>
        </pc:picChg>
        <pc:inkChg chg="add mod">
          <ac:chgData name="Hironari Yamada" userId="e57621f8-ec3c-449e-bb19-001fffcc008e" providerId="ADAL" clId="{BC0BD879-F267-5CCA-8DEA-E3B2DD07DA4E}" dt="2026-08-27T06:37:48.743" v="23167"/>
          <ac:inkMkLst>
            <pc:docMk/>
            <pc:sldMk cId="1671344650" sldId="2076139069"/>
            <ac:inkMk id="42" creationId="{476B0591-11BD-14CD-A8BD-6DD6C8BBBC73}"/>
          </ac:inkMkLst>
        </pc:inkChg>
        <pc:inkChg chg="add mod">
          <ac:chgData name="Hironari Yamada" userId="e57621f8-ec3c-449e-bb19-001fffcc008e" providerId="ADAL" clId="{BC0BD879-F267-5CCA-8DEA-E3B2DD07DA4E}" dt="2026-08-27T06:40:48.251" v="23428"/>
          <ac:inkMkLst>
            <pc:docMk/>
            <pc:sldMk cId="1671344650" sldId="2076139069"/>
            <ac:inkMk id="43" creationId="{AF05BCC4-6BFA-E0F4-764E-CB45743F02F6}"/>
          </ac:inkMkLst>
        </pc:inkChg>
        <pc:inkChg chg="add mod">
          <ac:chgData name="Hironari Yamada" userId="e57621f8-ec3c-449e-bb19-001fffcc008e" providerId="ADAL" clId="{BC0BD879-F267-5CCA-8DEA-E3B2DD07DA4E}" dt="2026-08-27T06:40:48.251" v="23428"/>
          <ac:inkMkLst>
            <pc:docMk/>
            <pc:sldMk cId="1671344650" sldId="2076139069"/>
            <ac:inkMk id="47" creationId="{3302AA59-314D-D084-A22F-6013770E3E3A}"/>
          </ac:inkMkLst>
        </pc:inkChg>
        <pc:inkChg chg="add mod">
          <ac:chgData name="Hironari Yamada" userId="e57621f8-ec3c-449e-bb19-001fffcc008e" providerId="ADAL" clId="{BC0BD879-F267-5CCA-8DEA-E3B2DD07DA4E}" dt="2026-08-27T06:40:48.251" v="23428"/>
          <ac:inkMkLst>
            <pc:docMk/>
            <pc:sldMk cId="1671344650" sldId="2076139069"/>
            <ac:inkMk id="48" creationId="{876D4C6B-CF16-CB88-B07F-F78BE58FBDB3}"/>
          </ac:inkMkLst>
        </pc:inkChg>
        <pc:inkChg chg="add mod">
          <ac:chgData name="Hironari Yamada" userId="e57621f8-ec3c-449e-bb19-001fffcc008e" providerId="ADAL" clId="{BC0BD879-F267-5CCA-8DEA-E3B2DD07DA4E}" dt="2026-08-27T06:40:50.009" v="23430"/>
          <ac:inkMkLst>
            <pc:docMk/>
            <pc:sldMk cId="1671344650" sldId="2076139069"/>
            <ac:inkMk id="52" creationId="{E2B50109-83D2-317B-1A18-9917245A04D0}"/>
          </ac:inkMkLst>
        </pc:inkChg>
        <pc:inkChg chg="add mod">
          <ac:chgData name="Hironari Yamada" userId="e57621f8-ec3c-449e-bb19-001fffcc008e" providerId="ADAL" clId="{BC0BD879-F267-5CCA-8DEA-E3B2DD07DA4E}" dt="2026-08-27T06:40:50.009" v="23430"/>
          <ac:inkMkLst>
            <pc:docMk/>
            <pc:sldMk cId="1671344650" sldId="2076139069"/>
            <ac:inkMk id="53" creationId="{D0BF7535-617D-FB09-BCCF-2A29C0B03DD6}"/>
          </ac:inkMkLst>
        </pc:inkChg>
        <pc:inkChg chg="add mod">
          <ac:chgData name="Hironari Yamada" userId="e57621f8-ec3c-449e-bb19-001fffcc008e" providerId="ADAL" clId="{BC0BD879-F267-5CCA-8DEA-E3B2DD07DA4E}" dt="2026-08-27T06:40:13.744" v="23383"/>
          <ac:inkMkLst>
            <pc:docMk/>
            <pc:sldMk cId="1671344650" sldId="2076139069"/>
            <ac:inkMk id="59" creationId="{575168E7-7872-4BAC-53A9-2AA94CD47054}"/>
          </ac:inkMkLst>
        </pc:inkChg>
        <pc:inkChg chg="add mod">
          <ac:chgData name="Hironari Yamada" userId="e57621f8-ec3c-449e-bb19-001fffcc008e" providerId="ADAL" clId="{BC0BD879-F267-5CCA-8DEA-E3B2DD07DA4E}" dt="2026-08-27T06:39:16.253" v="23335"/>
          <ac:inkMkLst>
            <pc:docMk/>
            <pc:sldMk cId="1671344650" sldId="2076139069"/>
            <ac:inkMk id="62" creationId="{2AA4CEDF-27DE-CD81-B57E-C2839D582897}"/>
          </ac:inkMkLst>
        </pc:inkChg>
        <pc:inkChg chg="add mod">
          <ac:chgData name="Hironari Yamada" userId="e57621f8-ec3c-449e-bb19-001fffcc008e" providerId="ADAL" clId="{BC0BD879-F267-5CCA-8DEA-E3B2DD07DA4E}" dt="2026-08-27T06:40:48.251" v="23428"/>
          <ac:inkMkLst>
            <pc:docMk/>
            <pc:sldMk cId="1671344650" sldId="2076139069"/>
            <ac:inkMk id="66" creationId="{B34E7362-8420-007A-429A-3B4CAC829430}"/>
          </ac:inkMkLst>
        </pc:inkChg>
        <pc:inkChg chg="add">
          <ac:chgData name="Hironari Yamada" userId="e57621f8-ec3c-449e-bb19-001fffcc008e" providerId="ADAL" clId="{BC0BD879-F267-5CCA-8DEA-E3B2DD07DA4E}" dt="2026-08-27T06:40:17.686" v="23388" actId="9405"/>
          <ac:inkMkLst>
            <pc:docMk/>
            <pc:sldMk cId="1671344650" sldId="2076139069"/>
            <ac:inkMk id="72" creationId="{08291104-8D5A-33AD-EA25-08527C580D96}"/>
          </ac:inkMkLst>
        </pc:inkChg>
        <pc:inkChg chg="add mod">
          <ac:chgData name="Hironari Yamada" userId="e57621f8-ec3c-449e-bb19-001fffcc008e" providerId="ADAL" clId="{BC0BD879-F267-5CCA-8DEA-E3B2DD07DA4E}" dt="2026-08-27T06:40:50.009" v="23430"/>
          <ac:inkMkLst>
            <pc:docMk/>
            <pc:sldMk cId="1671344650" sldId="2076139069"/>
            <ac:inkMk id="74" creationId="{937015B0-A8DC-9D08-EA29-EFA30032ED92}"/>
          </ac:inkMkLst>
        </pc:inkChg>
        <pc:inkChg chg="add mod">
          <ac:chgData name="Hironari Yamada" userId="e57621f8-ec3c-449e-bb19-001fffcc008e" providerId="ADAL" clId="{BC0BD879-F267-5CCA-8DEA-E3B2DD07DA4E}" dt="2026-08-27T06:40:50.009" v="23430"/>
          <ac:inkMkLst>
            <pc:docMk/>
            <pc:sldMk cId="1671344650" sldId="2076139069"/>
            <ac:inkMk id="77" creationId="{58DA6999-3DF5-375D-047B-C00283636242}"/>
          </ac:inkMkLst>
        </pc:inkChg>
        <pc:inkChg chg="add mod">
          <ac:chgData name="Hironari Yamada" userId="e57621f8-ec3c-449e-bb19-001fffcc008e" providerId="ADAL" clId="{BC0BD879-F267-5CCA-8DEA-E3B2DD07DA4E}" dt="2026-08-27T06:41:07.142" v="23445"/>
          <ac:inkMkLst>
            <pc:docMk/>
            <pc:sldMk cId="1671344650" sldId="2076139069"/>
            <ac:inkMk id="81" creationId="{7DFB9F0D-1E2C-94C4-04BA-B35D5AD09784}"/>
          </ac:inkMkLst>
        </pc:inkChg>
        <pc:inkChg chg="add mod">
          <ac:chgData name="Hironari Yamada" userId="e57621f8-ec3c-449e-bb19-001fffcc008e" providerId="ADAL" clId="{BC0BD879-F267-5CCA-8DEA-E3B2DD07DA4E}" dt="2026-08-27T06:41:07.142" v="23445"/>
          <ac:inkMkLst>
            <pc:docMk/>
            <pc:sldMk cId="1671344650" sldId="2076139069"/>
            <ac:inkMk id="82" creationId="{365DFBD0-BA43-A736-AE7C-AA49B2B50B6F}"/>
          </ac:inkMkLst>
        </pc:inkChg>
        <pc:inkChg chg="add mod">
          <ac:chgData name="Hironari Yamada" userId="e57621f8-ec3c-449e-bb19-001fffcc008e" providerId="ADAL" clId="{BC0BD879-F267-5CCA-8DEA-E3B2DD07DA4E}" dt="2026-08-27T06:41:10.315" v="23448"/>
          <ac:inkMkLst>
            <pc:docMk/>
            <pc:sldMk cId="1671344650" sldId="2076139069"/>
            <ac:inkMk id="85" creationId="{22A0BAC8-AA4C-A6FA-B983-3399BEFAE00E}"/>
          </ac:inkMkLst>
        </pc:inkChg>
        <pc:inkChg chg="add mod">
          <ac:chgData name="Hironari Yamada" userId="e57621f8-ec3c-449e-bb19-001fffcc008e" providerId="ADAL" clId="{BC0BD879-F267-5CCA-8DEA-E3B2DD07DA4E}" dt="2026-08-27T06:41:10.315" v="23448"/>
          <ac:inkMkLst>
            <pc:docMk/>
            <pc:sldMk cId="1671344650" sldId="2076139069"/>
            <ac:inkMk id="86" creationId="{3013F768-2C56-0271-3584-453B39780187}"/>
          </ac:inkMkLst>
        </pc:inkChg>
      </pc:sldChg>
      <pc:sldChg chg="addSp modSp add mod ord">
        <pc:chgData name="Hironari Yamada" userId="e57621f8-ec3c-449e-bb19-001fffcc008e" providerId="ADAL" clId="{BC0BD879-F267-5CCA-8DEA-E3B2DD07DA4E}" dt="2026-08-27T12:24:24.766" v="25759"/>
        <pc:sldMkLst>
          <pc:docMk/>
          <pc:sldMk cId="3516967423" sldId="2076139070"/>
        </pc:sldMkLst>
        <pc:spChg chg="mod">
          <ac:chgData name="Hironari Yamada" userId="e57621f8-ec3c-449e-bb19-001fffcc008e" providerId="ADAL" clId="{BC0BD879-F267-5CCA-8DEA-E3B2DD07DA4E}" dt="2026-08-27T06:51:46.525" v="24609" actId="20577"/>
          <ac:spMkLst>
            <pc:docMk/>
            <pc:sldMk cId="3516967423" sldId="2076139070"/>
            <ac:spMk id="3" creationId="{D4D03F32-F3A2-2EBF-F183-806789CF7330}"/>
          </ac:spMkLst>
        </pc:spChg>
        <pc:spChg chg="add mod">
          <ac:chgData name="Hironari Yamada" userId="e57621f8-ec3c-449e-bb19-001fffcc008e" providerId="ADAL" clId="{BC0BD879-F267-5CCA-8DEA-E3B2DD07DA4E}" dt="2026-08-27T06:51:58.773" v="24610"/>
          <ac:spMkLst>
            <pc:docMk/>
            <pc:sldMk cId="3516967423" sldId="2076139070"/>
            <ac:spMk id="7" creationId="{E6C0279F-7B7A-167A-CB33-3F74559C9D90}"/>
          </ac:spMkLst>
        </pc:spChg>
        <pc:spChg chg="mod">
          <ac:chgData name="Hironari Yamada" userId="e57621f8-ec3c-449e-bb19-001fffcc008e" providerId="ADAL" clId="{BC0BD879-F267-5CCA-8DEA-E3B2DD07DA4E}" dt="2026-08-27T06:49:29.082" v="24140" actId="20577"/>
          <ac:spMkLst>
            <pc:docMk/>
            <pc:sldMk cId="3516967423" sldId="2076139070"/>
            <ac:spMk id="9" creationId="{E5B2F772-EAC4-60A1-016B-B9A0A0256126}"/>
          </ac:spMkLst>
        </pc:spChg>
        <pc:spChg chg="add mod">
          <ac:chgData name="Hironari Yamada" userId="e57621f8-ec3c-449e-bb19-001fffcc008e" providerId="ADAL" clId="{BC0BD879-F267-5CCA-8DEA-E3B2DD07DA4E}" dt="2026-08-27T06:51:58.773" v="24610"/>
          <ac:spMkLst>
            <pc:docMk/>
            <pc:sldMk cId="3516967423" sldId="2076139070"/>
            <ac:spMk id="15" creationId="{BFA4DA9B-06A5-93E8-F683-D59F4F59B14F}"/>
          </ac:spMkLst>
        </pc:spChg>
        <pc:spChg chg="add mod">
          <ac:chgData name="Hironari Yamada" userId="e57621f8-ec3c-449e-bb19-001fffcc008e" providerId="ADAL" clId="{BC0BD879-F267-5CCA-8DEA-E3B2DD07DA4E}" dt="2026-08-27T06:51:58.773" v="24610"/>
          <ac:spMkLst>
            <pc:docMk/>
            <pc:sldMk cId="3516967423" sldId="2076139070"/>
            <ac:spMk id="16" creationId="{6298348C-31D0-9162-EF2D-13653D4CE8CB}"/>
          </ac:spMkLst>
        </pc:spChg>
        <pc:spChg chg="add mod">
          <ac:chgData name="Hironari Yamada" userId="e57621f8-ec3c-449e-bb19-001fffcc008e" providerId="ADAL" clId="{BC0BD879-F267-5CCA-8DEA-E3B2DD07DA4E}" dt="2026-08-27T06:51:58.773" v="24610"/>
          <ac:spMkLst>
            <pc:docMk/>
            <pc:sldMk cId="3516967423" sldId="2076139070"/>
            <ac:spMk id="20" creationId="{15A0DA02-CBFE-1E57-02A7-7C5F84D421F8}"/>
          </ac:spMkLst>
        </pc:spChg>
        <pc:spChg chg="add mod">
          <ac:chgData name="Hironari Yamada" userId="e57621f8-ec3c-449e-bb19-001fffcc008e" providerId="ADAL" clId="{BC0BD879-F267-5CCA-8DEA-E3B2DD07DA4E}" dt="2026-08-27T06:51:58.773" v="24610"/>
          <ac:spMkLst>
            <pc:docMk/>
            <pc:sldMk cId="3516967423" sldId="2076139070"/>
            <ac:spMk id="22" creationId="{891F82FE-7A13-C310-EA7B-232D0C518227}"/>
          </ac:spMkLst>
        </pc:spChg>
        <pc:spChg chg="add mod">
          <ac:chgData name="Hironari Yamada" userId="e57621f8-ec3c-449e-bb19-001fffcc008e" providerId="ADAL" clId="{BC0BD879-F267-5CCA-8DEA-E3B2DD07DA4E}" dt="2026-08-27T06:51:58.773" v="24610"/>
          <ac:spMkLst>
            <pc:docMk/>
            <pc:sldMk cId="3516967423" sldId="2076139070"/>
            <ac:spMk id="26" creationId="{0BA97CDF-5FF5-1A61-FFCB-6459660B2624}"/>
          </ac:spMkLst>
        </pc:spChg>
        <pc:spChg chg="add mod">
          <ac:chgData name="Hironari Yamada" userId="e57621f8-ec3c-449e-bb19-001fffcc008e" providerId="ADAL" clId="{BC0BD879-F267-5CCA-8DEA-E3B2DD07DA4E}" dt="2026-08-27T06:53:12.296" v="24615" actId="207"/>
          <ac:spMkLst>
            <pc:docMk/>
            <pc:sldMk cId="3516967423" sldId="2076139070"/>
            <ac:spMk id="33" creationId="{0FE4409A-FDB9-665C-FD15-D6B9B283B9D0}"/>
          </ac:spMkLst>
        </pc:spChg>
        <pc:spChg chg="mod">
          <ac:chgData name="Hironari Yamada" userId="e57621f8-ec3c-449e-bb19-001fffcc008e" providerId="ADAL" clId="{BC0BD879-F267-5CCA-8DEA-E3B2DD07DA4E}" dt="2026-08-27T06:53:12.296" v="24615" actId="207"/>
          <ac:spMkLst>
            <pc:docMk/>
            <pc:sldMk cId="3516967423" sldId="2076139070"/>
            <ac:spMk id="34" creationId="{6CF35C82-B957-FF5A-150B-C8836A8A7154}"/>
          </ac:spMkLst>
        </pc:spChg>
        <pc:spChg chg="mod">
          <ac:chgData name="Hironari Yamada" userId="e57621f8-ec3c-449e-bb19-001fffcc008e" providerId="ADAL" clId="{BC0BD879-F267-5CCA-8DEA-E3B2DD07DA4E}" dt="2026-08-27T06:53:12.296" v="24615" actId="207"/>
          <ac:spMkLst>
            <pc:docMk/>
            <pc:sldMk cId="3516967423" sldId="2076139070"/>
            <ac:spMk id="35" creationId="{D2978175-C07A-524A-CCA4-40AA857DDB50}"/>
          </ac:spMkLst>
        </pc:spChg>
        <pc:spChg chg="mod">
          <ac:chgData name="Hironari Yamada" userId="e57621f8-ec3c-449e-bb19-001fffcc008e" providerId="ADAL" clId="{BC0BD879-F267-5CCA-8DEA-E3B2DD07DA4E}" dt="2026-08-27T06:53:12.296" v="24615" actId="207"/>
          <ac:spMkLst>
            <pc:docMk/>
            <pc:sldMk cId="3516967423" sldId="2076139070"/>
            <ac:spMk id="36" creationId="{E2834545-CB04-61BB-3CFF-3387E67FD017}"/>
          </ac:spMkLst>
        </pc:spChg>
        <pc:spChg chg="mod">
          <ac:chgData name="Hironari Yamada" userId="e57621f8-ec3c-449e-bb19-001fffcc008e" providerId="ADAL" clId="{BC0BD879-F267-5CCA-8DEA-E3B2DD07DA4E}" dt="2026-08-27T06:53:12.296" v="24615" actId="207"/>
          <ac:spMkLst>
            <pc:docMk/>
            <pc:sldMk cId="3516967423" sldId="2076139070"/>
            <ac:spMk id="45" creationId="{E719C0C8-FD66-5C9C-04E6-CB2015CEC410}"/>
          </ac:spMkLst>
        </pc:spChg>
        <pc:spChg chg="add mod">
          <ac:chgData name="Hironari Yamada" userId="e57621f8-ec3c-449e-bb19-001fffcc008e" providerId="ADAL" clId="{BC0BD879-F267-5CCA-8DEA-E3B2DD07DA4E}" dt="2026-08-27T06:53:12.296" v="24615" actId="207"/>
          <ac:spMkLst>
            <pc:docMk/>
            <pc:sldMk cId="3516967423" sldId="2076139070"/>
            <ac:spMk id="51" creationId="{B947216C-8925-C003-5A95-8951862EFBB5}"/>
          </ac:spMkLst>
        </pc:spChg>
        <pc:spChg chg="add mod">
          <ac:chgData name="Hironari Yamada" userId="e57621f8-ec3c-449e-bb19-001fffcc008e" providerId="ADAL" clId="{BC0BD879-F267-5CCA-8DEA-E3B2DD07DA4E}" dt="2026-08-27T12:24:24.766" v="25759"/>
          <ac:spMkLst>
            <pc:docMk/>
            <pc:sldMk cId="3516967423" sldId="2076139070"/>
            <ac:spMk id="58" creationId="{DCB76B46-CF74-41B8-9AEE-0F3547C575BF}"/>
          </ac:spMkLst>
        </pc:spChg>
        <pc:spChg chg="add mod">
          <ac:chgData name="Hironari Yamada" userId="e57621f8-ec3c-449e-bb19-001fffcc008e" providerId="ADAL" clId="{BC0BD879-F267-5CCA-8DEA-E3B2DD07DA4E}" dt="2026-08-27T06:53:12.296" v="24615" actId="207"/>
          <ac:spMkLst>
            <pc:docMk/>
            <pc:sldMk cId="3516967423" sldId="2076139070"/>
            <ac:spMk id="59" creationId="{0AE97A36-2A7A-B58A-C8B7-2B6A7FCEBFDE}"/>
          </ac:spMkLst>
        </pc:spChg>
        <pc:spChg chg="add mod">
          <ac:chgData name="Hironari Yamada" userId="e57621f8-ec3c-449e-bb19-001fffcc008e" providerId="ADAL" clId="{BC0BD879-F267-5CCA-8DEA-E3B2DD07DA4E}" dt="2026-08-27T06:54:27.676" v="24718" actId="20577"/>
          <ac:spMkLst>
            <pc:docMk/>
            <pc:sldMk cId="3516967423" sldId="2076139070"/>
            <ac:spMk id="60" creationId="{3A2CE419-ADCF-BEF4-E52F-5F9ED2EB8F4A}"/>
          </ac:spMkLst>
        </pc:spChg>
        <pc:spChg chg="add mod">
          <ac:chgData name="Hironari Yamada" userId="e57621f8-ec3c-449e-bb19-001fffcc008e" providerId="ADAL" clId="{BC0BD879-F267-5CCA-8DEA-E3B2DD07DA4E}" dt="2026-08-27T06:55:02.477" v="24775" actId="20577"/>
          <ac:spMkLst>
            <pc:docMk/>
            <pc:sldMk cId="3516967423" sldId="2076139070"/>
            <ac:spMk id="61" creationId="{DF48E85A-2BD2-33E2-4BBD-F06E00D33872}"/>
          </ac:spMkLst>
        </pc:spChg>
        <pc:spChg chg="add mod">
          <ac:chgData name="Hironari Yamada" userId="e57621f8-ec3c-449e-bb19-001fffcc008e" providerId="ADAL" clId="{BC0BD879-F267-5CCA-8DEA-E3B2DD07DA4E}" dt="2026-08-27T06:55:04.610" v="24777" actId="20577"/>
          <ac:spMkLst>
            <pc:docMk/>
            <pc:sldMk cId="3516967423" sldId="2076139070"/>
            <ac:spMk id="62" creationId="{49FEAEDC-EBE8-72BC-CCE2-403E541A13BD}"/>
          </ac:spMkLst>
        </pc:spChg>
        <pc:spChg chg="add mod">
          <ac:chgData name="Hironari Yamada" userId="e57621f8-ec3c-449e-bb19-001fffcc008e" providerId="ADAL" clId="{BC0BD879-F267-5CCA-8DEA-E3B2DD07DA4E}" dt="2026-08-27T06:55:53.295" v="24950" actId="20577"/>
          <ac:spMkLst>
            <pc:docMk/>
            <pc:sldMk cId="3516967423" sldId="2076139070"/>
            <ac:spMk id="63" creationId="{4132AF9F-D391-A7F1-C36A-0A26926E786B}"/>
          </ac:spMkLst>
        </pc:spChg>
        <pc:grpChg chg="mod">
          <ac:chgData name="Hironari Yamada" userId="e57621f8-ec3c-449e-bb19-001fffcc008e" providerId="ADAL" clId="{BC0BD879-F267-5CCA-8DEA-E3B2DD07DA4E}" dt="2026-08-27T06:52:25.375" v="24611" actId="692"/>
          <ac:grpSpMkLst>
            <pc:docMk/>
            <pc:sldMk cId="3516967423" sldId="2076139070"/>
            <ac:grpSpMk id="46" creationId="{2B9C4549-CD84-DC62-3401-FF41C4FA6747}"/>
          </ac:grpSpMkLst>
        </pc:grpChg>
        <pc:grpChg chg="mod">
          <ac:chgData name="Hironari Yamada" userId="e57621f8-ec3c-449e-bb19-001fffcc008e" providerId="ADAL" clId="{BC0BD879-F267-5CCA-8DEA-E3B2DD07DA4E}" dt="2026-08-27T06:52:48.110" v="24613" actId="692"/>
          <ac:grpSpMkLst>
            <pc:docMk/>
            <pc:sldMk cId="3516967423" sldId="2076139070"/>
            <ac:grpSpMk id="52" creationId="{2D30E9DE-E3C5-7A40-7E19-8E9B61E720FC}"/>
          </ac:grpSpMkLst>
        </pc:grpChg>
        <pc:grpChg chg="mod">
          <ac:chgData name="Hironari Yamada" userId="e57621f8-ec3c-449e-bb19-001fffcc008e" providerId="ADAL" clId="{BC0BD879-F267-5CCA-8DEA-E3B2DD07DA4E}" dt="2026-08-27T06:52:48.110" v="24613" actId="692"/>
          <ac:grpSpMkLst>
            <pc:docMk/>
            <pc:sldMk cId="3516967423" sldId="2076139070"/>
            <ac:grpSpMk id="55" creationId="{01E13AA8-17DD-E43C-E107-EE559AB791B4}"/>
          </ac:grpSpMkLst>
        </pc:grpChg>
        <pc:inkChg chg="mod">
          <ac:chgData name="Hironari Yamada" userId="e57621f8-ec3c-449e-bb19-001fffcc008e" providerId="ADAL" clId="{BC0BD879-F267-5CCA-8DEA-E3B2DD07DA4E}" dt="2026-08-27T06:52:25.375" v="24611" actId="692"/>
          <ac:inkMkLst>
            <pc:docMk/>
            <pc:sldMk cId="3516967423" sldId="2076139070"/>
            <ac:inkMk id="37" creationId="{9CAEC6E4-767B-72CE-F5E3-57ADC67BF809}"/>
          </ac:inkMkLst>
        </pc:inkChg>
        <pc:inkChg chg="mod">
          <ac:chgData name="Hironari Yamada" userId="e57621f8-ec3c-449e-bb19-001fffcc008e" providerId="ADAL" clId="{BC0BD879-F267-5CCA-8DEA-E3B2DD07DA4E}" dt="2026-08-27T06:52:25.375" v="24611" actId="692"/>
          <ac:inkMkLst>
            <pc:docMk/>
            <pc:sldMk cId="3516967423" sldId="2076139070"/>
            <ac:inkMk id="38" creationId="{E1C1441A-56A3-CF1F-1827-0476F482EFFD}"/>
          </ac:inkMkLst>
        </pc:inkChg>
        <pc:inkChg chg="mod">
          <ac:chgData name="Hironari Yamada" userId="e57621f8-ec3c-449e-bb19-001fffcc008e" providerId="ADAL" clId="{BC0BD879-F267-5CCA-8DEA-E3B2DD07DA4E}" dt="2026-08-27T06:52:25.375" v="24611" actId="692"/>
          <ac:inkMkLst>
            <pc:docMk/>
            <pc:sldMk cId="3516967423" sldId="2076139070"/>
            <ac:inkMk id="39" creationId="{6115CF70-B492-8E12-2455-4D68C3A526B8}"/>
          </ac:inkMkLst>
        </pc:inkChg>
        <pc:inkChg chg="mod">
          <ac:chgData name="Hironari Yamada" userId="e57621f8-ec3c-449e-bb19-001fffcc008e" providerId="ADAL" clId="{BC0BD879-F267-5CCA-8DEA-E3B2DD07DA4E}" dt="2026-08-27T06:52:25.375" v="24611" actId="692"/>
          <ac:inkMkLst>
            <pc:docMk/>
            <pc:sldMk cId="3516967423" sldId="2076139070"/>
            <ac:inkMk id="40" creationId="{94F25C65-DCC9-8D62-3AA6-A7073010EF97}"/>
          </ac:inkMkLst>
        </pc:inkChg>
        <pc:inkChg chg="mod">
          <ac:chgData name="Hironari Yamada" userId="e57621f8-ec3c-449e-bb19-001fffcc008e" providerId="ADAL" clId="{BC0BD879-F267-5CCA-8DEA-E3B2DD07DA4E}" dt="2026-08-27T06:52:48.110" v="24613" actId="692"/>
          <ac:inkMkLst>
            <pc:docMk/>
            <pc:sldMk cId="3516967423" sldId="2076139070"/>
            <ac:inkMk id="41" creationId="{EC1A4ED3-A05A-52CE-D5CD-CE7608138DB9}"/>
          </ac:inkMkLst>
        </pc:inkChg>
        <pc:inkChg chg="mod">
          <ac:chgData name="Hironari Yamada" userId="e57621f8-ec3c-449e-bb19-001fffcc008e" providerId="ADAL" clId="{BC0BD879-F267-5CCA-8DEA-E3B2DD07DA4E}" dt="2026-08-27T06:52:52.489" v="24614" actId="692"/>
          <ac:inkMkLst>
            <pc:docMk/>
            <pc:sldMk cId="3516967423" sldId="2076139070"/>
            <ac:inkMk id="42" creationId="{AED0A660-D7B6-ACFD-78EC-FA07EA3C8C54}"/>
          </ac:inkMkLst>
        </pc:inkChg>
        <pc:inkChg chg="mod">
          <ac:chgData name="Hironari Yamada" userId="e57621f8-ec3c-449e-bb19-001fffcc008e" providerId="ADAL" clId="{BC0BD879-F267-5CCA-8DEA-E3B2DD07DA4E}" dt="2026-08-27T06:52:48.110" v="24613" actId="692"/>
          <ac:inkMkLst>
            <pc:docMk/>
            <pc:sldMk cId="3516967423" sldId="2076139070"/>
            <ac:inkMk id="43" creationId="{75EABE32-E6B8-8CCC-CCEC-85CEA57152F3}"/>
          </ac:inkMkLst>
        </pc:inkChg>
        <pc:inkChg chg="mod">
          <ac:chgData name="Hironari Yamada" userId="e57621f8-ec3c-449e-bb19-001fffcc008e" providerId="ADAL" clId="{BC0BD879-F267-5CCA-8DEA-E3B2DD07DA4E}" dt="2026-08-27T06:52:48.110" v="24613" actId="692"/>
          <ac:inkMkLst>
            <pc:docMk/>
            <pc:sldMk cId="3516967423" sldId="2076139070"/>
            <ac:inkMk id="44" creationId="{23A6D154-4132-C1FF-6F40-6E00ACB32019}"/>
          </ac:inkMkLst>
        </pc:inkChg>
      </pc:sldChg>
      <pc:sldChg chg="modSp add mod">
        <pc:chgData name="Hironari Yamada" userId="e57621f8-ec3c-449e-bb19-001fffcc008e" providerId="ADAL" clId="{BC0BD879-F267-5CCA-8DEA-E3B2DD07DA4E}" dt="2026-08-27T12:43:45.781" v="26313" actId="20577"/>
        <pc:sldMkLst>
          <pc:docMk/>
          <pc:sldMk cId="2259767547" sldId="2076139072"/>
        </pc:sldMkLst>
        <pc:spChg chg="mod">
          <ac:chgData name="Hironari Yamada" userId="e57621f8-ec3c-449e-bb19-001fffcc008e" providerId="ADAL" clId="{BC0BD879-F267-5CCA-8DEA-E3B2DD07DA4E}" dt="2026-08-27T12:43:45.781" v="26313" actId="20577"/>
          <ac:spMkLst>
            <pc:docMk/>
            <pc:sldMk cId="2259767547" sldId="2076139072"/>
            <ac:spMk id="3" creationId="{0C1BD08D-ED13-F5E3-9AC7-23F6E7AD2CB4}"/>
          </ac:spMkLst>
        </pc:spChg>
        <pc:spChg chg="mod">
          <ac:chgData name="Hironari Yamada" userId="e57621f8-ec3c-449e-bb19-001fffcc008e" providerId="ADAL" clId="{BC0BD879-F267-5CCA-8DEA-E3B2DD07DA4E}" dt="2026-08-27T12:37:33.295" v="25861" actId="20577"/>
          <ac:spMkLst>
            <pc:docMk/>
            <pc:sldMk cId="2259767547" sldId="2076139072"/>
            <ac:spMk id="9" creationId="{C39729EC-0F90-D41D-010F-44D8CCDCAE96}"/>
          </ac:spMkLst>
        </pc:spChg>
      </pc:sldChg>
      <pc:sldChg chg="addSp delSp modSp add mod">
        <pc:chgData name="Hironari Yamada" userId="e57621f8-ec3c-449e-bb19-001fffcc008e" providerId="ADAL" clId="{BC0BD879-F267-5CCA-8DEA-E3B2DD07DA4E}" dt="2026-08-27T12:24:18.629" v="25757"/>
        <pc:sldMkLst>
          <pc:docMk/>
          <pc:sldMk cId="4183836972" sldId="2076139073"/>
        </pc:sldMkLst>
        <pc:spChg chg="mod">
          <ac:chgData name="Hironari Yamada" userId="e57621f8-ec3c-449e-bb19-001fffcc008e" providerId="ADAL" clId="{BC0BD879-F267-5CCA-8DEA-E3B2DD07DA4E}" dt="2026-08-27T06:46:23.096" v="23868" actId="20577"/>
          <ac:spMkLst>
            <pc:docMk/>
            <pc:sldMk cId="4183836972" sldId="2076139073"/>
            <ac:spMk id="3" creationId="{FD5F37ED-A023-5326-02EE-2445A27660C6}"/>
          </ac:spMkLst>
        </pc:spChg>
        <pc:spChg chg="add mod">
          <ac:chgData name="Hironari Yamada" userId="e57621f8-ec3c-449e-bb19-001fffcc008e" providerId="ADAL" clId="{BC0BD879-F267-5CCA-8DEA-E3B2DD07DA4E}" dt="2026-08-27T06:46:40.561" v="23933" actId="207"/>
          <ac:spMkLst>
            <pc:docMk/>
            <pc:sldMk cId="4183836972" sldId="2076139073"/>
            <ac:spMk id="7" creationId="{C7A4F0F6-8B1B-920F-9FBA-E308DDE353A7}"/>
          </ac:spMkLst>
        </pc:spChg>
        <pc:spChg chg="mod">
          <ac:chgData name="Hironari Yamada" userId="e57621f8-ec3c-449e-bb19-001fffcc008e" providerId="ADAL" clId="{BC0BD879-F267-5CCA-8DEA-E3B2DD07DA4E}" dt="2026-08-27T06:49:12.369" v="24096" actId="20577"/>
          <ac:spMkLst>
            <pc:docMk/>
            <pc:sldMk cId="4183836972" sldId="2076139073"/>
            <ac:spMk id="9" creationId="{3BE8D856-ACCB-DCA9-14BB-8C3270EB2060}"/>
          </ac:spMkLst>
        </pc:spChg>
        <pc:spChg chg="add mod">
          <ac:chgData name="Hironari Yamada" userId="e57621f8-ec3c-449e-bb19-001fffcc008e" providerId="ADAL" clId="{BC0BD879-F267-5CCA-8DEA-E3B2DD07DA4E}" dt="2026-08-27T06:47:12.503" v="23985" actId="20577"/>
          <ac:spMkLst>
            <pc:docMk/>
            <pc:sldMk cId="4183836972" sldId="2076139073"/>
            <ac:spMk id="12" creationId="{7BF50320-9F0C-CFCE-397A-348741CF5E02}"/>
          </ac:spMkLst>
        </pc:spChg>
        <pc:spChg chg="add mod">
          <ac:chgData name="Hironari Yamada" userId="e57621f8-ec3c-449e-bb19-001fffcc008e" providerId="ADAL" clId="{BC0BD879-F267-5CCA-8DEA-E3B2DD07DA4E}" dt="2026-08-27T06:47:32.582" v="24035" actId="207"/>
          <ac:spMkLst>
            <pc:docMk/>
            <pc:sldMk cId="4183836972" sldId="2076139073"/>
            <ac:spMk id="13" creationId="{F20C1AB7-E1CB-5A6A-93D6-E0BDBDB9D3FC}"/>
          </ac:spMkLst>
        </pc:spChg>
        <pc:spChg chg="add mod">
          <ac:chgData name="Hironari Yamada" userId="e57621f8-ec3c-449e-bb19-001fffcc008e" providerId="ADAL" clId="{BC0BD879-F267-5CCA-8DEA-E3B2DD07DA4E}" dt="2026-08-27T06:48:02.646" v="24042" actId="166"/>
          <ac:spMkLst>
            <pc:docMk/>
            <pc:sldMk cId="4183836972" sldId="2076139073"/>
            <ac:spMk id="14" creationId="{C0EF8609-0E53-B021-875B-624C6C57CDA8}"/>
          </ac:spMkLst>
        </pc:spChg>
        <pc:spChg chg="add mod">
          <ac:chgData name="Hironari Yamada" userId="e57621f8-ec3c-449e-bb19-001fffcc008e" providerId="ADAL" clId="{BC0BD879-F267-5CCA-8DEA-E3B2DD07DA4E}" dt="2026-08-27T06:48:07.523" v="24044" actId="14100"/>
          <ac:spMkLst>
            <pc:docMk/>
            <pc:sldMk cId="4183836972" sldId="2076139073"/>
            <ac:spMk id="17" creationId="{33D77020-60EC-D1F3-9697-00BAB4CED59B}"/>
          </ac:spMkLst>
        </pc:spChg>
        <pc:spChg chg="add mod">
          <ac:chgData name="Hironari Yamada" userId="e57621f8-ec3c-449e-bb19-001fffcc008e" providerId="ADAL" clId="{BC0BD879-F267-5CCA-8DEA-E3B2DD07DA4E}" dt="2026-08-27T06:48:26.721" v="24048" actId="14100"/>
          <ac:spMkLst>
            <pc:docMk/>
            <pc:sldMk cId="4183836972" sldId="2076139073"/>
            <ac:spMk id="23" creationId="{205ADE2E-F1AB-7B01-C041-B81689D90BFD}"/>
          </ac:spMkLst>
        </pc:spChg>
        <pc:spChg chg="add del mod">
          <ac:chgData name="Hironari Yamada" userId="e57621f8-ec3c-449e-bb19-001fffcc008e" providerId="ADAL" clId="{BC0BD879-F267-5CCA-8DEA-E3B2DD07DA4E}" dt="2026-08-27T06:48:55.609" v="24054" actId="478"/>
          <ac:spMkLst>
            <pc:docMk/>
            <pc:sldMk cId="4183836972" sldId="2076139073"/>
            <ac:spMk id="25" creationId="{E2897964-2D83-0F71-1392-492565C92F6C}"/>
          </ac:spMkLst>
        </pc:spChg>
        <pc:spChg chg="mod">
          <ac:chgData name="Hironari Yamada" userId="e57621f8-ec3c-449e-bb19-001fffcc008e" providerId="ADAL" clId="{BC0BD879-F267-5CCA-8DEA-E3B2DD07DA4E}" dt="2026-08-27T12:24:18.629" v="25757"/>
          <ac:spMkLst>
            <pc:docMk/>
            <pc:sldMk cId="4183836972" sldId="2076139073"/>
            <ac:spMk id="89" creationId="{10E069BE-D99B-EAAA-2F3A-BF572A70B367}"/>
          </ac:spMkLst>
        </pc:spChg>
      </pc:sldChg>
      <pc:sldChg chg="addSp delSp modSp add mod delAnim modAnim">
        <pc:chgData name="Hironari Yamada" userId="e57621f8-ec3c-449e-bb19-001fffcc008e" providerId="ADAL" clId="{BC0BD879-F267-5CCA-8DEA-E3B2DD07DA4E}" dt="2026-08-27T12:49:47.984" v="26318" actId="14100"/>
        <pc:sldMkLst>
          <pc:docMk/>
          <pc:sldMk cId="2155004396" sldId="2076139074"/>
        </pc:sldMkLst>
        <pc:spChg chg="mod">
          <ac:chgData name="Hironari Yamada" userId="e57621f8-ec3c-449e-bb19-001fffcc008e" providerId="ADAL" clId="{BC0BD879-F267-5CCA-8DEA-E3B2DD07DA4E}" dt="2026-08-27T12:23:45.240" v="25732" actId="948"/>
          <ac:spMkLst>
            <pc:docMk/>
            <pc:sldMk cId="2155004396" sldId="2076139074"/>
            <ac:spMk id="3" creationId="{E3803D18-2EFC-6B86-188A-C248D5C97A10}"/>
          </ac:spMkLst>
        </pc:spChg>
        <pc:spChg chg="mod">
          <ac:chgData name="Hironari Yamada" userId="e57621f8-ec3c-449e-bb19-001fffcc008e" providerId="ADAL" clId="{BC0BD879-F267-5CCA-8DEA-E3B2DD07DA4E}" dt="2026-08-27T12:17:40.069" v="25063" actId="404"/>
          <ac:spMkLst>
            <pc:docMk/>
            <pc:sldMk cId="2155004396" sldId="2076139074"/>
            <ac:spMk id="6" creationId="{B4AD1AD4-20E2-239E-024F-D732F681659B}"/>
          </ac:spMkLst>
        </pc:spChg>
        <pc:spChg chg="mod">
          <ac:chgData name="Hironari Yamada" userId="e57621f8-ec3c-449e-bb19-001fffcc008e" providerId="ADAL" clId="{BC0BD879-F267-5CCA-8DEA-E3B2DD07DA4E}" dt="2026-08-27T12:13:04.507" v="24970" actId="20577"/>
          <ac:spMkLst>
            <pc:docMk/>
            <pc:sldMk cId="2155004396" sldId="2076139074"/>
            <ac:spMk id="9" creationId="{42EC5B68-377B-7877-A3AC-FD38D351580D}"/>
          </ac:spMkLst>
        </pc:spChg>
        <pc:spChg chg="add mod">
          <ac:chgData name="Hironari Yamada" userId="e57621f8-ec3c-449e-bb19-001fffcc008e" providerId="ADAL" clId="{BC0BD879-F267-5CCA-8DEA-E3B2DD07DA4E}" dt="2026-08-27T12:49:47.984" v="26318" actId="14100"/>
          <ac:spMkLst>
            <pc:docMk/>
            <pc:sldMk cId="2155004396" sldId="2076139074"/>
            <ac:spMk id="104" creationId="{485E849A-2830-3852-71C3-A17A7FDE2B2E}"/>
          </ac:spMkLst>
        </pc:spChg>
        <pc:spChg chg="add mod">
          <ac:chgData name="Hironari Yamada" userId="e57621f8-ec3c-449e-bb19-001fffcc008e" providerId="ADAL" clId="{BC0BD879-F267-5CCA-8DEA-E3B2DD07DA4E}" dt="2026-08-27T12:23:20.703" v="25729" actId="404"/>
          <ac:spMkLst>
            <pc:docMk/>
            <pc:sldMk cId="2155004396" sldId="2076139074"/>
            <ac:spMk id="105" creationId="{4CD60CBE-BAEF-496B-EBCC-CDB3F74307EE}"/>
          </ac:spMkLst>
        </pc:spChg>
        <pc:spChg chg="add mod">
          <ac:chgData name="Hironari Yamada" userId="e57621f8-ec3c-449e-bb19-001fffcc008e" providerId="ADAL" clId="{BC0BD879-F267-5CCA-8DEA-E3B2DD07DA4E}" dt="2026-08-27T12:23:27.368" v="25731" actId="14100"/>
          <ac:spMkLst>
            <pc:docMk/>
            <pc:sldMk cId="2155004396" sldId="2076139074"/>
            <ac:spMk id="106" creationId="{02A1FD73-8A5A-9695-0FF4-E1AD808B42AA}"/>
          </ac:spMkLst>
        </pc:spChg>
        <pc:picChg chg="add mod">
          <ac:chgData name="Hironari Yamada" userId="e57621f8-ec3c-449e-bb19-001fffcc008e" providerId="ADAL" clId="{BC0BD879-F267-5CCA-8DEA-E3B2DD07DA4E}" dt="2026-08-27T12:49:44.064" v="26316" actId="1076"/>
          <ac:picMkLst>
            <pc:docMk/>
            <pc:sldMk cId="2155004396" sldId="2076139074"/>
            <ac:picMk id="103" creationId="{E1F2CA8A-1076-6CED-105E-A456DE1734AD}"/>
          </ac:picMkLst>
        </pc:picChg>
      </pc:sldChg>
      <pc:sldChg chg="addSp modSp add mod">
        <pc:chgData name="Hironari Yamada" userId="e57621f8-ec3c-449e-bb19-001fffcc008e" providerId="ADAL" clId="{BC0BD879-F267-5CCA-8DEA-E3B2DD07DA4E}" dt="2026-08-27T13:10:51.272" v="26537" actId="1076"/>
        <pc:sldMkLst>
          <pc:docMk/>
          <pc:sldMk cId="3279783356" sldId="2076139075"/>
        </pc:sldMkLst>
        <pc:spChg chg="mod">
          <ac:chgData name="Hironari Yamada" userId="e57621f8-ec3c-449e-bb19-001fffcc008e" providerId="ADAL" clId="{BC0BD879-F267-5CCA-8DEA-E3B2DD07DA4E}" dt="2026-08-27T13:10:24.348" v="26533"/>
          <ac:spMkLst>
            <pc:docMk/>
            <pc:sldMk cId="3279783356" sldId="2076139075"/>
            <ac:spMk id="3" creationId="{6232136F-8A0E-A057-D3CD-7AA4D5415E3B}"/>
          </ac:spMkLst>
        </pc:spChg>
        <pc:spChg chg="mod">
          <ac:chgData name="Hironari Yamada" userId="e57621f8-ec3c-449e-bb19-001fffcc008e" providerId="ADAL" clId="{BC0BD879-F267-5CCA-8DEA-E3B2DD07DA4E}" dt="2026-08-27T13:09:39.232" v="26430" actId="20577"/>
          <ac:spMkLst>
            <pc:docMk/>
            <pc:sldMk cId="3279783356" sldId="2076139075"/>
            <ac:spMk id="9" creationId="{F89D80CB-B5C9-B9A6-9793-B9F3E1BC4E03}"/>
          </ac:spMkLst>
        </pc:spChg>
        <pc:picChg chg="add mod">
          <ac:chgData name="Hironari Yamada" userId="e57621f8-ec3c-449e-bb19-001fffcc008e" providerId="ADAL" clId="{BC0BD879-F267-5CCA-8DEA-E3B2DD07DA4E}" dt="2026-08-27T13:10:51.272" v="26537" actId="1076"/>
          <ac:picMkLst>
            <pc:docMk/>
            <pc:sldMk cId="3279783356" sldId="2076139075"/>
            <ac:picMk id="5" creationId="{F8C9EEDD-3A7C-E8DF-568F-068D7962BFE2}"/>
          </ac:picMkLst>
        </pc:picChg>
      </pc:sldChg>
      <pc:sldChg chg="addSp delSp modSp add mod">
        <pc:chgData name="Hironari Yamada" userId="e57621f8-ec3c-449e-bb19-001fffcc008e" providerId="ADAL" clId="{BC0BD879-F267-5CCA-8DEA-E3B2DD07DA4E}" dt="2026-08-27T13:13:26.438" v="26780" actId="1076"/>
        <pc:sldMkLst>
          <pc:docMk/>
          <pc:sldMk cId="2713872835" sldId="2076139076"/>
        </pc:sldMkLst>
        <pc:spChg chg="mod">
          <ac:chgData name="Hironari Yamada" userId="e57621f8-ec3c-449e-bb19-001fffcc008e" providerId="ADAL" clId="{BC0BD879-F267-5CCA-8DEA-E3B2DD07DA4E}" dt="2026-08-27T13:13:21.284" v="26778" actId="20577"/>
          <ac:spMkLst>
            <pc:docMk/>
            <pc:sldMk cId="2713872835" sldId="2076139076"/>
            <ac:spMk id="3" creationId="{8576FBED-0812-7A61-9B98-DADC6B6D3ABB}"/>
          </ac:spMkLst>
        </pc:spChg>
        <pc:spChg chg="mod">
          <ac:chgData name="Hironari Yamada" userId="e57621f8-ec3c-449e-bb19-001fffcc008e" providerId="ADAL" clId="{BC0BD879-F267-5CCA-8DEA-E3B2DD07DA4E}" dt="2026-08-27T13:11:51.352" v="26596" actId="20577"/>
          <ac:spMkLst>
            <pc:docMk/>
            <pc:sldMk cId="2713872835" sldId="2076139076"/>
            <ac:spMk id="9" creationId="{03991E62-DAA1-0A28-23D0-E888465CAF00}"/>
          </ac:spMkLst>
        </pc:spChg>
        <pc:picChg chg="add mod">
          <ac:chgData name="Hironari Yamada" userId="e57621f8-ec3c-449e-bb19-001fffcc008e" providerId="ADAL" clId="{BC0BD879-F267-5CCA-8DEA-E3B2DD07DA4E}" dt="2026-08-27T13:13:26.438" v="26780" actId="1076"/>
          <ac:picMkLst>
            <pc:docMk/>
            <pc:sldMk cId="2713872835" sldId="2076139076"/>
            <ac:picMk id="7" creationId="{C291A952-4128-0DE2-27B9-67F5DAA4DEC0}"/>
          </ac:picMkLst>
        </pc:picChg>
      </pc:sldChg>
      <pc:sldChg chg="delSp modSp add mod">
        <pc:chgData name="Hironari Yamada" userId="e57621f8-ec3c-449e-bb19-001fffcc008e" providerId="ADAL" clId="{BC0BD879-F267-5CCA-8DEA-E3B2DD07DA4E}" dt="2026-08-27T13:23:21.065" v="27086"/>
        <pc:sldMkLst>
          <pc:docMk/>
          <pc:sldMk cId="1139931324" sldId="2076139077"/>
        </pc:sldMkLst>
        <pc:spChg chg="mod">
          <ac:chgData name="Hironari Yamada" userId="e57621f8-ec3c-449e-bb19-001fffcc008e" providerId="ADAL" clId="{BC0BD879-F267-5CCA-8DEA-E3B2DD07DA4E}" dt="2026-08-27T13:23:21.065" v="27086"/>
          <ac:spMkLst>
            <pc:docMk/>
            <pc:sldMk cId="1139931324" sldId="2076139077"/>
            <ac:spMk id="3" creationId="{56514CFA-03B3-DA2C-4711-9C390D45222A}"/>
          </ac:spMkLst>
        </pc:spChg>
        <pc:spChg chg="mod">
          <ac:chgData name="Hironari Yamada" userId="e57621f8-ec3c-449e-bb19-001fffcc008e" providerId="ADAL" clId="{BC0BD879-F267-5CCA-8DEA-E3B2DD07DA4E}" dt="2026-08-27T13:22:12.247" v="26850" actId="20577"/>
          <ac:spMkLst>
            <pc:docMk/>
            <pc:sldMk cId="1139931324" sldId="2076139077"/>
            <ac:spMk id="9" creationId="{E50E180B-7764-253D-65D2-AC8A0A70A32E}"/>
          </ac:spMkLst>
        </pc:spChg>
      </pc:sldChg>
      <pc:sldChg chg="addSp modSp add mod">
        <pc:chgData name="Hironari Yamada" userId="e57621f8-ec3c-449e-bb19-001fffcc008e" providerId="ADAL" clId="{BC0BD879-F267-5CCA-8DEA-E3B2DD07DA4E}" dt="2026-08-28T06:57:53.595" v="28589" actId="20577"/>
        <pc:sldMkLst>
          <pc:docMk/>
          <pc:sldMk cId="4071170513" sldId="2076139078"/>
        </pc:sldMkLst>
        <pc:spChg chg="mod">
          <ac:chgData name="Hironari Yamada" userId="e57621f8-ec3c-449e-bb19-001fffcc008e" providerId="ADAL" clId="{BC0BD879-F267-5CCA-8DEA-E3B2DD07DA4E}" dt="2026-08-28T06:57:53.595" v="28589" actId="20577"/>
          <ac:spMkLst>
            <pc:docMk/>
            <pc:sldMk cId="4071170513" sldId="2076139078"/>
            <ac:spMk id="3" creationId="{888CFAAA-08F6-C4D5-592D-3429219A6AFF}"/>
          </ac:spMkLst>
        </pc:spChg>
        <pc:spChg chg="mod">
          <ac:chgData name="Hironari Yamada" userId="e57621f8-ec3c-449e-bb19-001fffcc008e" providerId="ADAL" clId="{BC0BD879-F267-5CCA-8DEA-E3B2DD07DA4E}" dt="2026-08-27T13:32:54.771" v="27128" actId="20577"/>
          <ac:spMkLst>
            <pc:docMk/>
            <pc:sldMk cId="4071170513" sldId="2076139078"/>
            <ac:spMk id="9" creationId="{A9DBDFEF-A1EA-309E-5274-E6A5A679EAFE}"/>
          </ac:spMkLst>
        </pc:spChg>
        <pc:graphicFrameChg chg="add mod modGraphic">
          <ac:chgData name="Hironari Yamada" userId="e57621f8-ec3c-449e-bb19-001fffcc008e" providerId="ADAL" clId="{BC0BD879-F267-5CCA-8DEA-E3B2DD07DA4E}" dt="2026-08-27T13:47:35.260" v="28062" actId="2711"/>
          <ac:graphicFrameMkLst>
            <pc:docMk/>
            <pc:sldMk cId="4071170513" sldId="2076139078"/>
            <ac:graphicFrameMk id="5" creationId="{3F26A9F4-8DCF-5522-F839-74E161E4BAA8}"/>
          </ac:graphicFrameMkLst>
        </pc:graphicFrameChg>
        <pc:graphicFrameChg chg="add mod modGraphic">
          <ac:chgData name="Hironari Yamada" userId="e57621f8-ec3c-449e-bb19-001fffcc008e" providerId="ADAL" clId="{BC0BD879-F267-5CCA-8DEA-E3B2DD07DA4E}" dt="2026-08-27T13:47:30.067" v="28061" actId="2711"/>
          <ac:graphicFrameMkLst>
            <pc:docMk/>
            <pc:sldMk cId="4071170513" sldId="2076139078"/>
            <ac:graphicFrameMk id="7" creationId="{D4D3C0EE-8F6F-7173-784F-D6EAAAF93622}"/>
          </ac:graphicFrameMkLst>
        </pc:graphicFrameChg>
      </pc:sldChg>
      <pc:sldChg chg="addSp delSp modSp add mod">
        <pc:chgData name="Hironari Yamada" userId="e57621f8-ec3c-449e-bb19-001fffcc008e" providerId="ADAL" clId="{BC0BD879-F267-5CCA-8DEA-E3B2DD07DA4E}" dt="2026-08-27T13:35:48.061" v="27358" actId="1076"/>
        <pc:sldMkLst>
          <pc:docMk/>
          <pc:sldMk cId="4275512787" sldId="2076139079"/>
        </pc:sldMkLst>
        <pc:spChg chg="mod">
          <ac:chgData name="Hironari Yamada" userId="e57621f8-ec3c-449e-bb19-001fffcc008e" providerId="ADAL" clId="{BC0BD879-F267-5CCA-8DEA-E3B2DD07DA4E}" dt="2026-08-27T13:35:08.093" v="27351" actId="20577"/>
          <ac:spMkLst>
            <pc:docMk/>
            <pc:sldMk cId="4275512787" sldId="2076139079"/>
            <ac:spMk id="3" creationId="{CE989086-B92B-77EF-B4C7-146358DA9EC2}"/>
          </ac:spMkLst>
        </pc:spChg>
        <pc:spChg chg="mod">
          <ac:chgData name="Hironari Yamada" userId="e57621f8-ec3c-449e-bb19-001fffcc008e" providerId="ADAL" clId="{BC0BD879-F267-5CCA-8DEA-E3B2DD07DA4E}" dt="2026-08-27T13:33:34.642" v="27227" actId="20577"/>
          <ac:spMkLst>
            <pc:docMk/>
            <pc:sldMk cId="4275512787" sldId="2076139079"/>
            <ac:spMk id="9" creationId="{1B3F9623-E332-DA9A-DB85-B36812DDB2CA}"/>
          </ac:spMkLst>
        </pc:spChg>
        <pc:spChg chg="add mod">
          <ac:chgData name="Hironari Yamada" userId="e57621f8-ec3c-449e-bb19-001fffcc008e" providerId="ADAL" clId="{BC0BD879-F267-5CCA-8DEA-E3B2DD07DA4E}" dt="2026-08-27T13:35:48.061" v="27358" actId="1076"/>
          <ac:spMkLst>
            <pc:docMk/>
            <pc:sldMk cId="4275512787" sldId="2076139079"/>
            <ac:spMk id="10" creationId="{05B029DC-A252-4EA6-8A9D-B717644E76E7}"/>
          </ac:spMkLst>
        </pc:spChg>
        <pc:picChg chg="add mod">
          <ac:chgData name="Hironari Yamada" userId="e57621f8-ec3c-449e-bb19-001fffcc008e" providerId="ADAL" clId="{BC0BD879-F267-5CCA-8DEA-E3B2DD07DA4E}" dt="2026-08-27T13:35:31.001" v="27354" actId="1076"/>
          <ac:picMkLst>
            <pc:docMk/>
            <pc:sldMk cId="4275512787" sldId="2076139079"/>
            <ac:picMk id="5" creationId="{840A6BC9-9A47-0ED7-4EF5-F9B0378B6369}"/>
          </ac:picMkLst>
        </pc:picChg>
      </pc:sldChg>
      <pc:sldChg chg="addSp delSp modSp add mod">
        <pc:chgData name="Hironari Yamada" userId="e57621f8-ec3c-449e-bb19-001fffcc008e" providerId="ADAL" clId="{BC0BD879-F267-5CCA-8DEA-E3B2DD07DA4E}" dt="2026-08-27T13:47:12.385" v="28060" actId="2711"/>
        <pc:sldMkLst>
          <pc:docMk/>
          <pc:sldMk cId="2049973826" sldId="2076139080"/>
        </pc:sldMkLst>
        <pc:spChg chg="mod">
          <ac:chgData name="Hironari Yamada" userId="e57621f8-ec3c-449e-bb19-001fffcc008e" providerId="ADAL" clId="{BC0BD879-F267-5CCA-8DEA-E3B2DD07DA4E}" dt="2026-08-27T13:45:02.340" v="27933" actId="20577"/>
          <ac:spMkLst>
            <pc:docMk/>
            <pc:sldMk cId="2049973826" sldId="2076139080"/>
            <ac:spMk id="3" creationId="{B694E21F-146A-0938-B8DE-E5C514F73866}"/>
          </ac:spMkLst>
        </pc:spChg>
        <pc:spChg chg="mod">
          <ac:chgData name="Hironari Yamada" userId="e57621f8-ec3c-449e-bb19-001fffcc008e" providerId="ADAL" clId="{BC0BD879-F267-5CCA-8DEA-E3B2DD07DA4E}" dt="2026-08-27T13:42:46.443" v="27643" actId="20577"/>
          <ac:spMkLst>
            <pc:docMk/>
            <pc:sldMk cId="2049973826" sldId="2076139080"/>
            <ac:spMk id="9" creationId="{8B6CC566-74BF-0E52-F2B1-C9ADF6F9563B}"/>
          </ac:spMkLst>
        </pc:spChg>
        <pc:graphicFrameChg chg="add mod modGraphic">
          <ac:chgData name="Hironari Yamada" userId="e57621f8-ec3c-449e-bb19-001fffcc008e" providerId="ADAL" clId="{BC0BD879-F267-5CCA-8DEA-E3B2DD07DA4E}" dt="2026-08-27T13:47:12.385" v="28060" actId="2711"/>
          <ac:graphicFrameMkLst>
            <pc:docMk/>
            <pc:sldMk cId="2049973826" sldId="2076139080"/>
            <ac:graphicFrameMk id="8" creationId="{B8FF4D7F-4E08-4BAF-172B-41A9B4CA3CDE}"/>
          </ac:graphicFrameMkLst>
        </pc:graphicFrameChg>
      </pc:sldChg>
      <pc:sldChg chg="addSp delSp modSp add mod">
        <pc:chgData name="Hironari Yamada" userId="e57621f8-ec3c-449e-bb19-001fffcc008e" providerId="ADAL" clId="{BC0BD879-F267-5CCA-8DEA-E3B2DD07DA4E}" dt="2026-08-28T06:59:24.405" v="28641"/>
        <pc:sldMkLst>
          <pc:docMk/>
          <pc:sldMk cId="238487136" sldId="2076139081"/>
        </pc:sldMkLst>
        <pc:spChg chg="mod">
          <ac:chgData name="Hironari Yamada" userId="e57621f8-ec3c-449e-bb19-001fffcc008e" providerId="ADAL" clId="{BC0BD879-F267-5CCA-8DEA-E3B2DD07DA4E}" dt="2026-08-28T06:54:22.963" v="28405" actId="20577"/>
          <ac:spMkLst>
            <pc:docMk/>
            <pc:sldMk cId="238487136" sldId="2076139081"/>
            <ac:spMk id="3" creationId="{187F6E91-A48D-5D4B-2E09-9D9C49EC4B15}"/>
          </ac:spMkLst>
        </pc:spChg>
        <pc:spChg chg="mod">
          <ac:chgData name="Hironari Yamada" userId="e57621f8-ec3c-449e-bb19-001fffcc008e" providerId="ADAL" clId="{BC0BD879-F267-5CCA-8DEA-E3B2DD07DA4E}" dt="2026-08-28T06:53:39.623" v="28179" actId="20577"/>
          <ac:spMkLst>
            <pc:docMk/>
            <pc:sldMk cId="238487136" sldId="2076139081"/>
            <ac:spMk id="9" creationId="{ECDF7538-DF53-B1DF-DF80-09210B650A04}"/>
          </ac:spMkLst>
        </pc:spChg>
        <pc:spChg chg="add mod">
          <ac:chgData name="Hironari Yamada" userId="e57621f8-ec3c-449e-bb19-001fffcc008e" providerId="ADAL" clId="{BC0BD879-F267-5CCA-8DEA-E3B2DD07DA4E}" dt="2026-08-28T06:56:05.855" v="28574" actId="1076"/>
          <ac:spMkLst>
            <pc:docMk/>
            <pc:sldMk cId="238487136" sldId="2076139081"/>
            <ac:spMk id="10" creationId="{B7B68F79-9E21-0953-B3F8-1E23BB329840}"/>
          </ac:spMkLst>
        </pc:spChg>
        <pc:spChg chg="add mod">
          <ac:chgData name="Hironari Yamada" userId="e57621f8-ec3c-449e-bb19-001fffcc008e" providerId="ADAL" clId="{BC0BD879-F267-5CCA-8DEA-E3B2DD07DA4E}" dt="2026-08-28T06:56:14.498" v="28579" actId="14100"/>
          <ac:spMkLst>
            <pc:docMk/>
            <pc:sldMk cId="238487136" sldId="2076139081"/>
            <ac:spMk id="11" creationId="{5049EFF5-113C-11AB-D42C-7E26C2AFDDBB}"/>
          </ac:spMkLst>
        </pc:spChg>
        <pc:spChg chg="add mod">
          <ac:chgData name="Hironari Yamada" userId="e57621f8-ec3c-449e-bb19-001fffcc008e" providerId="ADAL" clId="{BC0BD879-F267-5CCA-8DEA-E3B2DD07DA4E}" dt="2026-08-28T06:56:19.325" v="28581" actId="14100"/>
          <ac:spMkLst>
            <pc:docMk/>
            <pc:sldMk cId="238487136" sldId="2076139081"/>
            <ac:spMk id="12" creationId="{6785DA78-E675-7EB1-6A74-A32F3BDB1B60}"/>
          </ac:spMkLst>
        </pc:spChg>
        <pc:spChg chg="add mod">
          <ac:chgData name="Hironari Yamada" userId="e57621f8-ec3c-449e-bb19-001fffcc008e" providerId="ADAL" clId="{BC0BD879-F267-5CCA-8DEA-E3B2DD07DA4E}" dt="2026-08-28T06:58:39.337" v="28599" actId="1076"/>
          <ac:spMkLst>
            <pc:docMk/>
            <pc:sldMk cId="238487136" sldId="2076139081"/>
            <ac:spMk id="15" creationId="{D0CEE8D5-351C-0545-5527-03B6012343EC}"/>
          </ac:spMkLst>
        </pc:spChg>
        <pc:spChg chg="add mod">
          <ac:chgData name="Hironari Yamada" userId="e57621f8-ec3c-449e-bb19-001fffcc008e" providerId="ADAL" clId="{BC0BD879-F267-5CCA-8DEA-E3B2DD07DA4E}" dt="2026-08-28T06:58:51.849" v="28603" actId="1076"/>
          <ac:spMkLst>
            <pc:docMk/>
            <pc:sldMk cId="238487136" sldId="2076139081"/>
            <ac:spMk id="16" creationId="{CF36A4A1-F761-92B1-CA30-06408B84CF4A}"/>
          </ac:spMkLst>
        </pc:spChg>
        <pc:spChg chg="add mod">
          <ac:chgData name="Hironari Yamada" userId="e57621f8-ec3c-449e-bb19-001fffcc008e" providerId="ADAL" clId="{BC0BD879-F267-5CCA-8DEA-E3B2DD07DA4E}" dt="2026-08-28T06:59:03.327" v="28640" actId="20577"/>
          <ac:spMkLst>
            <pc:docMk/>
            <pc:sldMk cId="238487136" sldId="2076139081"/>
            <ac:spMk id="17" creationId="{D8125B6C-40D9-7A43-706B-E703E5EDF36B}"/>
          </ac:spMkLst>
        </pc:spChg>
        <pc:picChg chg="add mod">
          <ac:chgData name="Hironari Yamada" userId="e57621f8-ec3c-449e-bb19-001fffcc008e" providerId="ADAL" clId="{BC0BD879-F267-5CCA-8DEA-E3B2DD07DA4E}" dt="2026-08-28T06:56:08.017" v="28576" actId="1076"/>
          <ac:picMkLst>
            <pc:docMk/>
            <pc:sldMk cId="238487136" sldId="2076139081"/>
            <ac:picMk id="7" creationId="{87311566-2006-EAC0-A9EB-66E68962D347}"/>
          </ac:picMkLst>
        </pc:picChg>
        <pc:picChg chg="add mod">
          <ac:chgData name="Hironari Yamada" userId="e57621f8-ec3c-449e-bb19-001fffcc008e" providerId="ADAL" clId="{BC0BD879-F267-5CCA-8DEA-E3B2DD07DA4E}" dt="2026-08-28T06:58:44.824" v="28601" actId="692"/>
          <ac:picMkLst>
            <pc:docMk/>
            <pc:sldMk cId="238487136" sldId="2076139081"/>
            <ac:picMk id="14" creationId="{4554B032-B55C-592F-A071-D866CB93A49F}"/>
          </ac:picMkLst>
        </pc:picChg>
      </pc:sldChg>
      <pc:sldChg chg="addSp delSp modSp add mod">
        <pc:chgData name="Hironari Yamada" userId="e57621f8-ec3c-449e-bb19-001fffcc008e" providerId="ADAL" clId="{BC0BD879-F267-5CCA-8DEA-E3B2DD07DA4E}" dt="2026-08-28T07:05:11.426" v="28901" actId="1076"/>
        <pc:sldMkLst>
          <pc:docMk/>
          <pc:sldMk cId="2001835313" sldId="2076139082"/>
        </pc:sldMkLst>
        <pc:spChg chg="mod">
          <ac:chgData name="Hironari Yamada" userId="e57621f8-ec3c-449e-bb19-001fffcc008e" providerId="ADAL" clId="{BC0BD879-F267-5CCA-8DEA-E3B2DD07DA4E}" dt="2026-08-28T07:01:20.324" v="28787" actId="20577"/>
          <ac:spMkLst>
            <pc:docMk/>
            <pc:sldMk cId="2001835313" sldId="2076139082"/>
            <ac:spMk id="3" creationId="{F7C3BF34-E762-D9BF-5679-F97A17C9B9F5}"/>
          </ac:spMkLst>
        </pc:spChg>
        <pc:spChg chg="mod">
          <ac:chgData name="Hironari Yamada" userId="e57621f8-ec3c-449e-bb19-001fffcc008e" providerId="ADAL" clId="{BC0BD879-F267-5CCA-8DEA-E3B2DD07DA4E}" dt="2026-08-28T06:59:41.686" v="28678" actId="20577"/>
          <ac:spMkLst>
            <pc:docMk/>
            <pc:sldMk cId="2001835313" sldId="2076139082"/>
            <ac:spMk id="9" creationId="{C7AE1BCB-7A69-AD53-5CD7-E0FC561611B5}"/>
          </ac:spMkLst>
        </pc:spChg>
        <pc:spChg chg="add mod">
          <ac:chgData name="Hironari Yamada" userId="e57621f8-ec3c-449e-bb19-001fffcc008e" providerId="ADAL" clId="{BC0BD879-F267-5CCA-8DEA-E3B2DD07DA4E}" dt="2026-08-28T07:03:19.540" v="28798" actId="14100"/>
          <ac:spMkLst>
            <pc:docMk/>
            <pc:sldMk cId="2001835313" sldId="2076139082"/>
            <ac:spMk id="13" creationId="{7AEBD38A-2EE2-CD3A-CA02-56B6E3E259CF}"/>
          </ac:spMkLst>
        </pc:spChg>
        <pc:spChg chg="add mod">
          <ac:chgData name="Hironari Yamada" userId="e57621f8-ec3c-449e-bb19-001fffcc008e" providerId="ADAL" clId="{BC0BD879-F267-5CCA-8DEA-E3B2DD07DA4E}" dt="2026-08-28T07:03:26.125" v="28802" actId="14100"/>
          <ac:spMkLst>
            <pc:docMk/>
            <pc:sldMk cId="2001835313" sldId="2076139082"/>
            <ac:spMk id="18" creationId="{D7B1D5C9-1966-4CD2-2ED5-37350F9F6A3D}"/>
          </ac:spMkLst>
        </pc:spChg>
        <pc:spChg chg="add mod">
          <ac:chgData name="Hironari Yamada" userId="e57621f8-ec3c-449e-bb19-001fffcc008e" providerId="ADAL" clId="{BC0BD879-F267-5CCA-8DEA-E3B2DD07DA4E}" dt="2026-08-28T07:04:22.422" v="28813" actId="1035"/>
          <ac:spMkLst>
            <pc:docMk/>
            <pc:sldMk cId="2001835313" sldId="2076139082"/>
            <ac:spMk id="21" creationId="{0D4CE1D9-6228-1DBB-76C3-A170AFAF5238}"/>
          </ac:spMkLst>
        </pc:spChg>
        <pc:spChg chg="add mod">
          <ac:chgData name="Hironari Yamada" userId="e57621f8-ec3c-449e-bb19-001fffcc008e" providerId="ADAL" clId="{BC0BD879-F267-5CCA-8DEA-E3B2DD07DA4E}" dt="2026-08-28T07:05:11.426" v="28901" actId="1076"/>
          <ac:spMkLst>
            <pc:docMk/>
            <pc:sldMk cId="2001835313" sldId="2076139082"/>
            <ac:spMk id="22" creationId="{F619A6FB-D1EC-0544-3292-5A2F688587FB}"/>
          </ac:spMkLst>
        </pc:spChg>
        <pc:spChg chg="add mod">
          <ac:chgData name="Hironari Yamada" userId="e57621f8-ec3c-449e-bb19-001fffcc008e" providerId="ADAL" clId="{BC0BD879-F267-5CCA-8DEA-E3B2DD07DA4E}" dt="2026-08-28T07:04:51.328" v="28872" actId="20577"/>
          <ac:spMkLst>
            <pc:docMk/>
            <pc:sldMk cId="2001835313" sldId="2076139082"/>
            <ac:spMk id="23" creationId="{5E9C52FA-B7BA-C311-FD28-92AD7408C062}"/>
          </ac:spMkLst>
        </pc:spChg>
        <pc:spChg chg="add mod">
          <ac:chgData name="Hironari Yamada" userId="e57621f8-ec3c-449e-bb19-001fffcc008e" providerId="ADAL" clId="{BC0BD879-F267-5CCA-8DEA-E3B2DD07DA4E}" dt="2026-08-28T07:05:01.602" v="28900" actId="20577"/>
          <ac:spMkLst>
            <pc:docMk/>
            <pc:sldMk cId="2001835313" sldId="2076139082"/>
            <ac:spMk id="24" creationId="{3FC307C3-A6FC-C29A-0133-A24BAF703C94}"/>
          </ac:spMkLst>
        </pc:spChg>
        <pc:picChg chg="add mod">
          <ac:chgData name="Hironari Yamada" userId="e57621f8-ec3c-449e-bb19-001fffcc008e" providerId="ADAL" clId="{BC0BD879-F267-5CCA-8DEA-E3B2DD07DA4E}" dt="2026-08-28T07:03:01.360" v="28792" actId="14100"/>
          <ac:picMkLst>
            <pc:docMk/>
            <pc:sldMk cId="2001835313" sldId="2076139082"/>
            <ac:picMk id="8" creationId="{D61E8F42-ED5C-37D2-4B85-BF12ED796F55}"/>
          </ac:picMkLst>
        </pc:picChg>
        <pc:picChg chg="add mod">
          <ac:chgData name="Hironari Yamada" userId="e57621f8-ec3c-449e-bb19-001fffcc008e" providerId="ADAL" clId="{BC0BD879-F267-5CCA-8DEA-E3B2DD07DA4E}" dt="2026-08-28T07:04:09.332" v="28806" actId="1076"/>
          <ac:picMkLst>
            <pc:docMk/>
            <pc:sldMk cId="2001835313" sldId="2076139082"/>
            <ac:picMk id="20" creationId="{D2C5235A-8513-7AD5-3C40-94906DD74F17}"/>
          </ac:picMkLst>
        </pc:picChg>
      </pc:sldChg>
      <pc:sldChg chg="addSp delSp modSp add del mod">
        <pc:chgData name="Hironari Yamada" userId="e57621f8-ec3c-449e-bb19-001fffcc008e" providerId="ADAL" clId="{BC0BD879-F267-5CCA-8DEA-E3B2DD07DA4E}" dt="2026-08-31T14:54:07.392" v="43734" actId="2696"/>
        <pc:sldMkLst>
          <pc:docMk/>
          <pc:sldMk cId="798907414" sldId="2076139083"/>
        </pc:sldMkLst>
      </pc:sldChg>
      <pc:sldChg chg="addSp delSp modSp add del mod">
        <pc:chgData name="Hironari Yamada" userId="e57621f8-ec3c-449e-bb19-001fffcc008e" providerId="ADAL" clId="{BC0BD879-F267-5CCA-8DEA-E3B2DD07DA4E}" dt="2026-08-31T14:54:07.407" v="43741" actId="2696"/>
        <pc:sldMkLst>
          <pc:docMk/>
          <pc:sldMk cId="911361243" sldId="2076139084"/>
        </pc:sldMkLst>
        <pc:spChg chg="mod">
          <ac:chgData name="Hironari Yamada" userId="e57621f8-ec3c-449e-bb19-001fffcc008e" providerId="ADAL" clId="{BC0BD879-F267-5CCA-8DEA-E3B2DD07DA4E}" dt="2026-08-31T00:41:50.349" v="29271" actId="20577"/>
          <ac:spMkLst>
            <pc:docMk/>
            <pc:sldMk cId="911361243" sldId="2076139084"/>
            <ac:spMk id="3" creationId="{B78A5143-F4F6-788D-4AE9-D7C8AB508525}"/>
          </ac:spMkLst>
        </pc:spChg>
        <pc:spChg chg="add mod">
          <ac:chgData name="Hironari Yamada" userId="e57621f8-ec3c-449e-bb19-001fffcc008e" providerId="ADAL" clId="{BC0BD879-F267-5CCA-8DEA-E3B2DD07DA4E}" dt="2026-08-31T00:43:37.086" v="29289" actId="692"/>
          <ac:spMkLst>
            <pc:docMk/>
            <pc:sldMk cId="911361243" sldId="2076139084"/>
            <ac:spMk id="10" creationId="{6A86DD20-3A85-DDB9-30BB-4FDE6D53A392}"/>
          </ac:spMkLst>
        </pc:spChg>
        <pc:spChg chg="add mod">
          <ac:chgData name="Hironari Yamada" userId="e57621f8-ec3c-449e-bb19-001fffcc008e" providerId="ADAL" clId="{BC0BD879-F267-5CCA-8DEA-E3B2DD07DA4E}" dt="2026-08-31T00:44:25.879" v="29507" actId="207"/>
          <ac:spMkLst>
            <pc:docMk/>
            <pc:sldMk cId="911361243" sldId="2076139084"/>
            <ac:spMk id="11" creationId="{6DC160F3-2AD0-7DC7-39D4-9FAABFF3CB9B}"/>
          </ac:spMkLst>
        </pc:spChg>
        <pc:spChg chg="add mod">
          <ac:chgData name="Hironari Yamada" userId="e57621f8-ec3c-449e-bb19-001fffcc008e" providerId="ADAL" clId="{BC0BD879-F267-5CCA-8DEA-E3B2DD07DA4E}" dt="2026-08-31T00:45:44.542" v="29515" actId="14100"/>
          <ac:spMkLst>
            <pc:docMk/>
            <pc:sldMk cId="911361243" sldId="2076139084"/>
            <ac:spMk id="13" creationId="{B36D11BF-046E-0CB2-EB35-EBD05D3F38BB}"/>
          </ac:spMkLst>
        </pc:spChg>
        <pc:spChg chg="add mod">
          <ac:chgData name="Hironari Yamada" userId="e57621f8-ec3c-449e-bb19-001fffcc008e" providerId="ADAL" clId="{BC0BD879-F267-5CCA-8DEA-E3B2DD07DA4E}" dt="2026-08-31T00:45:59.212" v="29550" actId="14100"/>
          <ac:spMkLst>
            <pc:docMk/>
            <pc:sldMk cId="911361243" sldId="2076139084"/>
            <ac:spMk id="14" creationId="{6450EB8C-B068-864F-5978-B6FA3189EFCE}"/>
          </ac:spMkLst>
        </pc:spChg>
        <pc:spChg chg="add mod">
          <ac:chgData name="Hironari Yamada" userId="e57621f8-ec3c-449e-bb19-001fffcc008e" providerId="ADAL" clId="{BC0BD879-F267-5CCA-8DEA-E3B2DD07DA4E}" dt="2026-08-31T00:48:43.538" v="29551"/>
          <ac:spMkLst>
            <pc:docMk/>
            <pc:sldMk cId="911361243" sldId="2076139084"/>
            <ac:spMk id="15" creationId="{A5FE1862-3CDC-E575-4502-8B12BA10A970}"/>
          </ac:spMkLst>
        </pc:spChg>
        <pc:picChg chg="add del mod">
          <ac:chgData name="Hironari Yamada" userId="e57621f8-ec3c-449e-bb19-001fffcc008e" providerId="ADAL" clId="{BC0BD879-F267-5CCA-8DEA-E3B2DD07DA4E}" dt="2026-08-31T00:42:35.906" v="29274" actId="478"/>
          <ac:picMkLst>
            <pc:docMk/>
            <pc:sldMk cId="911361243" sldId="2076139084"/>
            <ac:picMk id="7" creationId="{A1EB3EE9-3516-2AC9-38B1-0304A2BCB009}"/>
          </ac:picMkLst>
        </pc:picChg>
        <pc:picChg chg="add mod">
          <ac:chgData name="Hironari Yamada" userId="e57621f8-ec3c-449e-bb19-001fffcc008e" providerId="ADAL" clId="{BC0BD879-F267-5CCA-8DEA-E3B2DD07DA4E}" dt="2026-08-31T00:45:46.150" v="29517" actId="1076"/>
          <ac:picMkLst>
            <pc:docMk/>
            <pc:sldMk cId="911361243" sldId="2076139084"/>
            <ac:picMk id="8" creationId="{0845AE41-C548-184A-B56B-2CFFD6F6F543}"/>
          </ac:picMkLst>
        </pc:picChg>
        <pc:picChg chg="add mod">
          <ac:chgData name="Hironari Yamada" userId="e57621f8-ec3c-449e-bb19-001fffcc008e" providerId="ADAL" clId="{BC0BD879-F267-5CCA-8DEA-E3B2DD07DA4E}" dt="2026-08-31T00:45:36.191" v="29511" actId="14100"/>
          <ac:picMkLst>
            <pc:docMk/>
            <pc:sldMk cId="911361243" sldId="2076139084"/>
            <ac:picMk id="12" creationId="{B14CAE56-C8FF-E6FE-8789-73C27DFC47FC}"/>
          </ac:picMkLst>
        </pc:picChg>
      </pc:sldChg>
      <pc:sldChg chg="addSp delSp modSp add del mod">
        <pc:chgData name="Hironari Yamada" userId="e57621f8-ec3c-449e-bb19-001fffcc008e" providerId="ADAL" clId="{BC0BD879-F267-5CCA-8DEA-E3B2DD07DA4E}" dt="2026-08-31T14:54:07.424" v="43753" actId="2696"/>
        <pc:sldMkLst>
          <pc:docMk/>
          <pc:sldMk cId="2055674530" sldId="2076139085"/>
        </pc:sldMkLst>
        <pc:spChg chg="add mod">
          <ac:chgData name="Hironari Yamada" userId="e57621f8-ec3c-449e-bb19-001fffcc008e" providerId="ADAL" clId="{BC0BD879-F267-5CCA-8DEA-E3B2DD07DA4E}" dt="2026-08-31T00:51:17.709" v="29574" actId="14100"/>
          <ac:spMkLst>
            <pc:docMk/>
            <pc:sldMk cId="2055674530" sldId="2076139085"/>
            <ac:spMk id="7" creationId="{8B73ACD1-D7E5-E9A9-EB95-851AD64AC612}"/>
          </ac:spMkLst>
        </pc:spChg>
        <pc:spChg chg="del">
          <ac:chgData name="Hironari Yamada" userId="e57621f8-ec3c-449e-bb19-001fffcc008e" providerId="ADAL" clId="{BC0BD879-F267-5CCA-8DEA-E3B2DD07DA4E}" dt="2026-08-31T00:49:00.959" v="29553" actId="478"/>
          <ac:spMkLst>
            <pc:docMk/>
            <pc:sldMk cId="2055674530" sldId="2076139085"/>
            <ac:spMk id="10" creationId="{C004AEB3-92B0-689F-B7E4-21195CAA6AB8}"/>
          </ac:spMkLst>
        </pc:spChg>
        <pc:spChg chg="del">
          <ac:chgData name="Hironari Yamada" userId="e57621f8-ec3c-449e-bb19-001fffcc008e" providerId="ADAL" clId="{BC0BD879-F267-5CCA-8DEA-E3B2DD07DA4E}" dt="2026-08-31T00:49:00.959" v="29553" actId="478"/>
          <ac:spMkLst>
            <pc:docMk/>
            <pc:sldMk cId="2055674530" sldId="2076139085"/>
            <ac:spMk id="11" creationId="{E7F9C6BD-E4D4-96DE-9499-929A720B381C}"/>
          </ac:spMkLst>
        </pc:spChg>
        <pc:spChg chg="del">
          <ac:chgData name="Hironari Yamada" userId="e57621f8-ec3c-449e-bb19-001fffcc008e" providerId="ADAL" clId="{BC0BD879-F267-5CCA-8DEA-E3B2DD07DA4E}" dt="2026-08-31T00:49:00.959" v="29553" actId="478"/>
          <ac:spMkLst>
            <pc:docMk/>
            <pc:sldMk cId="2055674530" sldId="2076139085"/>
            <ac:spMk id="13" creationId="{583E1840-4986-1930-8E66-56C997E19198}"/>
          </ac:spMkLst>
        </pc:spChg>
        <pc:spChg chg="del">
          <ac:chgData name="Hironari Yamada" userId="e57621f8-ec3c-449e-bb19-001fffcc008e" providerId="ADAL" clId="{BC0BD879-F267-5CCA-8DEA-E3B2DD07DA4E}" dt="2026-08-31T00:49:00.959" v="29553" actId="478"/>
          <ac:spMkLst>
            <pc:docMk/>
            <pc:sldMk cId="2055674530" sldId="2076139085"/>
            <ac:spMk id="14" creationId="{8B711333-E8AC-21FF-8DB0-E348F291E4F8}"/>
          </ac:spMkLst>
        </pc:spChg>
        <pc:spChg chg="add mod">
          <ac:chgData name="Hironari Yamada" userId="e57621f8-ec3c-449e-bb19-001fffcc008e" providerId="ADAL" clId="{BC0BD879-F267-5CCA-8DEA-E3B2DD07DA4E}" dt="2026-08-31T00:52:29.063" v="29658" actId="1076"/>
          <ac:spMkLst>
            <pc:docMk/>
            <pc:sldMk cId="2055674530" sldId="2076139085"/>
            <ac:spMk id="15" creationId="{977B8176-0044-C9DA-D36A-BCE4070D3736}"/>
          </ac:spMkLst>
        </pc:spChg>
        <pc:spChg chg="add mod">
          <ac:chgData name="Hironari Yamada" userId="e57621f8-ec3c-449e-bb19-001fffcc008e" providerId="ADAL" clId="{BC0BD879-F267-5CCA-8DEA-E3B2DD07DA4E}" dt="2026-08-31T00:52:19.889" v="29656" actId="1076"/>
          <ac:spMkLst>
            <pc:docMk/>
            <pc:sldMk cId="2055674530" sldId="2076139085"/>
            <ac:spMk id="16" creationId="{4E258268-5ACA-6283-57A6-C7FF2A215B8D}"/>
          </ac:spMkLst>
        </pc:spChg>
        <pc:spChg chg="add mod">
          <ac:chgData name="Hironari Yamada" userId="e57621f8-ec3c-449e-bb19-001fffcc008e" providerId="ADAL" clId="{BC0BD879-F267-5CCA-8DEA-E3B2DD07DA4E}" dt="2026-08-31T00:53:03.008" v="29745" actId="1076"/>
          <ac:spMkLst>
            <pc:docMk/>
            <pc:sldMk cId="2055674530" sldId="2076139085"/>
            <ac:spMk id="17" creationId="{DAC24387-2BF6-D293-0C0C-362D2A5B7109}"/>
          </ac:spMkLst>
        </pc:spChg>
        <pc:picChg chg="add mod">
          <ac:chgData name="Hironari Yamada" userId="e57621f8-ec3c-449e-bb19-001fffcc008e" providerId="ADAL" clId="{BC0BD879-F267-5CCA-8DEA-E3B2DD07DA4E}" dt="2026-08-31T00:51:11.798" v="29572" actId="1076"/>
          <ac:picMkLst>
            <pc:docMk/>
            <pc:sldMk cId="2055674530" sldId="2076139085"/>
            <ac:picMk id="5" creationId="{548B2F9A-3BCE-D507-18DD-50128D39D587}"/>
          </ac:picMkLst>
        </pc:picChg>
        <pc:picChg chg="del">
          <ac:chgData name="Hironari Yamada" userId="e57621f8-ec3c-449e-bb19-001fffcc008e" providerId="ADAL" clId="{BC0BD879-F267-5CCA-8DEA-E3B2DD07DA4E}" dt="2026-08-31T00:49:00.959" v="29553" actId="478"/>
          <ac:picMkLst>
            <pc:docMk/>
            <pc:sldMk cId="2055674530" sldId="2076139085"/>
            <ac:picMk id="8" creationId="{FEF94486-E99E-97F8-EAFA-345B4F9E284A}"/>
          </ac:picMkLst>
        </pc:picChg>
        <pc:picChg chg="del">
          <ac:chgData name="Hironari Yamada" userId="e57621f8-ec3c-449e-bb19-001fffcc008e" providerId="ADAL" clId="{BC0BD879-F267-5CCA-8DEA-E3B2DD07DA4E}" dt="2026-08-31T00:49:00.959" v="29553" actId="478"/>
          <ac:picMkLst>
            <pc:docMk/>
            <pc:sldMk cId="2055674530" sldId="2076139085"/>
            <ac:picMk id="12" creationId="{7075E718-A392-F454-E1A4-75CF50C8D825}"/>
          </ac:picMkLst>
        </pc:picChg>
      </pc:sldChg>
      <pc:sldChg chg="addSp delSp modSp add del mod">
        <pc:chgData name="Hironari Yamada" userId="e57621f8-ec3c-449e-bb19-001fffcc008e" providerId="ADAL" clId="{BC0BD879-F267-5CCA-8DEA-E3B2DD07DA4E}" dt="2026-08-31T14:54:07.462" v="43786" actId="2696"/>
        <pc:sldMkLst>
          <pc:docMk/>
          <pc:sldMk cId="3402580462" sldId="2076139086"/>
        </pc:sldMkLst>
        <pc:spChg chg="mod">
          <ac:chgData name="Hironari Yamada" userId="e57621f8-ec3c-449e-bb19-001fffcc008e" providerId="ADAL" clId="{BC0BD879-F267-5CCA-8DEA-E3B2DD07DA4E}" dt="2026-08-31T00:56:39.721" v="30007" actId="20577"/>
          <ac:spMkLst>
            <pc:docMk/>
            <pc:sldMk cId="3402580462" sldId="2076139086"/>
            <ac:spMk id="3" creationId="{37DA0B14-AF4F-2B17-8288-1E7E42AFFC2B}"/>
          </ac:spMkLst>
        </pc:spChg>
        <pc:spChg chg="del">
          <ac:chgData name="Hironari Yamada" userId="e57621f8-ec3c-449e-bb19-001fffcc008e" providerId="ADAL" clId="{BC0BD879-F267-5CCA-8DEA-E3B2DD07DA4E}" dt="2026-08-31T00:53:35.038" v="29775" actId="478"/>
          <ac:spMkLst>
            <pc:docMk/>
            <pc:sldMk cId="3402580462" sldId="2076139086"/>
            <ac:spMk id="7" creationId="{07AD4CDC-77F8-6444-25CC-E6829AA6FE88}"/>
          </ac:spMkLst>
        </pc:spChg>
        <pc:spChg chg="mod">
          <ac:chgData name="Hironari Yamada" userId="e57621f8-ec3c-449e-bb19-001fffcc008e" providerId="ADAL" clId="{BC0BD879-F267-5CCA-8DEA-E3B2DD07DA4E}" dt="2026-08-31T00:53:31.154" v="29774" actId="20577"/>
          <ac:spMkLst>
            <pc:docMk/>
            <pc:sldMk cId="3402580462" sldId="2076139086"/>
            <ac:spMk id="9" creationId="{E42A8A9C-645F-80E7-1CD6-A3E02B433F5F}"/>
          </ac:spMkLst>
        </pc:spChg>
        <pc:spChg chg="add mod">
          <ac:chgData name="Hironari Yamada" userId="e57621f8-ec3c-449e-bb19-001fffcc008e" providerId="ADAL" clId="{BC0BD879-F267-5CCA-8DEA-E3B2DD07DA4E}" dt="2026-08-31T00:54:51.012" v="29913" actId="14100"/>
          <ac:spMkLst>
            <pc:docMk/>
            <pc:sldMk cId="3402580462" sldId="2076139086"/>
            <ac:spMk id="10" creationId="{304375FC-9995-C73D-809D-1F55BB06FD38}"/>
          </ac:spMkLst>
        </pc:spChg>
        <pc:spChg chg="add mod">
          <ac:chgData name="Hironari Yamada" userId="e57621f8-ec3c-449e-bb19-001fffcc008e" providerId="ADAL" clId="{BC0BD879-F267-5CCA-8DEA-E3B2DD07DA4E}" dt="2026-08-31T00:55:08.140" v="29944" actId="1076"/>
          <ac:spMkLst>
            <pc:docMk/>
            <pc:sldMk cId="3402580462" sldId="2076139086"/>
            <ac:spMk id="11" creationId="{A09EA6E9-F882-EB61-87DF-843D3A780F18}"/>
          </ac:spMkLst>
        </pc:spChg>
        <pc:spChg chg="add mod">
          <ac:chgData name="Hironari Yamada" userId="e57621f8-ec3c-449e-bb19-001fffcc008e" providerId="ADAL" clId="{BC0BD879-F267-5CCA-8DEA-E3B2DD07DA4E}" dt="2026-08-31T00:56:11.412" v="29951" actId="14100"/>
          <ac:spMkLst>
            <pc:docMk/>
            <pc:sldMk cId="3402580462" sldId="2076139086"/>
            <ac:spMk id="13" creationId="{D4BF08E3-4B78-8792-AF9F-5197C17DF888}"/>
          </ac:spMkLst>
        </pc:spChg>
        <pc:spChg chg="add mod">
          <ac:chgData name="Hironari Yamada" userId="e57621f8-ec3c-449e-bb19-001fffcc008e" providerId="ADAL" clId="{BC0BD879-F267-5CCA-8DEA-E3B2DD07DA4E}" dt="2026-08-31T00:56:16.796" v="29954" actId="14100"/>
          <ac:spMkLst>
            <pc:docMk/>
            <pc:sldMk cId="3402580462" sldId="2076139086"/>
            <ac:spMk id="14" creationId="{90227E20-A792-B7A4-E5B7-9CAFB5C1DD21}"/>
          </ac:spMkLst>
        </pc:spChg>
        <pc:spChg chg="del">
          <ac:chgData name="Hironari Yamada" userId="e57621f8-ec3c-449e-bb19-001fffcc008e" providerId="ADAL" clId="{BC0BD879-F267-5CCA-8DEA-E3B2DD07DA4E}" dt="2026-08-31T00:53:35.038" v="29775" actId="478"/>
          <ac:spMkLst>
            <pc:docMk/>
            <pc:sldMk cId="3402580462" sldId="2076139086"/>
            <ac:spMk id="15" creationId="{03E034D2-6257-1D33-2635-8363A4E5AF54}"/>
          </ac:spMkLst>
        </pc:spChg>
        <pc:spChg chg="del">
          <ac:chgData name="Hironari Yamada" userId="e57621f8-ec3c-449e-bb19-001fffcc008e" providerId="ADAL" clId="{BC0BD879-F267-5CCA-8DEA-E3B2DD07DA4E}" dt="2026-08-31T00:53:35.038" v="29775" actId="478"/>
          <ac:spMkLst>
            <pc:docMk/>
            <pc:sldMk cId="3402580462" sldId="2076139086"/>
            <ac:spMk id="16" creationId="{9E2B45B6-37EE-90F3-9C9F-183D6F98CF95}"/>
          </ac:spMkLst>
        </pc:spChg>
        <pc:spChg chg="del">
          <ac:chgData name="Hironari Yamada" userId="e57621f8-ec3c-449e-bb19-001fffcc008e" providerId="ADAL" clId="{BC0BD879-F267-5CCA-8DEA-E3B2DD07DA4E}" dt="2026-08-31T00:53:35.038" v="29775" actId="478"/>
          <ac:spMkLst>
            <pc:docMk/>
            <pc:sldMk cId="3402580462" sldId="2076139086"/>
            <ac:spMk id="17" creationId="{7BE74004-05F6-29DB-0F60-79E831E0EBC8}"/>
          </ac:spMkLst>
        </pc:spChg>
        <pc:picChg chg="del">
          <ac:chgData name="Hironari Yamada" userId="e57621f8-ec3c-449e-bb19-001fffcc008e" providerId="ADAL" clId="{BC0BD879-F267-5CCA-8DEA-E3B2DD07DA4E}" dt="2026-08-31T00:53:35.038" v="29775" actId="478"/>
          <ac:picMkLst>
            <pc:docMk/>
            <pc:sldMk cId="3402580462" sldId="2076139086"/>
            <ac:picMk id="5" creationId="{789D2CD2-DDE4-A724-015D-67C05CC6E9F4}"/>
          </ac:picMkLst>
        </pc:picChg>
        <pc:picChg chg="add mod">
          <ac:chgData name="Hironari Yamada" userId="e57621f8-ec3c-449e-bb19-001fffcc008e" providerId="ADAL" clId="{BC0BD879-F267-5CCA-8DEA-E3B2DD07DA4E}" dt="2026-08-31T00:54:46.422" v="29912" actId="1076"/>
          <ac:picMkLst>
            <pc:docMk/>
            <pc:sldMk cId="3402580462" sldId="2076139086"/>
            <ac:picMk id="8" creationId="{517DBECA-3943-A87B-A392-F501B48B664B}"/>
          </ac:picMkLst>
        </pc:picChg>
        <pc:picChg chg="add mod">
          <ac:chgData name="Hironari Yamada" userId="e57621f8-ec3c-449e-bb19-001fffcc008e" providerId="ADAL" clId="{BC0BD879-F267-5CCA-8DEA-E3B2DD07DA4E}" dt="2026-08-31T00:56:03.449" v="29948" actId="14100"/>
          <ac:picMkLst>
            <pc:docMk/>
            <pc:sldMk cId="3402580462" sldId="2076139086"/>
            <ac:picMk id="12" creationId="{3F4203B0-117A-E548-EA55-5609EB774446}"/>
          </ac:picMkLst>
        </pc:picChg>
        <pc:picChg chg="add del mod">
          <ac:chgData name="Hironari Yamada" userId="e57621f8-ec3c-449e-bb19-001fffcc008e" providerId="ADAL" clId="{BC0BD879-F267-5CCA-8DEA-E3B2DD07DA4E}" dt="2026-08-31T00:59:08.224" v="30134" actId="21"/>
          <ac:picMkLst>
            <pc:docMk/>
            <pc:sldMk cId="3402580462" sldId="2076139086"/>
            <ac:picMk id="19" creationId="{26C765CE-77E6-3CC0-3117-8835001AA60B}"/>
          </ac:picMkLst>
        </pc:picChg>
      </pc:sldChg>
      <pc:sldChg chg="addSp delSp modSp add del mod">
        <pc:chgData name="Hironari Yamada" userId="e57621f8-ec3c-449e-bb19-001fffcc008e" providerId="ADAL" clId="{BC0BD879-F267-5CCA-8DEA-E3B2DD07DA4E}" dt="2026-08-31T14:54:07.451" v="43784" actId="2696"/>
        <pc:sldMkLst>
          <pc:docMk/>
          <pc:sldMk cId="140267012" sldId="2076139087"/>
        </pc:sldMkLst>
        <pc:spChg chg="mod">
          <ac:chgData name="Hironari Yamada" userId="e57621f8-ec3c-449e-bb19-001fffcc008e" providerId="ADAL" clId="{BC0BD879-F267-5CCA-8DEA-E3B2DD07DA4E}" dt="2026-08-31T00:58:28.385" v="30131" actId="20577"/>
          <ac:spMkLst>
            <pc:docMk/>
            <pc:sldMk cId="140267012" sldId="2076139087"/>
            <ac:spMk id="3" creationId="{F9143CDC-3776-ED61-32A6-26D9F2EFAFD5}"/>
          </ac:spMkLst>
        </pc:spChg>
        <pc:spChg chg="add del">
          <ac:chgData name="Hironari Yamada" userId="e57621f8-ec3c-449e-bb19-001fffcc008e" providerId="ADAL" clId="{BC0BD879-F267-5CCA-8DEA-E3B2DD07DA4E}" dt="2026-08-31T00:57:08.105" v="30048" actId="478"/>
          <ac:spMkLst>
            <pc:docMk/>
            <pc:sldMk cId="140267012" sldId="2076139087"/>
            <ac:spMk id="6" creationId="{67DFBCAE-5E4F-E09D-8F9A-73B0CBACCB18}"/>
          </ac:spMkLst>
        </pc:spChg>
        <pc:spChg chg="mod">
          <ac:chgData name="Hironari Yamada" userId="e57621f8-ec3c-449e-bb19-001fffcc008e" providerId="ADAL" clId="{BC0BD879-F267-5CCA-8DEA-E3B2DD07DA4E}" dt="2026-08-31T00:58:10.343" v="30060"/>
          <ac:spMkLst>
            <pc:docMk/>
            <pc:sldMk cId="140267012" sldId="2076139087"/>
            <ac:spMk id="9" creationId="{1DF4F9E2-D76A-229F-5D6F-853392C41C2B}"/>
          </ac:spMkLst>
        </pc:spChg>
        <pc:spChg chg="del">
          <ac:chgData name="Hironari Yamada" userId="e57621f8-ec3c-449e-bb19-001fffcc008e" providerId="ADAL" clId="{BC0BD879-F267-5CCA-8DEA-E3B2DD07DA4E}" dt="2026-08-31T00:56:47.734" v="30009" actId="478"/>
          <ac:spMkLst>
            <pc:docMk/>
            <pc:sldMk cId="140267012" sldId="2076139087"/>
            <ac:spMk id="10" creationId="{9BDE9BDE-2F54-84D1-927B-F01336EB1320}"/>
          </ac:spMkLst>
        </pc:spChg>
        <pc:spChg chg="del">
          <ac:chgData name="Hironari Yamada" userId="e57621f8-ec3c-449e-bb19-001fffcc008e" providerId="ADAL" clId="{BC0BD879-F267-5CCA-8DEA-E3B2DD07DA4E}" dt="2026-08-31T00:56:47.734" v="30009" actId="478"/>
          <ac:spMkLst>
            <pc:docMk/>
            <pc:sldMk cId="140267012" sldId="2076139087"/>
            <ac:spMk id="11" creationId="{2AA78DAD-0405-15A6-A999-9863EED0D818}"/>
          </ac:spMkLst>
        </pc:spChg>
        <pc:spChg chg="del">
          <ac:chgData name="Hironari Yamada" userId="e57621f8-ec3c-449e-bb19-001fffcc008e" providerId="ADAL" clId="{BC0BD879-F267-5CCA-8DEA-E3B2DD07DA4E}" dt="2026-08-31T00:56:47.734" v="30009" actId="478"/>
          <ac:spMkLst>
            <pc:docMk/>
            <pc:sldMk cId="140267012" sldId="2076139087"/>
            <ac:spMk id="13" creationId="{CA0CD750-B9DB-BE33-3FB3-FBFE31FAA989}"/>
          </ac:spMkLst>
        </pc:spChg>
        <pc:spChg chg="del">
          <ac:chgData name="Hironari Yamada" userId="e57621f8-ec3c-449e-bb19-001fffcc008e" providerId="ADAL" clId="{BC0BD879-F267-5CCA-8DEA-E3B2DD07DA4E}" dt="2026-08-31T00:56:47.734" v="30009" actId="478"/>
          <ac:spMkLst>
            <pc:docMk/>
            <pc:sldMk cId="140267012" sldId="2076139087"/>
            <ac:spMk id="14" creationId="{B3B9DDB9-1584-224D-3C63-1C3600494976}"/>
          </ac:spMkLst>
        </pc:spChg>
        <pc:spChg chg="add del">
          <ac:chgData name="Hironari Yamada" userId="e57621f8-ec3c-449e-bb19-001fffcc008e" providerId="ADAL" clId="{BC0BD879-F267-5CCA-8DEA-E3B2DD07DA4E}" dt="2026-08-31T01:00:48.982" v="30149" actId="478"/>
          <ac:spMkLst>
            <pc:docMk/>
            <pc:sldMk cId="140267012" sldId="2076139087"/>
            <ac:spMk id="18" creationId="{2515087A-D435-1503-C65B-8CCF7ADE06BE}"/>
          </ac:spMkLst>
        </pc:spChg>
        <pc:spChg chg="add mod">
          <ac:chgData name="Hironari Yamada" userId="e57621f8-ec3c-449e-bb19-001fffcc008e" providerId="ADAL" clId="{BC0BD879-F267-5CCA-8DEA-E3B2DD07DA4E}" dt="2026-08-31T01:01:06.634" v="30156" actId="14100"/>
          <ac:spMkLst>
            <pc:docMk/>
            <pc:sldMk cId="140267012" sldId="2076139087"/>
            <ac:spMk id="19" creationId="{0A9CC7DA-181D-4548-8921-65B5907617F8}"/>
          </ac:spMkLst>
        </pc:spChg>
        <pc:spChg chg="add mod">
          <ac:chgData name="Hironari Yamada" userId="e57621f8-ec3c-449e-bb19-001fffcc008e" providerId="ADAL" clId="{BC0BD879-F267-5CCA-8DEA-E3B2DD07DA4E}" dt="2026-08-31T01:01:18.110" v="30184" actId="1076"/>
          <ac:spMkLst>
            <pc:docMk/>
            <pc:sldMk cId="140267012" sldId="2076139087"/>
            <ac:spMk id="20" creationId="{716C2CE9-16E7-CE6D-4501-0F0A0025F524}"/>
          </ac:spMkLst>
        </pc:spChg>
        <pc:spChg chg="add mod">
          <ac:chgData name="Hironari Yamada" userId="e57621f8-ec3c-449e-bb19-001fffcc008e" providerId="ADAL" clId="{BC0BD879-F267-5CCA-8DEA-E3B2DD07DA4E}" dt="2026-08-31T01:01:26.884" v="30187" actId="14100"/>
          <ac:spMkLst>
            <pc:docMk/>
            <pc:sldMk cId="140267012" sldId="2076139087"/>
            <ac:spMk id="21" creationId="{0CB79C0E-D025-F430-5095-8A1A36F75B4A}"/>
          </ac:spMkLst>
        </pc:spChg>
        <pc:spChg chg="add mod">
          <ac:chgData name="Hironari Yamada" userId="e57621f8-ec3c-449e-bb19-001fffcc008e" providerId="ADAL" clId="{BC0BD879-F267-5CCA-8DEA-E3B2DD07DA4E}" dt="2026-08-31T01:01:35.143" v="30200" actId="20577"/>
          <ac:spMkLst>
            <pc:docMk/>
            <pc:sldMk cId="140267012" sldId="2076139087"/>
            <ac:spMk id="22" creationId="{8C5CEA8F-9881-68A7-50FB-B97C4C17A5B8}"/>
          </ac:spMkLst>
        </pc:spChg>
        <pc:spChg chg="add mod">
          <ac:chgData name="Hironari Yamada" userId="e57621f8-ec3c-449e-bb19-001fffcc008e" providerId="ADAL" clId="{BC0BD879-F267-5CCA-8DEA-E3B2DD07DA4E}" dt="2026-08-31T01:01:43.157" v="30203" actId="14100"/>
          <ac:spMkLst>
            <pc:docMk/>
            <pc:sldMk cId="140267012" sldId="2076139087"/>
            <ac:spMk id="23" creationId="{16612170-45B8-CA57-E689-A57327E9BA33}"/>
          </ac:spMkLst>
        </pc:spChg>
        <pc:spChg chg="add mod">
          <ac:chgData name="Hironari Yamada" userId="e57621f8-ec3c-449e-bb19-001fffcc008e" providerId="ADAL" clId="{BC0BD879-F267-5CCA-8DEA-E3B2DD07DA4E}" dt="2026-08-31T01:01:51.976" v="30206" actId="14100"/>
          <ac:spMkLst>
            <pc:docMk/>
            <pc:sldMk cId="140267012" sldId="2076139087"/>
            <ac:spMk id="24" creationId="{8E1176A9-F47A-0689-7B68-31B04CA8D649}"/>
          </ac:spMkLst>
        </pc:spChg>
        <pc:spChg chg="add mod">
          <ac:chgData name="Hironari Yamada" userId="e57621f8-ec3c-449e-bb19-001fffcc008e" providerId="ADAL" clId="{BC0BD879-F267-5CCA-8DEA-E3B2DD07DA4E}" dt="2026-08-31T01:01:55.472" v="30208" actId="1076"/>
          <ac:spMkLst>
            <pc:docMk/>
            <pc:sldMk cId="140267012" sldId="2076139087"/>
            <ac:spMk id="25" creationId="{790D7952-9A0D-FE2C-8CBB-3509B973C8A7}"/>
          </ac:spMkLst>
        </pc:spChg>
        <pc:spChg chg="add mod">
          <ac:chgData name="Hironari Yamada" userId="e57621f8-ec3c-449e-bb19-001fffcc008e" providerId="ADAL" clId="{BC0BD879-F267-5CCA-8DEA-E3B2DD07DA4E}" dt="2026-08-31T01:02:09.664" v="30227" actId="14100"/>
          <ac:spMkLst>
            <pc:docMk/>
            <pc:sldMk cId="140267012" sldId="2076139087"/>
            <ac:spMk id="26" creationId="{3ED26DF3-B05B-E0AF-3951-CF4854A4C6F8}"/>
          </ac:spMkLst>
        </pc:spChg>
        <pc:spChg chg="add mod">
          <ac:chgData name="Hironari Yamada" userId="e57621f8-ec3c-449e-bb19-001fffcc008e" providerId="ADAL" clId="{BC0BD879-F267-5CCA-8DEA-E3B2DD07DA4E}" dt="2026-08-31T01:02:17.372" v="30230" actId="14100"/>
          <ac:spMkLst>
            <pc:docMk/>
            <pc:sldMk cId="140267012" sldId="2076139087"/>
            <ac:spMk id="27" creationId="{C533EC68-75EA-00EE-4E0D-8310D769D5B4}"/>
          </ac:spMkLst>
        </pc:spChg>
        <pc:spChg chg="add mod">
          <ac:chgData name="Hironari Yamada" userId="e57621f8-ec3c-449e-bb19-001fffcc008e" providerId="ADAL" clId="{BC0BD879-F267-5CCA-8DEA-E3B2DD07DA4E}" dt="2026-08-31T01:02:38.732" v="30293" actId="1076"/>
          <ac:spMkLst>
            <pc:docMk/>
            <pc:sldMk cId="140267012" sldId="2076139087"/>
            <ac:spMk id="28" creationId="{7639D5F9-AAE6-2D77-7A1B-D21BF02B534F}"/>
          </ac:spMkLst>
        </pc:spChg>
        <pc:spChg chg="add mod">
          <ac:chgData name="Hironari Yamada" userId="e57621f8-ec3c-449e-bb19-001fffcc008e" providerId="ADAL" clId="{BC0BD879-F267-5CCA-8DEA-E3B2DD07DA4E}" dt="2026-08-31T01:02:47.898" v="30296" actId="14100"/>
          <ac:spMkLst>
            <pc:docMk/>
            <pc:sldMk cId="140267012" sldId="2076139087"/>
            <ac:spMk id="29" creationId="{BC8E68C7-A912-E28D-2485-C8CB861289DD}"/>
          </ac:spMkLst>
        </pc:spChg>
        <pc:spChg chg="add mod">
          <ac:chgData name="Hironari Yamada" userId="e57621f8-ec3c-449e-bb19-001fffcc008e" providerId="ADAL" clId="{BC0BD879-F267-5CCA-8DEA-E3B2DD07DA4E}" dt="2026-08-31T01:02:55.502" v="30299" actId="14100"/>
          <ac:spMkLst>
            <pc:docMk/>
            <pc:sldMk cId="140267012" sldId="2076139087"/>
            <ac:spMk id="30" creationId="{FE201264-636E-7A2C-6879-3DC2C1938B6F}"/>
          </ac:spMkLst>
        </pc:spChg>
        <pc:picChg chg="add del mod">
          <ac:chgData name="Hironari Yamada" userId="e57621f8-ec3c-449e-bb19-001fffcc008e" providerId="ADAL" clId="{BC0BD879-F267-5CCA-8DEA-E3B2DD07DA4E}" dt="2026-08-31T00:59:17.335" v="30137" actId="478"/>
          <ac:picMkLst>
            <pc:docMk/>
            <pc:sldMk cId="140267012" sldId="2076139087"/>
            <ac:picMk id="7" creationId="{CCF2BBEF-3736-2A4D-0E56-9A4C7EA03B7A}"/>
          </ac:picMkLst>
        </pc:picChg>
        <pc:picChg chg="del">
          <ac:chgData name="Hironari Yamada" userId="e57621f8-ec3c-449e-bb19-001fffcc008e" providerId="ADAL" clId="{BC0BD879-F267-5CCA-8DEA-E3B2DD07DA4E}" dt="2026-08-31T00:56:47.734" v="30009" actId="478"/>
          <ac:picMkLst>
            <pc:docMk/>
            <pc:sldMk cId="140267012" sldId="2076139087"/>
            <ac:picMk id="8" creationId="{20509E70-B200-CE97-A17E-06784AF32C5C}"/>
          </ac:picMkLst>
        </pc:picChg>
        <pc:picChg chg="del">
          <ac:chgData name="Hironari Yamada" userId="e57621f8-ec3c-449e-bb19-001fffcc008e" providerId="ADAL" clId="{BC0BD879-F267-5CCA-8DEA-E3B2DD07DA4E}" dt="2026-08-31T00:56:47.734" v="30009" actId="478"/>
          <ac:picMkLst>
            <pc:docMk/>
            <pc:sldMk cId="140267012" sldId="2076139087"/>
            <ac:picMk id="12" creationId="{9EA6FBB3-EACE-8C56-9CED-0D515C15221F}"/>
          </ac:picMkLst>
        </pc:picChg>
        <pc:picChg chg="add del mod">
          <ac:chgData name="Hironari Yamada" userId="e57621f8-ec3c-449e-bb19-001fffcc008e" providerId="ADAL" clId="{BC0BD879-F267-5CCA-8DEA-E3B2DD07DA4E}" dt="2026-08-31T00:59:16.020" v="30136" actId="478"/>
          <ac:picMkLst>
            <pc:docMk/>
            <pc:sldMk cId="140267012" sldId="2076139087"/>
            <ac:picMk id="15" creationId="{5F4FEC42-60B8-1168-DB6D-511254E9EB8A}"/>
          </ac:picMkLst>
        </pc:picChg>
        <pc:picChg chg="add mod">
          <ac:chgData name="Hironari Yamada" userId="e57621f8-ec3c-449e-bb19-001fffcc008e" providerId="ADAL" clId="{BC0BD879-F267-5CCA-8DEA-E3B2DD07DA4E}" dt="2026-08-31T00:59:51.586" v="30143" actId="14100"/>
          <ac:picMkLst>
            <pc:docMk/>
            <pc:sldMk cId="140267012" sldId="2076139087"/>
            <ac:picMk id="16" creationId="{B7EA1723-0A1C-3EA0-5FCF-B3A90E8E02F0}"/>
          </ac:picMkLst>
        </pc:picChg>
        <pc:picChg chg="add mod">
          <ac:chgData name="Hironari Yamada" userId="e57621f8-ec3c-449e-bb19-001fffcc008e" providerId="ADAL" clId="{BC0BD879-F267-5CCA-8DEA-E3B2DD07DA4E}" dt="2026-08-31T01:00:37.518" v="30147" actId="14100"/>
          <ac:picMkLst>
            <pc:docMk/>
            <pc:sldMk cId="140267012" sldId="2076139087"/>
            <ac:picMk id="17" creationId="{A52D8C87-6391-7A50-176E-EB4DEB692291}"/>
          </ac:picMkLst>
        </pc:picChg>
      </pc:sldChg>
      <pc:sldChg chg="addSp modSp add del mod">
        <pc:chgData name="Hironari Yamada" userId="e57621f8-ec3c-449e-bb19-001fffcc008e" providerId="ADAL" clId="{BC0BD879-F267-5CCA-8DEA-E3B2DD07DA4E}" dt="2026-08-31T14:54:07.442" v="43774" actId="2696"/>
        <pc:sldMkLst>
          <pc:docMk/>
          <pc:sldMk cId="4208754732" sldId="2076139088"/>
        </pc:sldMkLst>
        <pc:spChg chg="mod">
          <ac:chgData name="Hironari Yamada" userId="e57621f8-ec3c-449e-bb19-001fffcc008e" providerId="ADAL" clId="{BC0BD879-F267-5CCA-8DEA-E3B2DD07DA4E}" dt="2026-08-31T02:11:41.978" v="30568" actId="20577"/>
          <ac:spMkLst>
            <pc:docMk/>
            <pc:sldMk cId="4208754732" sldId="2076139088"/>
            <ac:spMk id="3" creationId="{2D768CA0-4328-47CA-1D3A-70649856FA8D}"/>
          </ac:spMkLst>
        </pc:spChg>
        <pc:spChg chg="add mod">
          <ac:chgData name="Hironari Yamada" userId="e57621f8-ec3c-449e-bb19-001fffcc008e" providerId="ADAL" clId="{BC0BD879-F267-5CCA-8DEA-E3B2DD07DA4E}" dt="2026-08-31T02:12:07.229" v="30569"/>
          <ac:spMkLst>
            <pc:docMk/>
            <pc:sldMk cId="4208754732" sldId="2076139088"/>
            <ac:spMk id="6" creationId="{03247D7C-7CED-B101-985B-ED6CF58769B3}"/>
          </ac:spMkLst>
        </pc:spChg>
        <pc:spChg chg="add mod">
          <ac:chgData name="Hironari Yamada" userId="e57621f8-ec3c-449e-bb19-001fffcc008e" providerId="ADAL" clId="{BC0BD879-F267-5CCA-8DEA-E3B2DD07DA4E}" dt="2026-08-31T02:12:07.229" v="30569"/>
          <ac:spMkLst>
            <pc:docMk/>
            <pc:sldMk cId="4208754732" sldId="2076139088"/>
            <ac:spMk id="7" creationId="{E2B692E0-7A5A-F92F-302F-84C789B004AD}"/>
          </ac:spMkLst>
        </pc:spChg>
        <pc:spChg chg="mod">
          <ac:chgData name="Hironari Yamada" userId="e57621f8-ec3c-449e-bb19-001fffcc008e" providerId="ADAL" clId="{BC0BD879-F267-5CCA-8DEA-E3B2DD07DA4E}" dt="2026-08-31T02:11:27.246" v="30492" actId="20577"/>
          <ac:spMkLst>
            <pc:docMk/>
            <pc:sldMk cId="4208754732" sldId="2076139088"/>
            <ac:spMk id="9" creationId="{CCA3A91C-CAD6-C7D8-5648-0EEE263B8C06}"/>
          </ac:spMkLst>
        </pc:spChg>
        <pc:spChg chg="add mod">
          <ac:chgData name="Hironari Yamada" userId="e57621f8-ec3c-449e-bb19-001fffcc008e" providerId="ADAL" clId="{BC0BD879-F267-5CCA-8DEA-E3B2DD07DA4E}" dt="2026-08-31T02:12:07.229" v="30569"/>
          <ac:spMkLst>
            <pc:docMk/>
            <pc:sldMk cId="4208754732" sldId="2076139088"/>
            <ac:spMk id="10" creationId="{728F6FF6-711A-B2AA-4B32-333E93AB3FBA}"/>
          </ac:spMkLst>
        </pc:spChg>
        <pc:spChg chg="add mod">
          <ac:chgData name="Hironari Yamada" userId="e57621f8-ec3c-449e-bb19-001fffcc008e" providerId="ADAL" clId="{BC0BD879-F267-5CCA-8DEA-E3B2DD07DA4E}" dt="2026-08-31T02:12:07.229" v="30569"/>
          <ac:spMkLst>
            <pc:docMk/>
            <pc:sldMk cId="4208754732" sldId="2076139088"/>
            <ac:spMk id="11" creationId="{47A23AFC-1EDC-16BD-484C-D4BDDE38A7FC}"/>
          </ac:spMkLst>
        </pc:spChg>
        <pc:picChg chg="add mod">
          <ac:chgData name="Hironari Yamada" userId="e57621f8-ec3c-449e-bb19-001fffcc008e" providerId="ADAL" clId="{BC0BD879-F267-5CCA-8DEA-E3B2DD07DA4E}" dt="2026-08-31T02:12:07.229" v="30569"/>
          <ac:picMkLst>
            <pc:docMk/>
            <pc:sldMk cId="4208754732" sldId="2076139088"/>
            <ac:picMk id="5" creationId="{78B62B83-A9AA-0483-FB6A-374DA8B275A3}"/>
          </ac:picMkLst>
        </pc:picChg>
        <pc:picChg chg="add mod">
          <ac:chgData name="Hironari Yamada" userId="e57621f8-ec3c-449e-bb19-001fffcc008e" providerId="ADAL" clId="{BC0BD879-F267-5CCA-8DEA-E3B2DD07DA4E}" dt="2026-08-31T02:12:07.229" v="30569"/>
          <ac:picMkLst>
            <pc:docMk/>
            <pc:sldMk cId="4208754732" sldId="2076139088"/>
            <ac:picMk id="8" creationId="{08FC0693-3846-3C80-B9BC-1F4345960A6F}"/>
          </ac:picMkLst>
        </pc:picChg>
      </pc:sldChg>
      <pc:sldChg chg="addSp delSp modSp add mod ord">
        <pc:chgData name="Hironari Yamada" userId="e57621f8-ec3c-449e-bb19-001fffcc008e" providerId="ADAL" clId="{BC0BD879-F267-5CCA-8DEA-E3B2DD07DA4E}" dt="2026-08-31T12:46:46.364" v="38966" actId="20577"/>
        <pc:sldMkLst>
          <pc:docMk/>
          <pc:sldMk cId="1300018326" sldId="2076139089"/>
        </pc:sldMkLst>
        <pc:spChg chg="del">
          <ac:chgData name="Hironari Yamada" userId="e57621f8-ec3c-449e-bb19-001fffcc008e" providerId="ADAL" clId="{BC0BD879-F267-5CCA-8DEA-E3B2DD07DA4E}" dt="2026-08-31T04:30:17.362" v="31308" actId="478"/>
          <ac:spMkLst>
            <pc:docMk/>
            <pc:sldMk cId="1300018326" sldId="2076139089"/>
            <ac:spMk id="3" creationId="{1EDB75F4-19E2-C269-921D-EB1B24F79530}"/>
          </ac:spMkLst>
        </pc:spChg>
        <pc:spChg chg="mod">
          <ac:chgData name="Hironari Yamada" userId="e57621f8-ec3c-449e-bb19-001fffcc008e" providerId="ADAL" clId="{BC0BD879-F267-5CCA-8DEA-E3B2DD07DA4E}" dt="2026-08-31T04:30:53.426" v="31431" actId="20577"/>
          <ac:spMkLst>
            <pc:docMk/>
            <pc:sldMk cId="1300018326" sldId="2076139089"/>
            <ac:spMk id="9" creationId="{6BD1D609-4909-DDA8-9B6E-4C88828CA0EB}"/>
          </ac:spMkLst>
        </pc:spChg>
        <pc:graphicFrameChg chg="add mod modGraphic">
          <ac:chgData name="Hironari Yamada" userId="e57621f8-ec3c-449e-bb19-001fffcc008e" providerId="ADAL" clId="{BC0BD879-F267-5CCA-8DEA-E3B2DD07DA4E}" dt="2026-08-31T12:46:46.364" v="38966" actId="20577"/>
          <ac:graphicFrameMkLst>
            <pc:docMk/>
            <pc:sldMk cId="1300018326" sldId="2076139089"/>
            <ac:graphicFrameMk id="5" creationId="{E86682EB-6AD8-6AA2-D023-1A140E2C92B1}"/>
          </ac:graphicFrameMkLst>
        </pc:graphicFrameChg>
      </pc:sldChg>
      <pc:sldChg chg="addSp delSp modSp add del mod">
        <pc:chgData name="Hironari Yamada" userId="e57621f8-ec3c-449e-bb19-001fffcc008e" providerId="ADAL" clId="{BC0BD879-F267-5CCA-8DEA-E3B2DD07DA4E}" dt="2026-08-31T14:54:07.448" v="43781" actId="2696"/>
        <pc:sldMkLst>
          <pc:docMk/>
          <pc:sldMk cId="1510984981" sldId="2076139090"/>
        </pc:sldMkLst>
        <pc:spChg chg="mod">
          <ac:chgData name="Hironari Yamada" userId="e57621f8-ec3c-449e-bb19-001fffcc008e" providerId="ADAL" clId="{BC0BD879-F267-5CCA-8DEA-E3B2DD07DA4E}" dt="2026-08-31T04:37:59.074" v="31742" actId="20577"/>
          <ac:spMkLst>
            <pc:docMk/>
            <pc:sldMk cId="1510984981" sldId="2076139090"/>
            <ac:spMk id="3" creationId="{54F34B17-6B2E-0DCD-4E0C-789E7269A2EF}"/>
          </ac:spMkLst>
        </pc:spChg>
        <pc:spChg chg="add mod">
          <ac:chgData name="Hironari Yamada" userId="e57621f8-ec3c-449e-bb19-001fffcc008e" providerId="ADAL" clId="{BC0BD879-F267-5CCA-8DEA-E3B2DD07DA4E}" dt="2026-08-31T04:39:45.760" v="31753" actId="14100"/>
          <ac:spMkLst>
            <pc:docMk/>
            <pc:sldMk cId="1510984981" sldId="2076139090"/>
            <ac:spMk id="8" creationId="{184333B4-8476-4472-3BC1-D1E67D2FE2BF}"/>
          </ac:spMkLst>
        </pc:spChg>
        <pc:spChg chg="mod">
          <ac:chgData name="Hironari Yamada" userId="e57621f8-ec3c-449e-bb19-001fffcc008e" providerId="ADAL" clId="{BC0BD879-F267-5CCA-8DEA-E3B2DD07DA4E}" dt="2026-08-31T04:31:55.204" v="31508" actId="20577"/>
          <ac:spMkLst>
            <pc:docMk/>
            <pc:sldMk cId="1510984981" sldId="2076139090"/>
            <ac:spMk id="9" creationId="{CF3BD667-42EF-E7AB-A877-8FB0F8610812}"/>
          </ac:spMkLst>
        </pc:spChg>
        <pc:spChg chg="add mod">
          <ac:chgData name="Hironari Yamada" userId="e57621f8-ec3c-449e-bb19-001fffcc008e" providerId="ADAL" clId="{BC0BD879-F267-5CCA-8DEA-E3B2DD07DA4E}" dt="2026-08-31T04:39:56.604" v="31782" actId="1076"/>
          <ac:spMkLst>
            <pc:docMk/>
            <pc:sldMk cId="1510984981" sldId="2076139090"/>
            <ac:spMk id="10" creationId="{EBDC49ED-6204-457C-CBD5-8F9A2D82CD5D}"/>
          </ac:spMkLst>
        </pc:spChg>
        <pc:spChg chg="add mod">
          <ac:chgData name="Hironari Yamada" userId="e57621f8-ec3c-449e-bb19-001fffcc008e" providerId="ADAL" clId="{BC0BD879-F267-5CCA-8DEA-E3B2DD07DA4E}" dt="2026-08-31T04:40:04.527" v="31784" actId="1076"/>
          <ac:spMkLst>
            <pc:docMk/>
            <pc:sldMk cId="1510984981" sldId="2076139090"/>
            <ac:spMk id="11" creationId="{C39276BD-B953-25A5-1935-DDF460F4050F}"/>
          </ac:spMkLst>
        </pc:spChg>
        <pc:spChg chg="add mod">
          <ac:chgData name="Hironari Yamada" userId="e57621f8-ec3c-449e-bb19-001fffcc008e" providerId="ADAL" clId="{BC0BD879-F267-5CCA-8DEA-E3B2DD07DA4E}" dt="2026-08-31T04:41:11.667" v="31791" actId="14100"/>
          <ac:spMkLst>
            <pc:docMk/>
            <pc:sldMk cId="1510984981" sldId="2076139090"/>
            <ac:spMk id="13" creationId="{DDDA7A4C-AA21-09F3-95C6-56AB33EE76C6}"/>
          </ac:spMkLst>
        </pc:spChg>
        <pc:spChg chg="add mod">
          <ac:chgData name="Hironari Yamada" userId="e57621f8-ec3c-449e-bb19-001fffcc008e" providerId="ADAL" clId="{BC0BD879-F267-5CCA-8DEA-E3B2DD07DA4E}" dt="2026-08-31T04:41:17.833" v="31794" actId="14100"/>
          <ac:spMkLst>
            <pc:docMk/>
            <pc:sldMk cId="1510984981" sldId="2076139090"/>
            <ac:spMk id="14" creationId="{865105D5-F317-76CE-B4E3-983B096B641C}"/>
          </ac:spMkLst>
        </pc:spChg>
        <pc:spChg chg="add mod">
          <ac:chgData name="Hironari Yamada" userId="e57621f8-ec3c-449e-bb19-001fffcc008e" providerId="ADAL" clId="{BC0BD879-F267-5CCA-8DEA-E3B2DD07DA4E}" dt="2026-08-31T04:41:29.129" v="31817" actId="14100"/>
          <ac:spMkLst>
            <pc:docMk/>
            <pc:sldMk cId="1510984981" sldId="2076139090"/>
            <ac:spMk id="15" creationId="{F2337CDF-50DB-B588-DA96-E369F500F416}"/>
          </ac:spMkLst>
        </pc:spChg>
        <pc:spChg chg="add mod">
          <ac:chgData name="Hironari Yamada" userId="e57621f8-ec3c-449e-bb19-001fffcc008e" providerId="ADAL" clId="{BC0BD879-F267-5CCA-8DEA-E3B2DD07DA4E}" dt="2026-08-31T04:41:35.272" v="31833" actId="20577"/>
          <ac:spMkLst>
            <pc:docMk/>
            <pc:sldMk cId="1510984981" sldId="2076139090"/>
            <ac:spMk id="16" creationId="{2949A67C-73CE-8656-72A8-6A6F6DCE1270}"/>
          </ac:spMkLst>
        </pc:spChg>
        <pc:spChg chg="add mod">
          <ac:chgData name="Hironari Yamada" userId="e57621f8-ec3c-449e-bb19-001fffcc008e" providerId="ADAL" clId="{BC0BD879-F267-5CCA-8DEA-E3B2DD07DA4E}" dt="2026-08-31T04:41:42.753" v="31846" actId="20577"/>
          <ac:spMkLst>
            <pc:docMk/>
            <pc:sldMk cId="1510984981" sldId="2076139090"/>
            <ac:spMk id="17" creationId="{D69357F7-7FA7-3742-7925-5DBB14960597}"/>
          </ac:spMkLst>
        </pc:spChg>
        <pc:spChg chg="add del">
          <ac:chgData name="Hironari Yamada" userId="e57621f8-ec3c-449e-bb19-001fffcc008e" providerId="ADAL" clId="{BC0BD879-F267-5CCA-8DEA-E3B2DD07DA4E}" dt="2026-08-31T04:42:27.830" v="31848" actId="22"/>
          <ac:spMkLst>
            <pc:docMk/>
            <pc:sldMk cId="1510984981" sldId="2076139090"/>
            <ac:spMk id="19" creationId="{489E4244-3304-498F-56C1-3021708F30EC}"/>
          </ac:spMkLst>
        </pc:spChg>
        <pc:picChg chg="add del mod">
          <ac:chgData name="Hironari Yamada" userId="e57621f8-ec3c-449e-bb19-001fffcc008e" providerId="ADAL" clId="{BC0BD879-F267-5CCA-8DEA-E3B2DD07DA4E}" dt="2026-08-31T04:38:48.900" v="31745" actId="478"/>
          <ac:picMkLst>
            <pc:docMk/>
            <pc:sldMk cId="1510984981" sldId="2076139090"/>
            <ac:picMk id="6" creationId="{4F1369C7-2A6E-3F46-7FA5-32A404659383}"/>
          </ac:picMkLst>
        </pc:picChg>
        <pc:picChg chg="add mod">
          <ac:chgData name="Hironari Yamada" userId="e57621f8-ec3c-449e-bb19-001fffcc008e" providerId="ADAL" clId="{BC0BD879-F267-5CCA-8DEA-E3B2DD07DA4E}" dt="2026-08-31T04:39:30.611" v="31749" actId="1076"/>
          <ac:picMkLst>
            <pc:docMk/>
            <pc:sldMk cId="1510984981" sldId="2076139090"/>
            <ac:picMk id="7" creationId="{608AE3D3-D59E-73C2-14D9-08CB5D2184EB}"/>
          </ac:picMkLst>
        </pc:picChg>
        <pc:picChg chg="add mod">
          <ac:chgData name="Hironari Yamada" userId="e57621f8-ec3c-449e-bb19-001fffcc008e" providerId="ADAL" clId="{BC0BD879-F267-5CCA-8DEA-E3B2DD07DA4E}" dt="2026-08-31T04:41:04.153" v="31788" actId="14100"/>
          <ac:picMkLst>
            <pc:docMk/>
            <pc:sldMk cId="1510984981" sldId="2076139090"/>
            <ac:picMk id="12" creationId="{5953AB1D-3FFC-3064-EF71-EE9C1F69F107}"/>
          </ac:picMkLst>
        </pc:picChg>
      </pc:sldChg>
      <pc:sldChg chg="addSp modSp add del mod">
        <pc:chgData name="Hironari Yamada" userId="e57621f8-ec3c-449e-bb19-001fffcc008e" providerId="ADAL" clId="{BC0BD879-F267-5CCA-8DEA-E3B2DD07DA4E}" dt="2026-08-31T14:54:07.449" v="43782" actId="2696"/>
        <pc:sldMkLst>
          <pc:docMk/>
          <pc:sldMk cId="3636877755" sldId="2076139091"/>
        </pc:sldMkLst>
        <pc:spChg chg="mod">
          <ac:chgData name="Hironari Yamada" userId="e57621f8-ec3c-449e-bb19-001fffcc008e" providerId="ADAL" clId="{BC0BD879-F267-5CCA-8DEA-E3B2DD07DA4E}" dt="2026-08-31T04:48:45.599" v="32341" actId="20577"/>
          <ac:spMkLst>
            <pc:docMk/>
            <pc:sldMk cId="3636877755" sldId="2076139091"/>
            <ac:spMk id="3" creationId="{C31AB14A-1013-18D0-EAEA-F12FB450BEFC}"/>
          </ac:spMkLst>
        </pc:spChg>
        <pc:spChg chg="add mod">
          <ac:chgData name="Hironari Yamada" userId="e57621f8-ec3c-449e-bb19-001fffcc008e" providerId="ADAL" clId="{BC0BD879-F267-5CCA-8DEA-E3B2DD07DA4E}" dt="2026-08-31T04:51:02.345" v="32393" actId="1038"/>
          <ac:spMkLst>
            <pc:docMk/>
            <pc:sldMk cId="3636877755" sldId="2076139091"/>
            <ac:spMk id="6" creationId="{98813A3A-B031-C040-54A4-344A7202EEA4}"/>
          </ac:spMkLst>
        </pc:spChg>
        <pc:spChg chg="add mod">
          <ac:chgData name="Hironari Yamada" userId="e57621f8-ec3c-449e-bb19-001fffcc008e" providerId="ADAL" clId="{BC0BD879-F267-5CCA-8DEA-E3B2DD07DA4E}" dt="2026-08-31T04:50:48.941" v="32387" actId="1076"/>
          <ac:spMkLst>
            <pc:docMk/>
            <pc:sldMk cId="3636877755" sldId="2076139091"/>
            <ac:spMk id="7" creationId="{63B822D9-BF55-0448-2FB9-C09E034CE591}"/>
          </ac:spMkLst>
        </pc:spChg>
        <pc:spChg chg="add mod">
          <ac:chgData name="Hironari Yamada" userId="e57621f8-ec3c-449e-bb19-001fffcc008e" providerId="ADAL" clId="{BC0BD879-F267-5CCA-8DEA-E3B2DD07DA4E}" dt="2026-08-31T04:51:16.473" v="32410" actId="1035"/>
          <ac:spMkLst>
            <pc:docMk/>
            <pc:sldMk cId="3636877755" sldId="2076139091"/>
            <ac:spMk id="8" creationId="{2ED07FA9-374E-4D9F-E2BC-00F5B9BF3180}"/>
          </ac:spMkLst>
        </pc:spChg>
        <pc:spChg chg="mod">
          <ac:chgData name="Hironari Yamada" userId="e57621f8-ec3c-449e-bb19-001fffcc008e" providerId="ADAL" clId="{BC0BD879-F267-5CCA-8DEA-E3B2DD07DA4E}" dt="2026-08-31T04:48:29.563" v="32270" actId="20577"/>
          <ac:spMkLst>
            <pc:docMk/>
            <pc:sldMk cId="3636877755" sldId="2076139091"/>
            <ac:spMk id="9" creationId="{76395756-8FF4-01A0-7953-557ACDE6673F}"/>
          </ac:spMkLst>
        </pc:spChg>
        <pc:spChg chg="add mod">
          <ac:chgData name="Hironari Yamada" userId="e57621f8-ec3c-449e-bb19-001fffcc008e" providerId="ADAL" clId="{BC0BD879-F267-5CCA-8DEA-E3B2DD07DA4E}" dt="2026-08-31T04:51:06.035" v="32394"/>
          <ac:spMkLst>
            <pc:docMk/>
            <pc:sldMk cId="3636877755" sldId="2076139091"/>
            <ac:spMk id="10" creationId="{D0A41425-3E1E-7622-0102-C70CFBA019BA}"/>
          </ac:spMkLst>
        </pc:spChg>
        <pc:spChg chg="add mod">
          <ac:chgData name="Hironari Yamada" userId="e57621f8-ec3c-449e-bb19-001fffcc008e" providerId="ADAL" clId="{BC0BD879-F267-5CCA-8DEA-E3B2DD07DA4E}" dt="2026-08-31T04:51:23.629" v="32419" actId="20577"/>
          <ac:spMkLst>
            <pc:docMk/>
            <pc:sldMk cId="3636877755" sldId="2076139091"/>
            <ac:spMk id="11" creationId="{5A52FA63-967E-43C8-754C-7F37E4BEF1B2}"/>
          </ac:spMkLst>
        </pc:spChg>
        <pc:spChg chg="add mod">
          <ac:chgData name="Hironari Yamada" userId="e57621f8-ec3c-449e-bb19-001fffcc008e" providerId="ADAL" clId="{BC0BD879-F267-5CCA-8DEA-E3B2DD07DA4E}" dt="2026-08-31T04:51:33.421" v="32422" actId="14100"/>
          <ac:spMkLst>
            <pc:docMk/>
            <pc:sldMk cId="3636877755" sldId="2076139091"/>
            <ac:spMk id="12" creationId="{0C5D30E9-C32D-EC8E-4F8C-99F9D6392CF1}"/>
          </ac:spMkLst>
        </pc:spChg>
        <pc:spChg chg="add mod">
          <ac:chgData name="Hironari Yamada" userId="e57621f8-ec3c-449e-bb19-001fffcc008e" providerId="ADAL" clId="{BC0BD879-F267-5CCA-8DEA-E3B2DD07DA4E}" dt="2026-08-31T04:52:22.231" v="32488" actId="20577"/>
          <ac:spMkLst>
            <pc:docMk/>
            <pc:sldMk cId="3636877755" sldId="2076139091"/>
            <ac:spMk id="13" creationId="{652CEA1D-C7B3-2576-FE21-63AE7F542B21}"/>
          </ac:spMkLst>
        </pc:spChg>
        <pc:spChg chg="add mod">
          <ac:chgData name="Hironari Yamada" userId="e57621f8-ec3c-449e-bb19-001fffcc008e" providerId="ADAL" clId="{BC0BD879-F267-5CCA-8DEA-E3B2DD07DA4E}" dt="2026-08-31T04:52:30.553" v="32491" actId="14100"/>
          <ac:spMkLst>
            <pc:docMk/>
            <pc:sldMk cId="3636877755" sldId="2076139091"/>
            <ac:spMk id="14" creationId="{64E5CBE8-5110-FAF1-55FD-D520C9483198}"/>
          </ac:spMkLst>
        </pc:spChg>
        <pc:spChg chg="add mod">
          <ac:chgData name="Hironari Yamada" userId="e57621f8-ec3c-449e-bb19-001fffcc008e" providerId="ADAL" clId="{BC0BD879-F267-5CCA-8DEA-E3B2DD07DA4E}" dt="2026-08-31T04:56:12.754" v="32498" actId="14100"/>
          <ac:spMkLst>
            <pc:docMk/>
            <pc:sldMk cId="3636877755" sldId="2076139091"/>
            <ac:spMk id="16" creationId="{6630597F-E235-7711-CE0A-1EB2CDCD30F3}"/>
          </ac:spMkLst>
        </pc:spChg>
        <pc:spChg chg="add mod">
          <ac:chgData name="Hironari Yamada" userId="e57621f8-ec3c-449e-bb19-001fffcc008e" providerId="ADAL" clId="{BC0BD879-F267-5CCA-8DEA-E3B2DD07DA4E}" dt="2026-08-31T04:56:24.217" v="32531" actId="20577"/>
          <ac:spMkLst>
            <pc:docMk/>
            <pc:sldMk cId="3636877755" sldId="2076139091"/>
            <ac:spMk id="17" creationId="{E52496CC-D000-D28F-1544-99BC54866FC3}"/>
          </ac:spMkLst>
        </pc:spChg>
        <pc:spChg chg="add mod">
          <ac:chgData name="Hironari Yamada" userId="e57621f8-ec3c-449e-bb19-001fffcc008e" providerId="ADAL" clId="{BC0BD879-F267-5CCA-8DEA-E3B2DD07DA4E}" dt="2026-08-31T04:56:36.573" v="32535" actId="14100"/>
          <ac:spMkLst>
            <pc:docMk/>
            <pc:sldMk cId="3636877755" sldId="2076139091"/>
            <ac:spMk id="18" creationId="{0B62CDF7-86BD-DC4E-81D3-BCA0D515E22E}"/>
          </ac:spMkLst>
        </pc:spChg>
        <pc:spChg chg="add mod">
          <ac:chgData name="Hironari Yamada" userId="e57621f8-ec3c-449e-bb19-001fffcc008e" providerId="ADAL" clId="{BC0BD879-F267-5CCA-8DEA-E3B2DD07DA4E}" dt="2026-08-31T04:56:42.983" v="32537" actId="1076"/>
          <ac:spMkLst>
            <pc:docMk/>
            <pc:sldMk cId="3636877755" sldId="2076139091"/>
            <ac:spMk id="19" creationId="{8234D5B9-3116-1DA0-E36A-6EF203C26D0E}"/>
          </ac:spMkLst>
        </pc:spChg>
        <pc:spChg chg="add mod">
          <ac:chgData name="Hironari Yamada" userId="e57621f8-ec3c-449e-bb19-001fffcc008e" providerId="ADAL" clId="{BC0BD879-F267-5CCA-8DEA-E3B2DD07DA4E}" dt="2026-08-31T04:59:47.802" v="32832" actId="1076"/>
          <ac:spMkLst>
            <pc:docMk/>
            <pc:sldMk cId="3636877755" sldId="2076139091"/>
            <ac:spMk id="20" creationId="{7974532E-30BF-3B50-133D-77FBDBABF600}"/>
          </ac:spMkLst>
        </pc:spChg>
        <pc:picChg chg="add mod">
          <ac:chgData name="Hironari Yamada" userId="e57621f8-ec3c-449e-bb19-001fffcc008e" providerId="ADAL" clId="{BC0BD879-F267-5CCA-8DEA-E3B2DD07DA4E}" dt="2026-08-31T04:51:09.366" v="32396" actId="1076"/>
          <ac:picMkLst>
            <pc:docMk/>
            <pc:sldMk cId="3636877755" sldId="2076139091"/>
            <ac:picMk id="5" creationId="{8EAF2145-6D8B-874B-3BBB-EC6B3B3014B3}"/>
          </ac:picMkLst>
        </pc:picChg>
        <pc:picChg chg="add mod">
          <ac:chgData name="Hironari Yamada" userId="e57621f8-ec3c-449e-bb19-001fffcc008e" providerId="ADAL" clId="{BC0BD879-F267-5CCA-8DEA-E3B2DD07DA4E}" dt="2026-08-31T04:54:04.300" v="32495" actId="14100"/>
          <ac:picMkLst>
            <pc:docMk/>
            <pc:sldMk cId="3636877755" sldId="2076139091"/>
            <ac:picMk id="15" creationId="{542F1CDD-5482-FC0A-7F17-BAE24764641C}"/>
          </ac:picMkLst>
        </pc:picChg>
      </pc:sldChg>
      <pc:sldChg chg="addSp delSp modSp add del mod">
        <pc:chgData name="Hironari Yamada" userId="e57621f8-ec3c-449e-bb19-001fffcc008e" providerId="ADAL" clId="{BC0BD879-F267-5CCA-8DEA-E3B2DD07DA4E}" dt="2026-08-31T14:54:07.431" v="43760" actId="2696"/>
        <pc:sldMkLst>
          <pc:docMk/>
          <pc:sldMk cId="2042279136" sldId="2076139092"/>
        </pc:sldMkLst>
        <pc:spChg chg="mod">
          <ac:chgData name="Hironari Yamada" userId="e57621f8-ec3c-449e-bb19-001fffcc008e" providerId="ADAL" clId="{BC0BD879-F267-5CCA-8DEA-E3B2DD07DA4E}" dt="2026-08-31T05:19:48.030" v="33412" actId="20577"/>
          <ac:spMkLst>
            <pc:docMk/>
            <pc:sldMk cId="2042279136" sldId="2076139092"/>
            <ac:spMk id="3" creationId="{26D09E33-14DA-A3E0-96B4-6E5BB77421F7}"/>
          </ac:spMkLst>
        </pc:spChg>
        <pc:spChg chg="mod">
          <ac:chgData name="Hironari Yamada" userId="e57621f8-ec3c-449e-bb19-001fffcc008e" providerId="ADAL" clId="{BC0BD879-F267-5CCA-8DEA-E3B2DD07DA4E}" dt="2026-08-31T05:19:42.893" v="33390" actId="20577"/>
          <ac:spMkLst>
            <pc:docMk/>
            <pc:sldMk cId="2042279136" sldId="2076139092"/>
            <ac:spMk id="9" creationId="{25AD23E0-391D-4745-7FCF-1EAC06BFBABB}"/>
          </ac:spMkLst>
        </pc:spChg>
        <pc:spChg chg="add mod">
          <ac:chgData name="Hironari Yamada" userId="e57621f8-ec3c-449e-bb19-001fffcc008e" providerId="ADAL" clId="{BC0BD879-F267-5CCA-8DEA-E3B2DD07DA4E}" dt="2026-08-31T05:18:05.784" v="33365" actId="14100"/>
          <ac:spMkLst>
            <pc:docMk/>
            <pc:sldMk cId="2042279136" sldId="2076139092"/>
            <ac:spMk id="10" creationId="{89FB42D5-8DAE-8DE8-0C47-64EAE47B09A1}"/>
          </ac:spMkLst>
        </pc:spChg>
        <pc:spChg chg="add mod">
          <ac:chgData name="Hironari Yamada" userId="e57621f8-ec3c-449e-bb19-001fffcc008e" providerId="ADAL" clId="{BC0BD879-F267-5CCA-8DEA-E3B2DD07DA4E}" dt="2026-08-31T05:18:12.114" v="33368" actId="14100"/>
          <ac:spMkLst>
            <pc:docMk/>
            <pc:sldMk cId="2042279136" sldId="2076139092"/>
            <ac:spMk id="11" creationId="{4B305E18-8E87-1DB1-CB1C-49A913DEF93D}"/>
          </ac:spMkLst>
        </pc:spChg>
        <pc:spChg chg="add mod">
          <ac:chgData name="Hironari Yamada" userId="e57621f8-ec3c-449e-bb19-001fffcc008e" providerId="ADAL" clId="{BC0BD879-F267-5CCA-8DEA-E3B2DD07DA4E}" dt="2026-08-31T05:20:08.347" v="33441" actId="20577"/>
          <ac:spMkLst>
            <pc:docMk/>
            <pc:sldMk cId="2042279136" sldId="2076139092"/>
            <ac:spMk id="12" creationId="{23C265CA-A7A2-EF1D-D37D-F8679D77254D}"/>
          </ac:spMkLst>
        </pc:spChg>
        <pc:spChg chg="add mod">
          <ac:chgData name="Hironari Yamada" userId="e57621f8-ec3c-449e-bb19-001fffcc008e" providerId="ADAL" clId="{BC0BD879-F267-5CCA-8DEA-E3B2DD07DA4E}" dt="2026-08-31T05:20:19.111" v="33458" actId="20577"/>
          <ac:spMkLst>
            <pc:docMk/>
            <pc:sldMk cId="2042279136" sldId="2076139092"/>
            <ac:spMk id="13" creationId="{7B185A6A-7D0C-3994-A419-7100B56F5C18}"/>
          </ac:spMkLst>
        </pc:spChg>
        <pc:spChg chg="add mod">
          <ac:chgData name="Hironari Yamada" userId="e57621f8-ec3c-449e-bb19-001fffcc008e" providerId="ADAL" clId="{BC0BD879-F267-5CCA-8DEA-E3B2DD07DA4E}" dt="2026-08-31T05:20:37.754" v="33462" actId="14100"/>
          <ac:spMkLst>
            <pc:docMk/>
            <pc:sldMk cId="2042279136" sldId="2076139092"/>
            <ac:spMk id="14" creationId="{93F0C73E-AE04-B468-8FDF-C7570D4E8037}"/>
          </ac:spMkLst>
        </pc:spChg>
        <pc:spChg chg="add mod">
          <ac:chgData name="Hironari Yamada" userId="e57621f8-ec3c-449e-bb19-001fffcc008e" providerId="ADAL" clId="{BC0BD879-F267-5CCA-8DEA-E3B2DD07DA4E}" dt="2026-08-31T05:20:54.598" v="33519" actId="1076"/>
          <ac:spMkLst>
            <pc:docMk/>
            <pc:sldMk cId="2042279136" sldId="2076139092"/>
            <ac:spMk id="15" creationId="{AB01765F-6410-F89D-E953-B5B547140DF4}"/>
          </ac:spMkLst>
        </pc:spChg>
        <pc:spChg chg="add mod">
          <ac:chgData name="Hironari Yamada" userId="e57621f8-ec3c-449e-bb19-001fffcc008e" providerId="ADAL" clId="{BC0BD879-F267-5CCA-8DEA-E3B2DD07DA4E}" dt="2026-08-31T05:21:06.852" v="33524" actId="14100"/>
          <ac:spMkLst>
            <pc:docMk/>
            <pc:sldMk cId="2042279136" sldId="2076139092"/>
            <ac:spMk id="16" creationId="{211A58CA-F173-730A-84E3-307198A5A998}"/>
          </ac:spMkLst>
        </pc:spChg>
        <pc:spChg chg="add mod">
          <ac:chgData name="Hironari Yamada" userId="e57621f8-ec3c-449e-bb19-001fffcc008e" providerId="ADAL" clId="{BC0BD879-F267-5CCA-8DEA-E3B2DD07DA4E}" dt="2026-08-31T05:21:29.922" v="33604" actId="1076"/>
          <ac:spMkLst>
            <pc:docMk/>
            <pc:sldMk cId="2042279136" sldId="2076139092"/>
            <ac:spMk id="17" creationId="{FAB2A64D-A950-FF8C-51D4-027AA9D7D959}"/>
          </ac:spMkLst>
        </pc:spChg>
        <pc:spChg chg="add mod">
          <ac:chgData name="Hironari Yamada" userId="e57621f8-ec3c-449e-bb19-001fffcc008e" providerId="ADAL" clId="{BC0BD879-F267-5CCA-8DEA-E3B2DD07DA4E}" dt="2026-08-31T05:21:41.457" v="33607" actId="14100"/>
          <ac:spMkLst>
            <pc:docMk/>
            <pc:sldMk cId="2042279136" sldId="2076139092"/>
            <ac:spMk id="18" creationId="{6F3CB0FF-27B4-46E0-7C16-0EEF8EE91D0B}"/>
          </ac:spMkLst>
        </pc:spChg>
        <pc:spChg chg="add mod">
          <ac:chgData name="Hironari Yamada" userId="e57621f8-ec3c-449e-bb19-001fffcc008e" providerId="ADAL" clId="{BC0BD879-F267-5CCA-8DEA-E3B2DD07DA4E}" dt="2026-08-31T05:21:48.643" v="33610" actId="14100"/>
          <ac:spMkLst>
            <pc:docMk/>
            <pc:sldMk cId="2042279136" sldId="2076139092"/>
            <ac:spMk id="19" creationId="{3538E755-C92E-25B3-C8BF-6808B26D8F0A}"/>
          </ac:spMkLst>
        </pc:spChg>
        <pc:spChg chg="add mod">
          <ac:chgData name="Hironari Yamada" userId="e57621f8-ec3c-449e-bb19-001fffcc008e" providerId="ADAL" clId="{BC0BD879-F267-5CCA-8DEA-E3B2DD07DA4E}" dt="2026-08-31T05:22:08.282" v="33657" actId="20577"/>
          <ac:spMkLst>
            <pc:docMk/>
            <pc:sldMk cId="2042279136" sldId="2076139092"/>
            <ac:spMk id="20" creationId="{9D427F90-596F-88C9-A1BD-68FD8D0B8E25}"/>
          </ac:spMkLst>
        </pc:spChg>
        <pc:spChg chg="add mod">
          <ac:chgData name="Hironari Yamada" userId="e57621f8-ec3c-449e-bb19-001fffcc008e" providerId="ADAL" clId="{BC0BD879-F267-5CCA-8DEA-E3B2DD07DA4E}" dt="2026-08-31T05:22:24.351" v="33690" actId="20577"/>
          <ac:spMkLst>
            <pc:docMk/>
            <pc:sldMk cId="2042279136" sldId="2076139092"/>
            <ac:spMk id="21" creationId="{092BF56E-5C32-AC04-D30D-2A8798E21BB4}"/>
          </ac:spMkLst>
        </pc:spChg>
        <pc:spChg chg="add mod">
          <ac:chgData name="Hironari Yamada" userId="e57621f8-ec3c-449e-bb19-001fffcc008e" providerId="ADAL" clId="{BC0BD879-F267-5CCA-8DEA-E3B2DD07DA4E}" dt="2026-08-31T05:22:32.295" v="33693" actId="14100"/>
          <ac:spMkLst>
            <pc:docMk/>
            <pc:sldMk cId="2042279136" sldId="2076139092"/>
            <ac:spMk id="22" creationId="{279410BB-244B-3E6C-606B-E25BB0F1EED8}"/>
          </ac:spMkLst>
        </pc:spChg>
        <pc:picChg chg="add mod">
          <ac:chgData name="Hironari Yamada" userId="e57621f8-ec3c-449e-bb19-001fffcc008e" providerId="ADAL" clId="{BC0BD879-F267-5CCA-8DEA-E3B2DD07DA4E}" dt="2026-08-31T05:21:04.093" v="33523" actId="1076"/>
          <ac:picMkLst>
            <pc:docMk/>
            <pc:sldMk cId="2042279136" sldId="2076139092"/>
            <ac:picMk id="5" creationId="{6068EEE7-7C24-B69D-52D1-068887C7E688}"/>
          </ac:picMkLst>
        </pc:picChg>
        <pc:picChg chg="add del mod">
          <ac:chgData name="Hironari Yamada" userId="e57621f8-ec3c-449e-bb19-001fffcc008e" providerId="ADAL" clId="{BC0BD879-F267-5CCA-8DEA-E3B2DD07DA4E}" dt="2026-08-31T05:17:09.277" v="33358" actId="478"/>
          <ac:picMkLst>
            <pc:docMk/>
            <pc:sldMk cId="2042279136" sldId="2076139092"/>
            <ac:picMk id="7" creationId="{C208BECB-C0B7-3D84-A19F-C416539E9DDF}"/>
          </ac:picMkLst>
        </pc:picChg>
        <pc:picChg chg="add mod">
          <ac:chgData name="Hironari Yamada" userId="e57621f8-ec3c-449e-bb19-001fffcc008e" providerId="ADAL" clId="{BC0BD879-F267-5CCA-8DEA-E3B2DD07DA4E}" dt="2026-08-31T05:17:52.178" v="33362" actId="1076"/>
          <ac:picMkLst>
            <pc:docMk/>
            <pc:sldMk cId="2042279136" sldId="2076139092"/>
            <ac:picMk id="8" creationId="{D61FAAA4-703C-E56A-07FF-89F7DBE8D1C8}"/>
          </ac:picMkLst>
        </pc:picChg>
      </pc:sldChg>
      <pc:sldChg chg="addSp delSp modSp add del mod">
        <pc:chgData name="Hironari Yamada" userId="e57621f8-ec3c-449e-bb19-001fffcc008e" providerId="ADAL" clId="{BC0BD879-F267-5CCA-8DEA-E3B2DD07DA4E}" dt="2026-08-31T14:54:07.435" v="43764" actId="2696"/>
        <pc:sldMkLst>
          <pc:docMk/>
          <pc:sldMk cId="578606573" sldId="2076139093"/>
        </pc:sldMkLst>
        <pc:spChg chg="add mod">
          <ac:chgData name="Hironari Yamada" userId="e57621f8-ec3c-449e-bb19-001fffcc008e" providerId="ADAL" clId="{BC0BD879-F267-5CCA-8DEA-E3B2DD07DA4E}" dt="2026-08-31T01:04:35.930" v="30308" actId="14100"/>
          <ac:spMkLst>
            <pc:docMk/>
            <pc:sldMk cId="578606573" sldId="2076139093"/>
            <ac:spMk id="6" creationId="{DFC61064-2421-9643-1C51-23201B5BB0BA}"/>
          </ac:spMkLst>
        </pc:spChg>
        <pc:spChg chg="add mod">
          <ac:chgData name="Hironari Yamada" userId="e57621f8-ec3c-449e-bb19-001fffcc008e" providerId="ADAL" clId="{BC0BD879-F267-5CCA-8DEA-E3B2DD07DA4E}" dt="2026-08-31T02:08:35.246" v="30320" actId="1076"/>
          <ac:spMkLst>
            <pc:docMk/>
            <pc:sldMk cId="578606573" sldId="2076139093"/>
            <ac:spMk id="10" creationId="{26C2791F-C7F9-6CFB-2D37-730FED829B97}"/>
          </ac:spMkLst>
        </pc:spChg>
        <pc:spChg chg="add mod">
          <ac:chgData name="Hironari Yamada" userId="e57621f8-ec3c-449e-bb19-001fffcc008e" providerId="ADAL" clId="{BC0BD879-F267-5CCA-8DEA-E3B2DD07DA4E}" dt="2026-08-31T02:09:16.195" v="30465" actId="1076"/>
          <ac:spMkLst>
            <pc:docMk/>
            <pc:sldMk cId="578606573" sldId="2076139093"/>
            <ac:spMk id="11" creationId="{EE0E0B54-628E-CA85-1D6C-65DD3E24982B}"/>
          </ac:spMkLst>
        </pc:spChg>
        <pc:spChg chg="del">
          <ac:chgData name="Hironari Yamada" userId="e57621f8-ec3c-449e-bb19-001fffcc008e" providerId="ADAL" clId="{BC0BD879-F267-5CCA-8DEA-E3B2DD07DA4E}" dt="2026-08-31T01:03:35.570" v="30301" actId="478"/>
          <ac:spMkLst>
            <pc:docMk/>
            <pc:sldMk cId="578606573" sldId="2076139093"/>
            <ac:spMk id="19" creationId="{454FE8D4-62E9-B855-CAA4-379BD204FFEA}"/>
          </ac:spMkLst>
        </pc:spChg>
        <pc:spChg chg="del">
          <ac:chgData name="Hironari Yamada" userId="e57621f8-ec3c-449e-bb19-001fffcc008e" providerId="ADAL" clId="{BC0BD879-F267-5CCA-8DEA-E3B2DD07DA4E}" dt="2026-08-31T01:03:35.570" v="30301" actId="478"/>
          <ac:spMkLst>
            <pc:docMk/>
            <pc:sldMk cId="578606573" sldId="2076139093"/>
            <ac:spMk id="20" creationId="{1D6F8DB8-5C95-8483-167C-BC2E85DB78BB}"/>
          </ac:spMkLst>
        </pc:spChg>
        <pc:spChg chg="del">
          <ac:chgData name="Hironari Yamada" userId="e57621f8-ec3c-449e-bb19-001fffcc008e" providerId="ADAL" clId="{BC0BD879-F267-5CCA-8DEA-E3B2DD07DA4E}" dt="2026-08-31T01:03:35.570" v="30301" actId="478"/>
          <ac:spMkLst>
            <pc:docMk/>
            <pc:sldMk cId="578606573" sldId="2076139093"/>
            <ac:spMk id="21" creationId="{8D2F2F04-258A-F3B5-5D4B-EF823CB54717}"/>
          </ac:spMkLst>
        </pc:spChg>
        <pc:spChg chg="del">
          <ac:chgData name="Hironari Yamada" userId="e57621f8-ec3c-449e-bb19-001fffcc008e" providerId="ADAL" clId="{BC0BD879-F267-5CCA-8DEA-E3B2DD07DA4E}" dt="2026-08-31T01:03:35.570" v="30301" actId="478"/>
          <ac:spMkLst>
            <pc:docMk/>
            <pc:sldMk cId="578606573" sldId="2076139093"/>
            <ac:spMk id="22" creationId="{B9ADBB6E-F6B0-350B-0666-46E1A4D1D80C}"/>
          </ac:spMkLst>
        </pc:spChg>
        <pc:spChg chg="del">
          <ac:chgData name="Hironari Yamada" userId="e57621f8-ec3c-449e-bb19-001fffcc008e" providerId="ADAL" clId="{BC0BD879-F267-5CCA-8DEA-E3B2DD07DA4E}" dt="2026-08-31T01:03:35.570" v="30301" actId="478"/>
          <ac:spMkLst>
            <pc:docMk/>
            <pc:sldMk cId="578606573" sldId="2076139093"/>
            <ac:spMk id="23" creationId="{6C374949-9E3B-585A-7506-3CA63937BE15}"/>
          </ac:spMkLst>
        </pc:spChg>
        <pc:spChg chg="del">
          <ac:chgData name="Hironari Yamada" userId="e57621f8-ec3c-449e-bb19-001fffcc008e" providerId="ADAL" clId="{BC0BD879-F267-5CCA-8DEA-E3B2DD07DA4E}" dt="2026-08-31T01:03:35.570" v="30301" actId="478"/>
          <ac:spMkLst>
            <pc:docMk/>
            <pc:sldMk cId="578606573" sldId="2076139093"/>
            <ac:spMk id="24" creationId="{58EA26CA-B1E9-EE41-22AA-F6EE91147057}"/>
          </ac:spMkLst>
        </pc:spChg>
        <pc:spChg chg="del">
          <ac:chgData name="Hironari Yamada" userId="e57621f8-ec3c-449e-bb19-001fffcc008e" providerId="ADAL" clId="{BC0BD879-F267-5CCA-8DEA-E3B2DD07DA4E}" dt="2026-08-31T01:03:35.570" v="30301" actId="478"/>
          <ac:spMkLst>
            <pc:docMk/>
            <pc:sldMk cId="578606573" sldId="2076139093"/>
            <ac:spMk id="26" creationId="{37FF7E32-4888-A433-B9B0-B58655CA500B}"/>
          </ac:spMkLst>
        </pc:spChg>
        <pc:spChg chg="del">
          <ac:chgData name="Hironari Yamada" userId="e57621f8-ec3c-449e-bb19-001fffcc008e" providerId="ADAL" clId="{BC0BD879-F267-5CCA-8DEA-E3B2DD07DA4E}" dt="2026-08-31T01:03:35.570" v="30301" actId="478"/>
          <ac:spMkLst>
            <pc:docMk/>
            <pc:sldMk cId="578606573" sldId="2076139093"/>
            <ac:spMk id="27" creationId="{A49D2749-8C7C-354B-1E44-1CFE7B0502C9}"/>
          </ac:spMkLst>
        </pc:spChg>
        <pc:spChg chg="del">
          <ac:chgData name="Hironari Yamada" userId="e57621f8-ec3c-449e-bb19-001fffcc008e" providerId="ADAL" clId="{BC0BD879-F267-5CCA-8DEA-E3B2DD07DA4E}" dt="2026-08-31T01:03:37.487" v="30302" actId="478"/>
          <ac:spMkLst>
            <pc:docMk/>
            <pc:sldMk cId="578606573" sldId="2076139093"/>
            <ac:spMk id="28" creationId="{1B1C71FA-2BEF-713B-ACFD-7858B5661C44}"/>
          </ac:spMkLst>
        </pc:spChg>
        <pc:spChg chg="del">
          <ac:chgData name="Hironari Yamada" userId="e57621f8-ec3c-449e-bb19-001fffcc008e" providerId="ADAL" clId="{BC0BD879-F267-5CCA-8DEA-E3B2DD07DA4E}" dt="2026-08-31T01:03:35.570" v="30301" actId="478"/>
          <ac:spMkLst>
            <pc:docMk/>
            <pc:sldMk cId="578606573" sldId="2076139093"/>
            <ac:spMk id="29" creationId="{D8E3CD4D-31F2-DFEF-D440-9252CBC87ACD}"/>
          </ac:spMkLst>
        </pc:spChg>
        <pc:spChg chg="del">
          <ac:chgData name="Hironari Yamada" userId="e57621f8-ec3c-449e-bb19-001fffcc008e" providerId="ADAL" clId="{BC0BD879-F267-5CCA-8DEA-E3B2DD07DA4E}" dt="2026-08-31T01:03:35.570" v="30301" actId="478"/>
          <ac:spMkLst>
            <pc:docMk/>
            <pc:sldMk cId="578606573" sldId="2076139093"/>
            <ac:spMk id="30" creationId="{9C340DC3-23C6-7AFB-D122-01FA077B803A}"/>
          </ac:spMkLst>
        </pc:spChg>
        <pc:picChg chg="add mod">
          <ac:chgData name="Hironari Yamada" userId="e57621f8-ec3c-449e-bb19-001fffcc008e" providerId="ADAL" clId="{BC0BD879-F267-5CCA-8DEA-E3B2DD07DA4E}" dt="2026-08-31T01:04:25.569" v="30305" actId="14100"/>
          <ac:picMkLst>
            <pc:docMk/>
            <pc:sldMk cId="578606573" sldId="2076139093"/>
            <ac:picMk id="5" creationId="{429D8F10-C02F-E311-57D9-39BCD8B23664}"/>
          </ac:picMkLst>
        </pc:picChg>
        <pc:picChg chg="add del mod">
          <ac:chgData name="Hironari Yamada" userId="e57621f8-ec3c-449e-bb19-001fffcc008e" providerId="ADAL" clId="{BC0BD879-F267-5CCA-8DEA-E3B2DD07DA4E}" dt="2026-08-31T02:07:48.754" v="30312" actId="478"/>
          <ac:picMkLst>
            <pc:docMk/>
            <pc:sldMk cId="578606573" sldId="2076139093"/>
            <ac:picMk id="7" creationId="{4701E803-558F-6305-F565-F8FA6D83D563}"/>
          </ac:picMkLst>
        </pc:picChg>
        <pc:picChg chg="add mod">
          <ac:chgData name="Hironari Yamada" userId="e57621f8-ec3c-449e-bb19-001fffcc008e" providerId="ADAL" clId="{BC0BD879-F267-5CCA-8DEA-E3B2DD07DA4E}" dt="2026-08-31T02:08:21.567" v="30316" actId="14100"/>
          <ac:picMkLst>
            <pc:docMk/>
            <pc:sldMk cId="578606573" sldId="2076139093"/>
            <ac:picMk id="8" creationId="{3551E74A-DCD3-19BD-1890-300C89E2B647}"/>
          </ac:picMkLst>
        </pc:picChg>
      </pc:sldChg>
      <pc:sldChg chg="addSp delSp modSp add del mod">
        <pc:chgData name="Hironari Yamada" userId="e57621f8-ec3c-449e-bb19-001fffcc008e" providerId="ADAL" clId="{BC0BD879-F267-5CCA-8DEA-E3B2DD07DA4E}" dt="2026-08-31T14:54:07.452" v="43785" actId="2696"/>
        <pc:sldMkLst>
          <pc:docMk/>
          <pc:sldMk cId="437735080" sldId="2076139094"/>
        </pc:sldMkLst>
        <pc:spChg chg="mod">
          <ac:chgData name="Hironari Yamada" userId="e57621f8-ec3c-449e-bb19-001fffcc008e" providerId="ADAL" clId="{BC0BD879-F267-5CCA-8DEA-E3B2DD07DA4E}" dt="2026-08-31T02:14:15.984" v="30737" actId="20577"/>
          <ac:spMkLst>
            <pc:docMk/>
            <pc:sldMk cId="437735080" sldId="2076139094"/>
            <ac:spMk id="3" creationId="{2FE71F3A-6341-EE07-8D4A-CF0944206D35}"/>
          </ac:spMkLst>
        </pc:spChg>
        <pc:spChg chg="del">
          <ac:chgData name="Hironari Yamada" userId="e57621f8-ec3c-449e-bb19-001fffcc008e" providerId="ADAL" clId="{BC0BD879-F267-5CCA-8DEA-E3B2DD07DA4E}" dt="2026-08-31T02:12:13.571" v="30571" actId="478"/>
          <ac:spMkLst>
            <pc:docMk/>
            <pc:sldMk cId="437735080" sldId="2076139094"/>
            <ac:spMk id="6" creationId="{2A48D46F-158E-3B4B-B1DF-4120E04DCA3A}"/>
          </ac:spMkLst>
        </pc:spChg>
        <pc:spChg chg="del">
          <ac:chgData name="Hironari Yamada" userId="e57621f8-ec3c-449e-bb19-001fffcc008e" providerId="ADAL" clId="{BC0BD879-F267-5CCA-8DEA-E3B2DD07DA4E}" dt="2026-08-31T02:12:13.571" v="30571" actId="478"/>
          <ac:spMkLst>
            <pc:docMk/>
            <pc:sldMk cId="437735080" sldId="2076139094"/>
            <ac:spMk id="7" creationId="{57BBDAB7-7EFD-255D-56E7-7B1ACB1DC738}"/>
          </ac:spMkLst>
        </pc:spChg>
        <pc:spChg chg="del">
          <ac:chgData name="Hironari Yamada" userId="e57621f8-ec3c-449e-bb19-001fffcc008e" providerId="ADAL" clId="{BC0BD879-F267-5CCA-8DEA-E3B2DD07DA4E}" dt="2026-08-31T02:12:13.571" v="30571" actId="478"/>
          <ac:spMkLst>
            <pc:docMk/>
            <pc:sldMk cId="437735080" sldId="2076139094"/>
            <ac:spMk id="10" creationId="{D957D356-1E3B-8E8C-2BC8-928B0CD34384}"/>
          </ac:spMkLst>
        </pc:spChg>
        <pc:spChg chg="del">
          <ac:chgData name="Hironari Yamada" userId="e57621f8-ec3c-449e-bb19-001fffcc008e" providerId="ADAL" clId="{BC0BD879-F267-5CCA-8DEA-E3B2DD07DA4E}" dt="2026-08-31T02:12:13.571" v="30571" actId="478"/>
          <ac:spMkLst>
            <pc:docMk/>
            <pc:sldMk cId="437735080" sldId="2076139094"/>
            <ac:spMk id="11" creationId="{F11662F8-150E-2BF2-3561-6C318BF7BB06}"/>
          </ac:spMkLst>
        </pc:spChg>
        <pc:spChg chg="add mod">
          <ac:chgData name="Hironari Yamada" userId="e57621f8-ec3c-449e-bb19-001fffcc008e" providerId="ADAL" clId="{BC0BD879-F267-5CCA-8DEA-E3B2DD07DA4E}" dt="2026-08-31T02:13:50.961" v="30607" actId="14100"/>
          <ac:spMkLst>
            <pc:docMk/>
            <pc:sldMk cId="437735080" sldId="2076139094"/>
            <ac:spMk id="15" creationId="{7C74C1ED-D675-0A62-525F-3667C957A068}"/>
          </ac:spMkLst>
        </pc:spChg>
        <pc:spChg chg="add mod">
          <ac:chgData name="Hironari Yamada" userId="e57621f8-ec3c-449e-bb19-001fffcc008e" providerId="ADAL" clId="{BC0BD879-F267-5CCA-8DEA-E3B2DD07DA4E}" dt="2026-08-31T02:14:23.805" v="30740" actId="14100"/>
          <ac:spMkLst>
            <pc:docMk/>
            <pc:sldMk cId="437735080" sldId="2076139094"/>
            <ac:spMk id="16" creationId="{019DC01A-5E01-33C4-2555-B13021A79E61}"/>
          </ac:spMkLst>
        </pc:spChg>
        <pc:spChg chg="add mod">
          <ac:chgData name="Hironari Yamada" userId="e57621f8-ec3c-449e-bb19-001fffcc008e" providerId="ADAL" clId="{BC0BD879-F267-5CCA-8DEA-E3B2DD07DA4E}" dt="2026-08-31T02:14:42.527" v="30763" actId="1076"/>
          <ac:spMkLst>
            <pc:docMk/>
            <pc:sldMk cId="437735080" sldId="2076139094"/>
            <ac:spMk id="17" creationId="{CAA3DFCF-318B-464F-A1F9-9510577ECFF3}"/>
          </ac:spMkLst>
        </pc:spChg>
        <pc:spChg chg="add mod">
          <ac:chgData name="Hironari Yamada" userId="e57621f8-ec3c-449e-bb19-001fffcc008e" providerId="ADAL" clId="{BC0BD879-F267-5CCA-8DEA-E3B2DD07DA4E}" dt="2026-08-31T02:14:48.485" v="30774" actId="20577"/>
          <ac:spMkLst>
            <pc:docMk/>
            <pc:sldMk cId="437735080" sldId="2076139094"/>
            <ac:spMk id="18" creationId="{3D5ED998-04F8-8945-ACCA-0EE5B9910396}"/>
          </ac:spMkLst>
        </pc:spChg>
        <pc:spChg chg="add mod">
          <ac:chgData name="Hironari Yamada" userId="e57621f8-ec3c-449e-bb19-001fffcc008e" providerId="ADAL" clId="{BC0BD879-F267-5CCA-8DEA-E3B2DD07DA4E}" dt="2026-08-31T02:15:31.951" v="30776" actId="1076"/>
          <ac:spMkLst>
            <pc:docMk/>
            <pc:sldMk cId="437735080" sldId="2076139094"/>
            <ac:spMk id="19" creationId="{AEC5DB99-B7E6-416F-77B2-F0FA3CC69D78}"/>
          </ac:spMkLst>
        </pc:spChg>
        <pc:spChg chg="add mod">
          <ac:chgData name="Hironari Yamada" userId="e57621f8-ec3c-449e-bb19-001fffcc008e" providerId="ADAL" clId="{BC0BD879-F267-5CCA-8DEA-E3B2DD07DA4E}" dt="2026-08-31T02:15:46.192" v="30809" actId="20577"/>
          <ac:spMkLst>
            <pc:docMk/>
            <pc:sldMk cId="437735080" sldId="2076139094"/>
            <ac:spMk id="20" creationId="{7BEE2938-2306-4FB3-A0AF-3B36DC007681}"/>
          </ac:spMkLst>
        </pc:spChg>
        <pc:spChg chg="add del mod">
          <ac:chgData name="Hironari Yamada" userId="e57621f8-ec3c-449e-bb19-001fffcc008e" providerId="ADAL" clId="{BC0BD879-F267-5CCA-8DEA-E3B2DD07DA4E}" dt="2026-08-31T02:16:47.422" v="30864" actId="478"/>
          <ac:spMkLst>
            <pc:docMk/>
            <pc:sldMk cId="437735080" sldId="2076139094"/>
            <ac:spMk id="21" creationId="{61C9C8A3-B230-B556-9E1B-72F5D5DBE548}"/>
          </ac:spMkLst>
        </pc:spChg>
        <pc:picChg chg="del">
          <ac:chgData name="Hironari Yamada" userId="e57621f8-ec3c-449e-bb19-001fffcc008e" providerId="ADAL" clId="{BC0BD879-F267-5CCA-8DEA-E3B2DD07DA4E}" dt="2026-08-31T02:12:13.571" v="30571" actId="478"/>
          <ac:picMkLst>
            <pc:docMk/>
            <pc:sldMk cId="437735080" sldId="2076139094"/>
            <ac:picMk id="5" creationId="{BEA3BD21-AC10-BEBA-E535-9526C6C99A93}"/>
          </ac:picMkLst>
        </pc:picChg>
        <pc:picChg chg="del">
          <ac:chgData name="Hironari Yamada" userId="e57621f8-ec3c-449e-bb19-001fffcc008e" providerId="ADAL" clId="{BC0BD879-F267-5CCA-8DEA-E3B2DD07DA4E}" dt="2026-08-31T02:12:13.571" v="30571" actId="478"/>
          <ac:picMkLst>
            <pc:docMk/>
            <pc:sldMk cId="437735080" sldId="2076139094"/>
            <ac:picMk id="8" creationId="{1A77A484-FDF0-F11E-3799-F95F0A8FA929}"/>
          </ac:picMkLst>
        </pc:picChg>
        <pc:picChg chg="add mod">
          <ac:chgData name="Hironari Yamada" userId="e57621f8-ec3c-449e-bb19-001fffcc008e" providerId="ADAL" clId="{BC0BD879-F267-5CCA-8DEA-E3B2DD07DA4E}" dt="2026-08-31T02:12:27.050" v="30575" actId="14100"/>
          <ac:picMkLst>
            <pc:docMk/>
            <pc:sldMk cId="437735080" sldId="2076139094"/>
            <ac:picMk id="12" creationId="{EF08F2C7-CC2B-2E3B-3232-E6F2DA06C6B3}"/>
          </ac:picMkLst>
        </pc:picChg>
        <pc:picChg chg="add mod">
          <ac:chgData name="Hironari Yamada" userId="e57621f8-ec3c-449e-bb19-001fffcc008e" providerId="ADAL" clId="{BC0BD879-F267-5CCA-8DEA-E3B2DD07DA4E}" dt="2026-08-31T02:13:34.624" v="30604" actId="14100"/>
          <ac:picMkLst>
            <pc:docMk/>
            <pc:sldMk cId="437735080" sldId="2076139094"/>
            <ac:picMk id="14" creationId="{9E3C6CED-FB70-B66B-1C25-56E668E214B0}"/>
          </ac:picMkLst>
        </pc:picChg>
      </pc:sldChg>
      <pc:sldChg chg="addSp delSp modSp add del mod">
        <pc:chgData name="Hironari Yamada" userId="e57621f8-ec3c-449e-bb19-001fffcc008e" providerId="ADAL" clId="{BC0BD879-F267-5CCA-8DEA-E3B2DD07DA4E}" dt="2026-08-31T14:54:07.399" v="43739" actId="2696"/>
        <pc:sldMkLst>
          <pc:docMk/>
          <pc:sldMk cId="1947639022" sldId="2076139095"/>
        </pc:sldMkLst>
        <pc:spChg chg="mod">
          <ac:chgData name="Hironari Yamada" userId="e57621f8-ec3c-449e-bb19-001fffcc008e" providerId="ADAL" clId="{BC0BD879-F267-5CCA-8DEA-E3B2DD07DA4E}" dt="2026-08-31T02:16:37.339" v="30862" actId="20577"/>
          <ac:spMkLst>
            <pc:docMk/>
            <pc:sldMk cId="1947639022" sldId="2076139095"/>
            <ac:spMk id="3" creationId="{91ED89E9-7ED2-4E8A-FACE-E4542ACF938E}"/>
          </ac:spMkLst>
        </pc:spChg>
        <pc:spChg chg="add mod">
          <ac:chgData name="Hironari Yamada" userId="e57621f8-ec3c-449e-bb19-001fffcc008e" providerId="ADAL" clId="{BC0BD879-F267-5CCA-8DEA-E3B2DD07DA4E}" dt="2026-08-31T04:24:03.221" v="30878" actId="692"/>
          <ac:spMkLst>
            <pc:docMk/>
            <pc:sldMk cId="1947639022" sldId="2076139095"/>
            <ac:spMk id="7" creationId="{401C193F-E878-6072-7775-B4A14ADD4890}"/>
          </ac:spMkLst>
        </pc:spChg>
        <pc:spChg chg="add mod">
          <ac:chgData name="Hironari Yamada" userId="e57621f8-ec3c-449e-bb19-001fffcc008e" providerId="ADAL" clId="{BC0BD879-F267-5CCA-8DEA-E3B2DD07DA4E}" dt="2026-08-31T04:24:42.648" v="30968" actId="207"/>
          <ac:spMkLst>
            <pc:docMk/>
            <pc:sldMk cId="1947639022" sldId="2076139095"/>
            <ac:spMk id="8" creationId="{E14193F5-13A2-C385-F162-BB6F81B39A0C}"/>
          </ac:spMkLst>
        </pc:spChg>
        <pc:spChg chg="add mod">
          <ac:chgData name="Hironari Yamada" userId="e57621f8-ec3c-449e-bb19-001fffcc008e" providerId="ADAL" clId="{BC0BD879-F267-5CCA-8DEA-E3B2DD07DA4E}" dt="2026-08-31T04:24:40.251" v="30967" actId="14100"/>
          <ac:spMkLst>
            <pc:docMk/>
            <pc:sldMk cId="1947639022" sldId="2076139095"/>
            <ac:spMk id="10" creationId="{49ED713C-79D8-C792-E83A-A9F89916A9BF}"/>
          </ac:spMkLst>
        </pc:spChg>
        <pc:spChg chg="add mod">
          <ac:chgData name="Hironari Yamada" userId="e57621f8-ec3c-449e-bb19-001fffcc008e" providerId="ADAL" clId="{BC0BD879-F267-5CCA-8DEA-E3B2DD07DA4E}" dt="2026-08-31T04:24:48.544" v="30980" actId="20577"/>
          <ac:spMkLst>
            <pc:docMk/>
            <pc:sldMk cId="1947639022" sldId="2076139095"/>
            <ac:spMk id="11" creationId="{D0AD00F1-BC95-E79B-2D2C-E6239CFF6CCA}"/>
          </ac:spMkLst>
        </pc:spChg>
        <pc:spChg chg="del">
          <ac:chgData name="Hironari Yamada" userId="e57621f8-ec3c-449e-bb19-001fffcc008e" providerId="ADAL" clId="{BC0BD879-F267-5CCA-8DEA-E3B2DD07DA4E}" dt="2026-08-31T02:16:52.174" v="30865" actId="478"/>
          <ac:spMkLst>
            <pc:docMk/>
            <pc:sldMk cId="1947639022" sldId="2076139095"/>
            <ac:spMk id="15" creationId="{6923C529-FA08-0F86-FBC9-E34EAA819AC5}"/>
          </ac:spMkLst>
        </pc:spChg>
        <pc:spChg chg="del">
          <ac:chgData name="Hironari Yamada" userId="e57621f8-ec3c-449e-bb19-001fffcc008e" providerId="ADAL" clId="{BC0BD879-F267-5CCA-8DEA-E3B2DD07DA4E}" dt="2026-08-31T02:16:52.174" v="30865" actId="478"/>
          <ac:spMkLst>
            <pc:docMk/>
            <pc:sldMk cId="1947639022" sldId="2076139095"/>
            <ac:spMk id="16" creationId="{374A9DE7-2799-E50B-EDA9-8DBB59DFA00E}"/>
          </ac:spMkLst>
        </pc:spChg>
        <pc:spChg chg="del">
          <ac:chgData name="Hironari Yamada" userId="e57621f8-ec3c-449e-bb19-001fffcc008e" providerId="ADAL" clId="{BC0BD879-F267-5CCA-8DEA-E3B2DD07DA4E}" dt="2026-08-31T02:16:52.174" v="30865" actId="478"/>
          <ac:spMkLst>
            <pc:docMk/>
            <pc:sldMk cId="1947639022" sldId="2076139095"/>
            <ac:spMk id="17" creationId="{F82F7592-23BC-C407-511E-B5F61CEDB896}"/>
          </ac:spMkLst>
        </pc:spChg>
        <pc:spChg chg="del">
          <ac:chgData name="Hironari Yamada" userId="e57621f8-ec3c-449e-bb19-001fffcc008e" providerId="ADAL" clId="{BC0BD879-F267-5CCA-8DEA-E3B2DD07DA4E}" dt="2026-08-31T02:16:52.174" v="30865" actId="478"/>
          <ac:spMkLst>
            <pc:docMk/>
            <pc:sldMk cId="1947639022" sldId="2076139095"/>
            <ac:spMk id="18" creationId="{110781D7-9967-2051-59CC-A109DFDB66E8}"/>
          </ac:spMkLst>
        </pc:spChg>
        <pc:spChg chg="del">
          <ac:chgData name="Hironari Yamada" userId="e57621f8-ec3c-449e-bb19-001fffcc008e" providerId="ADAL" clId="{BC0BD879-F267-5CCA-8DEA-E3B2DD07DA4E}" dt="2026-08-31T02:16:52.174" v="30865" actId="478"/>
          <ac:spMkLst>
            <pc:docMk/>
            <pc:sldMk cId="1947639022" sldId="2076139095"/>
            <ac:spMk id="19" creationId="{14596C61-D0E5-5798-3826-5F97BA8C9307}"/>
          </ac:spMkLst>
        </pc:spChg>
        <pc:spChg chg="del">
          <ac:chgData name="Hironari Yamada" userId="e57621f8-ec3c-449e-bb19-001fffcc008e" providerId="ADAL" clId="{BC0BD879-F267-5CCA-8DEA-E3B2DD07DA4E}" dt="2026-08-31T02:16:52.174" v="30865" actId="478"/>
          <ac:spMkLst>
            <pc:docMk/>
            <pc:sldMk cId="1947639022" sldId="2076139095"/>
            <ac:spMk id="20" creationId="{7050E531-399A-84D6-68E5-0BD560613993}"/>
          </ac:spMkLst>
        </pc:spChg>
        <pc:spChg chg="del">
          <ac:chgData name="Hironari Yamada" userId="e57621f8-ec3c-449e-bb19-001fffcc008e" providerId="ADAL" clId="{BC0BD879-F267-5CCA-8DEA-E3B2DD07DA4E}" dt="2026-08-31T02:16:42.968" v="30863" actId="478"/>
          <ac:spMkLst>
            <pc:docMk/>
            <pc:sldMk cId="1947639022" sldId="2076139095"/>
            <ac:spMk id="21" creationId="{61538930-1E79-1BB2-6FFA-5FA1EA34E7A6}"/>
          </ac:spMkLst>
        </pc:spChg>
        <pc:spChg chg="add mod">
          <ac:chgData name="Hironari Yamada" userId="e57621f8-ec3c-449e-bb19-001fffcc008e" providerId="ADAL" clId="{BC0BD879-F267-5CCA-8DEA-E3B2DD07DA4E}" dt="2026-08-31T04:25:43.554" v="30989" actId="14100"/>
          <ac:spMkLst>
            <pc:docMk/>
            <pc:sldMk cId="1947639022" sldId="2076139095"/>
            <ac:spMk id="23" creationId="{3337B92B-CD82-835D-393C-51E4EFDFB76D}"/>
          </ac:spMkLst>
        </pc:spChg>
        <pc:spChg chg="add mod">
          <ac:chgData name="Hironari Yamada" userId="e57621f8-ec3c-449e-bb19-001fffcc008e" providerId="ADAL" clId="{BC0BD879-F267-5CCA-8DEA-E3B2DD07DA4E}" dt="2026-08-31T04:25:55.922" v="31039" actId="20577"/>
          <ac:spMkLst>
            <pc:docMk/>
            <pc:sldMk cId="1947639022" sldId="2076139095"/>
            <ac:spMk id="24" creationId="{E9F46F6A-6E5A-66C6-3F22-2B77B8EA0C30}"/>
          </ac:spMkLst>
        </pc:spChg>
        <pc:spChg chg="add mod">
          <ac:chgData name="Hironari Yamada" userId="e57621f8-ec3c-449e-bb19-001fffcc008e" providerId="ADAL" clId="{BC0BD879-F267-5CCA-8DEA-E3B2DD07DA4E}" dt="2026-08-31T04:26:12.845" v="31040"/>
          <ac:spMkLst>
            <pc:docMk/>
            <pc:sldMk cId="1947639022" sldId="2076139095"/>
            <ac:spMk id="25" creationId="{2A6A733B-6F72-F615-3C4E-26763A6238C5}"/>
          </ac:spMkLst>
        </pc:spChg>
        <pc:picChg chg="add mod">
          <ac:chgData name="Hironari Yamada" userId="e57621f8-ec3c-449e-bb19-001fffcc008e" providerId="ADAL" clId="{BC0BD879-F267-5CCA-8DEA-E3B2DD07DA4E}" dt="2026-08-31T04:23:48.290" v="30871" actId="1076"/>
          <ac:picMkLst>
            <pc:docMk/>
            <pc:sldMk cId="1947639022" sldId="2076139095"/>
            <ac:picMk id="6" creationId="{7B398163-C1A2-97A9-AA44-C6CFD7469E34}"/>
          </ac:picMkLst>
        </pc:picChg>
        <pc:picChg chg="del">
          <ac:chgData name="Hironari Yamada" userId="e57621f8-ec3c-449e-bb19-001fffcc008e" providerId="ADAL" clId="{BC0BD879-F267-5CCA-8DEA-E3B2DD07DA4E}" dt="2026-08-31T02:16:52.174" v="30865" actId="478"/>
          <ac:picMkLst>
            <pc:docMk/>
            <pc:sldMk cId="1947639022" sldId="2076139095"/>
            <ac:picMk id="12" creationId="{F79FE196-6E04-CADE-921C-2757E565CD81}"/>
          </ac:picMkLst>
        </pc:picChg>
        <pc:picChg chg="del">
          <ac:chgData name="Hironari Yamada" userId="e57621f8-ec3c-449e-bb19-001fffcc008e" providerId="ADAL" clId="{BC0BD879-F267-5CCA-8DEA-E3B2DD07DA4E}" dt="2026-08-31T02:16:52.174" v="30865" actId="478"/>
          <ac:picMkLst>
            <pc:docMk/>
            <pc:sldMk cId="1947639022" sldId="2076139095"/>
            <ac:picMk id="14" creationId="{4290E8E2-E27A-71BA-0A38-BBB2040DAD09}"/>
          </ac:picMkLst>
        </pc:picChg>
        <pc:picChg chg="add mod">
          <ac:chgData name="Hironari Yamada" userId="e57621f8-ec3c-449e-bb19-001fffcc008e" providerId="ADAL" clId="{BC0BD879-F267-5CCA-8DEA-E3B2DD07DA4E}" dt="2026-08-31T04:25:30.711" v="30985" actId="14100"/>
          <ac:picMkLst>
            <pc:docMk/>
            <pc:sldMk cId="1947639022" sldId="2076139095"/>
            <ac:picMk id="22" creationId="{7C089879-701F-FC0F-4CA5-8809706BE37B}"/>
          </ac:picMkLst>
        </pc:picChg>
      </pc:sldChg>
      <pc:sldChg chg="addSp delSp modSp add del mod">
        <pc:chgData name="Hironari Yamada" userId="e57621f8-ec3c-449e-bb19-001fffcc008e" providerId="ADAL" clId="{BC0BD879-F267-5CCA-8DEA-E3B2DD07DA4E}" dt="2026-08-31T14:54:07.417" v="43752" actId="2696"/>
        <pc:sldMkLst>
          <pc:docMk/>
          <pc:sldMk cId="2803268109" sldId="2076139096"/>
        </pc:sldMkLst>
        <pc:spChg chg="del">
          <ac:chgData name="Hironari Yamada" userId="e57621f8-ec3c-449e-bb19-001fffcc008e" providerId="ADAL" clId="{BC0BD879-F267-5CCA-8DEA-E3B2DD07DA4E}" dt="2026-08-31T04:26:45.958" v="31042" actId="478"/>
          <ac:spMkLst>
            <pc:docMk/>
            <pc:sldMk cId="2803268109" sldId="2076139096"/>
            <ac:spMk id="7" creationId="{D7DCE232-CA35-E3E9-829C-0B8616DF643B}"/>
          </ac:spMkLst>
        </pc:spChg>
        <pc:spChg chg="del">
          <ac:chgData name="Hironari Yamada" userId="e57621f8-ec3c-449e-bb19-001fffcc008e" providerId="ADAL" clId="{BC0BD879-F267-5CCA-8DEA-E3B2DD07DA4E}" dt="2026-08-31T04:26:45.958" v="31042" actId="478"/>
          <ac:spMkLst>
            <pc:docMk/>
            <pc:sldMk cId="2803268109" sldId="2076139096"/>
            <ac:spMk id="8" creationId="{55EE78D8-F0E1-3BDA-AD3C-FB7E12D30D1F}"/>
          </ac:spMkLst>
        </pc:spChg>
        <pc:spChg chg="del">
          <ac:chgData name="Hironari Yamada" userId="e57621f8-ec3c-449e-bb19-001fffcc008e" providerId="ADAL" clId="{BC0BD879-F267-5CCA-8DEA-E3B2DD07DA4E}" dt="2026-08-31T04:26:45.958" v="31042" actId="478"/>
          <ac:spMkLst>
            <pc:docMk/>
            <pc:sldMk cId="2803268109" sldId="2076139096"/>
            <ac:spMk id="10" creationId="{0E6F8099-AE14-8719-6258-311AD4C25627}"/>
          </ac:spMkLst>
        </pc:spChg>
        <pc:spChg chg="del">
          <ac:chgData name="Hironari Yamada" userId="e57621f8-ec3c-449e-bb19-001fffcc008e" providerId="ADAL" clId="{BC0BD879-F267-5CCA-8DEA-E3B2DD07DA4E}" dt="2026-08-31T04:26:45.958" v="31042" actId="478"/>
          <ac:spMkLst>
            <pc:docMk/>
            <pc:sldMk cId="2803268109" sldId="2076139096"/>
            <ac:spMk id="11" creationId="{4A19C75A-4D24-D89D-4692-A153B0D9305D}"/>
          </ac:spMkLst>
        </pc:spChg>
        <pc:spChg chg="add mod">
          <ac:chgData name="Hironari Yamada" userId="e57621f8-ec3c-449e-bb19-001fffcc008e" providerId="ADAL" clId="{BC0BD879-F267-5CCA-8DEA-E3B2DD07DA4E}" dt="2026-08-31T04:27:15.638" v="31050" actId="14100"/>
          <ac:spMkLst>
            <pc:docMk/>
            <pc:sldMk cId="2803268109" sldId="2076139096"/>
            <ac:spMk id="13" creationId="{1F163AF7-E38F-DDDF-DC23-101C05A40343}"/>
          </ac:spMkLst>
        </pc:spChg>
        <pc:spChg chg="add mod">
          <ac:chgData name="Hironari Yamada" userId="e57621f8-ec3c-449e-bb19-001fffcc008e" providerId="ADAL" clId="{BC0BD879-F267-5CCA-8DEA-E3B2DD07DA4E}" dt="2026-08-31T04:27:27.968" v="31093" actId="1076"/>
          <ac:spMkLst>
            <pc:docMk/>
            <pc:sldMk cId="2803268109" sldId="2076139096"/>
            <ac:spMk id="14" creationId="{A0878D06-D4BC-0344-3EF6-9ED82A2AF671}"/>
          </ac:spMkLst>
        </pc:spChg>
        <pc:spChg chg="del">
          <ac:chgData name="Hironari Yamada" userId="e57621f8-ec3c-449e-bb19-001fffcc008e" providerId="ADAL" clId="{BC0BD879-F267-5CCA-8DEA-E3B2DD07DA4E}" dt="2026-08-31T04:26:45.958" v="31042" actId="478"/>
          <ac:spMkLst>
            <pc:docMk/>
            <pc:sldMk cId="2803268109" sldId="2076139096"/>
            <ac:spMk id="23" creationId="{11584895-E7D7-01C7-C3BF-AE402B03FEAC}"/>
          </ac:spMkLst>
        </pc:spChg>
        <pc:spChg chg="del">
          <ac:chgData name="Hironari Yamada" userId="e57621f8-ec3c-449e-bb19-001fffcc008e" providerId="ADAL" clId="{BC0BD879-F267-5CCA-8DEA-E3B2DD07DA4E}" dt="2026-08-31T04:26:45.958" v="31042" actId="478"/>
          <ac:spMkLst>
            <pc:docMk/>
            <pc:sldMk cId="2803268109" sldId="2076139096"/>
            <ac:spMk id="24" creationId="{039C7D20-C1FB-206C-3693-A2CF53499F21}"/>
          </ac:spMkLst>
        </pc:spChg>
        <pc:picChg chg="del">
          <ac:chgData name="Hironari Yamada" userId="e57621f8-ec3c-449e-bb19-001fffcc008e" providerId="ADAL" clId="{BC0BD879-F267-5CCA-8DEA-E3B2DD07DA4E}" dt="2026-08-31T04:26:45.958" v="31042" actId="478"/>
          <ac:picMkLst>
            <pc:docMk/>
            <pc:sldMk cId="2803268109" sldId="2076139096"/>
            <ac:picMk id="6" creationId="{60C03FBE-7D3F-2490-73EB-49E2A4BF63E3}"/>
          </ac:picMkLst>
        </pc:picChg>
        <pc:picChg chg="add mod">
          <ac:chgData name="Hironari Yamada" userId="e57621f8-ec3c-449e-bb19-001fffcc008e" providerId="ADAL" clId="{BC0BD879-F267-5CCA-8DEA-E3B2DD07DA4E}" dt="2026-08-31T04:27:02.739" v="31047" actId="1076"/>
          <ac:picMkLst>
            <pc:docMk/>
            <pc:sldMk cId="2803268109" sldId="2076139096"/>
            <ac:picMk id="12" creationId="{1EC3190C-33D5-55C2-4B0E-6DDA542CDBEE}"/>
          </ac:picMkLst>
        </pc:picChg>
        <pc:picChg chg="del">
          <ac:chgData name="Hironari Yamada" userId="e57621f8-ec3c-449e-bb19-001fffcc008e" providerId="ADAL" clId="{BC0BD879-F267-5CCA-8DEA-E3B2DD07DA4E}" dt="2026-08-31T04:26:45.958" v="31042" actId="478"/>
          <ac:picMkLst>
            <pc:docMk/>
            <pc:sldMk cId="2803268109" sldId="2076139096"/>
            <ac:picMk id="22" creationId="{A3AB619D-9C77-E0F5-D0D4-1F9429666F89}"/>
          </ac:picMkLst>
        </pc:picChg>
      </pc:sldChg>
      <pc:sldChg chg="addSp modSp add del mod">
        <pc:chgData name="Hironari Yamada" userId="e57621f8-ec3c-449e-bb19-001fffcc008e" providerId="ADAL" clId="{BC0BD879-F267-5CCA-8DEA-E3B2DD07DA4E}" dt="2026-08-31T14:54:07.438" v="43769" actId="2696"/>
        <pc:sldMkLst>
          <pc:docMk/>
          <pc:sldMk cId="2275900580" sldId="2076139097"/>
        </pc:sldMkLst>
        <pc:spChg chg="mod">
          <ac:chgData name="Hironari Yamada" userId="e57621f8-ec3c-449e-bb19-001fffcc008e" providerId="ADAL" clId="{BC0BD879-F267-5CCA-8DEA-E3B2DD07DA4E}" dt="2026-08-31T05:23:26.737" v="33924" actId="20577"/>
          <ac:spMkLst>
            <pc:docMk/>
            <pc:sldMk cId="2275900580" sldId="2076139097"/>
            <ac:spMk id="3" creationId="{718D6F49-B598-CDAB-44FA-EED3570B2FF2}"/>
          </ac:spMkLst>
        </pc:spChg>
        <pc:spChg chg="add mod">
          <ac:chgData name="Hironari Yamada" userId="e57621f8-ec3c-449e-bb19-001fffcc008e" providerId="ADAL" clId="{BC0BD879-F267-5CCA-8DEA-E3B2DD07DA4E}" dt="2026-08-31T05:35:04.674" v="33935" actId="14100"/>
          <ac:spMkLst>
            <pc:docMk/>
            <pc:sldMk cId="2275900580" sldId="2076139097"/>
            <ac:spMk id="7" creationId="{0C072431-12EB-6445-B394-3DA0D8C9A266}"/>
          </ac:spMkLst>
        </pc:spChg>
        <pc:spChg chg="add mod">
          <ac:chgData name="Hironari Yamada" userId="e57621f8-ec3c-449e-bb19-001fffcc008e" providerId="ADAL" clId="{BC0BD879-F267-5CCA-8DEA-E3B2DD07DA4E}" dt="2026-08-31T05:35:18.776" v="34002" actId="20577"/>
          <ac:spMkLst>
            <pc:docMk/>
            <pc:sldMk cId="2275900580" sldId="2076139097"/>
            <ac:spMk id="8" creationId="{F00B46BA-D6C4-D131-2FED-C4FE2CE230F1}"/>
          </ac:spMkLst>
        </pc:spChg>
        <pc:spChg chg="mod">
          <ac:chgData name="Hironari Yamada" userId="e57621f8-ec3c-449e-bb19-001fffcc008e" providerId="ADAL" clId="{BC0BD879-F267-5CCA-8DEA-E3B2DD07DA4E}" dt="2026-08-31T05:22:54.754" v="33758" actId="20577"/>
          <ac:spMkLst>
            <pc:docMk/>
            <pc:sldMk cId="2275900580" sldId="2076139097"/>
            <ac:spMk id="9" creationId="{4EA67346-7F29-BA16-CFAB-A998BBEA2B40}"/>
          </ac:spMkLst>
        </pc:spChg>
        <pc:spChg chg="add mod">
          <ac:chgData name="Hironari Yamada" userId="e57621f8-ec3c-449e-bb19-001fffcc008e" providerId="ADAL" clId="{BC0BD879-F267-5CCA-8DEA-E3B2DD07DA4E}" dt="2026-08-31T05:35:32.354" v="34010" actId="1035"/>
          <ac:spMkLst>
            <pc:docMk/>
            <pc:sldMk cId="2275900580" sldId="2076139097"/>
            <ac:spMk id="10" creationId="{F6DB3F5C-5B82-EFBE-C367-65E161A9C1DE}"/>
          </ac:spMkLst>
        </pc:spChg>
        <pc:spChg chg="add mod">
          <ac:chgData name="Hironari Yamada" userId="e57621f8-ec3c-449e-bb19-001fffcc008e" providerId="ADAL" clId="{BC0BD879-F267-5CCA-8DEA-E3B2DD07DA4E}" dt="2026-08-31T05:35:42.341" v="34025" actId="20577"/>
          <ac:spMkLst>
            <pc:docMk/>
            <pc:sldMk cId="2275900580" sldId="2076139097"/>
            <ac:spMk id="11" creationId="{91AA2F9B-9D7F-DF7E-4EBC-8A3FE1D701A5}"/>
          </ac:spMkLst>
        </pc:spChg>
        <pc:spChg chg="add mod">
          <ac:chgData name="Hironari Yamada" userId="e57621f8-ec3c-449e-bb19-001fffcc008e" providerId="ADAL" clId="{BC0BD879-F267-5CCA-8DEA-E3B2DD07DA4E}" dt="2026-08-31T05:35:55.237" v="34028" actId="14100"/>
          <ac:spMkLst>
            <pc:docMk/>
            <pc:sldMk cId="2275900580" sldId="2076139097"/>
            <ac:spMk id="12" creationId="{1933708D-BCA9-9085-E0E1-90BFA318A520}"/>
          </ac:spMkLst>
        </pc:spChg>
        <pc:spChg chg="add mod">
          <ac:chgData name="Hironari Yamada" userId="e57621f8-ec3c-449e-bb19-001fffcc008e" providerId="ADAL" clId="{BC0BD879-F267-5CCA-8DEA-E3B2DD07DA4E}" dt="2026-08-31T05:36:08.474" v="34077" actId="20577"/>
          <ac:spMkLst>
            <pc:docMk/>
            <pc:sldMk cId="2275900580" sldId="2076139097"/>
            <ac:spMk id="13" creationId="{4E3D4790-0063-6AF6-7C9D-474CE0240505}"/>
          </ac:spMkLst>
        </pc:spChg>
        <pc:picChg chg="add mod">
          <ac:chgData name="Hironari Yamada" userId="e57621f8-ec3c-449e-bb19-001fffcc008e" providerId="ADAL" clId="{BC0BD879-F267-5CCA-8DEA-E3B2DD07DA4E}" dt="2026-08-31T05:25:19.608" v="33928" actId="14100"/>
          <ac:picMkLst>
            <pc:docMk/>
            <pc:sldMk cId="2275900580" sldId="2076139097"/>
            <ac:picMk id="5" creationId="{FD8912A2-E67A-A4B9-A207-8607C402BB6C}"/>
          </ac:picMkLst>
        </pc:picChg>
        <pc:picChg chg="add mod">
          <ac:chgData name="Hironari Yamada" userId="e57621f8-ec3c-449e-bb19-001fffcc008e" providerId="ADAL" clId="{BC0BD879-F267-5CCA-8DEA-E3B2DD07DA4E}" dt="2026-08-31T05:34:53.948" v="33932" actId="14100"/>
          <ac:picMkLst>
            <pc:docMk/>
            <pc:sldMk cId="2275900580" sldId="2076139097"/>
            <ac:picMk id="6" creationId="{A9F5687D-DB47-AEFF-B810-D3C8847ADE5E}"/>
          </ac:picMkLst>
        </pc:picChg>
      </pc:sldChg>
      <pc:sldChg chg="addSp modSp add del mod">
        <pc:chgData name="Hironari Yamada" userId="e57621f8-ec3c-449e-bb19-001fffcc008e" providerId="ADAL" clId="{BC0BD879-F267-5CCA-8DEA-E3B2DD07DA4E}" dt="2026-08-31T14:54:07.411" v="43745" actId="2696"/>
        <pc:sldMkLst>
          <pc:docMk/>
          <pc:sldMk cId="2362289138" sldId="2076139098"/>
        </pc:sldMkLst>
        <pc:spChg chg="mod">
          <ac:chgData name="Hironari Yamada" userId="e57621f8-ec3c-449e-bb19-001fffcc008e" providerId="ADAL" clId="{BC0BD879-F267-5CCA-8DEA-E3B2DD07DA4E}" dt="2026-08-31T07:17:12.008" v="35689" actId="20577"/>
          <ac:spMkLst>
            <pc:docMk/>
            <pc:sldMk cId="2362289138" sldId="2076139098"/>
            <ac:spMk id="3" creationId="{37A7DA6D-CC74-1076-39C7-9CA0F4AAD70B}"/>
          </ac:spMkLst>
        </pc:spChg>
        <pc:spChg chg="add mod">
          <ac:chgData name="Hironari Yamada" userId="e57621f8-ec3c-449e-bb19-001fffcc008e" providerId="ADAL" clId="{BC0BD879-F267-5CCA-8DEA-E3B2DD07DA4E}" dt="2026-08-31T07:18:33.770" v="35695" actId="14100"/>
          <ac:spMkLst>
            <pc:docMk/>
            <pc:sldMk cId="2362289138" sldId="2076139098"/>
            <ac:spMk id="6" creationId="{FFDCFA8F-D5B9-F5F5-B420-0F17A08FDD4E}"/>
          </ac:spMkLst>
        </pc:spChg>
        <pc:spChg chg="add mod">
          <ac:chgData name="Hironari Yamada" userId="e57621f8-ec3c-449e-bb19-001fffcc008e" providerId="ADAL" clId="{BC0BD879-F267-5CCA-8DEA-E3B2DD07DA4E}" dt="2026-08-31T07:18:36.413" v="35697" actId="1076"/>
          <ac:spMkLst>
            <pc:docMk/>
            <pc:sldMk cId="2362289138" sldId="2076139098"/>
            <ac:spMk id="7" creationId="{993144B3-684F-B00B-983C-B2909F42FF29}"/>
          </ac:spMkLst>
        </pc:spChg>
        <pc:spChg chg="add mod">
          <ac:chgData name="Hironari Yamada" userId="e57621f8-ec3c-449e-bb19-001fffcc008e" providerId="ADAL" clId="{BC0BD879-F267-5CCA-8DEA-E3B2DD07DA4E}" dt="2026-08-31T07:18:48.587" v="35702" actId="20577"/>
          <ac:spMkLst>
            <pc:docMk/>
            <pc:sldMk cId="2362289138" sldId="2076139098"/>
            <ac:spMk id="8" creationId="{CFE0A4E3-191C-31CA-9E67-31B2FD1116F6}"/>
          </ac:spMkLst>
        </pc:spChg>
        <pc:spChg chg="mod">
          <ac:chgData name="Hironari Yamada" userId="e57621f8-ec3c-449e-bb19-001fffcc008e" providerId="ADAL" clId="{BC0BD879-F267-5CCA-8DEA-E3B2DD07DA4E}" dt="2026-08-31T07:16:48.867" v="35593" actId="20577"/>
          <ac:spMkLst>
            <pc:docMk/>
            <pc:sldMk cId="2362289138" sldId="2076139098"/>
            <ac:spMk id="9" creationId="{0E46C9E7-56AE-8FE0-761A-B52B4782C202}"/>
          </ac:spMkLst>
        </pc:spChg>
        <pc:spChg chg="add mod">
          <ac:chgData name="Hironari Yamada" userId="e57621f8-ec3c-449e-bb19-001fffcc008e" providerId="ADAL" clId="{BC0BD879-F267-5CCA-8DEA-E3B2DD07DA4E}" dt="2026-08-31T11:24:07.138" v="36503" actId="1076"/>
          <ac:spMkLst>
            <pc:docMk/>
            <pc:sldMk cId="2362289138" sldId="2076139098"/>
            <ac:spMk id="10" creationId="{27AA1D8B-E6EC-BDC1-F3C9-E3FE8AF9B5FA}"/>
          </ac:spMkLst>
        </pc:spChg>
        <pc:picChg chg="add mod">
          <ac:chgData name="Hironari Yamada" userId="e57621f8-ec3c-449e-bb19-001fffcc008e" providerId="ADAL" clId="{BC0BD879-F267-5CCA-8DEA-E3B2DD07DA4E}" dt="2026-08-31T07:18:20.018" v="35692" actId="1076"/>
          <ac:picMkLst>
            <pc:docMk/>
            <pc:sldMk cId="2362289138" sldId="2076139098"/>
            <ac:picMk id="5" creationId="{84C6B7AB-B5DC-8909-614E-01E2B87FB0F1}"/>
          </ac:picMkLst>
        </pc:picChg>
      </pc:sldChg>
      <pc:sldChg chg="addSp modSp add del mod">
        <pc:chgData name="Hironari Yamada" userId="e57621f8-ec3c-449e-bb19-001fffcc008e" providerId="ADAL" clId="{BC0BD879-F267-5CCA-8DEA-E3B2DD07DA4E}" dt="2026-08-31T14:54:07.435" v="43765" actId="2696"/>
        <pc:sldMkLst>
          <pc:docMk/>
          <pc:sldMk cId="2128179225" sldId="2076139099"/>
        </pc:sldMkLst>
        <pc:spChg chg="mod">
          <ac:chgData name="Hironari Yamada" userId="e57621f8-ec3c-449e-bb19-001fffcc008e" providerId="ADAL" clId="{BC0BD879-F267-5CCA-8DEA-E3B2DD07DA4E}" dt="2026-08-31T11:25:03.317" v="36708" actId="20577"/>
          <ac:spMkLst>
            <pc:docMk/>
            <pc:sldMk cId="2128179225" sldId="2076139099"/>
            <ac:spMk id="3" creationId="{C3548EED-B795-2A84-70D2-C963D6D3CCB1}"/>
          </ac:spMkLst>
        </pc:spChg>
        <pc:spChg chg="add mod">
          <ac:chgData name="Hironari Yamada" userId="e57621f8-ec3c-449e-bb19-001fffcc008e" providerId="ADAL" clId="{BC0BD879-F267-5CCA-8DEA-E3B2DD07DA4E}" dt="2026-08-31T11:38:25.341" v="36709"/>
          <ac:spMkLst>
            <pc:docMk/>
            <pc:sldMk cId="2128179225" sldId="2076139099"/>
            <ac:spMk id="6" creationId="{D507FDE8-24ED-1735-4066-66E3F60CF13F}"/>
          </ac:spMkLst>
        </pc:spChg>
        <pc:spChg chg="add mod">
          <ac:chgData name="Hironari Yamada" userId="e57621f8-ec3c-449e-bb19-001fffcc008e" providerId="ADAL" clId="{BC0BD879-F267-5CCA-8DEA-E3B2DD07DA4E}" dt="2026-08-31T11:38:25.341" v="36709"/>
          <ac:spMkLst>
            <pc:docMk/>
            <pc:sldMk cId="2128179225" sldId="2076139099"/>
            <ac:spMk id="7" creationId="{987177C6-CA0F-A564-C05E-8DB6745B1A5F}"/>
          </ac:spMkLst>
        </pc:spChg>
        <pc:spChg chg="mod">
          <ac:chgData name="Hironari Yamada" userId="e57621f8-ec3c-449e-bb19-001fffcc008e" providerId="ADAL" clId="{BC0BD879-F267-5CCA-8DEA-E3B2DD07DA4E}" dt="2026-08-31T11:24:25.679" v="36574" actId="20577"/>
          <ac:spMkLst>
            <pc:docMk/>
            <pc:sldMk cId="2128179225" sldId="2076139099"/>
            <ac:spMk id="9" creationId="{BB0B9897-2F16-F664-4958-66F58FA4A8A7}"/>
          </ac:spMkLst>
        </pc:spChg>
        <pc:spChg chg="add mod">
          <ac:chgData name="Hironari Yamada" userId="e57621f8-ec3c-449e-bb19-001fffcc008e" providerId="ADAL" clId="{BC0BD879-F267-5CCA-8DEA-E3B2DD07DA4E}" dt="2026-08-31T11:38:25.341" v="36709"/>
          <ac:spMkLst>
            <pc:docMk/>
            <pc:sldMk cId="2128179225" sldId="2076139099"/>
            <ac:spMk id="10" creationId="{E5695D37-D40C-748B-ACEE-133F4435878B}"/>
          </ac:spMkLst>
        </pc:spChg>
        <pc:spChg chg="add mod">
          <ac:chgData name="Hironari Yamada" userId="e57621f8-ec3c-449e-bb19-001fffcc008e" providerId="ADAL" clId="{BC0BD879-F267-5CCA-8DEA-E3B2DD07DA4E}" dt="2026-08-31T11:38:25.341" v="36709"/>
          <ac:spMkLst>
            <pc:docMk/>
            <pc:sldMk cId="2128179225" sldId="2076139099"/>
            <ac:spMk id="11" creationId="{BE46846D-DBC5-8B12-8862-B3A42B1205E5}"/>
          </ac:spMkLst>
        </pc:spChg>
        <pc:spChg chg="add mod">
          <ac:chgData name="Hironari Yamada" userId="e57621f8-ec3c-449e-bb19-001fffcc008e" providerId="ADAL" clId="{BC0BD879-F267-5CCA-8DEA-E3B2DD07DA4E}" dt="2026-08-31T11:39:35.537" v="36710"/>
          <ac:spMkLst>
            <pc:docMk/>
            <pc:sldMk cId="2128179225" sldId="2076139099"/>
            <ac:spMk id="13" creationId="{9C5E4D4D-45FA-ECB0-BAAB-A8FB7FCA2A84}"/>
          </ac:spMkLst>
        </pc:spChg>
        <pc:spChg chg="add mod">
          <ac:chgData name="Hironari Yamada" userId="e57621f8-ec3c-449e-bb19-001fffcc008e" providerId="ADAL" clId="{BC0BD879-F267-5CCA-8DEA-E3B2DD07DA4E}" dt="2026-08-31T11:39:35.537" v="36710"/>
          <ac:spMkLst>
            <pc:docMk/>
            <pc:sldMk cId="2128179225" sldId="2076139099"/>
            <ac:spMk id="14" creationId="{94E8EDEB-0D97-B548-61C4-97060379B126}"/>
          </ac:spMkLst>
        </pc:spChg>
        <pc:spChg chg="add mod">
          <ac:chgData name="Hironari Yamada" userId="e57621f8-ec3c-449e-bb19-001fffcc008e" providerId="ADAL" clId="{BC0BD879-F267-5CCA-8DEA-E3B2DD07DA4E}" dt="2026-08-31T11:39:35.537" v="36710"/>
          <ac:spMkLst>
            <pc:docMk/>
            <pc:sldMk cId="2128179225" sldId="2076139099"/>
            <ac:spMk id="16" creationId="{D2E33A7A-BF2A-A5AF-CD97-124E0FB4263A}"/>
          </ac:spMkLst>
        </pc:spChg>
        <pc:spChg chg="add mod">
          <ac:chgData name="Hironari Yamada" userId="e57621f8-ec3c-449e-bb19-001fffcc008e" providerId="ADAL" clId="{BC0BD879-F267-5CCA-8DEA-E3B2DD07DA4E}" dt="2026-08-31T11:39:35.537" v="36710"/>
          <ac:spMkLst>
            <pc:docMk/>
            <pc:sldMk cId="2128179225" sldId="2076139099"/>
            <ac:spMk id="17" creationId="{B9ABF2BD-BC87-E3B9-9825-2FD50E4AAFFA}"/>
          </ac:spMkLst>
        </pc:spChg>
        <pc:picChg chg="add mod">
          <ac:chgData name="Hironari Yamada" userId="e57621f8-ec3c-449e-bb19-001fffcc008e" providerId="ADAL" clId="{BC0BD879-F267-5CCA-8DEA-E3B2DD07DA4E}" dt="2026-08-31T11:38:25.341" v="36709"/>
          <ac:picMkLst>
            <pc:docMk/>
            <pc:sldMk cId="2128179225" sldId="2076139099"/>
            <ac:picMk id="5" creationId="{3D5CBD79-43FF-1B69-F9C8-98A2DBB30CF4}"/>
          </ac:picMkLst>
        </pc:picChg>
        <pc:picChg chg="add mod">
          <ac:chgData name="Hironari Yamada" userId="e57621f8-ec3c-449e-bb19-001fffcc008e" providerId="ADAL" clId="{BC0BD879-F267-5CCA-8DEA-E3B2DD07DA4E}" dt="2026-08-31T11:38:25.341" v="36709"/>
          <ac:picMkLst>
            <pc:docMk/>
            <pc:sldMk cId="2128179225" sldId="2076139099"/>
            <ac:picMk id="8" creationId="{72CE4AD6-458E-8FDC-3795-4950278F86DE}"/>
          </ac:picMkLst>
        </pc:picChg>
        <pc:picChg chg="add mod">
          <ac:chgData name="Hironari Yamada" userId="e57621f8-ec3c-449e-bb19-001fffcc008e" providerId="ADAL" clId="{BC0BD879-F267-5CCA-8DEA-E3B2DD07DA4E}" dt="2026-08-31T11:39:35.537" v="36710"/>
          <ac:picMkLst>
            <pc:docMk/>
            <pc:sldMk cId="2128179225" sldId="2076139099"/>
            <ac:picMk id="12" creationId="{8DD93C41-5477-45F9-B8BA-2A98A2E34937}"/>
          </ac:picMkLst>
        </pc:picChg>
        <pc:picChg chg="add mod">
          <ac:chgData name="Hironari Yamada" userId="e57621f8-ec3c-449e-bb19-001fffcc008e" providerId="ADAL" clId="{BC0BD879-F267-5CCA-8DEA-E3B2DD07DA4E}" dt="2026-08-31T11:39:35.537" v="36710"/>
          <ac:picMkLst>
            <pc:docMk/>
            <pc:sldMk cId="2128179225" sldId="2076139099"/>
            <ac:picMk id="15" creationId="{3366C601-AC17-B706-27F8-042B64FC2B7B}"/>
          </ac:picMkLst>
        </pc:picChg>
      </pc:sldChg>
      <pc:sldChg chg="addSp modSp add del mod">
        <pc:chgData name="Hironari Yamada" userId="e57621f8-ec3c-449e-bb19-001fffcc008e" providerId="ADAL" clId="{BC0BD879-F267-5CCA-8DEA-E3B2DD07DA4E}" dt="2026-08-31T14:54:07.433" v="43762" actId="2696"/>
        <pc:sldMkLst>
          <pc:docMk/>
          <pc:sldMk cId="1338120345" sldId="2076139100"/>
        </pc:sldMkLst>
        <pc:spChg chg="mod">
          <ac:chgData name="Hironari Yamada" userId="e57621f8-ec3c-449e-bb19-001fffcc008e" providerId="ADAL" clId="{BC0BD879-F267-5CCA-8DEA-E3B2DD07DA4E}" dt="2026-08-31T12:21:50.392" v="38392" actId="20577"/>
          <ac:spMkLst>
            <pc:docMk/>
            <pc:sldMk cId="1338120345" sldId="2076139100"/>
            <ac:spMk id="3" creationId="{2617B442-7532-DE36-70C8-91B9418A47EC}"/>
          </ac:spMkLst>
        </pc:spChg>
        <pc:spChg chg="add mod">
          <ac:chgData name="Hironari Yamada" userId="e57621f8-ec3c-449e-bb19-001fffcc008e" providerId="ADAL" clId="{BC0BD879-F267-5CCA-8DEA-E3B2DD07DA4E}" dt="2026-08-31T12:23:17.330" v="38407" actId="14100"/>
          <ac:spMkLst>
            <pc:docMk/>
            <pc:sldMk cId="1338120345" sldId="2076139100"/>
            <ac:spMk id="7" creationId="{5C493C78-08A2-7C6D-CFFF-B56D61E64A36}"/>
          </ac:spMkLst>
        </pc:spChg>
        <pc:spChg chg="add mod">
          <ac:chgData name="Hironari Yamada" userId="e57621f8-ec3c-449e-bb19-001fffcc008e" providerId="ADAL" clId="{BC0BD879-F267-5CCA-8DEA-E3B2DD07DA4E}" dt="2026-08-31T12:24:03.494" v="38515" actId="1076"/>
          <ac:spMkLst>
            <pc:docMk/>
            <pc:sldMk cId="1338120345" sldId="2076139100"/>
            <ac:spMk id="8" creationId="{53074EC6-6309-B1A7-1BEE-DF059B36D97F}"/>
          </ac:spMkLst>
        </pc:spChg>
        <pc:spChg chg="mod">
          <ac:chgData name="Hironari Yamada" userId="e57621f8-ec3c-449e-bb19-001fffcc008e" providerId="ADAL" clId="{BC0BD879-F267-5CCA-8DEA-E3B2DD07DA4E}" dt="2026-08-31T12:21:19.835" v="38217" actId="20577"/>
          <ac:spMkLst>
            <pc:docMk/>
            <pc:sldMk cId="1338120345" sldId="2076139100"/>
            <ac:spMk id="9" creationId="{7F0AC3BB-70DC-04C6-D26A-5593C7045986}"/>
          </ac:spMkLst>
        </pc:spChg>
        <pc:spChg chg="add mod">
          <ac:chgData name="Hironari Yamada" userId="e57621f8-ec3c-449e-bb19-001fffcc008e" providerId="ADAL" clId="{BC0BD879-F267-5CCA-8DEA-E3B2DD07DA4E}" dt="2026-08-31T12:24:09.511" v="38518" actId="14100"/>
          <ac:spMkLst>
            <pc:docMk/>
            <pc:sldMk cId="1338120345" sldId="2076139100"/>
            <ac:spMk id="10" creationId="{1FFB10AC-DD32-96D3-FE7F-F84902064FD5}"/>
          </ac:spMkLst>
        </pc:spChg>
        <pc:spChg chg="add mod">
          <ac:chgData name="Hironari Yamada" userId="e57621f8-ec3c-449e-bb19-001fffcc008e" providerId="ADAL" clId="{BC0BD879-F267-5CCA-8DEA-E3B2DD07DA4E}" dt="2026-08-31T12:24:00.794" v="38514" actId="14100"/>
          <ac:spMkLst>
            <pc:docMk/>
            <pc:sldMk cId="1338120345" sldId="2076139100"/>
            <ac:spMk id="11" creationId="{0D067C29-75F2-E413-0C79-14F4247657BF}"/>
          </ac:spMkLst>
        </pc:spChg>
        <pc:spChg chg="add mod">
          <ac:chgData name="Hironari Yamada" userId="e57621f8-ec3c-449e-bb19-001fffcc008e" providerId="ADAL" clId="{BC0BD879-F267-5CCA-8DEA-E3B2DD07DA4E}" dt="2026-08-31T12:24:23.421" v="38608" actId="20577"/>
          <ac:spMkLst>
            <pc:docMk/>
            <pc:sldMk cId="1338120345" sldId="2076139100"/>
            <ac:spMk id="12" creationId="{AA018DEF-D1D3-FE1B-7C80-9EC25F1F3357}"/>
          </ac:spMkLst>
        </pc:spChg>
        <pc:spChg chg="add mod">
          <ac:chgData name="Hironari Yamada" userId="e57621f8-ec3c-449e-bb19-001fffcc008e" providerId="ADAL" clId="{BC0BD879-F267-5CCA-8DEA-E3B2DD07DA4E}" dt="2026-08-31T12:24:31.306" v="38611" actId="14100"/>
          <ac:spMkLst>
            <pc:docMk/>
            <pc:sldMk cId="1338120345" sldId="2076139100"/>
            <ac:spMk id="13" creationId="{830E075D-47B8-2622-9BB9-316EC27F1804}"/>
          </ac:spMkLst>
        </pc:spChg>
        <pc:spChg chg="add mod">
          <ac:chgData name="Hironari Yamada" userId="e57621f8-ec3c-449e-bb19-001fffcc008e" providerId="ADAL" clId="{BC0BD879-F267-5CCA-8DEA-E3B2DD07DA4E}" dt="2026-08-31T12:24:33.175" v="38612"/>
          <ac:spMkLst>
            <pc:docMk/>
            <pc:sldMk cId="1338120345" sldId="2076139100"/>
            <ac:spMk id="14" creationId="{8846DA53-3ED1-18C6-1CE6-DF9690DF7915}"/>
          </ac:spMkLst>
        </pc:spChg>
        <pc:spChg chg="add mod">
          <ac:chgData name="Hironari Yamada" userId="e57621f8-ec3c-449e-bb19-001fffcc008e" providerId="ADAL" clId="{BC0BD879-F267-5CCA-8DEA-E3B2DD07DA4E}" dt="2026-08-31T12:31:53.763" v="38684"/>
          <ac:spMkLst>
            <pc:docMk/>
            <pc:sldMk cId="1338120345" sldId="2076139100"/>
            <ac:spMk id="15" creationId="{8E5D13D5-02E5-45BC-C1EE-E21AA315D069}"/>
          </ac:spMkLst>
        </pc:spChg>
        <pc:picChg chg="add mod">
          <ac:chgData name="Hironari Yamada" userId="e57621f8-ec3c-449e-bb19-001fffcc008e" providerId="ADAL" clId="{BC0BD879-F267-5CCA-8DEA-E3B2DD07DA4E}" dt="2026-08-31T12:23:08.057" v="38404" actId="14100"/>
          <ac:picMkLst>
            <pc:docMk/>
            <pc:sldMk cId="1338120345" sldId="2076139100"/>
            <ac:picMk id="5" creationId="{25619582-9F7D-5441-5FF2-ACF91C71A50D}"/>
          </ac:picMkLst>
        </pc:picChg>
        <pc:picChg chg="add mod">
          <ac:chgData name="Hironari Yamada" userId="e57621f8-ec3c-449e-bb19-001fffcc008e" providerId="ADAL" clId="{BC0BD879-F267-5CCA-8DEA-E3B2DD07DA4E}" dt="2026-08-31T12:23:00.483" v="38402" actId="14100"/>
          <ac:picMkLst>
            <pc:docMk/>
            <pc:sldMk cId="1338120345" sldId="2076139100"/>
            <ac:picMk id="6" creationId="{78E29D17-50D7-7840-2754-4F8AB49815A8}"/>
          </ac:picMkLst>
        </pc:picChg>
      </pc:sldChg>
      <pc:sldChg chg="addSp delSp modSp add del mod">
        <pc:chgData name="Hironari Yamada" userId="e57621f8-ec3c-449e-bb19-001fffcc008e" providerId="ADAL" clId="{BC0BD879-F267-5CCA-8DEA-E3B2DD07DA4E}" dt="2026-08-31T14:54:07.443" v="43775" actId="2696"/>
        <pc:sldMkLst>
          <pc:docMk/>
          <pc:sldMk cId="1530166125" sldId="2076139101"/>
        </pc:sldMkLst>
        <pc:spChg chg="mod">
          <ac:chgData name="Hironari Yamada" userId="e57621f8-ec3c-449e-bb19-001fffcc008e" providerId="ADAL" clId="{BC0BD879-F267-5CCA-8DEA-E3B2DD07DA4E}" dt="2026-08-31T12:48:06.935" v="39162" actId="20577"/>
          <ac:spMkLst>
            <pc:docMk/>
            <pc:sldMk cId="1530166125" sldId="2076139101"/>
            <ac:spMk id="3" creationId="{59E0045C-F884-4F71-8056-14472B9AD520}"/>
          </ac:spMkLst>
        </pc:spChg>
        <pc:spChg chg="add mod">
          <ac:chgData name="Hironari Yamada" userId="e57621f8-ec3c-449e-bb19-001fffcc008e" providerId="ADAL" clId="{BC0BD879-F267-5CCA-8DEA-E3B2DD07DA4E}" dt="2026-08-31T12:52:30.411" v="39293" actId="14100"/>
          <ac:spMkLst>
            <pc:docMk/>
            <pc:sldMk cId="1530166125" sldId="2076139101"/>
            <ac:spMk id="8" creationId="{C3DF57BF-7C2C-3561-2BFD-2E1B1CA103FF}"/>
          </ac:spMkLst>
        </pc:spChg>
        <pc:spChg chg="mod">
          <ac:chgData name="Hironari Yamada" userId="e57621f8-ec3c-449e-bb19-001fffcc008e" providerId="ADAL" clId="{BC0BD879-F267-5CCA-8DEA-E3B2DD07DA4E}" dt="2026-08-31T12:47:04.812" v="39016" actId="20577"/>
          <ac:spMkLst>
            <pc:docMk/>
            <pc:sldMk cId="1530166125" sldId="2076139101"/>
            <ac:spMk id="9" creationId="{71EE1F47-9B82-82F8-43CB-C64960767505}"/>
          </ac:spMkLst>
        </pc:spChg>
        <pc:spChg chg="add mod">
          <ac:chgData name="Hironari Yamada" userId="e57621f8-ec3c-449e-bb19-001fffcc008e" providerId="ADAL" clId="{BC0BD879-F267-5CCA-8DEA-E3B2DD07DA4E}" dt="2026-08-31T12:51:59.857" v="39171" actId="14100"/>
          <ac:spMkLst>
            <pc:docMk/>
            <pc:sldMk cId="1530166125" sldId="2076139101"/>
            <ac:spMk id="10" creationId="{CC3ABE6F-6CA2-8DC7-D18F-F446BF33A50C}"/>
          </ac:spMkLst>
        </pc:spChg>
        <pc:spChg chg="add mod">
          <ac:chgData name="Hironari Yamada" userId="e57621f8-ec3c-449e-bb19-001fffcc008e" providerId="ADAL" clId="{BC0BD879-F267-5CCA-8DEA-E3B2DD07DA4E}" dt="2026-08-31T12:52:36.907" v="39296" actId="14100"/>
          <ac:spMkLst>
            <pc:docMk/>
            <pc:sldMk cId="1530166125" sldId="2076139101"/>
            <ac:spMk id="11" creationId="{B1FA12AE-678A-32D5-BD10-F97CB211C45C}"/>
          </ac:spMkLst>
        </pc:spChg>
        <pc:spChg chg="add mod">
          <ac:chgData name="Hironari Yamada" userId="e57621f8-ec3c-449e-bb19-001fffcc008e" providerId="ADAL" clId="{BC0BD879-F267-5CCA-8DEA-E3B2DD07DA4E}" dt="2026-08-31T12:53:36.608" v="39495" actId="1076"/>
          <ac:spMkLst>
            <pc:docMk/>
            <pc:sldMk cId="1530166125" sldId="2076139101"/>
            <ac:spMk id="12" creationId="{E32F9E5B-52A9-2966-726F-E826A6B51957}"/>
          </ac:spMkLst>
        </pc:spChg>
        <pc:spChg chg="add mod">
          <ac:chgData name="Hironari Yamada" userId="e57621f8-ec3c-449e-bb19-001fffcc008e" providerId="ADAL" clId="{BC0BD879-F267-5CCA-8DEA-E3B2DD07DA4E}" dt="2026-08-31T12:59:30.718" v="39502" actId="14100"/>
          <ac:spMkLst>
            <pc:docMk/>
            <pc:sldMk cId="1530166125" sldId="2076139101"/>
            <ac:spMk id="14" creationId="{CDEF14B0-F175-547B-22C8-C16CFD6682B3}"/>
          </ac:spMkLst>
        </pc:spChg>
        <pc:spChg chg="add mod">
          <ac:chgData name="Hironari Yamada" userId="e57621f8-ec3c-449e-bb19-001fffcc008e" providerId="ADAL" clId="{BC0BD879-F267-5CCA-8DEA-E3B2DD07DA4E}" dt="2026-08-31T12:59:36.462" v="39505" actId="14100"/>
          <ac:spMkLst>
            <pc:docMk/>
            <pc:sldMk cId="1530166125" sldId="2076139101"/>
            <ac:spMk id="15" creationId="{108D7816-2A9D-F768-DA43-4570A994BBDF}"/>
          </ac:spMkLst>
        </pc:spChg>
        <pc:spChg chg="add mod">
          <ac:chgData name="Hironari Yamada" userId="e57621f8-ec3c-449e-bb19-001fffcc008e" providerId="ADAL" clId="{BC0BD879-F267-5CCA-8DEA-E3B2DD07DA4E}" dt="2026-08-31T13:00:00.733" v="39572" actId="20577"/>
          <ac:spMkLst>
            <pc:docMk/>
            <pc:sldMk cId="1530166125" sldId="2076139101"/>
            <ac:spMk id="16" creationId="{C917C1C2-D902-D264-C87E-DD0D0BDB306B}"/>
          </ac:spMkLst>
        </pc:spChg>
        <pc:spChg chg="add mod">
          <ac:chgData name="Hironari Yamada" userId="e57621f8-ec3c-449e-bb19-001fffcc008e" providerId="ADAL" clId="{BC0BD879-F267-5CCA-8DEA-E3B2DD07DA4E}" dt="2026-08-31T13:00:07.963" v="39575" actId="14100"/>
          <ac:spMkLst>
            <pc:docMk/>
            <pc:sldMk cId="1530166125" sldId="2076139101"/>
            <ac:spMk id="17" creationId="{BAF1C7F2-FCA1-A9E9-6C24-668A4BB424AE}"/>
          </ac:spMkLst>
        </pc:spChg>
        <pc:spChg chg="add mod">
          <ac:chgData name="Hironari Yamada" userId="e57621f8-ec3c-449e-bb19-001fffcc008e" providerId="ADAL" clId="{BC0BD879-F267-5CCA-8DEA-E3B2DD07DA4E}" dt="2026-08-31T13:01:15.175" v="39682" actId="404"/>
          <ac:spMkLst>
            <pc:docMk/>
            <pc:sldMk cId="1530166125" sldId="2076139101"/>
            <ac:spMk id="18" creationId="{0C37A8EC-CC49-D782-E389-77BB5E2606B9}"/>
          </ac:spMkLst>
        </pc:spChg>
        <pc:spChg chg="add del">
          <ac:chgData name="Hironari Yamada" userId="e57621f8-ec3c-449e-bb19-001fffcc008e" providerId="ADAL" clId="{BC0BD879-F267-5CCA-8DEA-E3B2DD07DA4E}" dt="2026-08-31T13:03:27.741" v="39684" actId="22"/>
          <ac:spMkLst>
            <pc:docMk/>
            <pc:sldMk cId="1530166125" sldId="2076139101"/>
            <ac:spMk id="20" creationId="{161BC0B9-CE0C-4E31-BCD4-DDFC39CA303E}"/>
          </ac:spMkLst>
        </pc:spChg>
        <pc:picChg chg="add del mod">
          <ac:chgData name="Hironari Yamada" userId="e57621f8-ec3c-449e-bb19-001fffcc008e" providerId="ADAL" clId="{BC0BD879-F267-5CCA-8DEA-E3B2DD07DA4E}" dt="2026-08-31T12:50:27.556" v="39165" actId="478"/>
          <ac:picMkLst>
            <pc:docMk/>
            <pc:sldMk cId="1530166125" sldId="2076139101"/>
            <ac:picMk id="6" creationId="{F6A78300-87C5-FD2D-5996-FB1D3925C811}"/>
          </ac:picMkLst>
        </pc:picChg>
        <pc:picChg chg="add mod">
          <ac:chgData name="Hironari Yamada" userId="e57621f8-ec3c-449e-bb19-001fffcc008e" providerId="ADAL" clId="{BC0BD879-F267-5CCA-8DEA-E3B2DD07DA4E}" dt="2026-08-31T12:51:45.877" v="39168" actId="14100"/>
          <ac:picMkLst>
            <pc:docMk/>
            <pc:sldMk cId="1530166125" sldId="2076139101"/>
            <ac:picMk id="7" creationId="{45957C66-0E66-7DA0-55BD-6FF3BCA23024}"/>
          </ac:picMkLst>
        </pc:picChg>
        <pc:picChg chg="add mod">
          <ac:chgData name="Hironari Yamada" userId="e57621f8-ec3c-449e-bb19-001fffcc008e" providerId="ADAL" clId="{BC0BD879-F267-5CCA-8DEA-E3B2DD07DA4E}" dt="2026-08-31T12:59:22.049" v="39499" actId="14100"/>
          <ac:picMkLst>
            <pc:docMk/>
            <pc:sldMk cId="1530166125" sldId="2076139101"/>
            <ac:picMk id="13" creationId="{895F84FB-C40D-5323-AF31-9F99275178BF}"/>
          </ac:picMkLst>
        </pc:picChg>
      </pc:sldChg>
      <pc:sldChg chg="addSp modSp add del mod">
        <pc:chgData name="Hironari Yamada" userId="e57621f8-ec3c-449e-bb19-001fffcc008e" providerId="ADAL" clId="{BC0BD879-F267-5CCA-8DEA-E3B2DD07DA4E}" dt="2026-08-31T14:54:07.415" v="43749" actId="2696"/>
        <pc:sldMkLst>
          <pc:docMk/>
          <pc:sldMk cId="512240301" sldId="2076139102"/>
        </pc:sldMkLst>
        <pc:spChg chg="mod">
          <ac:chgData name="Hironari Yamada" userId="e57621f8-ec3c-449e-bb19-001fffcc008e" providerId="ADAL" clId="{BC0BD879-F267-5CCA-8DEA-E3B2DD07DA4E}" dt="2026-08-31T13:15:15.239" v="40653" actId="20577"/>
          <ac:spMkLst>
            <pc:docMk/>
            <pc:sldMk cId="512240301" sldId="2076139102"/>
            <ac:spMk id="3" creationId="{8EBA6868-B539-4B2B-44D7-BA87F698A802}"/>
          </ac:spMkLst>
        </pc:spChg>
        <pc:spChg chg="add mod">
          <ac:chgData name="Hironari Yamada" userId="e57621f8-ec3c-449e-bb19-001fffcc008e" providerId="ADAL" clId="{BC0BD879-F267-5CCA-8DEA-E3B2DD07DA4E}" dt="2026-08-31T13:15:34.493" v="40654"/>
          <ac:spMkLst>
            <pc:docMk/>
            <pc:sldMk cId="512240301" sldId="2076139102"/>
            <ac:spMk id="6" creationId="{CDFC4A65-DAFD-FF33-6459-3879614F7B39}"/>
          </ac:spMkLst>
        </pc:spChg>
        <pc:spChg chg="add mod">
          <ac:chgData name="Hironari Yamada" userId="e57621f8-ec3c-449e-bb19-001fffcc008e" providerId="ADAL" clId="{BC0BD879-F267-5CCA-8DEA-E3B2DD07DA4E}" dt="2026-08-31T13:15:34.493" v="40654"/>
          <ac:spMkLst>
            <pc:docMk/>
            <pc:sldMk cId="512240301" sldId="2076139102"/>
            <ac:spMk id="7" creationId="{111012CA-DC78-73B6-F3F4-F35E4FCAB307}"/>
          </ac:spMkLst>
        </pc:spChg>
        <pc:spChg chg="mod">
          <ac:chgData name="Hironari Yamada" userId="e57621f8-ec3c-449e-bb19-001fffcc008e" providerId="ADAL" clId="{BC0BD879-F267-5CCA-8DEA-E3B2DD07DA4E}" dt="2026-08-31T13:14:40.739" v="40546" actId="20577"/>
          <ac:spMkLst>
            <pc:docMk/>
            <pc:sldMk cId="512240301" sldId="2076139102"/>
            <ac:spMk id="9" creationId="{E2B9FB2C-6461-3657-E034-EED01D33B43C}"/>
          </ac:spMkLst>
        </pc:spChg>
        <pc:spChg chg="add mod">
          <ac:chgData name="Hironari Yamada" userId="e57621f8-ec3c-449e-bb19-001fffcc008e" providerId="ADAL" clId="{BC0BD879-F267-5CCA-8DEA-E3B2DD07DA4E}" dt="2026-08-31T13:15:34.493" v="40654"/>
          <ac:spMkLst>
            <pc:docMk/>
            <pc:sldMk cId="512240301" sldId="2076139102"/>
            <ac:spMk id="10" creationId="{00991E1C-CFD4-B1BC-9D47-CF9C3CC97397}"/>
          </ac:spMkLst>
        </pc:spChg>
        <pc:spChg chg="add mod">
          <ac:chgData name="Hironari Yamada" userId="e57621f8-ec3c-449e-bb19-001fffcc008e" providerId="ADAL" clId="{BC0BD879-F267-5CCA-8DEA-E3B2DD07DA4E}" dt="2026-08-31T13:15:34.493" v="40654"/>
          <ac:spMkLst>
            <pc:docMk/>
            <pc:sldMk cId="512240301" sldId="2076139102"/>
            <ac:spMk id="11" creationId="{F2ADB196-A230-1689-76E5-C411E1E1817C}"/>
          </ac:spMkLst>
        </pc:spChg>
        <pc:picChg chg="add mod">
          <ac:chgData name="Hironari Yamada" userId="e57621f8-ec3c-449e-bb19-001fffcc008e" providerId="ADAL" clId="{BC0BD879-F267-5CCA-8DEA-E3B2DD07DA4E}" dt="2026-08-31T13:15:34.493" v="40654"/>
          <ac:picMkLst>
            <pc:docMk/>
            <pc:sldMk cId="512240301" sldId="2076139102"/>
            <ac:picMk id="5" creationId="{457A776E-B902-346E-FF50-12FD71545689}"/>
          </ac:picMkLst>
        </pc:picChg>
        <pc:picChg chg="add mod">
          <ac:chgData name="Hironari Yamada" userId="e57621f8-ec3c-449e-bb19-001fffcc008e" providerId="ADAL" clId="{BC0BD879-F267-5CCA-8DEA-E3B2DD07DA4E}" dt="2026-08-31T13:15:34.493" v="40654"/>
          <ac:picMkLst>
            <pc:docMk/>
            <pc:sldMk cId="512240301" sldId="2076139102"/>
            <ac:picMk id="8" creationId="{471B2833-9044-0B46-376E-62D0DF89A3DA}"/>
          </ac:picMkLst>
        </pc:picChg>
      </pc:sldChg>
      <pc:sldChg chg="addSp modSp add del mod">
        <pc:chgData name="Hironari Yamada" userId="e57621f8-ec3c-449e-bb19-001fffcc008e" providerId="ADAL" clId="{BC0BD879-F267-5CCA-8DEA-E3B2DD07DA4E}" dt="2026-08-31T14:54:07.438" v="43768" actId="2696"/>
        <pc:sldMkLst>
          <pc:docMk/>
          <pc:sldMk cId="436103884" sldId="2076139103"/>
        </pc:sldMkLst>
        <pc:spChg chg="mod">
          <ac:chgData name="Hironari Yamada" userId="e57621f8-ec3c-449e-bb19-001fffcc008e" providerId="ADAL" clId="{BC0BD879-F267-5CCA-8DEA-E3B2DD07DA4E}" dt="2026-08-31T13:57:01.006" v="42279" actId="20577"/>
          <ac:spMkLst>
            <pc:docMk/>
            <pc:sldMk cId="436103884" sldId="2076139103"/>
            <ac:spMk id="3" creationId="{97D8096D-494D-3D4F-2D45-71CC80F6D561}"/>
          </ac:spMkLst>
        </pc:spChg>
        <pc:spChg chg="add mod">
          <ac:chgData name="Hironari Yamada" userId="e57621f8-ec3c-449e-bb19-001fffcc008e" providerId="ADAL" clId="{BC0BD879-F267-5CCA-8DEA-E3B2DD07DA4E}" dt="2026-08-31T13:57:30.358" v="42285" actId="14100"/>
          <ac:spMkLst>
            <pc:docMk/>
            <pc:sldMk cId="436103884" sldId="2076139103"/>
            <ac:spMk id="6" creationId="{6F5C730F-9BEF-0D58-D3B2-F2B102A209F5}"/>
          </ac:spMkLst>
        </pc:spChg>
        <pc:spChg chg="add mod">
          <ac:chgData name="Hironari Yamada" userId="e57621f8-ec3c-449e-bb19-001fffcc008e" providerId="ADAL" clId="{BC0BD879-F267-5CCA-8DEA-E3B2DD07DA4E}" dt="2026-08-31T13:57:42.462" v="42316" actId="1076"/>
          <ac:spMkLst>
            <pc:docMk/>
            <pc:sldMk cId="436103884" sldId="2076139103"/>
            <ac:spMk id="7" creationId="{13194FC7-984A-0AE9-D00F-7F7A5B4BCFEC}"/>
          </ac:spMkLst>
        </pc:spChg>
        <pc:spChg chg="mod">
          <ac:chgData name="Hironari Yamada" userId="e57621f8-ec3c-449e-bb19-001fffcc008e" providerId="ADAL" clId="{BC0BD879-F267-5CCA-8DEA-E3B2DD07DA4E}" dt="2026-08-31T13:56:32.998" v="42176" actId="20577"/>
          <ac:spMkLst>
            <pc:docMk/>
            <pc:sldMk cId="436103884" sldId="2076139103"/>
            <ac:spMk id="9" creationId="{23E66DBA-7D55-70CC-3EF5-966570534C20}"/>
          </ac:spMkLst>
        </pc:spChg>
        <pc:spChg chg="add mod">
          <ac:chgData name="Hironari Yamada" userId="e57621f8-ec3c-449e-bb19-001fffcc008e" providerId="ADAL" clId="{BC0BD879-F267-5CCA-8DEA-E3B2DD07DA4E}" dt="2026-08-31T13:59:02.595" v="42469" actId="1076"/>
          <ac:spMkLst>
            <pc:docMk/>
            <pc:sldMk cId="436103884" sldId="2076139103"/>
            <ac:spMk id="11" creationId="{9A138261-2B4A-E078-DC23-55A002AFC94D}"/>
          </ac:spMkLst>
        </pc:spChg>
        <pc:picChg chg="add mod">
          <ac:chgData name="Hironari Yamada" userId="e57621f8-ec3c-449e-bb19-001fffcc008e" providerId="ADAL" clId="{BC0BD879-F267-5CCA-8DEA-E3B2DD07DA4E}" dt="2026-08-31T13:57:14.848" v="42281" actId="1076"/>
          <ac:picMkLst>
            <pc:docMk/>
            <pc:sldMk cId="436103884" sldId="2076139103"/>
            <ac:picMk id="5" creationId="{CF4F174F-0F2A-654D-AB44-F1F8BCCE88C8}"/>
          </ac:picMkLst>
        </pc:picChg>
        <pc:picChg chg="add mod">
          <ac:chgData name="Hironari Yamada" userId="e57621f8-ec3c-449e-bb19-001fffcc008e" providerId="ADAL" clId="{BC0BD879-F267-5CCA-8DEA-E3B2DD07DA4E}" dt="2026-08-31T13:58:27.001" v="42321" actId="14100"/>
          <ac:picMkLst>
            <pc:docMk/>
            <pc:sldMk cId="436103884" sldId="2076139103"/>
            <ac:picMk id="10" creationId="{E8648CB8-7CE5-1E87-0425-58212E4BD77F}"/>
          </ac:picMkLst>
        </pc:picChg>
      </pc:sldChg>
      <pc:sldChg chg="addSp modSp add del mod">
        <pc:chgData name="Hironari Yamada" userId="e57621f8-ec3c-449e-bb19-001fffcc008e" providerId="ADAL" clId="{BC0BD879-F267-5CCA-8DEA-E3B2DD07DA4E}" dt="2026-08-31T14:54:07.447" v="43779" actId="2696"/>
        <pc:sldMkLst>
          <pc:docMk/>
          <pc:sldMk cId="1174425198" sldId="2076139104"/>
        </pc:sldMkLst>
        <pc:spChg chg="mod">
          <ac:chgData name="Hironari Yamada" userId="e57621f8-ec3c-449e-bb19-001fffcc008e" providerId="ADAL" clId="{BC0BD879-F267-5CCA-8DEA-E3B2DD07DA4E}" dt="2026-08-31T14:14:02.282" v="42995" actId="20577"/>
          <ac:spMkLst>
            <pc:docMk/>
            <pc:sldMk cId="1174425198" sldId="2076139104"/>
            <ac:spMk id="3" creationId="{2D0F0021-66AA-7F97-F11F-EBFBBC2FB6D9}"/>
          </ac:spMkLst>
        </pc:spChg>
        <pc:spChg chg="add mod">
          <ac:chgData name="Hironari Yamada" userId="e57621f8-ec3c-449e-bb19-001fffcc008e" providerId="ADAL" clId="{BC0BD879-F267-5CCA-8DEA-E3B2DD07DA4E}" dt="2026-08-31T14:25:46.509" v="43552" actId="20577"/>
          <ac:spMkLst>
            <pc:docMk/>
            <pc:sldMk cId="1174425198" sldId="2076139104"/>
            <ac:spMk id="5" creationId="{2C787598-BCFA-8BE9-107C-0CCEC2F2F0A3}"/>
          </ac:spMkLst>
        </pc:spChg>
        <pc:spChg chg="add mod">
          <ac:chgData name="Hironari Yamada" userId="e57621f8-ec3c-449e-bb19-001fffcc008e" providerId="ADAL" clId="{BC0BD879-F267-5CCA-8DEA-E3B2DD07DA4E}" dt="2026-08-31T14:27:10.531" v="43571" actId="403"/>
          <ac:spMkLst>
            <pc:docMk/>
            <pc:sldMk cId="1174425198" sldId="2076139104"/>
            <ac:spMk id="6" creationId="{392E19CA-A252-F923-88AD-1E0C5BED289E}"/>
          </ac:spMkLst>
        </pc:spChg>
        <pc:spChg chg="mod">
          <ac:chgData name="Hironari Yamada" userId="e57621f8-ec3c-449e-bb19-001fffcc008e" providerId="ADAL" clId="{BC0BD879-F267-5CCA-8DEA-E3B2DD07DA4E}" dt="2026-08-31T14:13:37.102" v="42893" actId="20577"/>
          <ac:spMkLst>
            <pc:docMk/>
            <pc:sldMk cId="1174425198" sldId="2076139104"/>
            <ac:spMk id="9" creationId="{8060D60F-FDC0-960C-3606-07D3C88DA626}"/>
          </ac:spMkLst>
        </pc:spChg>
      </pc:sldChg>
      <pc:sldChg chg="add del">
        <pc:chgData name="Hironari Yamada" userId="e57621f8-ec3c-449e-bb19-001fffcc008e" providerId="ADAL" clId="{BC0BD879-F267-5CCA-8DEA-E3B2DD07DA4E}" dt="2026-08-31T14:52:02.767" v="43733" actId="2696"/>
        <pc:sldMkLst>
          <pc:docMk/>
          <pc:sldMk cId="4130458252" sldId="2076139105"/>
        </pc:sldMkLst>
      </pc:sldChg>
      <pc:sldChg chg="addSp delSp modSp add del mod">
        <pc:chgData name="Hironari Yamada" userId="e57621f8-ec3c-449e-bb19-001fffcc008e" providerId="ADAL" clId="{BC0BD879-F267-5CCA-8DEA-E3B2DD07DA4E}" dt="2026-08-31T14:54:07.430" v="43759" actId="2696"/>
        <pc:sldMkLst>
          <pc:docMk/>
          <pc:sldMk cId="605105701" sldId="2076139106"/>
        </pc:sldMkLst>
        <pc:spChg chg="add mod">
          <ac:chgData name="Hironari Yamada" userId="e57621f8-ec3c-449e-bb19-001fffcc008e" providerId="ADAL" clId="{BC0BD879-F267-5CCA-8DEA-E3B2DD07DA4E}" dt="2026-08-31T04:43:56.328" v="31946" actId="1076"/>
          <ac:spMkLst>
            <pc:docMk/>
            <pc:sldMk cId="605105701" sldId="2076139106"/>
            <ac:spMk id="6" creationId="{3206696A-CE50-DA3D-813D-B73E2B9F820A}"/>
          </ac:spMkLst>
        </pc:spChg>
        <pc:spChg chg="del">
          <ac:chgData name="Hironari Yamada" userId="e57621f8-ec3c-449e-bb19-001fffcc008e" providerId="ADAL" clId="{BC0BD879-F267-5CCA-8DEA-E3B2DD07DA4E}" dt="2026-08-31T04:42:32.211" v="31850" actId="478"/>
          <ac:spMkLst>
            <pc:docMk/>
            <pc:sldMk cId="605105701" sldId="2076139106"/>
            <ac:spMk id="8" creationId="{92D674A9-5A9D-B633-9602-8457DB571A89}"/>
          </ac:spMkLst>
        </pc:spChg>
        <pc:spChg chg="del">
          <ac:chgData name="Hironari Yamada" userId="e57621f8-ec3c-449e-bb19-001fffcc008e" providerId="ADAL" clId="{BC0BD879-F267-5CCA-8DEA-E3B2DD07DA4E}" dt="2026-08-31T04:42:32.211" v="31850" actId="478"/>
          <ac:spMkLst>
            <pc:docMk/>
            <pc:sldMk cId="605105701" sldId="2076139106"/>
            <ac:spMk id="10" creationId="{1ACCA7CF-AD20-2CE2-97A7-F4B1D740C294}"/>
          </ac:spMkLst>
        </pc:spChg>
        <pc:spChg chg="del">
          <ac:chgData name="Hironari Yamada" userId="e57621f8-ec3c-449e-bb19-001fffcc008e" providerId="ADAL" clId="{BC0BD879-F267-5CCA-8DEA-E3B2DD07DA4E}" dt="2026-08-31T04:42:32.211" v="31850" actId="478"/>
          <ac:spMkLst>
            <pc:docMk/>
            <pc:sldMk cId="605105701" sldId="2076139106"/>
            <ac:spMk id="11" creationId="{71D8A5ED-88C4-2CD0-D6F4-7145E06A4733}"/>
          </ac:spMkLst>
        </pc:spChg>
        <pc:spChg chg="del">
          <ac:chgData name="Hironari Yamada" userId="e57621f8-ec3c-449e-bb19-001fffcc008e" providerId="ADAL" clId="{BC0BD879-F267-5CCA-8DEA-E3B2DD07DA4E}" dt="2026-08-31T04:42:32.211" v="31850" actId="478"/>
          <ac:spMkLst>
            <pc:docMk/>
            <pc:sldMk cId="605105701" sldId="2076139106"/>
            <ac:spMk id="13" creationId="{5071AD38-46F3-7890-359E-C4F7F8DA2DC0}"/>
          </ac:spMkLst>
        </pc:spChg>
        <pc:spChg chg="del">
          <ac:chgData name="Hironari Yamada" userId="e57621f8-ec3c-449e-bb19-001fffcc008e" providerId="ADAL" clId="{BC0BD879-F267-5CCA-8DEA-E3B2DD07DA4E}" dt="2026-08-31T04:42:32.211" v="31850" actId="478"/>
          <ac:spMkLst>
            <pc:docMk/>
            <pc:sldMk cId="605105701" sldId="2076139106"/>
            <ac:spMk id="14" creationId="{F0B5B49C-D482-8FDB-2971-190D43D83721}"/>
          </ac:spMkLst>
        </pc:spChg>
        <pc:spChg chg="del">
          <ac:chgData name="Hironari Yamada" userId="e57621f8-ec3c-449e-bb19-001fffcc008e" providerId="ADAL" clId="{BC0BD879-F267-5CCA-8DEA-E3B2DD07DA4E}" dt="2026-08-31T04:42:32.211" v="31850" actId="478"/>
          <ac:spMkLst>
            <pc:docMk/>
            <pc:sldMk cId="605105701" sldId="2076139106"/>
            <ac:spMk id="15" creationId="{A8819FA5-F919-DEA7-B35A-2B4EA0717C37}"/>
          </ac:spMkLst>
        </pc:spChg>
        <pc:spChg chg="del">
          <ac:chgData name="Hironari Yamada" userId="e57621f8-ec3c-449e-bb19-001fffcc008e" providerId="ADAL" clId="{BC0BD879-F267-5CCA-8DEA-E3B2DD07DA4E}" dt="2026-08-31T04:42:32.211" v="31850" actId="478"/>
          <ac:spMkLst>
            <pc:docMk/>
            <pc:sldMk cId="605105701" sldId="2076139106"/>
            <ac:spMk id="16" creationId="{9360E605-AB89-0F4E-378A-7671F1BF6334}"/>
          </ac:spMkLst>
        </pc:spChg>
        <pc:spChg chg="del">
          <ac:chgData name="Hironari Yamada" userId="e57621f8-ec3c-449e-bb19-001fffcc008e" providerId="ADAL" clId="{BC0BD879-F267-5CCA-8DEA-E3B2DD07DA4E}" dt="2026-08-31T04:42:32.211" v="31850" actId="478"/>
          <ac:spMkLst>
            <pc:docMk/>
            <pc:sldMk cId="605105701" sldId="2076139106"/>
            <ac:spMk id="17" creationId="{956687F1-D1DD-8257-A901-D475159BA156}"/>
          </ac:spMkLst>
        </pc:spChg>
        <pc:spChg chg="add mod">
          <ac:chgData name="Hironari Yamada" userId="e57621f8-ec3c-449e-bb19-001fffcc008e" providerId="ADAL" clId="{BC0BD879-F267-5CCA-8DEA-E3B2DD07DA4E}" dt="2026-08-31T04:43:53.268" v="31945" actId="14100"/>
          <ac:spMkLst>
            <pc:docMk/>
            <pc:sldMk cId="605105701" sldId="2076139106"/>
            <ac:spMk id="18" creationId="{20A4BD5C-477A-5695-DCB4-2497A96FF092}"/>
          </ac:spMkLst>
        </pc:spChg>
        <pc:spChg chg="add mod">
          <ac:chgData name="Hironari Yamada" userId="e57621f8-ec3c-449e-bb19-001fffcc008e" providerId="ADAL" clId="{BC0BD879-F267-5CCA-8DEA-E3B2DD07DA4E}" dt="2026-08-31T04:44:06.288" v="31949" actId="14100"/>
          <ac:spMkLst>
            <pc:docMk/>
            <pc:sldMk cId="605105701" sldId="2076139106"/>
            <ac:spMk id="19" creationId="{96F346A0-FADE-4863-7772-5F228699CFE8}"/>
          </ac:spMkLst>
        </pc:spChg>
        <pc:spChg chg="add mod">
          <ac:chgData name="Hironari Yamada" userId="e57621f8-ec3c-449e-bb19-001fffcc008e" providerId="ADAL" clId="{BC0BD879-F267-5CCA-8DEA-E3B2DD07DA4E}" dt="2026-08-31T04:44:26.658" v="32010" actId="1076"/>
          <ac:spMkLst>
            <pc:docMk/>
            <pc:sldMk cId="605105701" sldId="2076139106"/>
            <ac:spMk id="20" creationId="{D1AD3907-A4A0-60C0-93B7-9EE87EEDD69B}"/>
          </ac:spMkLst>
        </pc:spChg>
        <pc:spChg chg="add mod">
          <ac:chgData name="Hironari Yamada" userId="e57621f8-ec3c-449e-bb19-001fffcc008e" providerId="ADAL" clId="{BC0BD879-F267-5CCA-8DEA-E3B2DD07DA4E}" dt="2026-08-31T04:44:38.531" v="32033" actId="20577"/>
          <ac:spMkLst>
            <pc:docMk/>
            <pc:sldMk cId="605105701" sldId="2076139106"/>
            <ac:spMk id="21" creationId="{3FA417A1-FEDC-46E8-598F-DD19398238FE}"/>
          </ac:spMkLst>
        </pc:spChg>
        <pc:spChg chg="add mod">
          <ac:chgData name="Hironari Yamada" userId="e57621f8-ec3c-449e-bb19-001fffcc008e" providerId="ADAL" clId="{BC0BD879-F267-5CCA-8DEA-E3B2DD07DA4E}" dt="2026-08-31T04:44:48.773" v="32036" actId="14100"/>
          <ac:spMkLst>
            <pc:docMk/>
            <pc:sldMk cId="605105701" sldId="2076139106"/>
            <ac:spMk id="22" creationId="{544A09C7-B059-5757-AFC5-70DB6511680F}"/>
          </ac:spMkLst>
        </pc:spChg>
        <pc:spChg chg="add mod">
          <ac:chgData name="Hironari Yamada" userId="e57621f8-ec3c-449e-bb19-001fffcc008e" providerId="ADAL" clId="{BC0BD879-F267-5CCA-8DEA-E3B2DD07DA4E}" dt="2026-08-31T04:46:35.015" v="32043" actId="14100"/>
          <ac:spMkLst>
            <pc:docMk/>
            <pc:sldMk cId="605105701" sldId="2076139106"/>
            <ac:spMk id="24" creationId="{E8FA2C7A-4DC2-61A1-7DAD-A5C2F151D4F3}"/>
          </ac:spMkLst>
        </pc:spChg>
        <pc:spChg chg="add mod">
          <ac:chgData name="Hironari Yamada" userId="e57621f8-ec3c-449e-bb19-001fffcc008e" providerId="ADAL" clId="{BC0BD879-F267-5CCA-8DEA-E3B2DD07DA4E}" dt="2026-08-31T04:46:41.754" v="32045" actId="1076"/>
          <ac:spMkLst>
            <pc:docMk/>
            <pc:sldMk cId="605105701" sldId="2076139106"/>
            <ac:spMk id="25" creationId="{58BF919A-44AD-9D91-2C3C-273993DE80FB}"/>
          </ac:spMkLst>
        </pc:spChg>
        <pc:spChg chg="add mod">
          <ac:chgData name="Hironari Yamada" userId="e57621f8-ec3c-449e-bb19-001fffcc008e" providerId="ADAL" clId="{BC0BD879-F267-5CCA-8DEA-E3B2DD07DA4E}" dt="2026-08-31T04:46:56.975" v="32085" actId="14100"/>
          <ac:spMkLst>
            <pc:docMk/>
            <pc:sldMk cId="605105701" sldId="2076139106"/>
            <ac:spMk id="26" creationId="{4F6C5F9B-BDE0-D243-D629-E524F86CE7AF}"/>
          </ac:spMkLst>
        </pc:spChg>
        <pc:spChg chg="add mod">
          <ac:chgData name="Hironari Yamada" userId="e57621f8-ec3c-449e-bb19-001fffcc008e" providerId="ADAL" clId="{BC0BD879-F267-5CCA-8DEA-E3B2DD07DA4E}" dt="2026-08-31T04:47:09.924" v="32114" actId="20577"/>
          <ac:spMkLst>
            <pc:docMk/>
            <pc:sldMk cId="605105701" sldId="2076139106"/>
            <ac:spMk id="27" creationId="{21A528F2-FD30-6423-8EED-9D070693A6CE}"/>
          </ac:spMkLst>
        </pc:spChg>
        <pc:picChg chg="add mod">
          <ac:chgData name="Hironari Yamada" userId="e57621f8-ec3c-449e-bb19-001fffcc008e" providerId="ADAL" clId="{BC0BD879-F267-5CCA-8DEA-E3B2DD07DA4E}" dt="2026-08-31T04:43:42.671" v="31942" actId="14100"/>
          <ac:picMkLst>
            <pc:docMk/>
            <pc:sldMk cId="605105701" sldId="2076139106"/>
            <ac:picMk id="5" creationId="{CA3F794C-CE8E-3EC3-419A-C3459F248701}"/>
          </ac:picMkLst>
        </pc:picChg>
        <pc:picChg chg="del">
          <ac:chgData name="Hironari Yamada" userId="e57621f8-ec3c-449e-bb19-001fffcc008e" providerId="ADAL" clId="{BC0BD879-F267-5CCA-8DEA-E3B2DD07DA4E}" dt="2026-08-31T04:42:32.211" v="31850" actId="478"/>
          <ac:picMkLst>
            <pc:docMk/>
            <pc:sldMk cId="605105701" sldId="2076139106"/>
            <ac:picMk id="7" creationId="{0CC1A1B9-5AEF-4608-60A4-CC5EAAD2DC04}"/>
          </ac:picMkLst>
        </pc:picChg>
        <pc:picChg chg="del">
          <ac:chgData name="Hironari Yamada" userId="e57621f8-ec3c-449e-bb19-001fffcc008e" providerId="ADAL" clId="{BC0BD879-F267-5CCA-8DEA-E3B2DD07DA4E}" dt="2026-08-31T04:42:32.211" v="31850" actId="478"/>
          <ac:picMkLst>
            <pc:docMk/>
            <pc:sldMk cId="605105701" sldId="2076139106"/>
            <ac:picMk id="12" creationId="{7CE8D1C1-029A-BD16-9989-B051D4E01A4F}"/>
          </ac:picMkLst>
        </pc:picChg>
        <pc:picChg chg="add mod">
          <ac:chgData name="Hironari Yamada" userId="e57621f8-ec3c-449e-bb19-001fffcc008e" providerId="ADAL" clId="{BC0BD879-F267-5CCA-8DEA-E3B2DD07DA4E}" dt="2026-08-31T04:46:20.407" v="32040" actId="1076"/>
          <ac:picMkLst>
            <pc:docMk/>
            <pc:sldMk cId="605105701" sldId="2076139106"/>
            <ac:picMk id="23" creationId="{4BB2EB7A-6F44-03B9-33B9-C11477137A52}"/>
          </ac:picMkLst>
        </pc:picChg>
      </pc:sldChg>
      <pc:sldChg chg="addSp delSp modSp add del mod">
        <pc:chgData name="Hironari Yamada" userId="e57621f8-ec3c-449e-bb19-001fffcc008e" providerId="ADAL" clId="{BC0BD879-F267-5CCA-8DEA-E3B2DD07DA4E}" dt="2026-08-31T14:54:07.429" v="43757" actId="2696"/>
        <pc:sldMkLst>
          <pc:docMk/>
          <pc:sldMk cId="2841196039" sldId="2076139107"/>
        </pc:sldMkLst>
        <pc:spChg chg="mod">
          <ac:chgData name="Hironari Yamada" userId="e57621f8-ec3c-449e-bb19-001fffcc008e" providerId="ADAL" clId="{BC0BD879-F267-5CCA-8DEA-E3B2DD07DA4E}" dt="2026-08-31T05:07:57.006" v="32939" actId="20577"/>
          <ac:spMkLst>
            <pc:docMk/>
            <pc:sldMk cId="2841196039" sldId="2076139107"/>
            <ac:spMk id="3" creationId="{99CC4137-20A1-A835-36A2-0FD1D50A1BD6}"/>
          </ac:spMkLst>
        </pc:spChg>
        <pc:spChg chg="del">
          <ac:chgData name="Hironari Yamada" userId="e57621f8-ec3c-449e-bb19-001fffcc008e" providerId="ADAL" clId="{BC0BD879-F267-5CCA-8DEA-E3B2DD07DA4E}" dt="2026-08-31T05:07:18.830" v="32834" actId="478"/>
          <ac:spMkLst>
            <pc:docMk/>
            <pc:sldMk cId="2841196039" sldId="2076139107"/>
            <ac:spMk id="6" creationId="{3D537CCA-FC65-96B2-E13B-6979F309C0E7}"/>
          </ac:spMkLst>
        </pc:spChg>
        <pc:spChg chg="del">
          <ac:chgData name="Hironari Yamada" userId="e57621f8-ec3c-449e-bb19-001fffcc008e" providerId="ADAL" clId="{BC0BD879-F267-5CCA-8DEA-E3B2DD07DA4E}" dt="2026-08-31T05:07:18.830" v="32834" actId="478"/>
          <ac:spMkLst>
            <pc:docMk/>
            <pc:sldMk cId="2841196039" sldId="2076139107"/>
            <ac:spMk id="7" creationId="{F91D9330-4D80-55C5-4236-F57CE233C6D2}"/>
          </ac:spMkLst>
        </pc:spChg>
        <pc:spChg chg="del">
          <ac:chgData name="Hironari Yamada" userId="e57621f8-ec3c-449e-bb19-001fffcc008e" providerId="ADAL" clId="{BC0BD879-F267-5CCA-8DEA-E3B2DD07DA4E}" dt="2026-08-31T05:07:18.830" v="32834" actId="478"/>
          <ac:spMkLst>
            <pc:docMk/>
            <pc:sldMk cId="2841196039" sldId="2076139107"/>
            <ac:spMk id="8" creationId="{15EFED56-541F-17FE-BD74-4A1A11F1A63C}"/>
          </ac:spMkLst>
        </pc:spChg>
        <pc:spChg chg="mod">
          <ac:chgData name="Hironari Yamada" userId="e57621f8-ec3c-449e-bb19-001fffcc008e" providerId="ADAL" clId="{BC0BD879-F267-5CCA-8DEA-E3B2DD07DA4E}" dt="2026-08-31T05:07:41.804" v="32883" actId="20577"/>
          <ac:spMkLst>
            <pc:docMk/>
            <pc:sldMk cId="2841196039" sldId="2076139107"/>
            <ac:spMk id="9" creationId="{C5168335-1761-B982-784F-CDFAEE1B092E}"/>
          </ac:spMkLst>
        </pc:spChg>
        <pc:spChg chg="del">
          <ac:chgData name="Hironari Yamada" userId="e57621f8-ec3c-449e-bb19-001fffcc008e" providerId="ADAL" clId="{BC0BD879-F267-5CCA-8DEA-E3B2DD07DA4E}" dt="2026-08-31T05:07:18.830" v="32834" actId="478"/>
          <ac:spMkLst>
            <pc:docMk/>
            <pc:sldMk cId="2841196039" sldId="2076139107"/>
            <ac:spMk id="11" creationId="{A1C31593-5A36-2F97-C118-26884BD1CB54}"/>
          </ac:spMkLst>
        </pc:spChg>
        <pc:spChg chg="del">
          <ac:chgData name="Hironari Yamada" userId="e57621f8-ec3c-449e-bb19-001fffcc008e" providerId="ADAL" clId="{BC0BD879-F267-5CCA-8DEA-E3B2DD07DA4E}" dt="2026-08-31T05:07:18.830" v="32834" actId="478"/>
          <ac:spMkLst>
            <pc:docMk/>
            <pc:sldMk cId="2841196039" sldId="2076139107"/>
            <ac:spMk id="12" creationId="{78359B9C-8B5B-A4F0-FA39-04D1C00341D9}"/>
          </ac:spMkLst>
        </pc:spChg>
        <pc:spChg chg="del">
          <ac:chgData name="Hironari Yamada" userId="e57621f8-ec3c-449e-bb19-001fffcc008e" providerId="ADAL" clId="{BC0BD879-F267-5CCA-8DEA-E3B2DD07DA4E}" dt="2026-08-31T05:07:18.830" v="32834" actId="478"/>
          <ac:spMkLst>
            <pc:docMk/>
            <pc:sldMk cId="2841196039" sldId="2076139107"/>
            <ac:spMk id="13" creationId="{3AFD907A-36BF-215F-0B76-3EEAA233E7AF}"/>
          </ac:spMkLst>
        </pc:spChg>
        <pc:spChg chg="del">
          <ac:chgData name="Hironari Yamada" userId="e57621f8-ec3c-449e-bb19-001fffcc008e" providerId="ADAL" clId="{BC0BD879-F267-5CCA-8DEA-E3B2DD07DA4E}" dt="2026-08-31T05:07:18.830" v="32834" actId="478"/>
          <ac:spMkLst>
            <pc:docMk/>
            <pc:sldMk cId="2841196039" sldId="2076139107"/>
            <ac:spMk id="16" creationId="{DE76B0A2-62BA-D484-83F4-4FA5B19BBBB6}"/>
          </ac:spMkLst>
        </pc:spChg>
        <pc:spChg chg="del">
          <ac:chgData name="Hironari Yamada" userId="e57621f8-ec3c-449e-bb19-001fffcc008e" providerId="ADAL" clId="{BC0BD879-F267-5CCA-8DEA-E3B2DD07DA4E}" dt="2026-08-31T05:07:18.830" v="32834" actId="478"/>
          <ac:spMkLst>
            <pc:docMk/>
            <pc:sldMk cId="2841196039" sldId="2076139107"/>
            <ac:spMk id="17" creationId="{A433E545-6E23-7B35-BE0D-969248F51DC7}"/>
          </ac:spMkLst>
        </pc:spChg>
        <pc:spChg chg="del">
          <ac:chgData name="Hironari Yamada" userId="e57621f8-ec3c-449e-bb19-001fffcc008e" providerId="ADAL" clId="{BC0BD879-F267-5CCA-8DEA-E3B2DD07DA4E}" dt="2026-08-31T05:07:18.830" v="32834" actId="478"/>
          <ac:spMkLst>
            <pc:docMk/>
            <pc:sldMk cId="2841196039" sldId="2076139107"/>
            <ac:spMk id="18" creationId="{7693D43F-146C-72FD-41E6-69E0B6FFF908}"/>
          </ac:spMkLst>
        </pc:spChg>
        <pc:spChg chg="del">
          <ac:chgData name="Hironari Yamada" userId="e57621f8-ec3c-449e-bb19-001fffcc008e" providerId="ADAL" clId="{BC0BD879-F267-5CCA-8DEA-E3B2DD07DA4E}" dt="2026-08-31T05:07:18.830" v="32834" actId="478"/>
          <ac:spMkLst>
            <pc:docMk/>
            <pc:sldMk cId="2841196039" sldId="2076139107"/>
            <ac:spMk id="19" creationId="{FEC361A4-C3FE-D65C-28C7-220CB19448ED}"/>
          </ac:spMkLst>
        </pc:spChg>
        <pc:spChg chg="add mod">
          <ac:chgData name="Hironari Yamada" userId="e57621f8-ec3c-449e-bb19-001fffcc008e" providerId="ADAL" clId="{BC0BD879-F267-5CCA-8DEA-E3B2DD07DA4E}" dt="2026-08-31T05:09:52.518" v="33041" actId="1038"/>
          <ac:spMkLst>
            <pc:docMk/>
            <pc:sldMk cId="2841196039" sldId="2076139107"/>
            <ac:spMk id="21" creationId="{7FD56F39-FC63-F3D8-C493-B163BF65FDBB}"/>
          </ac:spMkLst>
        </pc:spChg>
        <pc:spChg chg="add mod">
          <ac:chgData name="Hironari Yamada" userId="e57621f8-ec3c-449e-bb19-001fffcc008e" providerId="ADAL" clId="{BC0BD879-F267-5CCA-8DEA-E3B2DD07DA4E}" dt="2026-08-31T05:09:52.518" v="33041" actId="1038"/>
          <ac:spMkLst>
            <pc:docMk/>
            <pc:sldMk cId="2841196039" sldId="2076139107"/>
            <ac:spMk id="22" creationId="{78CC060C-1814-99FD-1837-212084187216}"/>
          </ac:spMkLst>
        </pc:spChg>
        <pc:spChg chg="add mod">
          <ac:chgData name="Hironari Yamada" userId="e57621f8-ec3c-449e-bb19-001fffcc008e" providerId="ADAL" clId="{BC0BD879-F267-5CCA-8DEA-E3B2DD07DA4E}" dt="2026-08-31T05:09:52.518" v="33041" actId="1038"/>
          <ac:spMkLst>
            <pc:docMk/>
            <pc:sldMk cId="2841196039" sldId="2076139107"/>
            <ac:spMk id="23" creationId="{E0665814-65CE-08AE-324D-55364812B62A}"/>
          </ac:spMkLst>
        </pc:spChg>
        <pc:spChg chg="add mod">
          <ac:chgData name="Hironari Yamada" userId="e57621f8-ec3c-449e-bb19-001fffcc008e" providerId="ADAL" clId="{BC0BD879-F267-5CCA-8DEA-E3B2DD07DA4E}" dt="2026-08-31T05:09:52.518" v="33041" actId="1038"/>
          <ac:spMkLst>
            <pc:docMk/>
            <pc:sldMk cId="2841196039" sldId="2076139107"/>
            <ac:spMk id="24" creationId="{A3A322BF-90B6-4298-24EB-B6450485589F}"/>
          </ac:spMkLst>
        </pc:spChg>
        <pc:spChg chg="add mod">
          <ac:chgData name="Hironari Yamada" userId="e57621f8-ec3c-449e-bb19-001fffcc008e" providerId="ADAL" clId="{BC0BD879-F267-5CCA-8DEA-E3B2DD07DA4E}" dt="2026-08-31T05:09:52.518" v="33041" actId="1038"/>
          <ac:spMkLst>
            <pc:docMk/>
            <pc:sldMk cId="2841196039" sldId="2076139107"/>
            <ac:spMk id="25" creationId="{F51F5670-AF0F-CBBF-E571-FFB5EF0E1733}"/>
          </ac:spMkLst>
        </pc:spChg>
        <pc:spChg chg="add mod">
          <ac:chgData name="Hironari Yamada" userId="e57621f8-ec3c-449e-bb19-001fffcc008e" providerId="ADAL" clId="{BC0BD879-F267-5CCA-8DEA-E3B2DD07DA4E}" dt="2026-08-31T05:09:52.518" v="33041" actId="1038"/>
          <ac:spMkLst>
            <pc:docMk/>
            <pc:sldMk cId="2841196039" sldId="2076139107"/>
            <ac:spMk id="26" creationId="{01F84D75-9C27-C08B-0415-2E8C69171260}"/>
          </ac:spMkLst>
        </pc:spChg>
        <pc:spChg chg="add mod">
          <ac:chgData name="Hironari Yamada" userId="e57621f8-ec3c-449e-bb19-001fffcc008e" providerId="ADAL" clId="{BC0BD879-F267-5CCA-8DEA-E3B2DD07DA4E}" dt="2026-08-31T05:11:49.906" v="33276" actId="14100"/>
          <ac:spMkLst>
            <pc:docMk/>
            <pc:sldMk cId="2841196039" sldId="2076139107"/>
            <ac:spMk id="27" creationId="{7FAA45B3-3442-CD3F-DB4A-570A25C2523D}"/>
          </ac:spMkLst>
        </pc:spChg>
        <pc:picChg chg="add mod">
          <ac:chgData name="Hironari Yamada" userId="e57621f8-ec3c-449e-bb19-001fffcc008e" providerId="ADAL" clId="{BC0BD879-F267-5CCA-8DEA-E3B2DD07DA4E}" dt="2026-08-31T05:09:52.518" v="33041" actId="1038"/>
          <ac:picMkLst>
            <pc:docMk/>
            <pc:sldMk cId="2841196039" sldId="2076139107"/>
            <ac:picMk id="10" creationId="{C7FD38D0-A8DD-054B-BCBB-28A22606F653}"/>
          </ac:picMkLst>
        </pc:picChg>
      </pc:sldChg>
      <pc:sldChg chg="addSp delSp modSp add del mod">
        <pc:chgData name="Hironari Yamada" userId="e57621f8-ec3c-449e-bb19-001fffcc008e" providerId="ADAL" clId="{BC0BD879-F267-5CCA-8DEA-E3B2DD07DA4E}" dt="2026-08-31T14:54:07.439" v="43770" actId="2696"/>
        <pc:sldMkLst>
          <pc:docMk/>
          <pc:sldMk cId="801558509" sldId="2076139108"/>
        </pc:sldMkLst>
        <pc:spChg chg="del">
          <ac:chgData name="Hironari Yamada" userId="e57621f8-ec3c-449e-bb19-001fffcc008e" providerId="ADAL" clId="{BC0BD879-F267-5CCA-8DEA-E3B2DD07DA4E}" dt="2026-08-31T05:37:01.379" v="34079" actId="478"/>
          <ac:spMkLst>
            <pc:docMk/>
            <pc:sldMk cId="801558509" sldId="2076139108"/>
            <ac:spMk id="7" creationId="{1142EA82-080C-2D9E-746D-C373D585780C}"/>
          </ac:spMkLst>
        </pc:spChg>
        <pc:spChg chg="del">
          <ac:chgData name="Hironari Yamada" userId="e57621f8-ec3c-449e-bb19-001fffcc008e" providerId="ADAL" clId="{BC0BD879-F267-5CCA-8DEA-E3B2DD07DA4E}" dt="2026-08-31T05:37:01.379" v="34079" actId="478"/>
          <ac:spMkLst>
            <pc:docMk/>
            <pc:sldMk cId="801558509" sldId="2076139108"/>
            <ac:spMk id="8" creationId="{2094712B-BABB-F7FE-9FB3-6C6C4E0A3A7A}"/>
          </ac:spMkLst>
        </pc:spChg>
        <pc:spChg chg="del">
          <ac:chgData name="Hironari Yamada" userId="e57621f8-ec3c-449e-bb19-001fffcc008e" providerId="ADAL" clId="{BC0BD879-F267-5CCA-8DEA-E3B2DD07DA4E}" dt="2026-08-31T05:37:01.379" v="34079" actId="478"/>
          <ac:spMkLst>
            <pc:docMk/>
            <pc:sldMk cId="801558509" sldId="2076139108"/>
            <ac:spMk id="10" creationId="{851355CB-F2F7-9ECE-A87B-91B563FCA65E}"/>
          </ac:spMkLst>
        </pc:spChg>
        <pc:spChg chg="del">
          <ac:chgData name="Hironari Yamada" userId="e57621f8-ec3c-449e-bb19-001fffcc008e" providerId="ADAL" clId="{BC0BD879-F267-5CCA-8DEA-E3B2DD07DA4E}" dt="2026-08-31T05:37:01.379" v="34079" actId="478"/>
          <ac:spMkLst>
            <pc:docMk/>
            <pc:sldMk cId="801558509" sldId="2076139108"/>
            <ac:spMk id="11" creationId="{94FE7C4A-21B7-7B7E-FE9C-166E52A24FA9}"/>
          </ac:spMkLst>
        </pc:spChg>
        <pc:spChg chg="del">
          <ac:chgData name="Hironari Yamada" userId="e57621f8-ec3c-449e-bb19-001fffcc008e" providerId="ADAL" clId="{BC0BD879-F267-5CCA-8DEA-E3B2DD07DA4E}" dt="2026-08-31T05:37:01.379" v="34079" actId="478"/>
          <ac:spMkLst>
            <pc:docMk/>
            <pc:sldMk cId="801558509" sldId="2076139108"/>
            <ac:spMk id="12" creationId="{30CD909D-CC2C-AE99-93B3-DD33CB641989}"/>
          </ac:spMkLst>
        </pc:spChg>
        <pc:spChg chg="del">
          <ac:chgData name="Hironari Yamada" userId="e57621f8-ec3c-449e-bb19-001fffcc008e" providerId="ADAL" clId="{BC0BD879-F267-5CCA-8DEA-E3B2DD07DA4E}" dt="2026-08-31T05:37:01.379" v="34079" actId="478"/>
          <ac:spMkLst>
            <pc:docMk/>
            <pc:sldMk cId="801558509" sldId="2076139108"/>
            <ac:spMk id="13" creationId="{E0C1DEEA-089F-8876-5D46-D977860BCC1E}"/>
          </ac:spMkLst>
        </pc:spChg>
        <pc:spChg chg="add mod">
          <ac:chgData name="Hironari Yamada" userId="e57621f8-ec3c-449e-bb19-001fffcc008e" providerId="ADAL" clId="{BC0BD879-F267-5CCA-8DEA-E3B2DD07DA4E}" dt="2026-08-31T05:55:20.595" v="34164" actId="14100"/>
          <ac:spMkLst>
            <pc:docMk/>
            <pc:sldMk cId="801558509" sldId="2076139108"/>
            <ac:spMk id="15" creationId="{C333090D-DBE7-4F6A-5120-687832B75B76}"/>
          </ac:spMkLst>
        </pc:spChg>
        <pc:spChg chg="add mod">
          <ac:chgData name="Hironari Yamada" userId="e57621f8-ec3c-449e-bb19-001fffcc008e" providerId="ADAL" clId="{BC0BD879-F267-5CCA-8DEA-E3B2DD07DA4E}" dt="2026-08-31T05:55:16.138" v="34163" actId="1076"/>
          <ac:spMkLst>
            <pc:docMk/>
            <pc:sldMk cId="801558509" sldId="2076139108"/>
            <ac:spMk id="16" creationId="{55E7F44A-2586-3E82-003C-85B89D048902}"/>
          </ac:spMkLst>
        </pc:spChg>
        <pc:spChg chg="add mod">
          <ac:chgData name="Hironari Yamada" userId="e57621f8-ec3c-449e-bb19-001fffcc008e" providerId="ADAL" clId="{BC0BD879-F267-5CCA-8DEA-E3B2DD07DA4E}" dt="2026-08-31T05:55:27.481" v="34167" actId="14100"/>
          <ac:spMkLst>
            <pc:docMk/>
            <pc:sldMk cId="801558509" sldId="2076139108"/>
            <ac:spMk id="17" creationId="{3E9777C6-5E40-51AF-D01A-385B460EFCC5}"/>
          </ac:spMkLst>
        </pc:spChg>
        <pc:spChg chg="add mod">
          <ac:chgData name="Hironari Yamada" userId="e57621f8-ec3c-449e-bb19-001fffcc008e" providerId="ADAL" clId="{BC0BD879-F267-5CCA-8DEA-E3B2DD07DA4E}" dt="2026-08-31T05:55:43.758" v="34217" actId="20577"/>
          <ac:spMkLst>
            <pc:docMk/>
            <pc:sldMk cId="801558509" sldId="2076139108"/>
            <ac:spMk id="18" creationId="{7B7E5154-AC13-3181-38AC-CAF1CB15242B}"/>
          </ac:spMkLst>
        </pc:spChg>
        <pc:spChg chg="add mod">
          <ac:chgData name="Hironari Yamada" userId="e57621f8-ec3c-449e-bb19-001fffcc008e" providerId="ADAL" clId="{BC0BD879-F267-5CCA-8DEA-E3B2DD07DA4E}" dt="2026-08-31T05:55:51.435" v="34220" actId="14100"/>
          <ac:spMkLst>
            <pc:docMk/>
            <pc:sldMk cId="801558509" sldId="2076139108"/>
            <ac:spMk id="19" creationId="{201C11C0-C601-6DEA-6B1A-FDAEF487C62C}"/>
          </ac:spMkLst>
        </pc:spChg>
        <pc:spChg chg="add mod">
          <ac:chgData name="Hironari Yamada" userId="e57621f8-ec3c-449e-bb19-001fffcc008e" providerId="ADAL" clId="{BC0BD879-F267-5CCA-8DEA-E3B2DD07DA4E}" dt="2026-08-31T05:56:14.690" v="34321" actId="20577"/>
          <ac:spMkLst>
            <pc:docMk/>
            <pc:sldMk cId="801558509" sldId="2076139108"/>
            <ac:spMk id="20" creationId="{13B76F98-F7EB-81F4-95C7-22A8B0202F1A}"/>
          </ac:spMkLst>
        </pc:spChg>
        <pc:spChg chg="add mod">
          <ac:chgData name="Hironari Yamada" userId="e57621f8-ec3c-449e-bb19-001fffcc008e" providerId="ADAL" clId="{BC0BD879-F267-5CCA-8DEA-E3B2DD07DA4E}" dt="2026-08-31T05:56:25.022" v="34326" actId="14100"/>
          <ac:spMkLst>
            <pc:docMk/>
            <pc:sldMk cId="801558509" sldId="2076139108"/>
            <ac:spMk id="21" creationId="{999A4D3D-7FA7-2EBF-A380-90BF9B2DDF8D}"/>
          </ac:spMkLst>
        </pc:spChg>
        <pc:picChg chg="del">
          <ac:chgData name="Hironari Yamada" userId="e57621f8-ec3c-449e-bb19-001fffcc008e" providerId="ADAL" clId="{BC0BD879-F267-5CCA-8DEA-E3B2DD07DA4E}" dt="2026-08-31T05:37:01.379" v="34079" actId="478"/>
          <ac:picMkLst>
            <pc:docMk/>
            <pc:sldMk cId="801558509" sldId="2076139108"/>
            <ac:picMk id="5" creationId="{973D6C44-2B17-BF3F-A766-3C8348BF8C27}"/>
          </ac:picMkLst>
        </pc:picChg>
        <pc:picChg chg="del">
          <ac:chgData name="Hironari Yamada" userId="e57621f8-ec3c-449e-bb19-001fffcc008e" providerId="ADAL" clId="{BC0BD879-F267-5CCA-8DEA-E3B2DD07DA4E}" dt="2026-08-31T05:37:01.379" v="34079" actId="478"/>
          <ac:picMkLst>
            <pc:docMk/>
            <pc:sldMk cId="801558509" sldId="2076139108"/>
            <ac:picMk id="6" creationId="{B8C75FC6-0C14-0D00-B25C-BD38F9AC905C}"/>
          </ac:picMkLst>
        </pc:picChg>
        <pc:picChg chg="add mod">
          <ac:chgData name="Hironari Yamada" userId="e57621f8-ec3c-449e-bb19-001fffcc008e" providerId="ADAL" clId="{BC0BD879-F267-5CCA-8DEA-E3B2DD07DA4E}" dt="2026-08-31T05:56:20.144" v="34324" actId="1076"/>
          <ac:picMkLst>
            <pc:docMk/>
            <pc:sldMk cId="801558509" sldId="2076139108"/>
            <ac:picMk id="14" creationId="{0B1FF522-5484-5FD9-55EF-8C1343BC3EDC}"/>
          </ac:picMkLst>
        </pc:picChg>
      </pc:sldChg>
      <pc:sldChg chg="addSp delSp modSp add del mod">
        <pc:chgData name="Hironari Yamada" userId="e57621f8-ec3c-449e-bb19-001fffcc008e" providerId="ADAL" clId="{BC0BD879-F267-5CCA-8DEA-E3B2DD07DA4E}" dt="2026-08-31T14:54:07.397" v="43737" actId="2696"/>
        <pc:sldMkLst>
          <pc:docMk/>
          <pc:sldMk cId="2137224297" sldId="2076139109"/>
        </pc:sldMkLst>
        <pc:spChg chg="add del mod">
          <ac:chgData name="Hironari Yamada" userId="e57621f8-ec3c-449e-bb19-001fffcc008e" providerId="ADAL" clId="{BC0BD879-F267-5CCA-8DEA-E3B2DD07DA4E}" dt="2026-08-31T05:54:35.182" v="34099"/>
          <ac:spMkLst>
            <pc:docMk/>
            <pc:sldMk cId="2137224297" sldId="2076139109"/>
            <ac:spMk id="6" creationId="{1A94DA80-D295-F4AC-8DE1-61DEF720FC7C}"/>
          </ac:spMkLst>
        </pc:spChg>
        <pc:spChg chg="add mod">
          <ac:chgData name="Hironari Yamada" userId="e57621f8-ec3c-449e-bb19-001fffcc008e" providerId="ADAL" clId="{BC0BD879-F267-5CCA-8DEA-E3B2DD07DA4E}" dt="2026-08-31T05:57:30.916" v="34355" actId="14100"/>
          <ac:spMkLst>
            <pc:docMk/>
            <pc:sldMk cId="2137224297" sldId="2076139109"/>
            <ac:spMk id="8" creationId="{BAB67DE2-58C0-147F-6979-220C8CA3EA36}"/>
          </ac:spMkLst>
        </pc:spChg>
        <pc:spChg chg="add mod">
          <ac:chgData name="Hironari Yamada" userId="e57621f8-ec3c-449e-bb19-001fffcc008e" providerId="ADAL" clId="{BC0BD879-F267-5CCA-8DEA-E3B2DD07DA4E}" dt="2026-08-31T05:56:53.716" v="34350" actId="1076"/>
          <ac:spMkLst>
            <pc:docMk/>
            <pc:sldMk cId="2137224297" sldId="2076139109"/>
            <ac:spMk id="10" creationId="{33DBDC1A-8103-ABD5-F11D-0CF65B034123}"/>
          </ac:spMkLst>
        </pc:spChg>
        <pc:spChg chg="add mod">
          <ac:chgData name="Hironari Yamada" userId="e57621f8-ec3c-449e-bb19-001fffcc008e" providerId="ADAL" clId="{BC0BD879-F267-5CCA-8DEA-E3B2DD07DA4E}" dt="2026-08-31T05:57:48.647" v="34387" actId="1076"/>
          <ac:spMkLst>
            <pc:docMk/>
            <pc:sldMk cId="2137224297" sldId="2076139109"/>
            <ac:spMk id="11" creationId="{9D6EE86C-3E51-9F1E-8897-889A2463D297}"/>
          </ac:spMkLst>
        </pc:spChg>
        <pc:spChg chg="add mod">
          <ac:chgData name="Hironari Yamada" userId="e57621f8-ec3c-449e-bb19-001fffcc008e" providerId="ADAL" clId="{BC0BD879-F267-5CCA-8DEA-E3B2DD07DA4E}" dt="2026-08-31T05:57:54.976" v="34390" actId="14100"/>
          <ac:spMkLst>
            <pc:docMk/>
            <pc:sldMk cId="2137224297" sldId="2076139109"/>
            <ac:spMk id="12" creationId="{D1A7C71F-70F0-F942-4183-53389DB63413}"/>
          </ac:spMkLst>
        </pc:spChg>
        <pc:spChg chg="add mod">
          <ac:chgData name="Hironari Yamada" userId="e57621f8-ec3c-449e-bb19-001fffcc008e" providerId="ADAL" clId="{BC0BD879-F267-5CCA-8DEA-E3B2DD07DA4E}" dt="2026-08-31T05:58:15.573" v="34469" actId="1076"/>
          <ac:spMkLst>
            <pc:docMk/>
            <pc:sldMk cId="2137224297" sldId="2076139109"/>
            <ac:spMk id="13" creationId="{E3E789A5-37AB-C02E-FEFE-344DBA5D1B9C}"/>
          </ac:spMkLst>
        </pc:spChg>
        <pc:spChg chg="add mod">
          <ac:chgData name="Hironari Yamada" userId="e57621f8-ec3c-449e-bb19-001fffcc008e" providerId="ADAL" clId="{BC0BD879-F267-5CCA-8DEA-E3B2DD07DA4E}" dt="2026-08-31T05:58:34.322" v="34474" actId="14100"/>
          <ac:spMkLst>
            <pc:docMk/>
            <pc:sldMk cId="2137224297" sldId="2076139109"/>
            <ac:spMk id="15" creationId="{EC188D39-C47B-5753-EBD3-3ACB215CD8EE}"/>
          </ac:spMkLst>
        </pc:spChg>
        <pc:spChg chg="add mod">
          <ac:chgData name="Hironari Yamada" userId="e57621f8-ec3c-449e-bb19-001fffcc008e" providerId="ADAL" clId="{BC0BD879-F267-5CCA-8DEA-E3B2DD07DA4E}" dt="2026-08-31T05:58:52.605" v="34538" actId="1076"/>
          <ac:spMkLst>
            <pc:docMk/>
            <pc:sldMk cId="2137224297" sldId="2076139109"/>
            <ac:spMk id="16" creationId="{028159E0-9DC5-D529-11CB-EF85853D5885}"/>
          </ac:spMkLst>
        </pc:spChg>
        <pc:spChg chg="add mod">
          <ac:chgData name="Hironari Yamada" userId="e57621f8-ec3c-449e-bb19-001fffcc008e" providerId="ADAL" clId="{BC0BD879-F267-5CCA-8DEA-E3B2DD07DA4E}" dt="2026-08-31T05:59:00.988" v="34541" actId="14100"/>
          <ac:spMkLst>
            <pc:docMk/>
            <pc:sldMk cId="2137224297" sldId="2076139109"/>
            <ac:spMk id="17" creationId="{C16E4B24-A4B7-6269-DB15-804A6050EF21}"/>
          </ac:spMkLst>
        </pc:spChg>
        <pc:spChg chg="add mod">
          <ac:chgData name="Hironari Yamada" userId="e57621f8-ec3c-449e-bb19-001fffcc008e" providerId="ADAL" clId="{BC0BD879-F267-5CCA-8DEA-E3B2DD07DA4E}" dt="2026-08-31T06:02:39.856" v="34776" actId="1076"/>
          <ac:spMkLst>
            <pc:docMk/>
            <pc:sldMk cId="2137224297" sldId="2076139109"/>
            <ac:spMk id="18" creationId="{4AF22E60-ECDE-AA8E-3A85-ED9BCA399C1B}"/>
          </ac:spMkLst>
        </pc:spChg>
        <pc:spChg chg="add mod">
          <ac:chgData name="Hironari Yamada" userId="e57621f8-ec3c-449e-bb19-001fffcc008e" providerId="ADAL" clId="{BC0BD879-F267-5CCA-8DEA-E3B2DD07DA4E}" dt="2026-08-31T05:59:34.388" v="34587" actId="14100"/>
          <ac:spMkLst>
            <pc:docMk/>
            <pc:sldMk cId="2137224297" sldId="2076139109"/>
            <ac:spMk id="19" creationId="{3BCB6D91-C69C-4050-A641-F1E7C5A08C14}"/>
          </ac:spMkLst>
        </pc:spChg>
        <pc:spChg chg="add mod">
          <ac:chgData name="Hironari Yamada" userId="e57621f8-ec3c-449e-bb19-001fffcc008e" providerId="ADAL" clId="{BC0BD879-F267-5CCA-8DEA-E3B2DD07DA4E}" dt="2026-08-31T05:59:42.692" v="34590" actId="14100"/>
          <ac:spMkLst>
            <pc:docMk/>
            <pc:sldMk cId="2137224297" sldId="2076139109"/>
            <ac:spMk id="20" creationId="{4779C984-8B83-BE16-29B7-2CDF1DF084E0}"/>
          </ac:spMkLst>
        </pc:spChg>
        <pc:spChg chg="add mod">
          <ac:chgData name="Hironari Yamada" userId="e57621f8-ec3c-449e-bb19-001fffcc008e" providerId="ADAL" clId="{BC0BD879-F267-5CCA-8DEA-E3B2DD07DA4E}" dt="2026-08-31T06:03:06.455" v="34782" actId="14100"/>
          <ac:spMkLst>
            <pc:docMk/>
            <pc:sldMk cId="2137224297" sldId="2076139109"/>
            <ac:spMk id="21" creationId="{8C5D03DF-7B6B-4CF7-7AFF-43429DCFDFBB}"/>
          </ac:spMkLst>
        </pc:spChg>
        <pc:spChg chg="add del">
          <ac:chgData name="Hironari Yamada" userId="e57621f8-ec3c-449e-bb19-001fffcc008e" providerId="ADAL" clId="{BC0BD879-F267-5CCA-8DEA-E3B2DD07DA4E}" dt="2026-08-31T06:03:22.948" v="34784" actId="478"/>
          <ac:spMkLst>
            <pc:docMk/>
            <pc:sldMk cId="2137224297" sldId="2076139109"/>
            <ac:spMk id="24" creationId="{E363C2B2-C9CA-86AB-081A-F67979E17522}"/>
          </ac:spMkLst>
        </pc:spChg>
        <pc:graphicFrameChg chg="add mod modGraphic">
          <ac:chgData name="Hironari Yamada" userId="e57621f8-ec3c-449e-bb19-001fffcc008e" providerId="ADAL" clId="{BC0BD879-F267-5CCA-8DEA-E3B2DD07DA4E}" dt="2026-08-31T06:02:59.791" v="34781" actId="14100"/>
          <ac:graphicFrameMkLst>
            <pc:docMk/>
            <pc:sldMk cId="2137224297" sldId="2076139109"/>
            <ac:graphicFrameMk id="22" creationId="{A2A2E445-565B-9802-5361-65BACA30EFAA}"/>
          </ac:graphicFrameMkLst>
        </pc:graphicFrameChg>
        <pc:picChg chg="add mod">
          <ac:chgData name="Hironari Yamada" userId="e57621f8-ec3c-449e-bb19-001fffcc008e" providerId="ADAL" clId="{BC0BD879-F267-5CCA-8DEA-E3B2DD07DA4E}" dt="2026-08-31T05:53:41.806" v="34092" actId="1076"/>
          <ac:picMkLst>
            <pc:docMk/>
            <pc:sldMk cId="2137224297" sldId="2076139109"/>
            <ac:picMk id="5" creationId="{6A225FC7-73DF-B35B-748C-8F6AA744E072}"/>
          </ac:picMkLst>
        </pc:picChg>
        <pc:picChg chg="add mod">
          <ac:chgData name="Hironari Yamada" userId="e57621f8-ec3c-449e-bb19-001fffcc008e" providerId="ADAL" clId="{BC0BD879-F267-5CCA-8DEA-E3B2DD07DA4E}" dt="2026-08-31T05:54:34.456" v="34097" actId="14100"/>
          <ac:picMkLst>
            <pc:docMk/>
            <pc:sldMk cId="2137224297" sldId="2076139109"/>
            <ac:picMk id="7" creationId="{346ED4E4-E76D-3FB9-1843-FD3DF5E4F80B}"/>
          </ac:picMkLst>
        </pc:picChg>
        <pc:picChg chg="del">
          <ac:chgData name="Hironari Yamada" userId="e57621f8-ec3c-449e-bb19-001fffcc008e" providerId="ADAL" clId="{BC0BD879-F267-5CCA-8DEA-E3B2DD07DA4E}" dt="2026-08-31T05:43:56.280" v="34086" actId="478"/>
          <ac:picMkLst>
            <pc:docMk/>
            <pc:sldMk cId="2137224297" sldId="2076139109"/>
            <ac:picMk id="14" creationId="{05121D4C-4A26-501F-B744-0471E6C3DFC8}"/>
          </ac:picMkLst>
        </pc:picChg>
      </pc:sldChg>
      <pc:sldChg chg="addSp delSp modSp add del mod">
        <pc:chgData name="Hironari Yamada" userId="e57621f8-ec3c-449e-bb19-001fffcc008e" providerId="ADAL" clId="{BC0BD879-F267-5CCA-8DEA-E3B2DD07DA4E}" dt="2026-08-31T14:54:07.410" v="43744" actId="2696"/>
        <pc:sldMkLst>
          <pc:docMk/>
          <pc:sldMk cId="500696143" sldId="2076139110"/>
        </pc:sldMkLst>
        <pc:spChg chg="del">
          <ac:chgData name="Hironari Yamada" userId="e57621f8-ec3c-449e-bb19-001fffcc008e" providerId="ADAL" clId="{BC0BD879-F267-5CCA-8DEA-E3B2DD07DA4E}" dt="2026-08-31T06:03:28.417" v="34786" actId="478"/>
          <ac:spMkLst>
            <pc:docMk/>
            <pc:sldMk cId="500696143" sldId="2076139110"/>
            <ac:spMk id="8" creationId="{B608207B-1A4C-8137-81F4-5737BA93B62E}"/>
          </ac:spMkLst>
        </pc:spChg>
        <pc:spChg chg="del">
          <ac:chgData name="Hironari Yamada" userId="e57621f8-ec3c-449e-bb19-001fffcc008e" providerId="ADAL" clId="{BC0BD879-F267-5CCA-8DEA-E3B2DD07DA4E}" dt="2026-08-31T06:03:28.417" v="34786" actId="478"/>
          <ac:spMkLst>
            <pc:docMk/>
            <pc:sldMk cId="500696143" sldId="2076139110"/>
            <ac:spMk id="10" creationId="{0B26822E-5D16-A580-DD44-1C302DFB5C8A}"/>
          </ac:spMkLst>
        </pc:spChg>
        <pc:spChg chg="del">
          <ac:chgData name="Hironari Yamada" userId="e57621f8-ec3c-449e-bb19-001fffcc008e" providerId="ADAL" clId="{BC0BD879-F267-5CCA-8DEA-E3B2DD07DA4E}" dt="2026-08-31T06:03:28.417" v="34786" actId="478"/>
          <ac:spMkLst>
            <pc:docMk/>
            <pc:sldMk cId="500696143" sldId="2076139110"/>
            <ac:spMk id="12" creationId="{E22EF9CD-48D1-E44B-0DFC-8FBB173D57A9}"/>
          </ac:spMkLst>
        </pc:spChg>
        <pc:spChg chg="del">
          <ac:chgData name="Hironari Yamada" userId="e57621f8-ec3c-449e-bb19-001fffcc008e" providerId="ADAL" clId="{BC0BD879-F267-5CCA-8DEA-E3B2DD07DA4E}" dt="2026-08-31T06:03:28.417" v="34786" actId="478"/>
          <ac:spMkLst>
            <pc:docMk/>
            <pc:sldMk cId="500696143" sldId="2076139110"/>
            <ac:spMk id="15" creationId="{CC8BBBD1-6D77-8BA7-B660-881EE55E69F9}"/>
          </ac:spMkLst>
        </pc:spChg>
        <pc:spChg chg="del">
          <ac:chgData name="Hironari Yamada" userId="e57621f8-ec3c-449e-bb19-001fffcc008e" providerId="ADAL" clId="{BC0BD879-F267-5CCA-8DEA-E3B2DD07DA4E}" dt="2026-08-31T06:03:28.417" v="34786" actId="478"/>
          <ac:spMkLst>
            <pc:docMk/>
            <pc:sldMk cId="500696143" sldId="2076139110"/>
            <ac:spMk id="17" creationId="{4E2E0564-07CB-EC86-02D4-A01205A432EB}"/>
          </ac:spMkLst>
        </pc:spChg>
        <pc:spChg chg="del">
          <ac:chgData name="Hironari Yamada" userId="e57621f8-ec3c-449e-bb19-001fffcc008e" providerId="ADAL" clId="{BC0BD879-F267-5CCA-8DEA-E3B2DD07DA4E}" dt="2026-08-31T06:03:28.417" v="34786" actId="478"/>
          <ac:spMkLst>
            <pc:docMk/>
            <pc:sldMk cId="500696143" sldId="2076139110"/>
            <ac:spMk id="18" creationId="{BB25A3D4-C73C-5638-42F4-7AA2DD30A0AB}"/>
          </ac:spMkLst>
        </pc:spChg>
        <pc:spChg chg="del">
          <ac:chgData name="Hironari Yamada" userId="e57621f8-ec3c-449e-bb19-001fffcc008e" providerId="ADAL" clId="{BC0BD879-F267-5CCA-8DEA-E3B2DD07DA4E}" dt="2026-08-31T06:03:28.417" v="34786" actId="478"/>
          <ac:spMkLst>
            <pc:docMk/>
            <pc:sldMk cId="500696143" sldId="2076139110"/>
            <ac:spMk id="19" creationId="{A6B3ADFA-8310-F388-07C0-C090CA4B005A}"/>
          </ac:spMkLst>
        </pc:spChg>
        <pc:spChg chg="del">
          <ac:chgData name="Hironari Yamada" userId="e57621f8-ec3c-449e-bb19-001fffcc008e" providerId="ADAL" clId="{BC0BD879-F267-5CCA-8DEA-E3B2DD07DA4E}" dt="2026-08-31T06:03:28.417" v="34786" actId="478"/>
          <ac:spMkLst>
            <pc:docMk/>
            <pc:sldMk cId="500696143" sldId="2076139110"/>
            <ac:spMk id="20" creationId="{61387D22-FCA6-5029-D68F-8B29089B4F47}"/>
          </ac:spMkLst>
        </pc:spChg>
        <pc:spChg chg="del">
          <ac:chgData name="Hironari Yamada" userId="e57621f8-ec3c-449e-bb19-001fffcc008e" providerId="ADAL" clId="{BC0BD879-F267-5CCA-8DEA-E3B2DD07DA4E}" dt="2026-08-31T06:03:28.417" v="34786" actId="478"/>
          <ac:spMkLst>
            <pc:docMk/>
            <pc:sldMk cId="500696143" sldId="2076139110"/>
            <ac:spMk id="21" creationId="{AA6EE1F5-B1B9-FA36-1FCF-CA30B724CAF0}"/>
          </ac:spMkLst>
        </pc:spChg>
        <pc:spChg chg="add mod">
          <ac:chgData name="Hironari Yamada" userId="e57621f8-ec3c-449e-bb19-001fffcc008e" providerId="ADAL" clId="{BC0BD879-F267-5CCA-8DEA-E3B2DD07DA4E}" dt="2026-08-31T06:06:34.009" v="34797" actId="14100"/>
          <ac:spMkLst>
            <pc:docMk/>
            <pc:sldMk cId="500696143" sldId="2076139110"/>
            <ac:spMk id="23" creationId="{B93FC495-C79A-5FC5-E149-2BB233F37EC2}"/>
          </ac:spMkLst>
        </pc:spChg>
        <pc:spChg chg="del">
          <ac:chgData name="Hironari Yamada" userId="e57621f8-ec3c-449e-bb19-001fffcc008e" providerId="ADAL" clId="{BC0BD879-F267-5CCA-8DEA-E3B2DD07DA4E}" dt="2026-08-31T06:03:28.417" v="34786" actId="478"/>
          <ac:spMkLst>
            <pc:docMk/>
            <pc:sldMk cId="500696143" sldId="2076139110"/>
            <ac:spMk id="24" creationId="{C3B892C3-AE4B-184D-0B77-9D00BF571DAE}"/>
          </ac:spMkLst>
        </pc:spChg>
        <pc:spChg chg="add mod">
          <ac:chgData name="Hironari Yamada" userId="e57621f8-ec3c-449e-bb19-001fffcc008e" providerId="ADAL" clId="{BC0BD879-F267-5CCA-8DEA-E3B2DD07DA4E}" dt="2026-08-31T06:06:45.022" v="34833" actId="20577"/>
          <ac:spMkLst>
            <pc:docMk/>
            <pc:sldMk cId="500696143" sldId="2076139110"/>
            <ac:spMk id="25" creationId="{006F4FB9-FC17-4230-F190-E8E5E8AEC3A1}"/>
          </ac:spMkLst>
        </pc:spChg>
        <pc:spChg chg="add mod">
          <ac:chgData name="Hironari Yamada" userId="e57621f8-ec3c-449e-bb19-001fffcc008e" providerId="ADAL" clId="{BC0BD879-F267-5CCA-8DEA-E3B2DD07DA4E}" dt="2026-08-31T06:06:54.185" v="34836" actId="14100"/>
          <ac:spMkLst>
            <pc:docMk/>
            <pc:sldMk cId="500696143" sldId="2076139110"/>
            <ac:spMk id="26" creationId="{5E8AE116-FDC5-FAA0-26B2-F3C84971E269}"/>
          </ac:spMkLst>
        </pc:spChg>
        <pc:spChg chg="add mod">
          <ac:chgData name="Hironari Yamada" userId="e57621f8-ec3c-449e-bb19-001fffcc008e" providerId="ADAL" clId="{BC0BD879-F267-5CCA-8DEA-E3B2DD07DA4E}" dt="2026-08-31T06:07:00.635" v="34839" actId="14100"/>
          <ac:spMkLst>
            <pc:docMk/>
            <pc:sldMk cId="500696143" sldId="2076139110"/>
            <ac:spMk id="27" creationId="{6D6A82D9-0E2F-AC47-DB14-4802BBB768CC}"/>
          </ac:spMkLst>
        </pc:spChg>
        <pc:spChg chg="add mod">
          <ac:chgData name="Hironari Yamada" userId="e57621f8-ec3c-449e-bb19-001fffcc008e" providerId="ADAL" clId="{BC0BD879-F267-5CCA-8DEA-E3B2DD07DA4E}" dt="2026-08-31T06:07:47.521" v="34925" actId="20577"/>
          <ac:spMkLst>
            <pc:docMk/>
            <pc:sldMk cId="500696143" sldId="2076139110"/>
            <ac:spMk id="28" creationId="{BC074252-8677-5EB5-EC85-786FCF7A56BC}"/>
          </ac:spMkLst>
        </pc:spChg>
        <pc:spChg chg="add mod">
          <ac:chgData name="Hironari Yamada" userId="e57621f8-ec3c-449e-bb19-001fffcc008e" providerId="ADAL" clId="{BC0BD879-F267-5CCA-8DEA-E3B2DD07DA4E}" dt="2026-08-31T06:07:27.867" v="34913" actId="20577"/>
          <ac:spMkLst>
            <pc:docMk/>
            <pc:sldMk cId="500696143" sldId="2076139110"/>
            <ac:spMk id="29" creationId="{039D475F-31DC-0593-BE1B-401749FDB412}"/>
          </ac:spMkLst>
        </pc:spChg>
        <pc:spChg chg="add mod">
          <ac:chgData name="Hironari Yamada" userId="e57621f8-ec3c-449e-bb19-001fffcc008e" providerId="ADAL" clId="{BC0BD879-F267-5CCA-8DEA-E3B2DD07DA4E}" dt="2026-08-31T06:07:38.359" v="34917" actId="14100"/>
          <ac:spMkLst>
            <pc:docMk/>
            <pc:sldMk cId="500696143" sldId="2076139110"/>
            <ac:spMk id="30" creationId="{8EA72C2E-C303-728B-B8EA-52BF8483AF50}"/>
          </ac:spMkLst>
        </pc:spChg>
        <pc:spChg chg="add mod">
          <ac:chgData name="Hironari Yamada" userId="e57621f8-ec3c-449e-bb19-001fffcc008e" providerId="ADAL" clId="{BC0BD879-F267-5CCA-8DEA-E3B2DD07DA4E}" dt="2026-08-31T06:07:45.323" v="34924" actId="20577"/>
          <ac:spMkLst>
            <pc:docMk/>
            <pc:sldMk cId="500696143" sldId="2076139110"/>
            <ac:spMk id="31" creationId="{3DAF05E6-2CA6-4779-5770-E412ED52B0A2}"/>
          </ac:spMkLst>
        </pc:spChg>
        <pc:spChg chg="add mod">
          <ac:chgData name="Hironari Yamada" userId="e57621f8-ec3c-449e-bb19-001fffcc008e" providerId="ADAL" clId="{BC0BD879-F267-5CCA-8DEA-E3B2DD07DA4E}" dt="2026-08-31T06:07:55.623" v="34928" actId="14100"/>
          <ac:spMkLst>
            <pc:docMk/>
            <pc:sldMk cId="500696143" sldId="2076139110"/>
            <ac:spMk id="32" creationId="{F93C8A5E-2E57-612E-AAF0-D5DC3274D9C2}"/>
          </ac:spMkLst>
        </pc:spChg>
        <pc:spChg chg="add mod">
          <ac:chgData name="Hironari Yamada" userId="e57621f8-ec3c-449e-bb19-001fffcc008e" providerId="ADAL" clId="{BC0BD879-F267-5CCA-8DEA-E3B2DD07DA4E}" dt="2026-08-31T06:08:10.639" v="34974" actId="20577"/>
          <ac:spMkLst>
            <pc:docMk/>
            <pc:sldMk cId="500696143" sldId="2076139110"/>
            <ac:spMk id="33" creationId="{5252B096-A519-A070-FBF1-3E2F66D13BF0}"/>
          </ac:spMkLst>
        </pc:spChg>
        <pc:spChg chg="add mod">
          <ac:chgData name="Hironari Yamada" userId="e57621f8-ec3c-449e-bb19-001fffcc008e" providerId="ADAL" clId="{BC0BD879-F267-5CCA-8DEA-E3B2DD07DA4E}" dt="2026-08-31T06:08:25.820" v="34980" actId="14100"/>
          <ac:spMkLst>
            <pc:docMk/>
            <pc:sldMk cId="500696143" sldId="2076139110"/>
            <ac:spMk id="34" creationId="{0380A1D0-C361-88DA-FAD0-D8AA7C7A59A7}"/>
          </ac:spMkLst>
        </pc:spChg>
        <pc:spChg chg="add mod">
          <ac:chgData name="Hironari Yamada" userId="e57621f8-ec3c-449e-bb19-001fffcc008e" providerId="ADAL" clId="{BC0BD879-F267-5CCA-8DEA-E3B2DD07DA4E}" dt="2026-08-31T06:08:30.843" v="34983" actId="14100"/>
          <ac:spMkLst>
            <pc:docMk/>
            <pc:sldMk cId="500696143" sldId="2076139110"/>
            <ac:spMk id="35" creationId="{A960302F-76CA-E0A6-F003-5DBBEB2B8252}"/>
          </ac:spMkLst>
        </pc:spChg>
        <pc:spChg chg="add mod">
          <ac:chgData name="Hironari Yamada" userId="e57621f8-ec3c-449e-bb19-001fffcc008e" providerId="ADAL" clId="{BC0BD879-F267-5CCA-8DEA-E3B2DD07DA4E}" dt="2026-08-31T07:07:33.689" v="35481" actId="20577"/>
          <ac:spMkLst>
            <pc:docMk/>
            <pc:sldMk cId="500696143" sldId="2076139110"/>
            <ac:spMk id="36" creationId="{22859E1A-7153-9283-541E-263FDB6B8A65}"/>
          </ac:spMkLst>
        </pc:spChg>
        <pc:picChg chg="add mod">
          <ac:chgData name="Hironari Yamada" userId="e57621f8-ec3c-449e-bb19-001fffcc008e" providerId="ADAL" clId="{BC0BD879-F267-5CCA-8DEA-E3B2DD07DA4E}" dt="2026-08-31T06:08:20.001" v="34978" actId="1076"/>
          <ac:picMkLst>
            <pc:docMk/>
            <pc:sldMk cId="500696143" sldId="2076139110"/>
            <ac:picMk id="6" creationId="{20508E9F-8DE6-3B39-2968-0820643D2747}"/>
          </ac:picMkLst>
        </pc:picChg>
        <pc:picChg chg="add mod">
          <ac:chgData name="Hironari Yamada" userId="e57621f8-ec3c-449e-bb19-001fffcc008e" providerId="ADAL" clId="{BC0BD879-F267-5CCA-8DEA-E3B2DD07DA4E}" dt="2026-08-31T06:06:15.635" v="34794" actId="14100"/>
          <ac:picMkLst>
            <pc:docMk/>
            <pc:sldMk cId="500696143" sldId="2076139110"/>
            <ac:picMk id="14" creationId="{319FDA56-56B0-0E6A-8C51-95BD211FAF84}"/>
          </ac:picMkLst>
        </pc:picChg>
      </pc:sldChg>
      <pc:sldChg chg="addSp delSp modSp add del mod">
        <pc:chgData name="Hironari Yamada" userId="e57621f8-ec3c-449e-bb19-001fffcc008e" providerId="ADAL" clId="{BC0BD879-F267-5CCA-8DEA-E3B2DD07DA4E}" dt="2026-08-31T14:54:07.436" v="43766" actId="2696"/>
        <pc:sldMkLst>
          <pc:docMk/>
          <pc:sldMk cId="1311786990" sldId="2076139111"/>
        </pc:sldMkLst>
        <pc:spChg chg="mod">
          <ac:chgData name="Hironari Yamada" userId="e57621f8-ec3c-449e-bb19-001fffcc008e" providerId="ADAL" clId="{BC0BD879-F267-5CCA-8DEA-E3B2DD07DA4E}" dt="2026-08-31T07:19:18.460" v="35760" actId="20577"/>
          <ac:spMkLst>
            <pc:docMk/>
            <pc:sldMk cId="1311786990" sldId="2076139111"/>
            <ac:spMk id="3" creationId="{0A3B10EB-765A-B072-CF32-DBE9530CE27A}"/>
          </ac:spMkLst>
        </pc:spChg>
        <pc:spChg chg="del">
          <ac:chgData name="Hironari Yamada" userId="e57621f8-ec3c-449e-bb19-001fffcc008e" providerId="ADAL" clId="{BC0BD879-F267-5CCA-8DEA-E3B2DD07DA4E}" dt="2026-08-31T07:19:22.661" v="35761" actId="478"/>
          <ac:spMkLst>
            <pc:docMk/>
            <pc:sldMk cId="1311786990" sldId="2076139111"/>
            <ac:spMk id="6" creationId="{CCB8682C-E0EB-5E30-F2AA-24D6BB0AEB83}"/>
          </ac:spMkLst>
        </pc:spChg>
        <pc:spChg chg="del">
          <ac:chgData name="Hironari Yamada" userId="e57621f8-ec3c-449e-bb19-001fffcc008e" providerId="ADAL" clId="{BC0BD879-F267-5CCA-8DEA-E3B2DD07DA4E}" dt="2026-08-31T07:19:22.661" v="35761" actId="478"/>
          <ac:spMkLst>
            <pc:docMk/>
            <pc:sldMk cId="1311786990" sldId="2076139111"/>
            <ac:spMk id="7" creationId="{EAA324E1-57B3-6036-AF3A-AFFCF4AB1E19}"/>
          </ac:spMkLst>
        </pc:spChg>
        <pc:spChg chg="del">
          <ac:chgData name="Hironari Yamada" userId="e57621f8-ec3c-449e-bb19-001fffcc008e" providerId="ADAL" clId="{BC0BD879-F267-5CCA-8DEA-E3B2DD07DA4E}" dt="2026-08-31T07:19:22.661" v="35761" actId="478"/>
          <ac:spMkLst>
            <pc:docMk/>
            <pc:sldMk cId="1311786990" sldId="2076139111"/>
            <ac:spMk id="8" creationId="{2DB98DD5-0422-DCCD-8CEC-B75DD49BD5F1}"/>
          </ac:spMkLst>
        </pc:spChg>
        <pc:spChg chg="add del">
          <ac:chgData name="Hironari Yamada" userId="e57621f8-ec3c-449e-bb19-001fffcc008e" providerId="ADAL" clId="{BC0BD879-F267-5CCA-8DEA-E3B2DD07DA4E}" dt="2026-08-31T07:23:33.681" v="35770" actId="478"/>
          <ac:spMkLst>
            <pc:docMk/>
            <pc:sldMk cId="1311786990" sldId="2076139111"/>
            <ac:spMk id="12" creationId="{7950ABC9-CAE2-CF06-9888-588CD821B181}"/>
          </ac:spMkLst>
        </pc:spChg>
        <pc:spChg chg="add mod">
          <ac:chgData name="Hironari Yamada" userId="e57621f8-ec3c-449e-bb19-001fffcc008e" providerId="ADAL" clId="{BC0BD879-F267-5CCA-8DEA-E3B2DD07DA4E}" dt="2026-08-31T07:23:46.346" v="35774" actId="14100"/>
          <ac:spMkLst>
            <pc:docMk/>
            <pc:sldMk cId="1311786990" sldId="2076139111"/>
            <ac:spMk id="13" creationId="{B662B634-619F-2CCF-87E1-05CAA0DE3CA7}"/>
          </ac:spMkLst>
        </pc:spChg>
        <pc:spChg chg="add mod">
          <ac:chgData name="Hironari Yamada" userId="e57621f8-ec3c-449e-bb19-001fffcc008e" providerId="ADAL" clId="{BC0BD879-F267-5CCA-8DEA-E3B2DD07DA4E}" dt="2026-08-31T07:24:08.338" v="35841" actId="1076"/>
          <ac:spMkLst>
            <pc:docMk/>
            <pc:sldMk cId="1311786990" sldId="2076139111"/>
            <ac:spMk id="14" creationId="{8F5ED75E-BED7-9400-9BB4-59C622513AF3}"/>
          </ac:spMkLst>
        </pc:spChg>
        <pc:spChg chg="add mod">
          <ac:chgData name="Hironari Yamada" userId="e57621f8-ec3c-449e-bb19-001fffcc008e" providerId="ADAL" clId="{BC0BD879-F267-5CCA-8DEA-E3B2DD07DA4E}" dt="2026-08-31T07:24:15.193" v="35844" actId="14100"/>
          <ac:spMkLst>
            <pc:docMk/>
            <pc:sldMk cId="1311786990" sldId="2076139111"/>
            <ac:spMk id="15" creationId="{B83516C2-0F8A-DC9E-F73C-D83A6CE31F37}"/>
          </ac:spMkLst>
        </pc:spChg>
        <pc:spChg chg="add mod">
          <ac:chgData name="Hironari Yamada" userId="e57621f8-ec3c-449e-bb19-001fffcc008e" providerId="ADAL" clId="{BC0BD879-F267-5CCA-8DEA-E3B2DD07DA4E}" dt="2026-08-31T07:24:28.605" v="35881" actId="20577"/>
          <ac:spMkLst>
            <pc:docMk/>
            <pc:sldMk cId="1311786990" sldId="2076139111"/>
            <ac:spMk id="16" creationId="{C79EAA16-2516-2DF2-4685-E17A933B0125}"/>
          </ac:spMkLst>
        </pc:spChg>
        <pc:spChg chg="add mod">
          <ac:chgData name="Hironari Yamada" userId="e57621f8-ec3c-449e-bb19-001fffcc008e" providerId="ADAL" clId="{BC0BD879-F267-5CCA-8DEA-E3B2DD07DA4E}" dt="2026-08-31T07:24:38.278" v="35885" actId="14100"/>
          <ac:spMkLst>
            <pc:docMk/>
            <pc:sldMk cId="1311786990" sldId="2076139111"/>
            <ac:spMk id="17" creationId="{9D920884-46F6-52B2-C14F-1A4CD5B2BCB7}"/>
          </ac:spMkLst>
        </pc:spChg>
        <pc:spChg chg="add mod">
          <ac:chgData name="Hironari Yamada" userId="e57621f8-ec3c-449e-bb19-001fffcc008e" providerId="ADAL" clId="{BC0BD879-F267-5CCA-8DEA-E3B2DD07DA4E}" dt="2026-08-31T07:24:58.587" v="35937" actId="1076"/>
          <ac:spMkLst>
            <pc:docMk/>
            <pc:sldMk cId="1311786990" sldId="2076139111"/>
            <ac:spMk id="18" creationId="{7DC8EAF5-3B08-FA61-EACC-EE59FCAFE98A}"/>
          </ac:spMkLst>
        </pc:spChg>
        <pc:spChg chg="add mod">
          <ac:chgData name="Hironari Yamada" userId="e57621f8-ec3c-449e-bb19-001fffcc008e" providerId="ADAL" clId="{BC0BD879-F267-5CCA-8DEA-E3B2DD07DA4E}" dt="2026-08-31T07:24:56.712" v="35936" actId="14100"/>
          <ac:spMkLst>
            <pc:docMk/>
            <pc:sldMk cId="1311786990" sldId="2076139111"/>
            <ac:spMk id="19" creationId="{3710569E-4E1A-59F3-2378-DED022002ABB}"/>
          </ac:spMkLst>
        </pc:spChg>
        <pc:spChg chg="add mod">
          <ac:chgData name="Hironari Yamada" userId="e57621f8-ec3c-449e-bb19-001fffcc008e" providerId="ADAL" clId="{BC0BD879-F267-5CCA-8DEA-E3B2DD07DA4E}" dt="2026-08-31T07:25:08.589" v="35982" actId="20577"/>
          <ac:spMkLst>
            <pc:docMk/>
            <pc:sldMk cId="1311786990" sldId="2076139111"/>
            <ac:spMk id="20" creationId="{35823C25-049C-20BD-873E-4737591907D2}"/>
          </ac:spMkLst>
        </pc:spChg>
        <pc:spChg chg="add mod">
          <ac:chgData name="Hironari Yamada" userId="e57621f8-ec3c-449e-bb19-001fffcc008e" providerId="ADAL" clId="{BC0BD879-F267-5CCA-8DEA-E3B2DD07DA4E}" dt="2026-08-31T07:25:14.922" v="35985" actId="14100"/>
          <ac:spMkLst>
            <pc:docMk/>
            <pc:sldMk cId="1311786990" sldId="2076139111"/>
            <ac:spMk id="21" creationId="{79D9AA0F-069A-4EB5-2892-D6CDB1D7D364}"/>
          </ac:spMkLst>
        </pc:spChg>
        <pc:picChg chg="del">
          <ac:chgData name="Hironari Yamada" userId="e57621f8-ec3c-449e-bb19-001fffcc008e" providerId="ADAL" clId="{BC0BD879-F267-5CCA-8DEA-E3B2DD07DA4E}" dt="2026-08-31T07:19:22.661" v="35761" actId="478"/>
          <ac:picMkLst>
            <pc:docMk/>
            <pc:sldMk cId="1311786990" sldId="2076139111"/>
            <ac:picMk id="5" creationId="{627E886E-E917-3C59-DC35-3AE236EBF337}"/>
          </ac:picMkLst>
        </pc:picChg>
        <pc:picChg chg="add mod">
          <ac:chgData name="Hironari Yamada" userId="e57621f8-ec3c-449e-bb19-001fffcc008e" providerId="ADAL" clId="{BC0BD879-F267-5CCA-8DEA-E3B2DD07DA4E}" dt="2026-08-31T07:22:33.879" v="35764" actId="14100"/>
          <ac:picMkLst>
            <pc:docMk/>
            <pc:sldMk cId="1311786990" sldId="2076139111"/>
            <ac:picMk id="10" creationId="{E4FDA29D-B7F2-FE87-7639-D07758257496}"/>
          </ac:picMkLst>
        </pc:picChg>
        <pc:picChg chg="add mod">
          <ac:chgData name="Hironari Yamada" userId="e57621f8-ec3c-449e-bb19-001fffcc008e" providerId="ADAL" clId="{BC0BD879-F267-5CCA-8DEA-E3B2DD07DA4E}" dt="2026-08-31T07:23:21.055" v="35768" actId="14100"/>
          <ac:picMkLst>
            <pc:docMk/>
            <pc:sldMk cId="1311786990" sldId="2076139111"/>
            <ac:picMk id="11" creationId="{CAB2FD4C-CC63-68C5-B358-1F757BD2112C}"/>
          </ac:picMkLst>
        </pc:picChg>
      </pc:sldChg>
      <pc:sldChg chg="addSp delSp modSp add del mod">
        <pc:chgData name="Hironari Yamada" userId="e57621f8-ec3c-449e-bb19-001fffcc008e" providerId="ADAL" clId="{BC0BD879-F267-5CCA-8DEA-E3B2DD07DA4E}" dt="2026-08-31T11:23:20.821" v="36439" actId="2696"/>
        <pc:sldMkLst>
          <pc:docMk/>
          <pc:sldMk cId="1807294534" sldId="2076139112"/>
        </pc:sldMkLst>
        <pc:spChg chg="mod">
          <ac:chgData name="Hironari Yamada" userId="e57621f8-ec3c-449e-bb19-001fffcc008e" providerId="ADAL" clId="{BC0BD879-F267-5CCA-8DEA-E3B2DD07DA4E}" dt="2026-08-31T07:28:37.086" v="36092" actId="20577"/>
          <ac:spMkLst>
            <pc:docMk/>
            <pc:sldMk cId="1807294534" sldId="2076139112"/>
            <ac:spMk id="3" creationId="{28756D45-A755-D52D-312B-7EFED288ECB6}"/>
          </ac:spMkLst>
        </pc:spChg>
        <pc:spChg chg="add mod">
          <ac:chgData name="Hironari Yamada" userId="e57621f8-ec3c-449e-bb19-001fffcc008e" providerId="ADAL" clId="{BC0BD879-F267-5CCA-8DEA-E3B2DD07DA4E}" dt="2026-08-31T07:31:22.801" v="36177" actId="207"/>
          <ac:spMkLst>
            <pc:docMk/>
            <pc:sldMk cId="1807294534" sldId="2076139112"/>
            <ac:spMk id="6" creationId="{23D0CBE3-2B32-67F4-2E6F-CA41D64ADB95}"/>
          </ac:spMkLst>
        </pc:spChg>
        <pc:spChg chg="del">
          <ac:chgData name="Hironari Yamada" userId="e57621f8-ec3c-449e-bb19-001fffcc008e" providerId="ADAL" clId="{BC0BD879-F267-5CCA-8DEA-E3B2DD07DA4E}" dt="2026-08-31T07:26:48.855" v="35987" actId="478"/>
          <ac:spMkLst>
            <pc:docMk/>
            <pc:sldMk cId="1807294534" sldId="2076139112"/>
            <ac:spMk id="13" creationId="{386864BF-9B72-9B91-72A2-6376895A1182}"/>
          </ac:spMkLst>
        </pc:spChg>
        <pc:spChg chg="del">
          <ac:chgData name="Hironari Yamada" userId="e57621f8-ec3c-449e-bb19-001fffcc008e" providerId="ADAL" clId="{BC0BD879-F267-5CCA-8DEA-E3B2DD07DA4E}" dt="2026-08-31T07:26:48.855" v="35987" actId="478"/>
          <ac:spMkLst>
            <pc:docMk/>
            <pc:sldMk cId="1807294534" sldId="2076139112"/>
            <ac:spMk id="14" creationId="{3855DBAB-11C3-E3B0-B3C1-322047B43A0A}"/>
          </ac:spMkLst>
        </pc:spChg>
        <pc:spChg chg="del">
          <ac:chgData name="Hironari Yamada" userId="e57621f8-ec3c-449e-bb19-001fffcc008e" providerId="ADAL" clId="{BC0BD879-F267-5CCA-8DEA-E3B2DD07DA4E}" dt="2026-08-31T07:26:48.855" v="35987" actId="478"/>
          <ac:spMkLst>
            <pc:docMk/>
            <pc:sldMk cId="1807294534" sldId="2076139112"/>
            <ac:spMk id="15" creationId="{59FF8456-9956-AA2D-1658-EC7439746ACA}"/>
          </ac:spMkLst>
        </pc:spChg>
        <pc:spChg chg="del">
          <ac:chgData name="Hironari Yamada" userId="e57621f8-ec3c-449e-bb19-001fffcc008e" providerId="ADAL" clId="{BC0BD879-F267-5CCA-8DEA-E3B2DD07DA4E}" dt="2026-08-31T07:26:48.855" v="35987" actId="478"/>
          <ac:spMkLst>
            <pc:docMk/>
            <pc:sldMk cId="1807294534" sldId="2076139112"/>
            <ac:spMk id="16" creationId="{4D2CD375-CD4F-956D-539E-FFF2EADAFB4B}"/>
          </ac:spMkLst>
        </pc:spChg>
        <pc:spChg chg="del">
          <ac:chgData name="Hironari Yamada" userId="e57621f8-ec3c-449e-bb19-001fffcc008e" providerId="ADAL" clId="{BC0BD879-F267-5CCA-8DEA-E3B2DD07DA4E}" dt="2026-08-31T07:26:48.855" v="35987" actId="478"/>
          <ac:spMkLst>
            <pc:docMk/>
            <pc:sldMk cId="1807294534" sldId="2076139112"/>
            <ac:spMk id="17" creationId="{0A32394A-F5A7-72C0-C260-43469207325D}"/>
          </ac:spMkLst>
        </pc:spChg>
        <pc:spChg chg="del">
          <ac:chgData name="Hironari Yamada" userId="e57621f8-ec3c-449e-bb19-001fffcc008e" providerId="ADAL" clId="{BC0BD879-F267-5CCA-8DEA-E3B2DD07DA4E}" dt="2026-08-31T07:26:48.855" v="35987" actId="478"/>
          <ac:spMkLst>
            <pc:docMk/>
            <pc:sldMk cId="1807294534" sldId="2076139112"/>
            <ac:spMk id="18" creationId="{C11B15F6-956A-7ADF-FD01-3220B2E11EBA}"/>
          </ac:spMkLst>
        </pc:spChg>
        <pc:spChg chg="del">
          <ac:chgData name="Hironari Yamada" userId="e57621f8-ec3c-449e-bb19-001fffcc008e" providerId="ADAL" clId="{BC0BD879-F267-5CCA-8DEA-E3B2DD07DA4E}" dt="2026-08-31T07:26:48.855" v="35987" actId="478"/>
          <ac:spMkLst>
            <pc:docMk/>
            <pc:sldMk cId="1807294534" sldId="2076139112"/>
            <ac:spMk id="19" creationId="{AC4D438B-3491-9A49-958A-A55E365C8086}"/>
          </ac:spMkLst>
        </pc:spChg>
        <pc:spChg chg="del">
          <ac:chgData name="Hironari Yamada" userId="e57621f8-ec3c-449e-bb19-001fffcc008e" providerId="ADAL" clId="{BC0BD879-F267-5CCA-8DEA-E3B2DD07DA4E}" dt="2026-08-31T07:26:48.855" v="35987" actId="478"/>
          <ac:spMkLst>
            <pc:docMk/>
            <pc:sldMk cId="1807294534" sldId="2076139112"/>
            <ac:spMk id="20" creationId="{B084BF2C-1BEB-8AEF-4473-8A99A1791325}"/>
          </ac:spMkLst>
        </pc:spChg>
        <pc:spChg chg="del">
          <ac:chgData name="Hironari Yamada" userId="e57621f8-ec3c-449e-bb19-001fffcc008e" providerId="ADAL" clId="{BC0BD879-F267-5CCA-8DEA-E3B2DD07DA4E}" dt="2026-08-31T07:26:48.855" v="35987" actId="478"/>
          <ac:spMkLst>
            <pc:docMk/>
            <pc:sldMk cId="1807294534" sldId="2076139112"/>
            <ac:spMk id="21" creationId="{500E7108-4627-038A-EE4A-7B04325278F6}"/>
          </ac:spMkLst>
        </pc:spChg>
        <pc:picChg chg="add mod">
          <ac:chgData name="Hironari Yamada" userId="e57621f8-ec3c-449e-bb19-001fffcc008e" providerId="ADAL" clId="{BC0BD879-F267-5CCA-8DEA-E3B2DD07DA4E}" dt="2026-08-31T07:27:42.240" v="36085" actId="14100"/>
          <ac:picMkLst>
            <pc:docMk/>
            <pc:sldMk cId="1807294534" sldId="2076139112"/>
            <ac:picMk id="5" creationId="{24867D94-3E5F-66B7-47B9-594818553D7F}"/>
          </ac:picMkLst>
        </pc:picChg>
        <pc:picChg chg="del">
          <ac:chgData name="Hironari Yamada" userId="e57621f8-ec3c-449e-bb19-001fffcc008e" providerId="ADAL" clId="{BC0BD879-F267-5CCA-8DEA-E3B2DD07DA4E}" dt="2026-08-31T07:26:48.855" v="35987" actId="478"/>
          <ac:picMkLst>
            <pc:docMk/>
            <pc:sldMk cId="1807294534" sldId="2076139112"/>
            <ac:picMk id="10" creationId="{DA4CDF08-78DE-EEBE-9EBC-24DD5C751C6F}"/>
          </ac:picMkLst>
        </pc:picChg>
      </pc:sldChg>
      <pc:sldChg chg="addSp delSp modSp add del mod">
        <pc:chgData name="Hironari Yamada" userId="e57621f8-ec3c-449e-bb19-001fffcc008e" providerId="ADAL" clId="{BC0BD879-F267-5CCA-8DEA-E3B2DD07DA4E}" dt="2026-08-31T14:54:07.394" v="43735" actId="2696"/>
        <pc:sldMkLst>
          <pc:docMk/>
          <pc:sldMk cId="4137051227" sldId="2076139113"/>
        </pc:sldMkLst>
        <pc:spChg chg="mod">
          <ac:chgData name="Hironari Yamada" userId="e57621f8-ec3c-449e-bb19-001fffcc008e" providerId="ADAL" clId="{BC0BD879-F267-5CCA-8DEA-E3B2DD07DA4E}" dt="2026-08-31T11:21:52.438" v="36396" actId="1076"/>
          <ac:spMkLst>
            <pc:docMk/>
            <pc:sldMk cId="4137051227" sldId="2076139113"/>
            <ac:spMk id="6" creationId="{7B3E127B-497E-74BA-161D-C0766A3E225C}"/>
          </ac:spMkLst>
        </pc:spChg>
        <pc:spChg chg="add del">
          <ac:chgData name="Hironari Yamada" userId="e57621f8-ec3c-449e-bb19-001fffcc008e" providerId="ADAL" clId="{BC0BD879-F267-5CCA-8DEA-E3B2DD07DA4E}" dt="2026-08-31T11:20:38.529" v="36383" actId="22"/>
          <ac:spMkLst>
            <pc:docMk/>
            <pc:sldMk cId="4137051227" sldId="2076139113"/>
            <ac:spMk id="8" creationId="{780DEFA8-BC6F-2EBF-88B6-76FAFE0C9A85}"/>
          </ac:spMkLst>
        </pc:spChg>
        <pc:spChg chg="add del">
          <ac:chgData name="Hironari Yamada" userId="e57621f8-ec3c-449e-bb19-001fffcc008e" providerId="ADAL" clId="{BC0BD879-F267-5CCA-8DEA-E3B2DD07DA4E}" dt="2026-08-31T11:21:12.955" v="36385" actId="22"/>
          <ac:spMkLst>
            <pc:docMk/>
            <pc:sldMk cId="4137051227" sldId="2076139113"/>
            <ac:spMk id="11" creationId="{268D4549-5A68-A57F-8C69-63B1DC324F45}"/>
          </ac:spMkLst>
        </pc:spChg>
        <pc:spChg chg="add mod">
          <ac:chgData name="Hironari Yamada" userId="e57621f8-ec3c-449e-bb19-001fffcc008e" providerId="ADAL" clId="{BC0BD879-F267-5CCA-8DEA-E3B2DD07DA4E}" dt="2026-08-31T11:21:44.459" v="36394" actId="14100"/>
          <ac:spMkLst>
            <pc:docMk/>
            <pc:sldMk cId="4137051227" sldId="2076139113"/>
            <ac:spMk id="13" creationId="{C784FBB7-FB77-FAFB-CDEC-C27A4851002A}"/>
          </ac:spMkLst>
        </pc:spChg>
        <pc:picChg chg="del">
          <ac:chgData name="Hironari Yamada" userId="e57621f8-ec3c-449e-bb19-001fffcc008e" providerId="ADAL" clId="{BC0BD879-F267-5CCA-8DEA-E3B2DD07DA4E}" dt="2026-08-31T11:20:29.498" v="36380" actId="478"/>
          <ac:picMkLst>
            <pc:docMk/>
            <pc:sldMk cId="4137051227" sldId="2076139113"/>
            <ac:picMk id="5" creationId="{851B3543-572F-F3EC-7737-0D9F05F1F4FD}"/>
          </ac:picMkLst>
        </pc:picChg>
      </pc:sldChg>
      <pc:sldChg chg="addSp delSp modSp add del mod">
        <pc:chgData name="Hironari Yamada" userId="e57621f8-ec3c-449e-bb19-001fffcc008e" providerId="ADAL" clId="{BC0BD879-F267-5CCA-8DEA-E3B2DD07DA4E}" dt="2026-08-31T14:54:07.440" v="43771" actId="2696"/>
        <pc:sldMkLst>
          <pc:docMk/>
          <pc:sldMk cId="1467223542" sldId="2076139114"/>
        </pc:sldMkLst>
        <pc:spChg chg="del">
          <ac:chgData name="Hironari Yamada" userId="e57621f8-ec3c-449e-bb19-001fffcc008e" providerId="ADAL" clId="{BC0BD879-F267-5CCA-8DEA-E3B2DD07DA4E}" dt="2026-08-31T11:39:41.685" v="36712" actId="478"/>
          <ac:spMkLst>
            <pc:docMk/>
            <pc:sldMk cId="1467223542" sldId="2076139114"/>
            <ac:spMk id="6" creationId="{15D1C778-CE50-E036-C013-98BD30D53406}"/>
          </ac:spMkLst>
        </pc:spChg>
        <pc:spChg chg="del">
          <ac:chgData name="Hironari Yamada" userId="e57621f8-ec3c-449e-bb19-001fffcc008e" providerId="ADAL" clId="{BC0BD879-F267-5CCA-8DEA-E3B2DD07DA4E}" dt="2026-08-31T11:39:41.685" v="36712" actId="478"/>
          <ac:spMkLst>
            <pc:docMk/>
            <pc:sldMk cId="1467223542" sldId="2076139114"/>
            <ac:spMk id="7" creationId="{DEF2D84D-B613-40D4-EDF8-41826B3E6887}"/>
          </ac:spMkLst>
        </pc:spChg>
        <pc:spChg chg="del">
          <ac:chgData name="Hironari Yamada" userId="e57621f8-ec3c-449e-bb19-001fffcc008e" providerId="ADAL" clId="{BC0BD879-F267-5CCA-8DEA-E3B2DD07DA4E}" dt="2026-08-31T11:39:41.685" v="36712" actId="478"/>
          <ac:spMkLst>
            <pc:docMk/>
            <pc:sldMk cId="1467223542" sldId="2076139114"/>
            <ac:spMk id="10" creationId="{ADBD1731-A98E-AFF7-78A5-8D6580837BCC}"/>
          </ac:spMkLst>
        </pc:spChg>
        <pc:spChg chg="del">
          <ac:chgData name="Hironari Yamada" userId="e57621f8-ec3c-449e-bb19-001fffcc008e" providerId="ADAL" clId="{BC0BD879-F267-5CCA-8DEA-E3B2DD07DA4E}" dt="2026-08-31T11:39:41.685" v="36712" actId="478"/>
          <ac:spMkLst>
            <pc:docMk/>
            <pc:sldMk cId="1467223542" sldId="2076139114"/>
            <ac:spMk id="11" creationId="{851C97BA-894E-4E1F-5B81-BA39619F2A78}"/>
          </ac:spMkLst>
        </pc:spChg>
        <pc:spChg chg="add mod">
          <ac:chgData name="Hironari Yamada" userId="e57621f8-ec3c-449e-bb19-001fffcc008e" providerId="ADAL" clId="{BC0BD879-F267-5CCA-8DEA-E3B2DD07DA4E}" dt="2026-08-31T11:40:00.277" v="36713"/>
          <ac:spMkLst>
            <pc:docMk/>
            <pc:sldMk cId="1467223542" sldId="2076139114"/>
            <ac:spMk id="13" creationId="{41CAB1D1-A457-ADBB-2E8A-84179BE7EFD3}"/>
          </ac:spMkLst>
        </pc:spChg>
        <pc:spChg chg="add mod">
          <ac:chgData name="Hironari Yamada" userId="e57621f8-ec3c-449e-bb19-001fffcc008e" providerId="ADAL" clId="{BC0BD879-F267-5CCA-8DEA-E3B2DD07DA4E}" dt="2026-08-31T11:40:00.277" v="36713"/>
          <ac:spMkLst>
            <pc:docMk/>
            <pc:sldMk cId="1467223542" sldId="2076139114"/>
            <ac:spMk id="14" creationId="{D76651F7-7FB4-7064-24BF-48E6C0219B34}"/>
          </ac:spMkLst>
        </pc:spChg>
        <pc:spChg chg="add mod">
          <ac:chgData name="Hironari Yamada" userId="e57621f8-ec3c-449e-bb19-001fffcc008e" providerId="ADAL" clId="{BC0BD879-F267-5CCA-8DEA-E3B2DD07DA4E}" dt="2026-08-31T11:40:00.277" v="36713"/>
          <ac:spMkLst>
            <pc:docMk/>
            <pc:sldMk cId="1467223542" sldId="2076139114"/>
            <ac:spMk id="15" creationId="{7A4F4913-F166-CF48-842A-494BA6DE8A1A}"/>
          </ac:spMkLst>
        </pc:spChg>
        <pc:spChg chg="add mod">
          <ac:chgData name="Hironari Yamada" userId="e57621f8-ec3c-449e-bb19-001fffcc008e" providerId="ADAL" clId="{BC0BD879-F267-5CCA-8DEA-E3B2DD07DA4E}" dt="2026-08-31T11:40:00.277" v="36713"/>
          <ac:spMkLst>
            <pc:docMk/>
            <pc:sldMk cId="1467223542" sldId="2076139114"/>
            <ac:spMk id="16" creationId="{C1E5E86D-BE1F-F2B8-DBF3-D3713F7EDE92}"/>
          </ac:spMkLst>
        </pc:spChg>
        <pc:spChg chg="add mod">
          <ac:chgData name="Hironari Yamada" userId="e57621f8-ec3c-449e-bb19-001fffcc008e" providerId="ADAL" clId="{BC0BD879-F267-5CCA-8DEA-E3B2DD07DA4E}" dt="2026-08-31T11:40:00.277" v="36713"/>
          <ac:spMkLst>
            <pc:docMk/>
            <pc:sldMk cId="1467223542" sldId="2076139114"/>
            <ac:spMk id="17" creationId="{32240522-0622-8E5D-0D62-BB19145C181B}"/>
          </ac:spMkLst>
        </pc:spChg>
        <pc:spChg chg="add mod">
          <ac:chgData name="Hironari Yamada" userId="e57621f8-ec3c-449e-bb19-001fffcc008e" providerId="ADAL" clId="{BC0BD879-F267-5CCA-8DEA-E3B2DD07DA4E}" dt="2026-08-31T11:41:31.129" v="36720" actId="14100"/>
          <ac:spMkLst>
            <pc:docMk/>
            <pc:sldMk cId="1467223542" sldId="2076139114"/>
            <ac:spMk id="19" creationId="{C1EB5CC1-7C77-DED8-E587-10AF713255EC}"/>
          </ac:spMkLst>
        </pc:spChg>
        <pc:spChg chg="add mod">
          <ac:chgData name="Hironari Yamada" userId="e57621f8-ec3c-449e-bb19-001fffcc008e" providerId="ADAL" clId="{BC0BD879-F267-5CCA-8DEA-E3B2DD07DA4E}" dt="2026-08-31T11:41:53.209" v="36764" actId="1076"/>
          <ac:spMkLst>
            <pc:docMk/>
            <pc:sldMk cId="1467223542" sldId="2076139114"/>
            <ac:spMk id="20" creationId="{91EC5CE0-44E0-7811-09CD-4FF4DF1309EE}"/>
          </ac:spMkLst>
        </pc:spChg>
        <pc:spChg chg="add mod">
          <ac:chgData name="Hironari Yamada" userId="e57621f8-ec3c-449e-bb19-001fffcc008e" providerId="ADAL" clId="{BC0BD879-F267-5CCA-8DEA-E3B2DD07DA4E}" dt="2026-08-31T11:41:50.313" v="36763" actId="14100"/>
          <ac:spMkLst>
            <pc:docMk/>
            <pc:sldMk cId="1467223542" sldId="2076139114"/>
            <ac:spMk id="21" creationId="{0C807B10-8623-130A-5653-0D1ECADB1624}"/>
          </ac:spMkLst>
        </pc:spChg>
        <pc:spChg chg="add mod">
          <ac:chgData name="Hironari Yamada" userId="e57621f8-ec3c-449e-bb19-001fffcc008e" providerId="ADAL" clId="{BC0BD879-F267-5CCA-8DEA-E3B2DD07DA4E}" dt="2026-08-31T11:43:55.819" v="37050" actId="14100"/>
          <ac:spMkLst>
            <pc:docMk/>
            <pc:sldMk cId="1467223542" sldId="2076139114"/>
            <ac:spMk id="22" creationId="{6265583D-20B1-CDFE-19A1-013F5C7D5647}"/>
          </ac:spMkLst>
        </pc:spChg>
        <pc:spChg chg="add mod">
          <ac:chgData name="Hironari Yamada" userId="e57621f8-ec3c-449e-bb19-001fffcc008e" providerId="ADAL" clId="{BC0BD879-F267-5CCA-8DEA-E3B2DD07DA4E}" dt="2026-08-31T11:42:19.637" v="36774" actId="14100"/>
          <ac:spMkLst>
            <pc:docMk/>
            <pc:sldMk cId="1467223542" sldId="2076139114"/>
            <ac:spMk id="23" creationId="{D1FC007E-03C9-C144-758B-6F3E206EECC6}"/>
          </ac:spMkLst>
        </pc:spChg>
        <pc:spChg chg="add mod">
          <ac:chgData name="Hironari Yamada" userId="e57621f8-ec3c-449e-bb19-001fffcc008e" providerId="ADAL" clId="{BC0BD879-F267-5CCA-8DEA-E3B2DD07DA4E}" dt="2026-08-31T11:42:27.453" v="36777" actId="14100"/>
          <ac:spMkLst>
            <pc:docMk/>
            <pc:sldMk cId="1467223542" sldId="2076139114"/>
            <ac:spMk id="24" creationId="{A7FB236D-778A-CFC7-4822-702CCE8D4E7B}"/>
          </ac:spMkLst>
        </pc:spChg>
        <pc:spChg chg="add mod">
          <ac:chgData name="Hironari Yamada" userId="e57621f8-ec3c-449e-bb19-001fffcc008e" providerId="ADAL" clId="{BC0BD879-F267-5CCA-8DEA-E3B2DD07DA4E}" dt="2026-08-31T11:43:34.816" v="37048" actId="1076"/>
          <ac:spMkLst>
            <pc:docMk/>
            <pc:sldMk cId="1467223542" sldId="2076139114"/>
            <ac:spMk id="25" creationId="{A922F6B2-380C-15C2-D643-0A3D22B165DA}"/>
          </ac:spMkLst>
        </pc:spChg>
        <pc:picChg chg="del">
          <ac:chgData name="Hironari Yamada" userId="e57621f8-ec3c-449e-bb19-001fffcc008e" providerId="ADAL" clId="{BC0BD879-F267-5CCA-8DEA-E3B2DD07DA4E}" dt="2026-08-31T11:39:41.685" v="36712" actId="478"/>
          <ac:picMkLst>
            <pc:docMk/>
            <pc:sldMk cId="1467223542" sldId="2076139114"/>
            <ac:picMk id="5" creationId="{0E51816C-5031-A35F-2D0B-29B300B3B3BB}"/>
          </ac:picMkLst>
        </pc:picChg>
        <pc:picChg chg="del">
          <ac:chgData name="Hironari Yamada" userId="e57621f8-ec3c-449e-bb19-001fffcc008e" providerId="ADAL" clId="{BC0BD879-F267-5CCA-8DEA-E3B2DD07DA4E}" dt="2026-08-31T11:39:41.685" v="36712" actId="478"/>
          <ac:picMkLst>
            <pc:docMk/>
            <pc:sldMk cId="1467223542" sldId="2076139114"/>
            <ac:picMk id="8" creationId="{3E31F550-9705-02A7-E21C-41E210B9C8C4}"/>
          </ac:picMkLst>
        </pc:picChg>
        <pc:picChg chg="add mod">
          <ac:chgData name="Hironari Yamada" userId="e57621f8-ec3c-449e-bb19-001fffcc008e" providerId="ADAL" clId="{BC0BD879-F267-5CCA-8DEA-E3B2DD07DA4E}" dt="2026-08-31T11:40:00.277" v="36713"/>
          <ac:picMkLst>
            <pc:docMk/>
            <pc:sldMk cId="1467223542" sldId="2076139114"/>
            <ac:picMk id="12" creationId="{3D4D9857-E4AC-39FA-1BC1-3C3B4DF97E86}"/>
          </ac:picMkLst>
        </pc:picChg>
        <pc:picChg chg="add mod">
          <ac:chgData name="Hironari Yamada" userId="e57621f8-ec3c-449e-bb19-001fffcc008e" providerId="ADAL" clId="{BC0BD879-F267-5CCA-8DEA-E3B2DD07DA4E}" dt="2026-08-31T11:41:22.851" v="36717" actId="14100"/>
          <ac:picMkLst>
            <pc:docMk/>
            <pc:sldMk cId="1467223542" sldId="2076139114"/>
            <ac:picMk id="18" creationId="{83C68985-403B-B3DE-8C9B-C6711D4EBD6B}"/>
          </ac:picMkLst>
        </pc:picChg>
      </pc:sldChg>
      <pc:sldChg chg="addSp delSp modSp add del mod">
        <pc:chgData name="Hironari Yamada" userId="e57621f8-ec3c-449e-bb19-001fffcc008e" providerId="ADAL" clId="{BC0BD879-F267-5CCA-8DEA-E3B2DD07DA4E}" dt="2026-08-31T14:54:07.416" v="43751" actId="2696"/>
        <pc:sldMkLst>
          <pc:docMk/>
          <pc:sldMk cId="3237991259" sldId="2076139115"/>
        </pc:sldMkLst>
        <pc:spChg chg="add mod">
          <ac:chgData name="Hironari Yamada" userId="e57621f8-ec3c-449e-bb19-001fffcc008e" providerId="ADAL" clId="{BC0BD879-F267-5CCA-8DEA-E3B2DD07DA4E}" dt="2026-08-31T11:45:19.349" v="37060" actId="14100"/>
          <ac:spMkLst>
            <pc:docMk/>
            <pc:sldMk cId="3237991259" sldId="2076139115"/>
            <ac:spMk id="6" creationId="{75D95CD2-D83C-B184-2BDD-46EE8DD05141}"/>
          </ac:spMkLst>
        </pc:spChg>
        <pc:spChg chg="del">
          <ac:chgData name="Hironari Yamada" userId="e57621f8-ec3c-449e-bb19-001fffcc008e" providerId="ADAL" clId="{BC0BD879-F267-5CCA-8DEA-E3B2DD07DA4E}" dt="2026-08-31T11:44:06.711" v="37052" actId="478"/>
          <ac:spMkLst>
            <pc:docMk/>
            <pc:sldMk cId="3237991259" sldId="2076139115"/>
            <ac:spMk id="13" creationId="{2D603306-206D-E98B-EE63-EA3790100E2A}"/>
          </ac:spMkLst>
        </pc:spChg>
        <pc:spChg chg="del">
          <ac:chgData name="Hironari Yamada" userId="e57621f8-ec3c-449e-bb19-001fffcc008e" providerId="ADAL" clId="{BC0BD879-F267-5CCA-8DEA-E3B2DD07DA4E}" dt="2026-08-31T11:44:06.711" v="37052" actId="478"/>
          <ac:spMkLst>
            <pc:docMk/>
            <pc:sldMk cId="3237991259" sldId="2076139115"/>
            <ac:spMk id="14" creationId="{EAF25BCB-6150-181D-657E-971C52C8370D}"/>
          </ac:spMkLst>
        </pc:spChg>
        <pc:spChg chg="del">
          <ac:chgData name="Hironari Yamada" userId="e57621f8-ec3c-449e-bb19-001fffcc008e" providerId="ADAL" clId="{BC0BD879-F267-5CCA-8DEA-E3B2DD07DA4E}" dt="2026-08-31T11:44:06.711" v="37052" actId="478"/>
          <ac:spMkLst>
            <pc:docMk/>
            <pc:sldMk cId="3237991259" sldId="2076139115"/>
            <ac:spMk id="15" creationId="{C6FB7F7F-F569-B7FB-64A0-B443C77D417B}"/>
          </ac:spMkLst>
        </pc:spChg>
        <pc:spChg chg="del">
          <ac:chgData name="Hironari Yamada" userId="e57621f8-ec3c-449e-bb19-001fffcc008e" providerId="ADAL" clId="{BC0BD879-F267-5CCA-8DEA-E3B2DD07DA4E}" dt="2026-08-31T11:44:06.711" v="37052" actId="478"/>
          <ac:spMkLst>
            <pc:docMk/>
            <pc:sldMk cId="3237991259" sldId="2076139115"/>
            <ac:spMk id="16" creationId="{B9C3472A-B238-EC97-08EA-B5A360B5E378}"/>
          </ac:spMkLst>
        </pc:spChg>
        <pc:spChg chg="del">
          <ac:chgData name="Hironari Yamada" userId="e57621f8-ec3c-449e-bb19-001fffcc008e" providerId="ADAL" clId="{BC0BD879-F267-5CCA-8DEA-E3B2DD07DA4E}" dt="2026-08-31T11:44:06.711" v="37052" actId="478"/>
          <ac:spMkLst>
            <pc:docMk/>
            <pc:sldMk cId="3237991259" sldId="2076139115"/>
            <ac:spMk id="19" creationId="{6320DCC5-6F4A-35A5-353A-3352AE5C2469}"/>
          </ac:spMkLst>
        </pc:spChg>
        <pc:spChg chg="del">
          <ac:chgData name="Hironari Yamada" userId="e57621f8-ec3c-449e-bb19-001fffcc008e" providerId="ADAL" clId="{BC0BD879-F267-5CCA-8DEA-E3B2DD07DA4E}" dt="2026-08-31T11:44:06.711" v="37052" actId="478"/>
          <ac:spMkLst>
            <pc:docMk/>
            <pc:sldMk cId="3237991259" sldId="2076139115"/>
            <ac:spMk id="20" creationId="{B64596A5-62C8-4206-CDE6-2A6FEE211BB1}"/>
          </ac:spMkLst>
        </pc:spChg>
        <pc:spChg chg="del">
          <ac:chgData name="Hironari Yamada" userId="e57621f8-ec3c-449e-bb19-001fffcc008e" providerId="ADAL" clId="{BC0BD879-F267-5CCA-8DEA-E3B2DD07DA4E}" dt="2026-08-31T11:44:06.711" v="37052" actId="478"/>
          <ac:spMkLst>
            <pc:docMk/>
            <pc:sldMk cId="3237991259" sldId="2076139115"/>
            <ac:spMk id="21" creationId="{7A872C4D-2217-0FF8-79DC-DFAFDB2F7DFB}"/>
          </ac:spMkLst>
        </pc:spChg>
        <pc:spChg chg="del">
          <ac:chgData name="Hironari Yamada" userId="e57621f8-ec3c-449e-bb19-001fffcc008e" providerId="ADAL" clId="{BC0BD879-F267-5CCA-8DEA-E3B2DD07DA4E}" dt="2026-08-31T11:44:06.711" v="37052" actId="478"/>
          <ac:spMkLst>
            <pc:docMk/>
            <pc:sldMk cId="3237991259" sldId="2076139115"/>
            <ac:spMk id="22" creationId="{07C776DD-BCC3-95CB-20E9-0CDBB41A1A91}"/>
          </ac:spMkLst>
        </pc:spChg>
        <pc:spChg chg="del">
          <ac:chgData name="Hironari Yamada" userId="e57621f8-ec3c-449e-bb19-001fffcc008e" providerId="ADAL" clId="{BC0BD879-F267-5CCA-8DEA-E3B2DD07DA4E}" dt="2026-08-31T11:44:06.711" v="37052" actId="478"/>
          <ac:spMkLst>
            <pc:docMk/>
            <pc:sldMk cId="3237991259" sldId="2076139115"/>
            <ac:spMk id="23" creationId="{217D1FF2-97E3-A40B-F602-8D8BB0D7B4A8}"/>
          </ac:spMkLst>
        </pc:spChg>
        <pc:spChg chg="del">
          <ac:chgData name="Hironari Yamada" userId="e57621f8-ec3c-449e-bb19-001fffcc008e" providerId="ADAL" clId="{BC0BD879-F267-5CCA-8DEA-E3B2DD07DA4E}" dt="2026-08-31T11:44:06.711" v="37052" actId="478"/>
          <ac:spMkLst>
            <pc:docMk/>
            <pc:sldMk cId="3237991259" sldId="2076139115"/>
            <ac:spMk id="25" creationId="{BE1F854D-A5CD-B3D5-5EAD-D3CD170892E3}"/>
          </ac:spMkLst>
        </pc:spChg>
        <pc:picChg chg="add mod">
          <ac:chgData name="Hironari Yamada" userId="e57621f8-ec3c-449e-bb19-001fffcc008e" providerId="ADAL" clId="{BC0BD879-F267-5CCA-8DEA-E3B2DD07DA4E}" dt="2026-08-31T11:45:08.205" v="37057" actId="1076"/>
          <ac:picMkLst>
            <pc:docMk/>
            <pc:sldMk cId="3237991259" sldId="2076139115"/>
            <ac:picMk id="5" creationId="{765678E4-1FC3-24E1-58D0-428F24AA157B}"/>
          </ac:picMkLst>
        </pc:picChg>
      </pc:sldChg>
      <pc:sldChg chg="addSp delSp modSp add del mod">
        <pc:chgData name="Hironari Yamada" userId="e57621f8-ec3c-449e-bb19-001fffcc008e" providerId="ADAL" clId="{BC0BD879-F267-5CCA-8DEA-E3B2DD07DA4E}" dt="2026-08-31T14:54:07.398" v="43738" actId="2696"/>
        <pc:sldMkLst>
          <pc:docMk/>
          <pc:sldMk cId="3585480144" sldId="2076139116"/>
        </pc:sldMkLst>
        <pc:spChg chg="mod">
          <ac:chgData name="Hironari Yamada" userId="e57621f8-ec3c-449e-bb19-001fffcc008e" providerId="ADAL" clId="{BC0BD879-F267-5CCA-8DEA-E3B2DD07DA4E}" dt="2026-08-31T11:48:19.062" v="37264" actId="20577"/>
          <ac:spMkLst>
            <pc:docMk/>
            <pc:sldMk cId="3585480144" sldId="2076139116"/>
            <ac:spMk id="3" creationId="{3FA96DC1-AC95-4555-B21C-224A6940550A}"/>
          </ac:spMkLst>
        </pc:spChg>
        <pc:spChg chg="del">
          <ac:chgData name="Hironari Yamada" userId="e57621f8-ec3c-449e-bb19-001fffcc008e" providerId="ADAL" clId="{BC0BD879-F267-5CCA-8DEA-E3B2DD07DA4E}" dt="2026-08-31T11:47:38.829" v="37129" actId="478"/>
          <ac:spMkLst>
            <pc:docMk/>
            <pc:sldMk cId="3585480144" sldId="2076139116"/>
            <ac:spMk id="6" creationId="{08F278F3-0946-2C4B-FA34-EFC4972AF4D0}"/>
          </ac:spMkLst>
        </pc:spChg>
        <pc:spChg chg="add mod">
          <ac:chgData name="Hironari Yamada" userId="e57621f8-ec3c-449e-bb19-001fffcc008e" providerId="ADAL" clId="{BC0BD879-F267-5CCA-8DEA-E3B2DD07DA4E}" dt="2026-08-31T11:48:33.159" v="37265"/>
          <ac:spMkLst>
            <pc:docMk/>
            <pc:sldMk cId="3585480144" sldId="2076139116"/>
            <ac:spMk id="8" creationId="{BAD83DF1-7B82-033C-0D78-5FA91150F4EC}"/>
          </ac:spMkLst>
        </pc:spChg>
        <pc:spChg chg="mod">
          <ac:chgData name="Hironari Yamada" userId="e57621f8-ec3c-449e-bb19-001fffcc008e" providerId="ADAL" clId="{BC0BD879-F267-5CCA-8DEA-E3B2DD07DA4E}" dt="2026-08-31T11:47:34.640" v="37128" actId="20577"/>
          <ac:spMkLst>
            <pc:docMk/>
            <pc:sldMk cId="3585480144" sldId="2076139116"/>
            <ac:spMk id="9" creationId="{CE7E662A-09A7-2BF8-27C3-B91B26F7B13A}"/>
          </ac:spMkLst>
        </pc:spChg>
        <pc:spChg chg="add mod">
          <ac:chgData name="Hironari Yamada" userId="e57621f8-ec3c-449e-bb19-001fffcc008e" providerId="ADAL" clId="{BC0BD879-F267-5CCA-8DEA-E3B2DD07DA4E}" dt="2026-08-31T11:48:33.159" v="37265"/>
          <ac:spMkLst>
            <pc:docMk/>
            <pc:sldMk cId="3585480144" sldId="2076139116"/>
            <ac:spMk id="10" creationId="{C65C2CFC-34DB-ECEB-C03F-7B62DEEE5284}"/>
          </ac:spMkLst>
        </pc:spChg>
        <pc:spChg chg="add mod">
          <ac:chgData name="Hironari Yamada" userId="e57621f8-ec3c-449e-bb19-001fffcc008e" providerId="ADAL" clId="{BC0BD879-F267-5CCA-8DEA-E3B2DD07DA4E}" dt="2026-08-31T11:48:33.159" v="37265"/>
          <ac:spMkLst>
            <pc:docMk/>
            <pc:sldMk cId="3585480144" sldId="2076139116"/>
            <ac:spMk id="11" creationId="{AE937D9A-B490-8DBB-99BB-F6211ABA9A3D}"/>
          </ac:spMkLst>
        </pc:spChg>
        <pc:spChg chg="add mod">
          <ac:chgData name="Hironari Yamada" userId="e57621f8-ec3c-449e-bb19-001fffcc008e" providerId="ADAL" clId="{BC0BD879-F267-5CCA-8DEA-E3B2DD07DA4E}" dt="2026-08-31T11:48:33.159" v="37265"/>
          <ac:spMkLst>
            <pc:docMk/>
            <pc:sldMk cId="3585480144" sldId="2076139116"/>
            <ac:spMk id="12" creationId="{D6E9B54E-C3BC-D44E-2AD7-86A275723475}"/>
          </ac:spMkLst>
        </pc:spChg>
        <pc:spChg chg="add mod">
          <ac:chgData name="Hironari Yamada" userId="e57621f8-ec3c-449e-bb19-001fffcc008e" providerId="ADAL" clId="{BC0BD879-F267-5CCA-8DEA-E3B2DD07DA4E}" dt="2026-08-31T11:50:24.760" v="37272" actId="14100"/>
          <ac:spMkLst>
            <pc:docMk/>
            <pc:sldMk cId="3585480144" sldId="2076139116"/>
            <ac:spMk id="14" creationId="{A2B63CED-6CD9-A82F-6F28-28DC0EDD5B69}"/>
          </ac:spMkLst>
        </pc:spChg>
        <pc:spChg chg="add mod">
          <ac:chgData name="Hironari Yamada" userId="e57621f8-ec3c-449e-bb19-001fffcc008e" providerId="ADAL" clId="{BC0BD879-F267-5CCA-8DEA-E3B2DD07DA4E}" dt="2026-08-31T11:50:34.750" v="37298" actId="20577"/>
          <ac:spMkLst>
            <pc:docMk/>
            <pc:sldMk cId="3585480144" sldId="2076139116"/>
            <ac:spMk id="15" creationId="{CD9AFBF2-67A6-A887-006E-E8EE2AC6A929}"/>
          </ac:spMkLst>
        </pc:spChg>
        <pc:spChg chg="add mod">
          <ac:chgData name="Hironari Yamada" userId="e57621f8-ec3c-449e-bb19-001fffcc008e" providerId="ADAL" clId="{BC0BD879-F267-5CCA-8DEA-E3B2DD07DA4E}" dt="2026-08-31T11:50:43.574" v="37301" actId="14100"/>
          <ac:spMkLst>
            <pc:docMk/>
            <pc:sldMk cId="3585480144" sldId="2076139116"/>
            <ac:spMk id="16" creationId="{537A4337-A16B-6190-D9C5-FE4535115231}"/>
          </ac:spMkLst>
        </pc:spChg>
        <pc:spChg chg="add mod">
          <ac:chgData name="Hironari Yamada" userId="e57621f8-ec3c-449e-bb19-001fffcc008e" providerId="ADAL" clId="{BC0BD879-F267-5CCA-8DEA-E3B2DD07DA4E}" dt="2026-08-31T11:52:08.796" v="37579" actId="1076"/>
          <ac:spMkLst>
            <pc:docMk/>
            <pc:sldMk cId="3585480144" sldId="2076139116"/>
            <ac:spMk id="17" creationId="{57EA4370-D50D-B5D2-C7CE-29C082463FB2}"/>
          </ac:spMkLst>
        </pc:spChg>
        <pc:spChg chg="add mod">
          <ac:chgData name="Hironari Yamada" userId="e57621f8-ec3c-449e-bb19-001fffcc008e" providerId="ADAL" clId="{BC0BD879-F267-5CCA-8DEA-E3B2DD07DA4E}" dt="2026-08-31T11:50:54.547" v="37306" actId="14100"/>
          <ac:spMkLst>
            <pc:docMk/>
            <pc:sldMk cId="3585480144" sldId="2076139116"/>
            <ac:spMk id="18" creationId="{0F496559-03A9-7563-4B06-1C6CED1137F5}"/>
          </ac:spMkLst>
        </pc:spChg>
        <pc:spChg chg="add mod">
          <ac:chgData name="Hironari Yamada" userId="e57621f8-ec3c-449e-bb19-001fffcc008e" providerId="ADAL" clId="{BC0BD879-F267-5CCA-8DEA-E3B2DD07DA4E}" dt="2026-08-31T11:52:13.988" v="37580"/>
          <ac:spMkLst>
            <pc:docMk/>
            <pc:sldMk cId="3585480144" sldId="2076139116"/>
            <ac:spMk id="19" creationId="{9F7F8F52-B506-D435-3C8C-2B018049B980}"/>
          </ac:spMkLst>
        </pc:spChg>
        <pc:picChg chg="del">
          <ac:chgData name="Hironari Yamada" userId="e57621f8-ec3c-449e-bb19-001fffcc008e" providerId="ADAL" clId="{BC0BD879-F267-5CCA-8DEA-E3B2DD07DA4E}" dt="2026-08-31T11:47:38.829" v="37129" actId="478"/>
          <ac:picMkLst>
            <pc:docMk/>
            <pc:sldMk cId="3585480144" sldId="2076139116"/>
            <ac:picMk id="5" creationId="{48414220-CFAA-338A-FBB0-851963AC2B68}"/>
          </ac:picMkLst>
        </pc:picChg>
        <pc:picChg chg="add mod">
          <ac:chgData name="Hironari Yamada" userId="e57621f8-ec3c-449e-bb19-001fffcc008e" providerId="ADAL" clId="{BC0BD879-F267-5CCA-8DEA-E3B2DD07DA4E}" dt="2026-08-31T11:48:33.159" v="37265"/>
          <ac:picMkLst>
            <pc:docMk/>
            <pc:sldMk cId="3585480144" sldId="2076139116"/>
            <ac:picMk id="7" creationId="{337345CE-2624-D988-74C1-5B8F4A0D5E85}"/>
          </ac:picMkLst>
        </pc:picChg>
        <pc:picChg chg="add mod">
          <ac:chgData name="Hironari Yamada" userId="e57621f8-ec3c-449e-bb19-001fffcc008e" providerId="ADAL" clId="{BC0BD879-F267-5CCA-8DEA-E3B2DD07DA4E}" dt="2026-08-31T11:50:18.547" v="37269" actId="14100"/>
          <ac:picMkLst>
            <pc:docMk/>
            <pc:sldMk cId="3585480144" sldId="2076139116"/>
            <ac:picMk id="13" creationId="{4AA9D01C-ECD4-96DA-9B9F-FCE6E0A386A5}"/>
          </ac:picMkLst>
        </pc:picChg>
      </pc:sldChg>
      <pc:sldChg chg="addSp delSp modSp add del mod">
        <pc:chgData name="Hironari Yamada" userId="e57621f8-ec3c-449e-bb19-001fffcc008e" providerId="ADAL" clId="{BC0BD879-F267-5CCA-8DEA-E3B2DD07DA4E}" dt="2026-08-31T14:54:07.441" v="43772" actId="2696"/>
        <pc:sldMkLst>
          <pc:docMk/>
          <pc:sldMk cId="2899817823" sldId="2076139117"/>
        </pc:sldMkLst>
        <pc:spChg chg="add mod">
          <ac:chgData name="Hironari Yamada" userId="e57621f8-ec3c-449e-bb19-001fffcc008e" providerId="ADAL" clId="{BC0BD879-F267-5CCA-8DEA-E3B2DD07DA4E}" dt="2026-08-31T11:53:36.802" v="37589" actId="14100"/>
          <ac:spMkLst>
            <pc:docMk/>
            <pc:sldMk cId="2899817823" sldId="2076139117"/>
            <ac:spMk id="6" creationId="{2735093B-D294-D823-E1EE-93131027735F}"/>
          </ac:spMkLst>
        </pc:spChg>
        <pc:spChg chg="del">
          <ac:chgData name="Hironari Yamada" userId="e57621f8-ec3c-449e-bb19-001fffcc008e" providerId="ADAL" clId="{BC0BD879-F267-5CCA-8DEA-E3B2DD07DA4E}" dt="2026-08-31T11:52:21.643" v="37582" actId="478"/>
          <ac:spMkLst>
            <pc:docMk/>
            <pc:sldMk cId="2899817823" sldId="2076139117"/>
            <ac:spMk id="8" creationId="{DC8E6C62-445A-CBA8-6D2D-9ACA5CE0BE5A}"/>
          </ac:spMkLst>
        </pc:spChg>
        <pc:spChg chg="del">
          <ac:chgData name="Hironari Yamada" userId="e57621f8-ec3c-449e-bb19-001fffcc008e" providerId="ADAL" clId="{BC0BD879-F267-5CCA-8DEA-E3B2DD07DA4E}" dt="2026-08-31T11:52:21.643" v="37582" actId="478"/>
          <ac:spMkLst>
            <pc:docMk/>
            <pc:sldMk cId="2899817823" sldId="2076139117"/>
            <ac:spMk id="10" creationId="{A0030D40-39A2-6286-636F-825028EAB4EB}"/>
          </ac:spMkLst>
        </pc:spChg>
        <pc:spChg chg="del">
          <ac:chgData name="Hironari Yamada" userId="e57621f8-ec3c-449e-bb19-001fffcc008e" providerId="ADAL" clId="{BC0BD879-F267-5CCA-8DEA-E3B2DD07DA4E}" dt="2026-08-31T11:52:21.643" v="37582" actId="478"/>
          <ac:spMkLst>
            <pc:docMk/>
            <pc:sldMk cId="2899817823" sldId="2076139117"/>
            <ac:spMk id="11" creationId="{7659C7E7-9A42-AC33-FE23-E76A0D98FAC2}"/>
          </ac:spMkLst>
        </pc:spChg>
        <pc:spChg chg="del">
          <ac:chgData name="Hironari Yamada" userId="e57621f8-ec3c-449e-bb19-001fffcc008e" providerId="ADAL" clId="{BC0BD879-F267-5CCA-8DEA-E3B2DD07DA4E}" dt="2026-08-31T11:52:21.643" v="37582" actId="478"/>
          <ac:spMkLst>
            <pc:docMk/>
            <pc:sldMk cId="2899817823" sldId="2076139117"/>
            <ac:spMk id="12" creationId="{15D90223-CC04-B129-A1B9-627EAE1F9661}"/>
          </ac:spMkLst>
        </pc:spChg>
        <pc:spChg chg="del">
          <ac:chgData name="Hironari Yamada" userId="e57621f8-ec3c-449e-bb19-001fffcc008e" providerId="ADAL" clId="{BC0BD879-F267-5CCA-8DEA-E3B2DD07DA4E}" dt="2026-08-31T11:55:03.922" v="37696" actId="478"/>
          <ac:spMkLst>
            <pc:docMk/>
            <pc:sldMk cId="2899817823" sldId="2076139117"/>
            <ac:spMk id="14" creationId="{F88E683B-7505-780A-B1BB-198069A22680}"/>
          </ac:spMkLst>
        </pc:spChg>
        <pc:spChg chg="mod">
          <ac:chgData name="Hironari Yamada" userId="e57621f8-ec3c-449e-bb19-001fffcc008e" providerId="ADAL" clId="{BC0BD879-F267-5CCA-8DEA-E3B2DD07DA4E}" dt="2026-08-31T11:53:58.684" v="37619" actId="1076"/>
          <ac:spMkLst>
            <pc:docMk/>
            <pc:sldMk cId="2899817823" sldId="2076139117"/>
            <ac:spMk id="15" creationId="{11AD77D1-EA0F-8B2F-C8D9-458C41D58FFC}"/>
          </ac:spMkLst>
        </pc:spChg>
        <pc:spChg chg="del">
          <ac:chgData name="Hironari Yamada" userId="e57621f8-ec3c-449e-bb19-001fffcc008e" providerId="ADAL" clId="{BC0BD879-F267-5CCA-8DEA-E3B2DD07DA4E}" dt="2026-08-31T11:55:03.922" v="37696" actId="478"/>
          <ac:spMkLst>
            <pc:docMk/>
            <pc:sldMk cId="2899817823" sldId="2076139117"/>
            <ac:spMk id="16" creationId="{C3D6DCD6-1179-9F5E-CE94-FF387CA8F86D}"/>
          </ac:spMkLst>
        </pc:spChg>
        <pc:spChg chg="del">
          <ac:chgData name="Hironari Yamada" userId="e57621f8-ec3c-449e-bb19-001fffcc008e" providerId="ADAL" clId="{BC0BD879-F267-5CCA-8DEA-E3B2DD07DA4E}" dt="2026-08-31T11:55:03.922" v="37696" actId="478"/>
          <ac:spMkLst>
            <pc:docMk/>
            <pc:sldMk cId="2899817823" sldId="2076139117"/>
            <ac:spMk id="17" creationId="{7C23B3E0-4678-98A9-FCE9-80A4093E5CF8}"/>
          </ac:spMkLst>
        </pc:spChg>
        <pc:spChg chg="del">
          <ac:chgData name="Hironari Yamada" userId="e57621f8-ec3c-449e-bb19-001fffcc008e" providerId="ADAL" clId="{BC0BD879-F267-5CCA-8DEA-E3B2DD07DA4E}" dt="2026-08-31T11:55:03.922" v="37696" actId="478"/>
          <ac:spMkLst>
            <pc:docMk/>
            <pc:sldMk cId="2899817823" sldId="2076139117"/>
            <ac:spMk id="18" creationId="{5864A959-912F-45E2-AE6D-2C4FCFCA0AA4}"/>
          </ac:spMkLst>
        </pc:spChg>
        <pc:spChg chg="add mod">
          <ac:chgData name="Hironari Yamada" userId="e57621f8-ec3c-449e-bb19-001fffcc008e" providerId="ADAL" clId="{BC0BD879-F267-5CCA-8DEA-E3B2DD07DA4E}" dt="2026-08-31T11:54:08.780" v="37622" actId="14100"/>
          <ac:spMkLst>
            <pc:docMk/>
            <pc:sldMk cId="2899817823" sldId="2076139117"/>
            <ac:spMk id="19" creationId="{CF77E4CB-A35E-DF58-9664-0F47D81250E6}"/>
          </ac:spMkLst>
        </pc:spChg>
        <pc:spChg chg="add mod">
          <ac:chgData name="Hironari Yamada" userId="e57621f8-ec3c-449e-bb19-001fffcc008e" providerId="ADAL" clId="{BC0BD879-F267-5CCA-8DEA-E3B2DD07DA4E}" dt="2026-08-31T11:54:16.894" v="37625" actId="14100"/>
          <ac:spMkLst>
            <pc:docMk/>
            <pc:sldMk cId="2899817823" sldId="2076139117"/>
            <ac:spMk id="20" creationId="{4C706C91-83F0-5935-7D95-7CA7094C76DA}"/>
          </ac:spMkLst>
        </pc:spChg>
        <pc:spChg chg="add mod">
          <ac:chgData name="Hironari Yamada" userId="e57621f8-ec3c-449e-bb19-001fffcc008e" providerId="ADAL" clId="{BC0BD879-F267-5CCA-8DEA-E3B2DD07DA4E}" dt="2026-08-31T11:54:31.015" v="37669" actId="20577"/>
          <ac:spMkLst>
            <pc:docMk/>
            <pc:sldMk cId="2899817823" sldId="2076139117"/>
            <ac:spMk id="21" creationId="{F73E47E2-C117-2C4D-5800-D7FB355C36F6}"/>
          </ac:spMkLst>
        </pc:spChg>
        <pc:spChg chg="add mod">
          <ac:chgData name="Hironari Yamada" userId="e57621f8-ec3c-449e-bb19-001fffcc008e" providerId="ADAL" clId="{BC0BD879-F267-5CCA-8DEA-E3B2DD07DA4E}" dt="2026-08-31T11:54:52.893" v="37695" actId="1076"/>
          <ac:spMkLst>
            <pc:docMk/>
            <pc:sldMk cId="2899817823" sldId="2076139117"/>
            <ac:spMk id="22" creationId="{6D9E4833-1C68-75E5-3A1E-228ED2052433}"/>
          </ac:spMkLst>
        </pc:spChg>
        <pc:spChg chg="add mod">
          <ac:chgData name="Hironari Yamada" userId="e57621f8-ec3c-449e-bb19-001fffcc008e" providerId="ADAL" clId="{BC0BD879-F267-5CCA-8DEA-E3B2DD07DA4E}" dt="2026-08-31T12:04:48.020" v="37872" actId="14100"/>
          <ac:spMkLst>
            <pc:docMk/>
            <pc:sldMk cId="2899817823" sldId="2076139117"/>
            <ac:spMk id="24" creationId="{DBA5A4F7-2DFC-1C23-6CE4-3D0F53680DCF}"/>
          </ac:spMkLst>
        </pc:spChg>
        <pc:spChg chg="add mod">
          <ac:chgData name="Hironari Yamada" userId="e57621f8-ec3c-449e-bb19-001fffcc008e" providerId="ADAL" clId="{BC0BD879-F267-5CCA-8DEA-E3B2DD07DA4E}" dt="2026-08-31T12:04:58.550" v="37875" actId="14100"/>
          <ac:spMkLst>
            <pc:docMk/>
            <pc:sldMk cId="2899817823" sldId="2076139117"/>
            <ac:spMk id="25" creationId="{4294F8DC-AB4F-87D8-6FC4-3AC7F0241B1D}"/>
          </ac:spMkLst>
        </pc:spChg>
        <pc:spChg chg="add mod">
          <ac:chgData name="Hironari Yamada" userId="e57621f8-ec3c-449e-bb19-001fffcc008e" providerId="ADAL" clId="{BC0BD879-F267-5CCA-8DEA-E3B2DD07DA4E}" dt="2026-08-31T12:05:23.478" v="37942" actId="1076"/>
          <ac:spMkLst>
            <pc:docMk/>
            <pc:sldMk cId="2899817823" sldId="2076139117"/>
            <ac:spMk id="26" creationId="{ABC02575-C604-2765-6801-4B8E0A9CDE69}"/>
          </ac:spMkLst>
        </pc:spChg>
        <pc:spChg chg="add mod">
          <ac:chgData name="Hironari Yamada" userId="e57621f8-ec3c-449e-bb19-001fffcc008e" providerId="ADAL" clId="{BC0BD879-F267-5CCA-8DEA-E3B2DD07DA4E}" dt="2026-08-31T12:05:32.929" v="37943"/>
          <ac:spMkLst>
            <pc:docMk/>
            <pc:sldMk cId="2899817823" sldId="2076139117"/>
            <ac:spMk id="27" creationId="{CF7EC715-35F9-4367-7601-6172B8DD8E97}"/>
          </ac:spMkLst>
        </pc:spChg>
        <pc:picChg chg="add mod">
          <ac:chgData name="Hironari Yamada" userId="e57621f8-ec3c-449e-bb19-001fffcc008e" providerId="ADAL" clId="{BC0BD879-F267-5CCA-8DEA-E3B2DD07DA4E}" dt="2026-08-31T11:53:27.253" v="37586" actId="14100"/>
          <ac:picMkLst>
            <pc:docMk/>
            <pc:sldMk cId="2899817823" sldId="2076139117"/>
            <ac:picMk id="5" creationId="{BC2D2124-2378-8FDB-9D7F-9CD4BC29A904}"/>
          </ac:picMkLst>
        </pc:picChg>
        <pc:picChg chg="del">
          <ac:chgData name="Hironari Yamada" userId="e57621f8-ec3c-449e-bb19-001fffcc008e" providerId="ADAL" clId="{BC0BD879-F267-5CCA-8DEA-E3B2DD07DA4E}" dt="2026-08-31T11:52:21.643" v="37582" actId="478"/>
          <ac:picMkLst>
            <pc:docMk/>
            <pc:sldMk cId="2899817823" sldId="2076139117"/>
            <ac:picMk id="7" creationId="{0784BC27-6FA5-F585-A1F3-4F909A26FD03}"/>
          </ac:picMkLst>
        </pc:picChg>
        <pc:picChg chg="del">
          <ac:chgData name="Hironari Yamada" userId="e57621f8-ec3c-449e-bb19-001fffcc008e" providerId="ADAL" clId="{BC0BD879-F267-5CCA-8DEA-E3B2DD07DA4E}" dt="2026-08-31T11:55:03.922" v="37696" actId="478"/>
          <ac:picMkLst>
            <pc:docMk/>
            <pc:sldMk cId="2899817823" sldId="2076139117"/>
            <ac:picMk id="13" creationId="{9A3A28E2-73C4-96C3-901A-9EB2B77A4DCA}"/>
          </ac:picMkLst>
        </pc:picChg>
        <pc:picChg chg="add mod">
          <ac:chgData name="Hironari Yamada" userId="e57621f8-ec3c-449e-bb19-001fffcc008e" providerId="ADAL" clId="{BC0BD879-F267-5CCA-8DEA-E3B2DD07DA4E}" dt="2026-08-31T12:04:38.418" v="37868" actId="14100"/>
          <ac:picMkLst>
            <pc:docMk/>
            <pc:sldMk cId="2899817823" sldId="2076139117"/>
            <ac:picMk id="23" creationId="{600C3FC7-8C8A-C4E2-F40C-74AA44A3BFA3}"/>
          </ac:picMkLst>
        </pc:picChg>
      </pc:sldChg>
      <pc:sldChg chg="addSp delSp modSp add del mod">
        <pc:chgData name="Hironari Yamada" userId="e57621f8-ec3c-449e-bb19-001fffcc008e" providerId="ADAL" clId="{BC0BD879-F267-5CCA-8DEA-E3B2DD07DA4E}" dt="2026-08-31T14:54:07.408" v="43742" actId="2696"/>
        <pc:sldMkLst>
          <pc:docMk/>
          <pc:sldMk cId="4273843773" sldId="2076139118"/>
        </pc:sldMkLst>
        <pc:spChg chg="add del">
          <ac:chgData name="Hironari Yamada" userId="e57621f8-ec3c-449e-bb19-001fffcc008e" providerId="ADAL" clId="{BC0BD879-F267-5CCA-8DEA-E3B2DD07DA4E}" dt="2026-08-31T11:59:41.826" v="37761" actId="22"/>
          <ac:spMkLst>
            <pc:docMk/>
            <pc:sldMk cId="4273843773" sldId="2076139118"/>
            <ac:spMk id="7" creationId="{76B3555E-C8CF-67A9-AA60-06FDDA1D65EF}"/>
          </ac:spMkLst>
        </pc:spChg>
        <pc:spChg chg="add mod">
          <ac:chgData name="Hironari Yamada" userId="e57621f8-ec3c-449e-bb19-001fffcc008e" providerId="ADAL" clId="{BC0BD879-F267-5CCA-8DEA-E3B2DD07DA4E}" dt="2026-08-31T12:00:13.369" v="37774" actId="1036"/>
          <ac:spMkLst>
            <pc:docMk/>
            <pc:sldMk cId="4273843773" sldId="2076139118"/>
            <ac:spMk id="11" creationId="{CC1DE074-DA6E-46E2-F43D-4895161596F5}"/>
          </ac:spMkLst>
        </pc:spChg>
        <pc:spChg chg="add mod">
          <ac:chgData name="Hironari Yamada" userId="e57621f8-ec3c-449e-bb19-001fffcc008e" providerId="ADAL" clId="{BC0BD879-F267-5CCA-8DEA-E3B2DD07DA4E}" dt="2026-08-31T12:00:38.988" v="37864" actId="20577"/>
          <ac:spMkLst>
            <pc:docMk/>
            <pc:sldMk cId="4273843773" sldId="2076139118"/>
            <ac:spMk id="12" creationId="{1C6D2911-B2BF-C681-E71F-1FE0BDC5ACD0}"/>
          </ac:spMkLst>
        </pc:spChg>
        <pc:spChg chg="del">
          <ac:chgData name="Hironari Yamada" userId="e57621f8-ec3c-449e-bb19-001fffcc008e" providerId="ADAL" clId="{BC0BD879-F267-5CCA-8DEA-E3B2DD07DA4E}" dt="2026-08-31T11:55:44.018" v="37698" actId="478"/>
          <ac:spMkLst>
            <pc:docMk/>
            <pc:sldMk cId="4273843773" sldId="2076139118"/>
            <ac:spMk id="23" creationId="{B6E9329D-8B6D-BE22-C689-D969211E7BA2}"/>
          </ac:spMkLst>
        </pc:spChg>
        <pc:spChg chg="del">
          <ac:chgData name="Hironari Yamada" userId="e57621f8-ec3c-449e-bb19-001fffcc008e" providerId="ADAL" clId="{BC0BD879-F267-5CCA-8DEA-E3B2DD07DA4E}" dt="2026-08-31T11:55:44.018" v="37698" actId="478"/>
          <ac:spMkLst>
            <pc:docMk/>
            <pc:sldMk cId="4273843773" sldId="2076139118"/>
            <ac:spMk id="25" creationId="{9B9EC35A-1EBE-29A4-30FE-45BD889EAFDA}"/>
          </ac:spMkLst>
        </pc:spChg>
        <pc:spChg chg="del">
          <ac:chgData name="Hironari Yamada" userId="e57621f8-ec3c-449e-bb19-001fffcc008e" providerId="ADAL" clId="{BC0BD879-F267-5CCA-8DEA-E3B2DD07DA4E}" dt="2026-08-31T11:55:44.018" v="37698" actId="478"/>
          <ac:spMkLst>
            <pc:docMk/>
            <pc:sldMk cId="4273843773" sldId="2076139118"/>
            <ac:spMk id="26" creationId="{32609DFE-0438-0531-AED6-E81F3D4CD842}"/>
          </ac:spMkLst>
        </pc:spChg>
        <pc:spChg chg="del">
          <ac:chgData name="Hironari Yamada" userId="e57621f8-ec3c-449e-bb19-001fffcc008e" providerId="ADAL" clId="{BC0BD879-F267-5CCA-8DEA-E3B2DD07DA4E}" dt="2026-08-31T11:55:44.018" v="37698" actId="478"/>
          <ac:spMkLst>
            <pc:docMk/>
            <pc:sldMk cId="4273843773" sldId="2076139118"/>
            <ac:spMk id="27" creationId="{5469D75A-F851-3667-86F6-EC9C8C85E878}"/>
          </ac:spMkLst>
        </pc:spChg>
        <pc:spChg chg="del">
          <ac:chgData name="Hironari Yamada" userId="e57621f8-ec3c-449e-bb19-001fffcc008e" providerId="ADAL" clId="{BC0BD879-F267-5CCA-8DEA-E3B2DD07DA4E}" dt="2026-08-31T11:55:44.018" v="37698" actId="478"/>
          <ac:spMkLst>
            <pc:docMk/>
            <pc:sldMk cId="4273843773" sldId="2076139118"/>
            <ac:spMk id="28" creationId="{946FFDED-7FEA-1D70-2031-AABFBEB0878B}"/>
          </ac:spMkLst>
        </pc:spChg>
        <pc:spChg chg="del">
          <ac:chgData name="Hironari Yamada" userId="e57621f8-ec3c-449e-bb19-001fffcc008e" providerId="ADAL" clId="{BC0BD879-F267-5CCA-8DEA-E3B2DD07DA4E}" dt="2026-08-31T11:55:44.018" v="37698" actId="478"/>
          <ac:spMkLst>
            <pc:docMk/>
            <pc:sldMk cId="4273843773" sldId="2076139118"/>
            <ac:spMk id="30" creationId="{2CE0A8C6-03B7-850D-4D05-7F9AC383F5F9}"/>
          </ac:spMkLst>
        </pc:spChg>
        <pc:spChg chg="del">
          <ac:chgData name="Hironari Yamada" userId="e57621f8-ec3c-449e-bb19-001fffcc008e" providerId="ADAL" clId="{BC0BD879-F267-5CCA-8DEA-E3B2DD07DA4E}" dt="2026-08-31T11:55:44.018" v="37698" actId="478"/>
          <ac:spMkLst>
            <pc:docMk/>
            <pc:sldMk cId="4273843773" sldId="2076139118"/>
            <ac:spMk id="32" creationId="{98B299CB-6393-D60A-D62D-52EB735ACB0A}"/>
          </ac:spMkLst>
        </pc:spChg>
        <pc:spChg chg="del">
          <ac:chgData name="Hironari Yamada" userId="e57621f8-ec3c-449e-bb19-001fffcc008e" providerId="ADAL" clId="{BC0BD879-F267-5CCA-8DEA-E3B2DD07DA4E}" dt="2026-08-31T11:55:44.018" v="37698" actId="478"/>
          <ac:spMkLst>
            <pc:docMk/>
            <pc:sldMk cId="4273843773" sldId="2076139118"/>
            <ac:spMk id="33" creationId="{91663950-DB1C-A01B-7492-A1E8C1CB5BFE}"/>
          </ac:spMkLst>
        </pc:spChg>
        <pc:spChg chg="del">
          <ac:chgData name="Hironari Yamada" userId="e57621f8-ec3c-449e-bb19-001fffcc008e" providerId="ADAL" clId="{BC0BD879-F267-5CCA-8DEA-E3B2DD07DA4E}" dt="2026-08-31T11:55:44.018" v="37698" actId="478"/>
          <ac:spMkLst>
            <pc:docMk/>
            <pc:sldMk cId="4273843773" sldId="2076139118"/>
            <ac:spMk id="34" creationId="{E5ECE7AC-74E4-821B-3D17-8FDDFDB543BD}"/>
          </ac:spMkLst>
        </pc:spChg>
        <pc:spChg chg="del">
          <ac:chgData name="Hironari Yamada" userId="e57621f8-ec3c-449e-bb19-001fffcc008e" providerId="ADAL" clId="{BC0BD879-F267-5CCA-8DEA-E3B2DD07DA4E}" dt="2026-08-31T11:55:44.018" v="37698" actId="478"/>
          <ac:spMkLst>
            <pc:docMk/>
            <pc:sldMk cId="4273843773" sldId="2076139118"/>
            <ac:spMk id="35" creationId="{16C346A5-CC08-0386-BAE5-5B1C10952E08}"/>
          </ac:spMkLst>
        </pc:spChg>
        <pc:picChg chg="add mod">
          <ac:chgData name="Hironari Yamada" userId="e57621f8-ec3c-449e-bb19-001fffcc008e" providerId="ADAL" clId="{BC0BD879-F267-5CCA-8DEA-E3B2DD07DA4E}" dt="2026-08-31T12:00:00.223" v="37766" actId="1076"/>
          <ac:picMkLst>
            <pc:docMk/>
            <pc:sldMk cId="4273843773" sldId="2076139118"/>
            <ac:picMk id="10" creationId="{46083A81-98DD-893C-D189-550CC2289475}"/>
          </ac:picMkLst>
        </pc:picChg>
      </pc:sldChg>
      <pc:sldChg chg="addSp delSp modSp add del mod">
        <pc:chgData name="Hironari Yamada" userId="e57621f8-ec3c-449e-bb19-001fffcc008e" providerId="ADAL" clId="{BC0BD879-F267-5CCA-8DEA-E3B2DD07DA4E}" dt="2026-08-31T14:54:07.432" v="43761" actId="2696"/>
        <pc:sldMkLst>
          <pc:docMk/>
          <pc:sldMk cId="3435309931" sldId="2076139119"/>
        </pc:sldMkLst>
        <pc:spChg chg="del">
          <ac:chgData name="Hironari Yamada" userId="e57621f8-ec3c-449e-bb19-001fffcc008e" providerId="ADAL" clId="{BC0BD879-F267-5CCA-8DEA-E3B2DD07DA4E}" dt="2026-08-31T12:05:38.678" v="37945" actId="478"/>
          <ac:spMkLst>
            <pc:docMk/>
            <pc:sldMk cId="3435309931" sldId="2076139119"/>
            <ac:spMk id="6" creationId="{B5E0C73D-FE10-9E29-D3E9-81E780B3DB28}"/>
          </ac:spMkLst>
        </pc:spChg>
        <pc:spChg chg="add mod">
          <ac:chgData name="Hironari Yamada" userId="e57621f8-ec3c-449e-bb19-001fffcc008e" providerId="ADAL" clId="{BC0BD879-F267-5CCA-8DEA-E3B2DD07DA4E}" dt="2026-08-31T12:07:05.870" v="37959" actId="14100"/>
          <ac:spMkLst>
            <pc:docMk/>
            <pc:sldMk cId="3435309931" sldId="2076139119"/>
            <ac:spMk id="8" creationId="{50A4EE14-15CC-A439-7613-B8ECC50E253D}"/>
          </ac:spMkLst>
        </pc:spChg>
        <pc:spChg chg="add mod">
          <ac:chgData name="Hironari Yamada" userId="e57621f8-ec3c-449e-bb19-001fffcc008e" providerId="ADAL" clId="{BC0BD879-F267-5CCA-8DEA-E3B2DD07DA4E}" dt="2026-08-31T12:07:11.689" v="37962" actId="14100"/>
          <ac:spMkLst>
            <pc:docMk/>
            <pc:sldMk cId="3435309931" sldId="2076139119"/>
            <ac:spMk id="10" creationId="{EE0F19F8-B5E8-DFD8-8899-D19C6290F4C4}"/>
          </ac:spMkLst>
        </pc:spChg>
        <pc:spChg chg="add mod">
          <ac:chgData name="Hironari Yamada" userId="e57621f8-ec3c-449e-bb19-001fffcc008e" providerId="ADAL" clId="{BC0BD879-F267-5CCA-8DEA-E3B2DD07DA4E}" dt="2026-08-31T12:09:23.301" v="38144" actId="1076"/>
          <ac:spMkLst>
            <pc:docMk/>
            <pc:sldMk cId="3435309931" sldId="2076139119"/>
            <ac:spMk id="12" creationId="{E82F2E66-6627-A877-F476-1557AC30A368}"/>
          </ac:spMkLst>
        </pc:spChg>
        <pc:spChg chg="del">
          <ac:chgData name="Hironari Yamada" userId="e57621f8-ec3c-449e-bb19-001fffcc008e" providerId="ADAL" clId="{BC0BD879-F267-5CCA-8DEA-E3B2DD07DA4E}" dt="2026-08-31T12:05:38.678" v="37945" actId="478"/>
          <ac:spMkLst>
            <pc:docMk/>
            <pc:sldMk cId="3435309931" sldId="2076139119"/>
            <ac:spMk id="15" creationId="{CEBE1C1C-94C2-5865-F191-75E849F13F7E}"/>
          </ac:spMkLst>
        </pc:spChg>
        <pc:spChg chg="del">
          <ac:chgData name="Hironari Yamada" userId="e57621f8-ec3c-449e-bb19-001fffcc008e" providerId="ADAL" clId="{BC0BD879-F267-5CCA-8DEA-E3B2DD07DA4E}" dt="2026-08-31T12:05:38.678" v="37945" actId="478"/>
          <ac:spMkLst>
            <pc:docMk/>
            <pc:sldMk cId="3435309931" sldId="2076139119"/>
            <ac:spMk id="19" creationId="{A33DE238-B096-4AB0-F2AA-4AAFCD48FFA6}"/>
          </ac:spMkLst>
        </pc:spChg>
        <pc:spChg chg="del">
          <ac:chgData name="Hironari Yamada" userId="e57621f8-ec3c-449e-bb19-001fffcc008e" providerId="ADAL" clId="{BC0BD879-F267-5CCA-8DEA-E3B2DD07DA4E}" dt="2026-08-31T12:05:38.678" v="37945" actId="478"/>
          <ac:spMkLst>
            <pc:docMk/>
            <pc:sldMk cId="3435309931" sldId="2076139119"/>
            <ac:spMk id="20" creationId="{C9959B3A-5AE9-B0CC-5B2D-E5F4D7EB2FEB}"/>
          </ac:spMkLst>
        </pc:spChg>
        <pc:spChg chg="del">
          <ac:chgData name="Hironari Yamada" userId="e57621f8-ec3c-449e-bb19-001fffcc008e" providerId="ADAL" clId="{BC0BD879-F267-5CCA-8DEA-E3B2DD07DA4E}" dt="2026-08-31T12:05:38.678" v="37945" actId="478"/>
          <ac:spMkLst>
            <pc:docMk/>
            <pc:sldMk cId="3435309931" sldId="2076139119"/>
            <ac:spMk id="21" creationId="{092649A5-6DE8-7967-972A-462660B4B22B}"/>
          </ac:spMkLst>
        </pc:spChg>
        <pc:spChg chg="del">
          <ac:chgData name="Hironari Yamada" userId="e57621f8-ec3c-449e-bb19-001fffcc008e" providerId="ADAL" clId="{BC0BD879-F267-5CCA-8DEA-E3B2DD07DA4E}" dt="2026-08-31T12:05:38.678" v="37945" actId="478"/>
          <ac:spMkLst>
            <pc:docMk/>
            <pc:sldMk cId="3435309931" sldId="2076139119"/>
            <ac:spMk id="22" creationId="{480269EC-34C4-DA58-55FD-83834D3627E2}"/>
          </ac:spMkLst>
        </pc:spChg>
        <pc:spChg chg="mod">
          <ac:chgData name="Hironari Yamada" userId="e57621f8-ec3c-449e-bb19-001fffcc008e" providerId="ADAL" clId="{BC0BD879-F267-5CCA-8DEA-E3B2DD07DA4E}" dt="2026-08-31T12:06:55.250" v="37955" actId="14100"/>
          <ac:spMkLst>
            <pc:docMk/>
            <pc:sldMk cId="3435309931" sldId="2076139119"/>
            <ac:spMk id="24" creationId="{593AAADE-61F5-93DA-D420-00E20C553D48}"/>
          </ac:spMkLst>
        </pc:spChg>
        <pc:spChg chg="del">
          <ac:chgData name="Hironari Yamada" userId="e57621f8-ec3c-449e-bb19-001fffcc008e" providerId="ADAL" clId="{BC0BD879-F267-5CCA-8DEA-E3B2DD07DA4E}" dt="2026-08-31T12:07:47.771" v="38092" actId="478"/>
          <ac:spMkLst>
            <pc:docMk/>
            <pc:sldMk cId="3435309931" sldId="2076139119"/>
            <ac:spMk id="25" creationId="{06EC5FF1-F9A0-AF24-0B13-EE75AFA49D3C}"/>
          </ac:spMkLst>
        </pc:spChg>
        <pc:spChg chg="mod">
          <ac:chgData name="Hironari Yamada" userId="e57621f8-ec3c-449e-bb19-001fffcc008e" providerId="ADAL" clId="{BC0BD879-F267-5CCA-8DEA-E3B2DD07DA4E}" dt="2026-08-31T12:07:44.200" v="38091" actId="1076"/>
          <ac:spMkLst>
            <pc:docMk/>
            <pc:sldMk cId="3435309931" sldId="2076139119"/>
            <ac:spMk id="26" creationId="{F546521E-91CB-BF53-559B-32903282AC27}"/>
          </ac:spMkLst>
        </pc:spChg>
        <pc:picChg chg="del">
          <ac:chgData name="Hironari Yamada" userId="e57621f8-ec3c-449e-bb19-001fffcc008e" providerId="ADAL" clId="{BC0BD879-F267-5CCA-8DEA-E3B2DD07DA4E}" dt="2026-08-31T12:05:38.678" v="37945" actId="478"/>
          <ac:picMkLst>
            <pc:docMk/>
            <pc:sldMk cId="3435309931" sldId="2076139119"/>
            <ac:picMk id="5" creationId="{60EDE0E7-3CAA-230F-CC7D-414B2E048ECA}"/>
          </ac:picMkLst>
        </pc:picChg>
        <pc:picChg chg="add mod">
          <ac:chgData name="Hironari Yamada" userId="e57621f8-ec3c-449e-bb19-001fffcc008e" providerId="ADAL" clId="{BC0BD879-F267-5CCA-8DEA-E3B2DD07DA4E}" dt="2026-08-31T12:06:32.317" v="37948" actId="14100"/>
          <ac:picMkLst>
            <pc:docMk/>
            <pc:sldMk cId="3435309931" sldId="2076139119"/>
            <ac:picMk id="7" creationId="{A13E00F1-87BC-DEF3-EB02-A70ABAB03E4E}"/>
          </ac:picMkLst>
        </pc:picChg>
        <pc:picChg chg="add mod">
          <ac:chgData name="Hironari Yamada" userId="e57621f8-ec3c-449e-bb19-001fffcc008e" providerId="ADAL" clId="{BC0BD879-F267-5CCA-8DEA-E3B2DD07DA4E}" dt="2026-08-31T12:08:56.919" v="38096" actId="14100"/>
          <ac:picMkLst>
            <pc:docMk/>
            <pc:sldMk cId="3435309931" sldId="2076139119"/>
            <ac:picMk id="11" creationId="{14E656B6-84F3-FF9D-36DF-2BC9F1FBF9A5}"/>
          </ac:picMkLst>
        </pc:picChg>
        <pc:picChg chg="del">
          <ac:chgData name="Hironari Yamada" userId="e57621f8-ec3c-449e-bb19-001fffcc008e" providerId="ADAL" clId="{BC0BD879-F267-5CCA-8DEA-E3B2DD07DA4E}" dt="2026-08-31T12:07:47.771" v="38092" actId="478"/>
          <ac:picMkLst>
            <pc:docMk/>
            <pc:sldMk cId="3435309931" sldId="2076139119"/>
            <ac:picMk id="23" creationId="{978E1C62-0059-CAA9-8DB4-DE168F7D7423}"/>
          </ac:picMkLst>
        </pc:picChg>
      </pc:sldChg>
      <pc:sldChg chg="addSp delSp modSp add del mod">
        <pc:chgData name="Hironari Yamada" userId="e57621f8-ec3c-449e-bb19-001fffcc008e" providerId="ADAL" clId="{BC0BD879-F267-5CCA-8DEA-E3B2DD07DA4E}" dt="2026-08-31T14:54:07.450" v="43783" actId="2696"/>
        <pc:sldMkLst>
          <pc:docMk/>
          <pc:sldMk cId="4038949627" sldId="2076139120"/>
        </pc:sldMkLst>
        <pc:spChg chg="del">
          <ac:chgData name="Hironari Yamada" userId="e57621f8-ec3c-449e-bb19-001fffcc008e" providerId="ADAL" clId="{BC0BD879-F267-5CCA-8DEA-E3B2DD07DA4E}" dt="2026-08-31T12:31:59.447" v="38686" actId="478"/>
          <ac:spMkLst>
            <pc:docMk/>
            <pc:sldMk cId="4038949627" sldId="2076139120"/>
            <ac:spMk id="7" creationId="{92883626-606B-60E5-444F-7F4C6DF712C3}"/>
          </ac:spMkLst>
        </pc:spChg>
        <pc:spChg chg="del">
          <ac:chgData name="Hironari Yamada" userId="e57621f8-ec3c-449e-bb19-001fffcc008e" providerId="ADAL" clId="{BC0BD879-F267-5CCA-8DEA-E3B2DD07DA4E}" dt="2026-08-31T12:31:59.447" v="38686" actId="478"/>
          <ac:spMkLst>
            <pc:docMk/>
            <pc:sldMk cId="4038949627" sldId="2076139120"/>
            <ac:spMk id="8" creationId="{43BEF8B8-A092-3D38-54EC-B19EDA0888A6}"/>
          </ac:spMkLst>
        </pc:spChg>
        <pc:spChg chg="del">
          <ac:chgData name="Hironari Yamada" userId="e57621f8-ec3c-449e-bb19-001fffcc008e" providerId="ADAL" clId="{BC0BD879-F267-5CCA-8DEA-E3B2DD07DA4E}" dt="2026-08-31T12:34:08.760" v="38782" actId="478"/>
          <ac:spMkLst>
            <pc:docMk/>
            <pc:sldMk cId="4038949627" sldId="2076139120"/>
            <ac:spMk id="10" creationId="{117DCD05-221B-940F-B0E1-3693902C70CA}"/>
          </ac:spMkLst>
        </pc:spChg>
        <pc:spChg chg="mod">
          <ac:chgData name="Hironari Yamada" userId="e57621f8-ec3c-449e-bb19-001fffcc008e" providerId="ADAL" clId="{BC0BD879-F267-5CCA-8DEA-E3B2DD07DA4E}" dt="2026-08-31T12:33:28.765" v="38696" actId="1076"/>
          <ac:spMkLst>
            <pc:docMk/>
            <pc:sldMk cId="4038949627" sldId="2076139120"/>
            <ac:spMk id="11" creationId="{B63CAA61-0BEB-5C12-1709-F50454667D27}"/>
          </ac:spMkLst>
        </pc:spChg>
        <pc:spChg chg="mod">
          <ac:chgData name="Hironari Yamada" userId="e57621f8-ec3c-449e-bb19-001fffcc008e" providerId="ADAL" clId="{BC0BD879-F267-5CCA-8DEA-E3B2DD07DA4E}" dt="2026-08-31T12:33:41.929" v="38753" actId="20577"/>
          <ac:spMkLst>
            <pc:docMk/>
            <pc:sldMk cId="4038949627" sldId="2076139120"/>
            <ac:spMk id="12" creationId="{CC6B88AF-20FB-6CCD-163E-363788B145A2}"/>
          </ac:spMkLst>
        </pc:spChg>
        <pc:spChg chg="del">
          <ac:chgData name="Hironari Yamada" userId="e57621f8-ec3c-449e-bb19-001fffcc008e" providerId="ADAL" clId="{BC0BD879-F267-5CCA-8DEA-E3B2DD07DA4E}" dt="2026-08-31T12:34:08.760" v="38782" actId="478"/>
          <ac:spMkLst>
            <pc:docMk/>
            <pc:sldMk cId="4038949627" sldId="2076139120"/>
            <ac:spMk id="13" creationId="{A91E618D-7112-9014-78E5-C6604EB99FC4}"/>
          </ac:spMkLst>
        </pc:spChg>
        <pc:spChg chg="del">
          <ac:chgData name="Hironari Yamada" userId="e57621f8-ec3c-449e-bb19-001fffcc008e" providerId="ADAL" clId="{BC0BD879-F267-5CCA-8DEA-E3B2DD07DA4E}" dt="2026-08-31T12:34:08.760" v="38782" actId="478"/>
          <ac:spMkLst>
            <pc:docMk/>
            <pc:sldMk cId="4038949627" sldId="2076139120"/>
            <ac:spMk id="15" creationId="{B86A3537-7CE2-ED53-96A0-867EE33BB752}"/>
          </ac:spMkLst>
        </pc:spChg>
        <pc:spChg chg="add mod">
          <ac:chgData name="Hironari Yamada" userId="e57621f8-ec3c-449e-bb19-001fffcc008e" providerId="ADAL" clId="{BC0BD879-F267-5CCA-8DEA-E3B2DD07DA4E}" dt="2026-08-31T12:33:50.908" v="38756" actId="14100"/>
          <ac:spMkLst>
            <pc:docMk/>
            <pc:sldMk cId="4038949627" sldId="2076139120"/>
            <ac:spMk id="16" creationId="{B12FBCFD-CEAE-550C-E7C6-896E95D25F8E}"/>
          </ac:spMkLst>
        </pc:spChg>
        <pc:spChg chg="add mod">
          <ac:chgData name="Hironari Yamada" userId="e57621f8-ec3c-449e-bb19-001fffcc008e" providerId="ADAL" clId="{BC0BD879-F267-5CCA-8DEA-E3B2DD07DA4E}" dt="2026-08-31T12:34:00.867" v="38781" actId="20577"/>
          <ac:spMkLst>
            <pc:docMk/>
            <pc:sldMk cId="4038949627" sldId="2076139120"/>
            <ac:spMk id="17" creationId="{37BC0042-C011-0883-C858-9FF97E8EAD78}"/>
          </ac:spMkLst>
        </pc:spChg>
        <pc:spChg chg="add mod">
          <ac:chgData name="Hironari Yamada" userId="e57621f8-ec3c-449e-bb19-001fffcc008e" providerId="ADAL" clId="{BC0BD879-F267-5CCA-8DEA-E3B2DD07DA4E}" dt="2026-08-31T12:39:21.800" v="38788" actId="1076"/>
          <ac:spMkLst>
            <pc:docMk/>
            <pc:sldMk cId="4038949627" sldId="2076139120"/>
            <ac:spMk id="19" creationId="{DB40AC9E-FE0D-BF7B-AEF3-6707FDA4CCCD}"/>
          </ac:spMkLst>
        </pc:spChg>
        <pc:spChg chg="add mod">
          <ac:chgData name="Hironari Yamada" userId="e57621f8-ec3c-449e-bb19-001fffcc008e" providerId="ADAL" clId="{BC0BD879-F267-5CCA-8DEA-E3B2DD07DA4E}" dt="2026-08-31T12:40:01.371" v="38798" actId="14100"/>
          <ac:spMkLst>
            <pc:docMk/>
            <pc:sldMk cId="4038949627" sldId="2076139120"/>
            <ac:spMk id="20" creationId="{424D2D05-904A-C54E-9F05-A2890CBAB551}"/>
          </ac:spMkLst>
        </pc:spChg>
        <pc:spChg chg="add mod">
          <ac:chgData name="Hironari Yamada" userId="e57621f8-ec3c-449e-bb19-001fffcc008e" providerId="ADAL" clId="{BC0BD879-F267-5CCA-8DEA-E3B2DD07DA4E}" dt="2026-08-31T12:40:06.736" v="38801" actId="14100"/>
          <ac:spMkLst>
            <pc:docMk/>
            <pc:sldMk cId="4038949627" sldId="2076139120"/>
            <ac:spMk id="22" creationId="{0739200A-3C17-D002-0669-05F3B714B79E}"/>
          </ac:spMkLst>
        </pc:spChg>
        <pc:spChg chg="add mod">
          <ac:chgData name="Hironari Yamada" userId="e57621f8-ec3c-449e-bb19-001fffcc008e" providerId="ADAL" clId="{BC0BD879-F267-5CCA-8DEA-E3B2DD07DA4E}" dt="2026-08-31T12:40:20.663" v="38845" actId="20577"/>
          <ac:spMkLst>
            <pc:docMk/>
            <pc:sldMk cId="4038949627" sldId="2076139120"/>
            <ac:spMk id="23" creationId="{4255973C-A066-3906-9192-37A5F041CD37}"/>
          </ac:spMkLst>
        </pc:spChg>
        <pc:spChg chg="add mod">
          <ac:chgData name="Hironari Yamada" userId="e57621f8-ec3c-449e-bb19-001fffcc008e" providerId="ADAL" clId="{BC0BD879-F267-5CCA-8DEA-E3B2DD07DA4E}" dt="2026-08-31T12:44:27.546" v="38848" actId="14100"/>
          <ac:spMkLst>
            <pc:docMk/>
            <pc:sldMk cId="4038949627" sldId="2076139120"/>
            <ac:spMk id="24" creationId="{35C52B16-23CA-F1B3-B1FE-550CF7C59558}"/>
          </ac:spMkLst>
        </pc:spChg>
        <pc:spChg chg="add mod">
          <ac:chgData name="Hironari Yamada" userId="e57621f8-ec3c-449e-bb19-001fffcc008e" providerId="ADAL" clId="{BC0BD879-F267-5CCA-8DEA-E3B2DD07DA4E}" dt="2026-08-31T12:44:35.343" v="38849"/>
          <ac:spMkLst>
            <pc:docMk/>
            <pc:sldMk cId="4038949627" sldId="2076139120"/>
            <ac:spMk id="25" creationId="{224EF74A-F5CF-44B5-47DA-25E3291A7386}"/>
          </ac:spMkLst>
        </pc:spChg>
        <pc:picChg chg="del">
          <ac:chgData name="Hironari Yamada" userId="e57621f8-ec3c-449e-bb19-001fffcc008e" providerId="ADAL" clId="{BC0BD879-F267-5CCA-8DEA-E3B2DD07DA4E}" dt="2026-08-31T12:34:08.760" v="38782" actId="478"/>
          <ac:picMkLst>
            <pc:docMk/>
            <pc:sldMk cId="4038949627" sldId="2076139120"/>
            <ac:picMk id="5" creationId="{D5930A8E-08F0-7032-1C4A-EEA5DCBBA537}"/>
          </ac:picMkLst>
        </pc:picChg>
        <pc:picChg chg="del">
          <ac:chgData name="Hironari Yamada" userId="e57621f8-ec3c-449e-bb19-001fffcc008e" providerId="ADAL" clId="{BC0BD879-F267-5CCA-8DEA-E3B2DD07DA4E}" dt="2026-08-31T12:31:59.447" v="38686" actId="478"/>
          <ac:picMkLst>
            <pc:docMk/>
            <pc:sldMk cId="4038949627" sldId="2076139120"/>
            <ac:picMk id="6" creationId="{5AF5296D-395A-721E-F4BC-09B33229D5BD}"/>
          </ac:picMkLst>
        </pc:picChg>
        <pc:picChg chg="add mod">
          <ac:chgData name="Hironari Yamada" userId="e57621f8-ec3c-449e-bb19-001fffcc008e" providerId="ADAL" clId="{BC0BD879-F267-5CCA-8DEA-E3B2DD07DA4E}" dt="2026-08-31T12:33:21.944" v="38695" actId="1076"/>
          <ac:picMkLst>
            <pc:docMk/>
            <pc:sldMk cId="4038949627" sldId="2076139120"/>
            <ac:picMk id="14" creationId="{64569BAB-3826-66D7-3834-BE387D5F11C2}"/>
          </ac:picMkLst>
        </pc:picChg>
        <pc:picChg chg="add del mod">
          <ac:chgData name="Hironari Yamada" userId="e57621f8-ec3c-449e-bb19-001fffcc008e" providerId="ADAL" clId="{BC0BD879-F267-5CCA-8DEA-E3B2DD07DA4E}" dt="2026-08-31T12:39:28.413" v="38792" actId="478"/>
          <ac:picMkLst>
            <pc:docMk/>
            <pc:sldMk cId="4038949627" sldId="2076139120"/>
            <ac:picMk id="18" creationId="{1516C2A8-103B-F507-522E-03DD62DC099E}"/>
          </ac:picMkLst>
        </pc:picChg>
        <pc:picChg chg="add mod">
          <ac:chgData name="Hironari Yamada" userId="e57621f8-ec3c-449e-bb19-001fffcc008e" providerId="ADAL" clId="{BC0BD879-F267-5CCA-8DEA-E3B2DD07DA4E}" dt="2026-08-31T12:39:56.539" v="38797" actId="14100"/>
          <ac:picMkLst>
            <pc:docMk/>
            <pc:sldMk cId="4038949627" sldId="2076139120"/>
            <ac:picMk id="21" creationId="{78287285-03EC-C217-23B4-FEC9A20A7D31}"/>
          </ac:picMkLst>
        </pc:picChg>
      </pc:sldChg>
      <pc:sldChg chg="addSp delSp modSp add del mod">
        <pc:chgData name="Hironari Yamada" userId="e57621f8-ec3c-449e-bb19-001fffcc008e" providerId="ADAL" clId="{BC0BD879-F267-5CCA-8DEA-E3B2DD07DA4E}" dt="2026-08-31T14:54:07.428" v="43756" actId="2696"/>
        <pc:sldMkLst>
          <pc:docMk/>
          <pc:sldMk cId="2800383176" sldId="2076139121"/>
        </pc:sldMkLst>
        <pc:spChg chg="add mod">
          <ac:chgData name="Hironari Yamada" userId="e57621f8-ec3c-449e-bb19-001fffcc008e" providerId="ADAL" clId="{BC0BD879-F267-5CCA-8DEA-E3B2DD07DA4E}" dt="2026-08-31T12:46:01.732" v="38862" actId="14100"/>
          <ac:spMkLst>
            <pc:docMk/>
            <pc:sldMk cId="2800383176" sldId="2076139121"/>
            <ac:spMk id="6" creationId="{8AA36290-9F4A-3ACC-A945-B58D061A1290}"/>
          </ac:spMkLst>
        </pc:spChg>
        <pc:spChg chg="del">
          <ac:chgData name="Hironari Yamada" userId="e57621f8-ec3c-449e-bb19-001fffcc008e" providerId="ADAL" clId="{BC0BD879-F267-5CCA-8DEA-E3B2DD07DA4E}" dt="2026-08-31T12:44:44.214" v="38851" actId="478"/>
          <ac:spMkLst>
            <pc:docMk/>
            <pc:sldMk cId="2800383176" sldId="2076139121"/>
            <ac:spMk id="11" creationId="{E36D8630-3964-B69D-1480-2A3A8E634642}"/>
          </ac:spMkLst>
        </pc:spChg>
        <pc:spChg chg="del">
          <ac:chgData name="Hironari Yamada" userId="e57621f8-ec3c-449e-bb19-001fffcc008e" providerId="ADAL" clId="{BC0BD879-F267-5CCA-8DEA-E3B2DD07DA4E}" dt="2026-08-31T12:44:44.214" v="38851" actId="478"/>
          <ac:spMkLst>
            <pc:docMk/>
            <pc:sldMk cId="2800383176" sldId="2076139121"/>
            <ac:spMk id="12" creationId="{A46FD6F9-213A-CECB-CDE9-50FE58FCA056}"/>
          </ac:spMkLst>
        </pc:spChg>
        <pc:spChg chg="del">
          <ac:chgData name="Hironari Yamada" userId="e57621f8-ec3c-449e-bb19-001fffcc008e" providerId="ADAL" clId="{BC0BD879-F267-5CCA-8DEA-E3B2DD07DA4E}" dt="2026-08-31T12:44:44.214" v="38851" actId="478"/>
          <ac:spMkLst>
            <pc:docMk/>
            <pc:sldMk cId="2800383176" sldId="2076139121"/>
            <ac:spMk id="16" creationId="{0F5597AF-73F3-9112-20C5-B744FEADCD6C}"/>
          </ac:spMkLst>
        </pc:spChg>
        <pc:spChg chg="del">
          <ac:chgData name="Hironari Yamada" userId="e57621f8-ec3c-449e-bb19-001fffcc008e" providerId="ADAL" clId="{BC0BD879-F267-5CCA-8DEA-E3B2DD07DA4E}" dt="2026-08-31T12:44:44.214" v="38851" actId="478"/>
          <ac:spMkLst>
            <pc:docMk/>
            <pc:sldMk cId="2800383176" sldId="2076139121"/>
            <ac:spMk id="17" creationId="{D951D3FD-F260-2BF3-E707-139D46DD9BB1}"/>
          </ac:spMkLst>
        </pc:spChg>
        <pc:spChg chg="mod">
          <ac:chgData name="Hironari Yamada" userId="e57621f8-ec3c-449e-bb19-001fffcc008e" providerId="ADAL" clId="{BC0BD879-F267-5CCA-8DEA-E3B2DD07DA4E}" dt="2026-08-31T12:45:56.003" v="38859" actId="14100"/>
          <ac:spMkLst>
            <pc:docMk/>
            <pc:sldMk cId="2800383176" sldId="2076139121"/>
            <ac:spMk id="19" creationId="{4FD7FD57-40C3-0766-12D6-73C1B43273DA}"/>
          </ac:spMkLst>
        </pc:spChg>
        <pc:spChg chg="del">
          <ac:chgData name="Hironari Yamada" userId="e57621f8-ec3c-449e-bb19-001fffcc008e" providerId="ADAL" clId="{BC0BD879-F267-5CCA-8DEA-E3B2DD07DA4E}" dt="2026-08-31T12:46:22.501" v="38946" actId="478"/>
          <ac:spMkLst>
            <pc:docMk/>
            <pc:sldMk cId="2800383176" sldId="2076139121"/>
            <ac:spMk id="20" creationId="{7C634BDE-9BE2-26D0-C54D-635885AFA31F}"/>
          </ac:spMkLst>
        </pc:spChg>
        <pc:spChg chg="del">
          <ac:chgData name="Hironari Yamada" userId="e57621f8-ec3c-449e-bb19-001fffcc008e" providerId="ADAL" clId="{BC0BD879-F267-5CCA-8DEA-E3B2DD07DA4E}" dt="2026-08-31T12:46:22.501" v="38946" actId="478"/>
          <ac:spMkLst>
            <pc:docMk/>
            <pc:sldMk cId="2800383176" sldId="2076139121"/>
            <ac:spMk id="22" creationId="{99480108-A320-4A76-7035-40DDEADDE02E}"/>
          </ac:spMkLst>
        </pc:spChg>
        <pc:spChg chg="mod">
          <ac:chgData name="Hironari Yamada" userId="e57621f8-ec3c-449e-bb19-001fffcc008e" providerId="ADAL" clId="{BC0BD879-F267-5CCA-8DEA-E3B2DD07DA4E}" dt="2026-08-31T12:46:18.971" v="38945" actId="1076"/>
          <ac:spMkLst>
            <pc:docMk/>
            <pc:sldMk cId="2800383176" sldId="2076139121"/>
            <ac:spMk id="23" creationId="{2068F49F-282A-F6F5-F58C-A28F7B686420}"/>
          </ac:spMkLst>
        </pc:spChg>
        <pc:spChg chg="del">
          <ac:chgData name="Hironari Yamada" userId="e57621f8-ec3c-449e-bb19-001fffcc008e" providerId="ADAL" clId="{BC0BD879-F267-5CCA-8DEA-E3B2DD07DA4E}" dt="2026-08-31T12:46:22.501" v="38946" actId="478"/>
          <ac:spMkLst>
            <pc:docMk/>
            <pc:sldMk cId="2800383176" sldId="2076139121"/>
            <ac:spMk id="24" creationId="{69632856-94BA-F90B-8FD3-C9E47513B2CD}"/>
          </ac:spMkLst>
        </pc:spChg>
        <pc:picChg chg="add mod">
          <ac:chgData name="Hironari Yamada" userId="e57621f8-ec3c-449e-bb19-001fffcc008e" providerId="ADAL" clId="{BC0BD879-F267-5CCA-8DEA-E3B2DD07DA4E}" dt="2026-08-31T12:45:41.032" v="38855" actId="14100"/>
          <ac:picMkLst>
            <pc:docMk/>
            <pc:sldMk cId="2800383176" sldId="2076139121"/>
            <ac:picMk id="5" creationId="{432AC725-353F-94E3-3523-2C6C63E266BA}"/>
          </ac:picMkLst>
        </pc:picChg>
        <pc:picChg chg="del">
          <ac:chgData name="Hironari Yamada" userId="e57621f8-ec3c-449e-bb19-001fffcc008e" providerId="ADAL" clId="{BC0BD879-F267-5CCA-8DEA-E3B2DD07DA4E}" dt="2026-08-31T12:44:44.214" v="38851" actId="478"/>
          <ac:picMkLst>
            <pc:docMk/>
            <pc:sldMk cId="2800383176" sldId="2076139121"/>
            <ac:picMk id="14" creationId="{0146F7E1-4CC4-21D3-D0BA-AA99527F9856}"/>
          </ac:picMkLst>
        </pc:picChg>
        <pc:picChg chg="del">
          <ac:chgData name="Hironari Yamada" userId="e57621f8-ec3c-449e-bb19-001fffcc008e" providerId="ADAL" clId="{BC0BD879-F267-5CCA-8DEA-E3B2DD07DA4E}" dt="2026-08-31T12:46:22.501" v="38946" actId="478"/>
          <ac:picMkLst>
            <pc:docMk/>
            <pc:sldMk cId="2800383176" sldId="2076139121"/>
            <ac:picMk id="21" creationId="{6C258B33-AFAB-2076-0228-1B3CCE79CEFD}"/>
          </ac:picMkLst>
        </pc:picChg>
      </pc:sldChg>
      <pc:sldChg chg="addSp delSp modSp add del mod">
        <pc:chgData name="Hironari Yamada" userId="e57621f8-ec3c-449e-bb19-001fffcc008e" providerId="ADAL" clId="{BC0BD879-F267-5CCA-8DEA-E3B2DD07DA4E}" dt="2026-08-31T14:54:07.444" v="43776" actId="2696"/>
        <pc:sldMkLst>
          <pc:docMk/>
          <pc:sldMk cId="1037109428" sldId="2076139122"/>
        </pc:sldMkLst>
        <pc:spChg chg="add mod">
          <ac:chgData name="Hironari Yamada" userId="e57621f8-ec3c-449e-bb19-001fffcc008e" providerId="ADAL" clId="{BC0BD879-F267-5CCA-8DEA-E3B2DD07DA4E}" dt="2026-08-31T13:06:29.134" v="39729" actId="14100"/>
          <ac:spMkLst>
            <pc:docMk/>
            <pc:sldMk cId="1037109428" sldId="2076139122"/>
            <ac:spMk id="6" creationId="{797B79C0-F632-BF72-8BEE-8F65074CCB8B}"/>
          </ac:spMkLst>
        </pc:spChg>
        <pc:spChg chg="del">
          <ac:chgData name="Hironari Yamada" userId="e57621f8-ec3c-449e-bb19-001fffcc008e" providerId="ADAL" clId="{BC0BD879-F267-5CCA-8DEA-E3B2DD07DA4E}" dt="2026-08-31T13:03:33.822" v="39686" actId="478"/>
          <ac:spMkLst>
            <pc:docMk/>
            <pc:sldMk cId="1037109428" sldId="2076139122"/>
            <ac:spMk id="8" creationId="{EC39AD6D-DF65-1AE2-6186-3C73BBDD4589}"/>
          </ac:spMkLst>
        </pc:spChg>
        <pc:spChg chg="del">
          <ac:chgData name="Hironari Yamada" userId="e57621f8-ec3c-449e-bb19-001fffcc008e" providerId="ADAL" clId="{BC0BD879-F267-5CCA-8DEA-E3B2DD07DA4E}" dt="2026-08-31T13:03:33.822" v="39686" actId="478"/>
          <ac:spMkLst>
            <pc:docMk/>
            <pc:sldMk cId="1037109428" sldId="2076139122"/>
            <ac:spMk id="10" creationId="{2EA386A8-E2BF-22F4-851C-B45CF275BE68}"/>
          </ac:spMkLst>
        </pc:spChg>
        <pc:spChg chg="del">
          <ac:chgData name="Hironari Yamada" userId="e57621f8-ec3c-449e-bb19-001fffcc008e" providerId="ADAL" clId="{BC0BD879-F267-5CCA-8DEA-E3B2DD07DA4E}" dt="2026-08-31T13:03:33.822" v="39686" actId="478"/>
          <ac:spMkLst>
            <pc:docMk/>
            <pc:sldMk cId="1037109428" sldId="2076139122"/>
            <ac:spMk id="11" creationId="{9C2DB15C-16B9-6EE4-6B85-9FBD652A2EAB}"/>
          </ac:spMkLst>
        </pc:spChg>
        <pc:spChg chg="del">
          <ac:chgData name="Hironari Yamada" userId="e57621f8-ec3c-449e-bb19-001fffcc008e" providerId="ADAL" clId="{BC0BD879-F267-5CCA-8DEA-E3B2DD07DA4E}" dt="2026-08-31T13:03:33.822" v="39686" actId="478"/>
          <ac:spMkLst>
            <pc:docMk/>
            <pc:sldMk cId="1037109428" sldId="2076139122"/>
            <ac:spMk id="12" creationId="{FF97AEAC-2FE6-C774-3694-81D4F1B9B18D}"/>
          </ac:spMkLst>
        </pc:spChg>
        <pc:spChg chg="mod">
          <ac:chgData name="Hironari Yamada" userId="e57621f8-ec3c-449e-bb19-001fffcc008e" providerId="ADAL" clId="{BC0BD879-F267-5CCA-8DEA-E3B2DD07DA4E}" dt="2026-08-31T13:05:51.589" v="39699" actId="14100"/>
          <ac:spMkLst>
            <pc:docMk/>
            <pc:sldMk cId="1037109428" sldId="2076139122"/>
            <ac:spMk id="14" creationId="{A6A17703-61E3-47CE-21D9-7F8B140CA45E}"/>
          </ac:spMkLst>
        </pc:spChg>
        <pc:spChg chg="del">
          <ac:chgData name="Hironari Yamada" userId="e57621f8-ec3c-449e-bb19-001fffcc008e" providerId="ADAL" clId="{BC0BD879-F267-5CCA-8DEA-E3B2DD07DA4E}" dt="2026-08-31T13:05:29.347" v="39692" actId="478"/>
          <ac:spMkLst>
            <pc:docMk/>
            <pc:sldMk cId="1037109428" sldId="2076139122"/>
            <ac:spMk id="15" creationId="{F1355283-0870-EAA1-9AA3-8318B91584C2}"/>
          </ac:spMkLst>
        </pc:spChg>
        <pc:spChg chg="mod">
          <ac:chgData name="Hironari Yamada" userId="e57621f8-ec3c-449e-bb19-001fffcc008e" providerId="ADAL" clId="{BC0BD879-F267-5CCA-8DEA-E3B2DD07DA4E}" dt="2026-08-31T13:07:16.401" v="39881" actId="1076"/>
          <ac:spMkLst>
            <pc:docMk/>
            <pc:sldMk cId="1037109428" sldId="2076139122"/>
            <ac:spMk id="16" creationId="{1CD74296-557A-9DDF-EB25-627219BDF909}"/>
          </ac:spMkLst>
        </pc:spChg>
        <pc:spChg chg="del">
          <ac:chgData name="Hironari Yamada" userId="e57621f8-ec3c-449e-bb19-001fffcc008e" providerId="ADAL" clId="{BC0BD879-F267-5CCA-8DEA-E3B2DD07DA4E}" dt="2026-08-31T13:05:29.347" v="39692" actId="478"/>
          <ac:spMkLst>
            <pc:docMk/>
            <pc:sldMk cId="1037109428" sldId="2076139122"/>
            <ac:spMk id="17" creationId="{A2AD69AC-2D75-4B5E-F389-C8C76107B078}"/>
          </ac:spMkLst>
        </pc:spChg>
        <pc:spChg chg="mod">
          <ac:chgData name="Hironari Yamada" userId="e57621f8-ec3c-449e-bb19-001fffcc008e" providerId="ADAL" clId="{BC0BD879-F267-5CCA-8DEA-E3B2DD07DA4E}" dt="2026-08-31T13:08:33.756" v="40033" actId="14100"/>
          <ac:spMkLst>
            <pc:docMk/>
            <pc:sldMk cId="1037109428" sldId="2076139122"/>
            <ac:spMk id="18" creationId="{BCDA615B-20D3-1ACB-F0AF-D65D028DA5A7}"/>
          </ac:spMkLst>
        </pc:spChg>
        <pc:spChg chg="add mod">
          <ac:chgData name="Hironari Yamada" userId="e57621f8-ec3c-449e-bb19-001fffcc008e" providerId="ADAL" clId="{BC0BD879-F267-5CCA-8DEA-E3B2DD07DA4E}" dt="2026-08-31T13:07:13.173" v="39880" actId="14100"/>
          <ac:spMkLst>
            <pc:docMk/>
            <pc:sldMk cId="1037109428" sldId="2076139122"/>
            <ac:spMk id="19" creationId="{15AC030B-3F01-9D93-4E4B-670E4CE0F4CF}"/>
          </ac:spMkLst>
        </pc:spChg>
        <pc:spChg chg="add mod">
          <ac:chgData name="Hironari Yamada" userId="e57621f8-ec3c-449e-bb19-001fffcc008e" providerId="ADAL" clId="{BC0BD879-F267-5CCA-8DEA-E3B2DD07DA4E}" dt="2026-08-31T13:07:52.685" v="39895" actId="14100"/>
          <ac:spMkLst>
            <pc:docMk/>
            <pc:sldMk cId="1037109428" sldId="2076139122"/>
            <ac:spMk id="20" creationId="{9155A9DE-4E71-8DC0-33C4-B7F6B072B83F}"/>
          </ac:spMkLst>
        </pc:spChg>
        <pc:picChg chg="add mod">
          <ac:chgData name="Hironari Yamada" userId="e57621f8-ec3c-449e-bb19-001fffcc008e" providerId="ADAL" clId="{BC0BD879-F267-5CCA-8DEA-E3B2DD07DA4E}" dt="2026-08-31T13:05:39.722" v="39696" actId="1076"/>
          <ac:picMkLst>
            <pc:docMk/>
            <pc:sldMk cId="1037109428" sldId="2076139122"/>
            <ac:picMk id="5" creationId="{DF60252E-2FDF-C57D-97D8-F86CB815CA5B}"/>
          </ac:picMkLst>
        </pc:picChg>
        <pc:picChg chg="del">
          <ac:chgData name="Hironari Yamada" userId="e57621f8-ec3c-449e-bb19-001fffcc008e" providerId="ADAL" clId="{BC0BD879-F267-5CCA-8DEA-E3B2DD07DA4E}" dt="2026-08-31T13:03:33.822" v="39686" actId="478"/>
          <ac:picMkLst>
            <pc:docMk/>
            <pc:sldMk cId="1037109428" sldId="2076139122"/>
            <ac:picMk id="7" creationId="{6DB97E02-0AFB-5D14-39E7-1704F08FCE65}"/>
          </ac:picMkLst>
        </pc:picChg>
        <pc:picChg chg="del">
          <ac:chgData name="Hironari Yamada" userId="e57621f8-ec3c-449e-bb19-001fffcc008e" providerId="ADAL" clId="{BC0BD879-F267-5CCA-8DEA-E3B2DD07DA4E}" dt="2026-08-31T13:05:30.934" v="39693" actId="478"/>
          <ac:picMkLst>
            <pc:docMk/>
            <pc:sldMk cId="1037109428" sldId="2076139122"/>
            <ac:picMk id="13" creationId="{4D8C14C9-9412-82C3-4031-363B45A6AC47}"/>
          </ac:picMkLst>
        </pc:picChg>
      </pc:sldChg>
      <pc:sldChg chg="addSp delSp modSp add del mod">
        <pc:chgData name="Hironari Yamada" userId="e57621f8-ec3c-449e-bb19-001fffcc008e" providerId="ADAL" clId="{BC0BD879-F267-5CCA-8DEA-E3B2DD07DA4E}" dt="2026-08-31T14:54:07.412" v="43746" actId="2696"/>
        <pc:sldMkLst>
          <pc:docMk/>
          <pc:sldMk cId="3998559052" sldId="2076139123"/>
        </pc:sldMkLst>
        <pc:spChg chg="mod">
          <ac:chgData name="Hironari Yamada" userId="e57621f8-ec3c-449e-bb19-001fffcc008e" providerId="ADAL" clId="{BC0BD879-F267-5CCA-8DEA-E3B2DD07DA4E}" dt="2026-08-31T13:09:06.339" v="40195" actId="20577"/>
          <ac:spMkLst>
            <pc:docMk/>
            <pc:sldMk cId="3998559052" sldId="2076139123"/>
            <ac:spMk id="3" creationId="{0EA0AF83-3A20-F7D9-72BB-C139AC536DDD}"/>
          </ac:spMkLst>
        </pc:spChg>
        <pc:spChg chg="del">
          <ac:chgData name="Hironari Yamada" userId="e57621f8-ec3c-449e-bb19-001fffcc008e" providerId="ADAL" clId="{BC0BD879-F267-5CCA-8DEA-E3B2DD07DA4E}" dt="2026-08-31T13:09:09.974" v="40196" actId="478"/>
          <ac:spMkLst>
            <pc:docMk/>
            <pc:sldMk cId="3998559052" sldId="2076139123"/>
            <ac:spMk id="6" creationId="{E1FEB2AF-A3E9-E78D-46F3-8026DB83179B}"/>
          </ac:spMkLst>
        </pc:spChg>
        <pc:spChg chg="mod">
          <ac:chgData name="Hironari Yamada" userId="e57621f8-ec3c-449e-bb19-001fffcc008e" providerId="ADAL" clId="{BC0BD879-F267-5CCA-8DEA-E3B2DD07DA4E}" dt="2026-08-31T13:08:47.776" v="40106" actId="20577"/>
          <ac:spMkLst>
            <pc:docMk/>
            <pc:sldMk cId="3998559052" sldId="2076139123"/>
            <ac:spMk id="9" creationId="{331E97EB-6656-9802-D3EF-D04DE4DFA49D}"/>
          </ac:spMkLst>
        </pc:spChg>
        <pc:spChg chg="add mod">
          <ac:chgData name="Hironari Yamada" userId="e57621f8-ec3c-449e-bb19-001fffcc008e" providerId="ADAL" clId="{BC0BD879-F267-5CCA-8DEA-E3B2DD07DA4E}" dt="2026-08-31T13:11:56.411" v="40207" actId="14100"/>
          <ac:spMkLst>
            <pc:docMk/>
            <pc:sldMk cId="3998559052" sldId="2076139123"/>
            <ac:spMk id="10" creationId="{AAA7D4A0-317D-A62C-E4C1-CC4B9C2E2A9A}"/>
          </ac:spMkLst>
        </pc:spChg>
        <pc:spChg chg="add mod">
          <ac:chgData name="Hironari Yamada" userId="e57621f8-ec3c-449e-bb19-001fffcc008e" providerId="ADAL" clId="{BC0BD879-F267-5CCA-8DEA-E3B2DD07DA4E}" dt="2026-08-31T13:12:23.439" v="40291" actId="1076"/>
          <ac:spMkLst>
            <pc:docMk/>
            <pc:sldMk cId="3998559052" sldId="2076139123"/>
            <ac:spMk id="11" creationId="{150BCECF-56DD-EB69-6BA6-4A2B94DA7B53}"/>
          </ac:spMkLst>
        </pc:spChg>
        <pc:spChg chg="add mod">
          <ac:chgData name="Hironari Yamada" userId="e57621f8-ec3c-449e-bb19-001fffcc008e" providerId="ADAL" clId="{BC0BD879-F267-5CCA-8DEA-E3B2DD07DA4E}" dt="2026-08-31T13:12:07.313" v="40211" actId="14100"/>
          <ac:spMkLst>
            <pc:docMk/>
            <pc:sldMk cId="3998559052" sldId="2076139123"/>
            <ac:spMk id="12" creationId="{655658F3-5644-5B9A-673F-FF4312AC9539}"/>
          </ac:spMkLst>
        </pc:spChg>
        <pc:spChg chg="add mod">
          <ac:chgData name="Hironari Yamada" userId="e57621f8-ec3c-449e-bb19-001fffcc008e" providerId="ADAL" clId="{BC0BD879-F267-5CCA-8DEA-E3B2DD07DA4E}" dt="2026-08-31T13:12:33.455" v="40338" actId="20577"/>
          <ac:spMkLst>
            <pc:docMk/>
            <pc:sldMk cId="3998559052" sldId="2076139123"/>
            <ac:spMk id="13" creationId="{E9507492-4431-10E1-E158-C224A09CCEAA}"/>
          </ac:spMkLst>
        </pc:spChg>
        <pc:spChg chg="del">
          <ac:chgData name="Hironari Yamada" userId="e57621f8-ec3c-449e-bb19-001fffcc008e" providerId="ADAL" clId="{BC0BD879-F267-5CCA-8DEA-E3B2DD07DA4E}" dt="2026-08-31T13:09:09.974" v="40196" actId="478"/>
          <ac:spMkLst>
            <pc:docMk/>
            <pc:sldMk cId="3998559052" sldId="2076139123"/>
            <ac:spMk id="14" creationId="{24A9462C-CFB7-105B-E04D-5EA4D3F465D1}"/>
          </ac:spMkLst>
        </pc:spChg>
        <pc:spChg chg="add mod">
          <ac:chgData name="Hironari Yamada" userId="e57621f8-ec3c-449e-bb19-001fffcc008e" providerId="ADAL" clId="{BC0BD879-F267-5CCA-8DEA-E3B2DD07DA4E}" dt="2026-08-31T13:12:41.243" v="40341" actId="14100"/>
          <ac:spMkLst>
            <pc:docMk/>
            <pc:sldMk cId="3998559052" sldId="2076139123"/>
            <ac:spMk id="15" creationId="{9F1DC6CD-4AD5-34F1-F1BC-4BA628A582D6}"/>
          </ac:spMkLst>
        </pc:spChg>
        <pc:spChg chg="del">
          <ac:chgData name="Hironari Yamada" userId="e57621f8-ec3c-449e-bb19-001fffcc008e" providerId="ADAL" clId="{BC0BD879-F267-5CCA-8DEA-E3B2DD07DA4E}" dt="2026-08-31T13:09:09.974" v="40196" actId="478"/>
          <ac:spMkLst>
            <pc:docMk/>
            <pc:sldMk cId="3998559052" sldId="2076139123"/>
            <ac:spMk id="16" creationId="{D52478CC-98E7-7AEA-335E-01B26739D3C0}"/>
          </ac:spMkLst>
        </pc:spChg>
        <pc:spChg chg="add mod">
          <ac:chgData name="Hironari Yamada" userId="e57621f8-ec3c-449e-bb19-001fffcc008e" providerId="ADAL" clId="{BC0BD879-F267-5CCA-8DEA-E3B2DD07DA4E}" dt="2026-08-31T13:12:53.833" v="40386" actId="20577"/>
          <ac:spMkLst>
            <pc:docMk/>
            <pc:sldMk cId="3998559052" sldId="2076139123"/>
            <ac:spMk id="17" creationId="{6951159D-D607-B113-BEDD-4E4EF580C971}"/>
          </ac:spMkLst>
        </pc:spChg>
        <pc:spChg chg="del">
          <ac:chgData name="Hironari Yamada" userId="e57621f8-ec3c-449e-bb19-001fffcc008e" providerId="ADAL" clId="{BC0BD879-F267-5CCA-8DEA-E3B2DD07DA4E}" dt="2026-08-31T13:09:09.974" v="40196" actId="478"/>
          <ac:spMkLst>
            <pc:docMk/>
            <pc:sldMk cId="3998559052" sldId="2076139123"/>
            <ac:spMk id="18" creationId="{A5879971-46F7-C346-2B39-C579B89845B5}"/>
          </ac:spMkLst>
        </pc:spChg>
        <pc:spChg chg="del">
          <ac:chgData name="Hironari Yamada" userId="e57621f8-ec3c-449e-bb19-001fffcc008e" providerId="ADAL" clId="{BC0BD879-F267-5CCA-8DEA-E3B2DD07DA4E}" dt="2026-08-31T13:09:09.974" v="40196" actId="478"/>
          <ac:spMkLst>
            <pc:docMk/>
            <pc:sldMk cId="3998559052" sldId="2076139123"/>
            <ac:spMk id="19" creationId="{0FA5EA0B-5F97-779F-09A3-C0A9A8D31EA0}"/>
          </ac:spMkLst>
        </pc:spChg>
        <pc:spChg chg="del">
          <ac:chgData name="Hironari Yamada" userId="e57621f8-ec3c-449e-bb19-001fffcc008e" providerId="ADAL" clId="{BC0BD879-F267-5CCA-8DEA-E3B2DD07DA4E}" dt="2026-08-31T13:09:09.974" v="40196" actId="478"/>
          <ac:spMkLst>
            <pc:docMk/>
            <pc:sldMk cId="3998559052" sldId="2076139123"/>
            <ac:spMk id="20" creationId="{F7544851-F838-E414-57EB-E648D0767B8E}"/>
          </ac:spMkLst>
        </pc:spChg>
        <pc:spChg chg="add mod">
          <ac:chgData name="Hironari Yamada" userId="e57621f8-ec3c-449e-bb19-001fffcc008e" providerId="ADAL" clId="{BC0BD879-F267-5CCA-8DEA-E3B2DD07DA4E}" dt="2026-08-31T13:13:02.693" v="40389" actId="14100"/>
          <ac:spMkLst>
            <pc:docMk/>
            <pc:sldMk cId="3998559052" sldId="2076139123"/>
            <ac:spMk id="21" creationId="{87A8E515-C1A5-EB0C-03B6-2B2B1D9EEE33}"/>
          </ac:spMkLst>
        </pc:spChg>
        <pc:spChg chg="add mod">
          <ac:chgData name="Hironari Yamada" userId="e57621f8-ec3c-449e-bb19-001fffcc008e" providerId="ADAL" clId="{BC0BD879-F267-5CCA-8DEA-E3B2DD07DA4E}" dt="2026-08-31T13:13:19" v="40410" actId="1076"/>
          <ac:spMkLst>
            <pc:docMk/>
            <pc:sldMk cId="3998559052" sldId="2076139123"/>
            <ac:spMk id="22" creationId="{917E940D-8517-0669-5618-C044300DEB07}"/>
          </ac:spMkLst>
        </pc:spChg>
        <pc:spChg chg="add mod">
          <ac:chgData name="Hironari Yamada" userId="e57621f8-ec3c-449e-bb19-001fffcc008e" providerId="ADAL" clId="{BC0BD879-F267-5CCA-8DEA-E3B2DD07DA4E}" dt="2026-08-31T13:13:25.013" v="40413" actId="14100"/>
          <ac:spMkLst>
            <pc:docMk/>
            <pc:sldMk cId="3998559052" sldId="2076139123"/>
            <ac:spMk id="23" creationId="{6C480E71-2912-C2B8-A635-5EA0CC519FF9}"/>
          </ac:spMkLst>
        </pc:spChg>
        <pc:spChg chg="add mod">
          <ac:chgData name="Hironari Yamada" userId="e57621f8-ec3c-449e-bb19-001fffcc008e" providerId="ADAL" clId="{BC0BD879-F267-5CCA-8DEA-E3B2DD07DA4E}" dt="2026-08-31T13:13:42.855" v="40470" actId="20577"/>
          <ac:spMkLst>
            <pc:docMk/>
            <pc:sldMk cId="3998559052" sldId="2076139123"/>
            <ac:spMk id="24" creationId="{58136D4F-BD27-B739-56A2-9FE988BB3C2F}"/>
          </ac:spMkLst>
        </pc:spChg>
        <pc:spChg chg="add mod">
          <ac:chgData name="Hironari Yamada" userId="e57621f8-ec3c-449e-bb19-001fffcc008e" providerId="ADAL" clId="{BC0BD879-F267-5CCA-8DEA-E3B2DD07DA4E}" dt="2026-08-31T13:13:49.464" v="40473" actId="14100"/>
          <ac:spMkLst>
            <pc:docMk/>
            <pc:sldMk cId="3998559052" sldId="2076139123"/>
            <ac:spMk id="25" creationId="{4D6CCB6B-A32F-144E-9CBF-6CEA3AE7C5A2}"/>
          </ac:spMkLst>
        </pc:spChg>
        <pc:spChg chg="add mod">
          <ac:chgData name="Hironari Yamada" userId="e57621f8-ec3c-449e-bb19-001fffcc008e" providerId="ADAL" clId="{BC0BD879-F267-5CCA-8DEA-E3B2DD07DA4E}" dt="2026-08-31T13:13:54.166" v="40476" actId="14100"/>
          <ac:spMkLst>
            <pc:docMk/>
            <pc:sldMk cId="3998559052" sldId="2076139123"/>
            <ac:spMk id="26" creationId="{9C41F56F-4EAC-2C6F-82F7-48E54C29FF46}"/>
          </ac:spMkLst>
        </pc:spChg>
        <pc:picChg chg="del">
          <ac:chgData name="Hironari Yamada" userId="e57621f8-ec3c-449e-bb19-001fffcc008e" providerId="ADAL" clId="{BC0BD879-F267-5CCA-8DEA-E3B2DD07DA4E}" dt="2026-08-31T13:09:09.974" v="40196" actId="478"/>
          <ac:picMkLst>
            <pc:docMk/>
            <pc:sldMk cId="3998559052" sldId="2076139123"/>
            <ac:picMk id="5" creationId="{DE932A1F-F507-4842-E923-00B71A9E72E8}"/>
          </ac:picMkLst>
        </pc:picChg>
        <pc:picChg chg="add mod">
          <ac:chgData name="Hironari Yamada" userId="e57621f8-ec3c-449e-bb19-001fffcc008e" providerId="ADAL" clId="{BC0BD879-F267-5CCA-8DEA-E3B2DD07DA4E}" dt="2026-08-31T13:10:24.502" v="40200" actId="14100"/>
          <ac:picMkLst>
            <pc:docMk/>
            <pc:sldMk cId="3998559052" sldId="2076139123"/>
            <ac:picMk id="7" creationId="{AC6E235F-026F-3247-8AAA-7D77016323B7}"/>
          </ac:picMkLst>
        </pc:picChg>
        <pc:picChg chg="add mod">
          <ac:chgData name="Hironari Yamada" userId="e57621f8-ec3c-449e-bb19-001fffcc008e" providerId="ADAL" clId="{BC0BD879-F267-5CCA-8DEA-E3B2DD07DA4E}" dt="2026-08-31T13:11:41.487" v="40204" actId="14100"/>
          <ac:picMkLst>
            <pc:docMk/>
            <pc:sldMk cId="3998559052" sldId="2076139123"/>
            <ac:picMk id="8" creationId="{E8FC0238-3D6B-06D4-0AA6-1F72CCE6F41D}"/>
          </ac:picMkLst>
        </pc:picChg>
      </pc:sldChg>
      <pc:sldChg chg="addSp delSp modSp add del mod">
        <pc:chgData name="Hironari Yamada" userId="e57621f8-ec3c-449e-bb19-001fffcc008e" providerId="ADAL" clId="{BC0BD879-F267-5CCA-8DEA-E3B2DD07DA4E}" dt="2026-08-31T14:54:07.427" v="43755" actId="2696"/>
        <pc:sldMkLst>
          <pc:docMk/>
          <pc:sldMk cId="108507490" sldId="2076139124"/>
        </pc:sldMkLst>
        <pc:spChg chg="del">
          <ac:chgData name="Hironari Yamada" userId="e57621f8-ec3c-449e-bb19-001fffcc008e" providerId="ADAL" clId="{BC0BD879-F267-5CCA-8DEA-E3B2DD07DA4E}" dt="2026-08-31T13:15:39.409" v="40656" actId="478"/>
          <ac:spMkLst>
            <pc:docMk/>
            <pc:sldMk cId="108507490" sldId="2076139124"/>
            <ac:spMk id="6" creationId="{19C8D71A-7D3E-0EE9-3CD6-48718055D2DF}"/>
          </ac:spMkLst>
        </pc:spChg>
        <pc:spChg chg="del">
          <ac:chgData name="Hironari Yamada" userId="e57621f8-ec3c-449e-bb19-001fffcc008e" providerId="ADAL" clId="{BC0BD879-F267-5CCA-8DEA-E3B2DD07DA4E}" dt="2026-08-31T13:15:39.409" v="40656" actId="478"/>
          <ac:spMkLst>
            <pc:docMk/>
            <pc:sldMk cId="108507490" sldId="2076139124"/>
            <ac:spMk id="7" creationId="{54960546-5667-429D-C308-C92E18765F08}"/>
          </ac:spMkLst>
        </pc:spChg>
        <pc:spChg chg="del">
          <ac:chgData name="Hironari Yamada" userId="e57621f8-ec3c-449e-bb19-001fffcc008e" providerId="ADAL" clId="{BC0BD879-F267-5CCA-8DEA-E3B2DD07DA4E}" dt="2026-08-31T13:15:39.409" v="40656" actId="478"/>
          <ac:spMkLst>
            <pc:docMk/>
            <pc:sldMk cId="108507490" sldId="2076139124"/>
            <ac:spMk id="10" creationId="{5CCA4F54-FBBA-FB58-C123-8809BC2212A9}"/>
          </ac:spMkLst>
        </pc:spChg>
        <pc:spChg chg="del">
          <ac:chgData name="Hironari Yamada" userId="e57621f8-ec3c-449e-bb19-001fffcc008e" providerId="ADAL" clId="{BC0BD879-F267-5CCA-8DEA-E3B2DD07DA4E}" dt="2026-08-31T13:15:39.409" v="40656" actId="478"/>
          <ac:spMkLst>
            <pc:docMk/>
            <pc:sldMk cId="108507490" sldId="2076139124"/>
            <ac:spMk id="11" creationId="{AE006826-02E4-A14B-60AF-C4486248B17F}"/>
          </ac:spMkLst>
        </pc:spChg>
        <pc:spChg chg="add mod">
          <ac:chgData name="Hironari Yamada" userId="e57621f8-ec3c-449e-bb19-001fffcc008e" providerId="ADAL" clId="{BC0BD879-F267-5CCA-8DEA-E3B2DD07DA4E}" dt="2026-08-31T13:16:03.291" v="40657"/>
          <ac:spMkLst>
            <pc:docMk/>
            <pc:sldMk cId="108507490" sldId="2076139124"/>
            <ac:spMk id="13" creationId="{5860A3F9-EF1A-FF24-010E-E8F50DCECD22}"/>
          </ac:spMkLst>
        </pc:spChg>
        <pc:spChg chg="add mod">
          <ac:chgData name="Hironari Yamada" userId="e57621f8-ec3c-449e-bb19-001fffcc008e" providerId="ADAL" clId="{BC0BD879-F267-5CCA-8DEA-E3B2DD07DA4E}" dt="2026-08-31T13:16:03.291" v="40657"/>
          <ac:spMkLst>
            <pc:docMk/>
            <pc:sldMk cId="108507490" sldId="2076139124"/>
            <ac:spMk id="14" creationId="{8674AA33-7E90-E152-D301-F261EE056547}"/>
          </ac:spMkLst>
        </pc:spChg>
        <pc:spChg chg="add mod">
          <ac:chgData name="Hironari Yamada" userId="e57621f8-ec3c-449e-bb19-001fffcc008e" providerId="ADAL" clId="{BC0BD879-F267-5CCA-8DEA-E3B2DD07DA4E}" dt="2026-08-31T13:19:17.657" v="40664" actId="14100"/>
          <ac:spMkLst>
            <pc:docMk/>
            <pc:sldMk cId="108507490" sldId="2076139124"/>
            <ac:spMk id="16" creationId="{CFCD6AAB-DE41-EAB8-1834-5828F762EAD6}"/>
          </ac:spMkLst>
        </pc:spChg>
        <pc:spChg chg="add mod">
          <ac:chgData name="Hironari Yamada" userId="e57621f8-ec3c-449e-bb19-001fffcc008e" providerId="ADAL" clId="{BC0BD879-F267-5CCA-8DEA-E3B2DD07DA4E}" dt="2026-08-31T13:19:28.981" v="40680" actId="14100"/>
          <ac:spMkLst>
            <pc:docMk/>
            <pc:sldMk cId="108507490" sldId="2076139124"/>
            <ac:spMk id="17" creationId="{DF39C563-F3ED-95D4-46F3-62ACEE4EB0A4}"/>
          </ac:spMkLst>
        </pc:spChg>
        <pc:spChg chg="add mod">
          <ac:chgData name="Hironari Yamada" userId="e57621f8-ec3c-449e-bb19-001fffcc008e" providerId="ADAL" clId="{BC0BD879-F267-5CCA-8DEA-E3B2DD07DA4E}" dt="2026-08-31T13:19:36.269" v="40683" actId="14100"/>
          <ac:spMkLst>
            <pc:docMk/>
            <pc:sldMk cId="108507490" sldId="2076139124"/>
            <ac:spMk id="18" creationId="{97EFEB65-648D-4F6A-B490-90EAF3921B67}"/>
          </ac:spMkLst>
        </pc:spChg>
        <pc:spChg chg="add mod">
          <ac:chgData name="Hironari Yamada" userId="e57621f8-ec3c-449e-bb19-001fffcc008e" providerId="ADAL" clId="{BC0BD879-F267-5CCA-8DEA-E3B2DD07DA4E}" dt="2026-08-31T13:20:07.837" v="40764" actId="14100"/>
          <ac:spMkLst>
            <pc:docMk/>
            <pc:sldMk cId="108507490" sldId="2076139124"/>
            <ac:spMk id="19" creationId="{5F47D105-DF08-7F5E-0079-CFFF755FDC99}"/>
          </ac:spMkLst>
        </pc:spChg>
        <pc:spChg chg="add mod">
          <ac:chgData name="Hironari Yamada" userId="e57621f8-ec3c-449e-bb19-001fffcc008e" providerId="ADAL" clId="{BC0BD879-F267-5CCA-8DEA-E3B2DD07DA4E}" dt="2026-08-31T13:20:16.456" v="40765"/>
          <ac:spMkLst>
            <pc:docMk/>
            <pc:sldMk cId="108507490" sldId="2076139124"/>
            <ac:spMk id="20" creationId="{A36F8AD5-FF2E-A473-AC4A-F7E7756A2655}"/>
          </ac:spMkLst>
        </pc:spChg>
        <pc:picChg chg="del">
          <ac:chgData name="Hironari Yamada" userId="e57621f8-ec3c-449e-bb19-001fffcc008e" providerId="ADAL" clId="{BC0BD879-F267-5CCA-8DEA-E3B2DD07DA4E}" dt="2026-08-31T13:15:39.409" v="40656" actId="478"/>
          <ac:picMkLst>
            <pc:docMk/>
            <pc:sldMk cId="108507490" sldId="2076139124"/>
            <ac:picMk id="5" creationId="{7FA68AB9-9CC1-BF2E-5F39-E086ADA26B37}"/>
          </ac:picMkLst>
        </pc:picChg>
        <pc:picChg chg="del">
          <ac:chgData name="Hironari Yamada" userId="e57621f8-ec3c-449e-bb19-001fffcc008e" providerId="ADAL" clId="{BC0BD879-F267-5CCA-8DEA-E3B2DD07DA4E}" dt="2026-08-31T13:15:39.409" v="40656" actId="478"/>
          <ac:picMkLst>
            <pc:docMk/>
            <pc:sldMk cId="108507490" sldId="2076139124"/>
            <ac:picMk id="8" creationId="{104E15D4-BEDE-4503-42CF-3DD6FA4FC6C7}"/>
          </ac:picMkLst>
        </pc:picChg>
        <pc:picChg chg="add mod">
          <ac:chgData name="Hironari Yamada" userId="e57621f8-ec3c-449e-bb19-001fffcc008e" providerId="ADAL" clId="{BC0BD879-F267-5CCA-8DEA-E3B2DD07DA4E}" dt="2026-08-31T13:16:03.291" v="40657"/>
          <ac:picMkLst>
            <pc:docMk/>
            <pc:sldMk cId="108507490" sldId="2076139124"/>
            <ac:picMk id="12" creationId="{FE3B9006-FAE6-BBDB-5F34-B8EAC9D46850}"/>
          </ac:picMkLst>
        </pc:picChg>
        <pc:picChg chg="add mod">
          <ac:chgData name="Hironari Yamada" userId="e57621f8-ec3c-449e-bb19-001fffcc008e" providerId="ADAL" clId="{BC0BD879-F267-5CCA-8DEA-E3B2DD07DA4E}" dt="2026-08-31T13:19:04.560" v="40661" actId="14100"/>
          <ac:picMkLst>
            <pc:docMk/>
            <pc:sldMk cId="108507490" sldId="2076139124"/>
            <ac:picMk id="15" creationId="{EEA66D6D-D704-56ED-4590-8550D26EFFF0}"/>
          </ac:picMkLst>
        </pc:picChg>
      </pc:sldChg>
      <pc:sldChg chg="addSp delSp modSp add del mod">
        <pc:chgData name="Hironari Yamada" userId="e57621f8-ec3c-449e-bb19-001fffcc008e" providerId="ADAL" clId="{BC0BD879-F267-5CCA-8DEA-E3B2DD07DA4E}" dt="2026-08-31T14:54:07.445" v="43777" actId="2696"/>
        <pc:sldMkLst>
          <pc:docMk/>
          <pc:sldMk cId="114500866" sldId="2076139125"/>
        </pc:sldMkLst>
        <pc:spChg chg="add mod">
          <ac:chgData name="Hironari Yamada" userId="e57621f8-ec3c-449e-bb19-001fffcc008e" providerId="ADAL" clId="{BC0BD879-F267-5CCA-8DEA-E3B2DD07DA4E}" dt="2026-08-31T13:22:04.102" v="40839" actId="14100"/>
          <ac:spMkLst>
            <pc:docMk/>
            <pc:sldMk cId="114500866" sldId="2076139125"/>
            <ac:spMk id="7" creationId="{F5454F7D-C1BD-1B7C-F68B-6B26916D6F12}"/>
          </ac:spMkLst>
        </pc:spChg>
        <pc:spChg chg="add del">
          <ac:chgData name="Hironari Yamada" userId="e57621f8-ec3c-449e-bb19-001fffcc008e" providerId="ADAL" clId="{BC0BD879-F267-5CCA-8DEA-E3B2DD07DA4E}" dt="2026-08-31T13:23:45.259" v="40843" actId="22"/>
          <ac:spMkLst>
            <pc:docMk/>
            <pc:sldMk cId="114500866" sldId="2076139125"/>
            <ac:spMk id="10" creationId="{5A877979-BD97-DB6F-4B4A-5CA1C61C5FDD}"/>
          </ac:spMkLst>
        </pc:spChg>
        <pc:spChg chg="del">
          <ac:chgData name="Hironari Yamada" userId="e57621f8-ec3c-449e-bb19-001fffcc008e" providerId="ADAL" clId="{BC0BD879-F267-5CCA-8DEA-E3B2DD07DA4E}" dt="2026-08-31T13:20:22.791" v="40767" actId="478"/>
          <ac:spMkLst>
            <pc:docMk/>
            <pc:sldMk cId="114500866" sldId="2076139125"/>
            <ac:spMk id="13" creationId="{D5794830-9E24-BDFD-B88B-30FD0F1CDA27}"/>
          </ac:spMkLst>
        </pc:spChg>
        <pc:spChg chg="del">
          <ac:chgData name="Hironari Yamada" userId="e57621f8-ec3c-449e-bb19-001fffcc008e" providerId="ADAL" clId="{BC0BD879-F267-5CCA-8DEA-E3B2DD07DA4E}" dt="2026-08-31T13:20:22.791" v="40767" actId="478"/>
          <ac:spMkLst>
            <pc:docMk/>
            <pc:sldMk cId="114500866" sldId="2076139125"/>
            <ac:spMk id="14" creationId="{53EA1434-61BD-B707-DBF9-1ED7DE6C228C}"/>
          </ac:spMkLst>
        </pc:spChg>
        <pc:spChg chg="mod">
          <ac:chgData name="Hironari Yamada" userId="e57621f8-ec3c-449e-bb19-001fffcc008e" providerId="ADAL" clId="{BC0BD879-F267-5CCA-8DEA-E3B2DD07DA4E}" dt="2026-08-31T13:21:16.491" v="40777" actId="14100"/>
          <ac:spMkLst>
            <pc:docMk/>
            <pc:sldMk cId="114500866" sldId="2076139125"/>
            <ac:spMk id="16" creationId="{6171E268-C0B8-A1FA-CC92-44CA57E0C534}"/>
          </ac:spMkLst>
        </pc:spChg>
        <pc:spChg chg="mod">
          <ac:chgData name="Hironari Yamada" userId="e57621f8-ec3c-449e-bb19-001fffcc008e" providerId="ADAL" clId="{BC0BD879-F267-5CCA-8DEA-E3B2DD07DA4E}" dt="2026-08-31T13:21:57.245" v="40836" actId="14100"/>
          <ac:spMkLst>
            <pc:docMk/>
            <pc:sldMk cId="114500866" sldId="2076139125"/>
            <ac:spMk id="17" creationId="{1B39FA52-762E-8552-BDA0-4EC7146C7685}"/>
          </ac:spMkLst>
        </pc:spChg>
        <pc:spChg chg="del">
          <ac:chgData name="Hironari Yamada" userId="e57621f8-ec3c-449e-bb19-001fffcc008e" providerId="ADAL" clId="{BC0BD879-F267-5CCA-8DEA-E3B2DD07DA4E}" dt="2026-08-31T13:23:41.764" v="40841" actId="478"/>
          <ac:spMkLst>
            <pc:docMk/>
            <pc:sldMk cId="114500866" sldId="2076139125"/>
            <ac:spMk id="18" creationId="{128A8642-6E1E-3381-1781-8664CE445ACE}"/>
          </ac:spMkLst>
        </pc:spChg>
        <pc:spChg chg="del">
          <ac:chgData name="Hironari Yamada" userId="e57621f8-ec3c-449e-bb19-001fffcc008e" providerId="ADAL" clId="{BC0BD879-F267-5CCA-8DEA-E3B2DD07DA4E}" dt="2026-08-31T13:23:41.764" v="40841" actId="478"/>
          <ac:spMkLst>
            <pc:docMk/>
            <pc:sldMk cId="114500866" sldId="2076139125"/>
            <ac:spMk id="19" creationId="{57D531BB-D9B1-7CA3-9504-B65862AD2EF5}"/>
          </ac:spMkLst>
        </pc:spChg>
        <pc:spChg chg="add del mod">
          <ac:chgData name="Hironari Yamada" userId="e57621f8-ec3c-449e-bb19-001fffcc008e" providerId="ADAL" clId="{BC0BD879-F267-5CCA-8DEA-E3B2DD07DA4E}" dt="2026-08-31T13:24:28.750" v="40862" actId="478"/>
          <ac:spMkLst>
            <pc:docMk/>
            <pc:sldMk cId="114500866" sldId="2076139125"/>
            <ac:spMk id="21" creationId="{BB17B026-C8FB-1DEB-056A-8374E839C1D2}"/>
          </ac:spMkLst>
        </pc:spChg>
        <pc:picChg chg="add mod">
          <ac:chgData name="Hironari Yamada" userId="e57621f8-ec3c-449e-bb19-001fffcc008e" providerId="ADAL" clId="{BC0BD879-F267-5CCA-8DEA-E3B2DD07DA4E}" dt="2026-08-31T13:21:02.060" v="40774" actId="14100"/>
          <ac:picMkLst>
            <pc:docMk/>
            <pc:sldMk cId="114500866" sldId="2076139125"/>
            <ac:picMk id="6" creationId="{4BA76032-714E-7E17-3C42-73DCA8DCC6CB}"/>
          </ac:picMkLst>
        </pc:picChg>
        <pc:picChg chg="del">
          <ac:chgData name="Hironari Yamada" userId="e57621f8-ec3c-449e-bb19-001fffcc008e" providerId="ADAL" clId="{BC0BD879-F267-5CCA-8DEA-E3B2DD07DA4E}" dt="2026-08-31T13:20:22.791" v="40767" actId="478"/>
          <ac:picMkLst>
            <pc:docMk/>
            <pc:sldMk cId="114500866" sldId="2076139125"/>
            <ac:picMk id="12" creationId="{03B3D22F-4DC8-9A56-86A6-B738C40DA2AB}"/>
          </ac:picMkLst>
        </pc:picChg>
        <pc:picChg chg="del">
          <ac:chgData name="Hironari Yamada" userId="e57621f8-ec3c-449e-bb19-001fffcc008e" providerId="ADAL" clId="{BC0BD879-F267-5CCA-8DEA-E3B2DD07DA4E}" dt="2026-08-31T13:23:39.522" v="40840" actId="478"/>
          <ac:picMkLst>
            <pc:docMk/>
            <pc:sldMk cId="114500866" sldId="2076139125"/>
            <ac:picMk id="15" creationId="{DB895780-34B4-FCEF-CB15-FA19167BB843}"/>
          </ac:picMkLst>
        </pc:picChg>
        <pc:picChg chg="add del mod">
          <ac:chgData name="Hironari Yamada" userId="e57621f8-ec3c-449e-bb19-001fffcc008e" providerId="ADAL" clId="{BC0BD879-F267-5CCA-8DEA-E3B2DD07DA4E}" dt="2026-08-31T13:24:28.750" v="40862" actId="478"/>
          <ac:picMkLst>
            <pc:docMk/>
            <pc:sldMk cId="114500866" sldId="2076139125"/>
            <ac:picMk id="20" creationId="{B388D6CD-2E51-033A-B7E8-B7A350E0A539}"/>
          </ac:picMkLst>
        </pc:picChg>
      </pc:sldChg>
      <pc:sldChg chg="addSp delSp add del mod">
        <pc:chgData name="Hironari Yamada" userId="e57621f8-ec3c-449e-bb19-001fffcc008e" providerId="ADAL" clId="{BC0BD879-F267-5CCA-8DEA-E3B2DD07DA4E}" dt="2026-08-31T13:24:17.257" v="40858"/>
        <pc:sldMkLst>
          <pc:docMk/>
          <pc:sldMk cId="3033113698" sldId="2076139126"/>
        </pc:sldMkLst>
        <pc:picChg chg="add del">
          <ac:chgData name="Hironari Yamada" userId="e57621f8-ec3c-449e-bb19-001fffcc008e" providerId="ADAL" clId="{BC0BD879-F267-5CCA-8DEA-E3B2DD07DA4E}" dt="2026-08-31T13:24:16.447" v="40857" actId="478"/>
          <ac:picMkLst>
            <pc:docMk/>
            <pc:sldMk cId="3033113698" sldId="2076139126"/>
            <ac:picMk id="6" creationId="{DB43D8F0-8F05-0812-42B3-DC8D70442BDD}"/>
          </ac:picMkLst>
        </pc:picChg>
      </pc:sldChg>
      <pc:sldChg chg="addSp delSp modSp add del mod">
        <pc:chgData name="Hironari Yamada" userId="e57621f8-ec3c-449e-bb19-001fffcc008e" providerId="ADAL" clId="{BC0BD879-F267-5CCA-8DEA-E3B2DD07DA4E}" dt="2026-08-31T14:54:07.426" v="43754" actId="2696"/>
        <pc:sldMkLst>
          <pc:docMk/>
          <pc:sldMk cId="4255147226" sldId="2076139126"/>
        </pc:sldMkLst>
        <pc:spChg chg="add mod">
          <ac:chgData name="Hironari Yamada" userId="e57621f8-ec3c-449e-bb19-001fffcc008e" providerId="ADAL" clId="{BC0BD879-F267-5CCA-8DEA-E3B2DD07DA4E}" dt="2026-08-31T13:26:14.498" v="40929" actId="14100"/>
          <ac:spMkLst>
            <pc:docMk/>
            <pc:sldMk cId="4255147226" sldId="2076139126"/>
            <ac:spMk id="5" creationId="{AE1CDCC5-1463-EFE8-121E-EE787575F9F4}"/>
          </ac:spMkLst>
        </pc:spChg>
        <pc:spChg chg="del">
          <ac:chgData name="Hironari Yamada" userId="e57621f8-ec3c-449e-bb19-001fffcc008e" providerId="ADAL" clId="{BC0BD879-F267-5CCA-8DEA-E3B2DD07DA4E}" dt="2026-08-31T13:24:24.947" v="40861" actId="478"/>
          <ac:spMkLst>
            <pc:docMk/>
            <pc:sldMk cId="4255147226" sldId="2076139126"/>
            <ac:spMk id="7" creationId="{E05B60C8-7463-02F5-FE4D-FCB2208F58A1}"/>
          </ac:spMkLst>
        </pc:spChg>
        <pc:spChg chg="add mod">
          <ac:chgData name="Hironari Yamada" userId="e57621f8-ec3c-449e-bb19-001fffcc008e" providerId="ADAL" clId="{BC0BD879-F267-5CCA-8DEA-E3B2DD07DA4E}" dt="2026-08-31T13:26:37.386" v="40937" actId="255"/>
          <ac:spMkLst>
            <pc:docMk/>
            <pc:sldMk cId="4255147226" sldId="2076139126"/>
            <ac:spMk id="8" creationId="{F2584FD4-7163-DAA1-26AB-4A83BC00E3DC}"/>
          </ac:spMkLst>
        </pc:spChg>
        <pc:spChg chg="add del">
          <ac:chgData name="Hironari Yamada" userId="e57621f8-ec3c-449e-bb19-001fffcc008e" providerId="ADAL" clId="{BC0BD879-F267-5CCA-8DEA-E3B2DD07DA4E}" dt="2026-08-31T13:28:01.785" v="40939" actId="22"/>
          <ac:spMkLst>
            <pc:docMk/>
            <pc:sldMk cId="4255147226" sldId="2076139126"/>
            <ac:spMk id="11" creationId="{B2F5818F-4550-4E17-5160-13AA05029570}"/>
          </ac:spMkLst>
        </pc:spChg>
        <pc:spChg chg="del">
          <ac:chgData name="Hironari Yamada" userId="e57621f8-ec3c-449e-bb19-001fffcc008e" providerId="ADAL" clId="{BC0BD879-F267-5CCA-8DEA-E3B2DD07DA4E}" dt="2026-08-31T13:24:24.947" v="40861" actId="478"/>
          <ac:spMkLst>
            <pc:docMk/>
            <pc:sldMk cId="4255147226" sldId="2076139126"/>
            <ac:spMk id="16" creationId="{E78C2699-2BD9-E452-3E8F-7B4D2FAB62D6}"/>
          </ac:spMkLst>
        </pc:spChg>
        <pc:spChg chg="del">
          <ac:chgData name="Hironari Yamada" userId="e57621f8-ec3c-449e-bb19-001fffcc008e" providerId="ADAL" clId="{BC0BD879-F267-5CCA-8DEA-E3B2DD07DA4E}" dt="2026-08-31T13:24:24.947" v="40861" actId="478"/>
          <ac:spMkLst>
            <pc:docMk/>
            <pc:sldMk cId="4255147226" sldId="2076139126"/>
            <ac:spMk id="17" creationId="{636EE751-19A5-B2A0-E017-B8EAFCA0BC05}"/>
          </ac:spMkLst>
        </pc:spChg>
        <pc:spChg chg="mod">
          <ac:chgData name="Hironari Yamada" userId="e57621f8-ec3c-449e-bb19-001fffcc008e" providerId="ADAL" clId="{BC0BD879-F267-5CCA-8DEA-E3B2DD07DA4E}" dt="2026-08-31T13:24:37.580" v="40863" actId="1076"/>
          <ac:spMkLst>
            <pc:docMk/>
            <pc:sldMk cId="4255147226" sldId="2076139126"/>
            <ac:spMk id="21" creationId="{F0B1729A-1DBD-7AC8-56C9-8DFD2A23E555}"/>
          </ac:spMkLst>
        </pc:spChg>
        <pc:picChg chg="del">
          <ac:chgData name="Hironari Yamada" userId="e57621f8-ec3c-449e-bb19-001fffcc008e" providerId="ADAL" clId="{BC0BD879-F267-5CCA-8DEA-E3B2DD07DA4E}" dt="2026-08-31T13:24:24.947" v="40861" actId="478"/>
          <ac:picMkLst>
            <pc:docMk/>
            <pc:sldMk cId="4255147226" sldId="2076139126"/>
            <ac:picMk id="6" creationId="{635D4687-6030-5953-5366-B7659A0CE83D}"/>
          </ac:picMkLst>
        </pc:picChg>
        <pc:picChg chg="mod">
          <ac:chgData name="Hironari Yamada" userId="e57621f8-ec3c-449e-bb19-001fffcc008e" providerId="ADAL" clId="{BC0BD879-F267-5CCA-8DEA-E3B2DD07DA4E}" dt="2026-08-31T13:24:37.580" v="40863" actId="1076"/>
          <ac:picMkLst>
            <pc:docMk/>
            <pc:sldMk cId="4255147226" sldId="2076139126"/>
            <ac:picMk id="20" creationId="{98E4ECD0-88B7-E247-E91A-04A4F693492B}"/>
          </ac:picMkLst>
        </pc:picChg>
      </pc:sldChg>
      <pc:sldChg chg="addSp delSp modSp add del mod">
        <pc:chgData name="Hironari Yamada" userId="e57621f8-ec3c-449e-bb19-001fffcc008e" providerId="ADAL" clId="{BC0BD879-F267-5CCA-8DEA-E3B2DD07DA4E}" dt="2026-08-31T14:54:07.448" v="43780" actId="2696"/>
        <pc:sldMkLst>
          <pc:docMk/>
          <pc:sldMk cId="3699341611" sldId="2076139127"/>
        </pc:sldMkLst>
        <pc:spChg chg="del">
          <ac:chgData name="Hironari Yamada" userId="e57621f8-ec3c-449e-bb19-001fffcc008e" providerId="ADAL" clId="{BC0BD879-F267-5CCA-8DEA-E3B2DD07DA4E}" dt="2026-08-31T13:28:07.354" v="40941" actId="478"/>
          <ac:spMkLst>
            <pc:docMk/>
            <pc:sldMk cId="3699341611" sldId="2076139127"/>
            <ac:spMk id="5" creationId="{4913E37D-FCB9-4622-A8B7-1F19F860F52D}"/>
          </ac:spMkLst>
        </pc:spChg>
        <pc:spChg chg="del">
          <ac:chgData name="Hironari Yamada" userId="e57621f8-ec3c-449e-bb19-001fffcc008e" providerId="ADAL" clId="{BC0BD879-F267-5CCA-8DEA-E3B2DD07DA4E}" dt="2026-08-31T13:28:07.354" v="40941" actId="478"/>
          <ac:spMkLst>
            <pc:docMk/>
            <pc:sldMk cId="3699341611" sldId="2076139127"/>
            <ac:spMk id="8" creationId="{C69F466A-5CF7-E8ED-454C-303A72D6DDCF}"/>
          </ac:spMkLst>
        </pc:spChg>
        <pc:spChg chg="add mod">
          <ac:chgData name="Hironari Yamada" userId="e57621f8-ec3c-449e-bb19-001fffcc008e" providerId="ADAL" clId="{BC0BD879-F267-5CCA-8DEA-E3B2DD07DA4E}" dt="2026-08-31T13:32:07.916" v="41050" actId="1037"/>
          <ac:spMkLst>
            <pc:docMk/>
            <pc:sldMk cId="3699341611" sldId="2076139127"/>
            <ac:spMk id="10" creationId="{E4620F3E-73B1-6B45-97E5-A712A7D5AC38}"/>
          </ac:spMkLst>
        </pc:spChg>
        <pc:spChg chg="add mod">
          <ac:chgData name="Hironari Yamada" userId="e57621f8-ec3c-449e-bb19-001fffcc008e" providerId="ADAL" clId="{BC0BD879-F267-5CCA-8DEA-E3B2DD07DA4E}" dt="2026-08-31T13:30:36.656" v="41002" actId="1076"/>
          <ac:spMkLst>
            <pc:docMk/>
            <pc:sldMk cId="3699341611" sldId="2076139127"/>
            <ac:spMk id="11" creationId="{F211A473-6136-B466-DEA8-2BBF2569C636}"/>
          </ac:spMkLst>
        </pc:spChg>
        <pc:spChg chg="add mod">
          <ac:chgData name="Hironari Yamada" userId="e57621f8-ec3c-449e-bb19-001fffcc008e" providerId="ADAL" clId="{BC0BD879-F267-5CCA-8DEA-E3B2DD07DA4E}" dt="2026-08-31T13:32:19.865" v="41069" actId="1076"/>
          <ac:spMkLst>
            <pc:docMk/>
            <pc:sldMk cId="3699341611" sldId="2076139127"/>
            <ac:spMk id="12" creationId="{55C7501E-5685-2641-9650-E3F1E66F02A1}"/>
          </ac:spMkLst>
        </pc:spChg>
        <pc:spChg chg="add mod">
          <ac:chgData name="Hironari Yamada" userId="e57621f8-ec3c-449e-bb19-001fffcc008e" providerId="ADAL" clId="{BC0BD879-F267-5CCA-8DEA-E3B2DD07DA4E}" dt="2026-08-31T13:32:22.601" v="41070" actId="1076"/>
          <ac:spMkLst>
            <pc:docMk/>
            <pc:sldMk cId="3699341611" sldId="2076139127"/>
            <ac:spMk id="13" creationId="{E64462FA-35DD-C69B-1A06-557BD6357645}"/>
          </ac:spMkLst>
        </pc:spChg>
        <pc:spChg chg="add mod">
          <ac:chgData name="Hironari Yamada" userId="e57621f8-ec3c-449e-bb19-001fffcc008e" providerId="ADAL" clId="{BC0BD879-F267-5CCA-8DEA-E3B2DD07DA4E}" dt="2026-08-31T13:32:13.099" v="41067" actId="1038"/>
          <ac:spMkLst>
            <pc:docMk/>
            <pc:sldMk cId="3699341611" sldId="2076139127"/>
            <ac:spMk id="14" creationId="{1E64780A-8A5E-48B1-7E6B-EA9F4ACD288F}"/>
          </ac:spMkLst>
        </pc:spChg>
        <pc:spChg chg="add mod">
          <ac:chgData name="Hironari Yamada" userId="e57621f8-ec3c-449e-bb19-001fffcc008e" providerId="ADAL" clId="{BC0BD879-F267-5CCA-8DEA-E3B2DD07DA4E}" dt="2026-08-31T13:32:17.037" v="41068" actId="1076"/>
          <ac:spMkLst>
            <pc:docMk/>
            <pc:sldMk cId="3699341611" sldId="2076139127"/>
            <ac:spMk id="17" creationId="{2A1CD1EC-B544-B90B-444F-411C05CB7F3C}"/>
          </ac:spMkLst>
        </pc:spChg>
        <pc:spChg chg="del">
          <ac:chgData name="Hironari Yamada" userId="e57621f8-ec3c-449e-bb19-001fffcc008e" providerId="ADAL" clId="{BC0BD879-F267-5CCA-8DEA-E3B2DD07DA4E}" dt="2026-08-31T13:28:11.070" v="40942" actId="478"/>
          <ac:spMkLst>
            <pc:docMk/>
            <pc:sldMk cId="3699341611" sldId="2076139127"/>
            <ac:spMk id="21" creationId="{6E2EE56F-32F3-B8D2-CD2C-BAFE8EA7DC0E}"/>
          </ac:spMkLst>
        </pc:spChg>
        <pc:spChg chg="add mod">
          <ac:chgData name="Hironari Yamada" userId="e57621f8-ec3c-449e-bb19-001fffcc008e" providerId="ADAL" clId="{BC0BD879-F267-5CCA-8DEA-E3B2DD07DA4E}" dt="2026-08-31T13:32:34.782" v="41073" actId="14100"/>
          <ac:spMkLst>
            <pc:docMk/>
            <pc:sldMk cId="3699341611" sldId="2076139127"/>
            <ac:spMk id="22" creationId="{0F05973E-3E90-F140-2C16-73FC7EFDB9C0}"/>
          </ac:spMkLst>
        </pc:spChg>
        <pc:spChg chg="add mod">
          <ac:chgData name="Hironari Yamada" userId="e57621f8-ec3c-449e-bb19-001fffcc008e" providerId="ADAL" clId="{BC0BD879-F267-5CCA-8DEA-E3B2DD07DA4E}" dt="2026-08-31T13:32:39.206" v="41076" actId="14100"/>
          <ac:spMkLst>
            <pc:docMk/>
            <pc:sldMk cId="3699341611" sldId="2076139127"/>
            <ac:spMk id="23" creationId="{F2CDA394-D43A-AC1C-4D06-F5A6BAA9E239}"/>
          </ac:spMkLst>
        </pc:spChg>
        <pc:spChg chg="add mod">
          <ac:chgData name="Hironari Yamada" userId="e57621f8-ec3c-449e-bb19-001fffcc008e" providerId="ADAL" clId="{BC0BD879-F267-5CCA-8DEA-E3B2DD07DA4E}" dt="2026-08-31T13:32:46.918" v="41079" actId="14100"/>
          <ac:spMkLst>
            <pc:docMk/>
            <pc:sldMk cId="3699341611" sldId="2076139127"/>
            <ac:spMk id="24" creationId="{A1E7BF55-B446-D175-A131-33239BF2A5B8}"/>
          </ac:spMkLst>
        </pc:spChg>
        <pc:spChg chg="add mod">
          <ac:chgData name="Hironari Yamada" userId="e57621f8-ec3c-449e-bb19-001fffcc008e" providerId="ADAL" clId="{BC0BD879-F267-5CCA-8DEA-E3B2DD07DA4E}" dt="2026-08-31T13:32:57.706" v="41090" actId="20577"/>
          <ac:spMkLst>
            <pc:docMk/>
            <pc:sldMk cId="3699341611" sldId="2076139127"/>
            <ac:spMk id="25" creationId="{764BD0F3-0FE2-C1F2-7EDC-61AF3C0AE3F1}"/>
          </ac:spMkLst>
        </pc:spChg>
        <pc:spChg chg="add mod">
          <ac:chgData name="Hironari Yamada" userId="e57621f8-ec3c-449e-bb19-001fffcc008e" providerId="ADAL" clId="{BC0BD879-F267-5CCA-8DEA-E3B2DD07DA4E}" dt="2026-08-31T13:33:11.716" v="41129" actId="14100"/>
          <ac:spMkLst>
            <pc:docMk/>
            <pc:sldMk cId="3699341611" sldId="2076139127"/>
            <ac:spMk id="26" creationId="{885DED05-42E4-F4B7-9681-BCFBEBEAEAF3}"/>
          </ac:spMkLst>
        </pc:spChg>
        <pc:spChg chg="add mod">
          <ac:chgData name="Hironari Yamada" userId="e57621f8-ec3c-449e-bb19-001fffcc008e" providerId="ADAL" clId="{BC0BD879-F267-5CCA-8DEA-E3B2DD07DA4E}" dt="2026-08-31T13:33:41.578" v="41224" actId="1076"/>
          <ac:spMkLst>
            <pc:docMk/>
            <pc:sldMk cId="3699341611" sldId="2076139127"/>
            <ac:spMk id="27" creationId="{FBE74E05-BB0F-ED5C-AFEB-6E8CF6C64E85}"/>
          </ac:spMkLst>
        </pc:spChg>
        <pc:spChg chg="add mod">
          <ac:chgData name="Hironari Yamada" userId="e57621f8-ec3c-449e-bb19-001fffcc008e" providerId="ADAL" clId="{BC0BD879-F267-5CCA-8DEA-E3B2DD07DA4E}" dt="2026-08-31T13:33:20.623" v="41134" actId="14100"/>
          <ac:spMkLst>
            <pc:docMk/>
            <pc:sldMk cId="3699341611" sldId="2076139127"/>
            <ac:spMk id="28" creationId="{D0603DC9-070B-5475-865A-7B7A0BCEB90E}"/>
          </ac:spMkLst>
        </pc:spChg>
        <pc:picChg chg="add del mod">
          <ac:chgData name="Hironari Yamada" userId="e57621f8-ec3c-449e-bb19-001fffcc008e" providerId="ADAL" clId="{BC0BD879-F267-5CCA-8DEA-E3B2DD07DA4E}" dt="2026-08-31T13:30:07.852" v="40996" actId="478"/>
          <ac:picMkLst>
            <pc:docMk/>
            <pc:sldMk cId="3699341611" sldId="2076139127"/>
            <ac:picMk id="7" creationId="{A58C8759-D636-8E4E-93D8-6E9EE59A904A}"/>
          </ac:picMkLst>
        </pc:picChg>
        <pc:picChg chg="add mod">
          <ac:chgData name="Hironari Yamada" userId="e57621f8-ec3c-449e-bb19-001fffcc008e" providerId="ADAL" clId="{BC0BD879-F267-5CCA-8DEA-E3B2DD07DA4E}" dt="2026-08-31T13:31:55.934" v="41037" actId="14100"/>
          <ac:picMkLst>
            <pc:docMk/>
            <pc:sldMk cId="3699341611" sldId="2076139127"/>
            <ac:picMk id="16" creationId="{C8FA736F-A42B-CDA6-6415-F95D02BDD784}"/>
          </ac:picMkLst>
        </pc:picChg>
        <pc:picChg chg="add mod">
          <ac:chgData name="Hironari Yamada" userId="e57621f8-ec3c-449e-bb19-001fffcc008e" providerId="ADAL" clId="{BC0BD879-F267-5CCA-8DEA-E3B2DD07DA4E}" dt="2026-08-31T13:32:02.562" v="41039" actId="14100"/>
          <ac:picMkLst>
            <pc:docMk/>
            <pc:sldMk cId="3699341611" sldId="2076139127"/>
            <ac:picMk id="19" creationId="{6AF9FD17-4E0D-65AA-3654-89EABE75A2DA}"/>
          </ac:picMkLst>
        </pc:picChg>
        <pc:picChg chg="del">
          <ac:chgData name="Hironari Yamada" userId="e57621f8-ec3c-449e-bb19-001fffcc008e" providerId="ADAL" clId="{BC0BD879-F267-5CCA-8DEA-E3B2DD07DA4E}" dt="2026-08-31T13:28:11.070" v="40942" actId="478"/>
          <ac:picMkLst>
            <pc:docMk/>
            <pc:sldMk cId="3699341611" sldId="2076139127"/>
            <ac:picMk id="20" creationId="{D9DB9B3C-6A99-B8DE-0BD8-380892EF4D67}"/>
          </ac:picMkLst>
        </pc:picChg>
      </pc:sldChg>
      <pc:sldChg chg="add del">
        <pc:chgData name="Hironari Yamada" userId="e57621f8-ec3c-449e-bb19-001fffcc008e" providerId="ADAL" clId="{BC0BD879-F267-5CCA-8DEA-E3B2DD07DA4E}" dt="2026-08-31T13:24:15.300" v="40856"/>
        <pc:sldMkLst>
          <pc:docMk/>
          <pc:sldMk cId="3828511097" sldId="2076139127"/>
        </pc:sldMkLst>
      </pc:sldChg>
      <pc:sldChg chg="addSp delSp modSp add del mod">
        <pc:chgData name="Hironari Yamada" userId="e57621f8-ec3c-449e-bb19-001fffcc008e" providerId="ADAL" clId="{BC0BD879-F267-5CCA-8DEA-E3B2DD07DA4E}" dt="2026-08-31T14:54:07.434" v="43763" actId="2696"/>
        <pc:sldMkLst>
          <pc:docMk/>
          <pc:sldMk cId="1574919565" sldId="2076139128"/>
        </pc:sldMkLst>
        <pc:spChg chg="del">
          <ac:chgData name="Hironari Yamada" userId="e57621f8-ec3c-449e-bb19-001fffcc008e" providerId="ADAL" clId="{BC0BD879-F267-5CCA-8DEA-E3B2DD07DA4E}" dt="2026-08-31T13:33:51.873" v="41226" actId="478"/>
          <ac:spMkLst>
            <pc:docMk/>
            <pc:sldMk cId="1574919565" sldId="2076139128"/>
            <ac:spMk id="10" creationId="{F934C759-A661-F012-9A26-655BA3389B06}"/>
          </ac:spMkLst>
        </pc:spChg>
        <pc:spChg chg="del">
          <ac:chgData name="Hironari Yamada" userId="e57621f8-ec3c-449e-bb19-001fffcc008e" providerId="ADAL" clId="{BC0BD879-F267-5CCA-8DEA-E3B2DD07DA4E}" dt="2026-08-31T13:33:51.873" v="41226" actId="478"/>
          <ac:spMkLst>
            <pc:docMk/>
            <pc:sldMk cId="1574919565" sldId="2076139128"/>
            <ac:spMk id="11" creationId="{95772917-BBCF-C9D9-7217-D3287D720D21}"/>
          </ac:spMkLst>
        </pc:spChg>
        <pc:spChg chg="del">
          <ac:chgData name="Hironari Yamada" userId="e57621f8-ec3c-449e-bb19-001fffcc008e" providerId="ADAL" clId="{BC0BD879-F267-5CCA-8DEA-E3B2DD07DA4E}" dt="2026-08-31T13:33:51.873" v="41226" actId="478"/>
          <ac:spMkLst>
            <pc:docMk/>
            <pc:sldMk cId="1574919565" sldId="2076139128"/>
            <ac:spMk id="12" creationId="{AE3F904C-2632-6588-579F-2932D7B1CECB}"/>
          </ac:spMkLst>
        </pc:spChg>
        <pc:spChg chg="del">
          <ac:chgData name="Hironari Yamada" userId="e57621f8-ec3c-449e-bb19-001fffcc008e" providerId="ADAL" clId="{BC0BD879-F267-5CCA-8DEA-E3B2DD07DA4E}" dt="2026-08-31T13:33:51.873" v="41226" actId="478"/>
          <ac:spMkLst>
            <pc:docMk/>
            <pc:sldMk cId="1574919565" sldId="2076139128"/>
            <ac:spMk id="13" creationId="{2AEBDA2D-F986-6E64-2DF0-BFB365CB10E4}"/>
          </ac:spMkLst>
        </pc:spChg>
        <pc:spChg chg="del">
          <ac:chgData name="Hironari Yamada" userId="e57621f8-ec3c-449e-bb19-001fffcc008e" providerId="ADAL" clId="{BC0BD879-F267-5CCA-8DEA-E3B2DD07DA4E}" dt="2026-08-31T13:33:51.873" v="41226" actId="478"/>
          <ac:spMkLst>
            <pc:docMk/>
            <pc:sldMk cId="1574919565" sldId="2076139128"/>
            <ac:spMk id="14" creationId="{3C6869C3-DB2C-55EC-1DA0-1D63AF760B15}"/>
          </ac:spMkLst>
        </pc:spChg>
        <pc:spChg chg="add mod">
          <ac:chgData name="Hironari Yamada" userId="e57621f8-ec3c-449e-bb19-001fffcc008e" providerId="ADAL" clId="{BC0BD879-F267-5CCA-8DEA-E3B2DD07DA4E}" dt="2026-08-31T13:36:05.309" v="41317" actId="14100"/>
          <ac:spMkLst>
            <pc:docMk/>
            <pc:sldMk cId="1574919565" sldId="2076139128"/>
            <ac:spMk id="15" creationId="{89B85BD8-0A16-A409-D311-6D33B2487390}"/>
          </ac:spMkLst>
        </pc:spChg>
        <pc:spChg chg="del">
          <ac:chgData name="Hironari Yamada" userId="e57621f8-ec3c-449e-bb19-001fffcc008e" providerId="ADAL" clId="{BC0BD879-F267-5CCA-8DEA-E3B2DD07DA4E}" dt="2026-08-31T13:33:51.873" v="41226" actId="478"/>
          <ac:spMkLst>
            <pc:docMk/>
            <pc:sldMk cId="1574919565" sldId="2076139128"/>
            <ac:spMk id="17" creationId="{D40E1B2C-2583-839F-7478-F5DD8B0971AD}"/>
          </ac:spMkLst>
        </pc:spChg>
        <pc:spChg chg="add mod">
          <ac:chgData name="Hironari Yamada" userId="e57621f8-ec3c-449e-bb19-001fffcc008e" providerId="ADAL" clId="{BC0BD879-F267-5CCA-8DEA-E3B2DD07DA4E}" dt="2026-08-31T13:36:12.343" v="41320" actId="14100"/>
          <ac:spMkLst>
            <pc:docMk/>
            <pc:sldMk cId="1574919565" sldId="2076139128"/>
            <ac:spMk id="18" creationId="{3B229AF6-AD14-FB7D-FF7E-CDC0A9037C66}"/>
          </ac:spMkLst>
        </pc:spChg>
        <pc:spChg chg="add mod">
          <ac:chgData name="Hironari Yamada" userId="e57621f8-ec3c-449e-bb19-001fffcc008e" providerId="ADAL" clId="{BC0BD879-F267-5CCA-8DEA-E3B2DD07DA4E}" dt="2026-08-31T13:38:35.529" v="41489" actId="14100"/>
          <ac:spMkLst>
            <pc:docMk/>
            <pc:sldMk cId="1574919565" sldId="2076139128"/>
            <ac:spMk id="20" creationId="{C7E64493-2BD3-98D1-86A1-D95EBBB0A575}"/>
          </ac:spMkLst>
        </pc:spChg>
        <pc:spChg chg="del">
          <ac:chgData name="Hironari Yamada" userId="e57621f8-ec3c-449e-bb19-001fffcc008e" providerId="ADAL" clId="{BC0BD879-F267-5CCA-8DEA-E3B2DD07DA4E}" dt="2026-08-31T13:35:12.392" v="41304" actId="478"/>
          <ac:spMkLst>
            <pc:docMk/>
            <pc:sldMk cId="1574919565" sldId="2076139128"/>
            <ac:spMk id="22" creationId="{8AA3E29D-365E-5136-560F-3AD6B1297D7A}"/>
          </ac:spMkLst>
        </pc:spChg>
        <pc:spChg chg="mod">
          <ac:chgData name="Hironari Yamada" userId="e57621f8-ec3c-449e-bb19-001fffcc008e" providerId="ADAL" clId="{BC0BD879-F267-5CCA-8DEA-E3B2DD07DA4E}" dt="2026-08-31T13:34:41.114" v="41234" actId="14100"/>
          <ac:spMkLst>
            <pc:docMk/>
            <pc:sldMk cId="1574919565" sldId="2076139128"/>
            <ac:spMk id="23" creationId="{6BCD9D8D-F07A-7804-5BD0-3EB4D9BF546F}"/>
          </ac:spMkLst>
        </pc:spChg>
        <pc:spChg chg="del">
          <ac:chgData name="Hironari Yamada" userId="e57621f8-ec3c-449e-bb19-001fffcc008e" providerId="ADAL" clId="{BC0BD879-F267-5CCA-8DEA-E3B2DD07DA4E}" dt="2026-08-31T13:35:12.392" v="41304" actId="478"/>
          <ac:spMkLst>
            <pc:docMk/>
            <pc:sldMk cId="1574919565" sldId="2076139128"/>
            <ac:spMk id="24" creationId="{E5958AFC-4167-4EB8-0ACF-B2DF9C7B595E}"/>
          </ac:spMkLst>
        </pc:spChg>
        <pc:spChg chg="mod">
          <ac:chgData name="Hironari Yamada" userId="e57621f8-ec3c-449e-bb19-001fffcc008e" providerId="ADAL" clId="{BC0BD879-F267-5CCA-8DEA-E3B2DD07DA4E}" dt="2026-08-31T13:34:56.817" v="41303" actId="20577"/>
          <ac:spMkLst>
            <pc:docMk/>
            <pc:sldMk cId="1574919565" sldId="2076139128"/>
            <ac:spMk id="25" creationId="{9CFD27A8-BB02-4107-4355-076A40B74E39}"/>
          </ac:spMkLst>
        </pc:spChg>
        <pc:spChg chg="del">
          <ac:chgData name="Hironari Yamada" userId="e57621f8-ec3c-449e-bb19-001fffcc008e" providerId="ADAL" clId="{BC0BD879-F267-5CCA-8DEA-E3B2DD07DA4E}" dt="2026-08-31T13:35:12.392" v="41304" actId="478"/>
          <ac:spMkLst>
            <pc:docMk/>
            <pc:sldMk cId="1574919565" sldId="2076139128"/>
            <ac:spMk id="26" creationId="{94C412A0-C36E-DF36-CD11-0EF9B2DED694}"/>
          </ac:spMkLst>
        </pc:spChg>
        <pc:spChg chg="del">
          <ac:chgData name="Hironari Yamada" userId="e57621f8-ec3c-449e-bb19-001fffcc008e" providerId="ADAL" clId="{BC0BD879-F267-5CCA-8DEA-E3B2DD07DA4E}" dt="2026-08-31T13:35:12.392" v="41304" actId="478"/>
          <ac:spMkLst>
            <pc:docMk/>
            <pc:sldMk cId="1574919565" sldId="2076139128"/>
            <ac:spMk id="27" creationId="{17F5A81E-6661-CB22-6C61-D0CE56567C99}"/>
          </ac:spMkLst>
        </pc:spChg>
        <pc:spChg chg="del">
          <ac:chgData name="Hironari Yamada" userId="e57621f8-ec3c-449e-bb19-001fffcc008e" providerId="ADAL" clId="{BC0BD879-F267-5CCA-8DEA-E3B2DD07DA4E}" dt="2026-08-31T13:35:12.392" v="41304" actId="478"/>
          <ac:spMkLst>
            <pc:docMk/>
            <pc:sldMk cId="1574919565" sldId="2076139128"/>
            <ac:spMk id="28" creationId="{16998B5D-60FD-7DF9-E076-3A04FAAA5461}"/>
          </ac:spMkLst>
        </pc:spChg>
        <pc:graphicFrameChg chg="add mod modGraphic">
          <ac:chgData name="Hironari Yamada" userId="e57621f8-ec3c-449e-bb19-001fffcc008e" providerId="ADAL" clId="{BC0BD879-F267-5CCA-8DEA-E3B2DD07DA4E}" dt="2026-08-31T13:38:48.309" v="41528" actId="20577"/>
          <ac:graphicFrameMkLst>
            <pc:docMk/>
            <pc:sldMk cId="1574919565" sldId="2076139128"/>
            <ac:graphicFrameMk id="21" creationId="{3208FFE9-3CF1-1C57-9E39-B507A5850297}"/>
          </ac:graphicFrameMkLst>
        </pc:graphicFrameChg>
        <pc:picChg chg="add mod">
          <ac:chgData name="Hironari Yamada" userId="e57621f8-ec3c-449e-bb19-001fffcc008e" providerId="ADAL" clId="{BC0BD879-F267-5CCA-8DEA-E3B2DD07DA4E}" dt="2026-08-31T13:34:24.866" v="41230" actId="14100"/>
          <ac:picMkLst>
            <pc:docMk/>
            <pc:sldMk cId="1574919565" sldId="2076139128"/>
            <ac:picMk id="6" creationId="{7E2660E9-8166-90C4-E60D-D3598F2159E6}"/>
          </ac:picMkLst>
        </pc:picChg>
        <pc:picChg chg="add mod">
          <ac:chgData name="Hironari Yamada" userId="e57621f8-ec3c-449e-bb19-001fffcc008e" providerId="ADAL" clId="{BC0BD879-F267-5CCA-8DEA-E3B2DD07DA4E}" dt="2026-08-31T13:35:58.096" v="41315" actId="1076"/>
          <ac:picMkLst>
            <pc:docMk/>
            <pc:sldMk cId="1574919565" sldId="2076139128"/>
            <ac:picMk id="8" creationId="{377C005A-7497-BBC3-588A-C36E732EDFBF}"/>
          </ac:picMkLst>
        </pc:picChg>
        <pc:picChg chg="del">
          <ac:chgData name="Hironari Yamada" userId="e57621f8-ec3c-449e-bb19-001fffcc008e" providerId="ADAL" clId="{BC0BD879-F267-5CCA-8DEA-E3B2DD07DA4E}" dt="2026-08-31T13:33:51.873" v="41226" actId="478"/>
          <ac:picMkLst>
            <pc:docMk/>
            <pc:sldMk cId="1574919565" sldId="2076139128"/>
            <ac:picMk id="16" creationId="{BDEC6A1A-3024-AC04-4F87-FCD2941DA549}"/>
          </ac:picMkLst>
        </pc:picChg>
        <pc:picChg chg="del">
          <ac:chgData name="Hironari Yamada" userId="e57621f8-ec3c-449e-bb19-001fffcc008e" providerId="ADAL" clId="{BC0BD879-F267-5CCA-8DEA-E3B2DD07DA4E}" dt="2026-08-31T13:35:12.392" v="41304" actId="478"/>
          <ac:picMkLst>
            <pc:docMk/>
            <pc:sldMk cId="1574919565" sldId="2076139128"/>
            <ac:picMk id="19" creationId="{F125EAFD-939B-20D4-596A-C9A8F53A2762}"/>
          </ac:picMkLst>
        </pc:picChg>
      </pc:sldChg>
      <pc:sldChg chg="addSp delSp modSp add del mod">
        <pc:chgData name="Hironari Yamada" userId="e57621f8-ec3c-449e-bb19-001fffcc008e" providerId="ADAL" clId="{BC0BD879-F267-5CCA-8DEA-E3B2DD07DA4E}" dt="2026-08-31T14:54:07.395" v="43736" actId="2696"/>
        <pc:sldMkLst>
          <pc:docMk/>
          <pc:sldMk cId="1656385819" sldId="2076139129"/>
        </pc:sldMkLst>
        <pc:spChg chg="mod">
          <ac:chgData name="Hironari Yamada" userId="e57621f8-ec3c-449e-bb19-001fffcc008e" providerId="ADAL" clId="{BC0BD879-F267-5CCA-8DEA-E3B2DD07DA4E}" dt="2026-08-31T13:51:44.444" v="42109" actId="20577"/>
          <ac:spMkLst>
            <pc:docMk/>
            <pc:sldMk cId="1656385819" sldId="2076139129"/>
            <ac:spMk id="9" creationId="{4BBB612C-C2A1-7CC6-2C50-DCFD8A208751}"/>
          </ac:spMkLst>
        </pc:spChg>
        <pc:spChg chg="add mod">
          <ac:chgData name="Hironari Yamada" userId="e57621f8-ec3c-449e-bb19-001fffcc008e" providerId="ADAL" clId="{BC0BD879-F267-5CCA-8DEA-E3B2DD07DA4E}" dt="2026-08-31T13:44:08.185" v="41594" actId="14100"/>
          <ac:spMkLst>
            <pc:docMk/>
            <pc:sldMk cId="1656385819" sldId="2076139129"/>
            <ac:spMk id="10" creationId="{D0A87CEB-7170-A521-0974-D60F81C95560}"/>
          </ac:spMkLst>
        </pc:spChg>
        <pc:spChg chg="add mod">
          <ac:chgData name="Hironari Yamada" userId="e57621f8-ec3c-449e-bb19-001fffcc008e" providerId="ADAL" clId="{BC0BD879-F267-5CCA-8DEA-E3B2DD07DA4E}" dt="2026-08-31T13:45:00.785" v="41783" actId="1076"/>
          <ac:spMkLst>
            <pc:docMk/>
            <pc:sldMk cId="1656385819" sldId="2076139129"/>
            <ac:spMk id="11" creationId="{FC39CB5E-C744-C44F-E4A3-29748AB380A7}"/>
          </ac:spMkLst>
        </pc:spChg>
        <pc:spChg chg="add mod">
          <ac:chgData name="Hironari Yamada" userId="e57621f8-ec3c-449e-bb19-001fffcc008e" providerId="ADAL" clId="{BC0BD879-F267-5CCA-8DEA-E3B2DD07DA4E}" dt="2026-08-31T13:46:09.863" v="41791"/>
          <ac:spMkLst>
            <pc:docMk/>
            <pc:sldMk cId="1656385819" sldId="2076139129"/>
            <ac:spMk id="14" creationId="{3C499FF9-59D0-22E1-4BF5-03CA02572A9C}"/>
          </ac:spMkLst>
        </pc:spChg>
        <pc:spChg chg="mod">
          <ac:chgData name="Hironari Yamada" userId="e57621f8-ec3c-449e-bb19-001fffcc008e" providerId="ADAL" clId="{BC0BD879-F267-5CCA-8DEA-E3B2DD07DA4E}" dt="2026-08-31T13:43:19.818" v="41541" actId="14100"/>
          <ac:spMkLst>
            <pc:docMk/>
            <pc:sldMk cId="1656385819" sldId="2076139129"/>
            <ac:spMk id="15" creationId="{3954A226-53F5-2D17-D23E-50BA4BA3647C}"/>
          </ac:spMkLst>
        </pc:spChg>
        <pc:spChg chg="add mod">
          <ac:chgData name="Hironari Yamada" userId="e57621f8-ec3c-449e-bb19-001fffcc008e" providerId="ADAL" clId="{BC0BD879-F267-5CCA-8DEA-E3B2DD07DA4E}" dt="2026-08-31T13:46:09.863" v="41791"/>
          <ac:spMkLst>
            <pc:docMk/>
            <pc:sldMk cId="1656385819" sldId="2076139129"/>
            <ac:spMk id="16" creationId="{6F7D87E8-5840-4CCB-14B7-FB420F7B4813}"/>
          </ac:spMkLst>
        </pc:spChg>
        <pc:spChg chg="add mod">
          <ac:chgData name="Hironari Yamada" userId="e57621f8-ec3c-449e-bb19-001fffcc008e" providerId="ADAL" clId="{BC0BD879-F267-5CCA-8DEA-E3B2DD07DA4E}" dt="2026-08-31T13:46:09.863" v="41791"/>
          <ac:spMkLst>
            <pc:docMk/>
            <pc:sldMk cId="1656385819" sldId="2076139129"/>
            <ac:spMk id="17" creationId="{D073CD4C-545D-3F74-4C32-7BA2AE6846AB}"/>
          </ac:spMkLst>
        </pc:spChg>
        <pc:spChg chg="del">
          <ac:chgData name="Hironari Yamada" userId="e57621f8-ec3c-449e-bb19-001fffcc008e" providerId="ADAL" clId="{BC0BD879-F267-5CCA-8DEA-E3B2DD07DA4E}" dt="2026-08-31T13:45:04.486" v="41784" actId="478"/>
          <ac:spMkLst>
            <pc:docMk/>
            <pc:sldMk cId="1656385819" sldId="2076139129"/>
            <ac:spMk id="18" creationId="{1C605315-F7B5-D2D2-4F85-C1A12D677B59}"/>
          </ac:spMkLst>
        </pc:spChg>
        <pc:spChg chg="add mod">
          <ac:chgData name="Hironari Yamada" userId="e57621f8-ec3c-449e-bb19-001fffcc008e" providerId="ADAL" clId="{BC0BD879-F267-5CCA-8DEA-E3B2DD07DA4E}" dt="2026-08-31T13:46:09.863" v="41791"/>
          <ac:spMkLst>
            <pc:docMk/>
            <pc:sldMk cId="1656385819" sldId="2076139129"/>
            <ac:spMk id="19" creationId="{881059FD-C6A1-1864-6697-4BF01D9AB145}"/>
          </ac:spMkLst>
        </pc:spChg>
        <pc:spChg chg="del">
          <ac:chgData name="Hironari Yamada" userId="e57621f8-ec3c-449e-bb19-001fffcc008e" providerId="ADAL" clId="{BC0BD879-F267-5CCA-8DEA-E3B2DD07DA4E}" dt="2026-08-31T13:45:04.486" v="41784" actId="478"/>
          <ac:spMkLst>
            <pc:docMk/>
            <pc:sldMk cId="1656385819" sldId="2076139129"/>
            <ac:spMk id="20" creationId="{B91E117B-B29D-E618-9B13-A8B9A788A1A2}"/>
          </ac:spMkLst>
        </pc:spChg>
        <pc:spChg chg="mod">
          <ac:chgData name="Hironari Yamada" userId="e57621f8-ec3c-449e-bb19-001fffcc008e" providerId="ADAL" clId="{BC0BD879-F267-5CCA-8DEA-E3B2DD07DA4E}" dt="2026-08-31T13:41:04.996" v="41531" actId="1076"/>
          <ac:spMkLst>
            <pc:docMk/>
            <pc:sldMk cId="1656385819" sldId="2076139129"/>
            <ac:spMk id="23" creationId="{922472F3-8139-0192-F042-C2F5CF84FC90}"/>
          </ac:spMkLst>
        </pc:spChg>
        <pc:spChg chg="add mod">
          <ac:chgData name="Hironari Yamada" userId="e57621f8-ec3c-449e-bb19-001fffcc008e" providerId="ADAL" clId="{BC0BD879-F267-5CCA-8DEA-E3B2DD07DA4E}" dt="2026-08-31T13:46:33.606" v="41798" actId="1076"/>
          <ac:spMkLst>
            <pc:docMk/>
            <pc:sldMk cId="1656385819" sldId="2076139129"/>
            <ac:spMk id="24" creationId="{099169D4-2059-7D77-A301-2794320AA1DD}"/>
          </ac:spMkLst>
        </pc:spChg>
        <pc:spChg chg="mod">
          <ac:chgData name="Hironari Yamada" userId="e57621f8-ec3c-449e-bb19-001fffcc008e" providerId="ADAL" clId="{BC0BD879-F267-5CCA-8DEA-E3B2DD07DA4E}" dt="2026-08-31T13:43:59.708" v="41590" actId="20577"/>
          <ac:spMkLst>
            <pc:docMk/>
            <pc:sldMk cId="1656385819" sldId="2076139129"/>
            <ac:spMk id="25" creationId="{301093CC-10B2-5423-6BBF-8E1EC55A458C}"/>
          </ac:spMkLst>
        </pc:spChg>
        <pc:spChg chg="add mod">
          <ac:chgData name="Hironari Yamada" userId="e57621f8-ec3c-449e-bb19-001fffcc008e" providerId="ADAL" clId="{BC0BD879-F267-5CCA-8DEA-E3B2DD07DA4E}" dt="2026-08-31T13:46:51.368" v="41801" actId="6549"/>
          <ac:spMkLst>
            <pc:docMk/>
            <pc:sldMk cId="1656385819" sldId="2076139129"/>
            <ac:spMk id="26" creationId="{61C0274B-557E-C66B-B624-BCCC7B8DD216}"/>
          </ac:spMkLst>
        </pc:spChg>
        <pc:spChg chg="add mod">
          <ac:chgData name="Hironari Yamada" userId="e57621f8-ec3c-449e-bb19-001fffcc008e" providerId="ADAL" clId="{BC0BD879-F267-5CCA-8DEA-E3B2DD07DA4E}" dt="2026-08-31T13:47:05.330" v="41816" actId="14100"/>
          <ac:spMkLst>
            <pc:docMk/>
            <pc:sldMk cId="1656385819" sldId="2076139129"/>
            <ac:spMk id="27" creationId="{6D790D28-5AD2-D596-40E1-834E2C6D7E74}"/>
          </ac:spMkLst>
        </pc:spChg>
        <pc:spChg chg="add mod">
          <ac:chgData name="Hironari Yamada" userId="e57621f8-ec3c-449e-bb19-001fffcc008e" providerId="ADAL" clId="{BC0BD879-F267-5CCA-8DEA-E3B2DD07DA4E}" dt="2026-08-31T13:47:18.637" v="41860" actId="1076"/>
          <ac:spMkLst>
            <pc:docMk/>
            <pc:sldMk cId="1656385819" sldId="2076139129"/>
            <ac:spMk id="28" creationId="{A5636D24-859E-7DD8-5E45-16C97E9DBBE0}"/>
          </ac:spMkLst>
        </pc:spChg>
        <pc:graphicFrameChg chg="del">
          <ac:chgData name="Hironari Yamada" userId="e57621f8-ec3c-449e-bb19-001fffcc008e" providerId="ADAL" clId="{BC0BD879-F267-5CCA-8DEA-E3B2DD07DA4E}" dt="2026-08-31T13:45:04.486" v="41784" actId="478"/>
          <ac:graphicFrameMkLst>
            <pc:docMk/>
            <pc:sldMk cId="1656385819" sldId="2076139129"/>
            <ac:graphicFrameMk id="21" creationId="{147BD3BB-D143-0D83-B6E4-6F9005E69DF2}"/>
          </ac:graphicFrameMkLst>
        </pc:graphicFrameChg>
        <pc:picChg chg="del">
          <ac:chgData name="Hironari Yamada" userId="e57621f8-ec3c-449e-bb19-001fffcc008e" providerId="ADAL" clId="{BC0BD879-F267-5CCA-8DEA-E3B2DD07DA4E}" dt="2026-08-31T13:41:00.897" v="41530" actId="478"/>
          <ac:picMkLst>
            <pc:docMk/>
            <pc:sldMk cId="1656385819" sldId="2076139129"/>
            <ac:picMk id="6" creationId="{8C88FF4A-4782-EF18-B6F2-D2466FC49000}"/>
          </ac:picMkLst>
        </pc:picChg>
        <pc:picChg chg="add mod">
          <ac:chgData name="Hironari Yamada" userId="e57621f8-ec3c-449e-bb19-001fffcc008e" providerId="ADAL" clId="{BC0BD879-F267-5CCA-8DEA-E3B2DD07DA4E}" dt="2026-08-31T13:43:01.893" v="41537" actId="14100"/>
          <ac:picMkLst>
            <pc:docMk/>
            <pc:sldMk cId="1656385819" sldId="2076139129"/>
            <ac:picMk id="7" creationId="{95FEAC8B-3217-DFEE-B464-D950F1C9B97B}"/>
          </ac:picMkLst>
        </pc:picChg>
        <pc:picChg chg="del">
          <ac:chgData name="Hironari Yamada" userId="e57621f8-ec3c-449e-bb19-001fffcc008e" providerId="ADAL" clId="{BC0BD879-F267-5CCA-8DEA-E3B2DD07DA4E}" dt="2026-08-31T13:45:04.486" v="41784" actId="478"/>
          <ac:picMkLst>
            <pc:docMk/>
            <pc:sldMk cId="1656385819" sldId="2076139129"/>
            <ac:picMk id="8" creationId="{20A37718-1C21-9FBE-D9B5-F4EDD8EC8013}"/>
          </ac:picMkLst>
        </pc:picChg>
        <pc:picChg chg="add mod">
          <ac:chgData name="Hironari Yamada" userId="e57621f8-ec3c-449e-bb19-001fffcc008e" providerId="ADAL" clId="{BC0BD879-F267-5CCA-8DEA-E3B2DD07DA4E}" dt="2026-08-31T13:46:24.415" v="41795" actId="1076"/>
          <ac:picMkLst>
            <pc:docMk/>
            <pc:sldMk cId="1656385819" sldId="2076139129"/>
            <ac:picMk id="13" creationId="{85B73454-E276-B5B8-3B13-C45F890E4D60}"/>
          </ac:picMkLst>
        </pc:picChg>
        <pc:picChg chg="add mod">
          <ac:chgData name="Hironari Yamada" userId="e57621f8-ec3c-449e-bb19-001fffcc008e" providerId="ADAL" clId="{BC0BD879-F267-5CCA-8DEA-E3B2DD07DA4E}" dt="2026-08-31T13:46:09.863" v="41791"/>
          <ac:picMkLst>
            <pc:docMk/>
            <pc:sldMk cId="1656385819" sldId="2076139129"/>
            <ac:picMk id="22" creationId="{923B0583-4420-ED39-D1FD-32E3B7A4EE42}"/>
          </ac:picMkLst>
        </pc:picChg>
      </pc:sldChg>
      <pc:sldChg chg="addSp delSp modSp add del mod">
        <pc:chgData name="Hironari Yamada" userId="e57621f8-ec3c-449e-bb19-001fffcc008e" providerId="ADAL" clId="{BC0BD879-F267-5CCA-8DEA-E3B2DD07DA4E}" dt="2026-08-31T14:54:07.415" v="43750" actId="2696"/>
        <pc:sldMkLst>
          <pc:docMk/>
          <pc:sldMk cId="237827442" sldId="2076139130"/>
        </pc:sldMkLst>
        <pc:spChg chg="mod">
          <ac:chgData name="Hironari Yamada" userId="e57621f8-ec3c-449e-bb19-001fffcc008e" providerId="ADAL" clId="{BC0BD879-F267-5CCA-8DEA-E3B2DD07DA4E}" dt="2026-08-31T13:51:49.519" v="42110"/>
          <ac:spMkLst>
            <pc:docMk/>
            <pc:sldMk cId="237827442" sldId="2076139130"/>
            <ac:spMk id="9" creationId="{1A15F172-2D22-C570-47F9-3D6B8C9B49F0}"/>
          </ac:spMkLst>
        </pc:spChg>
        <pc:spChg chg="del">
          <ac:chgData name="Hironari Yamada" userId="e57621f8-ec3c-449e-bb19-001fffcc008e" providerId="ADAL" clId="{BC0BD879-F267-5CCA-8DEA-E3B2DD07DA4E}" dt="2026-08-31T13:48:34.736" v="41865" actId="478"/>
          <ac:spMkLst>
            <pc:docMk/>
            <pc:sldMk cId="237827442" sldId="2076139130"/>
            <ac:spMk id="10" creationId="{2B8798A5-FD4D-CDA3-569B-6A1090DADCA8}"/>
          </ac:spMkLst>
        </pc:spChg>
        <pc:spChg chg="del">
          <ac:chgData name="Hironari Yamada" userId="e57621f8-ec3c-449e-bb19-001fffcc008e" providerId="ADAL" clId="{BC0BD879-F267-5CCA-8DEA-E3B2DD07DA4E}" dt="2026-08-31T13:48:34.736" v="41865" actId="478"/>
          <ac:spMkLst>
            <pc:docMk/>
            <pc:sldMk cId="237827442" sldId="2076139130"/>
            <ac:spMk id="11" creationId="{E52DB193-D30D-6B3F-1B68-4524760312CD}"/>
          </ac:spMkLst>
        </pc:spChg>
        <pc:spChg chg="add mod">
          <ac:chgData name="Hironari Yamada" userId="e57621f8-ec3c-449e-bb19-001fffcc008e" providerId="ADAL" clId="{BC0BD879-F267-5CCA-8DEA-E3B2DD07DA4E}" dt="2026-08-31T13:52:03.520" v="42115" actId="14100"/>
          <ac:spMkLst>
            <pc:docMk/>
            <pc:sldMk cId="237827442" sldId="2076139130"/>
            <ac:spMk id="12" creationId="{653A562C-955F-E91E-B183-D4250B7BE6E8}"/>
          </ac:spMkLst>
        </pc:spChg>
        <pc:spChg chg="add mod">
          <ac:chgData name="Hironari Yamada" userId="e57621f8-ec3c-449e-bb19-001fffcc008e" providerId="ADAL" clId="{BC0BD879-F267-5CCA-8DEA-E3B2DD07DA4E}" dt="2026-08-31T13:52:14.982" v="42131" actId="1076"/>
          <ac:spMkLst>
            <pc:docMk/>
            <pc:sldMk cId="237827442" sldId="2076139130"/>
            <ac:spMk id="14" creationId="{D7021C46-327D-343B-0C5A-5154FFB9065B}"/>
          </ac:spMkLst>
        </pc:spChg>
        <pc:spChg chg="del">
          <ac:chgData name="Hironari Yamada" userId="e57621f8-ec3c-449e-bb19-001fffcc008e" providerId="ADAL" clId="{BC0BD879-F267-5CCA-8DEA-E3B2DD07DA4E}" dt="2026-08-31T13:48:34.736" v="41865" actId="478"/>
          <ac:spMkLst>
            <pc:docMk/>
            <pc:sldMk cId="237827442" sldId="2076139130"/>
            <ac:spMk id="15" creationId="{4A3F5AE2-BEEF-5B6A-E9D2-F2A1D1B76A71}"/>
          </ac:spMkLst>
        </pc:spChg>
        <pc:spChg chg="del">
          <ac:chgData name="Hironari Yamada" userId="e57621f8-ec3c-449e-bb19-001fffcc008e" providerId="ADAL" clId="{BC0BD879-F267-5CCA-8DEA-E3B2DD07DA4E}" dt="2026-08-31T13:48:21.299" v="41862" actId="478"/>
          <ac:spMkLst>
            <pc:docMk/>
            <pc:sldMk cId="237827442" sldId="2076139130"/>
            <ac:spMk id="23" creationId="{93334A05-03BD-B6AD-4A6E-9ABBC18E7B4F}"/>
          </ac:spMkLst>
        </pc:spChg>
        <pc:spChg chg="add del mod">
          <ac:chgData name="Hironari Yamada" userId="e57621f8-ec3c-449e-bb19-001fffcc008e" providerId="ADAL" clId="{BC0BD879-F267-5CCA-8DEA-E3B2DD07DA4E}" dt="2026-08-31T13:50:15.488" v="41872" actId="1076"/>
          <ac:spMkLst>
            <pc:docMk/>
            <pc:sldMk cId="237827442" sldId="2076139130"/>
            <ac:spMk id="24" creationId="{983F54EF-FA3E-ACD9-DA28-B1C84704BAC2}"/>
          </ac:spMkLst>
        </pc:spChg>
        <pc:spChg chg="del">
          <ac:chgData name="Hironari Yamada" userId="e57621f8-ec3c-449e-bb19-001fffcc008e" providerId="ADAL" clId="{BC0BD879-F267-5CCA-8DEA-E3B2DD07DA4E}" dt="2026-08-31T13:48:34.736" v="41865" actId="478"/>
          <ac:spMkLst>
            <pc:docMk/>
            <pc:sldMk cId="237827442" sldId="2076139130"/>
            <ac:spMk id="25" creationId="{7F780465-FCC9-CECE-41F8-754FAB330695}"/>
          </ac:spMkLst>
        </pc:spChg>
        <pc:spChg chg="add del mod">
          <ac:chgData name="Hironari Yamada" userId="e57621f8-ec3c-449e-bb19-001fffcc008e" providerId="ADAL" clId="{BC0BD879-F267-5CCA-8DEA-E3B2DD07DA4E}" dt="2026-08-31T13:50:29.314" v="41875" actId="6549"/>
          <ac:spMkLst>
            <pc:docMk/>
            <pc:sldMk cId="237827442" sldId="2076139130"/>
            <ac:spMk id="26" creationId="{8CC9EE08-11D9-2C9E-427E-72AA8F99B7D9}"/>
          </ac:spMkLst>
        </pc:spChg>
        <pc:spChg chg="add del mod">
          <ac:chgData name="Hironari Yamada" userId="e57621f8-ec3c-449e-bb19-001fffcc008e" providerId="ADAL" clId="{BC0BD879-F267-5CCA-8DEA-E3B2DD07DA4E}" dt="2026-08-31T13:50:15.488" v="41872" actId="1076"/>
          <ac:spMkLst>
            <pc:docMk/>
            <pc:sldMk cId="237827442" sldId="2076139130"/>
            <ac:spMk id="27" creationId="{58A0A715-657E-358E-968E-6D27BB4A99C0}"/>
          </ac:spMkLst>
        </pc:spChg>
        <pc:spChg chg="add del mod">
          <ac:chgData name="Hironari Yamada" userId="e57621f8-ec3c-449e-bb19-001fffcc008e" providerId="ADAL" clId="{BC0BD879-F267-5CCA-8DEA-E3B2DD07DA4E}" dt="2026-08-31T14:23:07.725" v="43467" actId="1076"/>
          <ac:spMkLst>
            <pc:docMk/>
            <pc:sldMk cId="237827442" sldId="2076139130"/>
            <ac:spMk id="28" creationId="{8780B615-2AB1-0856-21CF-57FE75D5A9C7}"/>
          </ac:spMkLst>
        </pc:spChg>
        <pc:picChg chg="add mod">
          <ac:chgData name="Hironari Yamada" userId="e57621f8-ec3c-449e-bb19-001fffcc008e" providerId="ADAL" clId="{BC0BD879-F267-5CCA-8DEA-E3B2DD07DA4E}" dt="2026-08-31T13:50:00.356" v="41870" actId="14100"/>
          <ac:picMkLst>
            <pc:docMk/>
            <pc:sldMk cId="237827442" sldId="2076139130"/>
            <ac:picMk id="6" creationId="{FBD469DE-7546-7763-3271-6AA556334F8D}"/>
          </ac:picMkLst>
        </pc:picChg>
        <pc:picChg chg="del">
          <ac:chgData name="Hironari Yamada" userId="e57621f8-ec3c-449e-bb19-001fffcc008e" providerId="ADAL" clId="{BC0BD879-F267-5CCA-8DEA-E3B2DD07DA4E}" dt="2026-08-31T13:48:34.736" v="41865" actId="478"/>
          <ac:picMkLst>
            <pc:docMk/>
            <pc:sldMk cId="237827442" sldId="2076139130"/>
            <ac:picMk id="7" creationId="{9619AC86-6161-E616-FED3-FD96F921A81F}"/>
          </ac:picMkLst>
        </pc:picChg>
        <pc:picChg chg="add mod">
          <ac:chgData name="Hironari Yamada" userId="e57621f8-ec3c-449e-bb19-001fffcc008e" providerId="ADAL" clId="{BC0BD879-F267-5CCA-8DEA-E3B2DD07DA4E}" dt="2026-08-31T13:51:56.937" v="42112" actId="1076"/>
          <ac:picMkLst>
            <pc:docMk/>
            <pc:sldMk cId="237827442" sldId="2076139130"/>
            <ac:picMk id="8" creationId="{1C694F9B-C5BB-8C3A-FCB8-298F05365CA9}"/>
          </ac:picMkLst>
        </pc:picChg>
        <pc:picChg chg="add del">
          <ac:chgData name="Hironari Yamada" userId="e57621f8-ec3c-449e-bb19-001fffcc008e" providerId="ADAL" clId="{BC0BD879-F267-5CCA-8DEA-E3B2DD07DA4E}" dt="2026-08-31T13:51:24.193" v="42086" actId="478"/>
          <ac:picMkLst>
            <pc:docMk/>
            <pc:sldMk cId="237827442" sldId="2076139130"/>
            <ac:picMk id="13" creationId="{97818EE7-8582-1162-64FC-1999F03D51BD}"/>
          </ac:picMkLst>
        </pc:picChg>
      </pc:sldChg>
      <pc:sldChg chg="addSp delSp modSp add del mod">
        <pc:chgData name="Hironari Yamada" userId="e57621f8-ec3c-449e-bb19-001fffcc008e" providerId="ADAL" clId="{BC0BD879-F267-5CCA-8DEA-E3B2DD07DA4E}" dt="2026-08-31T14:54:07.446" v="43778" actId="2696"/>
        <pc:sldMkLst>
          <pc:docMk/>
          <pc:sldMk cId="2599865261" sldId="2076139131"/>
        </pc:sldMkLst>
        <pc:spChg chg="mod">
          <ac:chgData name="Hironari Yamada" userId="e57621f8-ec3c-449e-bb19-001fffcc008e" providerId="ADAL" clId="{BC0BD879-F267-5CCA-8DEA-E3B2DD07DA4E}" dt="2026-08-31T14:00:49.011" v="42619" actId="20577"/>
          <ac:spMkLst>
            <pc:docMk/>
            <pc:sldMk cId="2599865261" sldId="2076139131"/>
            <ac:spMk id="3" creationId="{39DC13B5-0D05-99E0-467E-6148110A859D}"/>
          </ac:spMkLst>
        </pc:spChg>
        <pc:spChg chg="del">
          <ac:chgData name="Hironari Yamada" userId="e57621f8-ec3c-449e-bb19-001fffcc008e" providerId="ADAL" clId="{BC0BD879-F267-5CCA-8DEA-E3B2DD07DA4E}" dt="2026-08-31T14:00:25.789" v="42533" actId="478"/>
          <ac:spMkLst>
            <pc:docMk/>
            <pc:sldMk cId="2599865261" sldId="2076139131"/>
            <ac:spMk id="6" creationId="{805AC10A-161B-4BEF-C6F3-2E976E1EA83D}"/>
          </ac:spMkLst>
        </pc:spChg>
        <pc:spChg chg="del">
          <ac:chgData name="Hironari Yamada" userId="e57621f8-ec3c-449e-bb19-001fffcc008e" providerId="ADAL" clId="{BC0BD879-F267-5CCA-8DEA-E3B2DD07DA4E}" dt="2026-08-31T14:00:25.789" v="42533" actId="478"/>
          <ac:spMkLst>
            <pc:docMk/>
            <pc:sldMk cId="2599865261" sldId="2076139131"/>
            <ac:spMk id="7" creationId="{0AC4CFA3-D7E5-7190-BB25-5BE476D4B88A}"/>
          </ac:spMkLst>
        </pc:spChg>
        <pc:spChg chg="mod">
          <ac:chgData name="Hironari Yamada" userId="e57621f8-ec3c-449e-bb19-001fffcc008e" providerId="ADAL" clId="{BC0BD879-F267-5CCA-8DEA-E3B2DD07DA4E}" dt="2026-08-31T14:00:22.302" v="42532" actId="20577"/>
          <ac:spMkLst>
            <pc:docMk/>
            <pc:sldMk cId="2599865261" sldId="2076139131"/>
            <ac:spMk id="9" creationId="{B32E90FB-ED5A-FECC-6802-3D13DB1A8303}"/>
          </ac:spMkLst>
        </pc:spChg>
        <pc:spChg chg="del">
          <ac:chgData name="Hironari Yamada" userId="e57621f8-ec3c-449e-bb19-001fffcc008e" providerId="ADAL" clId="{BC0BD879-F267-5CCA-8DEA-E3B2DD07DA4E}" dt="2026-08-31T14:00:25.789" v="42533" actId="478"/>
          <ac:spMkLst>
            <pc:docMk/>
            <pc:sldMk cId="2599865261" sldId="2076139131"/>
            <ac:spMk id="11" creationId="{D1D3C734-4B11-419B-4BE3-3C68D7FFBDAB}"/>
          </ac:spMkLst>
        </pc:spChg>
        <pc:spChg chg="add mod">
          <ac:chgData name="Hironari Yamada" userId="e57621f8-ec3c-449e-bb19-001fffcc008e" providerId="ADAL" clId="{BC0BD879-F267-5CCA-8DEA-E3B2DD07DA4E}" dt="2026-08-31T14:08:14.329" v="42691" actId="1076"/>
          <ac:spMkLst>
            <pc:docMk/>
            <pc:sldMk cId="2599865261" sldId="2076139131"/>
            <ac:spMk id="13" creationId="{75C2D442-E4F1-066A-3DEE-C4E635471D68}"/>
          </ac:spMkLst>
        </pc:spChg>
        <pc:spChg chg="add mod">
          <ac:chgData name="Hironari Yamada" userId="e57621f8-ec3c-449e-bb19-001fffcc008e" providerId="ADAL" clId="{BC0BD879-F267-5CCA-8DEA-E3B2DD07DA4E}" dt="2026-08-31T14:01:49.173" v="42677" actId="1076"/>
          <ac:spMkLst>
            <pc:docMk/>
            <pc:sldMk cId="2599865261" sldId="2076139131"/>
            <ac:spMk id="14" creationId="{122287B1-7A33-E3C1-9E4B-BF3D2905901D}"/>
          </ac:spMkLst>
        </pc:spChg>
        <pc:spChg chg="add mod">
          <ac:chgData name="Hironari Yamada" userId="e57621f8-ec3c-449e-bb19-001fffcc008e" providerId="ADAL" clId="{BC0BD879-F267-5CCA-8DEA-E3B2DD07DA4E}" dt="2026-08-31T14:08:09.965" v="42690" actId="1076"/>
          <ac:spMkLst>
            <pc:docMk/>
            <pc:sldMk cId="2599865261" sldId="2076139131"/>
            <ac:spMk id="15" creationId="{A3C534A3-D95A-B37B-E260-F1F93523CEA2}"/>
          </ac:spMkLst>
        </pc:spChg>
        <pc:spChg chg="add mod">
          <ac:chgData name="Hironari Yamada" userId="e57621f8-ec3c-449e-bb19-001fffcc008e" providerId="ADAL" clId="{BC0BD879-F267-5CCA-8DEA-E3B2DD07DA4E}" dt="2026-08-31T14:08:33.919" v="42697" actId="14100"/>
          <ac:spMkLst>
            <pc:docMk/>
            <pc:sldMk cId="2599865261" sldId="2076139131"/>
            <ac:spMk id="19" creationId="{9512F85A-4B29-1218-698D-4A44DC4077F7}"/>
          </ac:spMkLst>
        </pc:spChg>
        <pc:spChg chg="add mod">
          <ac:chgData name="Hironari Yamada" userId="e57621f8-ec3c-449e-bb19-001fffcc008e" providerId="ADAL" clId="{BC0BD879-F267-5CCA-8DEA-E3B2DD07DA4E}" dt="2026-08-31T14:09:09.575" v="42846" actId="1076"/>
          <ac:spMkLst>
            <pc:docMk/>
            <pc:sldMk cId="2599865261" sldId="2076139131"/>
            <ac:spMk id="20" creationId="{ADE31AF3-FD67-A614-7422-A7B5AB1D0F8D}"/>
          </ac:spMkLst>
        </pc:spChg>
        <pc:picChg chg="del">
          <ac:chgData name="Hironari Yamada" userId="e57621f8-ec3c-449e-bb19-001fffcc008e" providerId="ADAL" clId="{BC0BD879-F267-5CCA-8DEA-E3B2DD07DA4E}" dt="2026-08-31T14:00:25.789" v="42533" actId="478"/>
          <ac:picMkLst>
            <pc:docMk/>
            <pc:sldMk cId="2599865261" sldId="2076139131"/>
            <ac:picMk id="5" creationId="{DB3B9571-E46E-459C-31E2-0BD8FDD3266F}"/>
          </ac:picMkLst>
        </pc:picChg>
        <pc:picChg chg="del">
          <ac:chgData name="Hironari Yamada" userId="e57621f8-ec3c-449e-bb19-001fffcc008e" providerId="ADAL" clId="{BC0BD879-F267-5CCA-8DEA-E3B2DD07DA4E}" dt="2026-08-31T14:00:25.789" v="42533" actId="478"/>
          <ac:picMkLst>
            <pc:docMk/>
            <pc:sldMk cId="2599865261" sldId="2076139131"/>
            <ac:picMk id="10" creationId="{B34CE8F5-B1B9-D5D1-CA2B-5B533A820273}"/>
          </ac:picMkLst>
        </pc:picChg>
        <pc:picChg chg="add mod">
          <ac:chgData name="Hironari Yamada" userId="e57621f8-ec3c-449e-bb19-001fffcc008e" providerId="ADAL" clId="{BC0BD879-F267-5CCA-8DEA-E3B2DD07DA4E}" dt="2026-08-31T14:08:07.462" v="42689" actId="14100"/>
          <ac:picMkLst>
            <pc:docMk/>
            <pc:sldMk cId="2599865261" sldId="2076139131"/>
            <ac:picMk id="12" creationId="{FF3635BD-FA38-9A6F-5613-2CDB2EA73A44}"/>
          </ac:picMkLst>
        </pc:picChg>
        <pc:picChg chg="add del mod">
          <ac:chgData name="Hironari Yamada" userId="e57621f8-ec3c-449e-bb19-001fffcc008e" providerId="ADAL" clId="{BC0BD879-F267-5CCA-8DEA-E3B2DD07DA4E}" dt="2026-08-31T14:02:34.334" v="42683" actId="478"/>
          <ac:picMkLst>
            <pc:docMk/>
            <pc:sldMk cId="2599865261" sldId="2076139131"/>
            <ac:picMk id="16" creationId="{9062C506-0B15-3A5E-D032-05128DF656E7}"/>
          </ac:picMkLst>
        </pc:picChg>
        <pc:picChg chg="add mod">
          <ac:chgData name="Hironari Yamada" userId="e57621f8-ec3c-449e-bb19-001fffcc008e" providerId="ADAL" clId="{BC0BD879-F267-5CCA-8DEA-E3B2DD07DA4E}" dt="2026-08-31T14:08:25.716" v="42693" actId="14100"/>
          <ac:picMkLst>
            <pc:docMk/>
            <pc:sldMk cId="2599865261" sldId="2076139131"/>
            <ac:picMk id="18" creationId="{B826F204-E1F7-5E46-9DE8-F1A721F3B607}"/>
          </ac:picMkLst>
        </pc:picChg>
      </pc:sldChg>
      <pc:sldChg chg="addSp delSp modSp add del mod">
        <pc:chgData name="Hironari Yamada" userId="e57621f8-ec3c-449e-bb19-001fffcc008e" providerId="ADAL" clId="{BC0BD879-F267-5CCA-8DEA-E3B2DD07DA4E}" dt="2026-08-31T14:54:07.413" v="43747" actId="2696"/>
        <pc:sldMkLst>
          <pc:docMk/>
          <pc:sldMk cId="913403830" sldId="2076139132"/>
        </pc:sldMkLst>
        <pc:spChg chg="mod">
          <ac:chgData name="Hironari Yamada" userId="e57621f8-ec3c-449e-bb19-001fffcc008e" providerId="ADAL" clId="{BC0BD879-F267-5CCA-8DEA-E3B2DD07DA4E}" dt="2026-08-31T14:17:52.621" v="43182" actId="20577"/>
          <ac:spMkLst>
            <pc:docMk/>
            <pc:sldMk cId="913403830" sldId="2076139132"/>
            <ac:spMk id="3" creationId="{5E6E3D91-47E8-8D0D-6522-A58AA183FFCE}"/>
          </ac:spMkLst>
        </pc:spChg>
        <pc:spChg chg="add mod">
          <ac:chgData name="Hironari Yamada" userId="e57621f8-ec3c-449e-bb19-001fffcc008e" providerId="ADAL" clId="{BC0BD879-F267-5CCA-8DEA-E3B2DD07DA4E}" dt="2026-08-31T14:18:12.725" v="43184"/>
          <ac:spMkLst>
            <pc:docMk/>
            <pc:sldMk cId="913403830" sldId="2076139132"/>
            <ac:spMk id="7" creationId="{25A353AC-71D4-8E49-D096-759AECCF5448}"/>
          </ac:spMkLst>
        </pc:spChg>
        <pc:spChg chg="mod">
          <ac:chgData name="Hironari Yamada" userId="e57621f8-ec3c-449e-bb19-001fffcc008e" providerId="ADAL" clId="{BC0BD879-F267-5CCA-8DEA-E3B2DD07DA4E}" dt="2026-08-31T14:17:42.196" v="43131" actId="20577"/>
          <ac:spMkLst>
            <pc:docMk/>
            <pc:sldMk cId="913403830" sldId="2076139132"/>
            <ac:spMk id="9" creationId="{CE103FA5-64F5-99E7-8BB8-4DE32023AF3A}"/>
          </ac:spMkLst>
        </pc:spChg>
        <pc:spChg chg="add mod">
          <ac:chgData name="Hironari Yamada" userId="e57621f8-ec3c-449e-bb19-001fffcc008e" providerId="ADAL" clId="{BC0BD879-F267-5CCA-8DEA-E3B2DD07DA4E}" dt="2026-08-31T14:18:12.725" v="43184"/>
          <ac:spMkLst>
            <pc:docMk/>
            <pc:sldMk cId="913403830" sldId="2076139132"/>
            <ac:spMk id="10" creationId="{B2DAC483-784C-A719-8136-2CB38DF1336B}"/>
          </ac:spMkLst>
        </pc:spChg>
        <pc:spChg chg="add mod">
          <ac:chgData name="Hironari Yamada" userId="e57621f8-ec3c-449e-bb19-001fffcc008e" providerId="ADAL" clId="{BC0BD879-F267-5CCA-8DEA-E3B2DD07DA4E}" dt="2026-08-31T14:18:12.725" v="43184"/>
          <ac:spMkLst>
            <pc:docMk/>
            <pc:sldMk cId="913403830" sldId="2076139132"/>
            <ac:spMk id="11" creationId="{957C8C2C-DCD8-2122-98F3-4710E2EFEC3D}"/>
          </ac:spMkLst>
        </pc:spChg>
        <pc:spChg chg="del">
          <ac:chgData name="Hironari Yamada" userId="e57621f8-ec3c-449e-bb19-001fffcc008e" providerId="ADAL" clId="{BC0BD879-F267-5CCA-8DEA-E3B2DD07DA4E}" dt="2026-08-31T14:17:55.836" v="43183" actId="478"/>
          <ac:spMkLst>
            <pc:docMk/>
            <pc:sldMk cId="913403830" sldId="2076139132"/>
            <ac:spMk id="12" creationId="{C22428D7-5195-FAB1-79DF-F7AA6E6179E9}"/>
          </ac:spMkLst>
        </pc:spChg>
        <pc:spChg chg="add mod">
          <ac:chgData name="Hironari Yamada" userId="e57621f8-ec3c-449e-bb19-001fffcc008e" providerId="ADAL" clId="{BC0BD879-F267-5CCA-8DEA-E3B2DD07DA4E}" dt="2026-08-31T14:18:12.725" v="43184"/>
          <ac:spMkLst>
            <pc:docMk/>
            <pc:sldMk cId="913403830" sldId="2076139132"/>
            <ac:spMk id="13" creationId="{2D79797C-B019-0711-8061-93A7052211C8}"/>
          </ac:spMkLst>
        </pc:spChg>
        <pc:spChg chg="del">
          <ac:chgData name="Hironari Yamada" userId="e57621f8-ec3c-449e-bb19-001fffcc008e" providerId="ADAL" clId="{BC0BD879-F267-5CCA-8DEA-E3B2DD07DA4E}" dt="2026-08-31T14:17:55.836" v="43183" actId="478"/>
          <ac:spMkLst>
            <pc:docMk/>
            <pc:sldMk cId="913403830" sldId="2076139132"/>
            <ac:spMk id="14" creationId="{27EEFF93-2F93-DEB1-C427-EEF41BFEA1BC}"/>
          </ac:spMkLst>
        </pc:spChg>
        <pc:spChg chg="add mod">
          <ac:chgData name="Hironari Yamada" userId="e57621f8-ec3c-449e-bb19-001fffcc008e" providerId="ADAL" clId="{BC0BD879-F267-5CCA-8DEA-E3B2DD07DA4E}" dt="2026-08-31T14:18:55.976" v="43188" actId="14100"/>
          <ac:spMkLst>
            <pc:docMk/>
            <pc:sldMk cId="913403830" sldId="2076139132"/>
            <ac:spMk id="16" creationId="{53193E26-134F-F070-E567-E4B81313D267}"/>
          </ac:spMkLst>
        </pc:spChg>
        <pc:spChg chg="add mod">
          <ac:chgData name="Hironari Yamada" userId="e57621f8-ec3c-449e-bb19-001fffcc008e" providerId="ADAL" clId="{BC0BD879-F267-5CCA-8DEA-E3B2DD07DA4E}" dt="2026-08-31T14:19:05.261" v="43225" actId="20577"/>
          <ac:spMkLst>
            <pc:docMk/>
            <pc:sldMk cId="913403830" sldId="2076139132"/>
            <ac:spMk id="17" creationId="{2F12500F-E828-74FD-D88B-FFF7CF349FFD}"/>
          </ac:spMkLst>
        </pc:spChg>
        <pc:spChg chg="add mod">
          <ac:chgData name="Hironari Yamada" userId="e57621f8-ec3c-449e-bb19-001fffcc008e" providerId="ADAL" clId="{BC0BD879-F267-5CCA-8DEA-E3B2DD07DA4E}" dt="2026-08-31T14:19:13.858" v="43226"/>
          <ac:spMkLst>
            <pc:docMk/>
            <pc:sldMk cId="913403830" sldId="2076139132"/>
            <ac:spMk id="19" creationId="{D549398B-AE74-BB10-22C4-1F45459A4E7D}"/>
          </ac:spMkLst>
        </pc:spChg>
        <pc:spChg chg="add mod">
          <ac:chgData name="Hironari Yamada" userId="e57621f8-ec3c-449e-bb19-001fffcc008e" providerId="ADAL" clId="{BC0BD879-F267-5CCA-8DEA-E3B2DD07DA4E}" dt="2026-08-31T14:19:13.858" v="43226"/>
          <ac:spMkLst>
            <pc:docMk/>
            <pc:sldMk cId="913403830" sldId="2076139132"/>
            <ac:spMk id="20" creationId="{67388350-1033-7443-87CF-760CE0CDB91A}"/>
          </ac:spMkLst>
        </pc:spChg>
        <pc:spChg chg="del">
          <ac:chgData name="Hironari Yamada" userId="e57621f8-ec3c-449e-bb19-001fffcc008e" providerId="ADAL" clId="{BC0BD879-F267-5CCA-8DEA-E3B2DD07DA4E}" dt="2026-08-31T14:17:55.836" v="43183" actId="478"/>
          <ac:spMkLst>
            <pc:docMk/>
            <pc:sldMk cId="913403830" sldId="2076139132"/>
            <ac:spMk id="24" creationId="{3E8C01DA-8AFA-9C4B-F6ED-0DA8C5B268DA}"/>
          </ac:spMkLst>
        </pc:spChg>
        <pc:spChg chg="del">
          <ac:chgData name="Hironari Yamada" userId="e57621f8-ec3c-449e-bb19-001fffcc008e" providerId="ADAL" clId="{BC0BD879-F267-5CCA-8DEA-E3B2DD07DA4E}" dt="2026-08-31T14:17:55.836" v="43183" actId="478"/>
          <ac:spMkLst>
            <pc:docMk/>
            <pc:sldMk cId="913403830" sldId="2076139132"/>
            <ac:spMk id="26" creationId="{61A89EFD-B9F1-749C-5353-CFF242D191F1}"/>
          </ac:spMkLst>
        </pc:spChg>
        <pc:spChg chg="del">
          <ac:chgData name="Hironari Yamada" userId="e57621f8-ec3c-449e-bb19-001fffcc008e" providerId="ADAL" clId="{BC0BD879-F267-5CCA-8DEA-E3B2DD07DA4E}" dt="2026-08-31T14:17:55.836" v="43183" actId="478"/>
          <ac:spMkLst>
            <pc:docMk/>
            <pc:sldMk cId="913403830" sldId="2076139132"/>
            <ac:spMk id="27" creationId="{5FFD8F7D-5959-44A5-3421-DEB2ADC2E0A6}"/>
          </ac:spMkLst>
        </pc:spChg>
        <pc:spChg chg="del">
          <ac:chgData name="Hironari Yamada" userId="e57621f8-ec3c-449e-bb19-001fffcc008e" providerId="ADAL" clId="{BC0BD879-F267-5CCA-8DEA-E3B2DD07DA4E}" dt="2026-08-31T14:17:55.836" v="43183" actId="478"/>
          <ac:spMkLst>
            <pc:docMk/>
            <pc:sldMk cId="913403830" sldId="2076139132"/>
            <ac:spMk id="28" creationId="{8BD98A3D-0BBD-5CFF-FDA9-79B06C639512}"/>
          </ac:spMkLst>
        </pc:spChg>
        <pc:picChg chg="add mod">
          <ac:chgData name="Hironari Yamada" userId="e57621f8-ec3c-449e-bb19-001fffcc008e" providerId="ADAL" clId="{BC0BD879-F267-5CCA-8DEA-E3B2DD07DA4E}" dt="2026-08-31T14:18:12.725" v="43184"/>
          <ac:picMkLst>
            <pc:docMk/>
            <pc:sldMk cId="913403830" sldId="2076139132"/>
            <ac:picMk id="5" creationId="{7C62E684-2BFD-045D-8633-4485D6D958A4}"/>
          </ac:picMkLst>
        </pc:picChg>
        <pc:picChg chg="del">
          <ac:chgData name="Hironari Yamada" userId="e57621f8-ec3c-449e-bb19-001fffcc008e" providerId="ADAL" clId="{BC0BD879-F267-5CCA-8DEA-E3B2DD07DA4E}" dt="2026-08-31T14:17:55.836" v="43183" actId="478"/>
          <ac:picMkLst>
            <pc:docMk/>
            <pc:sldMk cId="913403830" sldId="2076139132"/>
            <ac:picMk id="6" creationId="{1C1704F4-6192-AC22-2003-A32784B8D7CA}"/>
          </ac:picMkLst>
        </pc:picChg>
        <pc:picChg chg="del">
          <ac:chgData name="Hironari Yamada" userId="e57621f8-ec3c-449e-bb19-001fffcc008e" providerId="ADAL" clId="{BC0BD879-F267-5CCA-8DEA-E3B2DD07DA4E}" dt="2026-08-31T14:17:55.836" v="43183" actId="478"/>
          <ac:picMkLst>
            <pc:docMk/>
            <pc:sldMk cId="913403830" sldId="2076139132"/>
            <ac:picMk id="8" creationId="{86993E28-5FB6-D468-39E6-35BF6F52D9D1}"/>
          </ac:picMkLst>
        </pc:picChg>
        <pc:picChg chg="add mod">
          <ac:chgData name="Hironari Yamada" userId="e57621f8-ec3c-449e-bb19-001fffcc008e" providerId="ADAL" clId="{BC0BD879-F267-5CCA-8DEA-E3B2DD07DA4E}" dt="2026-08-31T14:18:47.427" v="43186" actId="1076"/>
          <ac:picMkLst>
            <pc:docMk/>
            <pc:sldMk cId="913403830" sldId="2076139132"/>
            <ac:picMk id="15" creationId="{FCA2DDC6-A79F-B4B2-C593-666CD4534D62}"/>
          </ac:picMkLst>
        </pc:picChg>
        <pc:picChg chg="add mod">
          <ac:chgData name="Hironari Yamada" userId="e57621f8-ec3c-449e-bb19-001fffcc008e" providerId="ADAL" clId="{BC0BD879-F267-5CCA-8DEA-E3B2DD07DA4E}" dt="2026-08-31T14:19:13.858" v="43226"/>
          <ac:picMkLst>
            <pc:docMk/>
            <pc:sldMk cId="913403830" sldId="2076139132"/>
            <ac:picMk id="18" creationId="{3C2CE641-7260-1744-7EDE-E7A1C81FE43F}"/>
          </ac:picMkLst>
        </pc:picChg>
      </pc:sldChg>
      <pc:sldChg chg="addSp delSp modSp add del mod">
        <pc:chgData name="Hironari Yamada" userId="e57621f8-ec3c-449e-bb19-001fffcc008e" providerId="ADAL" clId="{BC0BD879-F267-5CCA-8DEA-E3B2DD07DA4E}" dt="2026-08-31T14:54:07.429" v="43758" actId="2696"/>
        <pc:sldMkLst>
          <pc:docMk/>
          <pc:sldMk cId="391457174" sldId="2076139133"/>
        </pc:sldMkLst>
        <pc:spChg chg="del">
          <ac:chgData name="Hironari Yamada" userId="e57621f8-ec3c-449e-bb19-001fffcc008e" providerId="ADAL" clId="{BC0BD879-F267-5CCA-8DEA-E3B2DD07DA4E}" dt="2026-08-31T14:19:20.163" v="43228" actId="478"/>
          <ac:spMkLst>
            <pc:docMk/>
            <pc:sldMk cId="391457174" sldId="2076139133"/>
            <ac:spMk id="7" creationId="{1B680932-635A-BDCD-4664-194FDE7028CC}"/>
          </ac:spMkLst>
        </pc:spChg>
        <pc:spChg chg="del">
          <ac:chgData name="Hironari Yamada" userId="e57621f8-ec3c-449e-bb19-001fffcc008e" providerId="ADAL" clId="{BC0BD879-F267-5CCA-8DEA-E3B2DD07DA4E}" dt="2026-08-31T14:19:20.163" v="43228" actId="478"/>
          <ac:spMkLst>
            <pc:docMk/>
            <pc:sldMk cId="391457174" sldId="2076139133"/>
            <ac:spMk id="10" creationId="{63A687BB-7017-480E-D566-7609339AFB4F}"/>
          </ac:spMkLst>
        </pc:spChg>
        <pc:spChg chg="del">
          <ac:chgData name="Hironari Yamada" userId="e57621f8-ec3c-449e-bb19-001fffcc008e" providerId="ADAL" clId="{BC0BD879-F267-5CCA-8DEA-E3B2DD07DA4E}" dt="2026-08-31T14:19:20.163" v="43228" actId="478"/>
          <ac:spMkLst>
            <pc:docMk/>
            <pc:sldMk cId="391457174" sldId="2076139133"/>
            <ac:spMk id="11" creationId="{03F80C8E-8D4E-E1BD-FD66-27E26EF05A40}"/>
          </ac:spMkLst>
        </pc:spChg>
        <pc:spChg chg="add mod">
          <ac:chgData name="Hironari Yamada" userId="e57621f8-ec3c-449e-bb19-001fffcc008e" providerId="ADAL" clId="{BC0BD879-F267-5CCA-8DEA-E3B2DD07DA4E}" dt="2026-08-31T14:19:53.061" v="43237" actId="1076"/>
          <ac:spMkLst>
            <pc:docMk/>
            <pc:sldMk cId="391457174" sldId="2076139133"/>
            <ac:spMk id="12" creationId="{CF5DC14A-36B7-08BD-77A5-2748ED55CF6E}"/>
          </ac:spMkLst>
        </pc:spChg>
        <pc:spChg chg="del">
          <ac:chgData name="Hironari Yamada" userId="e57621f8-ec3c-449e-bb19-001fffcc008e" providerId="ADAL" clId="{BC0BD879-F267-5CCA-8DEA-E3B2DD07DA4E}" dt="2026-08-31T14:19:20.163" v="43228" actId="478"/>
          <ac:spMkLst>
            <pc:docMk/>
            <pc:sldMk cId="391457174" sldId="2076139133"/>
            <ac:spMk id="13" creationId="{4303D8CA-4A6D-86EC-1FA2-A23A17C6A6DC}"/>
          </ac:spMkLst>
        </pc:spChg>
        <pc:spChg chg="add mod">
          <ac:chgData name="Hironari Yamada" userId="e57621f8-ec3c-449e-bb19-001fffcc008e" providerId="ADAL" clId="{BC0BD879-F267-5CCA-8DEA-E3B2DD07DA4E}" dt="2026-08-31T14:20:52.467" v="43293" actId="1076"/>
          <ac:spMkLst>
            <pc:docMk/>
            <pc:sldMk cId="391457174" sldId="2076139133"/>
            <ac:spMk id="14" creationId="{BA88084A-31BB-6540-541D-500332452664}"/>
          </ac:spMkLst>
        </pc:spChg>
        <pc:spChg chg="del mod">
          <ac:chgData name="Hironari Yamada" userId="e57621f8-ec3c-449e-bb19-001fffcc008e" providerId="ADAL" clId="{BC0BD879-F267-5CCA-8DEA-E3B2DD07DA4E}" dt="2026-08-31T14:21:23.345" v="43371" actId="478"/>
          <ac:spMkLst>
            <pc:docMk/>
            <pc:sldMk cId="391457174" sldId="2076139133"/>
            <ac:spMk id="16" creationId="{40C46077-2D34-DAEF-35B2-A2A7A567CA51}"/>
          </ac:spMkLst>
        </pc:spChg>
        <pc:spChg chg="del mod">
          <ac:chgData name="Hironari Yamada" userId="e57621f8-ec3c-449e-bb19-001fffcc008e" providerId="ADAL" clId="{BC0BD879-F267-5CCA-8DEA-E3B2DD07DA4E}" dt="2026-08-31T14:21:23.345" v="43371" actId="478"/>
          <ac:spMkLst>
            <pc:docMk/>
            <pc:sldMk cId="391457174" sldId="2076139133"/>
            <ac:spMk id="17" creationId="{C86473A5-7830-28BC-6D99-1D4E629F07CF}"/>
          </ac:spMkLst>
        </pc:spChg>
        <pc:spChg chg="add mod">
          <ac:chgData name="Hironari Yamada" userId="e57621f8-ec3c-449e-bb19-001fffcc008e" providerId="ADAL" clId="{BC0BD879-F267-5CCA-8DEA-E3B2DD07DA4E}" dt="2026-08-31T14:20:59.296" v="43296" actId="14100"/>
          <ac:spMkLst>
            <pc:docMk/>
            <pc:sldMk cId="391457174" sldId="2076139133"/>
            <ac:spMk id="19" creationId="{E85BDBA8-CFD0-5FF1-8E11-4EC78156743B}"/>
          </ac:spMkLst>
        </pc:spChg>
        <pc:spChg chg="add mod">
          <ac:chgData name="Hironari Yamada" userId="e57621f8-ec3c-449e-bb19-001fffcc008e" providerId="ADAL" clId="{BC0BD879-F267-5CCA-8DEA-E3B2DD07DA4E}" dt="2026-08-31T14:21:16.652" v="43369" actId="20577"/>
          <ac:spMkLst>
            <pc:docMk/>
            <pc:sldMk cId="391457174" sldId="2076139133"/>
            <ac:spMk id="20" creationId="{441F9493-4C64-356B-7A7F-C275798C064E}"/>
          </ac:spMkLst>
        </pc:spChg>
        <pc:spChg chg="add mod">
          <ac:chgData name="Hironari Yamada" userId="e57621f8-ec3c-449e-bb19-001fffcc008e" providerId="ADAL" clId="{BC0BD879-F267-5CCA-8DEA-E3B2DD07DA4E}" dt="2026-08-31T14:22:30.195" v="43379" actId="1076"/>
          <ac:spMkLst>
            <pc:docMk/>
            <pc:sldMk cId="391457174" sldId="2076139133"/>
            <ac:spMk id="22" creationId="{2858730C-1488-6182-27B7-5DF939C9CB15}"/>
          </ac:spMkLst>
        </pc:spChg>
        <pc:spChg chg="add mod">
          <ac:chgData name="Hironari Yamada" userId="e57621f8-ec3c-449e-bb19-001fffcc008e" providerId="ADAL" clId="{BC0BD879-F267-5CCA-8DEA-E3B2DD07DA4E}" dt="2026-08-31T14:22:43.598" v="43411" actId="20577"/>
          <ac:spMkLst>
            <pc:docMk/>
            <pc:sldMk cId="391457174" sldId="2076139133"/>
            <ac:spMk id="23" creationId="{07467023-DC59-BC94-333A-EDAE9908B47D}"/>
          </ac:spMkLst>
        </pc:spChg>
        <pc:picChg chg="del">
          <ac:chgData name="Hironari Yamada" userId="e57621f8-ec3c-449e-bb19-001fffcc008e" providerId="ADAL" clId="{BC0BD879-F267-5CCA-8DEA-E3B2DD07DA4E}" dt="2026-08-31T14:19:20.163" v="43228" actId="478"/>
          <ac:picMkLst>
            <pc:docMk/>
            <pc:sldMk cId="391457174" sldId="2076139133"/>
            <ac:picMk id="5" creationId="{FBD8B570-B8E6-F1E3-9922-34B3BDBF5BFA}"/>
          </ac:picMkLst>
        </pc:picChg>
        <pc:picChg chg="add del mod">
          <ac:chgData name="Hironari Yamada" userId="e57621f8-ec3c-449e-bb19-001fffcc008e" providerId="ADAL" clId="{BC0BD879-F267-5CCA-8DEA-E3B2DD07DA4E}" dt="2026-08-31T14:20:03.467" v="43268" actId="478"/>
          <ac:picMkLst>
            <pc:docMk/>
            <pc:sldMk cId="391457174" sldId="2076139133"/>
            <ac:picMk id="8" creationId="{64BD08E6-60A2-2C7B-3363-CB34BB0B439C}"/>
          </ac:picMkLst>
        </pc:picChg>
        <pc:picChg chg="del">
          <ac:chgData name="Hironari Yamada" userId="e57621f8-ec3c-449e-bb19-001fffcc008e" providerId="ADAL" clId="{BC0BD879-F267-5CCA-8DEA-E3B2DD07DA4E}" dt="2026-08-31T14:21:19.429" v="43370" actId="478"/>
          <ac:picMkLst>
            <pc:docMk/>
            <pc:sldMk cId="391457174" sldId="2076139133"/>
            <ac:picMk id="15" creationId="{17D6DC2F-CE99-CB2C-A685-F7CF3B77C142}"/>
          </ac:picMkLst>
        </pc:picChg>
        <pc:picChg chg="add mod">
          <ac:chgData name="Hironari Yamada" userId="e57621f8-ec3c-449e-bb19-001fffcc008e" providerId="ADAL" clId="{BC0BD879-F267-5CCA-8DEA-E3B2DD07DA4E}" dt="2026-08-31T14:20:43.587" v="43273" actId="167"/>
          <ac:picMkLst>
            <pc:docMk/>
            <pc:sldMk cId="391457174" sldId="2076139133"/>
            <ac:picMk id="18" creationId="{1605E368-68B0-9017-CFCF-45101B721B1D}"/>
          </ac:picMkLst>
        </pc:picChg>
        <pc:picChg chg="add mod">
          <ac:chgData name="Hironari Yamada" userId="e57621f8-ec3c-449e-bb19-001fffcc008e" providerId="ADAL" clId="{BC0BD879-F267-5CCA-8DEA-E3B2DD07DA4E}" dt="2026-08-31T14:22:21.164" v="43375" actId="1076"/>
          <ac:picMkLst>
            <pc:docMk/>
            <pc:sldMk cId="391457174" sldId="2076139133"/>
            <ac:picMk id="21" creationId="{0FB225A0-90D3-23E5-A682-C15AC8BB6CDC}"/>
          </ac:picMkLst>
        </pc:picChg>
      </pc:sldChg>
      <pc:sldChg chg="addSp delSp modSp add del mod">
        <pc:chgData name="Hironari Yamada" userId="e57621f8-ec3c-449e-bb19-001fffcc008e" providerId="ADAL" clId="{BC0BD879-F267-5CCA-8DEA-E3B2DD07DA4E}" dt="2026-08-31T14:54:07.442" v="43773" actId="2696"/>
        <pc:sldMkLst>
          <pc:docMk/>
          <pc:sldMk cId="2281162035" sldId="2076139134"/>
        </pc:sldMkLst>
        <pc:spChg chg="mod">
          <ac:chgData name="Hironari Yamada" userId="e57621f8-ec3c-449e-bb19-001fffcc008e" providerId="ADAL" clId="{BC0BD879-F267-5CCA-8DEA-E3B2DD07DA4E}" dt="2026-08-31T14:32:33.580" v="43635" actId="20577"/>
          <ac:spMkLst>
            <pc:docMk/>
            <pc:sldMk cId="2281162035" sldId="2076139134"/>
            <ac:spMk id="5" creationId="{710292C6-DA05-FF2D-1A74-8B76C19CB373}"/>
          </ac:spMkLst>
        </pc:spChg>
        <pc:spChg chg="del mod">
          <ac:chgData name="Hironari Yamada" userId="e57621f8-ec3c-449e-bb19-001fffcc008e" providerId="ADAL" clId="{BC0BD879-F267-5CCA-8DEA-E3B2DD07DA4E}" dt="2026-08-31T14:32:23.111" v="43629" actId="478"/>
          <ac:spMkLst>
            <pc:docMk/>
            <pc:sldMk cId="2281162035" sldId="2076139134"/>
            <ac:spMk id="6" creationId="{B9D09D44-BBAC-DE4A-3B54-95443DDE7979}"/>
          </ac:spMkLst>
        </pc:spChg>
        <pc:spChg chg="add mod">
          <ac:chgData name="Hironari Yamada" userId="e57621f8-ec3c-449e-bb19-001fffcc008e" providerId="ADAL" clId="{BC0BD879-F267-5CCA-8DEA-E3B2DD07DA4E}" dt="2026-08-31T14:34:29.325" v="43646" actId="255"/>
          <ac:spMkLst>
            <pc:docMk/>
            <pc:sldMk cId="2281162035" sldId="2076139134"/>
            <ac:spMk id="7" creationId="{D2753D42-D55F-AFE2-399A-9C9563FD0273}"/>
          </ac:spMkLst>
        </pc:spChg>
        <pc:spChg chg="mod">
          <ac:chgData name="Hironari Yamada" userId="e57621f8-ec3c-449e-bb19-001fffcc008e" providerId="ADAL" clId="{BC0BD879-F267-5CCA-8DEA-E3B2DD07DA4E}" dt="2026-08-31T14:46:35.417" v="43708" actId="20577"/>
          <ac:spMkLst>
            <pc:docMk/>
            <pc:sldMk cId="2281162035" sldId="2076139134"/>
            <ac:spMk id="9" creationId="{02B40323-77CA-FA7B-E529-FA185A9E04D9}"/>
          </ac:spMkLst>
        </pc:spChg>
        <pc:spChg chg="add mod">
          <ac:chgData name="Hironari Yamada" userId="e57621f8-ec3c-449e-bb19-001fffcc008e" providerId="ADAL" clId="{BC0BD879-F267-5CCA-8DEA-E3B2DD07DA4E}" dt="2026-08-31T14:34:29.325" v="43646" actId="255"/>
          <ac:spMkLst>
            <pc:docMk/>
            <pc:sldMk cId="2281162035" sldId="2076139134"/>
            <ac:spMk id="10" creationId="{252E0C6F-FF41-A0C1-EDA9-994910B537B2}"/>
          </ac:spMkLst>
        </pc:spChg>
        <pc:spChg chg="add mod">
          <ac:chgData name="Hironari Yamada" userId="e57621f8-ec3c-449e-bb19-001fffcc008e" providerId="ADAL" clId="{BC0BD879-F267-5CCA-8DEA-E3B2DD07DA4E}" dt="2026-08-31T14:34:29.325" v="43646" actId="255"/>
          <ac:spMkLst>
            <pc:docMk/>
            <pc:sldMk cId="2281162035" sldId="2076139134"/>
            <ac:spMk id="11" creationId="{8B4BF88D-945C-B18A-177D-5ED33718C52A}"/>
          </ac:spMkLst>
        </pc:spChg>
        <pc:spChg chg="add mod">
          <ac:chgData name="Hironari Yamada" userId="e57621f8-ec3c-449e-bb19-001fffcc008e" providerId="ADAL" clId="{BC0BD879-F267-5CCA-8DEA-E3B2DD07DA4E}" dt="2026-08-31T14:34:29.325" v="43646" actId="255"/>
          <ac:spMkLst>
            <pc:docMk/>
            <pc:sldMk cId="2281162035" sldId="2076139134"/>
            <ac:spMk id="12" creationId="{B776E2E4-E66F-D897-BE23-B9BF1824F251}"/>
          </ac:spMkLst>
        </pc:spChg>
        <pc:graphicFrameChg chg="add del mod modGraphic">
          <ac:chgData name="Hironari Yamada" userId="e57621f8-ec3c-449e-bb19-001fffcc008e" providerId="ADAL" clId="{BC0BD879-F267-5CCA-8DEA-E3B2DD07DA4E}" dt="2026-08-31T14:32:29.336" v="43632" actId="478"/>
          <ac:graphicFrameMkLst>
            <pc:docMk/>
            <pc:sldMk cId="2281162035" sldId="2076139134"/>
            <ac:graphicFrameMk id="8" creationId="{7A78A1A2-9537-E202-5C2B-FC58E6E17536}"/>
          </ac:graphicFrameMkLst>
        </pc:graphicFrameChg>
      </pc:sldChg>
      <pc:sldChg chg="delSp modSp add del mod">
        <pc:chgData name="Hironari Yamada" userId="e57621f8-ec3c-449e-bb19-001fffcc008e" providerId="ADAL" clId="{BC0BD879-F267-5CCA-8DEA-E3B2DD07DA4E}" dt="2026-08-31T14:54:07.414" v="43748" actId="2696"/>
        <pc:sldMkLst>
          <pc:docMk/>
          <pc:sldMk cId="3112837636" sldId="2076139135"/>
        </pc:sldMkLst>
        <pc:spChg chg="mod">
          <ac:chgData name="Hironari Yamada" userId="e57621f8-ec3c-449e-bb19-001fffcc008e" providerId="ADAL" clId="{BC0BD879-F267-5CCA-8DEA-E3B2DD07DA4E}" dt="2026-08-31T14:35:15.221" v="43655" actId="948"/>
          <ac:spMkLst>
            <pc:docMk/>
            <pc:sldMk cId="3112837636" sldId="2076139135"/>
            <ac:spMk id="5" creationId="{8CEC2F98-E13E-83A0-668A-233AC7AAA004}"/>
          </ac:spMkLst>
        </pc:spChg>
        <pc:spChg chg="del">
          <ac:chgData name="Hironari Yamada" userId="e57621f8-ec3c-449e-bb19-001fffcc008e" providerId="ADAL" clId="{BC0BD879-F267-5CCA-8DEA-E3B2DD07DA4E}" dt="2026-08-31T14:34:38.780" v="43648" actId="478"/>
          <ac:spMkLst>
            <pc:docMk/>
            <pc:sldMk cId="3112837636" sldId="2076139135"/>
            <ac:spMk id="7" creationId="{4BC4C54C-700B-B8DC-2C06-3F6242631DB1}"/>
          </ac:spMkLst>
        </pc:spChg>
        <pc:spChg chg="mod">
          <ac:chgData name="Hironari Yamada" userId="e57621f8-ec3c-449e-bb19-001fffcc008e" providerId="ADAL" clId="{BC0BD879-F267-5CCA-8DEA-E3B2DD07DA4E}" dt="2026-08-31T14:46:39.204" v="43710" actId="20577"/>
          <ac:spMkLst>
            <pc:docMk/>
            <pc:sldMk cId="3112837636" sldId="2076139135"/>
            <ac:spMk id="9" creationId="{3F03C82C-9B16-BD3E-603D-4FA28789A5DF}"/>
          </ac:spMkLst>
        </pc:spChg>
        <pc:spChg chg="del">
          <ac:chgData name="Hironari Yamada" userId="e57621f8-ec3c-449e-bb19-001fffcc008e" providerId="ADAL" clId="{BC0BD879-F267-5CCA-8DEA-E3B2DD07DA4E}" dt="2026-08-31T14:34:38.780" v="43648" actId="478"/>
          <ac:spMkLst>
            <pc:docMk/>
            <pc:sldMk cId="3112837636" sldId="2076139135"/>
            <ac:spMk id="10" creationId="{01E9E90D-7C34-7698-E7BE-4D89C5C8F6CE}"/>
          </ac:spMkLst>
        </pc:spChg>
        <pc:spChg chg="del">
          <ac:chgData name="Hironari Yamada" userId="e57621f8-ec3c-449e-bb19-001fffcc008e" providerId="ADAL" clId="{BC0BD879-F267-5CCA-8DEA-E3B2DD07DA4E}" dt="2026-08-31T14:34:38.780" v="43648" actId="478"/>
          <ac:spMkLst>
            <pc:docMk/>
            <pc:sldMk cId="3112837636" sldId="2076139135"/>
            <ac:spMk id="11" creationId="{CB944C72-2D2D-5F0F-8CCD-0969F7811761}"/>
          </ac:spMkLst>
        </pc:spChg>
        <pc:spChg chg="del">
          <ac:chgData name="Hironari Yamada" userId="e57621f8-ec3c-449e-bb19-001fffcc008e" providerId="ADAL" clId="{BC0BD879-F267-5CCA-8DEA-E3B2DD07DA4E}" dt="2026-08-31T14:34:38.780" v="43648" actId="478"/>
          <ac:spMkLst>
            <pc:docMk/>
            <pc:sldMk cId="3112837636" sldId="2076139135"/>
            <ac:spMk id="12" creationId="{6285CAD9-70A5-9FD6-D2EB-C84ADEFD6B1E}"/>
          </ac:spMkLst>
        </pc:spChg>
      </pc:sldChg>
      <pc:sldChg chg="addSp modSp add del mod">
        <pc:chgData name="Hironari Yamada" userId="e57621f8-ec3c-449e-bb19-001fffcc008e" providerId="ADAL" clId="{BC0BD879-F267-5CCA-8DEA-E3B2DD07DA4E}" dt="2026-08-31T14:54:07.400" v="43740" actId="2696"/>
        <pc:sldMkLst>
          <pc:docMk/>
          <pc:sldMk cId="2890494633" sldId="2076139136"/>
        </pc:sldMkLst>
        <pc:spChg chg="mod">
          <ac:chgData name="Hironari Yamada" userId="e57621f8-ec3c-449e-bb19-001fffcc008e" providerId="ADAL" clId="{BC0BD879-F267-5CCA-8DEA-E3B2DD07DA4E}" dt="2026-08-31T14:40:42.213" v="43676" actId="20577"/>
          <ac:spMkLst>
            <pc:docMk/>
            <pc:sldMk cId="2890494633" sldId="2076139136"/>
            <ac:spMk id="5" creationId="{1AE7E4F0-D210-CE6E-5854-AB72DC5E82BA}"/>
          </ac:spMkLst>
        </pc:spChg>
        <pc:spChg chg="mod">
          <ac:chgData name="Hironari Yamada" userId="e57621f8-ec3c-449e-bb19-001fffcc008e" providerId="ADAL" clId="{BC0BD879-F267-5CCA-8DEA-E3B2DD07DA4E}" dt="2026-08-31T14:40:11.052" v="43668"/>
          <ac:spMkLst>
            <pc:docMk/>
            <pc:sldMk cId="2890494633" sldId="2076139136"/>
            <ac:spMk id="6" creationId="{530A7EF1-5ADA-6E0C-C6F0-F2160A809A64}"/>
          </ac:spMkLst>
        </pc:spChg>
        <pc:spChg chg="add mod">
          <ac:chgData name="Hironari Yamada" userId="e57621f8-ec3c-449e-bb19-001fffcc008e" providerId="ADAL" clId="{BC0BD879-F267-5CCA-8DEA-E3B2DD07DA4E}" dt="2026-08-31T14:40:28.161" v="43672" actId="255"/>
          <ac:spMkLst>
            <pc:docMk/>
            <pc:sldMk cId="2890494633" sldId="2076139136"/>
            <ac:spMk id="7" creationId="{76956524-7478-4950-A69E-D4CC0D639594}"/>
          </ac:spMkLst>
        </pc:spChg>
        <pc:graphicFrameChg chg="add mod modGraphic">
          <ac:chgData name="Hironari Yamada" userId="e57621f8-ec3c-449e-bb19-001fffcc008e" providerId="ADAL" clId="{BC0BD879-F267-5CCA-8DEA-E3B2DD07DA4E}" dt="2026-08-31T14:41:15.554" v="43683" actId="14734"/>
          <ac:graphicFrameMkLst>
            <pc:docMk/>
            <pc:sldMk cId="2890494633" sldId="2076139136"/>
            <ac:graphicFrameMk id="8" creationId="{03E86CAA-7BD1-F0F7-7C0D-8C0D8252E4D4}"/>
          </ac:graphicFrameMkLst>
        </pc:graphicFrameChg>
      </pc:sldChg>
      <pc:sldChg chg="modSp add del mod">
        <pc:chgData name="Hironari Yamada" userId="e57621f8-ec3c-449e-bb19-001fffcc008e" providerId="ADAL" clId="{BC0BD879-F267-5CCA-8DEA-E3B2DD07DA4E}" dt="2026-08-31T14:54:07.437" v="43767" actId="2696"/>
        <pc:sldMkLst>
          <pc:docMk/>
          <pc:sldMk cId="3440095412" sldId="2076139137"/>
        </pc:sldMkLst>
        <pc:spChg chg="mod">
          <ac:chgData name="Hironari Yamada" userId="e57621f8-ec3c-449e-bb19-001fffcc008e" providerId="ADAL" clId="{BC0BD879-F267-5CCA-8DEA-E3B2DD07DA4E}" dt="2026-08-31T14:43:30.815" v="43705" actId="948"/>
          <ac:spMkLst>
            <pc:docMk/>
            <pc:sldMk cId="3440095412" sldId="2076139137"/>
            <ac:spMk id="5" creationId="{013A1D73-B72F-9253-E50C-863EE3E1C2D6}"/>
          </ac:spMkLst>
        </pc:spChg>
        <pc:spChg chg="mod">
          <ac:chgData name="Hironari Yamada" userId="e57621f8-ec3c-449e-bb19-001fffcc008e" providerId="ADAL" clId="{BC0BD879-F267-5CCA-8DEA-E3B2DD07DA4E}" dt="2026-08-31T14:42:52.328" v="43696" actId="255"/>
          <ac:spMkLst>
            <pc:docMk/>
            <pc:sldMk cId="3440095412" sldId="2076139137"/>
            <ac:spMk id="6" creationId="{FAFD6619-1EE8-DE9B-7AF6-8832E71D0588}"/>
          </ac:spMkLst>
        </pc:spChg>
      </pc:sldChg>
      <pc:sldChg chg="addSp modSp add del mod">
        <pc:chgData name="Hironari Yamada" userId="e57621f8-ec3c-449e-bb19-001fffcc008e" providerId="ADAL" clId="{BC0BD879-F267-5CCA-8DEA-E3B2DD07DA4E}" dt="2026-08-31T14:54:07.409" v="43743" actId="2696"/>
        <pc:sldMkLst>
          <pc:docMk/>
          <pc:sldMk cId="3476018278" sldId="2076139138"/>
        </pc:sldMkLst>
        <pc:spChg chg="mod">
          <ac:chgData name="Hironari Yamada" userId="e57621f8-ec3c-449e-bb19-001fffcc008e" providerId="ADAL" clId="{BC0BD879-F267-5CCA-8DEA-E3B2DD07DA4E}" dt="2026-08-31T14:48:45.994" v="43732"/>
          <ac:spMkLst>
            <pc:docMk/>
            <pc:sldMk cId="3476018278" sldId="2076139138"/>
            <ac:spMk id="5" creationId="{5140CFAA-E2D6-2E9B-412E-6A85B823A9F0}"/>
          </ac:spMkLst>
        </pc:spChg>
        <pc:spChg chg="mod">
          <ac:chgData name="Hironari Yamada" userId="e57621f8-ec3c-449e-bb19-001fffcc008e" providerId="ADAL" clId="{BC0BD879-F267-5CCA-8DEA-E3B2DD07DA4E}" dt="2026-08-31T14:48:00.438" v="43721" actId="14100"/>
          <ac:spMkLst>
            <pc:docMk/>
            <pc:sldMk cId="3476018278" sldId="2076139138"/>
            <ac:spMk id="6" creationId="{2D8E1D82-009D-AA6E-0EC4-25586C4B4AAA}"/>
          </ac:spMkLst>
        </pc:spChg>
        <pc:spChg chg="add mod">
          <ac:chgData name="Hironari Yamada" userId="e57621f8-ec3c-449e-bb19-001fffcc008e" providerId="ADAL" clId="{BC0BD879-F267-5CCA-8DEA-E3B2DD07DA4E}" dt="2026-08-31T14:48:20.725" v="43728" actId="255"/>
          <ac:spMkLst>
            <pc:docMk/>
            <pc:sldMk cId="3476018278" sldId="2076139138"/>
            <ac:spMk id="7" creationId="{2A1ADAC7-3A7A-8ECD-6387-64EE431EE3E4}"/>
          </ac:spMkLst>
        </pc:spChg>
        <pc:spChg chg="add mod">
          <ac:chgData name="Hironari Yamada" userId="e57621f8-ec3c-449e-bb19-001fffcc008e" providerId="ADAL" clId="{BC0BD879-F267-5CCA-8DEA-E3B2DD07DA4E}" dt="2026-08-31T14:48:30.746" v="43730" actId="255"/>
          <ac:spMkLst>
            <pc:docMk/>
            <pc:sldMk cId="3476018278" sldId="2076139138"/>
            <ac:spMk id="8" creationId="{B54B9565-DD01-CC41-0E82-BFACCD4421FC}"/>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7:46.889"/>
    </inkml:context>
    <inkml:brush xml:id="br0">
      <inkml:brushProperty name="width" value="0.035" units="cm"/>
      <inkml:brushProperty name="height" value="0.035" units="cm"/>
      <inkml:brushProperty name="color" value="#E71224"/>
    </inkml:brush>
  </inkml:definitions>
  <inkml:trace contextRef="#ctx0" brushRef="#br0">0 913 24575,'5'-8'0,"38"-22"0,-2 4 0,9-4 0,16-3 0,10-3 0,0 1-838,-6 1 0,1 2 1,4-3 837,2 1 0,7-3 0,-1 1 0,-8 4 0,-7 4 0,-5 4 0,-1 0 400,29-15 1,-9 4-401,-1 8 414,-25 4-414,14-7 0,-22 11 0,4-2 0,0 1 0,0 0 649,-1 4 0,-3 1-649,26-6 0,-27 12 0,1-2 0,32-4 0,-27 5 0,5 0 0,11 0 0,3 0 0,0 0 0,-3 1 0,29 1 0,-35-1 0,-14 7 0,-12 2 0,30 0 0,-8 0 0,-6 0 0,-15 0 0,-9 0 0,-11 2 0,-2 2 0,-11-1 0,6 8 0,-9-5 0,5 6 0,-7 4 0,0 16 0,0 20 0,0 29 0,-5-1 0,-7-20 0,-5 1 0,-23 22 0,5-25 0,-4-3 0,-20 8 0,-12 1 0,11-18 0,17-21 0,-4 1 0,-11 3 0,-4-2 0,-10 0 0,-3 0 0,-7 4 0,-1-2 0,4-11 0,3-1 0,13 3 0,1-2 0,4-8 0,3-1 0,-21 9 0,-5-7 0,17-1 0,10-1 0,0-4 0,18 3 0,-32-6 0,23 6 0,-17-7 0,32 3 0,6-4 0,18 0 0,-3 3 0,4-1 0,-61 9 0,9-1 0,-1-2 0,-4 1 0,-26 7 0,-2 0 0,19-3 0,26-3 0,16-3 0,18-5 0,8-1 0,-7-1 0,-4 0 0,-5 2 0,2 0 0,3 1 0,5-1 0,5-2 0,22 6 0,-2-2 0,8 2 0,-13-3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7:48.192"/>
    </inkml:context>
    <inkml:brush xml:id="br0">
      <inkml:brushProperty name="width" value="0.035" units="cm"/>
      <inkml:brushProperty name="height" value="0.035" units="cm"/>
      <inkml:brushProperty name="color" value="#E71224"/>
    </inkml:brush>
  </inkml:definitions>
  <inkml:trace contextRef="#ctx0" brushRef="#br0">518 1 24575,'-28'9'0,"-23"18"0,-30 17 0,36-16 0,0 1 0,2 0 0,4 1 0,-22 16 0,7-7 0,27-15 0,-4-6 0,25-6 0,-1-7 0,7-3 0,3-8 0,6 1 0,12 2 0,44 1 0,-4 2 0,-7 0 0,-1 0 0,6 5 0,8 0 0,-45 0 0,-1-1 0,-15-4 0,2 0 0,1 0 0,-4 0 0,-1 0 0,-3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8:27.884"/>
    </inkml:context>
    <inkml:brush xml:id="br0">
      <inkml:brushProperty name="width" value="0.035" units="cm"/>
      <inkml:brushProperty name="height" value="0.035" units="cm"/>
      <inkml:brushProperty name="color" value="#E71224"/>
    </inkml:brush>
  </inkml:definitions>
  <inkml:trace contextRef="#ctx0" brushRef="#br0">1 1 24575,'51'0'0,"1"0"0,-1 4 0,5 4 0,32 7 0,4 3 0,-15 1 0,-3 2 0,-1 3 0,-3 0 0,-16-6 0,-4-1 0,30 5 0,-16 3 0,23 2 0,-15 1 0,-22-10 0,0-1 0,35 14 0,-37-14 0,3 0 0,9-2 0,3-1 0,-3 0 0,2-1 0,10-2 0,-1 0 0,-15-3 0,-3 0 0,-3 0 0,-1 0 0,46 8 0,2 0 0,-36-6 0,4-1 0,9-1 0,1-1 0,-4 1 0,-1-1 0,-1-4 0,-2 1 0,30 7 0,-14-8 0,4 9 0,-2-9 0,2 6 0,-26-6 0,-22-1 0,-6 1 0,-4-3 0,18 0 0,-12 0 0,0 0 0,-21 0 0,-4 0 0,-5 0 0,-1 0 0,-2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8:29.400"/>
    </inkml:context>
    <inkml:brush xml:id="br0">
      <inkml:brushProperty name="width" value="0.035" units="cm"/>
      <inkml:brushProperty name="height" value="0.035" units="cm"/>
      <inkml:brushProperty name="color" value="#E71224"/>
    </inkml:brush>
  </inkml:definitions>
  <inkml:trace contextRef="#ctx0" brushRef="#br0">0 1 24575,'74'15'0,"-20"2"0,4 1 0,-5-1 0,1 0 0,20 9 0,-6-4 0,-19-6 0,6 1 0,-51-14 0,-3 2 0,-5 2 0,-9 2 0,-12 3 0,-6 6 0,-8 2 0,-8 6 0,12-3 0,1-3 0,15-7 0,2 2 0,1-4 0,-4 8 0,0-6 0,5 0 0,3-4 0,9-3 0,-2 1 0,3-3 0,-1-1 0,1-3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9:14.399"/>
    </inkml:context>
    <inkml:brush xml:id="br0">
      <inkml:brushProperty name="width" value="0.035" units="cm"/>
      <inkml:brushProperty name="height" value="0.035" units="cm"/>
      <inkml:brushProperty name="color" value="#E71224"/>
    </inkml:brush>
  </inkml:definitions>
  <inkml:trace contextRef="#ctx0" brushRef="#br0">0 1 24575,'42'34'0,"-4"-5"0,6 4 0,17 16 0,6 6 0,-11-12 0,3 1 0,-1-1 0,16 15 0,-1-1 0,-19-17 0,1 0 0,-3-2 0,11 7 0,-2-2 0,5-1 0,4-1 0,7 1 0,4-2 0,2-3 0,4-3 0,-23-11 0,2-2 0,-1 1 0,2 4 0,-1 0 0,1-2 0,28 1 0,1 0 0,-29-2 0,0 2 0,0-3-281,3-4 1,-1-3-1,1 0 281,-2 1 0,0 1 0,1-2 0,9 0 0,1-2 0,-2 0 0,-8-2 0,-1 0 0,0-1 0,6 0 0,0 0 0,1-1 0,1 0 0,0 1 0,-1-1 0,-1-1 0,0-1 0,1 0 0,6-1 0,1-2 0,-1 0 0,-2 1 0,0-2 0,1 0-336,5-2 0,1-2 0,0 1 336,1 0 0,1 0 0,0 0 0,5 0 0,0 0 0,1 0 0,-2 2 0,-1 0 0,0 0 0,-6 0 0,0 0 0,0 0 0,5 0 0,1 1 0,-2-1 0,-11-1 0,-1 1 0,1-2 0,13 1 0,2-1 0,-3-1 0,-14 1 0,-2 0 0,2 0 0,17 0 0,4 0 0,1 0 0,-20 0 0,1 0 0,0 0 0,1 0-359,1 0 0,-1 0 0,2 0 1,3 0 358,-5 0 0,3 0 0,1 0 0,-1 0 0,-4 0 0,2 0 0,-3 0 0,0 0 0,1 0 0,8 1 0,0 0 0,2-1 0,2-2 0,-8-2 0,3-3 0,0 0 0,0 0 0,-2 2 0,9 2 0,-3 1 0,0 1 0,5-3 0,-5-3 0,4-2 0,1-1 0,-2 1 0,-6 2 0,-4 4 0,-5 2 0,-2 0 0,1-1-152,2-3 1,1-1 0,-2-1 0,-5 2 151,-2 0 0,-5 2 0,1-2 117,5-2 0,0 0 1,-4-1-118,1 2 0,-3 0 434,4 1 1,-2 1-435,-10 2 0,-3 1 1948,38 1-1948,-36 0 721,-16 0-721,-28 0 0,2-1 0,-11 1 0,0 0 0,-2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9:15.706"/>
    </inkml:context>
    <inkml:brush xml:id="br0">
      <inkml:brushProperty name="width" value="0.035" units="cm"/>
      <inkml:brushProperty name="height" value="0.035" units="cm"/>
      <inkml:brushProperty name="color" value="#E71224"/>
    </inkml:brush>
  </inkml:definitions>
  <inkml:trace contextRef="#ctx0" brushRef="#br0">38 0 24575,'63'25'0,"13"15"0,-33-14 0,1 2 0,38 28 0,-46-26 0,-8-9 0,-15-14 0,-4-4 0,-4-2 0,-2 0 0,-8 5 0,-4 1 0,-9 5 0,0-2 0,-16 7 0,-34 16 0,25-7 0,-1 0 0,-26 11 0,-12 19 0,71-48 0,-19 15 0,27-20 0,1 0 0,0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0:13.189"/>
    </inkml:context>
    <inkml:brush xml:id="br0">
      <inkml:brushProperty name="width" value="0.035" units="cm"/>
      <inkml:brushProperty name="height" value="0.035" units="cm"/>
      <inkml:brushProperty name="color" value="#E71224"/>
    </inkml:brush>
  </inkml:definitions>
  <inkml:trace contextRef="#ctx0" brushRef="#br0">0 0 24575,'23'35'0,"1"6"0,3 6 0,0 3 0,10 28 0,-11-26 0,1 2 0,-4-4 0,1-1 0,6 10 0,4 2 0,7 6 0,4 2 0,8 9 0,2-2 0,-12-17 0,0-3 0,6 1 0,2-3 0,2-11 0,4-2 0,10 7 0,9 1 0,5-2 0,10 2 0,-3-3 0,-16-7 0,-2-2 0,5 1-323,0 0 1,4 1 0,1 0 0,-4-3 322,3 0 0,-4-4 0,3 1 0,10 4 0,2 0 0,1 0 0,-22-7 0,0 0 0,0 0 0,0-2 0,21 7 0,-1-1 0,2-1 0,-20-7 0,0 1 0,1-2 0,-2 0 0,17 4 0,-2-1 0,-1-1-134,-8-3 0,-1-1 0,-1-1 134,-6-3 0,-2 0 0,4 0 0,15 3 0,4 0 0,1-2 0,-3-2 0,0-3 0,4 1-276,-12-3 1,4 0 0,0 0 0,-3-1 275,13 1 0,-3-1 0,0-1 0,-4-2 0,-1 0 0,3-1 0,-11-1 0,2 0 0,1-1 0,0 1 0,-1-1 0,0 1 0,0-1 0,0 1 0,1-1 0,1 1 0,0-1 0,-1 0 0,2 1 0,1 0 0,-2-1 0,-4 1 0,8 0 0,-4 1 0,1-1 0,5-1 0,1 0 0,-3 0-103,-8 1 0,-3 0 0,-1-1 103,22-3 0,-2-1 0,-7 6 0,-2-1 0,5-4 0,0-1 0,-2 6 0,1-1 0,8-5 0,5 0 0,-16 3 0,4 0 0,8 0 0,-12-3 0,7-1 0,4 0 0,1 0 0,-2 1-270,0 2 0,-1 0 0,1 1 1,0 0-1,0-2 270,6 0 0,1-2 0,0 1 0,-3-1 0,-4 1 0,0 1 0,-4 1 0,-4 0 0,-6-1 67,-5-1 1,-6 0-1,-2 0-67,24 0 0,-7 0 505,-20 1 1,-7 0-506,26-1 306,-49 0-306,-6 1 2756,26-2-2756,21-1 0,18 0 0,-22 0 0,8 0 0,2 0 0,-3 0 0,13 0 0,-2 0 0,1 0 58,7 0 0,1 0 1,-19 0-59,1 0 0,-57 0 0,-26 0 0,0-3 0,-6 2 0,5-2 0,0 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0:17.684"/>
    </inkml:context>
    <inkml:brush xml:id="br0">
      <inkml:brushProperty name="width" value="0.035" units="cm"/>
      <inkml:brushProperty name="height" value="0.035" units="cm"/>
      <inkml:brushProperty name="color" value="#E71224"/>
    </inkml:brush>
  </inkml:definitions>
  <inkml:trace contextRef="#ctx0" brushRef="#br0">278 0 24575,'35'6'0,"14"17"0,8-2 0,3 14 0,-11-6 0,-11-9 0,-4 4 0,-17-15 0,14 12 0,-11-6 0,10 9 0,-10-7 0,-10-6 0,-2 0 0,-5-4 0,-1-2 0,-2 0 0,0 0 0,-3 0 0,-11 5 0,-1-1 0,-36 24 0,1 8 0,2-6 0,-4 3 0,4 2 0,-1 2 0,-9 4 0,-1 2 0,1 4 0,3-1 0,11-12 0,3-1 0,-22 27 0,38-41 0,18-11 0,6-11 0,1 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8:45.839"/>
    </inkml:context>
    <inkml:brush xml:id="br0">
      <inkml:brushProperty name="width" value="0.035" units="cm"/>
      <inkml:brushProperty name="height" value="0.035" units="cm"/>
      <inkml:brushProperty name="color" value="#E71224"/>
    </inkml:brush>
  </inkml:definitions>
  <inkml:trace contextRef="#ctx0" brushRef="#br0">1 1627 24575,'41'-30'0,"-1"0"0,34-9 0,9-3 0,-11-1 0,4-4 0,4 0-2458,-11 9 0,4 1 1,1 0-1,-3 1 1961,11-7 1,-2 1-1,1 0 497,-14 6 0,1-1 0,0 0 0,-2 2 706,10-6 1,-3 2 0,1-1-707,4-3 0,2-1 0,-3 1 0,-10 4 0,-2 2 0,-2 0 0,19-9 0,-4 2 907,-15 7 0,-3 4-907,-6 7 0,-2 3 0,40-13 0,-42 19 0,1 1 0,0-1 0,-1 0 0,39-10 6486,-3 3-6486,4-2 450,-38 16 1,2 0-451,5-7 0,1 1 0,1 4 0,-1 0 0,1-3 0,-2-1 0,-9 6 0,1 0 0,9 0 0,0 1 0,-9 5 0,0 1 0,11-3 0,2 1 0,-5 4 0,1 0 0,5-3 0,-3 0 0,32 3 0,-14 1 0,-34 0 0,-11 0 0,-10 0 0,-12 0 0,-5 0 0,14 0 0,6 0 0,34 1 0,-17 3 0,3-1 0,-24 3 0,-11-3 0,-3 3 0,-5-2 0,-5 2 0,0-1 0,0 0 0,-1 3 0,-10-1 0,-19 10 0,-35 21 0,11-10 0,-5 3 0,-22 20 0,-6 3 0,28-22 0,-1-1 0,-3 2 0,-16 11 0,-3 2 0,2-3-289,9-10 0,1-3 1,-1 1 288,-11 6 0,-2 0 0,2-1 0,8-6 0,0-2 0,3 0 0,3-3 0,2 1 0,2-2 0,-16 5 0,4-1 0,5-2 0,6 0 0,-26 12 0,28-15 0,1 0 0,-26 12 0,28-13 0,-2 0 0,6-3 0,-1-1 0,-2 4 0,-3-1 0,-8-1 0,-2-1 0,-2-2 0,0 0 0,3 1 0,-2-2 433,-9-1 0,3-2-433,29-3 0,2-1 0,-48 7 0,67-10 0,3 3 0,21-7 0,-14 6 0,3-5 0,-6 5 0,-31 4 0,0 1 0,-40 4 0,29-4 0,-4 1 0,42-9 0,2-1 0,13-4 0,-7 0 0,-13 5 0,-5 1 0,-6 5 0,12-1 0,12-4 0,10-2 0,7-4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8:47.522"/>
    </inkml:context>
    <inkml:brush xml:id="br0">
      <inkml:brushProperty name="width" value="0.035" units="cm"/>
      <inkml:brushProperty name="height" value="0.035" units="cm"/>
      <inkml:brushProperty name="color" value="#E71224"/>
    </inkml:brush>
  </inkml:definitions>
  <inkml:trace contextRef="#ctx0" brushRef="#br0">405 1 24575,'-60'16'0,"-17"13"0,28-9 0,-1 1 0,3 4 0,4-1 0,-1 3 0,16-7 0,23-12 0,3-3 0,2-2 0,9-5 0,7 0 0,21-2 0,1 4 0,17-6 0,-17 0 0,-3-1 0,-2 3 0,-15 4 0,10 0 0,-10 0 0,-2 0 0,-2 0 0,-5 0 0,-1 0 0,1 0 0,0 0 0,0 0 0,-2 0 0,6 0 0,-4 0 0,4 0 0,-8 0 0,-3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0:47.700"/>
    </inkml:context>
    <inkml:brush xml:id="br0">
      <inkml:brushProperty name="width" value="0.035" units="cm"/>
      <inkml:brushProperty name="height" value="0.035" units="cm"/>
      <inkml:brushProperty name="color" value="#E71224"/>
    </inkml:brush>
  </inkml:definitions>
  <inkml:trace contextRef="#ctx0" brushRef="#br0">1 3090 24575,'87'-22'0,"1"-1"0,-1 1 0,-1-6 0,1-2 0,-21 6 0,6-2 0,2-2 0,-1-3 0,5-6 0,1-5 0,-1 0 0,-2 1-1097,12-5 1,-1 1 0,3-3 1096,-19 10 0,3-3 0,2 0 0,0-2 0,-4 0 0,8-6 0,-3-1 0,-1-1 0,-1-1 258,-4 1 0,0-1 1,-3 0-1,-1 1-258,14-10 0,-2 2 0,-7-1 180,-16 9 0,-4-1 0,-8 4-180,-6 1 0,-5 0 0,2-13 0,1-2 0,9-4 0,0-1 858,-5 4 0,0 0-858,3 0 0,0 2 0,-3 7 0,0 2 0,0-3 0,6-1 0,7 4 0,7-2 0,-2 2 0,12-14 0,0 2 0,-10 16 0,3 0 0,-6 4 0,0 1 0,-8 5 0,14-10 0,-30 25 0,-15 8 0,30-5 0,18 1 0,-5-1 0,1-1 0,14-2 0,-1 1 0,-62 17 0,19 1 0,10-7 0,41-2 0,-2-3 0,-22 6 0,-22 4 0,-32 2 0,-16 3 0,11-3 0,-12 4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0:49.500"/>
    </inkml:context>
    <inkml:brush xml:id="br0">
      <inkml:brushProperty name="width" value="0.035" units="cm"/>
      <inkml:brushProperty name="height" value="0.035" units="cm"/>
      <inkml:brushProperty name="color" value="#E71224"/>
    </inkml:brush>
  </inkml:definitions>
  <inkml:trace contextRef="#ctx0" brushRef="#br0">1 1 24575,'37'0'0,"60"0"0,-24 0 0,-15 0 0,-4 0 0,-17 0 0,-10 2 0,-12 1 0,-12 0 0,2 6 0,1-3 0,0 3 0,1-2 0,-3-2 0,-2 1 0,-2 1 0,0 2 0,-1 1 0,-4 1 0,-5 8 0,-9 9 0,-3 6 0,-3 4 0,3-8 0,8-4 0,1-5 0,8-9 0,-3 2 0,3-7 0,-1 2 0,1-1 0,0-2 0,2 1 0,2-4 0,1-1 0,0-1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1:05.416"/>
    </inkml:context>
    <inkml:brush xml:id="br0">
      <inkml:brushProperty name="width" value="0.035" units="cm"/>
      <inkml:brushProperty name="height" value="0.035" units="cm"/>
      <inkml:brushProperty name="color" value="#E71224"/>
    </inkml:brush>
  </inkml:definitions>
  <inkml:trace contextRef="#ctx0" brushRef="#br0">1 0 24575,'94'0'0,"-1"0"0,1 0 0,0 0 0,4 0 0,2 0 0,-2 0 0,-5 0 0,10 0 0,-4 0 0,-5 0 0,-12 0 0,-3 0 0,-10 0 0,-10 0 0,-11 0 0,-2 0 0,-13 0 0,5 0 0,-2 0 0,-1 0 0,-14 0 0,-10 0 0,-1 0 0,-4 0 0,23 0 0,-2 0 0,16 0 0,-14 0 0,-5 0 0,-13 0 0,4 0 0,-5 0 0,3 0 0,-3 0 0,-5 0 0,-1 0 0,-4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1:06.636"/>
    </inkml:context>
    <inkml:brush xml:id="br0">
      <inkml:brushProperty name="width" value="0.035" units="cm"/>
      <inkml:brushProperty name="height" value="0.035" units="cm"/>
      <inkml:brushProperty name="color" value="#E71224"/>
    </inkml:brush>
  </inkml:definitions>
  <inkml:trace contextRef="#ctx0" brushRef="#br0">0 1 24575,'63'8'0,"1"0"0,28 13 0,-27-8 0,-6 2 0,-8 4 0,-11-4 0,-32-13 0,15 8 0,-30-8 0,-2 5 0,-30 1 0,-4 3 0,-2 6 0,0-3 0,-7 20 0,-4-4 0,4 5 0,11-11 0,27-13 0,4-5 0,7-1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1:08.189"/>
    </inkml:context>
    <inkml:brush xml:id="br0">
      <inkml:brushProperty name="width" value="0.035" units="cm"/>
      <inkml:brushProperty name="height" value="0.035" units="cm"/>
      <inkml:brushProperty name="color" value="#E71224"/>
    </inkml:brush>
  </inkml:definitions>
  <inkml:trace contextRef="#ctx0" brushRef="#br0">61 0 24575,'0'50'0,"0"24"0,0-1 0,0 11 0,0-11 0,0 4 0,0 3 0,0 6 0,0 2 0,0 0 0,0 1 0,0 1 0,0 3 0,0-9 0,0 5 0,0-2 0,0-6 0,0-7 0,0-6 0,0 4 0,-1 22 0,-1 4 0,-1-10 0,1-15 0,-1-11 0,-4 14 0,3 0 0,4-50 0,0 20 0,0 44 0,0-39 0,0 2 0,0 6 0,0 1 0,0-2 0,0-3 0,0 16 0,0 22 0,-5-3 0,-2-3 0,0-20 0,-5-15 0,10-34 0,-3-35 0,5-15 0,0-9 0,0 14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1:09.765"/>
    </inkml:context>
    <inkml:brush xml:id="br0">
      <inkml:brushProperty name="width" value="0.035" units="cm"/>
      <inkml:brushProperty name="height" value="0.035" units="cm"/>
      <inkml:brushProperty name="color" value="#E71224"/>
    </inkml:brush>
  </inkml:definitions>
  <inkml:trace contextRef="#ctx0" brushRef="#br0">1 1 24575,'2'58'0,"17"-16"0,4 31 0,19-19 0,-7-17 0,-12 0 0,-6-17 0,-17-16 0,3-5 0,-3-9 0,6 1 0,-3-3 0,8 2 0,4-8 0,33-24 0,-11 11 0,11-8 0,-25 25 0,4 9 0,0-4 0,1 4 0,-12-2 0,-9 4 0,-5 2 0,0 1 0,-1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7:46.889"/>
    </inkml:context>
    <inkml:brush xml:id="br0">
      <inkml:brushProperty name="width" value="0.035" units="cm"/>
      <inkml:brushProperty name="height" value="0.035" units="cm"/>
      <inkml:brushProperty name="color" value="#E71224"/>
    </inkml:brush>
  </inkml:definitions>
  <inkml:trace contextRef="#ctx0" brushRef="#br0">0 913 24575,'5'-8'0,"38"-22"0,-2 4 0,9-4 0,16-3 0,10-3 0,0 1-838,-6 1 0,1 2 1,4-3 837,2 1 0,7-3 0,-1 1 0,-8 4 0,-7 4 0,-5 4 0,-1 0 400,29-15 1,-9 4-401,-1 8 414,-25 4-414,14-7 0,-22 11 0,4-2 0,0 1 0,0 0 649,-1 4 0,-3 1-649,26-6 0,-27 12 0,1-2 0,32-4 0,-27 5 0,5 0 0,11 0 0,3 0 0,0 0 0,-3 1 0,29 1 0,-35-1 0,-14 7 0,-12 2 0,30 0 0,-8 0 0,-6 0 0,-15 0 0,-9 0 0,-11 2 0,-2 2 0,-11-1 0,6 8 0,-9-5 0,5 6 0,-7 4 0,0 16 0,0 20 0,0 29 0,-5-1 0,-7-20 0,-5 1 0,-23 22 0,5-25 0,-4-3 0,-20 8 0,-12 1 0,11-18 0,17-21 0,-4 1 0,-11 3 0,-4-2 0,-10 0 0,-3 0 0,-7 4 0,-1-2 0,4-11 0,3-1 0,13 3 0,1-2 0,4-8 0,3-1 0,-21 9 0,-5-7 0,17-1 0,10-1 0,0-4 0,18 3 0,-32-6 0,23 6 0,-17-7 0,32 3 0,6-4 0,18 0 0,-3 3 0,4-1 0,-61 9 0,9-1 0,-1-2 0,-4 1 0,-26 7 0,-2 0 0,19-3 0,26-3 0,16-3 0,18-5 0,8-1 0,-7-1 0,-4 0 0,-5 2 0,2 0 0,3 1 0,5-1 0,5-2 0,22 6 0,-2-2 0,8 2 0,-13-3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7:48.192"/>
    </inkml:context>
    <inkml:brush xml:id="br0">
      <inkml:brushProperty name="width" value="0.035" units="cm"/>
      <inkml:brushProperty name="height" value="0.035" units="cm"/>
      <inkml:brushProperty name="color" value="#E71224"/>
    </inkml:brush>
  </inkml:definitions>
  <inkml:trace contextRef="#ctx0" brushRef="#br0">518 1 24575,'-28'9'0,"-23"18"0,-30 17 0,36-16 0,0 1 0,2 0 0,4 1 0,-22 16 0,7-7 0,27-15 0,-4-6 0,25-6 0,-1-7 0,7-3 0,3-8 0,6 1 0,12 2 0,44 1 0,-4 2 0,-7 0 0,-1 0 0,6 5 0,8 0 0,-45 0 0,-1-1 0,-15-4 0,2 0 0,1 0 0,-4 0 0,-1 0 0,-3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8:27.884"/>
    </inkml:context>
    <inkml:brush xml:id="br0">
      <inkml:brushProperty name="width" value="0.035" units="cm"/>
      <inkml:brushProperty name="height" value="0.035" units="cm"/>
      <inkml:brushProperty name="color" value="#E71224"/>
    </inkml:brush>
  </inkml:definitions>
  <inkml:trace contextRef="#ctx0" brushRef="#br0">1 1 24575,'51'0'0,"1"0"0,-1 4 0,5 4 0,32 7 0,4 3 0,-15 1 0,-3 2 0,-1 3 0,-3 0 0,-16-6 0,-4-1 0,30 5 0,-16 3 0,23 2 0,-15 1 0,-22-10 0,0-1 0,35 14 0,-37-14 0,3 0 0,9-2 0,3-1 0,-3 0 0,2-1 0,10-2 0,-1 0 0,-15-3 0,-3 0 0,-3 0 0,-1 0 0,46 8 0,2 0 0,-36-6 0,4-1 0,9-1 0,1-1 0,-4 1 0,-1-1 0,-1-4 0,-2 1 0,30 7 0,-14-8 0,4 9 0,-2-9 0,2 6 0,-26-6 0,-22-1 0,-6 1 0,-4-3 0,18 0 0,-12 0 0,0 0 0,-21 0 0,-4 0 0,-5 0 0,-1 0 0,-2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8:29.400"/>
    </inkml:context>
    <inkml:brush xml:id="br0">
      <inkml:brushProperty name="width" value="0.035" units="cm"/>
      <inkml:brushProperty name="height" value="0.035" units="cm"/>
      <inkml:brushProperty name="color" value="#E71224"/>
    </inkml:brush>
  </inkml:definitions>
  <inkml:trace contextRef="#ctx0" brushRef="#br0">0 1 24575,'74'15'0,"-20"2"0,4 1 0,-5-1 0,1 0 0,20 9 0,-6-4 0,-19-6 0,6 1 0,-51-14 0,-3 2 0,-5 2 0,-9 2 0,-12 3 0,-6 6 0,-8 2 0,-8 6 0,12-3 0,1-3 0,15-7 0,2 2 0,1-4 0,-4 8 0,0-6 0,5 0 0,3-4 0,9-3 0,-2 1 0,3-3 0,-1-1 0,1-3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9:14.399"/>
    </inkml:context>
    <inkml:brush xml:id="br0">
      <inkml:brushProperty name="width" value="0.035" units="cm"/>
      <inkml:brushProperty name="height" value="0.035" units="cm"/>
      <inkml:brushProperty name="color" value="#E71224"/>
    </inkml:brush>
  </inkml:definitions>
  <inkml:trace contextRef="#ctx0" brushRef="#br0">0 1 24575,'42'34'0,"-4"-5"0,6 4 0,17 16 0,6 6 0,-11-12 0,3 1 0,-1-1 0,16 15 0,-1-1 0,-19-17 0,1 0 0,-3-2 0,11 7 0,-2-2 0,5-1 0,4-1 0,7 1 0,4-2 0,2-3 0,4-3 0,-23-11 0,2-2 0,-1 1 0,2 4 0,-1 0 0,1-2 0,28 1 0,1 0 0,-29-2 0,0 2 0,0-3-281,3-4 1,-1-3-1,1 0 281,-2 1 0,0 1 0,1-2 0,9 0 0,1-2 0,-2 0 0,-8-2 0,-1 0 0,0-1 0,6 0 0,0 0 0,1-1 0,1 0 0,0 1 0,-1-1 0,-1-1 0,0-1 0,1 0 0,6-1 0,1-2 0,-1 0 0,-2 1 0,0-2 0,1 0-336,5-2 0,1-2 0,0 1 336,1 0 0,1 0 0,0 0 0,5 0 0,0 0 0,1 0 0,-2 2 0,-1 0 0,0 0 0,-6 0 0,0 0 0,0 0 0,5 0 0,1 1 0,-2-1 0,-11-1 0,-1 1 0,1-2 0,13 1 0,2-1 0,-3-1 0,-14 1 0,-2 0 0,2 0 0,17 0 0,4 0 0,1 0 0,-20 0 0,1 0 0,0 0 0,1 0-359,1 0 0,-1 0 0,2 0 1,3 0 358,-5 0 0,3 0 0,1 0 0,-1 0 0,-4 0 0,2 0 0,-3 0 0,0 0 0,1 0 0,8 1 0,0 0 0,2-1 0,2-2 0,-8-2 0,3-3 0,0 0 0,0 0 0,-2 2 0,9 2 0,-3 1 0,0 1 0,5-3 0,-5-3 0,4-2 0,1-1 0,-2 1 0,-6 2 0,-4 4 0,-5 2 0,-2 0 0,1-1-152,2-3 1,1-1 0,-2-1 0,-5 2 151,-2 0 0,-5 2 0,1-2 117,5-2 0,0 0 1,-4-1-118,1 2 0,-3 0 434,4 1 1,-2 1-435,-10 2 0,-3 1 1948,38 1-1948,-36 0 721,-16 0-721,-28 0 0,2-1 0,-11 1 0,0 0 0,-2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9:15.706"/>
    </inkml:context>
    <inkml:brush xml:id="br0">
      <inkml:brushProperty name="width" value="0.035" units="cm"/>
      <inkml:brushProperty name="height" value="0.035" units="cm"/>
      <inkml:brushProperty name="color" value="#E71224"/>
    </inkml:brush>
  </inkml:definitions>
  <inkml:trace contextRef="#ctx0" brushRef="#br0">38 0 24575,'63'25'0,"13"15"0,-33-14 0,1 2 0,38 28 0,-46-26 0,-8-9 0,-15-14 0,-4-4 0,-4-2 0,-2 0 0,-8 5 0,-4 1 0,-9 5 0,0-2 0,-16 7 0,-34 16 0,25-7 0,-1 0 0,-26 11 0,-12 19 0,71-48 0,-19 15 0,27-20 0,1 0 0,0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0:13.189"/>
    </inkml:context>
    <inkml:brush xml:id="br0">
      <inkml:brushProperty name="width" value="0.035" units="cm"/>
      <inkml:brushProperty name="height" value="0.035" units="cm"/>
      <inkml:brushProperty name="color" value="#E71224"/>
    </inkml:brush>
  </inkml:definitions>
  <inkml:trace contextRef="#ctx0" brushRef="#br0">0 0 24575,'23'35'0,"1"6"0,3 6 0,0 3 0,10 28 0,-11-26 0,1 2 0,-4-4 0,1-1 0,6 10 0,4 2 0,7 6 0,4 2 0,8 9 0,2-2 0,-12-17 0,0-3 0,6 1 0,2-3 0,2-11 0,4-2 0,10 7 0,9 1 0,5-2 0,10 2 0,-3-3 0,-16-7 0,-2-2 0,5 1-323,0 0 1,4 1 0,1 0 0,-4-3 322,3 0 0,-4-4 0,3 1 0,10 4 0,2 0 0,1 0 0,-22-7 0,0 0 0,0 0 0,0-2 0,21 7 0,-1-1 0,2-1 0,-20-7 0,0 1 0,1-2 0,-2 0 0,17 4 0,-2-1 0,-1-1-134,-8-3 0,-1-1 0,-1-1 134,-6-3 0,-2 0 0,4 0 0,15 3 0,4 0 0,1-2 0,-3-2 0,0-3 0,4 1-276,-12-3 1,4 0 0,0 0 0,-3-1 275,13 1 0,-3-1 0,0-1 0,-4-2 0,-1 0 0,3-1 0,-11-1 0,2 0 0,1-1 0,0 1 0,-1-1 0,0 1 0,0-1 0,0 1 0,1-1 0,1 1 0,0-1 0,-1 0 0,2 1 0,1 0 0,-2-1 0,-4 1 0,8 0 0,-4 1 0,1-1 0,5-1 0,1 0 0,-3 0-103,-8 1 0,-3 0 0,-1-1 103,22-3 0,-2-1 0,-7 6 0,-2-1 0,5-4 0,0-1 0,-2 6 0,1-1 0,8-5 0,5 0 0,-16 3 0,4 0 0,8 0 0,-12-3 0,7-1 0,4 0 0,1 0 0,-2 1-270,0 2 0,-1 0 0,1 1 1,0 0-1,0-2 270,6 0 0,1-2 0,0 1 0,-3-1 0,-4 1 0,0 1 0,-4 1 0,-4 0 0,-6-1 67,-5-1 1,-6 0-1,-2 0-67,24 0 0,-7 0 505,-20 1 1,-7 0-506,26-1 306,-49 0-306,-6 1 2756,26-2-2756,21-1 0,18 0 0,-22 0 0,8 0 0,2 0 0,-3 0 0,13 0 0,-2 0 0,1 0 58,7 0 0,1 0 1,-19 0-59,1 0 0,-57 0 0,-26 0 0,0-3 0,-6 2 0,5-2 0,0 2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0:17.684"/>
    </inkml:context>
    <inkml:brush xml:id="br0">
      <inkml:brushProperty name="width" value="0.035" units="cm"/>
      <inkml:brushProperty name="height" value="0.035" units="cm"/>
      <inkml:brushProperty name="color" value="#E71224"/>
    </inkml:brush>
  </inkml:definitions>
  <inkml:trace contextRef="#ctx0" brushRef="#br0">278 0 24575,'35'6'0,"14"17"0,8-2 0,3 14 0,-11-6 0,-11-9 0,-4 4 0,-17-15 0,14 12 0,-11-6 0,10 9 0,-10-7 0,-10-6 0,-2 0 0,-5-4 0,-1-2 0,-2 0 0,0 0 0,-3 0 0,-11 5 0,-1-1 0,-36 24 0,1 8 0,2-6 0,-4 3 0,4 2 0,-1 2 0,-9 4 0,-1 2 0,1 4 0,3-1 0,11-12 0,3-1 0,-22 27 0,38-41 0,18-11 0,6-11 0,1 1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8:45.839"/>
    </inkml:context>
    <inkml:brush xml:id="br0">
      <inkml:brushProperty name="width" value="0.035" units="cm"/>
      <inkml:brushProperty name="height" value="0.035" units="cm"/>
      <inkml:brushProperty name="color" value="#E71224"/>
    </inkml:brush>
  </inkml:definitions>
  <inkml:trace contextRef="#ctx0" brushRef="#br0">1 1627 24575,'41'-30'0,"-1"0"0,34-9 0,9-3 0,-11-1 0,4-4 0,4 0-2458,-11 9 0,4 1 1,1 0-1,-3 1 1961,11-7 1,-2 1-1,1 0 497,-14 6 0,1-1 0,0 0 0,-2 2 706,10-6 1,-3 2 0,1-1-707,4-3 0,2-1 0,-3 1 0,-10 4 0,-2 2 0,-2 0 0,19-9 0,-4 2 907,-15 7 0,-3 4-907,-6 7 0,-2 3 0,40-13 0,-42 19 0,1 1 0,0-1 0,-1 0 0,39-10 6486,-3 3-6486,4-2 450,-38 16 1,2 0-451,5-7 0,1 1 0,1 4 0,-1 0 0,1-3 0,-2-1 0,-9 6 0,1 0 0,9 0 0,0 1 0,-9 5 0,0 1 0,11-3 0,2 1 0,-5 4 0,1 0 0,5-3 0,-3 0 0,32 3 0,-14 1 0,-34 0 0,-11 0 0,-10 0 0,-12 0 0,-5 0 0,14 0 0,6 0 0,34 1 0,-17 3 0,3-1 0,-24 3 0,-11-3 0,-3 3 0,-5-2 0,-5 2 0,0-1 0,0 0 0,-1 3 0,-10-1 0,-19 10 0,-35 21 0,11-10 0,-5 3 0,-22 20 0,-6 3 0,28-22 0,-1-1 0,-3 2 0,-16 11 0,-3 2 0,2-3-289,9-10 0,1-3 1,-1 1 288,-11 6 0,-2 0 0,2-1 0,8-6 0,0-2 0,3 0 0,3-3 0,2 1 0,2-2 0,-16 5 0,4-1 0,5-2 0,6 0 0,-26 12 0,28-15 0,1 0 0,-26 12 0,28-13 0,-2 0 0,6-3 0,-1-1 0,-2 4 0,-3-1 0,-8-1 0,-2-1 0,-2-2 0,0 0 0,3 1 0,-2-2 433,-9-1 0,3-2-433,29-3 0,2-1 0,-48 7 0,67-10 0,3 3 0,21-7 0,-14 6 0,3-5 0,-6 5 0,-31 4 0,0 1 0,-40 4 0,29-4 0,-4 1 0,42-9 0,2-1 0,13-4 0,-7 0 0,-13 5 0,-5 1 0,-6 5 0,12-1 0,12-4 0,10-2 0,7-4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38:47.522"/>
    </inkml:context>
    <inkml:brush xml:id="br0">
      <inkml:brushProperty name="width" value="0.035" units="cm"/>
      <inkml:brushProperty name="height" value="0.035" units="cm"/>
      <inkml:brushProperty name="color" value="#E71224"/>
    </inkml:brush>
  </inkml:definitions>
  <inkml:trace contextRef="#ctx0" brushRef="#br0">405 1 24575,'-60'16'0,"-17"13"0,28-9 0,-1 1 0,3 4 0,4-1 0,-1 3 0,16-7 0,23-12 0,3-3 0,2-2 0,9-5 0,7 0 0,21-2 0,1 4 0,17-6 0,-17 0 0,-3-1 0,-2 3 0,-15 4 0,10 0 0,-10 0 0,-2 0 0,-2 0 0,-5 0 0,-1 0 0,1 0 0,0 0 0,0 0 0,-2 0 0,6 0 0,-4 0 0,4 0 0,-8 0 0,-3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0:47.700"/>
    </inkml:context>
    <inkml:brush xml:id="br0">
      <inkml:brushProperty name="width" value="0.035" units="cm"/>
      <inkml:brushProperty name="height" value="0.035" units="cm"/>
      <inkml:brushProperty name="color" value="#E71224"/>
    </inkml:brush>
  </inkml:definitions>
  <inkml:trace contextRef="#ctx0" brushRef="#br0">1 3090 24575,'87'-22'0,"1"-1"0,-1 1 0,-1-6 0,1-2 0,-21 6 0,6-2 0,2-2 0,-1-3 0,5-6 0,1-5 0,-1 0 0,-2 1-1097,12-5 1,-1 1 0,3-3 1096,-19 10 0,3-3 0,2 0 0,0-2 0,-4 0 0,8-6 0,-3-1 0,-1-1 0,-1-1 258,-4 1 0,0-1 1,-3 0-1,-1 1-258,14-10 0,-2 2 0,-7-1 180,-16 9 0,-4-1 0,-8 4-180,-6 1 0,-5 0 0,2-13 0,1-2 0,9-4 0,0-1 858,-5 4 0,0 0-858,3 0 0,0 2 0,-3 7 0,0 2 0,0-3 0,6-1 0,7 4 0,7-2 0,-2 2 0,12-14 0,0 2 0,-10 16 0,3 0 0,-6 4 0,0 1 0,-8 5 0,14-10 0,-30 25 0,-15 8 0,30-5 0,18 1 0,-5-1 0,1-1 0,14-2 0,-1 1 0,-62 17 0,19 1 0,10-7 0,41-2 0,-2-3 0,-22 6 0,-22 4 0,-32 2 0,-16 3 0,11-3 0,-12 4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0:49.500"/>
    </inkml:context>
    <inkml:brush xml:id="br0">
      <inkml:brushProperty name="width" value="0.035" units="cm"/>
      <inkml:brushProperty name="height" value="0.035" units="cm"/>
      <inkml:brushProperty name="color" value="#E71224"/>
    </inkml:brush>
  </inkml:definitions>
  <inkml:trace contextRef="#ctx0" brushRef="#br0">1 1 24575,'37'0'0,"60"0"0,-24 0 0,-15 0 0,-4 0 0,-17 0 0,-10 2 0,-12 1 0,-12 0 0,2 6 0,1-3 0,0 3 0,1-2 0,-3-2 0,-2 1 0,-2 1 0,0 2 0,-1 1 0,-4 1 0,-5 8 0,-9 9 0,-3 6 0,-3 4 0,3-8 0,8-4 0,1-5 0,8-9 0,-3 2 0,3-7 0,-1 2 0,1-1 0,0-2 0,2 1 0,2-4 0,1-1 0,0-1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1:05.416"/>
    </inkml:context>
    <inkml:brush xml:id="br0">
      <inkml:brushProperty name="width" value="0.035" units="cm"/>
      <inkml:brushProperty name="height" value="0.035" units="cm"/>
      <inkml:brushProperty name="color" value="#E71224"/>
    </inkml:brush>
  </inkml:definitions>
  <inkml:trace contextRef="#ctx0" brushRef="#br0">1 0 24575,'94'0'0,"-1"0"0,1 0 0,0 0 0,4 0 0,2 0 0,-2 0 0,-5 0 0,10 0 0,-4 0 0,-5 0 0,-12 0 0,-3 0 0,-10 0 0,-10 0 0,-11 0 0,-2 0 0,-13 0 0,5 0 0,-2 0 0,-1 0 0,-14 0 0,-10 0 0,-1 0 0,-4 0 0,23 0 0,-2 0 0,16 0 0,-14 0 0,-5 0 0,-13 0 0,4 0 0,-5 0 0,3 0 0,-3 0 0,-5 0 0,-1 0 0,-4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1:06.636"/>
    </inkml:context>
    <inkml:brush xml:id="br0">
      <inkml:brushProperty name="width" value="0.035" units="cm"/>
      <inkml:brushProperty name="height" value="0.035" units="cm"/>
      <inkml:brushProperty name="color" value="#E71224"/>
    </inkml:brush>
  </inkml:definitions>
  <inkml:trace contextRef="#ctx0" brushRef="#br0">0 1 24575,'63'8'0,"1"0"0,28 13 0,-27-8 0,-6 2 0,-8 4 0,-11-4 0,-32-13 0,15 8 0,-30-8 0,-2 5 0,-30 1 0,-4 3 0,-2 6 0,0-3 0,-7 20 0,-4-4 0,4 5 0,11-11 0,27-13 0,4-5 0,7-1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1:08.189"/>
    </inkml:context>
    <inkml:brush xml:id="br0">
      <inkml:brushProperty name="width" value="0.035" units="cm"/>
      <inkml:brushProperty name="height" value="0.035" units="cm"/>
      <inkml:brushProperty name="color" value="#E71224"/>
    </inkml:brush>
  </inkml:definitions>
  <inkml:trace contextRef="#ctx0" brushRef="#br0">61 0 24575,'0'50'0,"0"24"0,0-1 0,0 11 0,0-11 0,0 4 0,0 3 0,0 6 0,0 2 0,0 0 0,0 1 0,0 1 0,0 3 0,0-9 0,0 5 0,0-2 0,0-6 0,0-7 0,0-6 0,0 4 0,-1 22 0,-1 4 0,-1-10 0,1-15 0,-1-11 0,-4 14 0,3 0 0,4-50 0,0 20 0,0 44 0,0-39 0,0 2 0,0 6 0,0 1 0,0-2 0,0-3 0,0 16 0,0 22 0,-5-3 0,-2-3 0,0-20 0,-5-15 0,10-34 0,-3-35 0,5-15 0,0-9 0,0 14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41:09.765"/>
    </inkml:context>
    <inkml:brush xml:id="br0">
      <inkml:brushProperty name="width" value="0.035" units="cm"/>
      <inkml:brushProperty name="height" value="0.035" units="cm"/>
      <inkml:brushProperty name="color" value="#E71224"/>
    </inkml:brush>
  </inkml:definitions>
  <inkml:trace contextRef="#ctx0" brushRef="#br0">1 1 24575,'2'58'0,"17"-16"0,4 31 0,19-19 0,-7-17 0,-12 0 0,-6-17 0,-17-16 0,3-5 0,-3-9 0,6 1 0,-3-3 0,8 2 0,4-8 0,33-24 0,-11 11 0,11-8 0,-25 25 0,4 9 0,0-4 0,1 4 0,-12-2 0,-9 4 0,-5 2 0,0 1 0,-1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71"/>
    </inkml:context>
    <inkml:brush xml:id="br0">
      <inkml:brushProperty name="width" value="0.035" units="cm"/>
      <inkml:brushProperty name="height" value="0.035" units="cm"/>
      <inkml:brushProperty name="color" value="#D0CECE"/>
    </inkml:brush>
  </inkml:definitions>
  <inkml:trace contextRef="#ctx0" brushRef="#br0">0 913 24575,'5'-8'0,"38"-22"0,-2 4 0,9-4 0,16-3 0,10-3 0,0 1-838,-6 1 0,1 2 1,4-3 837,2 1 0,7-3 0,-1 1 0,-8 4 0,-7 4 0,-5 4 0,-1 0 400,29-15 1,-9 4-401,-1 8 414,-25 4-414,14-7 0,-22 11 0,4-2 0,0 1 0,0 0 649,-1 4 0,-3 1-649,26-6 0,-27 12 0,1-2 0,32-4 0,-27 5 0,5 0 0,11 0 0,3 0 0,0 0 0,-3 1 0,29 1 0,-35-1 0,-14 7 0,-12 2 0,30 0 0,-8 0 0,-6 0 0,-15 0 0,-9 0 0,-11 2 0,-2 2 0,-11-1 0,6 8 0,-9-5 0,5 6 0,-7 4 0,0 16 0,0 20 0,0 29 0,-5-1 0,-7-20 0,-5 1 0,-23 22 0,5-25 0,-4-3 0,-20 8 0,-12 1 0,11-18 0,17-21 0,-4 1 0,-11 3 0,-4-2 0,-10 0 0,-3 0 0,-7 4 0,-1-2 0,4-11 0,3-1 0,13 3 0,1-2 0,4-8 0,3-1 0,-21 9 0,-5-7 0,17-1 0,10-1 0,0-4 0,18 3 0,-32-6 0,23 6 0,-17-7 0,32 3 0,6-4 0,18 0 0,-3 3 0,4-1 0,-61 9 0,9-1 0,-1-2 0,-4 1 0,-26 7 0,-2 0 0,19-3 0,26-3 0,16-3 0,18-5 0,8-1 0,-7-1 0,-4 0 0,-5 2 0,2 0 0,3 1 0,5-1 0,5-2 0,22 6 0,-2-2 0,8 2 0,-13-3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72"/>
    </inkml:context>
    <inkml:brush xml:id="br0">
      <inkml:brushProperty name="width" value="0.035" units="cm"/>
      <inkml:brushProperty name="height" value="0.035" units="cm"/>
      <inkml:brushProperty name="color" value="#D0CECE"/>
    </inkml:brush>
  </inkml:definitions>
  <inkml:trace contextRef="#ctx0" brushRef="#br0">518 1 24575,'-28'9'0,"-23"18"0,-30 17 0,36-16 0,0 1 0,2 0 0,4 1 0,-22 16 0,7-7 0,27-15 0,-4-6 0,25-6 0,-1-7 0,7-3 0,3-8 0,6 1 0,12 2 0,44 1 0,-4 2 0,-7 0 0,-1 0 0,6 5 0,8 0 0,-45 0 0,-1-1 0,-15-4 0,2 0 0,1 0 0,-4 0 0,-1 0 0,-3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73"/>
    </inkml:context>
    <inkml:brush xml:id="br0">
      <inkml:brushProperty name="width" value="0.035" units="cm"/>
      <inkml:brushProperty name="height" value="0.035" units="cm"/>
      <inkml:brushProperty name="color" value="#D0CECE"/>
    </inkml:brush>
  </inkml:definitions>
  <inkml:trace contextRef="#ctx0" brushRef="#br0">1 1 24575,'51'0'0,"1"0"0,-1 4 0,5 4 0,32 7 0,4 3 0,-15 1 0,-3 2 0,-1 3 0,-3 0 0,-16-6 0,-4-1 0,30 5 0,-16 3 0,23 2 0,-15 1 0,-22-10 0,0-1 0,35 14 0,-37-14 0,3 0 0,9-2 0,3-1 0,-3 0 0,2-1 0,10-2 0,-1 0 0,-15-3 0,-3 0 0,-3 0 0,-1 0 0,46 8 0,2 0 0,-36-6 0,4-1 0,9-1 0,1-1 0,-4 1 0,-1-1 0,-1-4 0,-2 1 0,30 7 0,-14-8 0,4 9 0,-2-9 0,2 6 0,-26-6 0,-22-1 0,-6 1 0,-4-3 0,18 0 0,-12 0 0,0 0 0,-21 0 0,-4 0 0,-5 0 0,-1 0 0,-2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74"/>
    </inkml:context>
    <inkml:brush xml:id="br0">
      <inkml:brushProperty name="width" value="0.035" units="cm"/>
      <inkml:brushProperty name="height" value="0.035" units="cm"/>
      <inkml:brushProperty name="color" value="#D0CECE"/>
    </inkml:brush>
  </inkml:definitions>
  <inkml:trace contextRef="#ctx0" brushRef="#br0">0 1 24575,'74'15'0,"-20"2"0,4 1 0,-5-1 0,1 0 0,20 9 0,-6-4 0,-19-6 0,6 1 0,-51-14 0,-3 2 0,-5 2 0,-9 2 0,-12 3 0,-6 6 0,-8 2 0,-8 6 0,12-3 0,1-3 0,15-7 0,2 2 0,1-4 0,-4 8 0,0-6 0,5 0 0,3-4 0,9-3 0,-2 1 0,3-3 0,-1-1 0,1-3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75"/>
    </inkml:context>
    <inkml:brush xml:id="br0">
      <inkml:brushProperty name="width" value="0.035" units="cm"/>
      <inkml:brushProperty name="height" value="0.035" units="cm"/>
      <inkml:brushProperty name="color" value="#D0CECE"/>
    </inkml:brush>
  </inkml:definitions>
  <inkml:trace contextRef="#ctx0" brushRef="#br0">0 1 24575,'42'34'0,"-4"-5"0,6 4 0,17 16 0,6 6 0,-11-12 0,3 1 0,-1-1 0,16 15 0,-1-1 0,-19-17 0,1 0 0,-3-2 0,11 7 0,-2-2 0,5-1 0,4-1 0,7 1 0,4-2 0,2-3 0,4-3 0,-23-11 0,2-2 0,-1 1 0,2 4 0,-1 0 0,1-2 0,28 1 0,1 0 0,-29-2 0,0 2 0,0-3-281,3-4 1,-1-3-1,1 0 281,-2 1 0,0 1 0,1-2 0,9 0 0,1-2 0,-2 0 0,-8-2 0,-1 0 0,0-1 0,6 0 0,0 0 0,1-1 0,1 0 0,0 1 0,-1-1 0,-1-1 0,0-1 0,1 0 0,6-1 0,1-2 0,-1 0 0,-2 1 0,0-2 0,1 0-336,5-2 0,1-2 0,0 1 336,1 0 0,1 0 0,0 0 0,5 0 0,0 0 0,1 0 0,-2 2 0,-1 0 0,0 0 0,-6 0 0,0 0 0,0 0 0,5 0 0,1 1 0,-2-1 0,-11-1 0,-1 1 0,1-2 0,13 1 0,2-1 0,-3-1 0,-14 1 0,-2 0 0,2 0 0,17 0 0,4 0 0,1 0 0,-20 0 0,1 0 0,0 0 0,1 0-359,1 0 0,-1 0 0,2 0 1,3 0 358,-5 0 0,3 0 0,1 0 0,-1 0 0,-4 0 0,2 0 0,-3 0 0,0 0 0,1 0 0,8 1 0,0 0 0,2-1 0,2-2 0,-8-2 0,3-3 0,0 0 0,0 0 0,-2 2 0,9 2 0,-3 1 0,0 1 0,5-3 0,-5-3 0,4-2 0,1-1 0,-2 1 0,-6 2 0,-4 4 0,-5 2 0,-2 0 0,1-1-152,2-3 1,1-1 0,-2-1 0,-5 2 151,-2 0 0,-5 2 0,1-2 117,5-2 0,0 0 1,-4-1-118,1 2 0,-3 0 434,4 1 1,-2 1-435,-10 2 0,-3 1 1948,38 1-1948,-36 0 721,-16 0-721,-28 0 0,2-1 0,-11 1 0,0 0 0,-2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76"/>
    </inkml:context>
    <inkml:brush xml:id="br0">
      <inkml:brushProperty name="width" value="0.035" units="cm"/>
      <inkml:brushProperty name="height" value="0.035" units="cm"/>
      <inkml:brushProperty name="color" value="#D0CECE"/>
    </inkml:brush>
  </inkml:definitions>
  <inkml:trace contextRef="#ctx0" brushRef="#br0">38 0 24575,'63'25'0,"13"15"0,-33-14 0,1 2 0,38 28 0,-46-26 0,-8-9 0,-15-14 0,-4-4 0,-4-2 0,-2 0 0,-8 5 0,-4 1 0,-9 5 0,0-2 0,-16 7 0,-34 16 0,25-7 0,-1 0 0,-26 11 0,-12 19 0,71-48 0,-19 15 0,27-20 0,1 0 0,0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77"/>
    </inkml:context>
    <inkml:brush xml:id="br0">
      <inkml:brushProperty name="width" value="0.035" units="cm"/>
      <inkml:brushProperty name="height" value="0.035" units="cm"/>
      <inkml:brushProperty name="color" value="#D0CECE"/>
    </inkml:brush>
  </inkml:definitions>
  <inkml:trace contextRef="#ctx0" brushRef="#br0">0 0 24575,'23'35'0,"1"6"0,3 6 0,0 3 0,10 28 0,-11-26 0,1 2 0,-4-4 0,1-1 0,6 10 0,4 2 0,7 6 0,4 2 0,8 9 0,2-2 0,-12-17 0,0-3 0,6 1 0,2-3 0,2-11 0,4-2 0,10 7 0,9 1 0,5-2 0,10 2 0,-3-3 0,-16-7 0,-2-2 0,5 1-323,0 0 1,4 1 0,1 0 0,-4-3 322,3 0 0,-4-4 0,3 1 0,10 4 0,2 0 0,1 0 0,-22-7 0,0 0 0,0 0 0,0-2 0,21 7 0,-1-1 0,2-1 0,-20-7 0,0 1 0,1-2 0,-2 0 0,17 4 0,-2-1 0,-1-1-134,-8-3 0,-1-1 0,-1-1 134,-6-3 0,-2 0 0,4 0 0,15 3 0,4 0 0,1-2 0,-3-2 0,0-3 0,4 1-276,-12-3 1,4 0 0,0 0 0,-3-1 275,13 1 0,-3-1 0,0-1 0,-4-2 0,-1 0 0,3-1 0,-11-1 0,2 0 0,1-1 0,0 1 0,-1-1 0,0 1 0,0-1 0,0 1 0,1-1 0,1 1 0,0-1 0,-1 0 0,2 1 0,1 0 0,-2-1 0,-4 1 0,8 0 0,-4 1 0,1-1 0,5-1 0,1 0 0,-3 0-103,-8 1 0,-3 0 0,-1-1 103,22-3 0,-2-1 0,-7 6 0,-2-1 0,5-4 0,0-1 0,-2 6 0,1-1 0,8-5 0,5 0 0,-16 3 0,4 0 0,8 0 0,-12-3 0,7-1 0,4 0 0,1 0 0,-2 1-270,0 2 0,-1 0 0,1 1 1,0 0-1,0-2 270,6 0 0,1-2 0,0 1 0,-3-1 0,-4 1 0,0 1 0,-4 1 0,-4 0 0,-6-1 67,-5-1 1,-6 0-1,-2 0-67,24 0 0,-7 0 505,-20 1 1,-7 0-506,26-1 306,-49 0-306,-6 1 2756,26-2-2756,21-1 0,18 0 0,-22 0 0,8 0 0,2 0 0,-3 0 0,13 0 0,-2 0 0,1 0 58,7 0 0,1 0 1,-19 0-59,1 0 0,-57 0 0,-26 0 0,0-3 0,-6 2 0,5-2 0,0 2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78"/>
    </inkml:context>
    <inkml:brush xml:id="br0">
      <inkml:brushProperty name="width" value="0.035" units="cm"/>
      <inkml:brushProperty name="height" value="0.035" units="cm"/>
      <inkml:brushProperty name="color" value="#D0CECE"/>
    </inkml:brush>
  </inkml:definitions>
  <inkml:trace contextRef="#ctx0" brushRef="#br0">278 0 24575,'35'6'0,"14"17"0,8-2 0,3 14 0,-11-6 0,-11-9 0,-4 4 0,-17-15 0,14 12 0,-11-6 0,10 9 0,-10-7 0,-10-6 0,-2 0 0,-5-4 0,-1-2 0,-2 0 0,0 0 0,-3 0 0,-11 5 0,-1-1 0,-36 24 0,1 8 0,2-6 0,-4 3 0,4 2 0,-1 2 0,-9 4 0,-1 2 0,1 4 0,3-1 0,11-12 0,3-1 0,-22 27 0,38-41 0,18-11 0,6-11 0,1 1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79"/>
    </inkml:context>
    <inkml:brush xml:id="br0">
      <inkml:brushProperty name="width" value="0.035" units="cm"/>
      <inkml:brushProperty name="height" value="0.035" units="cm"/>
      <inkml:brushProperty name="color" value="#D0CECE"/>
    </inkml:brush>
  </inkml:definitions>
  <inkml:trace contextRef="#ctx0" brushRef="#br0">1 1627 24575,'41'-30'0,"-1"0"0,34-9 0,9-3 0,-11-1 0,4-4 0,4 0-2458,-11 9 0,4 1 1,1 0-1,-3 1 1961,11-7 1,-2 1-1,1 0 497,-14 6 0,1-1 0,0 0 0,-2 2 706,10-6 1,-3 2 0,1-1-707,4-3 0,2-1 0,-3 1 0,-10 4 0,-2 2 0,-2 0 0,19-9 0,-4 2 907,-15 7 0,-3 4-907,-6 7 0,-2 3 0,40-13 0,-42 19 0,1 1 0,0-1 0,-1 0 0,39-10 6486,-3 3-6486,4-2 450,-38 16 1,2 0-451,5-7 0,1 1 0,1 4 0,-1 0 0,1-3 0,-2-1 0,-9 6 0,1 0 0,9 0 0,0 1 0,-9 5 0,0 1 0,11-3 0,2 1 0,-5 4 0,1 0 0,5-3 0,-3 0 0,32 3 0,-14 1 0,-34 0 0,-11 0 0,-10 0 0,-12 0 0,-5 0 0,14 0 0,6 0 0,34 1 0,-17 3 0,3-1 0,-24 3 0,-11-3 0,-3 3 0,-5-2 0,-5 2 0,0-1 0,0 0 0,-1 3 0,-10-1 0,-19 10 0,-35 21 0,11-10 0,-5 3 0,-22 20 0,-6 3 0,28-22 0,-1-1 0,-3 2 0,-16 11 0,-3 2 0,2-3-289,9-10 0,1-3 1,-1 1 288,-11 6 0,-2 0 0,2-1 0,8-6 0,0-2 0,3 0 0,3-3 0,2 1 0,2-2 0,-16 5 0,4-1 0,5-2 0,6 0 0,-26 12 0,28-15 0,1 0 0,-26 12 0,28-13 0,-2 0 0,6-3 0,-1-1 0,-2 4 0,-3-1 0,-8-1 0,-2-1 0,-2-2 0,0 0 0,3 1 0,-2-2 433,-9-1 0,3-2-433,29-3 0,2-1 0,-48 7 0,67-10 0,3 3 0,21-7 0,-14 6 0,3-5 0,-6 5 0,-31 4 0,0 1 0,-40 4 0,29-4 0,-4 1 0,42-9 0,2-1 0,13-4 0,-7 0 0,-13 5 0,-5 1 0,-6 5 0,12-1 0,12-4 0,10-2 0,7-4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80"/>
    </inkml:context>
    <inkml:brush xml:id="br0">
      <inkml:brushProperty name="width" value="0.035" units="cm"/>
      <inkml:brushProperty name="height" value="0.035" units="cm"/>
      <inkml:brushProperty name="color" value="#D0CECE"/>
    </inkml:brush>
  </inkml:definitions>
  <inkml:trace contextRef="#ctx0" brushRef="#br0">405 1 24575,'-60'16'0,"-17"13"0,28-9 0,-1 1 0,3 4 0,4-1 0,-1 3 0,16-7 0,23-12 0,3-3 0,2-2 0,9-5 0,7 0 0,21-2 0,1 4 0,17-6 0,-17 0 0,-3-1 0,-2 3 0,-15 4 0,10 0 0,-10 0 0,-2 0 0,-2 0 0,-5 0 0,-1 0 0,1 0 0,0 0 0,0 0 0,-2 0 0,6 0 0,-4 0 0,4 0 0,-8 0 0,-3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81"/>
    </inkml:context>
    <inkml:brush xml:id="br0">
      <inkml:brushProperty name="width" value="0.035" units="cm"/>
      <inkml:brushProperty name="height" value="0.035" units="cm"/>
      <inkml:brushProperty name="color" value="#D0CECE"/>
    </inkml:brush>
  </inkml:definitions>
  <inkml:trace contextRef="#ctx0" brushRef="#br0">1 3090 24575,'87'-22'0,"1"-1"0,-1 1 0,-1-6 0,1-2 0,-21 6 0,6-2 0,2-2 0,-1-3 0,5-6 0,1-5 0,-1 0 0,-2 1-1097,12-5 1,-1 1 0,3-3 1096,-19 10 0,3-3 0,2 0 0,0-2 0,-4 0 0,8-6 0,-3-1 0,-1-1 0,-1-1 258,-4 1 0,0-1 1,-3 0-1,-1 1-258,14-10 0,-2 2 0,-7-1 180,-16 9 0,-4-1 0,-8 4-180,-6 1 0,-5 0 0,2-13 0,1-2 0,9-4 0,0-1 858,-5 4 0,0 0-858,3 0 0,0 2 0,-3 7 0,0 2 0,0-3 0,6-1 0,7 4 0,7-2 0,-2 2 0,12-14 0,0 2 0,-10 16 0,3 0 0,-6 4 0,0 1 0,-8 5 0,14-10 0,-30 25 0,-15 8 0,30-5 0,18 1 0,-5-1 0,1-1 0,14-2 0,-1 1 0,-62 17 0,19 1 0,10-7 0,41-2 0,-2-3 0,-22 6 0,-22 4 0,-32 2 0,-16 3 0,11-3 0,-12 4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82"/>
    </inkml:context>
    <inkml:brush xml:id="br0">
      <inkml:brushProperty name="width" value="0.035" units="cm"/>
      <inkml:brushProperty name="height" value="0.035" units="cm"/>
      <inkml:brushProperty name="color" value="#D0CECE"/>
    </inkml:brush>
  </inkml:definitions>
  <inkml:trace contextRef="#ctx0" brushRef="#br0">1 1 24575,'37'0'0,"60"0"0,-24 0 0,-15 0 0,-4 0 0,-17 0 0,-10 2 0,-12 1 0,-12 0 0,2 6 0,1-3 0,0 3 0,1-2 0,-3-2 0,-2 1 0,-2 1 0,0 2 0,-1 1 0,-4 1 0,-5 8 0,-9 9 0,-3 6 0,-3 4 0,3-8 0,8-4 0,1-5 0,8-9 0,-3 2 0,3-7 0,-1 2 0,1-1 0,0-2 0,2 1 0,2-4 0,1-1 0,0-1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83"/>
    </inkml:context>
    <inkml:brush xml:id="br0">
      <inkml:brushProperty name="width" value="0.035" units="cm"/>
      <inkml:brushProperty name="height" value="0.035" units="cm"/>
      <inkml:brushProperty name="color" value="#D0CECE"/>
    </inkml:brush>
  </inkml:definitions>
  <inkml:trace contextRef="#ctx0" brushRef="#br0">1 0 24575,'94'0'0,"-1"0"0,1 0 0,0 0 0,4 0 0,2 0 0,-2 0 0,-5 0 0,10 0 0,-4 0 0,-5 0 0,-12 0 0,-3 0 0,-10 0 0,-10 0 0,-11 0 0,-2 0 0,-13 0 0,5 0 0,-2 0 0,-1 0 0,-14 0 0,-10 0 0,-1 0 0,-4 0 0,23 0 0,-2 0 0,16 0 0,-14 0 0,-5 0 0,-13 0 0,4 0 0,-5 0 0,3 0 0,-3 0 0,-5 0 0,-1 0 0,-4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84"/>
    </inkml:context>
    <inkml:brush xml:id="br0">
      <inkml:brushProperty name="width" value="0.035" units="cm"/>
      <inkml:brushProperty name="height" value="0.035" units="cm"/>
      <inkml:brushProperty name="color" value="#D0CECE"/>
    </inkml:brush>
  </inkml:definitions>
  <inkml:trace contextRef="#ctx0" brushRef="#br0">0 1 24575,'63'8'0,"1"0"0,28 13 0,-27-8 0,-6 2 0,-8 4 0,-11-4 0,-32-13 0,15 8 0,-30-8 0,-2 5 0,-30 1 0,-4 3 0,-2 6 0,0-3 0,-7 20 0,-4-4 0,4 5 0,11-11 0,27-13 0,4-5 0,7-1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85"/>
    </inkml:context>
    <inkml:brush xml:id="br0">
      <inkml:brushProperty name="width" value="0.035" units="cm"/>
      <inkml:brushProperty name="height" value="0.035" units="cm"/>
      <inkml:brushProperty name="color" value="#D0CECE"/>
    </inkml:brush>
  </inkml:definitions>
  <inkml:trace contextRef="#ctx0" brushRef="#br0">61 0 24575,'0'50'0,"0"24"0,0-1 0,0 11 0,0-11 0,0 4 0,0 3 0,0 6 0,0 2 0,0 0 0,0 1 0,0 1 0,0 3 0,0-9 0,0 5 0,0-2 0,0-6 0,0-7 0,0-6 0,0 4 0,-1 22 0,-1 4 0,-1-10 0,1-15 0,-1-11 0,-4 14 0,3 0 0,4-50 0,0 20 0,0 44 0,0-39 0,0 2 0,0 6 0,0 1 0,0-2 0,0-3 0,0 16 0,0 22 0,-5-3 0,-2-3 0,0-20 0,-5-15 0,10-34 0,-3-35 0,5-15 0,0-9 0,0 14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7T06:51:58.786"/>
    </inkml:context>
    <inkml:brush xml:id="br0">
      <inkml:brushProperty name="width" value="0.035" units="cm"/>
      <inkml:brushProperty name="height" value="0.035" units="cm"/>
      <inkml:brushProperty name="color" value="#D0CECE"/>
    </inkml:brush>
  </inkml:definitions>
  <inkml:trace contextRef="#ctx0" brushRef="#br0">1 1 24575,'2'58'0,"17"-16"0,4 31 0,19-19 0,-7-17 0,-12 0 0,-6-17 0,-17-16 0,3-5 0,-3-9 0,6 1 0,-3-3 0,8 2 0,4-8 0,33-24 0,-11 11 0,11-8 0,-25 25 0,4 9 0,0-4 0,1 4 0,-12-2 0,-9 4 0,-5 2 0,0 1 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50779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69C67-DBF2-0228-79E6-4C4220185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6B8E6-2D8B-D8A5-41A7-5056422F6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128AB-179F-8D53-3933-98BDCDE1896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7BD6765-33F6-3994-137E-6F80FA73BF5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92799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7EBF6-E088-8525-ACC3-B6A80F1CB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82267-119C-42E4-DC6C-C8EEAF5249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0E212-A87F-41C8-5350-C24B736E551B}"/>
              </a:ext>
            </a:extLst>
          </p:cNvPr>
          <p:cNvSpPr>
            <a:spLocks noGrp="1"/>
          </p:cNvSpPr>
          <p:nvPr>
            <p:ph type="body" idx="1"/>
          </p:nvPr>
        </p:nvSpPr>
        <p:spPr/>
        <p:txBody>
          <a:bodyPr/>
          <a:lstStyle/>
          <a:p>
            <a:r>
              <a:rPr lang="en-US" altLang="ja" dirty="0"/>
              <a:t>Microsoft Foundry</a:t>
            </a:r>
            <a:r>
              <a:rPr lang="ja" altLang="ja-JP" dirty="0"/>
              <a:t>はAzure上のAI開発プラットフォームです。これは、開発者がAzure上でAIソリューションを作成するために利用できる複数のAIサービスで構成されています。</a:t>
            </a:r>
          </a:p>
          <a:p>
            <a:endParaRPr lang="en-US" altLang="ja-JP" dirty="0"/>
          </a:p>
          <a:p>
            <a:r>
              <a:rPr lang="ja" altLang="ja-JP" dirty="0"/>
              <a:t>スライドは、前述のAIワークロードに整理された一般的なAzureのAIサービスを示していますが、一部のサービスは複数のワークロードにまたがることもあります。例えば、Azure OpenAIモデルはAIエージェントを動かすために使われ、光学文字認識(OCR)などのAzure AI Vision機能は情報抽出ソリューションに、Azure AIコンテンツ理解は画像や動画の解析に、Azure AI検索は生成AIソリューションやエージェントに知識を利用可能にします。</a:t>
            </a:r>
          </a:p>
          <a:p>
            <a:endParaRPr lang="en-US" altLang="ja-JP" dirty="0"/>
          </a:p>
          <a:p>
            <a:r>
              <a:rPr lang="ja" altLang="ja-JP" dirty="0"/>
              <a:t>このコースで扱うAzure AIサービスは以下の通りです:</a:t>
            </a:r>
          </a:p>
          <a:p>
            <a:pPr defTabSz="941878">
              <a:spcAft>
                <a:spcPts val="343"/>
              </a:spcAft>
              <a:defRPr/>
            </a:pPr>
            <a:r>
              <a:rPr lang="ja" altLang="ja-JP" sz="900" dirty="0"/>
              <a:t>- Azure機械学習と、機械学習がAIの予測能力の基盤となる仕組み。 </a:t>
            </a:r>
          </a:p>
          <a:p>
            <a:pPr defTabSz="941878">
              <a:spcAft>
                <a:spcPts val="343"/>
              </a:spcAft>
              <a:defRPr/>
            </a:pPr>
            <a:r>
              <a:rPr lang="ja" altLang="ja-JP" sz="900" dirty="0"/>
              <a:t>- </a:t>
            </a:r>
            <a:r>
              <a:rPr lang="en-US" altLang="ja" sz="900" dirty="0"/>
              <a:t>Microsoft Foundry</a:t>
            </a:r>
            <a:r>
              <a:rPr lang="ja" altLang="ja-JP" sz="900" dirty="0"/>
              <a:t>およびFoundry ModelsにおけるAzure OpenAI</a:t>
            </a:r>
          </a:p>
          <a:p>
            <a:pPr defTabSz="941878">
              <a:spcAft>
                <a:spcPts val="343"/>
              </a:spcAft>
            </a:pPr>
            <a:r>
              <a:rPr lang="ja" altLang="ja-JP" sz="900" dirty="0"/>
              <a:t>- Azure AI言語:情報抽出、テキストの要約と分類、質問応答、会話言語理解を含む </a:t>
            </a:r>
          </a:p>
          <a:p>
            <a:pPr defTabSz="941878">
              <a:spcAft>
                <a:spcPts val="343"/>
              </a:spcAft>
            </a:pPr>
            <a:r>
              <a:rPr lang="ja" altLang="ja-JP" sz="900" dirty="0"/>
              <a:t>- Azure AI音声(テキスト読み上げおよび音声読み上げを含む)</a:t>
            </a:r>
          </a:p>
          <a:p>
            <a:pPr defTabSz="941878">
              <a:spcAft>
                <a:spcPts val="343"/>
              </a:spcAft>
            </a:pPr>
            <a:r>
              <a:rPr lang="ja" altLang="ja-JP" sz="900" dirty="0"/>
              <a:t>- Azure AI Vision(画像解析、顔、光学文字認識などの機能を含む) </a:t>
            </a:r>
          </a:p>
          <a:p>
            <a:pPr defTabSz="941878">
              <a:spcAft>
                <a:spcPts val="343"/>
              </a:spcAft>
            </a:pPr>
            <a:r>
              <a:rPr lang="ja" altLang="ja-JP" sz="900" dirty="0"/>
              <a:t>- Azure AIドキュメントインテリジェンス </a:t>
            </a:r>
          </a:p>
          <a:p>
            <a:pPr defTabSz="941878">
              <a:spcAft>
                <a:spcPts val="343"/>
              </a:spcAft>
            </a:pPr>
            <a:r>
              <a:rPr lang="ja" altLang="ja-JP" sz="900" dirty="0"/>
              <a:t>- Azure AI コンテンツ理解</a:t>
            </a:r>
          </a:p>
          <a:p>
            <a:pPr defTabSz="941878">
              <a:spcAft>
                <a:spcPts val="343"/>
              </a:spcAft>
            </a:pPr>
            <a:r>
              <a:rPr lang="ja" altLang="ja-JP" sz="900" dirty="0"/>
              <a:t>- Azure AI検索 </a:t>
            </a:r>
          </a:p>
          <a:p>
            <a:endParaRPr lang="en-US" altLang="ja-JP" dirty="0"/>
          </a:p>
          <a:p>
            <a:endParaRPr dirty="0"/>
          </a:p>
        </p:txBody>
      </p:sp>
      <p:sp>
        <p:nvSpPr>
          <p:cNvPr id="4" name="Slide Number Placeholder 3">
            <a:extLst>
              <a:ext uri="{FF2B5EF4-FFF2-40B4-BE49-F238E27FC236}">
                <a16:creationId xmlns:a16="http://schemas.microsoft.com/office/drawing/2014/main" id="{DC8DFB80-83D8-4836-C0A4-115F6854892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31080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43259-2D4E-8783-05D8-81A2C94DB9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0B524-419F-2416-575C-ED7BD4D25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B4EE54-CE98-5B3F-864F-BD9323A0C894}"/>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EAD7663-0C43-E7EE-414A-44BF86633E4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78345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9C5FF-4B8C-9302-B07B-B8FB8EC3ED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C65AA3-B0C0-2453-14F0-C5FFE10B74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E2A786-83E6-2269-AEA6-7E7BE1852ACF}"/>
              </a:ext>
            </a:extLst>
          </p:cNvPr>
          <p:cNvSpPr>
            <a:spLocks noGrp="1"/>
          </p:cNvSpPr>
          <p:nvPr>
            <p:ph type="body" idx="1"/>
          </p:nvPr>
        </p:nvSpPr>
        <p:spPr/>
        <p:txBody>
          <a:bodyPr/>
          <a:lstStyle/>
          <a:p>
            <a:pPr>
              <a:spcBef>
                <a:spcPts val="1237"/>
              </a:spcBef>
            </a:pPr>
            <a:r>
              <a:rPr lang="ja" altLang="zh-CN" sz="1200" i="1" dirty="0"/>
              <a:t>AI</a:t>
            </a:r>
            <a:r>
              <a:rPr lang="ja" altLang="zh-CN" sz="1200" dirty="0"/>
              <a:t>は機械学習を用いて環境と相互作用し、明確な指示なしにタスクを実行することで人間の行動を模倣します。 </a:t>
            </a:r>
            <a:r>
              <a:rPr lang="ja" altLang="zh-CN" sz="1200" i="1" dirty="0"/>
              <a:t>生成AI</a:t>
            </a:r>
            <a:r>
              <a:rPr lang="ja" altLang="zh-CN" sz="1200" dirty="0"/>
              <a:t> </a:t>
            </a:r>
            <a:r>
              <a:rPr lang="ja" altLang="zh-CN" sz="1200" i="1" dirty="0"/>
              <a:t> は、AIモデルが自然言語のプロンプト</a:t>
            </a:r>
            <a:r>
              <a:rPr lang="ja" altLang="zh-CN" sz="1200" dirty="0"/>
              <a:t>に応じてオリジナルコンテンツを作成するAIの一分野です。生成AIアプリケーションは自然言語入力を受け取り、さまざまな形式で適切な応答を返します。</a:t>
            </a:r>
            <a:endParaRPr lang="zh-CN" altLang="en-US" sz="1100" dirty="0"/>
          </a:p>
          <a:p>
            <a:endParaRPr lang="en-US" altLang="zh-CN" sz="1200" dirty="0"/>
          </a:p>
          <a:p>
            <a:r>
              <a:rPr lang="ja" altLang="zh-CN" sz="1200" b="1" dirty="0"/>
              <a:t>自然言語生成</a:t>
            </a:r>
          </a:p>
          <a:p>
            <a:r>
              <a:rPr lang="ja" altLang="zh-CN" sz="1200" dirty="0"/>
              <a:t>自然な言語回答を生成するには、「</a:t>
            </a:r>
            <a:r>
              <a:rPr lang="ja" altLang="zh-CN" sz="1200" i="1" dirty="0"/>
              <a:t>ピーマンを含む健康的な朝食のアイデアを3つ教えてください。</a:t>
            </a:r>
            <a:r>
              <a:rPr lang="ja" altLang="zh-CN" sz="1200" dirty="0"/>
              <a:t>「履歴 </a:t>
            </a:r>
            <a:r>
              <a:rPr lang="ja" altLang="zh-CN" sz="1200" i="1" dirty="0"/>
              <a:t>書用のカバーレターを書いて」といったものもあります。</a:t>
            </a:r>
            <a:endParaRPr lang="en-US" altLang="zh-CN" sz="1200" i="1" dirty="0"/>
          </a:p>
          <a:p>
            <a:endParaRPr lang="en-US" altLang="zh-CN" sz="1200" dirty="0"/>
          </a:p>
          <a:p>
            <a:r>
              <a:rPr lang="ja" altLang="zh-CN" sz="1200" b="1" dirty="0"/>
              <a:t>画像生成</a:t>
            </a:r>
          </a:p>
          <a:p>
            <a:r>
              <a:rPr lang="ja" altLang="zh-CN" sz="1200" dirty="0"/>
              <a:t>一部の生成AIアプリケーションは自然言語のリクエストを解釈し、適切な画像を生成することができます。例えば、「</a:t>
            </a:r>
            <a:r>
              <a:rPr lang="ja" altLang="zh-CN" sz="1200" i="1" dirty="0"/>
              <a:t>象がハンバーガーを食べている画像を作成</a:t>
            </a:r>
            <a:r>
              <a:rPr lang="ja" altLang="zh-CN" sz="1200" dirty="0"/>
              <a:t>」や「</a:t>
            </a:r>
            <a:r>
              <a:rPr lang="ja" altLang="ja-JP" sz="1200" i="1" dirty="0">
                <a:ea typeface="Segoe UI" pitchFamily="34" charset="0"/>
                <a:cs typeface="Segoe UI" pitchFamily="34" charset="0"/>
              </a:rPr>
              <a:t>花屋ビジネスのロゴを作成</a:t>
            </a:r>
            <a:r>
              <a:rPr lang="ja" altLang="ja-JP" sz="1200" dirty="0">
                <a:ea typeface="Segoe UI" pitchFamily="34" charset="0"/>
                <a:cs typeface="Segoe UI" pitchFamily="34" charset="0"/>
              </a:rPr>
              <a:t>」といったリクエストを提出することがあります</a:t>
            </a:r>
            <a:endParaRPr lang="en-US" altLang="zh-CN" sz="1200" dirty="0"/>
          </a:p>
          <a:p>
            <a:endParaRPr lang="en-US" altLang="zh-CN" sz="1200" dirty="0"/>
          </a:p>
          <a:p>
            <a:r>
              <a:rPr lang="ja" altLang="zh-CN" sz="1200" b="1" dirty="0"/>
              <a:t>コード生成</a:t>
            </a:r>
          </a:p>
          <a:p>
            <a:r>
              <a:rPr lang="ja" altLang="zh-CN" sz="1200" dirty="0"/>
              <a:t>一部の生成AIアプリケーションは、ソフトウェア開発者がコードを書くのを支援するために設計されています。例えば、「</a:t>
            </a:r>
            <a:r>
              <a:rPr lang="ja" altLang="zh-CN" sz="1200" i="1" dirty="0"/>
              <a:t>Pythonで三目並べのコードを教えて」</a:t>
            </a:r>
            <a:r>
              <a:rPr lang="ja" altLang="zh-CN" sz="1200" dirty="0"/>
              <a:t>や</a:t>
            </a:r>
            <a:r>
              <a:rPr lang="ja" altLang="zh-CN" sz="1200" i="1" dirty="0"/>
              <a:t>「Pythonで数字を2つ足すPythonコードを書いて」といったリクエストを提出できます。</a:t>
            </a:r>
            <a:endParaRPr lang="en-US" altLang="zh-CN" sz="1200" i="1" dirty="0"/>
          </a:p>
          <a:p>
            <a:endParaRPr dirty="0"/>
          </a:p>
        </p:txBody>
      </p:sp>
      <p:sp>
        <p:nvSpPr>
          <p:cNvPr id="4" name="Slide Number Placeholder 3">
            <a:extLst>
              <a:ext uri="{FF2B5EF4-FFF2-40B4-BE49-F238E27FC236}">
                <a16:creationId xmlns:a16="http://schemas.microsoft.com/office/drawing/2014/main" id="{1D1CE6A0-4668-138A-83F9-A7CB16189AB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40018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C66F9-3C19-CCC7-9431-E8244924B9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47077B-E1BA-ECA1-40C7-BC61692E82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8EE2F-18DC-0483-C395-2A74FE873CE2}"/>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kumimoji="0" lang="en-US" altLang="zh-CN" sz="1200" dirty="0">
                <a:solidFill>
                  <a:srgbClr val="000000"/>
                </a:solidFill>
                <a:latin typeface="Yu Gothic UI" panose="020B0500000000000000" pitchFamily="50" charset="-128"/>
                <a:ea typeface="Yu Gothic UI" panose="020B0500000000000000" pitchFamily="50" charset="-128"/>
                <a:cs typeface="Segoe UI Semilight"/>
              </a:rPr>
              <a:t>Level 1 Human With assistant</a:t>
            </a:r>
          </a:p>
          <a:p>
            <a:pPr marL="0" marR="0" lvl="0" indent="0" algn="l" defTabSz="914367" rtl="0" eaLnBrk="1" fontAlgn="auto" latinLnBrk="0" hangingPunct="1">
              <a:lnSpc>
                <a:spcPct val="90000"/>
              </a:lnSpc>
              <a:spcBef>
                <a:spcPts val="0"/>
              </a:spcBef>
              <a:spcAft>
                <a:spcPts val="333"/>
              </a:spcAft>
              <a:buClrTx/>
              <a:buSzTx/>
              <a:buFontTx/>
              <a:buNone/>
              <a:tabLst/>
              <a:defRPr/>
            </a:pPr>
            <a:r>
              <a:rPr kumimoji="0" lang="ja-JP" altLang="en-US" sz="1200">
                <a:solidFill>
                  <a:srgbClr val="000000"/>
                </a:solidFill>
                <a:latin typeface="Yu Gothic UI" panose="020B0500000000000000" pitchFamily="50" charset="-128"/>
                <a:ea typeface="Yu Gothic UI" panose="020B0500000000000000" pitchFamily="50" charset="-128"/>
                <a:cs typeface="Segoe UI Semilight"/>
              </a:rPr>
              <a:t>すべての従業員には、より良く、より迅速に仕事をするのに役立つ </a:t>
            </a:r>
            <a:r>
              <a:rPr kumimoji="0" lang="en-US" altLang="ja-JP" sz="1200" dirty="0">
                <a:solidFill>
                  <a:srgbClr val="000000"/>
                </a:solidFill>
                <a:latin typeface="Yu Gothic UI" panose="020B0500000000000000" pitchFamily="50" charset="-128"/>
                <a:ea typeface="Yu Gothic UI" panose="020B0500000000000000" pitchFamily="50" charset="-128"/>
                <a:cs typeface="Segoe UI Semilight"/>
              </a:rPr>
              <a:t>AI </a:t>
            </a:r>
            <a:r>
              <a:rPr kumimoji="0" lang="ja-JP" altLang="en-US" sz="1200">
                <a:solidFill>
                  <a:srgbClr val="000000"/>
                </a:solidFill>
                <a:latin typeface="Yu Gothic UI" panose="020B0500000000000000" pitchFamily="50" charset="-128"/>
                <a:ea typeface="Yu Gothic UI" panose="020B0500000000000000" pitchFamily="50" charset="-128"/>
                <a:cs typeface="Segoe UI Semilight"/>
              </a:rPr>
              <a:t>アシスタントがあります</a:t>
            </a:r>
            <a:endParaRPr kumimoji="0" lang="en-US" altLang="ja-JP"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endParaRPr>
          </a:p>
          <a:p>
            <a:endParaRPr kumimoji="1" lang="en-US" altLang="ja-JP" dirty="0"/>
          </a:p>
          <a:p>
            <a:pPr marL="0" marR="0" lvl="0" indent="0" algn="l" defTabSz="914367" rtl="0" eaLnBrk="1" fontAlgn="auto" latinLnBrk="0" hangingPunct="1">
              <a:lnSpc>
                <a:spcPct val="90000"/>
              </a:lnSpc>
              <a:spcBef>
                <a:spcPts val="0"/>
              </a:spcBef>
              <a:spcAft>
                <a:spcPts val="333"/>
              </a:spcAft>
              <a:buClrTx/>
              <a:buSzTx/>
              <a:buFontTx/>
              <a:buNone/>
              <a:tabLst/>
              <a:defRPr/>
            </a:pPr>
            <a:r>
              <a:rPr kumimoji="1" lang="en-US" altLang="zh-CN" dirty="0"/>
              <a:t>Level 2 </a:t>
            </a:r>
            <a:r>
              <a:rPr kumimoji="0" lang="en-US" altLang="ja-JP"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Semilight"/>
              </a:rPr>
              <a:t>Human-led agents</a:t>
            </a:r>
          </a:p>
          <a:p>
            <a:pPr marL="0" marR="0" lvl="0" indent="0" algn="l" defTabSz="914367" rtl="0" eaLnBrk="1" fontAlgn="auto" latinLnBrk="0" hangingPunct="1">
              <a:lnSpc>
                <a:spcPct val="90000"/>
              </a:lnSpc>
              <a:spcBef>
                <a:spcPts val="0"/>
              </a:spcBef>
              <a:spcAft>
                <a:spcPts val="333"/>
              </a:spcAft>
              <a:buClrTx/>
              <a:buSzTx/>
              <a:buFontTx/>
              <a:buNone/>
              <a:tabLst/>
              <a:defRPr/>
            </a:pPr>
            <a:r>
              <a:rPr kumimoji="0" lang="ja-JP" altLang="en-US" sz="1200">
                <a:solidFill>
                  <a:srgbClr val="000000"/>
                </a:solidFill>
                <a:latin typeface="Yu Gothic UI" panose="020B0500000000000000" pitchFamily="50" charset="-128"/>
                <a:ea typeface="Yu Gothic UI" panose="020B0500000000000000" pitchFamily="50" charset="-128"/>
                <a:cs typeface="Segoe UI Semilight"/>
              </a:rPr>
              <a:t>エージェントは「デジタル同僚」としてチームに参加し、人間の指示で特定のタスクを引き受けます</a:t>
            </a:r>
            <a:endParaRPr kumimoji="0" lang="en-US" altLang="ja-JP" sz="1200" dirty="0">
              <a:solidFill>
                <a:srgbClr val="000000"/>
              </a:solidFill>
              <a:latin typeface="Yu Gothic UI" panose="020B0500000000000000" pitchFamily="50" charset="-128"/>
              <a:ea typeface="Yu Gothic UI" panose="020B0500000000000000" pitchFamily="50" charset="-128"/>
              <a:cs typeface="Segoe UI Semilight"/>
            </a:endParaRPr>
          </a:p>
          <a:p>
            <a:pPr marL="0" marR="0" lvl="0" indent="0" algn="l" defTabSz="914367" rtl="0" eaLnBrk="1" fontAlgn="auto" latinLnBrk="0" hangingPunct="1">
              <a:lnSpc>
                <a:spcPct val="90000"/>
              </a:lnSpc>
              <a:spcBef>
                <a:spcPts val="0"/>
              </a:spcBef>
              <a:spcAft>
                <a:spcPts val="333"/>
              </a:spcAft>
              <a:buClrTx/>
              <a:buSzTx/>
              <a:buFontTx/>
              <a:buNone/>
              <a:tabLst/>
              <a:defRPr/>
            </a:pPr>
            <a:br>
              <a:rPr kumimoji="0" lang="en-US" altLang="ja-JP"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Semilight"/>
              </a:rPr>
            </a:br>
            <a:r>
              <a:rPr kumimoji="0" lang="en-US" altLang="zh-CN"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Semilight"/>
              </a:rPr>
              <a:t>Level 3 </a:t>
            </a:r>
            <a:r>
              <a:rPr kumimoji="0" lang="en-US" altLang="ja-JP"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Semilight"/>
              </a:rPr>
              <a:t>Human-led, agent-operated</a:t>
            </a:r>
            <a:endParaRPr kumimoji="0" lang="en-US" altLang="ja-JP"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endParaRPr>
          </a:p>
          <a:p>
            <a:pPr marL="0" marR="0" lvl="0" indent="0" algn="l" defTabSz="914367" rtl="0" eaLnBrk="1" fontAlgn="auto" latinLnBrk="0" hangingPunct="1">
              <a:lnSpc>
                <a:spcPct val="90000"/>
              </a:lnSpc>
              <a:spcBef>
                <a:spcPts val="0"/>
              </a:spcBef>
              <a:spcAft>
                <a:spcPts val="333"/>
              </a:spcAft>
              <a:buClrTx/>
              <a:buSzTx/>
              <a:buFontTx/>
              <a:buNone/>
              <a:tabLst/>
              <a:defRPr/>
            </a:pPr>
            <a:r>
              <a:rPr kumimoji="0" lang="ja-JP" altLang="en-US" sz="1200">
                <a:solidFill>
                  <a:srgbClr val="000000"/>
                </a:solidFill>
                <a:latin typeface="Yu Gothic UI" panose="020B0500000000000000" pitchFamily="50" charset="-128"/>
                <a:ea typeface="Yu Gothic UI" panose="020B0500000000000000" pitchFamily="50" charset="-128"/>
                <a:cs typeface="Segoe UI Semilight"/>
              </a:rPr>
              <a:t>人間が方向性を設定し、エージェントがビジネスプロセスとワークフロー全体を実行し、必要に応じてチェックインします</a:t>
            </a:r>
            <a:endParaRPr kumimoji="0" lang="en-US" altLang="ja-JP"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kumimoji="0" lang="en-US" altLang="zh-CN"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Semilight"/>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kumimoji="0" lang="en-US" altLang="ja-JP" sz="12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endParaRPr>
          </a:p>
          <a:p>
            <a:endParaRPr kumimoji="1" lang="ja-JP" altLang="en-US"/>
          </a:p>
          <a:p>
            <a:endParaRPr dirty="0"/>
          </a:p>
        </p:txBody>
      </p:sp>
      <p:sp>
        <p:nvSpPr>
          <p:cNvPr id="4" name="Slide Number Placeholder 3">
            <a:extLst>
              <a:ext uri="{FF2B5EF4-FFF2-40B4-BE49-F238E27FC236}">
                <a16:creationId xmlns:a16="http://schemas.microsoft.com/office/drawing/2014/main" id="{7C808175-9B65-E58A-827F-008CCB74A20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56827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C4EE9-929B-488E-4E58-6F7E771B2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DFE2DF-B0B0-5847-964D-D36069D968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CEB777-3B44-F6C4-B294-1BB50B79A60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869852B-B2FD-D8B4-35C8-E83137092A0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21579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3B231-C263-7CDB-4A19-9E3EE7A5E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44972F-BEC9-E73F-7481-F59B1C294E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7FE5BD-7946-3C8D-AE92-C72732DE028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6BC476A-1D0A-B6B4-6733-59B9F37CE51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46880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A96DF-2F96-F98D-C0B0-14C7C1E056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514F33-39A1-596E-8E3E-4BAA9DBD98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B0134A-F852-A6F4-0E8C-29B85F15E38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1E4FAE8-F3EE-7A50-2B17-38F2491CE18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3711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413D3-2D0E-E24A-A5C1-B20E5760B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F64E2A-A726-305C-0F34-1FB4121E3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063256-75EC-EAAA-21F4-F4593FA393C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C81A9C4-0B8A-D254-1950-815D01269A3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14075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87376-6156-8E70-6C4F-B1D05EFB93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BA9FBB-DD09-5388-4ECC-53A28111ED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EC6CCD-B134-8435-D1BC-C124AF3C2D9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2A66609-D008-AC6F-9858-8A2086303C9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278295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9ED16-4E6F-48E0-0542-423CF95F6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C554EF-16CE-3659-FE3B-4657601B5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A6A694-88CD-8FF1-AAA2-89B1FDE93DF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052FAFD-6980-FBFD-71CE-BEF6752C2BC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801063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9C35-6FF3-D74A-845D-EDB1CD4C0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1E8493-DF90-DEF0-007F-672F9140EE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043E29-86B2-4AE3-15D9-C126E74046E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4D22A1B-267A-E007-A365-41F19EA6695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818111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72B0E-7AA5-D8F4-8CBA-37E5FA300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5BA62-5033-DAB7-982C-79AF5907DC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53EFA5-740A-ACC0-2126-8BB124E22E1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CC0DE7B-F5EC-B5DF-426E-765CAACBA0A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729302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CE8C9-1C97-D3D3-0286-4B8F6F0EF0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D5F01-C383-2197-50FE-3A709C14A5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14E7EA-9140-E9CE-7BD6-78AF73AFC06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55CE644-3EE6-83D8-10E7-69348211111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359623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DDC66-7B5C-1E4E-8579-652A9AA8A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184034-4913-B524-0EBE-AE72A372E8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5B766B-C878-8C2C-45AA-61E2B5CF9AB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6741855-6410-D860-570D-F0D56CDA932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591248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1E6D6-0906-3D7A-EC8E-A5EC6094F9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CC480-5069-C719-2941-EC66ABE565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600960-EAA9-D753-A8E3-C436167FC0B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3D22C11-0300-E14A-D0D1-A58A1FAFA7D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067338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0480F-866A-1F1A-37BB-829201726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62020B-9E1B-1826-6481-7D4E1F453B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2838E1-8F6B-C4AA-99EA-2BE5AAC2443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0AEE9CA7-C6BC-537F-6B6D-C64D2369F33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419106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7DB9D-F603-DE9A-1FD7-42B4B1B65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C499F-B7CC-6A0F-5BA1-77A29398EB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1FEB1-D60E-C04C-E7BB-9B328436547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0B6D57D-7F3B-6F69-9943-1017A7CD821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625673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71B16-5C65-F4A3-E9D2-3B0A943536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EAF1C-17AA-50F1-F157-86A9C40DD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982AFD-AE24-5E1A-3E83-608B5632D2A9}"/>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92808FB-7BA6-8543-B1F8-C9528B94B9D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593957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44860-5326-BE96-2289-EB9B2292C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1FDA2-C188-1EA3-ECC0-0D66897D27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8AD779-94EB-89BA-42B4-C3384D87B305}"/>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30B20F6-2A1A-9B2F-14A4-426FE115B7D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776409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FA965-DC28-C5D2-6EDD-8EC60F687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64CA97-19F8-65D9-10B6-37338C5D9C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BC10C2-2645-2B60-E281-5A9820E7794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0D97829-6876-6258-58B3-18C4979169E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44611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標準スライドマスター">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4907625"/>
          </a:xfrm>
        </p:spPr>
        <p:txBody>
          <a:bodyPr>
            <a:normAutofit/>
          </a:bodyPr>
          <a:lstStyle>
            <a:lvl1pPr>
              <a:buNone/>
              <a:defRPr sz="1600">
                <a:latin typeface="Yu Gothic UI"/>
                <a:ea typeface="Yu Gothic UI"/>
                <a:cs typeface="Yu Gothic UI"/>
              </a:defRPr>
            </a:lvl1pPr>
            <a:lvl2pPr>
              <a:buNone/>
              <a:defRPr sz="1600">
                <a:latin typeface="Yu Gothic UI"/>
                <a:ea typeface="Yu Gothic UI"/>
                <a:cs typeface="Yu Gothic UI"/>
              </a:defRPr>
            </a:lvl2pPr>
            <a:lvl3pPr>
              <a:buNone/>
              <a:defRPr sz="1600">
                <a:latin typeface="Yu Gothic UI"/>
                <a:ea typeface="Yu Gothic UI"/>
                <a:cs typeface="Yu Gothic UI"/>
              </a:defRPr>
            </a:lvl3pPr>
            <a:lvl4pPr>
              <a:buNone/>
              <a:defRPr sz="1600">
                <a:latin typeface="Yu Gothic UI"/>
                <a:ea typeface="Yu Gothic UI"/>
                <a:cs typeface="Yu Gothic UI"/>
              </a:defRPr>
            </a:lvl4pPr>
            <a:lvl5pPr>
              <a:buNone/>
              <a:defRPr sz="16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スライド表紙">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AA04A7EC-51A4-2CCD-C19C-6471CA721861}"/>
              </a:ext>
            </a:extLst>
          </p:cNvPr>
          <p:cNvSpPr>
            <a:spLocks noGrp="1"/>
          </p:cNvSpPr>
          <p:nvPr>
            <p:ph type="ctrTitle"/>
          </p:nvPr>
        </p:nvSpPr>
        <p:spPr>
          <a:xfrm>
            <a:off x="1524000" y="1122363"/>
            <a:ext cx="9144000" cy="2387600"/>
          </a:xfrm>
        </p:spPr>
        <p:txBody>
          <a:bodyPr anchor="b">
            <a:normAutofit/>
          </a:bodyPr>
          <a:lstStyle>
            <a:lvl1pPr algn="ctr">
              <a:buNone/>
              <a:defRPr sz="4000"/>
            </a:lvl1pPr>
          </a:lstStyle>
          <a:p>
            <a:endParaRPr/>
          </a:p>
        </p:txBody>
      </p:sp>
      <p:sp>
        <p:nvSpPr>
          <p:cNvPr id="4" name="字幕 2">
            <a:extLst>
              <a:ext uri="{FF2B5EF4-FFF2-40B4-BE49-F238E27FC236}">
                <a16:creationId xmlns:a16="http://schemas.microsoft.com/office/drawing/2014/main" id="{6FAFA8D3-BD7F-63F6-E03A-E4C1097B0C91}"/>
              </a:ext>
            </a:extLst>
          </p:cNvPr>
          <p:cNvSpPr>
            <a:spLocks noGrp="1"/>
          </p:cNvSpPr>
          <p:nvPr>
            <p:ph type="subTitle" idx="1"/>
          </p:nvPr>
        </p:nvSpPr>
        <p:spPr>
          <a:xfrm>
            <a:off x="1524000" y="3602038"/>
            <a:ext cx="9144000" cy="863362"/>
          </a:xfrm>
        </p:spPr>
        <p:txBody>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9" name="テキスト プレースホルダー 8">
            <a:extLst>
              <a:ext uri="{FF2B5EF4-FFF2-40B4-BE49-F238E27FC236}">
                <a16:creationId xmlns:a16="http://schemas.microsoft.com/office/drawing/2014/main" id="{CFB302AD-8C05-763D-CA33-038DD291D42B}"/>
              </a:ext>
            </a:extLst>
          </p:cNvPr>
          <p:cNvSpPr>
            <a:spLocks noGrp="1"/>
          </p:cNvSpPr>
          <p:nvPr>
            <p:ph type="body" idx="10"/>
          </p:nvPr>
        </p:nvSpPr>
        <p:spPr>
          <a:xfrm>
            <a:off x="577356" y="5155452"/>
            <a:ext cx="5184775" cy="1221390"/>
          </a:xfrm>
        </p:spPr>
        <p:txBody>
          <a:bodyPr/>
          <a:lstStyle>
            <a:lvl1pPr>
              <a:spcBef>
                <a:spcPts val="400"/>
              </a:spcBef>
              <a:buNone/>
              <a:defRPr sz="2400"/>
            </a:lvl1pPr>
          </a:lstStyle>
          <a:p>
            <a:endParaRPr/>
          </a:p>
        </p:txBody>
      </p:sp>
      <p:sp>
        <p:nvSpPr>
          <p:cNvPr id="12" name="テキスト プレースホルダー 11">
            <a:extLst>
              <a:ext uri="{FF2B5EF4-FFF2-40B4-BE49-F238E27FC236}">
                <a16:creationId xmlns:a16="http://schemas.microsoft.com/office/drawing/2014/main" id="{C5F34568-844A-6D62-99C6-A28EF2F3CC14}"/>
              </a:ext>
            </a:extLst>
          </p:cNvPr>
          <p:cNvSpPr>
            <a:spLocks noGrp="1"/>
          </p:cNvSpPr>
          <p:nvPr>
            <p:ph type="body" idx="11"/>
          </p:nvPr>
        </p:nvSpPr>
        <p:spPr>
          <a:xfrm>
            <a:off x="9282113" y="5919642"/>
            <a:ext cx="2572430" cy="457200"/>
          </a:xfrm>
        </p:spPr>
        <p:txBody>
          <a:bodyPr>
            <a:noAutofit/>
          </a:bodyPr>
          <a:lstStyle>
            <a:lvl1pPr algn="r">
              <a:buNone/>
              <a:defRPr sz="2400"/>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1173825"/>
          </a:xfrm>
        </p:spPr>
        <p:txBody>
          <a:bodyPr>
            <a:noAutofit/>
          </a:bodyPr>
          <a:lstStyle>
            <a:lvl1pPr marL="9525" indent="-9525">
              <a:buNone/>
              <a:defRPr sz="1800">
                <a:latin typeface="Yu Gothic UI"/>
                <a:ea typeface="Yu Gothic UI"/>
                <a:cs typeface="Yu Gothic UI"/>
              </a:defRPr>
            </a:lvl1pPr>
            <a:lvl2pPr marL="449263" indent="0">
              <a:buNone/>
              <a:defRPr sz="1800">
                <a:latin typeface="Yu Gothic UI"/>
                <a:ea typeface="Yu Gothic UI"/>
                <a:cs typeface="Yu Gothic UI"/>
              </a:defRPr>
            </a:lvl2pPr>
            <a:lvl3pPr marL="890588" indent="0">
              <a:buNone/>
              <a:defRPr sz="1800">
                <a:latin typeface="Yu Gothic UI"/>
                <a:ea typeface="Yu Gothic UI"/>
                <a:cs typeface="Yu Gothic UI"/>
              </a:defRPr>
            </a:lvl3pPr>
            <a:lvl4pPr marL="1341438" indent="0">
              <a:buNone/>
              <a:defRPr sz="1800">
                <a:latin typeface="Yu Gothic UI"/>
                <a:ea typeface="Yu Gothic UI"/>
                <a:cs typeface="Yu Gothic UI"/>
              </a:defRPr>
            </a:lvl4pPr>
            <a:lvl5pPr marL="1822450" indent="0">
              <a:buNone/>
              <a:defRPr sz="18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エンドクレジット">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セクションタイトル">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D02FB24-493B-4123-A0B6-09180120D3D5}"/>
              </a:ext>
            </a:extLst>
          </p:cNvPr>
          <p:cNvSpPr>
            <a:spLocks noGrp="1"/>
          </p:cNvSpPr>
          <p:nvPr>
            <p:ph type="dt" idx="10"/>
          </p:nvPr>
        </p:nvSpPr>
        <p:spPr/>
        <p:txBody>
          <a:bodyPr/>
          <a:lstStyle/>
          <a:p>
            <a:endParaRPr/>
          </a:p>
        </p:txBody>
      </p:sp>
      <p:sp>
        <p:nvSpPr>
          <p:cNvPr id="3" name="フッター プレースホルダー 2">
            <a:extLst>
              <a:ext uri="{FF2B5EF4-FFF2-40B4-BE49-F238E27FC236}">
                <a16:creationId xmlns:a16="http://schemas.microsoft.com/office/drawing/2014/main" id="{8890D093-FE2F-4604-946C-D15AB7EBF10A}"/>
              </a:ext>
            </a:extLst>
          </p:cNvPr>
          <p:cNvSpPr>
            <a:spLocks noGrp="1"/>
          </p:cNvSpPr>
          <p:nvPr>
            <p:ph type="ftr" idx="11"/>
          </p:nvPr>
        </p:nvSpPr>
        <p:spPr/>
        <p:txBody>
          <a:bodyPr/>
          <a:lstStyle/>
          <a:p>
            <a:endParaRPr/>
          </a:p>
        </p:txBody>
      </p:sp>
      <p:sp>
        <p:nvSpPr>
          <p:cNvPr id="4" name="スライド番号プレースホルダー 3">
            <a:extLst>
              <a:ext uri="{FF2B5EF4-FFF2-40B4-BE49-F238E27FC236}">
                <a16:creationId xmlns:a16="http://schemas.microsoft.com/office/drawing/2014/main" id="{9D7F2009-FCEB-48FE-8C7A-B8C659F513DD}"/>
              </a:ext>
            </a:extLst>
          </p:cNvPr>
          <p:cNvSpPr>
            <a:spLocks noGrp="1"/>
          </p:cNvSpPr>
          <p:nvPr>
            <p:ph type="sldNum" idx="12"/>
          </p:nvPr>
        </p:nvSpPr>
        <p:spPr/>
        <p:txBody>
          <a:bodyPr/>
          <a:lstStyle/>
          <a:p>
            <a:endParaRPr/>
          </a:p>
        </p:txBody>
      </p:sp>
      <p:sp>
        <p:nvSpPr>
          <p:cNvPr id="7" name="テキスト プレースホルダー 6">
            <a:extLst>
              <a:ext uri="{FF2B5EF4-FFF2-40B4-BE49-F238E27FC236}">
                <a16:creationId xmlns:a16="http://schemas.microsoft.com/office/drawing/2014/main" id="{C8DCFE20-2760-245C-6805-9307FDD861B2}"/>
              </a:ext>
            </a:extLst>
          </p:cNvPr>
          <p:cNvSpPr>
            <a:spLocks noGrp="1"/>
          </p:cNvSpPr>
          <p:nvPr>
            <p:ph type="body" idx="13"/>
          </p:nvPr>
        </p:nvSpPr>
        <p:spPr>
          <a:xfrm>
            <a:off x="838200" y="2716213"/>
            <a:ext cx="10374313" cy="2262187"/>
          </a:xfrm>
        </p:spPr>
        <p:txBody>
          <a:bodyPr/>
          <a:lstStyle>
            <a:lvl1pPr>
              <a:buNone/>
              <a:defRPr sz="36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リード文な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48D7FF-B78B-44FF-983F-50666A1D5F7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endParaRPr/>
          </a:p>
        </p:txBody>
      </p:sp>
      <p:sp>
        <p:nvSpPr>
          <p:cNvPr id="3" name="テキスト プレースホルダー 2">
            <a:extLst>
              <a:ext uri="{FF2B5EF4-FFF2-40B4-BE49-F238E27FC236}">
                <a16:creationId xmlns:a16="http://schemas.microsoft.com/office/drawing/2014/main" id="{E698EC68-E480-458A-B36D-265A18218A8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endParaRPr/>
          </a:p>
        </p:txBody>
      </p:sp>
      <p:sp>
        <p:nvSpPr>
          <p:cNvPr id="4" name="日付プレースホルダー 3">
            <a:extLst>
              <a:ext uri="{FF2B5EF4-FFF2-40B4-BE49-F238E27FC236}">
                <a16:creationId xmlns:a16="http://schemas.microsoft.com/office/drawing/2014/main" id="{F91653D7-C620-4352-A865-1F041D89FB0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フッター プレースホルダー 4">
            <a:extLst>
              <a:ext uri="{FF2B5EF4-FFF2-40B4-BE49-F238E27FC236}">
                <a16:creationId xmlns:a16="http://schemas.microsoft.com/office/drawing/2014/main" id="{56603EA2-4A43-4B89-B70F-998BB42EEB64}"/>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スライド番号プレースホルダー 5">
            <a:extLst>
              <a:ext uri="{FF2B5EF4-FFF2-40B4-BE49-F238E27FC236}">
                <a16:creationId xmlns:a16="http://schemas.microsoft.com/office/drawing/2014/main" id="{D9C29C83-EA4C-4F10-BAC0-CA53A8B36BC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Yu Gothic UI"/>
          <a:ea typeface="Yu Gothic UI"/>
          <a:cs typeface="Yu Gothic UI"/>
        </a:defRPr>
      </a:lvl1pPr>
    </p:titleStyle>
    <p:body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sv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sv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3" Type="http://schemas.openxmlformats.org/officeDocument/2006/relationships/image" Target="../media/image33.png"/><Relationship Id="rId18" Type="http://schemas.openxmlformats.org/officeDocument/2006/relationships/customXml" Target="../ink/ink5.xml"/><Relationship Id="rId26" Type="http://schemas.openxmlformats.org/officeDocument/2006/relationships/customXml" Target="../ink/ink9.xml"/><Relationship Id="rId39" Type="http://schemas.openxmlformats.org/officeDocument/2006/relationships/image" Target="../media/image46.png"/><Relationship Id="rId21" Type="http://schemas.openxmlformats.org/officeDocument/2006/relationships/image" Target="../media/image37.png"/><Relationship Id="rId34" Type="http://schemas.openxmlformats.org/officeDocument/2006/relationships/customXml" Target="../ink/ink13.xml"/><Relationship Id="rId7" Type="http://schemas.openxmlformats.org/officeDocument/2006/relationships/image" Target="../media/image31.svg"/><Relationship Id="rId2" Type="http://schemas.openxmlformats.org/officeDocument/2006/relationships/notesSlide" Target="../notesSlides/notesSlide11.xml"/><Relationship Id="rId16" Type="http://schemas.openxmlformats.org/officeDocument/2006/relationships/customXml" Target="../ink/ink4.xml"/><Relationship Id="rId20" Type="http://schemas.openxmlformats.org/officeDocument/2006/relationships/customXml" Target="../ink/ink6.xml"/><Relationship Id="rId29" Type="http://schemas.openxmlformats.org/officeDocument/2006/relationships/image" Target="../media/image41.png"/><Relationship Id="rId41" Type="http://schemas.openxmlformats.org/officeDocument/2006/relationships/image" Target="../media/image47.png"/><Relationship Id="rId1" Type="http://schemas.openxmlformats.org/officeDocument/2006/relationships/slideLayout" Target="../slideLayouts/slideLayout3.xml"/><Relationship Id="rId6" Type="http://schemas.openxmlformats.org/officeDocument/2006/relationships/image" Target="../media/image30.svg"/><Relationship Id="rId11" Type="http://schemas.openxmlformats.org/officeDocument/2006/relationships/image" Target="../media/image32.png"/><Relationship Id="rId24" Type="http://schemas.openxmlformats.org/officeDocument/2006/relationships/customXml" Target="../ink/ink8.xml"/><Relationship Id="rId32" Type="http://schemas.openxmlformats.org/officeDocument/2006/relationships/customXml" Target="../ink/ink12.xml"/><Relationship Id="rId37" Type="http://schemas.openxmlformats.org/officeDocument/2006/relationships/image" Target="../media/image45.png"/><Relationship Id="rId40" Type="http://schemas.openxmlformats.org/officeDocument/2006/relationships/customXml" Target="../ink/ink16.xml"/><Relationship Id="rId5" Type="http://schemas.openxmlformats.org/officeDocument/2006/relationships/image" Target="../media/image29.svg"/><Relationship Id="rId15" Type="http://schemas.openxmlformats.org/officeDocument/2006/relationships/image" Target="../media/image34.png"/><Relationship Id="rId23" Type="http://schemas.openxmlformats.org/officeDocument/2006/relationships/image" Target="../media/image38.png"/><Relationship Id="rId28" Type="http://schemas.openxmlformats.org/officeDocument/2006/relationships/customXml" Target="../ink/ink10.xml"/><Relationship Id="rId36" Type="http://schemas.openxmlformats.org/officeDocument/2006/relationships/customXml" Target="../ink/ink14.xml"/><Relationship Id="rId10" Type="http://schemas.openxmlformats.org/officeDocument/2006/relationships/customXml" Target="../ink/ink1.xml"/><Relationship Id="rId19" Type="http://schemas.openxmlformats.org/officeDocument/2006/relationships/image" Target="../media/image36.png"/><Relationship Id="rId31" Type="http://schemas.openxmlformats.org/officeDocument/2006/relationships/image" Target="../media/image42.png"/><Relationship Id="rId4" Type="http://schemas.openxmlformats.org/officeDocument/2006/relationships/image" Target="../media/image28.svg"/><Relationship Id="rId9" Type="http://schemas.openxmlformats.org/officeDocument/2006/relationships/image" Target="../media/image4.png"/><Relationship Id="rId14" Type="http://schemas.openxmlformats.org/officeDocument/2006/relationships/customXml" Target="../ink/ink3.xml"/><Relationship Id="rId22" Type="http://schemas.openxmlformats.org/officeDocument/2006/relationships/customXml" Target="../ink/ink7.xml"/><Relationship Id="rId27" Type="http://schemas.openxmlformats.org/officeDocument/2006/relationships/image" Target="../media/image40.png"/><Relationship Id="rId30" Type="http://schemas.openxmlformats.org/officeDocument/2006/relationships/customXml" Target="../ink/ink11.xml"/><Relationship Id="rId35" Type="http://schemas.openxmlformats.org/officeDocument/2006/relationships/image" Target="../media/image44.png"/><Relationship Id="rId8" Type="http://schemas.openxmlformats.org/officeDocument/2006/relationships/image" Target="../media/image1.svg"/><Relationship Id="rId3" Type="http://schemas.openxmlformats.org/officeDocument/2006/relationships/image" Target="../media/image27.svg"/><Relationship Id="rId12" Type="http://schemas.openxmlformats.org/officeDocument/2006/relationships/customXml" Target="../ink/ink2.xml"/><Relationship Id="rId17" Type="http://schemas.openxmlformats.org/officeDocument/2006/relationships/image" Target="../media/image35.png"/><Relationship Id="rId25" Type="http://schemas.openxmlformats.org/officeDocument/2006/relationships/image" Target="../media/image39.png"/><Relationship Id="rId33" Type="http://schemas.openxmlformats.org/officeDocument/2006/relationships/image" Target="../media/image43.png"/><Relationship Id="rId38" Type="http://schemas.openxmlformats.org/officeDocument/2006/relationships/customXml" Target="../ink/ink15.xml"/></Relationships>
</file>

<file path=ppt/slides/_rels/slide14.xml.rels><?xml version="1.0" encoding="UTF-8" standalone="yes"?>
<Relationships xmlns="http://schemas.openxmlformats.org/package/2006/relationships"><Relationship Id="rId13" Type="http://schemas.openxmlformats.org/officeDocument/2006/relationships/image" Target="../media/image33.png"/><Relationship Id="rId18" Type="http://schemas.openxmlformats.org/officeDocument/2006/relationships/customXml" Target="../ink/ink21.xml"/><Relationship Id="rId26" Type="http://schemas.openxmlformats.org/officeDocument/2006/relationships/customXml" Target="../ink/ink25.xml"/><Relationship Id="rId39" Type="http://schemas.openxmlformats.org/officeDocument/2006/relationships/image" Target="../media/image46.png"/><Relationship Id="rId21" Type="http://schemas.openxmlformats.org/officeDocument/2006/relationships/image" Target="../media/image37.png"/><Relationship Id="rId34" Type="http://schemas.openxmlformats.org/officeDocument/2006/relationships/customXml" Target="../ink/ink29.xml"/><Relationship Id="rId7" Type="http://schemas.openxmlformats.org/officeDocument/2006/relationships/image" Target="../media/image31.svg"/><Relationship Id="rId2" Type="http://schemas.openxmlformats.org/officeDocument/2006/relationships/notesSlide" Target="../notesSlides/notesSlide12.xml"/><Relationship Id="rId16" Type="http://schemas.openxmlformats.org/officeDocument/2006/relationships/customXml" Target="../ink/ink20.xml"/><Relationship Id="rId20" Type="http://schemas.openxmlformats.org/officeDocument/2006/relationships/customXml" Target="../ink/ink22.xml"/><Relationship Id="rId29" Type="http://schemas.openxmlformats.org/officeDocument/2006/relationships/image" Target="../media/image41.png"/><Relationship Id="rId41" Type="http://schemas.openxmlformats.org/officeDocument/2006/relationships/image" Target="../media/image47.png"/><Relationship Id="rId1" Type="http://schemas.openxmlformats.org/officeDocument/2006/relationships/slideLayout" Target="../slideLayouts/slideLayout3.xml"/><Relationship Id="rId6" Type="http://schemas.openxmlformats.org/officeDocument/2006/relationships/image" Target="../media/image30.svg"/><Relationship Id="rId11" Type="http://schemas.openxmlformats.org/officeDocument/2006/relationships/image" Target="../media/image32.png"/><Relationship Id="rId24" Type="http://schemas.openxmlformats.org/officeDocument/2006/relationships/customXml" Target="../ink/ink24.xml"/><Relationship Id="rId32" Type="http://schemas.openxmlformats.org/officeDocument/2006/relationships/customXml" Target="../ink/ink28.xml"/><Relationship Id="rId37" Type="http://schemas.openxmlformats.org/officeDocument/2006/relationships/image" Target="../media/image45.png"/><Relationship Id="rId40" Type="http://schemas.openxmlformats.org/officeDocument/2006/relationships/customXml" Target="../ink/ink32.xml"/><Relationship Id="rId5" Type="http://schemas.openxmlformats.org/officeDocument/2006/relationships/image" Target="../media/image29.svg"/><Relationship Id="rId15" Type="http://schemas.openxmlformats.org/officeDocument/2006/relationships/image" Target="../media/image34.png"/><Relationship Id="rId23" Type="http://schemas.openxmlformats.org/officeDocument/2006/relationships/image" Target="../media/image38.png"/><Relationship Id="rId28" Type="http://schemas.openxmlformats.org/officeDocument/2006/relationships/customXml" Target="../ink/ink26.xml"/><Relationship Id="rId36" Type="http://schemas.openxmlformats.org/officeDocument/2006/relationships/customXml" Target="../ink/ink30.xml"/><Relationship Id="rId10" Type="http://schemas.openxmlformats.org/officeDocument/2006/relationships/customXml" Target="../ink/ink17.xml"/><Relationship Id="rId19" Type="http://schemas.openxmlformats.org/officeDocument/2006/relationships/image" Target="../media/image36.png"/><Relationship Id="rId31" Type="http://schemas.openxmlformats.org/officeDocument/2006/relationships/image" Target="../media/image42.png"/><Relationship Id="rId4" Type="http://schemas.openxmlformats.org/officeDocument/2006/relationships/image" Target="../media/image28.svg"/><Relationship Id="rId9" Type="http://schemas.openxmlformats.org/officeDocument/2006/relationships/image" Target="../media/image4.png"/><Relationship Id="rId14" Type="http://schemas.openxmlformats.org/officeDocument/2006/relationships/customXml" Target="../ink/ink19.xml"/><Relationship Id="rId22" Type="http://schemas.openxmlformats.org/officeDocument/2006/relationships/customXml" Target="../ink/ink23.xml"/><Relationship Id="rId27" Type="http://schemas.openxmlformats.org/officeDocument/2006/relationships/image" Target="../media/image40.png"/><Relationship Id="rId30" Type="http://schemas.openxmlformats.org/officeDocument/2006/relationships/customXml" Target="../ink/ink27.xml"/><Relationship Id="rId35" Type="http://schemas.openxmlformats.org/officeDocument/2006/relationships/image" Target="../media/image44.png"/><Relationship Id="rId8" Type="http://schemas.openxmlformats.org/officeDocument/2006/relationships/image" Target="../media/image1.svg"/><Relationship Id="rId3" Type="http://schemas.openxmlformats.org/officeDocument/2006/relationships/image" Target="../media/image27.svg"/><Relationship Id="rId12" Type="http://schemas.openxmlformats.org/officeDocument/2006/relationships/customXml" Target="../ink/ink18.xml"/><Relationship Id="rId17" Type="http://schemas.openxmlformats.org/officeDocument/2006/relationships/image" Target="../media/image35.png"/><Relationship Id="rId25" Type="http://schemas.openxmlformats.org/officeDocument/2006/relationships/image" Target="../media/image39.png"/><Relationship Id="rId33" Type="http://schemas.openxmlformats.org/officeDocument/2006/relationships/image" Target="../media/image43.png"/><Relationship Id="rId38" Type="http://schemas.openxmlformats.org/officeDocument/2006/relationships/customXml" Target="../ink/ink31.xml"/></Relationships>
</file>

<file path=ppt/slides/_rels/slide15.xml.rels><?xml version="1.0" encoding="UTF-8" standalone="yes"?>
<Relationships xmlns="http://schemas.openxmlformats.org/package/2006/relationships"><Relationship Id="rId13" Type="http://schemas.openxmlformats.org/officeDocument/2006/relationships/image" Target="../media/image49.png"/><Relationship Id="rId18" Type="http://schemas.openxmlformats.org/officeDocument/2006/relationships/customXml" Target="../ink/ink37.xml"/><Relationship Id="rId26" Type="http://schemas.openxmlformats.org/officeDocument/2006/relationships/customXml" Target="../ink/ink41.xml"/><Relationship Id="rId39" Type="http://schemas.openxmlformats.org/officeDocument/2006/relationships/image" Target="../media/image62.png"/><Relationship Id="rId21" Type="http://schemas.openxmlformats.org/officeDocument/2006/relationships/image" Target="../media/image53.png"/><Relationship Id="rId34" Type="http://schemas.openxmlformats.org/officeDocument/2006/relationships/customXml" Target="../ink/ink45.xml"/><Relationship Id="rId7" Type="http://schemas.openxmlformats.org/officeDocument/2006/relationships/image" Target="../media/image31.svg"/><Relationship Id="rId2" Type="http://schemas.openxmlformats.org/officeDocument/2006/relationships/notesSlide" Target="../notesSlides/notesSlide13.xml"/><Relationship Id="rId16" Type="http://schemas.openxmlformats.org/officeDocument/2006/relationships/customXml" Target="../ink/ink36.xml"/><Relationship Id="rId20" Type="http://schemas.openxmlformats.org/officeDocument/2006/relationships/customXml" Target="../ink/ink38.xml"/><Relationship Id="rId29" Type="http://schemas.openxmlformats.org/officeDocument/2006/relationships/image" Target="../media/image57.png"/><Relationship Id="rId41" Type="http://schemas.openxmlformats.org/officeDocument/2006/relationships/image" Target="../media/image63.png"/><Relationship Id="rId1" Type="http://schemas.openxmlformats.org/officeDocument/2006/relationships/slideLayout" Target="../slideLayouts/slideLayout3.xml"/><Relationship Id="rId6" Type="http://schemas.openxmlformats.org/officeDocument/2006/relationships/image" Target="../media/image30.svg"/><Relationship Id="rId11" Type="http://schemas.openxmlformats.org/officeDocument/2006/relationships/image" Target="../media/image48.png"/><Relationship Id="rId24" Type="http://schemas.openxmlformats.org/officeDocument/2006/relationships/customXml" Target="../ink/ink40.xml"/><Relationship Id="rId32" Type="http://schemas.openxmlformats.org/officeDocument/2006/relationships/customXml" Target="../ink/ink44.xml"/><Relationship Id="rId37" Type="http://schemas.openxmlformats.org/officeDocument/2006/relationships/image" Target="../media/image61.png"/><Relationship Id="rId40" Type="http://schemas.openxmlformats.org/officeDocument/2006/relationships/customXml" Target="../ink/ink48.xml"/><Relationship Id="rId5" Type="http://schemas.openxmlformats.org/officeDocument/2006/relationships/image" Target="../media/image29.svg"/><Relationship Id="rId15" Type="http://schemas.openxmlformats.org/officeDocument/2006/relationships/image" Target="../media/image50.png"/><Relationship Id="rId23" Type="http://schemas.openxmlformats.org/officeDocument/2006/relationships/image" Target="../media/image54.png"/><Relationship Id="rId28" Type="http://schemas.openxmlformats.org/officeDocument/2006/relationships/customXml" Target="../ink/ink42.xml"/><Relationship Id="rId36" Type="http://schemas.openxmlformats.org/officeDocument/2006/relationships/customXml" Target="../ink/ink46.xml"/><Relationship Id="rId10" Type="http://schemas.openxmlformats.org/officeDocument/2006/relationships/customXml" Target="../ink/ink33.xml"/><Relationship Id="rId19" Type="http://schemas.openxmlformats.org/officeDocument/2006/relationships/image" Target="../media/image52.png"/><Relationship Id="rId31" Type="http://schemas.openxmlformats.org/officeDocument/2006/relationships/image" Target="../media/image58.png"/><Relationship Id="rId4" Type="http://schemas.openxmlformats.org/officeDocument/2006/relationships/image" Target="../media/image28.svg"/><Relationship Id="rId9" Type="http://schemas.openxmlformats.org/officeDocument/2006/relationships/image" Target="../media/image4.png"/><Relationship Id="rId14" Type="http://schemas.openxmlformats.org/officeDocument/2006/relationships/customXml" Target="../ink/ink35.xml"/><Relationship Id="rId22" Type="http://schemas.openxmlformats.org/officeDocument/2006/relationships/customXml" Target="../ink/ink39.xml"/><Relationship Id="rId27" Type="http://schemas.openxmlformats.org/officeDocument/2006/relationships/image" Target="../media/image56.png"/><Relationship Id="rId30" Type="http://schemas.openxmlformats.org/officeDocument/2006/relationships/customXml" Target="../ink/ink43.xml"/><Relationship Id="rId35" Type="http://schemas.openxmlformats.org/officeDocument/2006/relationships/image" Target="../media/image60.png"/><Relationship Id="rId8" Type="http://schemas.openxmlformats.org/officeDocument/2006/relationships/image" Target="../media/image1.svg"/><Relationship Id="rId3" Type="http://schemas.openxmlformats.org/officeDocument/2006/relationships/image" Target="../media/image27.svg"/><Relationship Id="rId12" Type="http://schemas.openxmlformats.org/officeDocument/2006/relationships/customXml" Target="../ink/ink34.xml"/><Relationship Id="rId17" Type="http://schemas.openxmlformats.org/officeDocument/2006/relationships/image" Target="../media/image51.png"/><Relationship Id="rId25" Type="http://schemas.openxmlformats.org/officeDocument/2006/relationships/image" Target="../media/image55.png"/><Relationship Id="rId33" Type="http://schemas.openxmlformats.org/officeDocument/2006/relationships/image" Target="../media/image59.png"/><Relationship Id="rId38" Type="http://schemas.openxmlformats.org/officeDocument/2006/relationships/customXml" Target="../ink/ink4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Liminghao0922/todomanagement_v2/blob/main/handson/INSTRUCTOR_PREP_GUIDE_FOUNDRY_FOCUS-ja_JP.md"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Liminghao0922/todomanagement_v2/blob/main/handson/INSTRUCTOR_PREP_GUIDE_FOUNDRY_FOCUS-ja_JP.md#54-%E5%90%84%E5%8F%97%E8%AC%9B%E8%80%85%E3%81%AB%E6%B8%A1%E3%81%99%E5%80%A4"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64.png"/></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Liminghao0922/todomanagement_v2/blob/main/handson/INSTRUCTOR_PREP_GUIDE_FOUNDRY_FOCUS-ja_JP.md#6-%E6%8E%88%E6%A5%AD%E5%89%8D%E3%81%AE-foundry-%E6%BA%96%E5%82%99"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2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hyperlink" Target="https://github.com/Liminghao0922/todomanagement_v2/blob/main/handson/INSTRUCTOR_PREP_GUIDE_FOUNDRY_FOCUS-ja_JP.md#53-%E5%8F%97%E8%AC%9B%E8%80%85%E3%82%A2%E3%82%AF%E3%82%BB%E3%82%B9%E3%82%92%E4%BB%98%E4%B8%8E%E3%81%99%E3%82%8B"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Liminghao0922/todomanagement_v2/blob/main/handson/DEPLOY_GUIDE_GUI_FOUNDRY_FOCUS-ja_JP.md"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68.png"/></Relationships>
</file>

<file path=ppt/slides/_rels/slide25.xml.rels><?xml version="1.0" encoding="UTF-8" standalone="yes"?>
<Relationships xmlns="http://schemas.openxmlformats.org/package/2006/relationships"><Relationship Id="rId3" Type="http://schemas.openxmlformats.org/officeDocument/2006/relationships/hyperlink" Target="https://portal.azure.com/"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70.png"/><Relationship Id="rId4" Type="http://schemas.openxmlformats.org/officeDocument/2006/relationships/image" Target="../media/image6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B3DB332-4829-430D-ABF8-AAA02D2E2F2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3C3942EC-8BBF-4694-8E7D-18483F43DB53}"/>
              </a:ext>
            </a:extLst>
          </p:cNvPr>
          <p:cNvSpPr>
            <a:spLocks noGrp="1"/>
          </p:cNvSpPr>
          <p:nvPr/>
        </p:nvSpPr>
        <p:spPr>
          <a:xfrm>
            <a:off x="0" y="0"/>
            <a:ext cx="4629150" cy="6858000"/>
          </a:xfrm>
          <a:prstGeom prst="rect">
            <a:avLst/>
          </a:prstGeom>
          <a:solidFill>
            <a:srgbClr val="EAF1FB"/>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828025D4-9544-4FF2-83EA-C8F94EFBD6C1}"/>
              </a:ext>
            </a:extLst>
          </p:cNvPr>
          <p:cNvSpPr>
            <a:spLocks noGrp="1"/>
          </p:cNvSpPr>
          <p:nvPr/>
        </p:nvSpPr>
        <p:spPr>
          <a:xfrm>
            <a:off x="0" y="0"/>
            <a:ext cx="171450" cy="6858000"/>
          </a:xfrm>
          <a:prstGeom prst="rect">
            <a:avLst/>
          </a:prstGeom>
          <a:solidFill>
            <a:srgbClr val="4472C4"/>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50685B20-1434-48E7-9A60-CCE22EA4A975}"/>
              </a:ext>
            </a:extLst>
          </p:cNvPr>
          <p:cNvSpPr>
            <a:spLocks noGrp="1"/>
          </p:cNvSpPr>
          <p:nvPr/>
        </p:nvSpPr>
        <p:spPr>
          <a:xfrm>
            <a:off x="742950" y="819150"/>
            <a:ext cx="3429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Azure Workshop</a:t>
            </a:r>
          </a:p>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for Beginners</a:t>
            </a:r>
          </a:p>
        </p:txBody>
      </p:sp>
      <p:sp>
        <p:nvSpPr>
          <p:cNvPr id="5" name="正方形/長方形 4">
            <a:extLst>
              <a:ext uri="{FF2B5EF4-FFF2-40B4-BE49-F238E27FC236}">
                <a16:creationId xmlns:a16="http://schemas.microsoft.com/office/drawing/2014/main" id="{9DBD5B95-C9F5-4638-96D9-A8CE4A155095}"/>
              </a:ext>
            </a:extLst>
          </p:cNvPr>
          <p:cNvSpPr>
            <a:spLocks noGrp="1"/>
          </p:cNvSpPr>
          <p:nvPr/>
        </p:nvSpPr>
        <p:spPr>
          <a:xfrm>
            <a:off x="5219700" y="1200150"/>
            <a:ext cx="5810250" cy="1123950"/>
          </a:xfrm>
          <a:prstGeom prst="rect">
            <a:avLst/>
          </a:prstGeom>
          <a:solidFill>
            <a:srgbClr val="000000">
              <a:alpha val="0"/>
            </a:srgbClr>
          </a:solidFill>
          <a:ln w="0">
            <a:solidFill>
              <a:srgbClr val="000000">
                <a:alpha val="0"/>
              </a:srgbClr>
            </a:solidFill>
            <a:prstDash val="solid"/>
          </a:ln>
        </p:spPr>
        <p:txBody>
          <a:bodyPr lIns="0" tIns="0" rIns="0" bIns="0" anchor="t"/>
          <a:lstStyle/>
          <a:p>
            <a:pPr>
              <a:lnSpc>
                <a:spcPct val="103000"/>
              </a:lnSpc>
            </a:pPr>
            <a:r>
              <a:rPr lang="ja-JP" altLang="en-US" sz="2800" b="1">
                <a:solidFill>
                  <a:srgbClr val="1F2937"/>
                </a:solidFill>
                <a:latin typeface="Yu Gothic" pitchFamily="34" charset="0"/>
                <a:ea typeface="Yu Gothic" pitchFamily="34" charset="-122"/>
              </a:rPr>
              <a:t>クラウドネイティブな</a:t>
            </a:r>
            <a:r>
              <a:rPr lang="en-US" altLang="ja-JP" sz="2800" b="1" dirty="0">
                <a:solidFill>
                  <a:srgbClr val="1F2937"/>
                </a:solidFill>
                <a:latin typeface="Yu Gothic" pitchFamily="34" charset="0"/>
                <a:ea typeface="Yu Gothic" pitchFamily="34" charset="-122"/>
              </a:rPr>
              <a:t> AI </a:t>
            </a:r>
            <a:r>
              <a:rPr lang="ja-JP" altLang="en-US" sz="2800" b="1">
                <a:solidFill>
                  <a:srgbClr val="1F2937"/>
                </a:solidFill>
                <a:latin typeface="Yu Gothic" pitchFamily="34" charset="0"/>
                <a:ea typeface="Yu Gothic" pitchFamily="34" charset="-122"/>
              </a:rPr>
              <a:t>アプリ構築</a:t>
            </a:r>
            <a:endParaRPr lang="en-US" altLang="ja-JP" sz="2800" dirty="0"/>
          </a:p>
        </p:txBody>
      </p:sp>
      <p:sp>
        <p:nvSpPr>
          <p:cNvPr id="6" name="正方形/長方形 5">
            <a:extLst>
              <a:ext uri="{FF2B5EF4-FFF2-40B4-BE49-F238E27FC236}">
                <a16:creationId xmlns:a16="http://schemas.microsoft.com/office/drawing/2014/main" id="{2769FC6D-0B0A-4C37-8C6D-9B70639859DC}"/>
              </a:ext>
            </a:extLst>
          </p:cNvPr>
          <p:cNvSpPr>
            <a:spLocks noGrp="1"/>
          </p:cNvSpPr>
          <p:nvPr/>
        </p:nvSpPr>
        <p:spPr>
          <a:xfrm>
            <a:off x="5257800" y="2590800"/>
            <a:ext cx="552450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lnSpc>
                <a:spcPct val="110000"/>
              </a:lnSpc>
            </a:pPr>
            <a:r>
              <a:rPr lang="en-US" altLang="ja-JP" sz="1400" dirty="0" err="1">
                <a:solidFill>
                  <a:srgbClr val="5B6472"/>
                </a:solidFill>
                <a:latin typeface="Yu Gothic" pitchFamily="34" charset="0"/>
                <a:ea typeface="Yu Gothic" pitchFamily="34" charset="-122"/>
                <a:cs typeface="Yu Gothic" pitchFamily="34" charset="-120"/>
              </a:rPr>
              <a:t>この回では</a:t>
            </a:r>
            <a:r>
              <a:rPr lang="en-US" altLang="ja-JP" sz="1400" dirty="0">
                <a:solidFill>
                  <a:srgbClr val="5B6472"/>
                </a:solidFill>
                <a:latin typeface="Yu Gothic" pitchFamily="34" charset="0"/>
                <a:ea typeface="Yu Gothic" pitchFamily="34" charset="-122"/>
                <a:cs typeface="Yu Gothic" pitchFamily="34" charset="-120"/>
              </a:rPr>
              <a:t>、</a:t>
            </a:r>
            <a:r>
              <a:rPr lang="ja-JP" altLang="en-US" sz="1400">
                <a:solidFill>
                  <a:srgbClr val="5B6472"/>
                </a:solidFill>
                <a:latin typeface="Yu Gothic" pitchFamily="34" charset="0"/>
                <a:ea typeface="Yu Gothic" pitchFamily="34" charset="-122"/>
                <a:cs typeface="Yu Gothic" pitchFamily="34" charset="-120"/>
              </a:rPr>
              <a:t>第</a:t>
            </a:r>
            <a:r>
              <a:rPr lang="en-US" altLang="ja-JP" sz="1400" dirty="0">
                <a:solidFill>
                  <a:srgbClr val="5B6472"/>
                </a:solidFill>
                <a:latin typeface="Yu Gothic" pitchFamily="34" charset="0"/>
                <a:ea typeface="Yu Gothic" pitchFamily="34" charset="-122"/>
                <a:cs typeface="Yu Gothic" pitchFamily="34" charset="-120"/>
              </a:rPr>
              <a:t>5</a:t>
            </a:r>
            <a:r>
              <a:rPr lang="ja-JP" altLang="en-US" sz="1400">
                <a:solidFill>
                  <a:srgbClr val="5B6472"/>
                </a:solidFill>
                <a:latin typeface="Yu Gothic" pitchFamily="34" charset="0"/>
                <a:ea typeface="Yu Gothic" pitchFamily="34" charset="-122"/>
                <a:cs typeface="Yu Gothic" pitchFamily="34" charset="-120"/>
              </a:rPr>
              <a:t>回から</a:t>
            </a:r>
            <a:r>
              <a:rPr lang="en-US" altLang="ja-JP" sz="1400" dirty="0">
                <a:solidFill>
                  <a:srgbClr val="5B6472"/>
                </a:solidFill>
                <a:latin typeface="Yu Gothic" pitchFamily="34" charset="0"/>
                <a:ea typeface="Yu Gothic" pitchFamily="34" charset="-122"/>
                <a:cs typeface="Yu Gothic" pitchFamily="34" charset="-120"/>
              </a:rPr>
              <a:t>7</a:t>
            </a:r>
            <a:r>
              <a:rPr lang="ja-JP" altLang="en-US" sz="1400">
                <a:solidFill>
                  <a:srgbClr val="5B6472"/>
                </a:solidFill>
                <a:latin typeface="Yu Gothic" pitchFamily="34" charset="0"/>
                <a:ea typeface="Yu Gothic" pitchFamily="34" charset="-122"/>
                <a:cs typeface="Yu Gothic" pitchFamily="34" charset="-120"/>
              </a:rPr>
              <a:t>回にかけて構築した</a:t>
            </a:r>
            <a:r>
              <a:rPr lang="en-US" altLang="ja-JP" sz="1400" dirty="0">
                <a:solidFill>
                  <a:srgbClr val="5B6472"/>
                </a:solidFill>
                <a:latin typeface="Yu Gothic" pitchFamily="34" charset="0"/>
                <a:ea typeface="Yu Gothic" pitchFamily="34" charset="-122"/>
                <a:cs typeface="Yu Gothic" pitchFamily="34" charset="-120"/>
              </a:rPr>
              <a:t> Todo Web </a:t>
            </a:r>
            <a:r>
              <a:rPr lang="ja-JP" altLang="en-US" sz="1400">
                <a:solidFill>
                  <a:srgbClr val="5B6472"/>
                </a:solidFill>
                <a:latin typeface="Yu Gothic" pitchFamily="34" charset="0"/>
                <a:ea typeface="Yu Gothic" pitchFamily="34" charset="-122"/>
                <a:cs typeface="Yu Gothic" pitchFamily="34" charset="-120"/>
              </a:rPr>
              <a:t>アプリケーションに組み込むための</a:t>
            </a:r>
            <a:r>
              <a:rPr lang="en-US" altLang="ja-JP" sz="1400" dirty="0">
                <a:solidFill>
                  <a:srgbClr val="5B6472"/>
                </a:solidFill>
                <a:latin typeface="Yu Gothic" pitchFamily="34" charset="0"/>
                <a:ea typeface="Yu Gothic" pitchFamily="34" charset="-122"/>
                <a:cs typeface="Yu Gothic" pitchFamily="34" charset="-120"/>
              </a:rPr>
              <a:t> AI </a:t>
            </a:r>
            <a:r>
              <a:rPr lang="ja-JP" altLang="en-US" sz="1400">
                <a:solidFill>
                  <a:srgbClr val="5B6472"/>
                </a:solidFill>
                <a:latin typeface="Yu Gothic" pitchFamily="34" charset="0"/>
                <a:ea typeface="Yu Gothic" pitchFamily="34" charset="-122"/>
                <a:cs typeface="Yu Gothic" pitchFamily="34" charset="-120"/>
              </a:rPr>
              <a:t>エージェントを</a:t>
            </a:r>
            <a:r>
              <a:rPr lang="en-US" altLang="ja-JP" sz="1400" dirty="0">
                <a:solidFill>
                  <a:srgbClr val="5B6472"/>
                </a:solidFill>
                <a:latin typeface="Yu Gothic" pitchFamily="34" charset="0"/>
                <a:ea typeface="Yu Gothic" pitchFamily="34" charset="-122"/>
                <a:cs typeface="Yu Gothic" pitchFamily="34" charset="-120"/>
              </a:rPr>
              <a:t> Microsoft Foundry </a:t>
            </a:r>
            <a:r>
              <a:rPr lang="ja-JP" altLang="en-US" sz="1400">
                <a:solidFill>
                  <a:srgbClr val="5B6472"/>
                </a:solidFill>
                <a:latin typeface="Yu Gothic" pitchFamily="34" charset="0"/>
                <a:ea typeface="Yu Gothic" pitchFamily="34" charset="-122"/>
                <a:cs typeface="Yu Gothic" pitchFamily="34" charset="-120"/>
              </a:rPr>
              <a:t>で構築します</a:t>
            </a:r>
            <a:endParaRPr lang="en-US" altLang="ja-JP" sz="1400" dirty="0"/>
          </a:p>
        </p:txBody>
      </p:sp>
      <p:sp>
        <p:nvSpPr>
          <p:cNvPr id="7" name="正方形/長方形 6">
            <a:extLst>
              <a:ext uri="{FF2B5EF4-FFF2-40B4-BE49-F238E27FC236}">
                <a16:creationId xmlns:a16="http://schemas.microsoft.com/office/drawing/2014/main" id="{DFE36B7A-5E3C-45E7-B5C6-DD919C94A7E7}"/>
              </a:ext>
            </a:extLst>
          </p:cNvPr>
          <p:cNvSpPr>
            <a:spLocks noGrp="1"/>
          </p:cNvSpPr>
          <p:nvPr/>
        </p:nvSpPr>
        <p:spPr>
          <a:xfrm>
            <a:off x="5257800" y="4057650"/>
            <a:ext cx="800100" cy="285750"/>
          </a:xfrm>
          <a:prstGeom prst="rect">
            <a:avLst/>
          </a:prstGeom>
          <a:solidFill>
            <a:srgbClr val="4472C4"/>
          </a:solidFill>
          <a:ln w="0">
            <a:solidFill>
              <a:srgbClr val="4472C4"/>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a:solidFill>
                  <a:srgbClr val="FFFFFF"/>
                </a:solidFill>
                <a:latin typeface="Yu Gothic UI"/>
                <a:ea typeface="Yu Gothic UI"/>
                <a:cs typeface="Yu Gothic UI"/>
              </a:rPr>
              <a:t>第</a:t>
            </a:r>
            <a:r>
              <a:rPr lang="en-US" altLang="ja-JP" sz="765" b="1" dirty="0">
                <a:solidFill>
                  <a:srgbClr val="FFFFFF"/>
                </a:solidFill>
                <a:latin typeface="Yu Gothic UI"/>
                <a:ea typeface="Yu Gothic UI"/>
                <a:cs typeface="Yu Gothic UI"/>
              </a:rPr>
              <a:t>12</a:t>
            </a:r>
            <a:r>
              <a:rPr sz="765" b="1" dirty="0">
                <a:solidFill>
                  <a:srgbClr val="FFFFFF"/>
                </a:solidFill>
                <a:latin typeface="Yu Gothic UI"/>
                <a:ea typeface="Yu Gothic UI"/>
                <a:cs typeface="Yu Gothic UI"/>
              </a:rPr>
              <a:t>回</a:t>
            </a:r>
          </a:p>
        </p:txBody>
      </p:sp>
      <p:sp>
        <p:nvSpPr>
          <p:cNvPr id="8" name="正方形/長方形 7">
            <a:extLst>
              <a:ext uri="{FF2B5EF4-FFF2-40B4-BE49-F238E27FC236}">
                <a16:creationId xmlns:a16="http://schemas.microsoft.com/office/drawing/2014/main" id="{BFE25AC2-4ACC-4216-8714-96B55FB68F91}"/>
              </a:ext>
            </a:extLst>
          </p:cNvPr>
          <p:cNvSpPr>
            <a:spLocks noGrp="1"/>
          </p:cNvSpPr>
          <p:nvPr/>
        </p:nvSpPr>
        <p:spPr>
          <a:xfrm>
            <a:off x="6191250" y="4057650"/>
            <a:ext cx="2076450" cy="285750"/>
          </a:xfrm>
          <a:prstGeom prst="rect">
            <a:avLst/>
          </a:prstGeom>
          <a:solidFill>
            <a:srgbClr val="70AD47"/>
          </a:solidFill>
          <a:ln w="0">
            <a:solidFill>
              <a:srgbClr val="70AD47"/>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err="1">
                <a:solidFill>
                  <a:srgbClr val="FFFFFF"/>
                </a:solidFill>
                <a:latin typeface="Yu Gothic UI"/>
                <a:ea typeface="Yu Gothic UI"/>
                <a:cs typeface="Yu Gothic UI"/>
              </a:rPr>
              <a:t>座学</a:t>
            </a:r>
            <a:r>
              <a:rPr lang="en-US" sz="765" b="1" dirty="0">
                <a:solidFill>
                  <a:srgbClr val="FFFFFF"/>
                </a:solidFill>
                <a:latin typeface="Yu Gothic UI"/>
                <a:ea typeface="Yu Gothic UI"/>
                <a:cs typeface="Yu Gothic UI"/>
              </a:rPr>
              <a:t> + </a:t>
            </a:r>
            <a:r>
              <a:rPr lang="en-US" sz="765" b="1" dirty="0" err="1">
                <a:solidFill>
                  <a:srgbClr val="FFFFFF"/>
                </a:solidFill>
                <a:latin typeface="Yu Gothic UI"/>
                <a:ea typeface="Yu Gothic UI"/>
                <a:cs typeface="Yu Gothic UI"/>
              </a:rPr>
              <a:t>ハンズオン</a:t>
            </a:r>
            <a:endParaRPr sz="765" b="1" dirty="0">
              <a:solidFill>
                <a:srgbClr val="FFFFFF"/>
              </a:solidFill>
              <a:latin typeface="Yu Gothic UI"/>
              <a:ea typeface="Yu Gothic UI"/>
              <a:cs typeface="Yu Gothic UI"/>
            </a:endParaRPr>
          </a:p>
        </p:txBody>
      </p:sp>
      <p:sp>
        <p:nvSpPr>
          <p:cNvPr id="9" name="正方形/長方形 8">
            <a:extLst>
              <a:ext uri="{FF2B5EF4-FFF2-40B4-BE49-F238E27FC236}">
                <a16:creationId xmlns:a16="http://schemas.microsoft.com/office/drawing/2014/main" id="{357FDBAC-8BBB-46B1-A819-9FBE30EC418A}"/>
              </a:ext>
            </a:extLst>
          </p:cNvPr>
          <p:cNvSpPr>
            <a:spLocks noGrp="1"/>
          </p:cNvSpPr>
          <p:nvPr/>
        </p:nvSpPr>
        <p:spPr>
          <a:xfrm>
            <a:off x="8401050" y="4057650"/>
            <a:ext cx="1352550" cy="285750"/>
          </a:xfrm>
          <a:prstGeom prst="rect">
            <a:avLst/>
          </a:prstGeom>
          <a:solidFill>
            <a:srgbClr val="ED7D31"/>
          </a:solidFill>
          <a:ln w="0">
            <a:solidFill>
              <a:srgbClr val="ED7D31"/>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lang="en-US" sz="765" b="1" dirty="0">
                <a:solidFill>
                  <a:srgbClr val="FFFFFF"/>
                </a:solidFill>
                <a:latin typeface="Yu Gothic UI"/>
                <a:ea typeface="Yu Gothic UI"/>
                <a:cs typeface="Yu Gothic UI"/>
              </a:rPr>
              <a:t>300分 (</a:t>
            </a:r>
            <a:r>
              <a:rPr lang="en-US" sz="765" b="1" dirty="0" err="1">
                <a:solidFill>
                  <a:srgbClr val="FFFFFF"/>
                </a:solidFill>
                <a:latin typeface="Yu Gothic UI"/>
                <a:ea typeface="Yu Gothic UI"/>
                <a:cs typeface="Yu Gothic UI"/>
              </a:rPr>
              <a:t>休憩含む</a:t>
            </a:r>
            <a:r>
              <a:rPr lang="en-US" sz="765" b="1" dirty="0">
                <a:solidFill>
                  <a:srgbClr val="FFFFFF"/>
                </a:solidFill>
                <a:latin typeface="Yu Gothic UI"/>
                <a:ea typeface="Yu Gothic UI"/>
                <a:cs typeface="Yu Gothic UI"/>
              </a:rPr>
              <a:t>)</a:t>
            </a:r>
            <a:endParaRPr sz="765" b="1" dirty="0">
              <a:solidFill>
                <a:srgbClr val="FFFFFF"/>
              </a:solidFill>
              <a:latin typeface="Yu Gothic UI"/>
              <a:ea typeface="Yu Gothic UI"/>
              <a:cs typeface="Yu Gothic UI"/>
            </a:endParaRPr>
          </a:p>
        </p:txBody>
      </p:sp>
      <p:sp>
        <p:nvSpPr>
          <p:cNvPr id="10" name="正方形/長方形 9">
            <a:extLst>
              <a:ext uri="{FF2B5EF4-FFF2-40B4-BE49-F238E27FC236}">
                <a16:creationId xmlns:a16="http://schemas.microsoft.com/office/drawing/2014/main" id="{E22E1A59-BBE7-499C-B63A-23D32A401642}"/>
              </a:ext>
            </a:extLst>
          </p:cNvPr>
          <p:cNvSpPr>
            <a:spLocks noGrp="1"/>
          </p:cNvSpPr>
          <p:nvPr/>
        </p:nvSpPr>
        <p:spPr>
          <a:xfrm>
            <a:off x="9886950" y="4057650"/>
            <a:ext cx="1295400" cy="285750"/>
          </a:xfrm>
          <a:prstGeom prst="rect">
            <a:avLst/>
          </a:prstGeom>
          <a:solidFill>
            <a:srgbClr val="0F766E"/>
          </a:solidFill>
          <a:ln w="0">
            <a:solidFill>
              <a:srgbClr val="0F766E"/>
            </a:solidFill>
            <a:prstDash val="solid"/>
          </a:ln>
        </p:spPr>
        <p:txBody>
          <a:bodyPr lIns="76200" tIns="38100" rIns="76200" bIns="38100" anchor="ctr"/>
          <a:lstStyle/>
          <a:p>
            <a:pPr algn="ctr"/>
            <a:r>
              <a:rPr lang="en-US" altLang="ja-JP" sz="800" b="1" dirty="0">
                <a:solidFill>
                  <a:srgbClr val="FFFFFF"/>
                </a:solidFill>
                <a:latin typeface="Yu Gothic" pitchFamily="34" charset="0"/>
                <a:ea typeface="Yu Gothic" pitchFamily="34" charset="-122"/>
                <a:cs typeface="Yu Gothic" pitchFamily="34" charset="-120"/>
              </a:rPr>
              <a:t>2026年9月1</a:t>
            </a:r>
            <a:r>
              <a:rPr lang="ja-JP" altLang="en-US" sz="800" b="1">
                <a:solidFill>
                  <a:srgbClr val="FFFFFF"/>
                </a:solidFill>
                <a:latin typeface="Yu Gothic" pitchFamily="34" charset="0"/>
                <a:ea typeface="Yu Gothic" pitchFamily="34" charset="-122"/>
                <a:cs typeface="Yu Gothic" pitchFamily="34" charset="-120"/>
              </a:rPr>
              <a:t>７</a:t>
            </a:r>
            <a:r>
              <a:rPr lang="en-US" altLang="ja-JP" sz="800" b="1" dirty="0" err="1">
                <a:solidFill>
                  <a:srgbClr val="FFFFFF"/>
                </a:solidFill>
                <a:latin typeface="Yu Gothic" pitchFamily="34" charset="0"/>
                <a:ea typeface="Yu Gothic" pitchFamily="34" charset="-122"/>
                <a:cs typeface="Yu Gothic" pitchFamily="34" charset="-120"/>
              </a:rPr>
              <a:t>日</a:t>
            </a:r>
            <a:endParaRPr lang="en-US" altLang="ja-JP" sz="800" dirty="0"/>
          </a:p>
        </p:txBody>
      </p:sp>
    </p:spTree>
    <p:extLst>
      <p:ext uri="{BB962C8B-B14F-4D97-AF65-F5344CB8AC3E}">
        <p14:creationId xmlns:p14="http://schemas.microsoft.com/office/powerpoint/2010/main" val="188169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FB82B-3769-4F08-F752-C53C2606999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34E484A-AE77-E3F2-306D-943F87A9590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アジェンダ</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4FE21A59-58EA-A527-EEA9-DF81F838E9C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AACD652-3F1F-129B-9B67-2671CA41F4C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テキスト プレースホルダー 5">
            <a:extLst>
              <a:ext uri="{FF2B5EF4-FFF2-40B4-BE49-F238E27FC236}">
                <a16:creationId xmlns:a16="http://schemas.microsoft.com/office/drawing/2014/main" id="{3CD4F1C1-B153-1649-DE13-A602B7064ABE}"/>
              </a:ext>
            </a:extLst>
          </p:cNvPr>
          <p:cNvSpPr txBox="1">
            <a:spLocks/>
          </p:cNvSpPr>
          <p:nvPr/>
        </p:nvSpPr>
        <p:spPr>
          <a:xfrm>
            <a:off x="678655" y="1677751"/>
            <a:ext cx="10820399" cy="1751249"/>
          </a:xfrm>
          <a:prstGeom prst="rect">
            <a:avLst/>
          </a:prstGeom>
        </p:spPr>
        <p:txBody>
          <a:bodyPr vert="horz" lIns="91440" tIns="45720" rIns="91440" bIns="45720" anchor="t" anchorCtr="0"/>
          <a:lstStyle>
            <a:defPPr>
              <a:defRPr lang="en-US"/>
            </a:defPPr>
            <a:lvl1pPr marL="0" indent="0" algn="ctr" defTabSz="914400">
              <a:buNone/>
              <a:defRPr sz="1200" kern="1200">
                <a:solidFill>
                  <a:schemeClr val="tx1">
                    <a:tint val="75000"/>
                  </a:schemeClr>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marL="457200" indent="-457200" algn="l">
              <a:buFont typeface="+mj-lt"/>
              <a:buAutoNum type="arabicPeriod"/>
            </a:pP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Microsoft Foundry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とは</a:t>
            </a:r>
            <a:endPar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endParaRPr>
          </a:p>
          <a:p>
            <a:pPr marL="457200" indent="-457200" algn="l">
              <a:buFont typeface="+mj-lt"/>
              <a:buAutoNum type="arabicPeriod"/>
            </a:pP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Todo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アプリと</a:t>
            </a: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 AI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エージェントの関係</a:t>
            </a:r>
            <a:endParaRPr lang="en-US" altLang="ja-JP" sz="2400" dirty="0">
              <a:solidFill>
                <a:schemeClr val="tx1">
                  <a:lumMod val="75000"/>
                  <a:lumOff val="25000"/>
                </a:schemeClr>
              </a:solidFill>
              <a:latin typeface="Yu Gothic UI" panose="020B0500000000000000" pitchFamily="34" charset="-128"/>
              <a:ea typeface="Yu Gothic UI" panose="020B0500000000000000" pitchFamily="34" charset="-128"/>
            </a:endParaRPr>
          </a:p>
          <a:p>
            <a:pPr marL="457200" indent="-457200" algn="l">
              <a:buFont typeface="+mj-lt"/>
              <a:buAutoNum type="arabicPeriod"/>
            </a:pP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ハンズオン</a:t>
            </a:r>
            <a:r>
              <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rPr>
              <a:t>: AI </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エージェント構築</a:t>
            </a:r>
            <a:endParaRPr lang="en-US" altLang="ja-JP" sz="28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55900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9AA6572-0246-49F6-8808-D5E268117F2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今日のゴール</a:t>
            </a:r>
          </a:p>
        </p:txBody>
      </p:sp>
      <p:sp>
        <p:nvSpPr>
          <p:cNvPr id="2" name="正方形/長方形 1">
            <a:extLst>
              <a:ext uri="{FF2B5EF4-FFF2-40B4-BE49-F238E27FC236}">
                <a16:creationId xmlns:a16="http://schemas.microsoft.com/office/drawing/2014/main" id="{09603FD4-D301-438E-8486-12311D03422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77765BF-B68F-418C-AE34-F72DD54EB63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コンテンツ プレースホルダー 5">
            <a:extLst>
              <a:ext uri="{FF2B5EF4-FFF2-40B4-BE49-F238E27FC236}">
                <a16:creationId xmlns:a16="http://schemas.microsoft.com/office/drawing/2014/main" id="{BA5730E2-5407-A714-1228-8D8DE092CA2A}"/>
              </a:ext>
            </a:extLst>
          </p:cNvPr>
          <p:cNvSpPr txBox="1">
            <a:spLocks/>
          </p:cNvSpPr>
          <p:nvPr/>
        </p:nvSpPr>
        <p:spPr>
          <a:xfrm>
            <a:off x="685800" y="1328738"/>
            <a:ext cx="11101414" cy="1046440"/>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r>
              <a:rPr lang="en-US" altLang="ja-JP" sz="2000" kern="0" dirty="0"/>
              <a:t>Microsoft Foundry </a:t>
            </a:r>
            <a:r>
              <a:rPr lang="ja-JP" altLang="en-US" sz="2000" kern="0"/>
              <a:t>の</a:t>
            </a:r>
            <a:r>
              <a:rPr lang="en-US" altLang="ja-JP" sz="2000" kern="0" dirty="0"/>
              <a:t> AI </a:t>
            </a:r>
            <a:r>
              <a:rPr lang="ja-JP" altLang="en-US" sz="2000" kern="0"/>
              <a:t>エージェントの仕組みを理解する</a:t>
            </a:r>
            <a:endParaRPr lang="en-US" altLang="ja-JP" sz="2000" kern="0" dirty="0"/>
          </a:p>
          <a:p>
            <a:r>
              <a:rPr lang="en-US" altLang="ja-JP" sz="2000" kern="0" dirty="0"/>
              <a:t>Todo </a:t>
            </a:r>
            <a:r>
              <a:rPr lang="ja-JP" altLang="en-US" sz="2000" kern="0"/>
              <a:t>アプリと今回作成する</a:t>
            </a:r>
            <a:r>
              <a:rPr lang="en-US" altLang="ja-JP" sz="2000" kern="0" dirty="0"/>
              <a:t> AI </a:t>
            </a:r>
            <a:r>
              <a:rPr lang="ja-JP" altLang="en-US" sz="2000" kern="0"/>
              <a:t>エージェントの関係を理解する</a:t>
            </a:r>
            <a:endParaRPr lang="en-US" altLang="ja-JP" sz="2000" kern="0" dirty="0"/>
          </a:p>
          <a:p>
            <a:r>
              <a:rPr lang="en-US" altLang="ja-JP" sz="2000" kern="0" dirty="0"/>
              <a:t>AI </a:t>
            </a:r>
            <a:r>
              <a:rPr lang="ja-JP" altLang="en-US" sz="2000" kern="0"/>
              <a:t>エージェントを作成してみて、体験する</a:t>
            </a:r>
            <a:endParaRPr lang="en-US" altLang="ja-JP" sz="2000" kern="0" dirty="0"/>
          </a:p>
        </p:txBody>
      </p:sp>
    </p:spTree>
    <p:extLst>
      <p:ext uri="{BB962C8B-B14F-4D97-AF65-F5344CB8AC3E}">
        <p14:creationId xmlns:p14="http://schemas.microsoft.com/office/powerpoint/2010/main" val="1186077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1</a:t>
            </a:r>
          </a:p>
          <a:p>
            <a:pPr marL="0" indent="0">
              <a:buNone/>
            </a:pPr>
            <a:r>
              <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rPr>
              <a:t>Microsoft Foundry </a:t>
            </a:r>
            <a:r>
              <a:rPr lang="ja-JP" altLang="en-US" sz="3200">
                <a:solidFill>
                  <a:schemeClr val="tx1">
                    <a:lumMod val="75000"/>
                    <a:lumOff val="25000"/>
                  </a:schemeClr>
                </a:solidFill>
                <a:latin typeface="Yu Gothic UI" panose="020B0500000000000000" pitchFamily="34" charset="-128"/>
                <a:ea typeface="Yu Gothic UI" panose="020B0500000000000000" pitchFamily="34" charset="-128"/>
              </a:rPr>
              <a:t>とは</a:t>
            </a:r>
            <a:endPar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ECB0C-610F-1526-08B9-D311AC31346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F198F681-BA5F-42DD-D6D2-350DDD876BF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 altLang="ja-JP" sz="2000" b="1" dirty="0">
                <a:latin typeface="Yu Gothic UI" panose="020B0500000000000000" pitchFamily="34" charset="-128"/>
                <a:ea typeface="Yu Gothic UI" panose="020B0500000000000000" pitchFamily="34" charset="-128"/>
              </a:rPr>
              <a:t>Azure </a:t>
            </a:r>
            <a:r>
              <a:rPr kumimoji="1" lang="ja-JP" altLang="en-US" sz="2000" b="1">
                <a:latin typeface="Yu Gothic UI" panose="020B0500000000000000" pitchFamily="34" charset="-128"/>
                <a:ea typeface="Yu Gothic UI" panose="020B0500000000000000" pitchFamily="34" charset="-128"/>
              </a:rPr>
              <a:t>における </a:t>
            </a:r>
            <a:r>
              <a:rPr kumimoji="1" lang="en" altLang="ja-JP" sz="2000" b="1" dirty="0">
                <a:latin typeface="Yu Gothic UI" panose="020B0500000000000000" pitchFamily="34" charset="-128"/>
                <a:ea typeface="Yu Gothic UI" panose="020B0500000000000000" pitchFamily="34" charset="-128"/>
              </a:rPr>
              <a:t>AI </a:t>
            </a:r>
            <a:r>
              <a:rPr kumimoji="1" lang="ja-JP" altLang="en-US" sz="2000" b="1">
                <a:latin typeface="Yu Gothic UI" panose="020B0500000000000000" pitchFamily="34" charset="-128"/>
                <a:ea typeface="Yu Gothic UI" panose="020B0500000000000000" pitchFamily="34" charset="-128"/>
              </a:rPr>
              <a:t>サービス体系</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D3DE2243-2F69-B4DF-85B5-B127635FDEEB}"/>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0880607-6665-986B-895F-219A5B7297D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1E4969C0-EEBA-E58A-3093-FD4815FF0B27}"/>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 altLang="ja-JP" sz="2000" dirty="0"/>
              <a:t>Azure </a:t>
            </a:r>
            <a:r>
              <a:rPr kumimoji="1" lang="ja-JP" altLang="en-US" sz="2000"/>
              <a:t>の</a:t>
            </a:r>
            <a:r>
              <a:rPr kumimoji="1" lang="en-US" altLang="ja-JP" sz="2000" dirty="0"/>
              <a:t> AI </a:t>
            </a:r>
            <a:r>
              <a:rPr kumimoji="1" lang="ja-JP" altLang="en-US" sz="2000"/>
              <a:t>サービスはこれまで機械学習、自然言語処理、画像処理、情報抽出、など用途ごとに分かれていましたが、それらが</a:t>
            </a:r>
            <a:r>
              <a:rPr kumimoji="1" lang="en-US" altLang="ja-JP" sz="2000" dirty="0"/>
              <a:t> Microsoft Foundry </a:t>
            </a:r>
            <a:r>
              <a:rPr kumimoji="1" lang="ja-JP" altLang="en-US" sz="2000"/>
              <a:t>として統合されました。</a:t>
            </a:r>
            <a:r>
              <a:rPr kumimoji="1" lang="en-US" altLang="ja-JP" sz="2000" dirty="0"/>
              <a:t>MS Foundry </a:t>
            </a:r>
            <a:r>
              <a:rPr kumimoji="1" lang="ja-JP" altLang="en-US" sz="2000"/>
              <a:t>ではさらに</a:t>
            </a:r>
            <a:r>
              <a:rPr kumimoji="1" lang="en-US" altLang="ja-JP" sz="2000" dirty="0"/>
              <a:t> AI </a:t>
            </a:r>
            <a:r>
              <a:rPr kumimoji="1" lang="ja-JP" altLang="en-US" sz="2000"/>
              <a:t>エージェントを構築するサービスも含んでいます</a:t>
            </a:r>
          </a:p>
        </p:txBody>
      </p:sp>
      <p:sp>
        <p:nvSpPr>
          <p:cNvPr id="6" name="字幕 1">
            <a:extLst>
              <a:ext uri="{FF2B5EF4-FFF2-40B4-BE49-F238E27FC236}">
                <a16:creationId xmlns:a16="http://schemas.microsoft.com/office/drawing/2014/main" id="{4FE11E49-3D99-DADB-8351-66BB40F88189}"/>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Left Brace 42">
            <a:extLst>
              <a:ext uri="{FF2B5EF4-FFF2-40B4-BE49-F238E27FC236}">
                <a16:creationId xmlns:a16="http://schemas.microsoft.com/office/drawing/2014/main" id="{4331E9CA-F019-EE3C-C398-31F5EE6780D8}"/>
              </a:ext>
              <a:ext uri="{C183D7F6-B498-43B3-948B-1728B52AA6E4}">
                <adec:decorative xmlns:adec="http://schemas.microsoft.com/office/drawing/2017/decorative" val="1"/>
              </a:ext>
            </a:extLst>
          </p:cNvPr>
          <p:cNvSpPr/>
          <p:nvPr/>
        </p:nvSpPr>
        <p:spPr>
          <a:xfrm rot="5400000">
            <a:off x="5849571" y="-2531939"/>
            <a:ext cx="358238" cy="10736580"/>
          </a:xfrm>
          <a:prstGeom prst="leftBrace">
            <a:avLst/>
          </a:prstGeom>
          <a:ln w="190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endParaRPr>
          </a:p>
        </p:txBody>
      </p:sp>
      <p:sp>
        <p:nvSpPr>
          <p:cNvPr id="7" name="Rectangle 12" descr="生成AI">
            <a:extLst>
              <a:ext uri="{FF2B5EF4-FFF2-40B4-BE49-F238E27FC236}">
                <a16:creationId xmlns:a16="http://schemas.microsoft.com/office/drawing/2014/main" id="{F32C0131-B82E-1341-5DE6-CDEACFA4D559}"/>
              </a:ext>
            </a:extLst>
          </p:cNvPr>
          <p:cNvSpPr/>
          <p:nvPr/>
        </p:nvSpPr>
        <p:spPr bwMode="auto">
          <a:xfrm>
            <a:off x="595630" y="3095427"/>
            <a:ext cx="2103120" cy="2631474"/>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ja" altLang="en-US" sz="1400" b="0" i="1"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生成</a:t>
            </a:r>
            <a:r>
              <a:rPr kumimoji="0" lang="en-US" altLang="ja" sz="1400" b="0" i="1"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AI</a:t>
            </a:r>
          </a:p>
        </p:txBody>
      </p:sp>
      <p:sp>
        <p:nvSpPr>
          <p:cNvPr id="10" name="Rectangle 13" descr="エージェントと自動化">
            <a:extLst>
              <a:ext uri="{FF2B5EF4-FFF2-40B4-BE49-F238E27FC236}">
                <a16:creationId xmlns:a16="http://schemas.microsoft.com/office/drawing/2014/main" id="{53A3BA21-57DB-1594-28BD-8EB7DE0489B0}"/>
              </a:ext>
            </a:extLst>
          </p:cNvPr>
          <p:cNvSpPr/>
          <p:nvPr/>
        </p:nvSpPr>
        <p:spPr bwMode="auto">
          <a:xfrm>
            <a:off x="2787332" y="3095427"/>
            <a:ext cx="2103120" cy="2631474"/>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ja" altLang="en-US" sz="1400" b="0" i="1"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エージェントと</a:t>
            </a:r>
            <a:br>
              <a:rPr kumimoji="0" lang="en-US" altLang="ja" sz="1400" b="0" i="1"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br>
            <a:r>
              <a:rPr kumimoji="0" lang="ja" altLang="en-US" sz="1400" b="0" i="1"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オートメーション</a:t>
            </a:r>
          </a:p>
        </p:txBody>
      </p:sp>
      <p:sp>
        <p:nvSpPr>
          <p:cNvPr id="11" name="Rectangle 15">
            <a:extLst>
              <a:ext uri="{FF2B5EF4-FFF2-40B4-BE49-F238E27FC236}">
                <a16:creationId xmlns:a16="http://schemas.microsoft.com/office/drawing/2014/main" id="{B99E2FF1-A91B-B747-226F-A1DB367D0748}"/>
              </a:ext>
            </a:extLst>
          </p:cNvPr>
          <p:cNvSpPr/>
          <p:nvPr/>
        </p:nvSpPr>
        <p:spPr bwMode="auto">
          <a:xfrm>
            <a:off x="4979035" y="3095427"/>
            <a:ext cx="2103120" cy="2631474"/>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ja" altLang="en-US" sz="1400" b="0" i="1"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自然言語</a:t>
            </a:r>
          </a:p>
        </p:txBody>
      </p:sp>
      <p:sp>
        <p:nvSpPr>
          <p:cNvPr id="13" name="Rectangle 14">
            <a:extLst>
              <a:ext uri="{FF2B5EF4-FFF2-40B4-BE49-F238E27FC236}">
                <a16:creationId xmlns:a16="http://schemas.microsoft.com/office/drawing/2014/main" id="{AAF9E146-A9A7-2475-6868-71FAA995876B}"/>
              </a:ext>
            </a:extLst>
          </p:cNvPr>
          <p:cNvSpPr/>
          <p:nvPr/>
        </p:nvSpPr>
        <p:spPr bwMode="auto">
          <a:xfrm>
            <a:off x="7170738" y="3095427"/>
            <a:ext cx="2103120" cy="2631474"/>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ja" altLang="en-US" sz="1400" b="0" i="1"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コンピュータビジョン</a:t>
            </a:r>
          </a:p>
        </p:txBody>
      </p:sp>
      <p:sp>
        <p:nvSpPr>
          <p:cNvPr id="14" name="Rectangle 16" descr="情報抽出">
            <a:extLst>
              <a:ext uri="{FF2B5EF4-FFF2-40B4-BE49-F238E27FC236}">
                <a16:creationId xmlns:a16="http://schemas.microsoft.com/office/drawing/2014/main" id="{902BB2F2-E694-FD98-AD6A-955F7655AC99}"/>
              </a:ext>
            </a:extLst>
          </p:cNvPr>
          <p:cNvSpPr/>
          <p:nvPr/>
        </p:nvSpPr>
        <p:spPr bwMode="auto">
          <a:xfrm>
            <a:off x="9362440" y="3095427"/>
            <a:ext cx="2103120" cy="2631474"/>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46304" rIns="9144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ja" altLang="en-US" sz="1400" b="0" i="1"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情報抽出</a:t>
            </a:r>
          </a:p>
        </p:txBody>
      </p:sp>
      <p:sp>
        <p:nvSpPr>
          <p:cNvPr id="17" name="Rectangle 6" descr="機械学習">
            <a:extLst>
              <a:ext uri="{FF2B5EF4-FFF2-40B4-BE49-F238E27FC236}">
                <a16:creationId xmlns:a16="http://schemas.microsoft.com/office/drawing/2014/main" id="{EEE06BB8-E0F5-9565-88F7-B26CF44626E4}"/>
              </a:ext>
            </a:extLst>
          </p:cNvPr>
          <p:cNvSpPr/>
          <p:nvPr/>
        </p:nvSpPr>
        <p:spPr bwMode="auto">
          <a:xfrm>
            <a:off x="584200" y="5831009"/>
            <a:ext cx="10896600" cy="899160"/>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endParaRPr>
          </a:p>
        </p:txBody>
      </p:sp>
      <p:pic>
        <p:nvPicPr>
          <p:cNvPr id="18" name="Graphic 21">
            <a:extLst>
              <a:ext uri="{FF2B5EF4-FFF2-40B4-BE49-F238E27FC236}">
                <a16:creationId xmlns:a16="http://schemas.microsoft.com/office/drawing/2014/main" id="{F6B4D0EF-ABA1-2C27-CEDC-DD6B1015F3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89663" y="2070775"/>
            <a:ext cx="598397" cy="598397"/>
          </a:xfrm>
          <a:prstGeom prst="rect">
            <a:avLst/>
          </a:prstGeom>
        </p:spPr>
      </p:pic>
      <p:sp>
        <p:nvSpPr>
          <p:cNvPr id="19" name="TextBox 22">
            <a:extLst>
              <a:ext uri="{FF2B5EF4-FFF2-40B4-BE49-F238E27FC236}">
                <a16:creationId xmlns:a16="http://schemas.microsoft.com/office/drawing/2014/main" id="{1C8453C1-9EA8-F457-C880-9D59A83DAC9F}"/>
              </a:ext>
            </a:extLst>
          </p:cNvPr>
          <p:cNvSpPr txBox="1"/>
          <p:nvPr/>
        </p:nvSpPr>
        <p:spPr>
          <a:xfrm>
            <a:off x="6093619" y="2205434"/>
            <a:ext cx="1872116" cy="276999"/>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8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Microsoft Foundry</a:t>
            </a:r>
          </a:p>
        </p:txBody>
      </p:sp>
      <p:pic>
        <p:nvPicPr>
          <p:cNvPr id="20" name="Picture 24">
            <a:extLst>
              <a:ext uri="{FF2B5EF4-FFF2-40B4-BE49-F238E27FC236}">
                <a16:creationId xmlns:a16="http://schemas.microsoft.com/office/drawing/2014/main" id="{C033B1CD-A018-8801-9E50-114008CB2FD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053104" y="5856197"/>
            <a:ext cx="970010" cy="823038"/>
          </a:xfrm>
          <a:prstGeom prst="rect">
            <a:avLst/>
          </a:prstGeom>
        </p:spPr>
      </p:pic>
      <p:sp>
        <p:nvSpPr>
          <p:cNvPr id="21" name="TextBox 25">
            <a:extLst>
              <a:ext uri="{FF2B5EF4-FFF2-40B4-BE49-F238E27FC236}">
                <a16:creationId xmlns:a16="http://schemas.microsoft.com/office/drawing/2014/main" id="{8A55DA42-81B5-2E9C-F64C-2A4A06EDFB07}"/>
              </a:ext>
            </a:extLst>
          </p:cNvPr>
          <p:cNvSpPr txBox="1"/>
          <p:nvPr/>
        </p:nvSpPr>
        <p:spPr>
          <a:xfrm>
            <a:off x="4890452" y="6117662"/>
            <a:ext cx="2450736" cy="276999"/>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8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rPr>
              <a:t>Azure Machine Learning</a:t>
            </a:r>
          </a:p>
        </p:txBody>
      </p:sp>
      <p:pic>
        <p:nvPicPr>
          <p:cNvPr id="22" name="Picture 1" descr="Azure OpenAI service icon.">
            <a:extLst>
              <a:ext uri="{FF2B5EF4-FFF2-40B4-BE49-F238E27FC236}">
                <a16:creationId xmlns:a16="http://schemas.microsoft.com/office/drawing/2014/main" id="{19D4EE01-44E1-1DF2-649D-0EB92F7866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486" y="4458488"/>
            <a:ext cx="504470" cy="513020"/>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29">
            <a:extLst>
              <a:ext uri="{FF2B5EF4-FFF2-40B4-BE49-F238E27FC236}">
                <a16:creationId xmlns:a16="http://schemas.microsoft.com/office/drawing/2014/main" id="{B7C591BE-0A73-5B90-DDA9-5A823FBC2001}"/>
              </a:ext>
            </a:extLst>
          </p:cNvPr>
          <p:cNvSpPr txBox="1"/>
          <p:nvPr/>
        </p:nvSpPr>
        <p:spPr>
          <a:xfrm>
            <a:off x="1368480" y="4374906"/>
            <a:ext cx="1269055" cy="738664"/>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rPr>
              <a:t>Azure OpenAI in AI Foundry Models</a:t>
            </a:r>
          </a:p>
        </p:txBody>
      </p:sp>
      <p:sp>
        <p:nvSpPr>
          <p:cNvPr id="48" name="TextBox 36">
            <a:extLst>
              <a:ext uri="{FF2B5EF4-FFF2-40B4-BE49-F238E27FC236}">
                <a16:creationId xmlns:a16="http://schemas.microsoft.com/office/drawing/2014/main" id="{6AD13B4B-B1E9-E7F4-12EE-9B39A2724DF6}"/>
              </a:ext>
            </a:extLst>
          </p:cNvPr>
          <p:cNvSpPr txBox="1"/>
          <p:nvPr/>
        </p:nvSpPr>
        <p:spPr>
          <a:xfrm>
            <a:off x="1345399" y="3486906"/>
            <a:ext cx="1441933"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Microsoft Foundry </a:t>
            </a:r>
            <a:r>
              <a:rPr kumimoji="0" lang="ja" altLang="en-US"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モデル</a:t>
            </a:r>
          </a:p>
        </p:txBody>
      </p:sp>
      <p:pic>
        <p:nvPicPr>
          <p:cNvPr id="49" name="Picture 39">
            <a:extLst>
              <a:ext uri="{FF2B5EF4-FFF2-40B4-BE49-F238E27FC236}">
                <a16:creationId xmlns:a16="http://schemas.microsoft.com/office/drawing/2014/main" id="{0FA0CF3D-11E7-C482-3AC2-98A0380F0B2C}"/>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2933214" y="3679550"/>
            <a:ext cx="674868" cy="674868"/>
          </a:xfrm>
          <a:prstGeom prst="rect">
            <a:avLst/>
          </a:prstGeom>
        </p:spPr>
      </p:pic>
      <p:sp>
        <p:nvSpPr>
          <p:cNvPr id="50" name="TextBox 40">
            <a:extLst>
              <a:ext uri="{FF2B5EF4-FFF2-40B4-BE49-F238E27FC236}">
                <a16:creationId xmlns:a16="http://schemas.microsoft.com/office/drawing/2014/main" id="{350F4318-D6FC-3685-5379-4928867B03B4}"/>
              </a:ext>
            </a:extLst>
          </p:cNvPr>
          <p:cNvSpPr txBox="1"/>
          <p:nvPr/>
        </p:nvSpPr>
        <p:spPr>
          <a:xfrm>
            <a:off x="3608082" y="3636242"/>
            <a:ext cx="1415032" cy="738664"/>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Microsoft Foundry Agents</a:t>
            </a:r>
          </a:p>
        </p:txBody>
      </p:sp>
      <p:pic>
        <p:nvPicPr>
          <p:cNvPr id="51" name="Picture 3" descr="Azure AI Speech Service アイコン。">
            <a:extLst>
              <a:ext uri="{FF2B5EF4-FFF2-40B4-BE49-F238E27FC236}">
                <a16:creationId xmlns:a16="http://schemas.microsoft.com/office/drawing/2014/main" id="{9C7F382E-B271-D0A0-FB55-E831902F1B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2940" y="4747710"/>
            <a:ext cx="561975" cy="571500"/>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descr="Azure AI Language Service アイコン。">
            <a:extLst>
              <a:ext uri="{FF2B5EF4-FFF2-40B4-BE49-F238E27FC236}">
                <a16:creationId xmlns:a16="http://schemas.microsoft.com/office/drawing/2014/main" id="{432A0479-BA91-B694-58B8-E8F9BA39902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53897" y="3291607"/>
            <a:ext cx="571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6" descr="Azure AI Translator service icon">
            <a:extLst>
              <a:ext uri="{FF2B5EF4-FFF2-40B4-BE49-F238E27FC236}">
                <a16:creationId xmlns:a16="http://schemas.microsoft.com/office/drawing/2014/main" id="{08ACE727-184E-6E13-76B4-DF55C47123E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53897" y="4025843"/>
            <a:ext cx="511423" cy="511423"/>
          </a:xfrm>
          <a:prstGeom prst="rect">
            <a:avLst/>
          </a:prstGeom>
          <a:noFill/>
          <a:extLst>
            <a:ext uri="{909E8E84-426E-40DD-AFC4-6F175D3DCCD1}">
              <a14:hiddenFill xmlns:a14="http://schemas.microsoft.com/office/drawing/2010/main">
                <a:solidFill>
                  <a:srgbClr val="FFFFFF"/>
                </a:solidFill>
              </a14:hiddenFill>
            </a:ext>
          </a:extLst>
        </p:spPr>
      </p:pic>
      <p:sp>
        <p:nvSpPr>
          <p:cNvPr id="54" name="TextBox 46">
            <a:extLst>
              <a:ext uri="{FF2B5EF4-FFF2-40B4-BE49-F238E27FC236}">
                <a16:creationId xmlns:a16="http://schemas.microsoft.com/office/drawing/2014/main" id="{AB17749C-AC32-BF12-7123-4F412BAFE2E5}"/>
              </a:ext>
            </a:extLst>
          </p:cNvPr>
          <p:cNvSpPr txBox="1"/>
          <p:nvPr/>
        </p:nvSpPr>
        <p:spPr>
          <a:xfrm>
            <a:off x="5804669" y="3291607"/>
            <a:ext cx="1121961"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rPr>
              <a:t>Azure AI Language</a:t>
            </a:r>
          </a:p>
        </p:txBody>
      </p:sp>
      <p:sp>
        <p:nvSpPr>
          <p:cNvPr id="55" name="TextBox 47">
            <a:extLst>
              <a:ext uri="{FF2B5EF4-FFF2-40B4-BE49-F238E27FC236}">
                <a16:creationId xmlns:a16="http://schemas.microsoft.com/office/drawing/2014/main" id="{7F16A977-DECC-21A4-861A-5C315A8C85F5}"/>
              </a:ext>
            </a:extLst>
          </p:cNvPr>
          <p:cNvSpPr txBox="1"/>
          <p:nvPr/>
        </p:nvSpPr>
        <p:spPr>
          <a:xfrm>
            <a:off x="5804669" y="4030066"/>
            <a:ext cx="1121961"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rPr>
              <a:t>Azure AI Translator</a:t>
            </a:r>
          </a:p>
        </p:txBody>
      </p:sp>
      <p:sp>
        <p:nvSpPr>
          <p:cNvPr id="56" name="TextBox 48">
            <a:extLst>
              <a:ext uri="{FF2B5EF4-FFF2-40B4-BE49-F238E27FC236}">
                <a16:creationId xmlns:a16="http://schemas.microsoft.com/office/drawing/2014/main" id="{C232FD76-C94F-9FCD-9C9F-DBFBBA6D0AA2}"/>
              </a:ext>
            </a:extLst>
          </p:cNvPr>
          <p:cNvSpPr txBox="1"/>
          <p:nvPr/>
        </p:nvSpPr>
        <p:spPr>
          <a:xfrm>
            <a:off x="5804669" y="4728893"/>
            <a:ext cx="1121961"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rPr>
              <a:t>Azure AI Speech</a:t>
            </a:r>
          </a:p>
        </p:txBody>
      </p:sp>
      <p:pic>
        <p:nvPicPr>
          <p:cNvPr id="57" name="Picture 15" descr="Azure AI Vision サービスアイコン。">
            <a:extLst>
              <a:ext uri="{FF2B5EF4-FFF2-40B4-BE49-F238E27FC236}">
                <a16:creationId xmlns:a16="http://schemas.microsoft.com/office/drawing/2014/main" id="{31102494-00C4-F780-4622-F7BC3B0A5C1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36047" y="3512511"/>
            <a:ext cx="571500" cy="561975"/>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7" descr="Azure AI Face Service アイコン。">
            <a:extLst>
              <a:ext uri="{FF2B5EF4-FFF2-40B4-BE49-F238E27FC236}">
                <a16:creationId xmlns:a16="http://schemas.microsoft.com/office/drawing/2014/main" id="{FC704C23-D5B2-4F79-9B51-834943B3880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21504" y="4417235"/>
            <a:ext cx="571500" cy="571500"/>
          </a:xfrm>
          <a:prstGeom prst="rect">
            <a:avLst/>
          </a:prstGeom>
          <a:noFill/>
          <a:extLst>
            <a:ext uri="{909E8E84-426E-40DD-AFC4-6F175D3DCCD1}">
              <a14:hiddenFill xmlns:a14="http://schemas.microsoft.com/office/drawing/2010/main">
                <a:solidFill>
                  <a:srgbClr val="FFFFFF"/>
                </a:solidFill>
              </a14:hiddenFill>
            </a:ext>
          </a:extLst>
        </p:spPr>
      </p:pic>
      <p:sp>
        <p:nvSpPr>
          <p:cNvPr id="59" name="TextBox 51">
            <a:extLst>
              <a:ext uri="{FF2B5EF4-FFF2-40B4-BE49-F238E27FC236}">
                <a16:creationId xmlns:a16="http://schemas.microsoft.com/office/drawing/2014/main" id="{43484CD1-B270-D6CF-2C3A-4A15A9F8741A}"/>
              </a:ext>
            </a:extLst>
          </p:cNvPr>
          <p:cNvSpPr txBox="1"/>
          <p:nvPr/>
        </p:nvSpPr>
        <p:spPr>
          <a:xfrm>
            <a:off x="8090333" y="3556727"/>
            <a:ext cx="1024761"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Azure AI </a:t>
            </a:r>
            <a:b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br>
            <a:r>
              <a:rPr kumimoji="0" lang="ja" altLang="en-US"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ビジョン</a:t>
            </a:r>
          </a:p>
        </p:txBody>
      </p:sp>
      <p:sp>
        <p:nvSpPr>
          <p:cNvPr id="60" name="TextBox 52">
            <a:extLst>
              <a:ext uri="{FF2B5EF4-FFF2-40B4-BE49-F238E27FC236}">
                <a16:creationId xmlns:a16="http://schemas.microsoft.com/office/drawing/2014/main" id="{E76F923A-377D-0F1E-B824-B01852362D9A}"/>
              </a:ext>
            </a:extLst>
          </p:cNvPr>
          <p:cNvSpPr txBox="1"/>
          <p:nvPr/>
        </p:nvSpPr>
        <p:spPr>
          <a:xfrm>
            <a:off x="8090333" y="4443546"/>
            <a:ext cx="756352" cy="738664"/>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rPr>
              <a:t>Azure AI Face API</a:t>
            </a:r>
          </a:p>
        </p:txBody>
      </p:sp>
      <p:pic>
        <p:nvPicPr>
          <p:cNvPr id="61" name="Picture 9" descr="Azure AI ドキュメントインテリジェンスサービスアイコン。">
            <a:extLst>
              <a:ext uri="{FF2B5EF4-FFF2-40B4-BE49-F238E27FC236}">
                <a16:creationId xmlns:a16="http://schemas.microsoft.com/office/drawing/2014/main" id="{FCB2A849-E128-ED92-18E5-0B3FAC85844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456644" y="3241125"/>
            <a:ext cx="542925" cy="542925"/>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0" descr="Azure AI Content Understanding service アイコン。">
            <a:extLst>
              <a:ext uri="{FF2B5EF4-FFF2-40B4-BE49-F238E27FC236}">
                <a16:creationId xmlns:a16="http://schemas.microsoft.com/office/drawing/2014/main" id="{4549F3EC-2822-3223-35A1-110499293F6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389551" y="4046854"/>
            <a:ext cx="571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1" descr="Azure AI Search Service アイコン。">
            <a:extLst>
              <a:ext uri="{FF2B5EF4-FFF2-40B4-BE49-F238E27FC236}">
                <a16:creationId xmlns:a16="http://schemas.microsoft.com/office/drawing/2014/main" id="{352D939A-88BF-2A9E-9D02-3AFDAB6713A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389551" y="4776814"/>
            <a:ext cx="571500" cy="561975"/>
          </a:xfrm>
          <a:prstGeom prst="rect">
            <a:avLst/>
          </a:prstGeom>
          <a:noFill/>
          <a:extLst>
            <a:ext uri="{909E8E84-426E-40DD-AFC4-6F175D3DCCD1}">
              <a14:hiddenFill xmlns:a14="http://schemas.microsoft.com/office/drawing/2010/main">
                <a:solidFill>
                  <a:srgbClr val="FFFFFF"/>
                </a:solidFill>
              </a14:hiddenFill>
            </a:ext>
          </a:extLst>
        </p:spPr>
      </p:pic>
      <p:sp>
        <p:nvSpPr>
          <p:cNvPr id="64" name="TextBox 56">
            <a:extLst>
              <a:ext uri="{FF2B5EF4-FFF2-40B4-BE49-F238E27FC236}">
                <a16:creationId xmlns:a16="http://schemas.microsoft.com/office/drawing/2014/main" id="{35ABFA0B-C1A9-B96F-DAF7-00F8040DAD78}"/>
              </a:ext>
            </a:extLst>
          </p:cNvPr>
          <p:cNvSpPr txBox="1"/>
          <p:nvPr/>
        </p:nvSpPr>
        <p:spPr>
          <a:xfrm>
            <a:off x="10051084" y="3114035"/>
            <a:ext cx="1233324" cy="738664"/>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Azure AI </a:t>
            </a:r>
            <a:b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br>
            <a:r>
              <a:rPr kumimoji="0" lang="ja" altLang="en-US"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ドキュメント</a:t>
            </a:r>
            <a:b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br>
            <a:r>
              <a:rPr kumimoji="0" lang="ja" altLang="en-US"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インテリジェンス</a:t>
            </a:r>
          </a:p>
        </p:txBody>
      </p:sp>
      <p:sp>
        <p:nvSpPr>
          <p:cNvPr id="65" name="TextBox 57">
            <a:extLst>
              <a:ext uri="{FF2B5EF4-FFF2-40B4-BE49-F238E27FC236}">
                <a16:creationId xmlns:a16="http://schemas.microsoft.com/office/drawing/2014/main" id="{E92D806B-AB71-924C-51BD-F1594B522336}"/>
              </a:ext>
            </a:extLst>
          </p:cNvPr>
          <p:cNvSpPr txBox="1"/>
          <p:nvPr/>
        </p:nvSpPr>
        <p:spPr>
          <a:xfrm>
            <a:off x="10119591" y="3983552"/>
            <a:ext cx="1361209"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Azure AI </a:t>
            </a:r>
            <a:b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br>
            <a:r>
              <a:rPr kumimoji="0" lang="ja" altLang="en-US"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コンテンツ理解</a:t>
            </a:r>
          </a:p>
        </p:txBody>
      </p:sp>
      <p:sp>
        <p:nvSpPr>
          <p:cNvPr id="66" name="TextBox 58">
            <a:extLst>
              <a:ext uri="{FF2B5EF4-FFF2-40B4-BE49-F238E27FC236}">
                <a16:creationId xmlns:a16="http://schemas.microsoft.com/office/drawing/2014/main" id="{1C273462-29D3-9365-A839-1A723198E632}"/>
              </a:ext>
            </a:extLst>
          </p:cNvPr>
          <p:cNvSpPr txBox="1"/>
          <p:nvPr/>
        </p:nvSpPr>
        <p:spPr>
          <a:xfrm>
            <a:off x="10119592" y="4837564"/>
            <a:ext cx="1164816"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Azure AI Search</a:t>
            </a:r>
          </a:p>
        </p:txBody>
      </p:sp>
      <p:pic>
        <p:nvPicPr>
          <p:cNvPr id="67" name="Graphic 59">
            <a:extLst>
              <a:ext uri="{FF2B5EF4-FFF2-40B4-BE49-F238E27FC236}">
                <a16:creationId xmlns:a16="http://schemas.microsoft.com/office/drawing/2014/main" id="{FAB25EBE-2B50-1F8A-5669-F1DBE7AA0F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205" y="3479668"/>
            <a:ext cx="562751" cy="562751"/>
          </a:xfrm>
          <a:prstGeom prst="rect">
            <a:avLst/>
          </a:prstGeom>
        </p:spPr>
      </p:pic>
    </p:spTree>
    <p:extLst>
      <p:ext uri="{BB962C8B-B14F-4D97-AF65-F5344CB8AC3E}">
        <p14:creationId xmlns:p14="http://schemas.microsoft.com/office/powerpoint/2010/main" val="1339200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A50E5-FF31-3BC0-1D78-4DBCB32042F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3FDE630-F88A-9016-7833-86CDE4725FA7}"/>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US" altLang="ja-JP" sz="2000" b="1" dirty="0">
                <a:latin typeface="Yu Gothic UI" panose="020B0500000000000000" pitchFamily="34" charset="-128"/>
                <a:ea typeface="Yu Gothic UI" panose="020B0500000000000000" pitchFamily="34" charset="-128"/>
              </a:rPr>
              <a:t>AI </a:t>
            </a:r>
            <a:r>
              <a:rPr kumimoji="1" lang="ja-JP" altLang="en-US" sz="2000" b="1">
                <a:latin typeface="Yu Gothic UI" panose="020B0500000000000000" pitchFamily="34" charset="-128"/>
                <a:ea typeface="Yu Gothic UI" panose="020B0500000000000000" pitchFamily="34" charset="-128"/>
              </a:rPr>
              <a:t>エージェントの要素</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FD6B3893-CEB8-FCD9-16BB-0E35ABE8213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9C2F8859-A378-F9C5-C8E3-29D34953671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B1EF4A3B-2DC9-0448-6B3A-E883785F4CB5}"/>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US" altLang="ja-JP" sz="2000" dirty="0"/>
              <a:t>MS Foundry </a:t>
            </a:r>
            <a:r>
              <a:rPr kumimoji="1" lang="ja-JP" altLang="en-US" sz="2000"/>
              <a:t>では基本的には生成</a:t>
            </a:r>
            <a:r>
              <a:rPr kumimoji="1" lang="en-US" altLang="ja-JP" sz="2000" dirty="0"/>
              <a:t> AI </a:t>
            </a:r>
            <a:r>
              <a:rPr kumimoji="1" lang="ja-JP" altLang="en-US" sz="2000"/>
              <a:t>とエージェント</a:t>
            </a:r>
            <a:r>
              <a:rPr kumimoji="1" lang="en-US" altLang="ja-JP" sz="2000" dirty="0"/>
              <a:t>/</a:t>
            </a:r>
            <a:r>
              <a:rPr kumimoji="1" lang="ja-JP" altLang="en-US" sz="2000"/>
              <a:t>自動化機能を組み合わせて、</a:t>
            </a:r>
            <a:r>
              <a:rPr kumimoji="1" lang="en-US" altLang="ja-JP" sz="2000" dirty="0"/>
              <a:t>AI </a:t>
            </a:r>
            <a:r>
              <a:rPr kumimoji="1" lang="ja-JP" altLang="en-US" sz="2000"/>
              <a:t>エージェントを作成していきます。</a:t>
            </a:r>
          </a:p>
        </p:txBody>
      </p:sp>
      <p:sp>
        <p:nvSpPr>
          <p:cNvPr id="6" name="字幕 1">
            <a:extLst>
              <a:ext uri="{FF2B5EF4-FFF2-40B4-BE49-F238E27FC236}">
                <a16:creationId xmlns:a16="http://schemas.microsoft.com/office/drawing/2014/main" id="{2591118B-901C-A0BC-EABF-6F65A82354FE}"/>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Left Brace 42">
            <a:extLst>
              <a:ext uri="{FF2B5EF4-FFF2-40B4-BE49-F238E27FC236}">
                <a16:creationId xmlns:a16="http://schemas.microsoft.com/office/drawing/2014/main" id="{0D2305E5-8751-8A8B-D8DB-CCEA9AABF23E}"/>
              </a:ext>
              <a:ext uri="{C183D7F6-B498-43B3-948B-1728B52AA6E4}">
                <adec:decorative xmlns:adec="http://schemas.microsoft.com/office/drawing/2017/decorative" val="1"/>
              </a:ext>
            </a:extLst>
          </p:cNvPr>
          <p:cNvSpPr/>
          <p:nvPr/>
        </p:nvSpPr>
        <p:spPr>
          <a:xfrm rot="5400000">
            <a:off x="5849571" y="-2531939"/>
            <a:ext cx="358238" cy="10736580"/>
          </a:xfrm>
          <a:prstGeom prst="leftBrace">
            <a:avLst/>
          </a:prstGeom>
          <a:ln w="190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endParaRPr>
          </a:p>
        </p:txBody>
      </p:sp>
      <p:sp>
        <p:nvSpPr>
          <p:cNvPr id="7" name="Rectangle 12" descr="生成AI">
            <a:extLst>
              <a:ext uri="{FF2B5EF4-FFF2-40B4-BE49-F238E27FC236}">
                <a16:creationId xmlns:a16="http://schemas.microsoft.com/office/drawing/2014/main" id="{F784D6DE-BCB0-A063-9DD5-BFE22DC03523}"/>
              </a:ext>
            </a:extLst>
          </p:cNvPr>
          <p:cNvSpPr/>
          <p:nvPr/>
        </p:nvSpPr>
        <p:spPr bwMode="auto">
          <a:xfrm>
            <a:off x="595630" y="3095427"/>
            <a:ext cx="2103120" cy="2631474"/>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ja" altLang="en-US" sz="1400" b="0" i="1"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生成</a:t>
            </a:r>
            <a:r>
              <a:rPr kumimoji="0" lang="en-US" altLang="ja" sz="1400" b="0" i="1"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AI</a:t>
            </a:r>
          </a:p>
        </p:txBody>
      </p:sp>
      <p:sp>
        <p:nvSpPr>
          <p:cNvPr id="10" name="Rectangle 13" descr="エージェントと自動化">
            <a:extLst>
              <a:ext uri="{FF2B5EF4-FFF2-40B4-BE49-F238E27FC236}">
                <a16:creationId xmlns:a16="http://schemas.microsoft.com/office/drawing/2014/main" id="{1DE0631F-0025-AC4F-D132-C787D1E4F1D1}"/>
              </a:ext>
            </a:extLst>
          </p:cNvPr>
          <p:cNvSpPr/>
          <p:nvPr/>
        </p:nvSpPr>
        <p:spPr bwMode="auto">
          <a:xfrm>
            <a:off x="2787332" y="3095427"/>
            <a:ext cx="2103120" cy="2631474"/>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ja" altLang="en-US" sz="1400" b="0" i="1"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エージェントと</a:t>
            </a:r>
            <a:br>
              <a:rPr kumimoji="0" lang="en-US" altLang="ja" sz="1400" b="0" i="1"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br>
            <a:r>
              <a:rPr kumimoji="0" lang="ja" altLang="en-US" sz="1400" b="0" i="1"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オートメーション</a:t>
            </a:r>
          </a:p>
        </p:txBody>
      </p:sp>
      <p:sp>
        <p:nvSpPr>
          <p:cNvPr id="11" name="Rectangle 15">
            <a:extLst>
              <a:ext uri="{FF2B5EF4-FFF2-40B4-BE49-F238E27FC236}">
                <a16:creationId xmlns:a16="http://schemas.microsoft.com/office/drawing/2014/main" id="{7CB120D7-D9A5-27DC-0034-64ED76FF2135}"/>
              </a:ext>
            </a:extLst>
          </p:cNvPr>
          <p:cNvSpPr/>
          <p:nvPr/>
        </p:nvSpPr>
        <p:spPr bwMode="auto">
          <a:xfrm>
            <a:off x="4979035" y="3095427"/>
            <a:ext cx="2103120" cy="2631474"/>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ja" altLang="en-US" sz="1400" b="0" i="1"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自然言語</a:t>
            </a:r>
          </a:p>
        </p:txBody>
      </p:sp>
      <p:sp>
        <p:nvSpPr>
          <p:cNvPr id="13" name="Rectangle 14">
            <a:extLst>
              <a:ext uri="{FF2B5EF4-FFF2-40B4-BE49-F238E27FC236}">
                <a16:creationId xmlns:a16="http://schemas.microsoft.com/office/drawing/2014/main" id="{080C5E67-0517-12C1-28FA-8A2687D518B3}"/>
              </a:ext>
            </a:extLst>
          </p:cNvPr>
          <p:cNvSpPr/>
          <p:nvPr/>
        </p:nvSpPr>
        <p:spPr bwMode="auto">
          <a:xfrm>
            <a:off x="7170738" y="3095427"/>
            <a:ext cx="2103120" cy="2631474"/>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ja" altLang="en-US" sz="1400" b="0" i="1"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コンピュータビジョン</a:t>
            </a:r>
          </a:p>
        </p:txBody>
      </p:sp>
      <p:sp>
        <p:nvSpPr>
          <p:cNvPr id="14" name="Rectangle 16" descr="情報抽出">
            <a:extLst>
              <a:ext uri="{FF2B5EF4-FFF2-40B4-BE49-F238E27FC236}">
                <a16:creationId xmlns:a16="http://schemas.microsoft.com/office/drawing/2014/main" id="{DA079AFA-0BEF-E2A0-0CE3-11CF476AD8F0}"/>
              </a:ext>
            </a:extLst>
          </p:cNvPr>
          <p:cNvSpPr/>
          <p:nvPr/>
        </p:nvSpPr>
        <p:spPr bwMode="auto">
          <a:xfrm>
            <a:off x="9362440" y="3095427"/>
            <a:ext cx="2103120" cy="2631474"/>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46304" rIns="91440" bIns="146304"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ja" altLang="en-US" sz="1400" b="0" i="1"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情報抽出</a:t>
            </a:r>
          </a:p>
        </p:txBody>
      </p:sp>
      <p:sp>
        <p:nvSpPr>
          <p:cNvPr id="17" name="Rectangle 6" descr="機械学習">
            <a:extLst>
              <a:ext uri="{FF2B5EF4-FFF2-40B4-BE49-F238E27FC236}">
                <a16:creationId xmlns:a16="http://schemas.microsoft.com/office/drawing/2014/main" id="{2958B297-8973-1D66-7DA8-814B247387A1}"/>
              </a:ext>
            </a:extLst>
          </p:cNvPr>
          <p:cNvSpPr/>
          <p:nvPr/>
        </p:nvSpPr>
        <p:spPr bwMode="auto">
          <a:xfrm>
            <a:off x="584200" y="5831009"/>
            <a:ext cx="10896600" cy="899160"/>
          </a:xfrm>
          <a:prstGeom prst="rect">
            <a:avLst/>
          </a:prstGeom>
          <a:solidFill>
            <a:schemeClr val="bg1"/>
          </a:solidFill>
          <a:ln w="127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endParaRPr>
          </a:p>
        </p:txBody>
      </p:sp>
      <p:pic>
        <p:nvPicPr>
          <p:cNvPr id="18" name="Graphic 21">
            <a:extLst>
              <a:ext uri="{FF2B5EF4-FFF2-40B4-BE49-F238E27FC236}">
                <a16:creationId xmlns:a16="http://schemas.microsoft.com/office/drawing/2014/main" id="{E1009B67-2D0A-96CD-EAF7-B6B735AC85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89663" y="2070775"/>
            <a:ext cx="598397" cy="598397"/>
          </a:xfrm>
          <a:prstGeom prst="rect">
            <a:avLst/>
          </a:prstGeom>
        </p:spPr>
      </p:pic>
      <p:sp>
        <p:nvSpPr>
          <p:cNvPr id="19" name="TextBox 22">
            <a:extLst>
              <a:ext uri="{FF2B5EF4-FFF2-40B4-BE49-F238E27FC236}">
                <a16:creationId xmlns:a16="http://schemas.microsoft.com/office/drawing/2014/main" id="{9124B74C-0FC6-A6E1-9ECC-1A01F33927E9}"/>
              </a:ext>
            </a:extLst>
          </p:cNvPr>
          <p:cNvSpPr txBox="1"/>
          <p:nvPr/>
        </p:nvSpPr>
        <p:spPr>
          <a:xfrm>
            <a:off x="6093619" y="2205434"/>
            <a:ext cx="1872116" cy="276999"/>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8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Microsoft Foundry</a:t>
            </a:r>
          </a:p>
        </p:txBody>
      </p:sp>
      <p:pic>
        <p:nvPicPr>
          <p:cNvPr id="20" name="Picture 24">
            <a:extLst>
              <a:ext uri="{FF2B5EF4-FFF2-40B4-BE49-F238E27FC236}">
                <a16:creationId xmlns:a16="http://schemas.microsoft.com/office/drawing/2014/main" id="{0CD36B7D-F97A-DAB6-0B3C-F995D5BBE1B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053104" y="5856197"/>
            <a:ext cx="970010" cy="823038"/>
          </a:xfrm>
          <a:prstGeom prst="rect">
            <a:avLst/>
          </a:prstGeom>
        </p:spPr>
      </p:pic>
      <p:sp>
        <p:nvSpPr>
          <p:cNvPr id="21" name="TextBox 25">
            <a:extLst>
              <a:ext uri="{FF2B5EF4-FFF2-40B4-BE49-F238E27FC236}">
                <a16:creationId xmlns:a16="http://schemas.microsoft.com/office/drawing/2014/main" id="{219D5445-AC78-B806-7513-265C88EC0A11}"/>
              </a:ext>
            </a:extLst>
          </p:cNvPr>
          <p:cNvSpPr txBox="1"/>
          <p:nvPr/>
        </p:nvSpPr>
        <p:spPr>
          <a:xfrm>
            <a:off x="4890452" y="6117662"/>
            <a:ext cx="2450736" cy="276999"/>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8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rPr>
              <a:t>Azure Machine Learning</a:t>
            </a:r>
          </a:p>
        </p:txBody>
      </p:sp>
      <p:pic>
        <p:nvPicPr>
          <p:cNvPr id="22" name="Picture 1" descr="Azure OpenAI service icon.">
            <a:extLst>
              <a:ext uri="{FF2B5EF4-FFF2-40B4-BE49-F238E27FC236}">
                <a16:creationId xmlns:a16="http://schemas.microsoft.com/office/drawing/2014/main" id="{C862799C-0ED4-EC95-AAAA-5DE6B9E197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486" y="4458488"/>
            <a:ext cx="504470" cy="513020"/>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29">
            <a:extLst>
              <a:ext uri="{FF2B5EF4-FFF2-40B4-BE49-F238E27FC236}">
                <a16:creationId xmlns:a16="http://schemas.microsoft.com/office/drawing/2014/main" id="{A0CD345A-6030-5328-06DE-415C7324F562}"/>
              </a:ext>
            </a:extLst>
          </p:cNvPr>
          <p:cNvSpPr txBox="1"/>
          <p:nvPr/>
        </p:nvSpPr>
        <p:spPr>
          <a:xfrm>
            <a:off x="1368480" y="4374906"/>
            <a:ext cx="1269055" cy="738664"/>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rPr>
              <a:t>Azure OpenAI in AI Foundry Models</a:t>
            </a:r>
          </a:p>
        </p:txBody>
      </p:sp>
      <p:sp>
        <p:nvSpPr>
          <p:cNvPr id="48" name="TextBox 36">
            <a:extLst>
              <a:ext uri="{FF2B5EF4-FFF2-40B4-BE49-F238E27FC236}">
                <a16:creationId xmlns:a16="http://schemas.microsoft.com/office/drawing/2014/main" id="{E7643FC6-8771-7856-BA90-C79EEF0842B4}"/>
              </a:ext>
            </a:extLst>
          </p:cNvPr>
          <p:cNvSpPr txBox="1"/>
          <p:nvPr/>
        </p:nvSpPr>
        <p:spPr>
          <a:xfrm>
            <a:off x="1345399" y="3486906"/>
            <a:ext cx="1441933"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Microsoft Foundry </a:t>
            </a:r>
            <a:r>
              <a:rPr kumimoji="0" lang="ja" altLang="en-US"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モデル</a:t>
            </a:r>
          </a:p>
        </p:txBody>
      </p:sp>
      <p:pic>
        <p:nvPicPr>
          <p:cNvPr id="49" name="Picture 39">
            <a:extLst>
              <a:ext uri="{FF2B5EF4-FFF2-40B4-BE49-F238E27FC236}">
                <a16:creationId xmlns:a16="http://schemas.microsoft.com/office/drawing/2014/main" id="{3234E661-F73B-59CD-028C-C8201219550A}"/>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2933214" y="3679550"/>
            <a:ext cx="674868" cy="674868"/>
          </a:xfrm>
          <a:prstGeom prst="rect">
            <a:avLst/>
          </a:prstGeom>
        </p:spPr>
      </p:pic>
      <p:sp>
        <p:nvSpPr>
          <p:cNvPr id="50" name="TextBox 40">
            <a:extLst>
              <a:ext uri="{FF2B5EF4-FFF2-40B4-BE49-F238E27FC236}">
                <a16:creationId xmlns:a16="http://schemas.microsoft.com/office/drawing/2014/main" id="{0A1F63C9-D3C3-D6C7-DCFC-4B476E6574D6}"/>
              </a:ext>
            </a:extLst>
          </p:cNvPr>
          <p:cNvSpPr txBox="1"/>
          <p:nvPr/>
        </p:nvSpPr>
        <p:spPr>
          <a:xfrm>
            <a:off x="3608082" y="3636242"/>
            <a:ext cx="1415032" cy="738664"/>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Microsoft Foundry Agents</a:t>
            </a:r>
          </a:p>
        </p:txBody>
      </p:sp>
      <p:pic>
        <p:nvPicPr>
          <p:cNvPr id="51" name="Picture 3" descr="Azure AI Speech Service アイコン。">
            <a:extLst>
              <a:ext uri="{FF2B5EF4-FFF2-40B4-BE49-F238E27FC236}">
                <a16:creationId xmlns:a16="http://schemas.microsoft.com/office/drawing/2014/main" id="{A301E00C-1E05-7AE3-E1EC-7EABE953CBC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2940" y="4747710"/>
            <a:ext cx="561975" cy="571500"/>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descr="Azure AI Language Service アイコン。">
            <a:extLst>
              <a:ext uri="{FF2B5EF4-FFF2-40B4-BE49-F238E27FC236}">
                <a16:creationId xmlns:a16="http://schemas.microsoft.com/office/drawing/2014/main" id="{0F6116B1-5292-BFF4-3513-49E97627781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53897" y="3291607"/>
            <a:ext cx="571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6" descr="Azure AI Translator service icon">
            <a:extLst>
              <a:ext uri="{FF2B5EF4-FFF2-40B4-BE49-F238E27FC236}">
                <a16:creationId xmlns:a16="http://schemas.microsoft.com/office/drawing/2014/main" id="{A1327A49-930F-36ED-658C-9DBAEB37C3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53897" y="4025843"/>
            <a:ext cx="511423" cy="511423"/>
          </a:xfrm>
          <a:prstGeom prst="rect">
            <a:avLst/>
          </a:prstGeom>
          <a:noFill/>
          <a:extLst>
            <a:ext uri="{909E8E84-426E-40DD-AFC4-6F175D3DCCD1}">
              <a14:hiddenFill xmlns:a14="http://schemas.microsoft.com/office/drawing/2010/main">
                <a:solidFill>
                  <a:srgbClr val="FFFFFF"/>
                </a:solidFill>
              </a14:hiddenFill>
            </a:ext>
          </a:extLst>
        </p:spPr>
      </p:pic>
      <p:sp>
        <p:nvSpPr>
          <p:cNvPr id="54" name="TextBox 46">
            <a:extLst>
              <a:ext uri="{FF2B5EF4-FFF2-40B4-BE49-F238E27FC236}">
                <a16:creationId xmlns:a16="http://schemas.microsoft.com/office/drawing/2014/main" id="{D1775601-7111-372A-425D-BFB6D7E7EAD4}"/>
              </a:ext>
            </a:extLst>
          </p:cNvPr>
          <p:cNvSpPr txBox="1"/>
          <p:nvPr/>
        </p:nvSpPr>
        <p:spPr>
          <a:xfrm>
            <a:off x="5804669" y="3291607"/>
            <a:ext cx="1121961"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rPr>
              <a:t>Azure AI Language</a:t>
            </a:r>
          </a:p>
        </p:txBody>
      </p:sp>
      <p:sp>
        <p:nvSpPr>
          <p:cNvPr id="55" name="TextBox 47">
            <a:extLst>
              <a:ext uri="{FF2B5EF4-FFF2-40B4-BE49-F238E27FC236}">
                <a16:creationId xmlns:a16="http://schemas.microsoft.com/office/drawing/2014/main" id="{63BE1296-CC56-FAF4-F211-08B74BE8D0B5}"/>
              </a:ext>
            </a:extLst>
          </p:cNvPr>
          <p:cNvSpPr txBox="1"/>
          <p:nvPr/>
        </p:nvSpPr>
        <p:spPr>
          <a:xfrm>
            <a:off x="5804669" y="4030066"/>
            <a:ext cx="1121961"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rPr>
              <a:t>Azure AI Translator</a:t>
            </a:r>
          </a:p>
        </p:txBody>
      </p:sp>
      <p:sp>
        <p:nvSpPr>
          <p:cNvPr id="56" name="TextBox 48">
            <a:extLst>
              <a:ext uri="{FF2B5EF4-FFF2-40B4-BE49-F238E27FC236}">
                <a16:creationId xmlns:a16="http://schemas.microsoft.com/office/drawing/2014/main" id="{4BDF9931-CF58-7658-960E-B927397A0542}"/>
              </a:ext>
            </a:extLst>
          </p:cNvPr>
          <p:cNvSpPr txBox="1"/>
          <p:nvPr/>
        </p:nvSpPr>
        <p:spPr>
          <a:xfrm>
            <a:off x="5804669" y="4728893"/>
            <a:ext cx="1121961"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rPr>
              <a:t>Azure AI Speech</a:t>
            </a:r>
          </a:p>
        </p:txBody>
      </p:sp>
      <p:pic>
        <p:nvPicPr>
          <p:cNvPr id="57" name="Picture 15" descr="Azure AI Vision サービスアイコン。">
            <a:extLst>
              <a:ext uri="{FF2B5EF4-FFF2-40B4-BE49-F238E27FC236}">
                <a16:creationId xmlns:a16="http://schemas.microsoft.com/office/drawing/2014/main" id="{68641C09-4E6C-C4B0-9CF2-237816063D6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36047" y="3512511"/>
            <a:ext cx="571500" cy="561975"/>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7" descr="Azure AI Face Service アイコン。">
            <a:extLst>
              <a:ext uri="{FF2B5EF4-FFF2-40B4-BE49-F238E27FC236}">
                <a16:creationId xmlns:a16="http://schemas.microsoft.com/office/drawing/2014/main" id="{BDE47D84-626A-17B8-1755-8A5F7143D47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21504" y="4417235"/>
            <a:ext cx="571500" cy="571500"/>
          </a:xfrm>
          <a:prstGeom prst="rect">
            <a:avLst/>
          </a:prstGeom>
          <a:noFill/>
          <a:extLst>
            <a:ext uri="{909E8E84-426E-40DD-AFC4-6F175D3DCCD1}">
              <a14:hiddenFill xmlns:a14="http://schemas.microsoft.com/office/drawing/2010/main">
                <a:solidFill>
                  <a:srgbClr val="FFFFFF"/>
                </a:solidFill>
              </a14:hiddenFill>
            </a:ext>
          </a:extLst>
        </p:spPr>
      </p:pic>
      <p:sp>
        <p:nvSpPr>
          <p:cNvPr id="59" name="TextBox 51">
            <a:extLst>
              <a:ext uri="{FF2B5EF4-FFF2-40B4-BE49-F238E27FC236}">
                <a16:creationId xmlns:a16="http://schemas.microsoft.com/office/drawing/2014/main" id="{30F8C4DC-562D-94A9-4897-FDD6E32EBA24}"/>
              </a:ext>
            </a:extLst>
          </p:cNvPr>
          <p:cNvSpPr txBox="1"/>
          <p:nvPr/>
        </p:nvSpPr>
        <p:spPr>
          <a:xfrm>
            <a:off x="8090333" y="3556727"/>
            <a:ext cx="1024761"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Azure AI </a:t>
            </a:r>
            <a:b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br>
            <a:r>
              <a:rPr kumimoji="0" lang="ja" altLang="en-US"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ビジョン</a:t>
            </a:r>
          </a:p>
        </p:txBody>
      </p:sp>
      <p:sp>
        <p:nvSpPr>
          <p:cNvPr id="60" name="TextBox 52">
            <a:extLst>
              <a:ext uri="{FF2B5EF4-FFF2-40B4-BE49-F238E27FC236}">
                <a16:creationId xmlns:a16="http://schemas.microsoft.com/office/drawing/2014/main" id="{4715D362-D04E-40A0-B113-52BA2197F3B0}"/>
              </a:ext>
            </a:extLst>
          </p:cNvPr>
          <p:cNvSpPr txBox="1"/>
          <p:nvPr/>
        </p:nvSpPr>
        <p:spPr>
          <a:xfrm>
            <a:off x="8090333" y="4443546"/>
            <a:ext cx="756352" cy="738664"/>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rPr>
              <a:t>Azure AI Face API</a:t>
            </a:r>
          </a:p>
        </p:txBody>
      </p:sp>
      <p:pic>
        <p:nvPicPr>
          <p:cNvPr id="61" name="Picture 9" descr="Azure AI ドキュメントインテリジェンスサービスアイコン。">
            <a:extLst>
              <a:ext uri="{FF2B5EF4-FFF2-40B4-BE49-F238E27FC236}">
                <a16:creationId xmlns:a16="http://schemas.microsoft.com/office/drawing/2014/main" id="{C006E56A-0C99-AFF1-5E94-D4839C58918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456644" y="3241125"/>
            <a:ext cx="542925" cy="542925"/>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0" descr="Azure AI Content Understanding service アイコン。">
            <a:extLst>
              <a:ext uri="{FF2B5EF4-FFF2-40B4-BE49-F238E27FC236}">
                <a16:creationId xmlns:a16="http://schemas.microsoft.com/office/drawing/2014/main" id="{60894C8A-1D78-F075-99E3-F68AB77E47D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389551" y="4046854"/>
            <a:ext cx="571500" cy="571500"/>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11" descr="Azure AI Search Service アイコン。">
            <a:extLst>
              <a:ext uri="{FF2B5EF4-FFF2-40B4-BE49-F238E27FC236}">
                <a16:creationId xmlns:a16="http://schemas.microsoft.com/office/drawing/2014/main" id="{C53F64B2-FC1D-A53B-621C-50BDBCCED42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389551" y="4776814"/>
            <a:ext cx="571500" cy="561975"/>
          </a:xfrm>
          <a:prstGeom prst="rect">
            <a:avLst/>
          </a:prstGeom>
          <a:noFill/>
          <a:extLst>
            <a:ext uri="{909E8E84-426E-40DD-AFC4-6F175D3DCCD1}">
              <a14:hiddenFill xmlns:a14="http://schemas.microsoft.com/office/drawing/2010/main">
                <a:solidFill>
                  <a:srgbClr val="FFFFFF"/>
                </a:solidFill>
              </a14:hiddenFill>
            </a:ext>
          </a:extLst>
        </p:spPr>
      </p:pic>
      <p:sp>
        <p:nvSpPr>
          <p:cNvPr id="64" name="TextBox 56">
            <a:extLst>
              <a:ext uri="{FF2B5EF4-FFF2-40B4-BE49-F238E27FC236}">
                <a16:creationId xmlns:a16="http://schemas.microsoft.com/office/drawing/2014/main" id="{75205AA7-8406-999F-9A35-690E009062CA}"/>
              </a:ext>
            </a:extLst>
          </p:cNvPr>
          <p:cNvSpPr txBox="1"/>
          <p:nvPr/>
        </p:nvSpPr>
        <p:spPr>
          <a:xfrm>
            <a:off x="10051084" y="3114035"/>
            <a:ext cx="1233324" cy="738664"/>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Azure AI </a:t>
            </a:r>
            <a:b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br>
            <a:r>
              <a:rPr kumimoji="0" lang="ja" altLang="en-US"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ドキュメント</a:t>
            </a:r>
            <a:b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br>
            <a:r>
              <a:rPr kumimoji="0" lang="ja" altLang="en-US"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インテリジェンス</a:t>
            </a:r>
          </a:p>
        </p:txBody>
      </p:sp>
      <p:sp>
        <p:nvSpPr>
          <p:cNvPr id="65" name="TextBox 57">
            <a:extLst>
              <a:ext uri="{FF2B5EF4-FFF2-40B4-BE49-F238E27FC236}">
                <a16:creationId xmlns:a16="http://schemas.microsoft.com/office/drawing/2014/main" id="{B7CD8BA4-C21A-D1CB-85D9-6A9FE85D02BC}"/>
              </a:ext>
            </a:extLst>
          </p:cNvPr>
          <p:cNvSpPr txBox="1"/>
          <p:nvPr/>
        </p:nvSpPr>
        <p:spPr>
          <a:xfrm>
            <a:off x="10119591" y="3983552"/>
            <a:ext cx="1361209"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Azure AI </a:t>
            </a:r>
            <a:b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br>
            <a:r>
              <a:rPr kumimoji="0" lang="ja" altLang="en-US"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コンテンツ理解</a:t>
            </a:r>
          </a:p>
        </p:txBody>
      </p:sp>
      <p:sp>
        <p:nvSpPr>
          <p:cNvPr id="66" name="TextBox 58">
            <a:extLst>
              <a:ext uri="{FF2B5EF4-FFF2-40B4-BE49-F238E27FC236}">
                <a16:creationId xmlns:a16="http://schemas.microsoft.com/office/drawing/2014/main" id="{29FF23FF-FBCE-EF6F-FDBC-CB24D46064B9}"/>
              </a:ext>
            </a:extLst>
          </p:cNvPr>
          <p:cNvSpPr txBox="1"/>
          <p:nvPr/>
        </p:nvSpPr>
        <p:spPr>
          <a:xfrm>
            <a:off x="10119592" y="4837564"/>
            <a:ext cx="1164816" cy="492443"/>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altLang="ja" sz="1600" b="0" i="0" u="none" strike="noStrike" kern="120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rPr>
              <a:t>Azure AI Search</a:t>
            </a:r>
          </a:p>
        </p:txBody>
      </p:sp>
      <p:pic>
        <p:nvPicPr>
          <p:cNvPr id="67" name="Graphic 59">
            <a:extLst>
              <a:ext uri="{FF2B5EF4-FFF2-40B4-BE49-F238E27FC236}">
                <a16:creationId xmlns:a16="http://schemas.microsoft.com/office/drawing/2014/main" id="{148F0945-9767-60F7-7A91-D70C6203DC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205" y="3479668"/>
            <a:ext cx="562751" cy="562751"/>
          </a:xfrm>
          <a:prstGeom prst="rect">
            <a:avLst/>
          </a:prstGeom>
        </p:spPr>
      </p:pic>
      <p:sp>
        <p:nvSpPr>
          <p:cNvPr id="8" name="正方形/長方形 7">
            <a:extLst>
              <a:ext uri="{FF2B5EF4-FFF2-40B4-BE49-F238E27FC236}">
                <a16:creationId xmlns:a16="http://schemas.microsoft.com/office/drawing/2014/main" id="{B1FEC1C3-B082-6B34-973E-4E6004D9B9F4}"/>
              </a:ext>
            </a:extLst>
          </p:cNvPr>
          <p:cNvSpPr/>
          <p:nvPr/>
        </p:nvSpPr>
        <p:spPr>
          <a:xfrm>
            <a:off x="411480" y="3015471"/>
            <a:ext cx="4567555" cy="2815538"/>
          </a:xfrm>
          <a:prstGeom prst="rect">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88940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5F229-B05A-8832-C396-2DBC96D0D6D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7BFAFC9-01AE-48A2-C124-DCA4ECDFF43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latin typeface="Yu Gothic UI" panose="020B0500000000000000" pitchFamily="34" charset="-128"/>
                <a:ea typeface="Yu Gothic UI" panose="020B0500000000000000" pitchFamily="34" charset="-128"/>
              </a:rPr>
              <a:t>生成</a:t>
            </a:r>
            <a:r>
              <a:rPr kumimoji="1" lang="en-US" altLang="ja-JP" sz="2000" b="1" dirty="0">
                <a:latin typeface="Yu Gothic UI" panose="020B0500000000000000" pitchFamily="34" charset="-128"/>
                <a:ea typeface="Yu Gothic UI" panose="020B0500000000000000" pitchFamily="34" charset="-128"/>
              </a:rPr>
              <a:t> AI </a:t>
            </a:r>
            <a:r>
              <a:rPr kumimoji="1" lang="ja-JP" altLang="en-US" sz="2000" b="1">
                <a:latin typeface="Yu Gothic UI" panose="020B0500000000000000" pitchFamily="34" charset="-128"/>
                <a:ea typeface="Yu Gothic UI" panose="020B0500000000000000" pitchFamily="34" charset="-128"/>
              </a:rPr>
              <a:t>とは</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107A802F-7536-BE3A-3083-5B6D3326325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C61FC2F-65DE-55AA-D17E-10FDE6CD3247}"/>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B643CE62-C89F-A174-85B7-5CC681B35270}"/>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生成</a:t>
            </a:r>
            <a:r>
              <a:rPr kumimoji="1" lang="en" altLang="ja-JP" sz="2000" dirty="0"/>
              <a:t>AI</a:t>
            </a:r>
            <a:r>
              <a:rPr kumimoji="1" lang="en-US" altLang="ja-JP" sz="2000" dirty="0"/>
              <a:t> </a:t>
            </a:r>
            <a:r>
              <a:rPr kumimoji="1" lang="ja-JP" altLang="en-US" sz="2000"/>
              <a:t>は、</a:t>
            </a:r>
            <a:r>
              <a:rPr kumimoji="1" lang="en" altLang="ja-JP" sz="2000" dirty="0"/>
              <a:t>AI </a:t>
            </a:r>
            <a:r>
              <a:rPr kumimoji="1" lang="ja-JP" altLang="en-US" sz="2000"/>
              <a:t>モデルが自然言語のプロンプトに応じてオリジナルコンテンツを作成する</a:t>
            </a:r>
            <a:r>
              <a:rPr kumimoji="1" lang="en-US" altLang="ja-JP" sz="2000" dirty="0"/>
              <a:t> </a:t>
            </a:r>
            <a:r>
              <a:rPr kumimoji="1" lang="en" altLang="ja-JP" sz="2000" dirty="0"/>
              <a:t>AI </a:t>
            </a:r>
            <a:r>
              <a:rPr kumimoji="1" lang="ja-JP" altLang="en-US" sz="2000"/>
              <a:t>の一分野です。生成</a:t>
            </a:r>
            <a:r>
              <a:rPr kumimoji="1" lang="en-US" altLang="ja-JP" sz="2000" dirty="0"/>
              <a:t> </a:t>
            </a:r>
            <a:r>
              <a:rPr kumimoji="1" lang="en" altLang="ja-JP" sz="2000" dirty="0"/>
              <a:t>AI </a:t>
            </a:r>
            <a:r>
              <a:rPr kumimoji="1" lang="ja-JP" altLang="en-US" sz="2000"/>
              <a:t>アプリケーションは自然言語入力を受け取り、さまざまな形式で適切な応答を返します。</a:t>
            </a:r>
          </a:p>
        </p:txBody>
      </p:sp>
      <p:sp>
        <p:nvSpPr>
          <p:cNvPr id="6" name="字幕 1">
            <a:extLst>
              <a:ext uri="{FF2B5EF4-FFF2-40B4-BE49-F238E27FC236}">
                <a16:creationId xmlns:a16="http://schemas.microsoft.com/office/drawing/2014/main" id="{891B88B2-EC24-6869-253F-854771D74A23}"/>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grpSp>
        <p:nvGrpSpPr>
          <p:cNvPr id="69" name="Group 2" descr="この図は情報木で、言語モデルがサポートできる3つの主要なタスクの例を示しています:自然言語生成、画像生成、コード生成です。">
            <a:extLst>
              <a:ext uri="{FF2B5EF4-FFF2-40B4-BE49-F238E27FC236}">
                <a16:creationId xmlns:a16="http://schemas.microsoft.com/office/drawing/2014/main" id="{4D966C53-676B-B770-F8F2-59FD13254E6E}"/>
              </a:ext>
            </a:extLst>
          </p:cNvPr>
          <p:cNvGrpSpPr/>
          <p:nvPr/>
        </p:nvGrpSpPr>
        <p:grpSpPr>
          <a:xfrm>
            <a:off x="748031" y="2150864"/>
            <a:ext cx="11018519" cy="4579948"/>
            <a:chOff x="588264" y="1518113"/>
            <a:chExt cx="11018519" cy="4579948"/>
          </a:xfrm>
        </p:grpSpPr>
        <p:cxnSp>
          <p:nvCxnSpPr>
            <p:cNvPr id="70" name="Straight Arrow Connector 29">
              <a:extLst>
                <a:ext uri="{FF2B5EF4-FFF2-40B4-BE49-F238E27FC236}">
                  <a16:creationId xmlns:a16="http://schemas.microsoft.com/office/drawing/2014/main" id="{2235542B-8917-1EC0-5452-901849F92C70}"/>
                </a:ext>
              </a:extLst>
            </p:cNvPr>
            <p:cNvCxnSpPr/>
            <p:nvPr/>
          </p:nvCxnSpPr>
          <p:spPr>
            <a:xfrm flipV="1">
              <a:off x="797440" y="2277183"/>
              <a:ext cx="0" cy="1426310"/>
            </a:xfrm>
            <a:prstGeom prst="straightConnector1">
              <a:avLst/>
            </a:prstGeom>
            <a:noFill/>
            <a:ln w="12700" cap="flat" cmpd="sng" algn="ctr">
              <a:solidFill>
                <a:srgbClr val="D59DD7"/>
              </a:solidFill>
              <a:prstDash val="solid"/>
              <a:headEnd type="none" w="lg" len="med"/>
              <a:tailEnd type="triangle"/>
            </a:ln>
            <a:effectLst/>
          </p:spPr>
        </p:cxnSp>
        <p:cxnSp>
          <p:nvCxnSpPr>
            <p:cNvPr id="71" name="Straight Arrow Connector 33">
              <a:extLst>
                <a:ext uri="{FF2B5EF4-FFF2-40B4-BE49-F238E27FC236}">
                  <a16:creationId xmlns:a16="http://schemas.microsoft.com/office/drawing/2014/main" id="{9395BB92-C6F0-40B8-B56A-9BA9EC0BF760}"/>
                </a:ext>
              </a:extLst>
            </p:cNvPr>
            <p:cNvCxnSpPr/>
            <p:nvPr/>
          </p:nvCxnSpPr>
          <p:spPr>
            <a:xfrm flipV="1">
              <a:off x="4554288" y="2280723"/>
              <a:ext cx="0" cy="1426310"/>
            </a:xfrm>
            <a:prstGeom prst="straightConnector1">
              <a:avLst/>
            </a:prstGeom>
            <a:noFill/>
            <a:ln w="12700" cap="flat" cmpd="sng" algn="ctr">
              <a:solidFill>
                <a:srgbClr val="D59DD7"/>
              </a:solidFill>
              <a:prstDash val="solid"/>
              <a:headEnd type="none" w="lg" len="med"/>
              <a:tailEnd type="triangle"/>
            </a:ln>
            <a:effectLst/>
          </p:spPr>
        </p:cxnSp>
        <p:cxnSp>
          <p:nvCxnSpPr>
            <p:cNvPr id="72" name="Straight Arrow Connector 35">
              <a:extLst>
                <a:ext uri="{FF2B5EF4-FFF2-40B4-BE49-F238E27FC236}">
                  <a16:creationId xmlns:a16="http://schemas.microsoft.com/office/drawing/2014/main" id="{C8C897FF-6B4E-5C76-24BD-34F9C348377F}"/>
                </a:ext>
              </a:extLst>
            </p:cNvPr>
            <p:cNvCxnSpPr/>
            <p:nvPr/>
          </p:nvCxnSpPr>
          <p:spPr>
            <a:xfrm flipV="1">
              <a:off x="8311131" y="2263000"/>
              <a:ext cx="0" cy="1426310"/>
            </a:xfrm>
            <a:prstGeom prst="straightConnector1">
              <a:avLst/>
            </a:prstGeom>
            <a:noFill/>
            <a:ln w="12700" cap="flat" cmpd="sng" algn="ctr">
              <a:solidFill>
                <a:srgbClr val="D59DD7"/>
              </a:solidFill>
              <a:prstDash val="solid"/>
              <a:headEnd type="none" w="lg" len="med"/>
              <a:tailEnd type="triangle"/>
            </a:ln>
            <a:effectLst/>
          </p:spPr>
        </p:cxnSp>
        <p:sp>
          <p:nvSpPr>
            <p:cNvPr id="73" name="Speech Bubble: Rectangle 6">
              <a:extLst>
                <a:ext uri="{FF2B5EF4-FFF2-40B4-BE49-F238E27FC236}">
                  <a16:creationId xmlns:a16="http://schemas.microsoft.com/office/drawing/2014/main" id="{B1F835FC-77E1-C3EB-688A-BF1A1D30F782}"/>
                </a:ext>
              </a:extLst>
            </p:cNvPr>
            <p:cNvSpPr/>
            <p:nvPr/>
          </p:nvSpPr>
          <p:spPr bwMode="auto">
            <a:xfrm>
              <a:off x="737119" y="3744398"/>
              <a:ext cx="2980847" cy="766150"/>
            </a:xfrm>
            <a:prstGeom prst="wedgeRectCallout">
              <a:avLst>
                <a:gd name="adj1" fmla="val -60694"/>
                <a:gd name="adj2" fmla="val 22294"/>
              </a:avLst>
            </a:prstGeom>
            <a:solidFill>
              <a:srgbClr val="D59DD7">
                <a:lumMod val="20000"/>
                <a:lumOff val="80000"/>
              </a:srgbClr>
            </a:solidFill>
            <a:ln>
              <a:solidFill>
                <a:srgbClr val="FE5B38"/>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ja" altLang="en-US" sz="18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就職応募用のカバーレターを書きましょう</a:t>
              </a:r>
            </a:p>
          </p:txBody>
        </p:sp>
        <p:sp>
          <p:nvSpPr>
            <p:cNvPr id="74" name="Speech Bubble: Rectangle 11">
              <a:extLst>
                <a:ext uri="{FF2B5EF4-FFF2-40B4-BE49-F238E27FC236}">
                  <a16:creationId xmlns:a16="http://schemas.microsoft.com/office/drawing/2014/main" id="{08422AE3-4A05-3CA6-7383-DFEDD090DA9E}"/>
                </a:ext>
              </a:extLst>
            </p:cNvPr>
            <p:cNvSpPr/>
            <p:nvPr/>
          </p:nvSpPr>
          <p:spPr bwMode="auto">
            <a:xfrm>
              <a:off x="1106906" y="4903654"/>
              <a:ext cx="2980847" cy="1194407"/>
            </a:xfrm>
            <a:prstGeom prst="wedgeRectCallout">
              <a:avLst>
                <a:gd name="adj1" fmla="val 60670"/>
                <a:gd name="adj2" fmla="val 36982"/>
              </a:avLst>
            </a:prstGeom>
            <a:solidFill>
              <a:srgbClr val="FFFFFF"/>
            </a:solidFill>
            <a:ln>
              <a:solidFill>
                <a:srgbClr val="FE5B38"/>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ja" altLang="en-US" sz="18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親愛なる</a:t>
              </a:r>
              <a:r>
                <a:rPr kumimoji="0" lang="en-US" altLang="ja" sz="18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&lt;</a:t>
              </a:r>
              <a:r>
                <a:rPr kumimoji="0" lang="ja" altLang="en-US" sz="18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受け取り者</a:t>
              </a:r>
              <a:r>
                <a:rPr kumimoji="0" lang="en-US" altLang="ja" sz="18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&gt;</a:t>
              </a:r>
              <a:r>
                <a:rPr kumimoji="0" lang="ja" altLang="en-US" sz="18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様</a:t>
              </a:r>
            </a:p>
            <a:p>
              <a:pPr marL="0" marR="0" lvl="0" indent="0" defTabSz="932472" rtl="0" eaLnBrk="1" fontAlgn="base" latinLnBrk="0" hangingPunct="1">
                <a:lnSpc>
                  <a:spcPct val="100000"/>
                </a:lnSpc>
                <a:spcBef>
                  <a:spcPct val="0"/>
                </a:spcBef>
                <a:spcAft>
                  <a:spcPct val="0"/>
                </a:spcAft>
                <a:buClrTx/>
                <a:buSzTx/>
                <a:buFontTx/>
                <a:buNone/>
                <a:tabLst/>
                <a:defRPr/>
              </a:pPr>
              <a:r>
                <a:rPr kumimoji="0" lang="ja" altLang="en-US" sz="18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同封の私の役職申請書をご紹介ください</a:t>
              </a:r>
              <a:r>
                <a:rPr kumimoji="0" lang="en-US" altLang="ja" sz="18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a:t>
              </a:r>
            </a:p>
          </p:txBody>
        </p:sp>
        <p:sp>
          <p:nvSpPr>
            <p:cNvPr id="75" name="Speech Bubble: Rectangle 12">
              <a:extLst>
                <a:ext uri="{FF2B5EF4-FFF2-40B4-BE49-F238E27FC236}">
                  <a16:creationId xmlns:a16="http://schemas.microsoft.com/office/drawing/2014/main" id="{3A8A83DF-0EDA-821D-67C8-0E4D71131C55}"/>
                </a:ext>
              </a:extLst>
            </p:cNvPr>
            <p:cNvSpPr/>
            <p:nvPr/>
          </p:nvSpPr>
          <p:spPr bwMode="auto">
            <a:xfrm>
              <a:off x="4461399" y="3703493"/>
              <a:ext cx="2980847" cy="766150"/>
            </a:xfrm>
            <a:prstGeom prst="wedgeRectCallout">
              <a:avLst>
                <a:gd name="adj1" fmla="val -61408"/>
                <a:gd name="adj2" fmla="val 25069"/>
              </a:avLst>
            </a:prstGeom>
            <a:solidFill>
              <a:srgbClr val="D59DD7">
                <a:lumMod val="20000"/>
                <a:lumOff val="80000"/>
              </a:srgbClr>
            </a:solidFill>
            <a:ln>
              <a:solidFill>
                <a:srgbClr val="FE5B38"/>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ja" altLang="en-US" sz="18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花屋のロゴを作成しましょう</a:t>
              </a:r>
            </a:p>
          </p:txBody>
        </p:sp>
        <p:sp>
          <p:nvSpPr>
            <p:cNvPr id="76" name="Speech Bubble: Rectangle 17">
              <a:extLst>
                <a:ext uri="{FF2B5EF4-FFF2-40B4-BE49-F238E27FC236}">
                  <a16:creationId xmlns:a16="http://schemas.microsoft.com/office/drawing/2014/main" id="{5AF889AD-AD30-646B-94A2-24FE8BE2B054}"/>
                </a:ext>
              </a:extLst>
            </p:cNvPr>
            <p:cNvSpPr/>
            <p:nvPr/>
          </p:nvSpPr>
          <p:spPr bwMode="auto">
            <a:xfrm>
              <a:off x="4945065" y="4903655"/>
              <a:ext cx="2741499" cy="1194406"/>
            </a:xfrm>
            <a:prstGeom prst="wedgeRectCallout">
              <a:avLst>
                <a:gd name="adj1" fmla="val 62191"/>
                <a:gd name="adj2" fmla="val 35202"/>
              </a:avLst>
            </a:prstGeom>
            <a:solidFill>
              <a:srgbClr val="FFFFFF"/>
            </a:solidFill>
            <a:ln>
              <a:solidFill>
                <a:srgbClr val="FE5B38"/>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endParaRPr>
            </a:p>
          </p:txBody>
        </p:sp>
        <p:sp>
          <p:nvSpPr>
            <p:cNvPr id="77" name="Speech Bubble: Rectangle 26">
              <a:extLst>
                <a:ext uri="{FF2B5EF4-FFF2-40B4-BE49-F238E27FC236}">
                  <a16:creationId xmlns:a16="http://schemas.microsoft.com/office/drawing/2014/main" id="{F3D8DB2E-3D98-173F-2ACA-09724D2CB4EF}"/>
                </a:ext>
              </a:extLst>
            </p:cNvPr>
            <p:cNvSpPr/>
            <p:nvPr/>
          </p:nvSpPr>
          <p:spPr bwMode="auto">
            <a:xfrm>
              <a:off x="8185679" y="3703493"/>
              <a:ext cx="2980847" cy="766150"/>
            </a:xfrm>
            <a:prstGeom prst="wedgeRectCallout">
              <a:avLst>
                <a:gd name="adj1" fmla="val -60338"/>
                <a:gd name="adj2" fmla="val 26457"/>
              </a:avLst>
            </a:prstGeom>
            <a:solidFill>
              <a:srgbClr val="D59DD7">
                <a:lumMod val="20000"/>
                <a:lumOff val="80000"/>
              </a:srgbClr>
            </a:solidFill>
            <a:ln>
              <a:solidFill>
                <a:srgbClr val="FE5B38"/>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altLang="ja" sz="18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2</a:t>
              </a:r>
              <a:r>
                <a:rPr kumimoji="0" lang="ja" altLang="en-US" sz="18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つの数字を加える</a:t>
              </a:r>
              <a:r>
                <a:rPr kumimoji="0" lang="en-US" altLang="ja" sz="18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Python</a:t>
              </a:r>
              <a:r>
                <a:rPr kumimoji="0" lang="ja" altLang="en-US" sz="18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Segoe UI" pitchFamily="34" charset="0"/>
                </a:rPr>
                <a:t>コードを書く</a:t>
              </a:r>
            </a:p>
          </p:txBody>
        </p:sp>
        <p:sp>
          <p:nvSpPr>
            <p:cNvPr id="78" name="Speech Bubble: Rectangle 27">
              <a:extLst>
                <a:ext uri="{FF2B5EF4-FFF2-40B4-BE49-F238E27FC236}">
                  <a16:creationId xmlns:a16="http://schemas.microsoft.com/office/drawing/2014/main" id="{0C1A915D-2ED7-22BF-14BC-737B4F69B5B2}"/>
                </a:ext>
              </a:extLst>
            </p:cNvPr>
            <p:cNvSpPr/>
            <p:nvPr/>
          </p:nvSpPr>
          <p:spPr bwMode="auto">
            <a:xfrm>
              <a:off x="8543876" y="4903655"/>
              <a:ext cx="2980847" cy="1194406"/>
            </a:xfrm>
            <a:prstGeom prst="wedgeRectCallout">
              <a:avLst>
                <a:gd name="adj1" fmla="val 62454"/>
                <a:gd name="adj2" fmla="val 36982"/>
              </a:avLst>
            </a:prstGeom>
            <a:solidFill>
              <a:srgbClr val="FFFFFF"/>
            </a:solidFill>
            <a:ln>
              <a:solidFill>
                <a:srgbClr val="FE5B38"/>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altLang="ja" sz="1600" b="1"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Courier New" panose="02070309020205020404" pitchFamily="49" charset="0"/>
                </a:rPr>
                <a:t>def ADD(N1, N2):</a:t>
              </a:r>
            </a:p>
            <a:p>
              <a:pPr marL="0" marR="0" lvl="0" indent="0" defTabSz="932472" rtl="0" eaLnBrk="1" fontAlgn="base" latinLnBrk="0" hangingPunct="1">
                <a:lnSpc>
                  <a:spcPct val="100000"/>
                </a:lnSpc>
                <a:spcBef>
                  <a:spcPct val="0"/>
                </a:spcBef>
                <a:spcAft>
                  <a:spcPct val="0"/>
                </a:spcAft>
                <a:buClrTx/>
                <a:buSzTx/>
                <a:buFontTx/>
                <a:buNone/>
                <a:tabLst/>
                <a:defRPr/>
              </a:pPr>
              <a:r>
                <a:rPr kumimoji="0" lang="ja" altLang="en-US" sz="1600" b="1"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Courier New" panose="02070309020205020404" pitchFamily="49" charset="0"/>
                </a:rPr>
                <a:t>    結果 </a:t>
              </a:r>
              <a:r>
                <a:rPr kumimoji="0" lang="en-US" altLang="ja" sz="1600" b="1"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Courier New" panose="02070309020205020404" pitchFamily="49" charset="0"/>
                </a:rPr>
                <a:t>= n1 + n2;</a:t>
              </a:r>
            </a:p>
            <a:p>
              <a:pPr marL="0" marR="0" lvl="0" indent="0" defTabSz="932472" rtl="0" eaLnBrk="1" fontAlgn="base" latinLnBrk="0" hangingPunct="1">
                <a:lnSpc>
                  <a:spcPct val="100000"/>
                </a:lnSpc>
                <a:spcBef>
                  <a:spcPct val="0"/>
                </a:spcBef>
                <a:spcAft>
                  <a:spcPct val="0"/>
                </a:spcAft>
                <a:buClrTx/>
                <a:buSzTx/>
                <a:buFontTx/>
                <a:buNone/>
                <a:tabLst/>
                <a:defRPr/>
              </a:pPr>
              <a:r>
                <a:rPr kumimoji="0" lang="ja" altLang="en-US" sz="1600" b="1"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Courier New" panose="02070309020205020404" pitchFamily="49" charset="0"/>
                </a:rPr>
                <a:t>    リターン結果</a:t>
              </a:r>
              <a:r>
                <a:rPr kumimoji="0" lang="en-US" altLang="ja" sz="1600" b="1"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Courier New" panose="02070309020205020404" pitchFamily="49" charset="0"/>
                </a:rPr>
                <a:t>;</a:t>
              </a:r>
            </a:p>
          </p:txBody>
        </p:sp>
        <p:cxnSp>
          <p:nvCxnSpPr>
            <p:cNvPr id="79" name="Straight Arrow Connector 30">
              <a:extLst>
                <a:ext uri="{FF2B5EF4-FFF2-40B4-BE49-F238E27FC236}">
                  <a16:creationId xmlns:a16="http://schemas.microsoft.com/office/drawing/2014/main" id="{B74C4CB1-341F-F26E-C2FA-0D700A0E33E7}"/>
                </a:ext>
              </a:extLst>
            </p:cNvPr>
            <p:cNvCxnSpPr>
              <a:cxnSpLocks/>
            </p:cNvCxnSpPr>
            <p:nvPr/>
          </p:nvCxnSpPr>
          <p:spPr>
            <a:xfrm>
              <a:off x="3976578" y="2277183"/>
              <a:ext cx="0" cy="2626472"/>
            </a:xfrm>
            <a:prstGeom prst="straightConnector1">
              <a:avLst/>
            </a:prstGeom>
            <a:noFill/>
            <a:ln w="12700" cap="flat" cmpd="sng" algn="ctr">
              <a:solidFill>
                <a:srgbClr val="D59DD7"/>
              </a:solidFill>
              <a:prstDash val="solid"/>
              <a:headEnd type="none" w="lg" len="med"/>
              <a:tailEnd type="triangle"/>
            </a:ln>
            <a:effectLst/>
          </p:spPr>
        </p:cxnSp>
        <p:cxnSp>
          <p:nvCxnSpPr>
            <p:cNvPr id="80" name="Straight Arrow Connector 34">
              <a:extLst>
                <a:ext uri="{FF2B5EF4-FFF2-40B4-BE49-F238E27FC236}">
                  <a16:creationId xmlns:a16="http://schemas.microsoft.com/office/drawing/2014/main" id="{5C9D9DFB-9531-CB51-FA5A-B4BC172EBCDC}"/>
                </a:ext>
              </a:extLst>
            </p:cNvPr>
            <p:cNvCxnSpPr>
              <a:cxnSpLocks/>
            </p:cNvCxnSpPr>
            <p:nvPr/>
          </p:nvCxnSpPr>
          <p:spPr>
            <a:xfrm>
              <a:off x="7595197" y="2259457"/>
              <a:ext cx="0" cy="2626472"/>
            </a:xfrm>
            <a:prstGeom prst="straightConnector1">
              <a:avLst/>
            </a:prstGeom>
            <a:noFill/>
            <a:ln w="12700" cap="flat" cmpd="sng" algn="ctr">
              <a:solidFill>
                <a:srgbClr val="D59DD7"/>
              </a:solidFill>
              <a:prstDash val="solid"/>
              <a:headEnd type="none" w="lg" len="med"/>
              <a:tailEnd type="triangle"/>
            </a:ln>
            <a:effectLst/>
          </p:spPr>
        </p:cxnSp>
        <p:cxnSp>
          <p:nvCxnSpPr>
            <p:cNvPr id="81" name="Straight Arrow Connector 36">
              <a:extLst>
                <a:ext uri="{FF2B5EF4-FFF2-40B4-BE49-F238E27FC236}">
                  <a16:creationId xmlns:a16="http://schemas.microsoft.com/office/drawing/2014/main" id="{025A6840-6230-875B-64CC-07DB05565B43}"/>
                </a:ext>
              </a:extLst>
            </p:cNvPr>
            <p:cNvCxnSpPr>
              <a:cxnSpLocks/>
            </p:cNvCxnSpPr>
            <p:nvPr/>
          </p:nvCxnSpPr>
          <p:spPr>
            <a:xfrm>
              <a:off x="11394572" y="2263000"/>
              <a:ext cx="0" cy="2626472"/>
            </a:xfrm>
            <a:prstGeom prst="straightConnector1">
              <a:avLst/>
            </a:prstGeom>
            <a:noFill/>
            <a:ln w="12700" cap="flat" cmpd="sng" algn="ctr">
              <a:solidFill>
                <a:srgbClr val="D59DD7"/>
              </a:solidFill>
              <a:prstDash val="solid"/>
              <a:headEnd type="none" w="lg" len="med"/>
              <a:tailEnd type="triangle"/>
            </a:ln>
            <a:effectLst/>
          </p:spPr>
        </p:cxnSp>
        <p:sp>
          <p:nvSpPr>
            <p:cNvPr id="82" name="矩形 8">
              <a:extLst>
                <a:ext uri="{FF2B5EF4-FFF2-40B4-BE49-F238E27FC236}">
                  <a16:creationId xmlns:a16="http://schemas.microsoft.com/office/drawing/2014/main" id="{6FAE6CC3-517B-24B6-C240-A442735A606F}"/>
                </a:ext>
              </a:extLst>
            </p:cNvPr>
            <p:cNvSpPr/>
            <p:nvPr/>
          </p:nvSpPr>
          <p:spPr bwMode="auto">
            <a:xfrm>
              <a:off x="4299045" y="2555023"/>
              <a:ext cx="3600000" cy="934497"/>
            </a:xfrm>
            <a:prstGeom prst="rect">
              <a:avLst/>
            </a:prstGeom>
            <a:solidFill>
              <a:srgbClr val="EAEAEA"/>
            </a:solidFill>
            <a:ln w="9525" cap="flat" cmpd="sng" algn="ctr">
              <a:noFill/>
              <a:prstDash val="solid"/>
              <a:headEnd type="none" w="med" len="med"/>
              <a:tailEnd type="none" w="med" len="med"/>
            </a:ln>
            <a:effectLst/>
          </p:spPr>
          <p:txBody>
            <a:bodyPr rot="0" spcFirstLastPara="0" vertOverflow="overflow" horzOverflow="overflow" vert="horz" wrap="square" lIns="129600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ja" altLang="zh-CN" sz="20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画像生成</a:t>
              </a:r>
              <a:endParaRPr kumimoji="0" lang="zh-CN" altLang="en-US" sz="20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
          <p:nvSpPr>
            <p:cNvPr id="83" name="矩形 9">
              <a:extLst>
                <a:ext uri="{FF2B5EF4-FFF2-40B4-BE49-F238E27FC236}">
                  <a16:creationId xmlns:a16="http://schemas.microsoft.com/office/drawing/2014/main" id="{6A8AA04B-D03A-8DA0-90F5-10811E9CEEB8}"/>
                </a:ext>
              </a:extLst>
            </p:cNvPr>
            <p:cNvSpPr/>
            <p:nvPr/>
          </p:nvSpPr>
          <p:spPr bwMode="auto">
            <a:xfrm>
              <a:off x="8006783" y="2555023"/>
              <a:ext cx="3600000" cy="934497"/>
            </a:xfrm>
            <a:prstGeom prst="rect">
              <a:avLst/>
            </a:prstGeom>
            <a:solidFill>
              <a:srgbClr val="EAEAEA"/>
            </a:solidFill>
            <a:ln w="9525" cap="flat" cmpd="sng" algn="ctr">
              <a:noFill/>
              <a:prstDash val="solid"/>
              <a:headEnd type="none" w="med" len="med"/>
              <a:tailEnd type="none" w="med" len="med"/>
            </a:ln>
            <a:effectLst/>
          </p:spPr>
          <p:txBody>
            <a:bodyPr rot="0" spcFirstLastPara="0" vertOverflow="overflow" horzOverflow="overflow" vert="horz" wrap="square" lIns="129600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ja" altLang="zh-CN" sz="20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コード生成</a:t>
              </a:r>
              <a:endParaRPr kumimoji="0" lang="zh-CN" altLang="en-US" sz="20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sp>
          <p:nvSpPr>
            <p:cNvPr id="84" name="Embed_ECCE">
              <a:extLst>
                <a:ext uri="{FF2B5EF4-FFF2-40B4-BE49-F238E27FC236}">
                  <a16:creationId xmlns:a16="http://schemas.microsoft.com/office/drawing/2014/main" id="{672D2784-AC3F-932C-9265-963DA439A017}"/>
                </a:ext>
                <a:ext uri="{C183D7F6-B498-43B3-948B-1728B52AA6E4}">
                  <adec:decorative xmlns:adec="http://schemas.microsoft.com/office/drawing/2017/decorative" val="1"/>
                </a:ext>
              </a:extLst>
            </p:cNvPr>
            <p:cNvSpPr>
              <a:spLocks noChangeAspect="1" noEditPoints="1"/>
            </p:cNvSpPr>
            <p:nvPr/>
          </p:nvSpPr>
          <p:spPr bwMode="auto">
            <a:xfrm>
              <a:off x="8379338" y="2806271"/>
              <a:ext cx="503813" cy="432000"/>
            </a:xfrm>
            <a:custGeom>
              <a:avLst/>
              <a:gdLst>
                <a:gd name="T0" fmla="*/ 672 w 3136"/>
                <a:gd name="T1" fmla="*/ 2017 h 2689"/>
                <a:gd name="T2" fmla="*/ 0 w 3136"/>
                <a:gd name="T3" fmla="*/ 1345 h 2689"/>
                <a:gd name="T4" fmla="*/ 672 w 3136"/>
                <a:gd name="T5" fmla="*/ 672 h 2689"/>
                <a:gd name="T6" fmla="*/ 2464 w 3136"/>
                <a:gd name="T7" fmla="*/ 2017 h 2689"/>
                <a:gd name="T8" fmla="*/ 3136 w 3136"/>
                <a:gd name="T9" fmla="*/ 1345 h 2689"/>
                <a:gd name="T10" fmla="*/ 2464 w 3136"/>
                <a:gd name="T11" fmla="*/ 672 h 2689"/>
                <a:gd name="T12" fmla="*/ 1121 w 3136"/>
                <a:gd name="T13" fmla="*/ 2689 h 2689"/>
                <a:gd name="T14" fmla="*/ 2017 w 3136"/>
                <a:gd name="T15" fmla="*/ 0 h 26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36" h="2689">
                  <a:moveTo>
                    <a:pt x="672" y="2017"/>
                  </a:moveTo>
                  <a:lnTo>
                    <a:pt x="0" y="1345"/>
                  </a:lnTo>
                  <a:lnTo>
                    <a:pt x="672" y="672"/>
                  </a:lnTo>
                  <a:moveTo>
                    <a:pt x="2464" y="2017"/>
                  </a:moveTo>
                  <a:lnTo>
                    <a:pt x="3136" y="1345"/>
                  </a:lnTo>
                  <a:lnTo>
                    <a:pt x="2464" y="672"/>
                  </a:lnTo>
                  <a:moveTo>
                    <a:pt x="1121" y="2689"/>
                  </a:moveTo>
                  <a:lnTo>
                    <a:pt x="2017" y="0"/>
                  </a:lnTo>
                </a:path>
              </a:pathLst>
            </a:custGeom>
            <a:solidFill>
              <a:srgbClr val="FFFFFF"/>
            </a:solidFill>
            <a:ln w="15875" cap="sq">
              <a:solidFill>
                <a:srgbClr val="FE5B38"/>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gradFill>
                  <a:gsLst>
                    <a:gs pos="0">
                      <a:srgbClr val="505050"/>
                    </a:gs>
                    <a:gs pos="100000">
                      <a:srgbClr val="505050"/>
                    </a:gs>
                  </a:gsLst>
                  <a:lin ang="5400000" scaled="1"/>
                </a:gradFill>
                <a:effectLst/>
                <a:uLnTx/>
                <a:uFillTx/>
                <a:latin typeface="Yu Gothic UI" panose="020B0500000000000000" pitchFamily="50" charset="-128"/>
                <a:ea typeface="Yu Gothic UI" panose="020B0500000000000000" pitchFamily="50" charset="-128"/>
              </a:endParaRPr>
            </a:p>
          </p:txBody>
        </p:sp>
        <p:sp>
          <p:nvSpPr>
            <p:cNvPr id="85" name="PhotoCollection_E7AA">
              <a:extLst>
                <a:ext uri="{FF2B5EF4-FFF2-40B4-BE49-F238E27FC236}">
                  <a16:creationId xmlns:a16="http://schemas.microsoft.com/office/drawing/2014/main" id="{3A847FAB-B4DA-5120-66B6-C9BE39490C81}"/>
                </a:ext>
                <a:ext uri="{C183D7F6-B498-43B3-948B-1728B52AA6E4}">
                  <adec:decorative xmlns:adec="http://schemas.microsoft.com/office/drawing/2017/decorative" val="1"/>
                </a:ext>
              </a:extLst>
            </p:cNvPr>
            <p:cNvSpPr>
              <a:spLocks noChangeAspect="1" noEditPoints="1"/>
            </p:cNvSpPr>
            <p:nvPr/>
          </p:nvSpPr>
          <p:spPr bwMode="auto">
            <a:xfrm>
              <a:off x="4705717" y="2839391"/>
              <a:ext cx="478697" cy="365760"/>
            </a:xfrm>
            <a:custGeom>
              <a:avLst/>
              <a:gdLst>
                <a:gd name="T0" fmla="*/ 3326 w 3752"/>
                <a:gd name="T1" fmla="*/ 2439 h 2865"/>
                <a:gd name="T2" fmla="*/ 0 w 3752"/>
                <a:gd name="T3" fmla="*/ 2439 h 2865"/>
                <a:gd name="T4" fmla="*/ 0 w 3752"/>
                <a:gd name="T5" fmla="*/ 0 h 2865"/>
                <a:gd name="T6" fmla="*/ 3326 w 3752"/>
                <a:gd name="T7" fmla="*/ 0 h 2865"/>
                <a:gd name="T8" fmla="*/ 3326 w 3752"/>
                <a:gd name="T9" fmla="*/ 2439 h 2865"/>
                <a:gd name="T10" fmla="*/ 2616 w 3752"/>
                <a:gd name="T11" fmla="*/ 665 h 2865"/>
                <a:gd name="T12" fmla="*/ 2660 w 3752"/>
                <a:gd name="T13" fmla="*/ 710 h 2865"/>
                <a:gd name="T14" fmla="*/ 2705 w 3752"/>
                <a:gd name="T15" fmla="*/ 665 h 2865"/>
                <a:gd name="T16" fmla="*/ 2660 w 3752"/>
                <a:gd name="T17" fmla="*/ 620 h 2865"/>
                <a:gd name="T18" fmla="*/ 2616 w 3752"/>
                <a:gd name="T19" fmla="*/ 665 h 2865"/>
                <a:gd name="T20" fmla="*/ 2660 w 3752"/>
                <a:gd name="T21" fmla="*/ 2439 h 2865"/>
                <a:gd name="T22" fmla="*/ 887 w 3752"/>
                <a:gd name="T23" fmla="*/ 665 h 2865"/>
                <a:gd name="T24" fmla="*/ 0 w 3752"/>
                <a:gd name="T25" fmla="*/ 1552 h 2865"/>
                <a:gd name="T26" fmla="*/ 3326 w 3752"/>
                <a:gd name="T27" fmla="*/ 2217 h 2865"/>
                <a:gd name="T28" fmla="*/ 2439 w 3752"/>
                <a:gd name="T29" fmla="*/ 1330 h 2865"/>
                <a:gd name="T30" fmla="*/ 1995 w 3752"/>
                <a:gd name="T31" fmla="*/ 1774 h 2865"/>
                <a:gd name="T32" fmla="*/ 426 w 3752"/>
                <a:gd name="T33" fmla="*/ 2439 h 2865"/>
                <a:gd name="T34" fmla="*/ 426 w 3752"/>
                <a:gd name="T35" fmla="*/ 2865 h 2865"/>
                <a:gd name="T36" fmla="*/ 3752 w 3752"/>
                <a:gd name="T37" fmla="*/ 2865 h 2865"/>
                <a:gd name="T38" fmla="*/ 3752 w 3752"/>
                <a:gd name="T39" fmla="*/ 426 h 2865"/>
                <a:gd name="T40" fmla="*/ 3326 w 3752"/>
                <a:gd name="T41" fmla="*/ 426 h 28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752" h="2865">
                  <a:moveTo>
                    <a:pt x="3326" y="2439"/>
                  </a:moveTo>
                  <a:cubicBezTo>
                    <a:pt x="0" y="2439"/>
                    <a:pt x="0" y="2439"/>
                    <a:pt x="0" y="2439"/>
                  </a:cubicBezTo>
                  <a:cubicBezTo>
                    <a:pt x="0" y="0"/>
                    <a:pt x="0" y="0"/>
                    <a:pt x="0" y="0"/>
                  </a:cubicBezTo>
                  <a:cubicBezTo>
                    <a:pt x="3326" y="0"/>
                    <a:pt x="3326" y="0"/>
                    <a:pt x="3326" y="0"/>
                  </a:cubicBezTo>
                  <a:lnTo>
                    <a:pt x="3326" y="2439"/>
                  </a:lnTo>
                  <a:close/>
                  <a:moveTo>
                    <a:pt x="2616" y="665"/>
                  </a:moveTo>
                  <a:cubicBezTo>
                    <a:pt x="2616" y="690"/>
                    <a:pt x="2636" y="710"/>
                    <a:pt x="2660" y="710"/>
                  </a:cubicBezTo>
                  <a:cubicBezTo>
                    <a:pt x="2685" y="710"/>
                    <a:pt x="2705" y="690"/>
                    <a:pt x="2705" y="665"/>
                  </a:cubicBezTo>
                  <a:cubicBezTo>
                    <a:pt x="2705" y="640"/>
                    <a:pt x="2685" y="620"/>
                    <a:pt x="2660" y="620"/>
                  </a:cubicBezTo>
                  <a:cubicBezTo>
                    <a:pt x="2636" y="620"/>
                    <a:pt x="2616" y="640"/>
                    <a:pt x="2616" y="665"/>
                  </a:cubicBezTo>
                  <a:close/>
                  <a:moveTo>
                    <a:pt x="2660" y="2439"/>
                  </a:moveTo>
                  <a:cubicBezTo>
                    <a:pt x="887" y="665"/>
                    <a:pt x="887" y="665"/>
                    <a:pt x="887" y="665"/>
                  </a:cubicBezTo>
                  <a:cubicBezTo>
                    <a:pt x="0" y="1552"/>
                    <a:pt x="0" y="1552"/>
                    <a:pt x="0" y="1552"/>
                  </a:cubicBezTo>
                  <a:moveTo>
                    <a:pt x="3326" y="2217"/>
                  </a:moveTo>
                  <a:cubicBezTo>
                    <a:pt x="2439" y="1330"/>
                    <a:pt x="2439" y="1330"/>
                    <a:pt x="2439" y="1330"/>
                  </a:cubicBezTo>
                  <a:cubicBezTo>
                    <a:pt x="1995" y="1774"/>
                    <a:pt x="1995" y="1774"/>
                    <a:pt x="1995" y="1774"/>
                  </a:cubicBezTo>
                  <a:moveTo>
                    <a:pt x="426" y="2439"/>
                  </a:moveTo>
                  <a:cubicBezTo>
                    <a:pt x="426" y="2865"/>
                    <a:pt x="426" y="2865"/>
                    <a:pt x="426" y="2865"/>
                  </a:cubicBezTo>
                  <a:cubicBezTo>
                    <a:pt x="3752" y="2865"/>
                    <a:pt x="3752" y="2865"/>
                    <a:pt x="3752" y="2865"/>
                  </a:cubicBezTo>
                  <a:cubicBezTo>
                    <a:pt x="3752" y="426"/>
                    <a:pt x="3752" y="426"/>
                    <a:pt x="3752" y="426"/>
                  </a:cubicBezTo>
                  <a:cubicBezTo>
                    <a:pt x="3326" y="426"/>
                    <a:pt x="3326" y="426"/>
                    <a:pt x="3326" y="426"/>
                  </a:cubicBezTo>
                </a:path>
              </a:pathLst>
            </a:custGeom>
            <a:solidFill>
              <a:srgbClr val="FFFFFF"/>
            </a:solidFill>
            <a:ln w="15875" cap="sq">
              <a:solidFill>
                <a:srgbClr val="FE5B38"/>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endParaRPr>
            </a:p>
          </p:txBody>
        </p:sp>
        <p:grpSp>
          <p:nvGrpSpPr>
            <p:cNvPr id="86" name="Group 39">
              <a:extLst>
                <a:ext uri="{FF2B5EF4-FFF2-40B4-BE49-F238E27FC236}">
                  <a16:creationId xmlns:a16="http://schemas.microsoft.com/office/drawing/2014/main" id="{EE06845E-7319-D9A0-CB67-5E872745BA2C}"/>
                </a:ext>
              </a:extLst>
            </p:cNvPr>
            <p:cNvGrpSpPr/>
            <p:nvPr/>
          </p:nvGrpSpPr>
          <p:grpSpPr>
            <a:xfrm>
              <a:off x="5735949" y="5043658"/>
              <a:ext cx="914400" cy="914400"/>
              <a:chOff x="5163577" y="5043658"/>
              <a:chExt cx="914400" cy="914400"/>
            </a:xfrm>
          </p:grpSpPr>
          <p:pic>
            <p:nvPicPr>
              <p:cNvPr id="93" name="Graphic 5" descr="茎のない花でしっかりした充填物">
                <a:extLst>
                  <a:ext uri="{FF2B5EF4-FFF2-40B4-BE49-F238E27FC236}">
                    <a16:creationId xmlns:a16="http://schemas.microsoft.com/office/drawing/2014/main" id="{E2ED6969-7A37-ECE6-2B09-3B6A4AC70D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63577" y="5043658"/>
                <a:ext cx="914400" cy="914400"/>
              </a:xfrm>
              <a:prstGeom prst="rect">
                <a:avLst/>
              </a:prstGeom>
            </p:spPr>
          </p:pic>
          <p:sp>
            <p:nvSpPr>
              <p:cNvPr id="94" name="TextBox 37">
                <a:extLst>
                  <a:ext uri="{FF2B5EF4-FFF2-40B4-BE49-F238E27FC236}">
                    <a16:creationId xmlns:a16="http://schemas.microsoft.com/office/drawing/2014/main" id="{B1F7BFFF-465D-4122-E8C1-566E7F5BEB12}"/>
                  </a:ext>
                </a:extLst>
              </p:cNvPr>
              <p:cNvSpPr txBox="1"/>
              <p:nvPr/>
            </p:nvSpPr>
            <p:spPr>
              <a:xfrm rot="373174">
                <a:off x="5380453" y="5109648"/>
                <a:ext cx="532200" cy="281645"/>
              </a:xfrm>
              <a:prstGeom prst="rect">
                <a:avLst/>
              </a:prstGeom>
              <a:noFill/>
            </p:spPr>
            <p:txBody>
              <a:bodyPr wrap="none" lIns="0" tIns="0" rIns="0" bIns="0" rtlCol="0">
                <a:prstTxWarp prst="textArchUp">
                  <a:avLst>
                    <a:gd name="adj" fmla="val 11396278"/>
                  </a:avLst>
                </a:prstTxWarp>
                <a:spAutoFit/>
              </a:bodyPr>
              <a:lstStyle/>
              <a:p>
                <a:pPr marL="0" marR="0" lvl="0" indent="0" defTabSz="914367" rtl="0" eaLnBrk="1" fontAlgn="auto" latinLnBrk="0" hangingPunct="1">
                  <a:lnSpc>
                    <a:spcPct val="100000"/>
                  </a:lnSpc>
                  <a:spcBef>
                    <a:spcPts val="0"/>
                  </a:spcBef>
                  <a:spcAft>
                    <a:spcPts val="0"/>
                  </a:spcAft>
                  <a:buClrTx/>
                  <a:buSzTx/>
                  <a:buFontTx/>
                  <a:buNone/>
                  <a:tabLst/>
                  <a:defRPr/>
                </a:pPr>
                <a:r>
                  <a:rPr kumimoji="0" lang="ja" altLang="en-US" sz="1600" b="1" i="0" u="none" strike="noStrike" kern="0" cap="none" spc="0" normalizeH="0" baseline="0" noProof="0">
                    <a:ln w="0"/>
                    <a:solidFill>
                      <a:srgbClr val="D59DD7"/>
                    </a:solidFill>
                    <a:effectLst>
                      <a:outerShdw blurRad="38100" dist="25400" dir="5400000" algn="ctr" rotWithShape="0">
                        <a:srgbClr val="6E747A">
                          <a:alpha val="43000"/>
                        </a:srgbClr>
                      </a:outerShdw>
                    </a:effectLst>
                    <a:uLnTx/>
                    <a:uFillTx/>
                    <a:latin typeface="Yu Gothic UI" panose="020B0500000000000000" pitchFamily="50" charset="-128"/>
                    <a:ea typeface="Yu Gothic UI" panose="020B0500000000000000" pitchFamily="50" charset="-128"/>
                  </a:rPr>
                  <a:t>デイジーズ</a:t>
                </a:r>
              </a:p>
            </p:txBody>
          </p:sp>
          <p:sp>
            <p:nvSpPr>
              <p:cNvPr id="95" name="TextBox 38">
                <a:extLst>
                  <a:ext uri="{FF2B5EF4-FFF2-40B4-BE49-F238E27FC236}">
                    <a16:creationId xmlns:a16="http://schemas.microsoft.com/office/drawing/2014/main" id="{4496F3E6-245B-969F-0C75-97A393C65DAD}"/>
                  </a:ext>
                </a:extLst>
              </p:cNvPr>
              <p:cNvSpPr txBox="1"/>
              <p:nvPr/>
            </p:nvSpPr>
            <p:spPr>
              <a:xfrm>
                <a:off x="5324697" y="5693659"/>
                <a:ext cx="601831" cy="246221"/>
              </a:xfrm>
              <a:prstGeom prst="rect">
                <a:avLst/>
              </a:prstGeom>
              <a:noFill/>
            </p:spPr>
            <p:txBody>
              <a:bodyPr wrap="none" lIns="0" tIns="0" rIns="0" bIns="0" rtlCol="0">
                <a:prstTxWarp prst="textArchDown">
                  <a:avLst>
                    <a:gd name="adj" fmla="val 1250602"/>
                  </a:avLst>
                </a:prstTxWarp>
                <a:spAutoFit/>
              </a:bodyPr>
              <a:lstStyle/>
              <a:p>
                <a:pPr marL="0" marR="0" lvl="0" indent="0" defTabSz="914367" rtl="0" eaLnBrk="1" fontAlgn="auto" latinLnBrk="0" hangingPunct="1">
                  <a:lnSpc>
                    <a:spcPct val="100000"/>
                  </a:lnSpc>
                  <a:spcBef>
                    <a:spcPts val="0"/>
                  </a:spcBef>
                  <a:spcAft>
                    <a:spcPts val="0"/>
                  </a:spcAft>
                  <a:buClrTx/>
                  <a:buSzTx/>
                  <a:buFontTx/>
                  <a:buNone/>
                  <a:tabLst/>
                  <a:defRPr/>
                </a:pPr>
                <a:r>
                  <a:rPr kumimoji="0" lang="ja" altLang="en-US" sz="1600" b="1" i="0" u="none" strike="noStrike" kern="0" cap="none" spc="0" normalizeH="0" baseline="0" noProof="0">
                    <a:ln>
                      <a:noFill/>
                    </a:ln>
                    <a:solidFill>
                      <a:srgbClr val="D59DD7"/>
                    </a:solidFill>
                    <a:effectLst/>
                    <a:uLnTx/>
                    <a:uFillTx/>
                    <a:latin typeface="Yu Gothic UI" panose="020B0500000000000000" pitchFamily="50" charset="-128"/>
                    <a:ea typeface="Yu Gothic UI" panose="020B0500000000000000" pitchFamily="50" charset="-128"/>
                  </a:rPr>
                  <a:t>花</a:t>
                </a:r>
              </a:p>
            </p:txBody>
          </p:sp>
        </p:grpSp>
        <p:grpSp>
          <p:nvGrpSpPr>
            <p:cNvPr id="87" name="Group 25">
              <a:extLst>
                <a:ext uri="{FF2B5EF4-FFF2-40B4-BE49-F238E27FC236}">
                  <a16:creationId xmlns:a16="http://schemas.microsoft.com/office/drawing/2014/main" id="{6A71DADC-1B64-82FB-3B80-F90679010596}"/>
                </a:ext>
              </a:extLst>
            </p:cNvPr>
            <p:cNvGrpSpPr/>
            <p:nvPr/>
          </p:nvGrpSpPr>
          <p:grpSpPr>
            <a:xfrm>
              <a:off x="591307" y="2555023"/>
              <a:ext cx="3600000" cy="934497"/>
              <a:chOff x="591307" y="2555023"/>
              <a:chExt cx="3600000" cy="934497"/>
            </a:xfrm>
          </p:grpSpPr>
          <p:sp>
            <p:nvSpPr>
              <p:cNvPr id="91" name="矩形 7">
                <a:extLst>
                  <a:ext uri="{FF2B5EF4-FFF2-40B4-BE49-F238E27FC236}">
                    <a16:creationId xmlns:a16="http://schemas.microsoft.com/office/drawing/2014/main" id="{19A99B7E-0E2D-DBA0-07AC-2B50415A3EBD}"/>
                  </a:ext>
                </a:extLst>
              </p:cNvPr>
              <p:cNvSpPr/>
              <p:nvPr/>
            </p:nvSpPr>
            <p:spPr bwMode="auto">
              <a:xfrm>
                <a:off x="591307" y="2555023"/>
                <a:ext cx="3600000" cy="934497"/>
              </a:xfrm>
              <a:prstGeom prst="rect">
                <a:avLst/>
              </a:prstGeom>
              <a:solidFill>
                <a:srgbClr val="EAEAEA"/>
              </a:solidFill>
              <a:ln w="9525" cap="flat" cmpd="sng" algn="ctr">
                <a:noFill/>
                <a:prstDash val="solid"/>
                <a:headEnd type="none" w="med" len="med"/>
                <a:tailEnd type="none" w="med" len="med"/>
              </a:ln>
              <a:effectLst/>
            </p:spPr>
            <p:txBody>
              <a:bodyPr rot="0" spcFirstLastPara="0" vertOverflow="overflow" horzOverflow="overflow" vert="horz" wrap="square" lIns="1296000" tIns="146304" rIns="182880" bIns="146304" numCol="1" spcCol="0" rtlCol="0" fromWordArt="0" anchor="ctr" anchorCtr="0" forceAA="0" compatLnSpc="1">
                <a:prstTxWarp prst="textNoShape">
                  <a:avLst/>
                </a:prstTxWarp>
                <a:no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ja" altLang="zh-CN" sz="20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rPr>
                  <a:t>自然言語生成</a:t>
                </a:r>
                <a:endParaRPr kumimoji="0" lang="zh-CN" altLang="en-US" sz="2000" b="0" i="0" u="none" strike="noStrike" kern="0" cap="none" spc="0" normalizeH="0" baseline="0" noProof="0">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pic>
            <p:nvPicPr>
              <p:cNvPr id="92" name="Graphic 24" descr="タイプライターのアウトライン">
                <a:extLst>
                  <a:ext uri="{FF2B5EF4-FFF2-40B4-BE49-F238E27FC236}">
                    <a16:creationId xmlns:a16="http://schemas.microsoft.com/office/drawing/2014/main" id="{6DE467B2-F361-7B8D-7413-EC6F13EAC8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8869" y="2702910"/>
                <a:ext cx="648382" cy="648382"/>
              </a:xfrm>
              <a:prstGeom prst="rect">
                <a:avLst/>
              </a:prstGeom>
            </p:spPr>
          </p:pic>
        </p:grpSp>
        <p:grpSp>
          <p:nvGrpSpPr>
            <p:cNvPr id="88" name="Group 42">
              <a:extLst>
                <a:ext uri="{FF2B5EF4-FFF2-40B4-BE49-F238E27FC236}">
                  <a16:creationId xmlns:a16="http://schemas.microsoft.com/office/drawing/2014/main" id="{B1DD9F38-40CB-A353-4DC4-9747462BC218}"/>
                </a:ext>
              </a:extLst>
            </p:cNvPr>
            <p:cNvGrpSpPr/>
            <p:nvPr/>
          </p:nvGrpSpPr>
          <p:grpSpPr>
            <a:xfrm>
              <a:off x="588264" y="1518113"/>
              <a:ext cx="11018519" cy="759070"/>
              <a:chOff x="588264" y="1518113"/>
              <a:chExt cx="11018519" cy="759070"/>
            </a:xfrm>
          </p:grpSpPr>
          <p:sp>
            <p:nvSpPr>
              <p:cNvPr id="89" name="矩形 9">
                <a:extLst>
                  <a:ext uri="{FF2B5EF4-FFF2-40B4-BE49-F238E27FC236}">
                    <a16:creationId xmlns:a16="http://schemas.microsoft.com/office/drawing/2014/main" id="{3EAD045D-D364-E147-C7BF-83B3ECF32EF7}"/>
                  </a:ext>
                </a:extLst>
              </p:cNvPr>
              <p:cNvSpPr/>
              <p:nvPr/>
            </p:nvSpPr>
            <p:spPr bwMode="auto">
              <a:xfrm>
                <a:off x="588264" y="1518113"/>
                <a:ext cx="11018519" cy="759070"/>
              </a:xfrm>
              <a:prstGeom prst="rect">
                <a:avLst/>
              </a:prstGeom>
              <a:solidFill>
                <a:srgbClr val="EAEAEA"/>
              </a:solidFill>
              <a:ln w="9525" cap="flat" cmpd="sng" algn="ctr">
                <a:noFill/>
                <a:prstDash val="solid"/>
                <a:headEnd type="none" w="med" len="med"/>
                <a:tailEnd type="none" w="med" len="med"/>
              </a:ln>
              <a:effectLst/>
            </p:spPr>
            <p:txBody>
              <a:bodyPr rot="0" spcFirstLastPara="0" vertOverflow="overflow" horzOverflow="overflow" vert="horz" wrap="square" lIns="129600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ja" altLang="zh-CN" sz="20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rPr>
                  <a:t>言語モデル</a:t>
                </a:r>
                <a:endParaRPr kumimoji="0" lang="zh-CN" altLang="en-US" sz="2000" b="0" i="0" u="none" strike="noStrike" kern="0" cap="none" spc="0" normalizeH="0" baseline="0" noProof="0" dirty="0">
                  <a:ln>
                    <a:noFill/>
                  </a:ln>
                  <a:solidFill>
                    <a:srgbClr val="000000"/>
                  </a:solidFill>
                  <a:effectLst/>
                  <a:uLnTx/>
                  <a:uFillTx/>
                  <a:latin typeface="Yu Gothic UI" panose="020B0500000000000000" pitchFamily="50" charset="-128"/>
                  <a:ea typeface="Yu Gothic UI" panose="020B0500000000000000" pitchFamily="50" charset="-128"/>
                  <a:cs typeface="+mn-cs"/>
                </a:endParaRPr>
              </a:p>
            </p:txBody>
          </p:sp>
          <p:pic>
            <p:nvPicPr>
              <p:cNvPr id="90" name="Picture 41">
                <a:extLst>
                  <a:ext uri="{FF2B5EF4-FFF2-40B4-BE49-F238E27FC236}">
                    <a16:creationId xmlns:a16="http://schemas.microsoft.com/office/drawing/2014/main" id="{3EB8627A-310B-4BFF-8774-1CB3C0D1C99A}"/>
                  </a:ext>
                </a:extLst>
              </p:cNvPr>
              <p:cNvPicPr>
                <a:picLocks noChangeAspect="1"/>
              </p:cNvPicPr>
              <p:nvPr/>
            </p:nvPicPr>
            <p:blipFill>
              <a:blip r:embed="rId5"/>
              <a:stretch>
                <a:fillRect/>
              </a:stretch>
            </p:blipFill>
            <p:spPr>
              <a:xfrm>
                <a:off x="4945065" y="1623265"/>
                <a:ext cx="634180" cy="573519"/>
              </a:xfrm>
              <a:prstGeom prst="rect">
                <a:avLst/>
              </a:prstGeom>
            </p:spPr>
          </p:pic>
        </p:grpSp>
      </p:grpSp>
      <p:sp>
        <p:nvSpPr>
          <p:cNvPr id="96" name="TextBox 3">
            <a:extLst>
              <a:ext uri="{FF2B5EF4-FFF2-40B4-BE49-F238E27FC236}">
                <a16:creationId xmlns:a16="http://schemas.microsoft.com/office/drawing/2014/main" id="{ACF72653-8C2C-CA98-BFD5-1E26D5A99512}"/>
              </a:ext>
            </a:extLst>
          </p:cNvPr>
          <p:cNvSpPr txBox="1"/>
          <p:nvPr/>
        </p:nvSpPr>
        <p:spPr>
          <a:xfrm rot="16200000">
            <a:off x="-213907" y="4671072"/>
            <a:ext cx="944169" cy="307777"/>
          </a:xfrm>
          <a:prstGeom prst="rect">
            <a:avLst/>
          </a:prstGeom>
          <a:noFill/>
        </p:spPr>
        <p:txBody>
          <a:bodyPr wrap="none" lIns="0" tIns="0" rIns="0" bIns="0" rtlCol="0">
            <a:spAutoFit/>
          </a:bodyPr>
          <a:lstStyle/>
          <a:p>
            <a:pPr defTabSz="914367" rtl="0">
              <a:defRPr/>
            </a:pPr>
            <a:r>
              <a:rPr lang="ja" altLang="en-US" sz="2000">
                <a:solidFill>
                  <a:srgbClr val="000000"/>
                </a:solidFill>
                <a:latin typeface="Yu Gothic UI" panose="020B0500000000000000" pitchFamily="50" charset="-128"/>
                <a:ea typeface="Yu Gothic UI" panose="020B0500000000000000" pitchFamily="50" charset="-128"/>
              </a:rPr>
              <a:t>プロンプト</a:t>
            </a:r>
          </a:p>
        </p:txBody>
      </p:sp>
      <p:sp>
        <p:nvSpPr>
          <p:cNvPr id="97" name="TextBox 13">
            <a:extLst>
              <a:ext uri="{FF2B5EF4-FFF2-40B4-BE49-F238E27FC236}">
                <a16:creationId xmlns:a16="http://schemas.microsoft.com/office/drawing/2014/main" id="{05F30A99-885D-5342-05BA-EA96C48C5466}"/>
              </a:ext>
            </a:extLst>
          </p:cNvPr>
          <p:cNvSpPr txBox="1"/>
          <p:nvPr/>
        </p:nvSpPr>
        <p:spPr>
          <a:xfrm rot="16200000">
            <a:off x="1695" y="6054752"/>
            <a:ext cx="512961" cy="307777"/>
          </a:xfrm>
          <a:prstGeom prst="rect">
            <a:avLst/>
          </a:prstGeom>
          <a:noFill/>
        </p:spPr>
        <p:txBody>
          <a:bodyPr wrap="none" lIns="0" tIns="0" rIns="0" bIns="0" rtlCol="0">
            <a:spAutoFit/>
          </a:bodyPr>
          <a:lstStyle/>
          <a:p>
            <a:pPr defTabSz="914367" rtl="0">
              <a:defRPr/>
            </a:pPr>
            <a:r>
              <a:rPr lang="ja" altLang="en-US" sz="2000">
                <a:solidFill>
                  <a:srgbClr val="000000"/>
                </a:solidFill>
                <a:latin typeface="Yu Gothic UI" panose="020B0500000000000000" pitchFamily="50" charset="-128"/>
                <a:ea typeface="Yu Gothic UI" panose="020B0500000000000000" pitchFamily="50" charset="-128"/>
              </a:rPr>
              <a:t>完成</a:t>
            </a:r>
          </a:p>
        </p:txBody>
      </p:sp>
    </p:spTree>
    <p:extLst>
      <p:ext uri="{BB962C8B-B14F-4D97-AF65-F5344CB8AC3E}">
        <p14:creationId xmlns:p14="http://schemas.microsoft.com/office/powerpoint/2010/main" val="328018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2A5AD-FB3B-C43D-1808-D87540A38FBC}"/>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2FD1D4A-9B45-089E-C523-DBA8BCDB9C5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latin typeface="Yu Gothic UI" panose="020B0500000000000000" pitchFamily="34" charset="-128"/>
                <a:ea typeface="Yu Gothic UI" panose="020B0500000000000000" pitchFamily="34" charset="-128"/>
              </a:rPr>
              <a:t>AI </a:t>
            </a:r>
            <a:r>
              <a:rPr lang="ja-JP" altLang="en-US" sz="2000" b="1">
                <a:latin typeface="Yu Gothic UI" panose="020B0500000000000000" pitchFamily="34" charset="-128"/>
                <a:ea typeface="Yu Gothic UI" panose="020B0500000000000000" pitchFamily="34" charset="-128"/>
              </a:rPr>
              <a:t>エージェントとは</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0FC13DEC-FCE9-FFC3-4189-EFE66FDEEEC0}"/>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994F2F0-30B5-191F-7633-54DA60C5EDB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76A58311-A55F-D5C5-7A87-3B9FC32A24A0}"/>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US" altLang="ja-JP" sz="2000" dirty="0"/>
              <a:t>AI </a:t>
            </a:r>
            <a:r>
              <a:rPr kumimoji="1" lang="ja-JP" altLang="en-US" sz="2000"/>
              <a:t>エージェントはこれまでの自動化ツールと比べて以下の特徴を持ちます。生成</a:t>
            </a:r>
            <a:r>
              <a:rPr kumimoji="1" lang="en-US" altLang="ja-JP" sz="2000" dirty="0"/>
              <a:t> AI </a:t>
            </a:r>
            <a:r>
              <a:rPr kumimoji="1" lang="ja-JP" altLang="en-US" sz="2000"/>
              <a:t>とその指示に従った作業を行うツールが組み合わさって、これらの特徴を実現しています。</a:t>
            </a:r>
          </a:p>
        </p:txBody>
      </p:sp>
      <p:sp>
        <p:nvSpPr>
          <p:cNvPr id="6" name="字幕 1">
            <a:extLst>
              <a:ext uri="{FF2B5EF4-FFF2-40B4-BE49-F238E27FC236}">
                <a16:creationId xmlns:a16="http://schemas.microsoft.com/office/drawing/2014/main" id="{E47E8E0D-1FE8-7578-25F0-0083BD2E5BA7}"/>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grpSp>
        <p:nvGrpSpPr>
          <p:cNvPr id="5" name="グループ化 4">
            <a:extLst>
              <a:ext uri="{FF2B5EF4-FFF2-40B4-BE49-F238E27FC236}">
                <a16:creationId xmlns:a16="http://schemas.microsoft.com/office/drawing/2014/main" id="{E033245A-FC54-F6DE-90E2-1F187EF1A3D3}"/>
              </a:ext>
            </a:extLst>
          </p:cNvPr>
          <p:cNvGrpSpPr/>
          <p:nvPr/>
        </p:nvGrpSpPr>
        <p:grpSpPr>
          <a:xfrm>
            <a:off x="685800" y="1975761"/>
            <a:ext cx="11278431" cy="1021459"/>
            <a:chOff x="351533" y="1039845"/>
            <a:chExt cx="11280031" cy="1438560"/>
          </a:xfrm>
        </p:grpSpPr>
        <p:sp>
          <p:nvSpPr>
            <p:cNvPr id="7" name="正方形/長方形 8">
              <a:extLst>
                <a:ext uri="{FF2B5EF4-FFF2-40B4-BE49-F238E27FC236}">
                  <a16:creationId xmlns:a16="http://schemas.microsoft.com/office/drawing/2014/main" id="{66198858-C416-D189-1BBB-7CA33AAE020D}"/>
                </a:ext>
              </a:extLst>
            </p:cNvPr>
            <p:cNvSpPr/>
            <p:nvPr/>
          </p:nvSpPr>
          <p:spPr>
            <a:xfrm>
              <a:off x="1631506" y="1082209"/>
              <a:ext cx="10000058" cy="361599"/>
            </a:xfrm>
            <a:prstGeom prst="rect">
              <a:avLst/>
            </a:prstGeom>
            <a:solidFill>
              <a:schemeClr val="bg1">
                <a:alpha val="90000"/>
              </a:schemeClr>
            </a:solidFill>
            <a:ln w="10795" cap="flat" cmpd="sng" algn="ctr">
              <a:noFill/>
              <a:prstDash val="solid"/>
            </a:ln>
            <a:effectLst/>
          </p:spPr>
          <p:txBody>
            <a:bodyPr rtlCol="0" anchor="ctr"/>
            <a:lstStyle/>
            <a:p>
              <a:pPr defTabSz="914192">
                <a:defRPr/>
              </a:pPr>
              <a:r>
                <a:rPr lang="ja-JP" altLang="en-US" sz="1400" kern="0" dirty="0">
                  <a:solidFill>
                    <a:srgbClr val="000000"/>
                  </a:solidFill>
                  <a:latin typeface="Segoe UI" panose="020B0502040204020203" pitchFamily="34" charset="0"/>
                  <a:ea typeface="Meiryo UI" panose="020B0604030504040204" pitchFamily="50" charset="-128"/>
                  <a:cs typeface="Segoe UI" panose="020B0502040204020203" pitchFamily="34" charset="0"/>
                </a:rPr>
                <a:t>従来はユーザーの指示に基づいて動作したのに対し、</a:t>
              </a:r>
              <a:r>
                <a:rPr lang="ja-JP" altLang="en-US" sz="1400" b="1" kern="0" dirty="0">
                  <a:solidFill>
                    <a:srgbClr val="0070C0"/>
                  </a:solidFill>
                  <a:latin typeface="Segoe UI" panose="020B0502040204020203" pitchFamily="34" charset="0"/>
                  <a:ea typeface="Meiryo UI" panose="020B0604030504040204" pitchFamily="50" charset="-128"/>
                  <a:cs typeface="Segoe UI" panose="020B0502040204020203" pitchFamily="34" charset="0"/>
                </a:rPr>
                <a:t>与えられた目標に基づいて独立して行動し、ユーザーの介入を最小限に抑える。</a:t>
              </a:r>
              <a:endParaRPr lang="en-US" altLang="ja-JP" sz="1400" b="1" kern="0" dirty="0">
                <a:solidFill>
                  <a:srgbClr val="0070C0"/>
                </a:solidFill>
                <a:latin typeface="Segoe UI" panose="020B0502040204020203" pitchFamily="34" charset="0"/>
                <a:ea typeface="Meiryo UI" panose="020B0604030504040204" pitchFamily="50" charset="-128"/>
                <a:cs typeface="Segoe UI" panose="020B0502040204020203" pitchFamily="34" charset="0"/>
              </a:endParaRPr>
            </a:p>
          </p:txBody>
        </p:sp>
        <p:sp>
          <p:nvSpPr>
            <p:cNvPr id="8" name="四角形: 角を丸くする 11">
              <a:extLst>
                <a:ext uri="{FF2B5EF4-FFF2-40B4-BE49-F238E27FC236}">
                  <a16:creationId xmlns:a16="http://schemas.microsoft.com/office/drawing/2014/main" id="{D49F976B-B028-CF54-B5F1-B8D57F6068FB}"/>
                </a:ext>
              </a:extLst>
            </p:cNvPr>
            <p:cNvSpPr/>
            <p:nvPr/>
          </p:nvSpPr>
          <p:spPr bwMode="auto">
            <a:xfrm>
              <a:off x="351533" y="1039845"/>
              <a:ext cx="1220263" cy="446328"/>
            </a:xfrm>
            <a:prstGeom prst="roundRect">
              <a:avLst>
                <a:gd name="adj" fmla="val 4009"/>
              </a:avLst>
            </a:prstGeom>
            <a:solidFill>
              <a:srgbClr val="0078D4"/>
            </a:solidFill>
            <a:ln>
              <a:noFill/>
            </a:ln>
          </p:spPr>
          <p:txBody>
            <a:bodyPr wrap="square" lIns="0" tIns="0" rIns="0" bIns="0" rtlCol="0" anchor="ctr">
              <a:noAutofit/>
            </a:bodyPr>
            <a:lstStyle/>
            <a:p>
              <a:pPr algn="ctr" defTabSz="914225">
                <a:defRPr/>
              </a:pPr>
              <a:r>
                <a:rPr lang="ja-JP" altLang="en-US" sz="1800" b="1" kern="0">
                  <a:solidFill>
                    <a:srgbClr val="FFFFFF"/>
                  </a:solidFill>
                  <a:latin typeface="Segoe UI" panose="020B0502040204020203" pitchFamily="34" charset="0"/>
                  <a:ea typeface="Meiryo UI" panose="020B0604030504040204" pitchFamily="50" charset="-128"/>
                  <a:cs typeface="Segoe UI" panose="020B0502040204020203" pitchFamily="34" charset="0"/>
                </a:rPr>
                <a:t>自律性</a:t>
              </a:r>
              <a:endParaRPr lang="en-US" altLang="ja-JP" sz="1800" b="1" kern="0">
                <a:solidFill>
                  <a:srgbClr val="FFFFFF"/>
                </a:solidFill>
                <a:latin typeface="Segoe UI" panose="020B0502040204020203" pitchFamily="34" charset="0"/>
                <a:ea typeface="Meiryo UI" panose="020B0604030504040204" pitchFamily="50" charset="-128"/>
                <a:cs typeface="Segoe UI" panose="020B0502040204020203" pitchFamily="34" charset="0"/>
              </a:endParaRPr>
            </a:p>
          </p:txBody>
        </p:sp>
        <p:sp>
          <p:nvSpPr>
            <p:cNvPr id="10" name="正方形/長方形 8">
              <a:extLst>
                <a:ext uri="{FF2B5EF4-FFF2-40B4-BE49-F238E27FC236}">
                  <a16:creationId xmlns:a16="http://schemas.microsoft.com/office/drawing/2014/main" id="{D118707A-F98A-7D8C-6AB1-4794F151C7F3}"/>
                </a:ext>
              </a:extLst>
            </p:cNvPr>
            <p:cNvSpPr/>
            <p:nvPr/>
          </p:nvSpPr>
          <p:spPr>
            <a:xfrm>
              <a:off x="1631506" y="1578998"/>
              <a:ext cx="10000058" cy="361599"/>
            </a:xfrm>
            <a:prstGeom prst="rect">
              <a:avLst/>
            </a:prstGeom>
            <a:solidFill>
              <a:schemeClr val="bg1">
                <a:alpha val="90000"/>
              </a:schemeClr>
            </a:solidFill>
            <a:ln w="10795" cap="flat" cmpd="sng" algn="ctr">
              <a:noFill/>
              <a:prstDash val="solid"/>
            </a:ln>
            <a:effectLst/>
          </p:spPr>
          <p:txBody>
            <a:bodyPr rtlCol="0" anchor="ctr"/>
            <a:lstStyle/>
            <a:p>
              <a:pPr defTabSz="914192">
                <a:defRPr/>
              </a:pPr>
              <a:r>
                <a:rPr lang="ja-JP" altLang="en-US" sz="1400" kern="0" dirty="0">
                  <a:solidFill>
                    <a:srgbClr val="000000"/>
                  </a:solidFill>
                  <a:latin typeface="Segoe UI" panose="020B0502040204020203" pitchFamily="34" charset="0"/>
                  <a:ea typeface="Meiryo UI" panose="020B0604030504040204" pitchFamily="50" charset="-128"/>
                  <a:cs typeface="Segoe UI" panose="020B0502040204020203" pitchFamily="34" charset="0"/>
                </a:rPr>
                <a:t>従来はユーザーの質問に答えることに主眼を置いていたのに対し、</a:t>
              </a:r>
              <a:r>
                <a:rPr lang="ja-JP" altLang="en-US" sz="1400" b="1" kern="0" dirty="0">
                  <a:solidFill>
                    <a:srgbClr val="0070C0"/>
                  </a:solidFill>
                  <a:latin typeface="Segoe UI" panose="020B0502040204020203" pitchFamily="34" charset="0"/>
                  <a:ea typeface="Meiryo UI" panose="020B0604030504040204" pitchFamily="50" charset="-128"/>
                  <a:cs typeface="Segoe UI" panose="020B0502040204020203" pitchFamily="34" charset="0"/>
                </a:rPr>
                <a:t>特定の目標やタスクの達成に向けて計画を立てて行動する。</a:t>
              </a:r>
              <a:endParaRPr lang="en-US" altLang="ja-JP" sz="1400" b="1" kern="0" dirty="0">
                <a:solidFill>
                  <a:srgbClr val="0070C0"/>
                </a:solidFill>
                <a:latin typeface="Segoe UI" panose="020B0502040204020203" pitchFamily="34" charset="0"/>
                <a:ea typeface="Meiryo UI" panose="020B0604030504040204" pitchFamily="50" charset="-128"/>
                <a:cs typeface="Segoe UI" panose="020B0502040204020203" pitchFamily="34" charset="0"/>
              </a:endParaRPr>
            </a:p>
          </p:txBody>
        </p:sp>
        <p:sp>
          <p:nvSpPr>
            <p:cNvPr id="11" name="四角形: 角を丸くする 11">
              <a:extLst>
                <a:ext uri="{FF2B5EF4-FFF2-40B4-BE49-F238E27FC236}">
                  <a16:creationId xmlns:a16="http://schemas.microsoft.com/office/drawing/2014/main" id="{B41A063E-E372-E2BE-840E-EB861082A52C}"/>
                </a:ext>
              </a:extLst>
            </p:cNvPr>
            <p:cNvSpPr/>
            <p:nvPr/>
          </p:nvSpPr>
          <p:spPr bwMode="auto">
            <a:xfrm>
              <a:off x="351533" y="1536635"/>
              <a:ext cx="1220263" cy="446328"/>
            </a:xfrm>
            <a:prstGeom prst="roundRect">
              <a:avLst>
                <a:gd name="adj" fmla="val 4009"/>
              </a:avLst>
            </a:prstGeom>
            <a:solidFill>
              <a:srgbClr val="0078D4"/>
            </a:solidFill>
            <a:ln>
              <a:noFill/>
            </a:ln>
          </p:spPr>
          <p:txBody>
            <a:bodyPr wrap="square" lIns="0" tIns="0" rIns="0" bIns="0" rtlCol="0" anchor="ctr">
              <a:noAutofit/>
            </a:bodyPr>
            <a:lstStyle/>
            <a:p>
              <a:pPr algn="ctr" defTabSz="914225">
                <a:defRPr/>
              </a:pPr>
              <a:r>
                <a:rPr lang="ja-JP" altLang="en-US" sz="1800" b="1" kern="0">
                  <a:solidFill>
                    <a:srgbClr val="FFFFFF"/>
                  </a:solidFill>
                  <a:latin typeface="Segoe UI" panose="020B0502040204020203" pitchFamily="34" charset="0"/>
                  <a:ea typeface="Meiryo UI" panose="020B0604030504040204" pitchFamily="50" charset="-128"/>
                  <a:cs typeface="Segoe UI" panose="020B0502040204020203" pitchFamily="34" charset="0"/>
                </a:rPr>
                <a:t>目標指向</a:t>
              </a:r>
              <a:endParaRPr lang="en-US" altLang="ja-JP" sz="1800" b="1" kern="0">
                <a:solidFill>
                  <a:srgbClr val="FFFFFF"/>
                </a:solidFill>
                <a:latin typeface="Segoe UI" panose="020B0502040204020203" pitchFamily="34" charset="0"/>
                <a:ea typeface="Meiryo UI" panose="020B0604030504040204" pitchFamily="50" charset="-128"/>
                <a:cs typeface="Segoe UI" panose="020B0502040204020203" pitchFamily="34" charset="0"/>
              </a:endParaRPr>
            </a:p>
          </p:txBody>
        </p:sp>
        <p:sp>
          <p:nvSpPr>
            <p:cNvPr id="12" name="正方形/長方形 8">
              <a:extLst>
                <a:ext uri="{FF2B5EF4-FFF2-40B4-BE49-F238E27FC236}">
                  <a16:creationId xmlns:a16="http://schemas.microsoft.com/office/drawing/2014/main" id="{3380B16B-FC82-B9B9-10CE-DCAFA77FC508}"/>
                </a:ext>
              </a:extLst>
            </p:cNvPr>
            <p:cNvSpPr/>
            <p:nvPr/>
          </p:nvSpPr>
          <p:spPr>
            <a:xfrm>
              <a:off x="1631506" y="2074440"/>
              <a:ext cx="10000058" cy="361599"/>
            </a:xfrm>
            <a:prstGeom prst="rect">
              <a:avLst/>
            </a:prstGeom>
            <a:solidFill>
              <a:schemeClr val="bg1">
                <a:alpha val="90000"/>
              </a:schemeClr>
            </a:solidFill>
            <a:ln w="10795" cap="flat" cmpd="sng" algn="ctr">
              <a:noFill/>
              <a:prstDash val="solid"/>
            </a:ln>
            <a:effectLst/>
          </p:spPr>
          <p:txBody>
            <a:bodyPr rtlCol="0" anchor="ctr"/>
            <a:lstStyle/>
            <a:p>
              <a:pPr defTabSz="914192">
                <a:defRPr/>
              </a:pPr>
              <a:r>
                <a:rPr lang="ja-JP" altLang="en-US" sz="1400" kern="0">
                  <a:solidFill>
                    <a:srgbClr val="000000"/>
                  </a:solidFill>
                  <a:latin typeface="Segoe UI" panose="020B0502040204020203" pitchFamily="34" charset="0"/>
                  <a:ea typeface="Meiryo UI" panose="020B0604030504040204" pitchFamily="50" charset="-128"/>
                  <a:cs typeface="Segoe UI" panose="020B0502040204020203" pitchFamily="34" charset="0"/>
                </a:rPr>
                <a:t>従来はシンプルな一問一答に限定されることが多かったのに対し、</a:t>
              </a:r>
              <a:r>
                <a:rPr lang="ja-JP" altLang="en-US" sz="1400" b="1" kern="0">
                  <a:solidFill>
                    <a:srgbClr val="0070C0"/>
                  </a:solidFill>
                  <a:latin typeface="Segoe UI" panose="020B0502040204020203" pitchFamily="34" charset="0"/>
                  <a:ea typeface="Meiryo UI" panose="020B0604030504040204" pitchFamily="50" charset="-128"/>
                  <a:cs typeface="Segoe UI" panose="020B0502040204020203" pitchFamily="34" charset="0"/>
                </a:rPr>
                <a:t>複雑で連続した対話の中からタスクを処理する能力</a:t>
              </a:r>
              <a:r>
                <a:rPr lang="ja-JP" altLang="en-US" sz="1400" b="1" kern="0">
                  <a:solidFill>
                    <a:srgbClr val="000000"/>
                  </a:solidFill>
                  <a:latin typeface="Segoe UI" panose="020B0502040204020203" pitchFamily="34" charset="0"/>
                  <a:ea typeface="Meiryo UI" panose="020B0604030504040204" pitchFamily="50" charset="-128"/>
                  <a:cs typeface="Segoe UI" panose="020B0502040204020203" pitchFamily="34" charset="0"/>
                </a:rPr>
                <a:t>を持つ。</a:t>
              </a:r>
              <a:endParaRPr lang="en-US" altLang="ja-JP" sz="1400" b="1" kern="0">
                <a:solidFill>
                  <a:srgbClr val="000000"/>
                </a:solidFill>
                <a:latin typeface="Segoe UI" panose="020B0502040204020203" pitchFamily="34" charset="0"/>
                <a:ea typeface="Meiryo UI" panose="020B0604030504040204" pitchFamily="50" charset="-128"/>
                <a:cs typeface="Segoe UI" panose="020B0502040204020203" pitchFamily="34" charset="0"/>
              </a:endParaRPr>
            </a:p>
          </p:txBody>
        </p:sp>
        <p:sp>
          <p:nvSpPr>
            <p:cNvPr id="13" name="四角形: 角を丸くする 11">
              <a:extLst>
                <a:ext uri="{FF2B5EF4-FFF2-40B4-BE49-F238E27FC236}">
                  <a16:creationId xmlns:a16="http://schemas.microsoft.com/office/drawing/2014/main" id="{8229FDEC-33C8-93C2-7433-34054FF7ABFC}"/>
                </a:ext>
              </a:extLst>
            </p:cNvPr>
            <p:cNvSpPr/>
            <p:nvPr/>
          </p:nvSpPr>
          <p:spPr bwMode="auto">
            <a:xfrm>
              <a:off x="351533" y="2032077"/>
              <a:ext cx="1220263" cy="446328"/>
            </a:xfrm>
            <a:prstGeom prst="roundRect">
              <a:avLst>
                <a:gd name="adj" fmla="val 4009"/>
              </a:avLst>
            </a:prstGeom>
            <a:solidFill>
              <a:srgbClr val="0078D4"/>
            </a:solidFill>
            <a:ln>
              <a:noFill/>
            </a:ln>
          </p:spPr>
          <p:txBody>
            <a:bodyPr wrap="square" lIns="0" tIns="0" rIns="0" bIns="0" rtlCol="0" anchor="ctr">
              <a:noAutofit/>
            </a:bodyPr>
            <a:lstStyle/>
            <a:p>
              <a:pPr algn="ctr" defTabSz="914225">
                <a:defRPr/>
              </a:pPr>
              <a:r>
                <a:rPr lang="ja-JP" altLang="en-US" sz="1800" b="1" kern="0">
                  <a:solidFill>
                    <a:srgbClr val="FFFFFF"/>
                  </a:solidFill>
                  <a:latin typeface="Segoe UI" panose="020B0502040204020203" pitchFamily="34" charset="0"/>
                  <a:ea typeface="Meiryo UI" panose="020B0604030504040204" pitchFamily="50" charset="-128"/>
                  <a:cs typeface="Segoe UI" panose="020B0502040204020203" pitchFamily="34" charset="0"/>
                </a:rPr>
                <a:t>高度な推論</a:t>
              </a:r>
              <a:endParaRPr lang="en-US" altLang="ja-JP" sz="1800" b="1" kern="0">
                <a:solidFill>
                  <a:srgbClr val="FFFFFF"/>
                </a:solidFill>
                <a:latin typeface="Segoe UI" panose="020B0502040204020203" pitchFamily="34" charset="0"/>
                <a:ea typeface="Meiryo UI" panose="020B0604030504040204" pitchFamily="50" charset="-128"/>
                <a:cs typeface="Segoe UI" panose="020B0502040204020203" pitchFamily="34" charset="0"/>
              </a:endParaRPr>
            </a:p>
          </p:txBody>
        </p:sp>
      </p:grpSp>
      <p:sp>
        <p:nvSpPr>
          <p:cNvPr id="14" name="Rectangle: Rounded Corners 1">
            <a:extLst>
              <a:ext uri="{FF2B5EF4-FFF2-40B4-BE49-F238E27FC236}">
                <a16:creationId xmlns:a16="http://schemas.microsoft.com/office/drawing/2014/main" id="{59B7ECD9-34EB-E4E7-80B7-2345F2939889}"/>
              </a:ext>
            </a:extLst>
          </p:cNvPr>
          <p:cNvSpPr/>
          <p:nvPr/>
        </p:nvSpPr>
        <p:spPr bwMode="auto">
          <a:xfrm>
            <a:off x="656678" y="3910268"/>
            <a:ext cx="2576579" cy="2760070"/>
          </a:xfrm>
          <a:prstGeom prst="roundRect">
            <a:avLst>
              <a:gd name="adj" fmla="val 5377"/>
            </a:avLst>
          </a:prstGeom>
          <a:solidFill>
            <a:schemeClr val="bg1">
              <a:alpha val="90000"/>
            </a:schemeClr>
          </a:solidFill>
          <a:ln w="19050" cap="flat" cmpd="sng" algn="ctr">
            <a:solidFill>
              <a:srgbClr val="FFFFFF">
                <a:lumMod val="65000"/>
              </a:srgbClr>
            </a:solidFill>
            <a:prstDash val="solid"/>
            <a:miter lim="800000"/>
          </a:ln>
          <a:effectLst>
            <a:outerShdw blurRad="50800" dist="38100" dir="2700000" algn="tl" rotWithShape="0">
              <a:prstClr val="black">
                <a:alpha val="20000"/>
              </a:prstClr>
            </a:outerShdw>
          </a:effectLst>
        </p:spPr>
        <p:txBody>
          <a:bodyPr rtlCol="0" anchor="ctr"/>
          <a:lstStyle/>
          <a:p>
            <a:pPr algn="ctr" defTabSz="932293" fontAlgn="base">
              <a:spcBef>
                <a:spcPct val="0"/>
              </a:spcBef>
              <a:defRPr/>
            </a:pPr>
            <a:endParaRPr lang="ja-JP" altLang="en-US" sz="1200" kern="0">
              <a:solidFill>
                <a:srgbClr val="225B61"/>
              </a:solidFill>
              <a:latin typeface="Segoe UI" panose="020B0502040204020203" pitchFamily="34" charset="0"/>
              <a:ea typeface="Meiryo UI" panose="020B0604030504040204" pitchFamily="50" charset="-128"/>
              <a:cs typeface="Segoe UI" panose="020B0502040204020203" pitchFamily="34" charset="0"/>
            </a:endParaRPr>
          </a:p>
        </p:txBody>
      </p:sp>
      <p:sp>
        <p:nvSpPr>
          <p:cNvPr id="15" name="Rectangle: Rounded Corners 2">
            <a:extLst>
              <a:ext uri="{FF2B5EF4-FFF2-40B4-BE49-F238E27FC236}">
                <a16:creationId xmlns:a16="http://schemas.microsoft.com/office/drawing/2014/main" id="{9090ADFC-0F2F-6B5F-BAF7-790192B881CB}"/>
              </a:ext>
            </a:extLst>
          </p:cNvPr>
          <p:cNvSpPr/>
          <p:nvPr/>
        </p:nvSpPr>
        <p:spPr bwMode="auto">
          <a:xfrm>
            <a:off x="3466868" y="3910268"/>
            <a:ext cx="2576579" cy="2760070"/>
          </a:xfrm>
          <a:prstGeom prst="roundRect">
            <a:avLst>
              <a:gd name="adj" fmla="val 5377"/>
            </a:avLst>
          </a:prstGeom>
          <a:solidFill>
            <a:schemeClr val="bg1">
              <a:alpha val="90000"/>
            </a:schemeClr>
          </a:solidFill>
          <a:ln w="19050" cap="flat" cmpd="sng" algn="ctr">
            <a:solidFill>
              <a:srgbClr val="FFFFFF">
                <a:lumMod val="65000"/>
              </a:srgbClr>
            </a:solidFill>
            <a:prstDash val="solid"/>
            <a:miter lim="800000"/>
          </a:ln>
          <a:effectLst>
            <a:outerShdw blurRad="50800" dist="38100" dir="2700000" algn="tl" rotWithShape="0">
              <a:prstClr val="black">
                <a:alpha val="20000"/>
              </a:prstClr>
            </a:outerShdw>
          </a:effectLst>
        </p:spPr>
        <p:txBody>
          <a:bodyPr rtlCol="0" anchor="ctr"/>
          <a:lstStyle/>
          <a:p>
            <a:pPr algn="ctr" defTabSz="932293" fontAlgn="base">
              <a:spcBef>
                <a:spcPct val="0"/>
              </a:spcBef>
              <a:defRPr/>
            </a:pPr>
            <a:endParaRPr lang="ja-JP" altLang="en-US" sz="1200" kern="0">
              <a:solidFill>
                <a:srgbClr val="225B61"/>
              </a:solidFill>
              <a:latin typeface="Segoe UI" panose="020B0502040204020203" pitchFamily="34" charset="0"/>
              <a:ea typeface="Meiryo UI" panose="020B0604030504040204" pitchFamily="50" charset="-128"/>
              <a:cs typeface="Segoe UI" panose="020B0502040204020203" pitchFamily="34" charset="0"/>
            </a:endParaRPr>
          </a:p>
        </p:txBody>
      </p:sp>
      <p:sp>
        <p:nvSpPr>
          <p:cNvPr id="16" name="Rectangle: Rounded Corners 3">
            <a:extLst>
              <a:ext uri="{FF2B5EF4-FFF2-40B4-BE49-F238E27FC236}">
                <a16:creationId xmlns:a16="http://schemas.microsoft.com/office/drawing/2014/main" id="{067B71F6-4316-FF82-AFE9-78C492B674E7}"/>
              </a:ext>
            </a:extLst>
          </p:cNvPr>
          <p:cNvSpPr/>
          <p:nvPr/>
        </p:nvSpPr>
        <p:spPr bwMode="auto">
          <a:xfrm>
            <a:off x="6277059" y="3589083"/>
            <a:ext cx="2576579" cy="3081254"/>
          </a:xfrm>
          <a:prstGeom prst="roundRect">
            <a:avLst>
              <a:gd name="adj" fmla="val 4302"/>
            </a:avLst>
          </a:prstGeom>
          <a:solidFill>
            <a:schemeClr val="bg1">
              <a:alpha val="90000"/>
            </a:schemeClr>
          </a:solidFill>
          <a:ln w="19050" cap="flat" cmpd="sng" algn="ctr">
            <a:solidFill>
              <a:srgbClr val="C5B4E3">
                <a:lumMod val="40000"/>
                <a:lumOff val="60000"/>
              </a:srgbClr>
            </a:solidFill>
            <a:prstDash val="solid"/>
            <a:miter lim="800000"/>
            <a:headEnd type="none" w="med" len="med"/>
            <a:tailEnd type="none" w="med" len="med"/>
          </a:ln>
          <a:effectLst>
            <a:outerShdw blurRad="50800" dist="38100" dir="2700000" algn="tl" rotWithShape="0">
              <a:prstClr val="black">
                <a:alpha val="20000"/>
              </a:prstClr>
            </a:outerShdw>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defTabSz="932293" fontAlgn="base">
              <a:spcBef>
                <a:spcPct val="0"/>
              </a:spcBef>
              <a:spcAft>
                <a:spcPct val="0"/>
              </a:spcAft>
              <a:defRPr/>
            </a:pPr>
            <a:endParaRPr lang="ja-JP" altLang="en-US" sz="1800" kern="0">
              <a:ln w="0"/>
              <a:solidFill>
                <a:srgbClr val="000000"/>
              </a:solidFill>
              <a:effectLst>
                <a:outerShdw blurRad="38100" dist="19050" dir="2700000" algn="tl" rotWithShape="0">
                  <a:srgbClr val="000000">
                    <a:alpha val="40000"/>
                  </a:srgbClr>
                </a:outerShdw>
              </a:effectLst>
              <a:latin typeface="Segoe UI" panose="020B0502040204020203" pitchFamily="34" charset="0"/>
              <a:ea typeface="Meiryo UI" panose="020B0604030504040204" pitchFamily="50" charset="-128"/>
              <a:cs typeface="Segoe UI" panose="020B0502040204020203" pitchFamily="34" charset="0"/>
            </a:endParaRPr>
          </a:p>
        </p:txBody>
      </p:sp>
      <p:sp>
        <p:nvSpPr>
          <p:cNvPr id="17" name="Rectangle: Rounded Corners 4">
            <a:extLst>
              <a:ext uri="{FF2B5EF4-FFF2-40B4-BE49-F238E27FC236}">
                <a16:creationId xmlns:a16="http://schemas.microsoft.com/office/drawing/2014/main" id="{A3AA4915-98DC-143A-0717-2E97D1A035C7}"/>
              </a:ext>
            </a:extLst>
          </p:cNvPr>
          <p:cNvSpPr/>
          <p:nvPr/>
        </p:nvSpPr>
        <p:spPr bwMode="auto">
          <a:xfrm>
            <a:off x="9087249" y="3028560"/>
            <a:ext cx="2576579" cy="3641777"/>
          </a:xfrm>
          <a:prstGeom prst="roundRect">
            <a:avLst>
              <a:gd name="adj" fmla="val 4839"/>
            </a:avLst>
          </a:prstGeom>
          <a:solidFill>
            <a:schemeClr val="bg1">
              <a:alpha val="90000"/>
            </a:schemeClr>
          </a:solidFill>
          <a:ln w="19050" cap="flat" cmpd="sng" algn="ctr">
            <a:solidFill>
              <a:srgbClr val="C5B4E3">
                <a:lumMod val="75000"/>
              </a:srgbClr>
            </a:solidFill>
            <a:prstDash val="solid"/>
            <a:miter lim="800000"/>
            <a:headEnd type="none" w="med" len="med"/>
            <a:tailEnd type="none" w="med" len="med"/>
          </a:ln>
          <a:effectLst>
            <a:outerShdw blurRad="50800" dist="38100" dir="2700000" algn="tl" rotWithShape="0">
              <a:prstClr val="black">
                <a:alpha val="20000"/>
              </a:prstClr>
            </a:outerShdw>
          </a:effectLst>
        </p:spPr>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defTabSz="932293" fontAlgn="base">
              <a:spcBef>
                <a:spcPct val="0"/>
              </a:spcBef>
              <a:spcAft>
                <a:spcPct val="0"/>
              </a:spcAft>
              <a:defRPr/>
            </a:pPr>
            <a:endParaRPr lang="ja-JP" altLang="en-US" sz="1800" kern="0">
              <a:solidFill>
                <a:srgbClr val="FFFFFF"/>
              </a:solidFill>
              <a:latin typeface="Segoe UI" panose="020B0502040204020203" pitchFamily="34" charset="0"/>
              <a:ea typeface="Meiryo UI" panose="020B0604030504040204" pitchFamily="50" charset="-128"/>
              <a:cs typeface="Segoe UI" panose="020B0502040204020203" pitchFamily="34" charset="0"/>
            </a:endParaRPr>
          </a:p>
        </p:txBody>
      </p:sp>
      <p:sp>
        <p:nvSpPr>
          <p:cNvPr id="18" name="Text Placeholder 3">
            <a:extLst>
              <a:ext uri="{FF2B5EF4-FFF2-40B4-BE49-F238E27FC236}">
                <a16:creationId xmlns:a16="http://schemas.microsoft.com/office/drawing/2014/main" id="{96D27C5B-8D32-0DC2-37C5-FD4955FA6931}"/>
              </a:ext>
            </a:extLst>
          </p:cNvPr>
          <p:cNvSpPr>
            <a:spLocks noGrp="1"/>
          </p:cNvSpPr>
          <p:nvPr/>
        </p:nvSpPr>
        <p:spPr>
          <a:xfrm>
            <a:off x="3732620" y="5602122"/>
            <a:ext cx="2045075" cy="904863"/>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sz="18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932563">
              <a:defRPr/>
            </a:pPr>
            <a:r>
              <a:rPr lang="ja-JP" altLang="en-US" sz="1400" b="1" dirty="0">
                <a:solidFill>
                  <a:srgbClr val="000000"/>
                </a:solidFill>
                <a:latin typeface="Segoe UI" panose="020B0502040204020203" pitchFamily="34" charset="0"/>
                <a:ea typeface="Meiryo UI" panose="020B0604030504040204" pitchFamily="50" charset="-128"/>
              </a:rPr>
              <a:t>質問に答えることができる</a:t>
            </a:r>
            <a:br>
              <a:rPr lang="en-US" altLang="ja-JP" sz="1400" b="1" dirty="0">
                <a:solidFill>
                  <a:srgbClr val="000000"/>
                </a:solidFill>
                <a:latin typeface="Segoe UI" panose="020B0502040204020203" pitchFamily="34" charset="0"/>
                <a:ea typeface="Meiryo UI" panose="020B0604030504040204" pitchFamily="50" charset="-128"/>
              </a:rPr>
            </a:br>
            <a:endParaRPr lang="ja-JP" altLang="en-US" sz="1400" dirty="0">
              <a:solidFill>
                <a:srgbClr val="000000"/>
              </a:solidFill>
              <a:latin typeface="Segoe UI" panose="020B0502040204020203" pitchFamily="34" charset="0"/>
              <a:ea typeface="Meiryo UI" panose="020B0604030504040204" pitchFamily="50" charset="-128"/>
            </a:endParaRPr>
          </a:p>
          <a:p>
            <a:pPr algn="ctr" defTabSz="932563">
              <a:defRPr/>
            </a:pPr>
            <a:r>
              <a:rPr lang="ja-JP" altLang="en-US" sz="1400" dirty="0">
                <a:solidFill>
                  <a:srgbClr val="000000"/>
                </a:solidFill>
                <a:latin typeface="Segoe UI" panose="020B0502040204020203" pitchFamily="34" charset="0"/>
                <a:ea typeface="Meiryo UI" panose="020B0604030504040204" pitchFamily="50" charset="-128"/>
              </a:rPr>
              <a:t>「オフィスにおける</a:t>
            </a:r>
            <a:br>
              <a:rPr lang="en-US" altLang="ja-JP" sz="1400" dirty="0">
                <a:solidFill>
                  <a:srgbClr val="000000"/>
                </a:solidFill>
                <a:latin typeface="Segoe UI" panose="020B0502040204020203" pitchFamily="34" charset="0"/>
                <a:ea typeface="Meiryo UI" panose="020B0604030504040204" pitchFamily="50" charset="-128"/>
              </a:rPr>
            </a:br>
            <a:r>
              <a:rPr lang="ja-JP" altLang="en-US" sz="1400" dirty="0">
                <a:solidFill>
                  <a:srgbClr val="000000"/>
                </a:solidFill>
                <a:latin typeface="Segoe UI" panose="020B0502040204020203" pitchFamily="34" charset="0"/>
                <a:ea typeface="Meiryo UI" panose="020B0604030504040204" pitchFamily="50" charset="-128"/>
              </a:rPr>
              <a:t>ドレスコードは何ですか</a:t>
            </a:r>
            <a:r>
              <a:rPr lang="en-US" altLang="ja-JP" sz="1400" dirty="0">
                <a:solidFill>
                  <a:srgbClr val="000000"/>
                </a:solidFill>
                <a:latin typeface="Segoe UI" panose="020B0502040204020203" pitchFamily="34" charset="0"/>
                <a:ea typeface="Meiryo UI" panose="020B0604030504040204" pitchFamily="50" charset="-128"/>
              </a:rPr>
              <a:t>?</a:t>
            </a:r>
            <a:r>
              <a:rPr lang="ja-JP" altLang="en-US" sz="1400" dirty="0">
                <a:solidFill>
                  <a:srgbClr val="000000"/>
                </a:solidFill>
                <a:latin typeface="Segoe UI" panose="020B0502040204020203" pitchFamily="34" charset="0"/>
                <a:ea typeface="Meiryo UI" panose="020B0604030504040204" pitchFamily="50" charset="-128"/>
              </a:rPr>
              <a:t>」</a:t>
            </a:r>
          </a:p>
        </p:txBody>
      </p:sp>
      <p:sp>
        <p:nvSpPr>
          <p:cNvPr id="19" name="Text Placeholder 3">
            <a:extLst>
              <a:ext uri="{FF2B5EF4-FFF2-40B4-BE49-F238E27FC236}">
                <a16:creationId xmlns:a16="http://schemas.microsoft.com/office/drawing/2014/main" id="{B166B009-FCB1-765A-7E4B-029497F9BFBE}"/>
              </a:ext>
            </a:extLst>
          </p:cNvPr>
          <p:cNvSpPr>
            <a:spLocks noGrp="1"/>
          </p:cNvSpPr>
          <p:nvPr/>
        </p:nvSpPr>
        <p:spPr>
          <a:xfrm>
            <a:off x="6542811" y="5602122"/>
            <a:ext cx="2045075" cy="904863"/>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sz="18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932563">
              <a:defRPr/>
            </a:pPr>
            <a:r>
              <a:rPr lang="ja-JP" altLang="en-US" sz="1400" b="1" dirty="0">
                <a:solidFill>
                  <a:srgbClr val="000000"/>
                </a:solidFill>
                <a:latin typeface="Segoe UI" panose="020B0502040204020203" pitchFamily="34" charset="0"/>
                <a:ea typeface="Meiryo UI" panose="020B0604030504040204" pitchFamily="50" charset="-128"/>
              </a:rPr>
              <a:t>行動を起こすことができる</a:t>
            </a:r>
            <a:br>
              <a:rPr lang="ja-JP" altLang="en-US" sz="1400" dirty="0">
                <a:solidFill>
                  <a:srgbClr val="000000"/>
                </a:solidFill>
                <a:latin typeface="Segoe UI" panose="020B0502040204020203" pitchFamily="34" charset="0"/>
                <a:ea typeface="Meiryo UI" panose="020B0604030504040204" pitchFamily="50" charset="-128"/>
              </a:rPr>
            </a:br>
            <a:endParaRPr lang="ja-JP" altLang="en-US" sz="1400" dirty="0">
              <a:solidFill>
                <a:srgbClr val="000000"/>
              </a:solidFill>
              <a:latin typeface="Segoe UI" panose="020B0502040204020203" pitchFamily="34" charset="0"/>
              <a:ea typeface="Meiryo UI" panose="020B0604030504040204" pitchFamily="50" charset="-128"/>
            </a:endParaRPr>
          </a:p>
          <a:p>
            <a:pPr algn="ctr" defTabSz="932563">
              <a:defRPr/>
            </a:pPr>
            <a:r>
              <a:rPr lang="ja-JP" altLang="en-US" sz="1400" dirty="0">
                <a:solidFill>
                  <a:srgbClr val="000000"/>
                </a:solidFill>
                <a:latin typeface="Segoe UI" panose="020B0502040204020203" pitchFamily="34" charset="0"/>
                <a:ea typeface="Meiryo UI" panose="020B0604030504040204" pitchFamily="50" charset="-128"/>
              </a:rPr>
              <a:t>「新入社員のために</a:t>
            </a:r>
            <a:br>
              <a:rPr lang="en-US" altLang="ja-JP" sz="1400" dirty="0">
                <a:solidFill>
                  <a:srgbClr val="000000"/>
                </a:solidFill>
                <a:latin typeface="Segoe UI" panose="020B0502040204020203" pitchFamily="34" charset="0"/>
                <a:ea typeface="Meiryo UI" panose="020B0604030504040204" pitchFamily="50" charset="-128"/>
              </a:rPr>
            </a:br>
            <a:r>
              <a:rPr lang="ja-JP" altLang="en-US" sz="1400" dirty="0">
                <a:solidFill>
                  <a:srgbClr val="000000"/>
                </a:solidFill>
                <a:latin typeface="Segoe UI" panose="020B0502040204020203" pitchFamily="34" charset="0"/>
                <a:ea typeface="Meiryo UI" panose="020B0604030504040204" pitchFamily="50" charset="-128"/>
              </a:rPr>
              <a:t>ノートパソコンを注文する」</a:t>
            </a:r>
          </a:p>
        </p:txBody>
      </p:sp>
      <p:sp>
        <p:nvSpPr>
          <p:cNvPr id="20" name="Text Placeholder 3">
            <a:extLst>
              <a:ext uri="{FF2B5EF4-FFF2-40B4-BE49-F238E27FC236}">
                <a16:creationId xmlns:a16="http://schemas.microsoft.com/office/drawing/2014/main" id="{72F3BB74-AC77-414C-DBEE-546B6AA24ECC}"/>
              </a:ext>
            </a:extLst>
          </p:cNvPr>
          <p:cNvSpPr>
            <a:spLocks noGrp="1"/>
          </p:cNvSpPr>
          <p:nvPr/>
        </p:nvSpPr>
        <p:spPr>
          <a:xfrm>
            <a:off x="9163096" y="5602122"/>
            <a:ext cx="2424885" cy="904863"/>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sz="18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932563">
              <a:defRPr/>
            </a:pPr>
            <a:r>
              <a:rPr lang="ja-JP" altLang="en-US" sz="1400" b="1" dirty="0">
                <a:solidFill>
                  <a:srgbClr val="000000"/>
                </a:solidFill>
                <a:latin typeface="Segoe UI" panose="020B0502040204020203" pitchFamily="34" charset="0"/>
                <a:ea typeface="Meiryo UI" panose="020B0604030504040204" pitchFamily="50" charset="-128"/>
              </a:rPr>
              <a:t>複雑なタスクを協力し解決できる</a:t>
            </a:r>
            <a:br>
              <a:rPr lang="en-US" altLang="ja-JP" sz="1400" b="1" dirty="0">
                <a:solidFill>
                  <a:srgbClr val="000000"/>
                </a:solidFill>
                <a:latin typeface="Segoe UI" panose="020B0502040204020203" pitchFamily="34" charset="0"/>
                <a:ea typeface="Meiryo UI" panose="020B0604030504040204" pitchFamily="50" charset="-128"/>
              </a:rPr>
            </a:br>
            <a:endParaRPr lang="ja-JP" altLang="en-US" sz="1400" b="1" dirty="0">
              <a:solidFill>
                <a:srgbClr val="000000"/>
              </a:solidFill>
              <a:latin typeface="Segoe UI" panose="020B0502040204020203" pitchFamily="34" charset="0"/>
              <a:ea typeface="Meiryo UI" panose="020B0604030504040204" pitchFamily="50" charset="-128"/>
            </a:endParaRPr>
          </a:p>
          <a:p>
            <a:pPr algn="ctr" defTabSz="932563">
              <a:defRPr/>
            </a:pPr>
            <a:r>
              <a:rPr lang="ja-JP" altLang="en-US" sz="1400" dirty="0">
                <a:solidFill>
                  <a:srgbClr val="000000"/>
                </a:solidFill>
                <a:latin typeface="Segoe UI" panose="020B0502040204020203" pitchFamily="34" charset="0"/>
                <a:ea typeface="Meiryo UI" panose="020B0604030504040204" pitchFamily="50" charset="-128"/>
              </a:rPr>
              <a:t>「月曜日までに</a:t>
            </a:r>
            <a:r>
              <a:rPr lang="en-US" altLang="ja-JP" sz="1400" dirty="0">
                <a:solidFill>
                  <a:srgbClr val="000000"/>
                </a:solidFill>
                <a:latin typeface="Segoe UI" panose="020B0502040204020203" pitchFamily="34" charset="0"/>
                <a:ea typeface="Meiryo UI" panose="020B0604030504040204" pitchFamily="50" charset="-128"/>
              </a:rPr>
              <a:t>5</a:t>
            </a:r>
            <a:r>
              <a:rPr lang="ja-JP" altLang="en-US" sz="1400" dirty="0">
                <a:solidFill>
                  <a:srgbClr val="000000"/>
                </a:solidFill>
                <a:latin typeface="Segoe UI" panose="020B0502040204020203" pitchFamily="34" charset="0"/>
                <a:ea typeface="Meiryo UI" panose="020B0604030504040204" pitchFamily="50" charset="-128"/>
              </a:rPr>
              <a:t>人の従業員を</a:t>
            </a:r>
            <a:br>
              <a:rPr lang="en-US" altLang="ja-JP" sz="1400" dirty="0">
                <a:solidFill>
                  <a:srgbClr val="000000"/>
                </a:solidFill>
                <a:latin typeface="Segoe UI" panose="020B0502040204020203" pitchFamily="34" charset="0"/>
                <a:ea typeface="Meiryo UI" panose="020B0604030504040204" pitchFamily="50" charset="-128"/>
              </a:rPr>
            </a:br>
            <a:r>
              <a:rPr lang="ja-JP" altLang="en-US" sz="1400" dirty="0">
                <a:solidFill>
                  <a:srgbClr val="000000"/>
                </a:solidFill>
                <a:latin typeface="Segoe UI" panose="020B0502040204020203" pitchFamily="34" charset="0"/>
                <a:ea typeface="Meiryo UI" panose="020B0604030504040204" pitchFamily="50" charset="-128"/>
              </a:rPr>
              <a:t>オンボーディングする」</a:t>
            </a:r>
          </a:p>
        </p:txBody>
      </p:sp>
      <p:sp>
        <p:nvSpPr>
          <p:cNvPr id="21" name="Text Placeholder 3">
            <a:extLst>
              <a:ext uri="{FF2B5EF4-FFF2-40B4-BE49-F238E27FC236}">
                <a16:creationId xmlns:a16="http://schemas.microsoft.com/office/drawing/2014/main" id="{0DDF0AD7-44AB-DD56-3700-B880B7AFFF67}"/>
              </a:ext>
            </a:extLst>
          </p:cNvPr>
          <p:cNvSpPr>
            <a:spLocks noGrp="1"/>
          </p:cNvSpPr>
          <p:nvPr/>
        </p:nvSpPr>
        <p:spPr>
          <a:xfrm>
            <a:off x="643823" y="5602122"/>
            <a:ext cx="2589432" cy="904863"/>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Arial" panose="020B0604020202020204" pitchFamily="34" charset="0"/>
              <a:buNone/>
              <a:tabLst/>
              <a:defRPr sz="1800" kern="1200" spc="0" baseline="0">
                <a:solidFill>
                  <a:schemeClr val="tx1"/>
                </a:soli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defTabSz="932563">
              <a:defRPr/>
            </a:pPr>
            <a:r>
              <a:rPr lang="ja-JP" altLang="en-US" sz="1400" b="1">
                <a:solidFill>
                  <a:srgbClr val="000000"/>
                </a:solidFill>
                <a:latin typeface="Segoe UI" panose="020B0502040204020203" pitchFamily="34" charset="0"/>
                <a:ea typeface="Meiryo UI" panose="020B0604030504040204" pitchFamily="50" charset="-128"/>
              </a:rPr>
              <a:t>反復的なタスクを完了できる</a:t>
            </a:r>
            <a:br>
              <a:rPr lang="en-US" altLang="ja-JP" sz="1400" b="1">
                <a:solidFill>
                  <a:srgbClr val="000000"/>
                </a:solidFill>
                <a:latin typeface="Segoe UI" panose="020B0502040204020203" pitchFamily="34" charset="0"/>
                <a:ea typeface="Meiryo UI" panose="020B0604030504040204" pitchFamily="50" charset="-128"/>
              </a:rPr>
            </a:br>
            <a:endParaRPr lang="ja-JP" altLang="en-US" sz="1400" b="1">
              <a:solidFill>
                <a:srgbClr val="000000"/>
              </a:solidFill>
              <a:latin typeface="Segoe UI" panose="020B0502040204020203" pitchFamily="34" charset="0"/>
              <a:ea typeface="Meiryo UI" panose="020B0604030504040204" pitchFamily="50" charset="-128"/>
            </a:endParaRPr>
          </a:p>
          <a:p>
            <a:pPr algn="ctr" defTabSz="932563">
              <a:defRPr/>
            </a:pPr>
            <a:r>
              <a:rPr lang="ja-JP" altLang="en-US" sz="1400">
                <a:solidFill>
                  <a:srgbClr val="000000"/>
                </a:solidFill>
                <a:latin typeface="Segoe UI" panose="020B0502040204020203" pitchFamily="34" charset="0"/>
                <a:ea typeface="Meiryo UI" panose="020B0604030504040204" pitchFamily="50" charset="-128"/>
              </a:rPr>
              <a:t>「新入社員情報を</a:t>
            </a:r>
            <a:br>
              <a:rPr lang="en-US" altLang="ja-JP" sz="1400">
                <a:solidFill>
                  <a:srgbClr val="000000"/>
                </a:solidFill>
                <a:latin typeface="Segoe UI" panose="020B0502040204020203" pitchFamily="34" charset="0"/>
                <a:ea typeface="Meiryo UI" panose="020B0604030504040204" pitchFamily="50" charset="-128"/>
              </a:rPr>
            </a:br>
            <a:r>
              <a:rPr lang="ja-JP" altLang="en-US" sz="1400">
                <a:solidFill>
                  <a:srgbClr val="000000"/>
                </a:solidFill>
                <a:latin typeface="Segoe UI" panose="020B0502040204020203" pitchFamily="34" charset="0"/>
                <a:ea typeface="Meiryo UI" panose="020B0604030504040204" pitchFamily="50" charset="-128"/>
              </a:rPr>
              <a:t>人事システムに入力する」</a:t>
            </a:r>
          </a:p>
        </p:txBody>
      </p:sp>
      <p:cxnSp>
        <p:nvCxnSpPr>
          <p:cNvPr id="22" name="Straight Arrow Connector 35">
            <a:extLst>
              <a:ext uri="{FF2B5EF4-FFF2-40B4-BE49-F238E27FC236}">
                <a16:creationId xmlns:a16="http://schemas.microsoft.com/office/drawing/2014/main" id="{6C2685E6-8DE1-05FB-2F36-8010A1FD9F48}"/>
              </a:ext>
            </a:extLst>
          </p:cNvPr>
          <p:cNvCxnSpPr>
            <a:cxnSpLocks/>
          </p:cNvCxnSpPr>
          <p:nvPr/>
        </p:nvCxnSpPr>
        <p:spPr>
          <a:xfrm>
            <a:off x="4755156" y="4519878"/>
            <a:ext cx="0" cy="451628"/>
          </a:xfrm>
          <a:prstGeom prst="straightConnector1">
            <a:avLst/>
          </a:prstGeom>
          <a:noFill/>
          <a:ln w="6350" cap="flat" cmpd="sng" algn="ctr">
            <a:solidFill>
              <a:srgbClr val="000000"/>
            </a:solidFill>
            <a:prstDash val="solid"/>
            <a:miter lim="800000"/>
            <a:headEnd type="none" w="lg" len="med"/>
            <a:tailEnd type="triangle"/>
          </a:ln>
          <a:effectLst/>
        </p:spPr>
      </p:cxnSp>
      <p:sp>
        <p:nvSpPr>
          <p:cNvPr id="23" name="Rectangle: Rounded Corners 36">
            <a:extLst>
              <a:ext uri="{FF2B5EF4-FFF2-40B4-BE49-F238E27FC236}">
                <a16:creationId xmlns:a16="http://schemas.microsoft.com/office/drawing/2014/main" id="{7CB5EDAF-6C35-27CA-8F17-CFB7D4BA68FC}"/>
              </a:ext>
            </a:extLst>
          </p:cNvPr>
          <p:cNvSpPr/>
          <p:nvPr/>
        </p:nvSpPr>
        <p:spPr bwMode="auto">
          <a:xfrm>
            <a:off x="4080391" y="5128863"/>
            <a:ext cx="1349530" cy="274265"/>
          </a:xfrm>
          <a:prstGeom prst="roundRect">
            <a:avLst>
              <a:gd name="adj" fmla="val 5377"/>
            </a:avLst>
          </a:prstGeom>
          <a:solidFill>
            <a:srgbClr val="000000">
              <a:lumMod val="50000"/>
              <a:lumOff val="50000"/>
            </a:srgbClr>
          </a:solidFill>
          <a:ln w="19050"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27" tIns="18285" rIns="91427" bIns="36571" numCol="1" spcCol="0" rtlCol="0" fromWordArt="0" anchor="ctr" anchorCtr="0" forceAA="0" compatLnSpc="1">
            <a:prstTxWarp prst="textNoShape">
              <a:avLst/>
            </a:prstTxWarp>
            <a:noAutofit/>
          </a:bodyPr>
          <a:lstStyle/>
          <a:p>
            <a:pPr algn="ctr" defTabSz="914225" fontAlgn="base">
              <a:spcBef>
                <a:spcPct val="0"/>
              </a:spcBef>
              <a:spcAft>
                <a:spcPct val="0"/>
              </a:spcAft>
              <a:defRPr/>
            </a:pPr>
            <a:r>
              <a:rPr lang="ja-JP" altLang="en-US" sz="1200" kern="0">
                <a:ln w="3175">
                  <a:noFill/>
                </a:ln>
                <a:solidFill>
                  <a:srgbClr val="FFFFFF"/>
                </a:solidFill>
                <a:latin typeface="Segoe UI" panose="020B0502040204020203" pitchFamily="34" charset="0"/>
                <a:ea typeface="Meiryo UI" panose="020B0604030504040204" pitchFamily="50" charset="-128"/>
                <a:cs typeface="Segoe UI" panose="020B0502040204020203" pitchFamily="34" charset="0"/>
              </a:rPr>
              <a:t>チャットボット</a:t>
            </a:r>
          </a:p>
        </p:txBody>
      </p:sp>
      <p:cxnSp>
        <p:nvCxnSpPr>
          <p:cNvPr id="24" name="Straight Arrow Connector 39">
            <a:extLst>
              <a:ext uri="{FF2B5EF4-FFF2-40B4-BE49-F238E27FC236}">
                <a16:creationId xmlns:a16="http://schemas.microsoft.com/office/drawing/2014/main" id="{026FC425-CF87-707D-858F-C7E3AFBE2EA5}"/>
              </a:ext>
            </a:extLst>
          </p:cNvPr>
          <p:cNvCxnSpPr>
            <a:cxnSpLocks/>
          </p:cNvCxnSpPr>
          <p:nvPr/>
        </p:nvCxnSpPr>
        <p:spPr>
          <a:xfrm>
            <a:off x="7565346" y="4142398"/>
            <a:ext cx="0" cy="451628"/>
          </a:xfrm>
          <a:prstGeom prst="straightConnector1">
            <a:avLst/>
          </a:prstGeom>
          <a:noFill/>
          <a:ln w="6350" cap="flat" cmpd="sng" algn="ctr">
            <a:solidFill>
              <a:srgbClr val="000000"/>
            </a:solidFill>
            <a:prstDash val="solid"/>
            <a:miter lim="800000"/>
            <a:headEnd type="none" w="lg" len="med"/>
            <a:tailEnd type="triangle"/>
          </a:ln>
          <a:effectLst/>
        </p:spPr>
      </p:cxnSp>
      <p:sp>
        <p:nvSpPr>
          <p:cNvPr id="25" name="Rectangle: Rounded Corners 42">
            <a:extLst>
              <a:ext uri="{FF2B5EF4-FFF2-40B4-BE49-F238E27FC236}">
                <a16:creationId xmlns:a16="http://schemas.microsoft.com/office/drawing/2014/main" id="{E754C05F-50ED-B8B9-2F6B-C3D3A3466378}"/>
              </a:ext>
            </a:extLst>
          </p:cNvPr>
          <p:cNvSpPr/>
          <p:nvPr/>
        </p:nvSpPr>
        <p:spPr bwMode="auto">
          <a:xfrm>
            <a:off x="6994132" y="5127978"/>
            <a:ext cx="1142428" cy="274265"/>
          </a:xfrm>
          <a:prstGeom prst="roundRect">
            <a:avLst>
              <a:gd name="adj" fmla="val 5377"/>
            </a:avLst>
          </a:prstGeom>
          <a:solidFill>
            <a:srgbClr val="00B050"/>
          </a:solidFill>
          <a:ln w="38100" cap="flat" cmpd="sng" algn="ctr">
            <a:noFill/>
            <a:prstDash val="solid"/>
            <a:miter lim="800000"/>
          </a:ln>
          <a:effectLst>
            <a:outerShdw blurRad="50800" dist="38100" dir="2700000" algn="tl" rotWithShape="0">
              <a:prstClr val="black">
                <a:alpha val="20000"/>
              </a:prstClr>
            </a:outerShdw>
          </a:effectLst>
        </p:spPr>
        <p:txBody>
          <a:bodyPr rtlCol="0" anchor="ctr"/>
          <a:lstStyle/>
          <a:p>
            <a:pPr algn="ctr" defTabSz="914192">
              <a:defRPr/>
            </a:pPr>
            <a:r>
              <a:rPr lang="ja-JP" altLang="en-US" sz="1100" kern="0">
                <a:solidFill>
                  <a:srgbClr val="FFFFFF"/>
                </a:solidFill>
                <a:latin typeface="Segoe UI" panose="020B0502040204020203" pitchFamily="34" charset="0"/>
                <a:ea typeface="Meiryo UI" panose="020B0604030504040204" pitchFamily="50" charset="-128"/>
                <a:cs typeface="Segoe UI" panose="020B0502040204020203" pitchFamily="34" charset="0"/>
              </a:rPr>
              <a:t>人間の監督者</a:t>
            </a:r>
          </a:p>
        </p:txBody>
      </p:sp>
      <p:cxnSp>
        <p:nvCxnSpPr>
          <p:cNvPr id="26" name="Straight Arrow Connector 44">
            <a:extLst>
              <a:ext uri="{FF2B5EF4-FFF2-40B4-BE49-F238E27FC236}">
                <a16:creationId xmlns:a16="http://schemas.microsoft.com/office/drawing/2014/main" id="{44113CF2-14F1-B550-FAB6-4577AD6CB8F0}"/>
              </a:ext>
            </a:extLst>
          </p:cNvPr>
          <p:cNvCxnSpPr>
            <a:cxnSpLocks/>
          </p:cNvCxnSpPr>
          <p:nvPr/>
        </p:nvCxnSpPr>
        <p:spPr>
          <a:xfrm>
            <a:off x="7565346" y="4918435"/>
            <a:ext cx="0" cy="202074"/>
          </a:xfrm>
          <a:prstGeom prst="straightConnector1">
            <a:avLst/>
          </a:prstGeom>
          <a:noFill/>
          <a:ln w="6350" cap="flat" cmpd="sng" algn="ctr">
            <a:solidFill>
              <a:srgbClr val="000000"/>
            </a:solidFill>
            <a:prstDash val="solid"/>
            <a:miter lim="800000"/>
            <a:headEnd type="triangle"/>
            <a:tailEnd type="triangle"/>
          </a:ln>
          <a:effectLst/>
        </p:spPr>
      </p:cxnSp>
      <p:cxnSp>
        <p:nvCxnSpPr>
          <p:cNvPr id="27" name="Straight Arrow Connector 47">
            <a:extLst>
              <a:ext uri="{FF2B5EF4-FFF2-40B4-BE49-F238E27FC236}">
                <a16:creationId xmlns:a16="http://schemas.microsoft.com/office/drawing/2014/main" id="{92385E36-14F4-DBC9-C1BE-36FDE574521B}"/>
              </a:ext>
            </a:extLst>
          </p:cNvPr>
          <p:cNvCxnSpPr>
            <a:cxnSpLocks/>
          </p:cNvCxnSpPr>
          <p:nvPr/>
        </p:nvCxnSpPr>
        <p:spPr>
          <a:xfrm>
            <a:off x="10375537" y="3349251"/>
            <a:ext cx="0" cy="239832"/>
          </a:xfrm>
          <a:prstGeom prst="straightConnector1">
            <a:avLst/>
          </a:prstGeom>
          <a:noFill/>
          <a:ln w="6350" cap="flat" cmpd="sng" algn="ctr">
            <a:solidFill>
              <a:srgbClr val="000000"/>
            </a:solidFill>
            <a:prstDash val="solid"/>
            <a:miter lim="800000"/>
            <a:headEnd type="none" w="lg" len="med"/>
            <a:tailEnd type="triangle"/>
          </a:ln>
          <a:effectLst/>
        </p:spPr>
      </p:cxnSp>
      <p:cxnSp>
        <p:nvCxnSpPr>
          <p:cNvPr id="28" name="Straight Arrow Connector 51">
            <a:extLst>
              <a:ext uri="{FF2B5EF4-FFF2-40B4-BE49-F238E27FC236}">
                <a16:creationId xmlns:a16="http://schemas.microsoft.com/office/drawing/2014/main" id="{4B0CF63F-5CFB-74FB-F50A-669A60E07A5C}"/>
              </a:ext>
            </a:extLst>
          </p:cNvPr>
          <p:cNvCxnSpPr>
            <a:cxnSpLocks/>
          </p:cNvCxnSpPr>
          <p:nvPr/>
        </p:nvCxnSpPr>
        <p:spPr>
          <a:xfrm>
            <a:off x="10375537" y="3910245"/>
            <a:ext cx="0" cy="202074"/>
          </a:xfrm>
          <a:prstGeom prst="straightConnector1">
            <a:avLst/>
          </a:prstGeom>
          <a:noFill/>
          <a:ln w="6350" cap="flat" cmpd="sng" algn="ctr">
            <a:solidFill>
              <a:srgbClr val="000000"/>
            </a:solidFill>
            <a:prstDash val="solid"/>
            <a:miter lim="800000"/>
            <a:headEnd type="triangle"/>
            <a:tailEnd type="triangle"/>
          </a:ln>
          <a:effectLst/>
        </p:spPr>
      </p:cxnSp>
      <p:cxnSp>
        <p:nvCxnSpPr>
          <p:cNvPr id="29" name="Straight Arrow Connector 56">
            <a:extLst>
              <a:ext uri="{FF2B5EF4-FFF2-40B4-BE49-F238E27FC236}">
                <a16:creationId xmlns:a16="http://schemas.microsoft.com/office/drawing/2014/main" id="{498EC58A-5FD5-00D6-F22C-A7FB50800896}"/>
              </a:ext>
            </a:extLst>
          </p:cNvPr>
          <p:cNvCxnSpPr>
            <a:cxnSpLocks/>
          </p:cNvCxnSpPr>
          <p:nvPr/>
        </p:nvCxnSpPr>
        <p:spPr>
          <a:xfrm>
            <a:off x="10375537" y="4463116"/>
            <a:ext cx="0" cy="202074"/>
          </a:xfrm>
          <a:prstGeom prst="straightConnector1">
            <a:avLst/>
          </a:prstGeom>
          <a:noFill/>
          <a:ln w="6350" cap="flat" cmpd="sng" algn="ctr">
            <a:solidFill>
              <a:srgbClr val="000000"/>
            </a:solidFill>
            <a:prstDash val="solid"/>
            <a:miter lim="800000"/>
            <a:headEnd type="triangle"/>
            <a:tailEnd type="triangle"/>
          </a:ln>
          <a:effectLst/>
        </p:spPr>
      </p:cxnSp>
      <p:cxnSp>
        <p:nvCxnSpPr>
          <p:cNvPr id="30" name="Straight Arrow Connector 57">
            <a:extLst>
              <a:ext uri="{FF2B5EF4-FFF2-40B4-BE49-F238E27FC236}">
                <a16:creationId xmlns:a16="http://schemas.microsoft.com/office/drawing/2014/main" id="{265D95E1-5281-391E-8F34-362E29DFC363}"/>
              </a:ext>
            </a:extLst>
          </p:cNvPr>
          <p:cNvCxnSpPr>
            <a:cxnSpLocks/>
          </p:cNvCxnSpPr>
          <p:nvPr/>
        </p:nvCxnSpPr>
        <p:spPr>
          <a:xfrm>
            <a:off x="10375537" y="4913893"/>
            <a:ext cx="0" cy="202074"/>
          </a:xfrm>
          <a:prstGeom prst="straightConnector1">
            <a:avLst/>
          </a:prstGeom>
          <a:noFill/>
          <a:ln w="6350" cap="flat" cmpd="sng" algn="ctr">
            <a:solidFill>
              <a:srgbClr val="000000"/>
            </a:solidFill>
            <a:prstDash val="solid"/>
            <a:miter lim="800000"/>
            <a:headEnd type="triangle"/>
            <a:tailEnd type="triangle"/>
          </a:ln>
          <a:effectLst/>
        </p:spPr>
      </p:cxnSp>
      <p:cxnSp>
        <p:nvCxnSpPr>
          <p:cNvPr id="31" name="Straight Arrow Connector 6">
            <a:extLst>
              <a:ext uri="{FF2B5EF4-FFF2-40B4-BE49-F238E27FC236}">
                <a16:creationId xmlns:a16="http://schemas.microsoft.com/office/drawing/2014/main" id="{272A5F02-4D51-8E84-81CE-B0A5BA0AFBFD}"/>
              </a:ext>
            </a:extLst>
          </p:cNvPr>
          <p:cNvCxnSpPr>
            <a:cxnSpLocks/>
          </p:cNvCxnSpPr>
          <p:nvPr/>
        </p:nvCxnSpPr>
        <p:spPr>
          <a:xfrm>
            <a:off x="1944966" y="4519878"/>
            <a:ext cx="0" cy="451628"/>
          </a:xfrm>
          <a:prstGeom prst="straightConnector1">
            <a:avLst/>
          </a:prstGeom>
          <a:noFill/>
          <a:ln w="6350" cap="flat" cmpd="sng" algn="ctr">
            <a:solidFill>
              <a:srgbClr val="000000"/>
            </a:solidFill>
            <a:prstDash val="solid"/>
            <a:miter lim="800000"/>
            <a:headEnd type="none" w="lg" len="med"/>
            <a:tailEnd type="triangle"/>
          </a:ln>
          <a:effectLst/>
        </p:spPr>
      </p:cxnSp>
      <p:sp>
        <p:nvSpPr>
          <p:cNvPr id="32" name="Rectangle: Rounded Corners 8">
            <a:extLst>
              <a:ext uri="{FF2B5EF4-FFF2-40B4-BE49-F238E27FC236}">
                <a16:creationId xmlns:a16="http://schemas.microsoft.com/office/drawing/2014/main" id="{B4DFE2A4-AEC5-03AB-7D4D-F08B18863F92}"/>
              </a:ext>
            </a:extLst>
          </p:cNvPr>
          <p:cNvSpPr/>
          <p:nvPr/>
        </p:nvSpPr>
        <p:spPr bwMode="auto">
          <a:xfrm>
            <a:off x="1443592" y="5128863"/>
            <a:ext cx="1002750" cy="274265"/>
          </a:xfrm>
          <a:prstGeom prst="roundRect">
            <a:avLst>
              <a:gd name="adj" fmla="val 5377"/>
            </a:avLst>
          </a:prstGeom>
          <a:solidFill>
            <a:srgbClr val="000000">
              <a:lumMod val="50000"/>
              <a:lumOff val="50000"/>
            </a:srgbClr>
          </a:solidFill>
          <a:ln w="19050"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27" tIns="18285" rIns="91427" bIns="36571" numCol="1" spcCol="0" rtlCol="0" fromWordArt="0" anchor="ctr" anchorCtr="0" forceAA="0" compatLnSpc="1">
            <a:prstTxWarp prst="textNoShape">
              <a:avLst/>
            </a:prstTxWarp>
            <a:noAutofit/>
          </a:bodyPr>
          <a:lstStyle/>
          <a:p>
            <a:pPr algn="ctr" defTabSz="914225" fontAlgn="base">
              <a:spcBef>
                <a:spcPct val="0"/>
              </a:spcBef>
              <a:spcAft>
                <a:spcPct val="0"/>
              </a:spcAft>
              <a:defRPr/>
            </a:pPr>
            <a:r>
              <a:rPr lang="en-US" altLang="ja-JP" sz="1200" kern="0">
                <a:ln w="3175">
                  <a:noFill/>
                </a:ln>
                <a:solidFill>
                  <a:srgbClr val="FFFFFF"/>
                </a:solidFill>
                <a:latin typeface="Segoe UI" panose="020B0502040204020203" pitchFamily="34" charset="0"/>
                <a:ea typeface="Meiryo UI" panose="020B0604030504040204" pitchFamily="50" charset="-128"/>
                <a:cs typeface="Segoe UI" panose="020B0502040204020203" pitchFamily="34" charset="0"/>
              </a:rPr>
              <a:t>RPA</a:t>
            </a:r>
          </a:p>
        </p:txBody>
      </p:sp>
      <p:grpSp>
        <p:nvGrpSpPr>
          <p:cNvPr id="33" name="グループ化 32">
            <a:extLst>
              <a:ext uri="{FF2B5EF4-FFF2-40B4-BE49-F238E27FC236}">
                <a16:creationId xmlns:a16="http://schemas.microsoft.com/office/drawing/2014/main" id="{C61B4EA7-6144-B68B-ADEA-813423152F8A}"/>
              </a:ext>
            </a:extLst>
          </p:cNvPr>
          <p:cNvGrpSpPr/>
          <p:nvPr/>
        </p:nvGrpSpPr>
        <p:grpSpPr>
          <a:xfrm>
            <a:off x="584200" y="6462164"/>
            <a:ext cx="11250690" cy="395294"/>
            <a:chOff x="555401" y="6154627"/>
            <a:chExt cx="11252286" cy="478373"/>
          </a:xfrm>
        </p:grpSpPr>
        <p:sp>
          <p:nvSpPr>
            <p:cNvPr id="34" name="Arrow: Right 25">
              <a:extLst>
                <a:ext uri="{FF2B5EF4-FFF2-40B4-BE49-F238E27FC236}">
                  <a16:creationId xmlns:a16="http://schemas.microsoft.com/office/drawing/2014/main" id="{7FCC8738-C1F0-0594-F78B-541FBCE8D65D}"/>
                </a:ext>
              </a:extLst>
            </p:cNvPr>
            <p:cNvSpPr/>
            <p:nvPr/>
          </p:nvSpPr>
          <p:spPr bwMode="auto">
            <a:xfrm>
              <a:off x="555401" y="6154627"/>
              <a:ext cx="11252286" cy="478373"/>
            </a:xfrm>
            <a:prstGeom prst="rightArrow">
              <a:avLst/>
            </a:prstGeom>
            <a:gradFill>
              <a:gsLst>
                <a:gs pos="100000">
                  <a:srgbClr val="0078D4"/>
                </a:gs>
                <a:gs pos="0">
                  <a:srgbClr val="C5B4E3">
                    <a:lumMod val="20000"/>
                    <a:lumOff val="80000"/>
                  </a:srgbClr>
                </a:gs>
              </a:gsLst>
              <a:lin ang="0" scaled="0"/>
            </a:gradFill>
            <a:ln w="9525" cap="flat" cmpd="sng" algn="ctr">
              <a:noFill/>
              <a:prstDash val="solid"/>
              <a:headEnd type="none" w="med" len="med"/>
              <a:tailEnd type="none" w="med" len="med"/>
            </a:ln>
            <a:effectLst/>
          </p:spPr>
          <p:txBody>
            <a:bodyPr rot="0" spcFirstLastPara="0" vertOverflow="overflow" horzOverflow="overflow" vert="horz" wrap="square" lIns="182854" tIns="146284" rIns="182854" bIns="146284" numCol="1" spcCol="0" rtlCol="0" fromWordArt="0" anchor="ctr" anchorCtr="0" forceAA="0" compatLnSpc="1">
              <a:prstTxWarp prst="textNoShape">
                <a:avLst/>
              </a:prstTxWarp>
              <a:noAutofit/>
            </a:bodyPr>
            <a:lstStyle/>
            <a:p>
              <a:pPr algn="ctr" defTabSz="914225">
                <a:spcAft>
                  <a:spcPts val="600"/>
                </a:spcAft>
                <a:defRPr/>
              </a:pPr>
              <a:endParaRPr lang="ja-JP" altLang="en-US" sz="1600" b="1" kern="0">
                <a:solidFill>
                  <a:srgbClr val="FFFFFF"/>
                </a:solidFill>
                <a:latin typeface="Segoe UI" panose="020B0502040204020203" pitchFamily="34" charset="0"/>
                <a:ea typeface="Meiryo UI" panose="020B0604030504040204" pitchFamily="50" charset="-128"/>
                <a:cs typeface="Segoe UI" panose="020B0502040204020203" pitchFamily="34" charset="0"/>
              </a:endParaRPr>
            </a:p>
          </p:txBody>
        </p:sp>
        <p:sp>
          <p:nvSpPr>
            <p:cNvPr id="35" name="テキスト ボックス 34">
              <a:extLst>
                <a:ext uri="{FF2B5EF4-FFF2-40B4-BE49-F238E27FC236}">
                  <a16:creationId xmlns:a16="http://schemas.microsoft.com/office/drawing/2014/main" id="{41393039-8F44-5FAA-71CE-0D879B3C21DD}"/>
                </a:ext>
              </a:extLst>
            </p:cNvPr>
            <p:cNvSpPr txBox="1"/>
            <p:nvPr/>
          </p:nvSpPr>
          <p:spPr>
            <a:xfrm>
              <a:off x="667644" y="6218732"/>
              <a:ext cx="816843" cy="339668"/>
            </a:xfrm>
            <a:prstGeom prst="rect">
              <a:avLst/>
            </a:prstGeom>
            <a:noFill/>
          </p:spPr>
          <p:txBody>
            <a:bodyPr wrap="square" anchor="ctr">
              <a:spAutoFit/>
            </a:bodyPr>
            <a:lstStyle/>
            <a:p>
              <a:pPr defTabSz="914225">
                <a:defRPr/>
              </a:pPr>
              <a:r>
                <a:rPr lang="ja-JP" altLang="en-US" sz="1200">
                  <a:solidFill>
                    <a:srgbClr val="000000"/>
                  </a:solidFill>
                  <a:latin typeface="Segoe UI" panose="020B0502040204020203" pitchFamily="34" charset="0"/>
                  <a:ea typeface="Meiryo UI" panose="020B0604030504040204" pitchFamily="50" charset="-128"/>
                  <a:cs typeface="Segoe UI" panose="020B0502040204020203" pitchFamily="34" charset="0"/>
                </a:rPr>
                <a:t>今まで</a:t>
              </a:r>
              <a:endParaRPr kumimoji="1" lang="ja-JP" altLang="en-US" sz="1200">
                <a:solidFill>
                  <a:srgbClr val="000000"/>
                </a:solidFill>
                <a:latin typeface="Segoe UI" panose="020B0502040204020203" pitchFamily="34" charset="0"/>
                <a:ea typeface="Meiryo UI" panose="020B0604030504040204" pitchFamily="50" charset="-128"/>
                <a:cs typeface="Segoe UI" panose="020B0502040204020203" pitchFamily="34" charset="0"/>
              </a:endParaRPr>
            </a:p>
          </p:txBody>
        </p:sp>
        <p:sp>
          <p:nvSpPr>
            <p:cNvPr id="36" name="テキスト ボックス 35">
              <a:extLst>
                <a:ext uri="{FF2B5EF4-FFF2-40B4-BE49-F238E27FC236}">
                  <a16:creationId xmlns:a16="http://schemas.microsoft.com/office/drawing/2014/main" id="{6544086D-9F18-3A77-03E5-5445025E9557}"/>
                </a:ext>
              </a:extLst>
            </p:cNvPr>
            <p:cNvSpPr txBox="1"/>
            <p:nvPr/>
          </p:nvSpPr>
          <p:spPr>
            <a:xfrm>
              <a:off x="10814720" y="6218885"/>
              <a:ext cx="816843" cy="339668"/>
            </a:xfrm>
            <a:prstGeom prst="rect">
              <a:avLst/>
            </a:prstGeom>
            <a:noFill/>
          </p:spPr>
          <p:txBody>
            <a:bodyPr wrap="square" anchor="ctr">
              <a:spAutoFit/>
            </a:bodyPr>
            <a:lstStyle/>
            <a:p>
              <a:pPr defTabSz="914225">
                <a:defRPr/>
              </a:pPr>
              <a:r>
                <a:rPr lang="ja-JP" altLang="en-US" sz="1200">
                  <a:solidFill>
                    <a:srgbClr val="FFFFFF"/>
                  </a:solidFill>
                  <a:latin typeface="Segoe UI" panose="020B0502040204020203" pitchFamily="34" charset="0"/>
                  <a:ea typeface="Meiryo UI" panose="020B0604030504040204" pitchFamily="50" charset="-128"/>
                  <a:cs typeface="Segoe UI" panose="020B0502040204020203" pitchFamily="34" charset="0"/>
                </a:rPr>
                <a:t>これから</a:t>
              </a:r>
              <a:endParaRPr kumimoji="1" lang="ja-JP" altLang="en-US" sz="1200">
                <a:solidFill>
                  <a:srgbClr val="FFFFFF"/>
                </a:solidFill>
                <a:latin typeface="Segoe UI" panose="020B0502040204020203" pitchFamily="34" charset="0"/>
                <a:ea typeface="Meiryo UI" panose="020B0604030504040204" pitchFamily="50" charset="-128"/>
                <a:cs typeface="Segoe UI" panose="020B0502040204020203" pitchFamily="34" charset="0"/>
              </a:endParaRPr>
            </a:p>
          </p:txBody>
        </p:sp>
      </p:grpSp>
      <p:grpSp>
        <p:nvGrpSpPr>
          <p:cNvPr id="37" name="グループ化 36">
            <a:extLst>
              <a:ext uri="{FF2B5EF4-FFF2-40B4-BE49-F238E27FC236}">
                <a16:creationId xmlns:a16="http://schemas.microsoft.com/office/drawing/2014/main" id="{241844B6-F669-E6D7-6EC4-C969FD7EFE0C}"/>
              </a:ext>
            </a:extLst>
          </p:cNvPr>
          <p:cNvGrpSpPr/>
          <p:nvPr/>
        </p:nvGrpSpPr>
        <p:grpSpPr>
          <a:xfrm>
            <a:off x="1428557" y="4131549"/>
            <a:ext cx="1032821" cy="342947"/>
            <a:chOff x="1368633" y="3674439"/>
            <a:chExt cx="1032967" cy="342996"/>
          </a:xfrm>
        </p:grpSpPr>
        <p:pic>
          <p:nvPicPr>
            <p:cNvPr id="38" name="グラフィックス 37" descr="ユーザー 単色塗りつぶし">
              <a:extLst>
                <a:ext uri="{FF2B5EF4-FFF2-40B4-BE49-F238E27FC236}">
                  <a16:creationId xmlns:a16="http://schemas.microsoft.com/office/drawing/2014/main" id="{8E2A5D63-7029-E244-842A-2EC88A5954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8633" y="3674439"/>
              <a:ext cx="342996" cy="342996"/>
            </a:xfrm>
            <a:prstGeom prst="rect">
              <a:avLst/>
            </a:prstGeom>
          </p:spPr>
        </p:pic>
        <p:sp>
          <p:nvSpPr>
            <p:cNvPr id="39" name="Rectangle: Rounded Corners 5">
              <a:extLst>
                <a:ext uri="{FF2B5EF4-FFF2-40B4-BE49-F238E27FC236}">
                  <a16:creationId xmlns:a16="http://schemas.microsoft.com/office/drawing/2014/main" id="{947CABD5-CCFE-E79A-D7D1-43A5BA9A5DCB}"/>
                </a:ext>
              </a:extLst>
            </p:cNvPr>
            <p:cNvSpPr/>
            <p:nvPr/>
          </p:nvSpPr>
          <p:spPr bwMode="auto">
            <a:xfrm>
              <a:off x="1714226" y="3705756"/>
              <a:ext cx="687374" cy="274304"/>
            </a:xfrm>
            <a:prstGeom prst="roundRect">
              <a:avLst>
                <a:gd name="adj" fmla="val 5377"/>
              </a:avLst>
            </a:prstGeom>
            <a:solidFill>
              <a:srgbClr val="0078D4"/>
            </a:solidFill>
            <a:ln w="19050"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27" tIns="18285" rIns="91427" bIns="36571" numCol="1" spcCol="0" rtlCol="0" fromWordArt="0" anchor="ctr" anchorCtr="0" forceAA="0" compatLnSpc="1">
              <a:prstTxWarp prst="textNoShape">
                <a:avLst/>
              </a:prstTxWarp>
              <a:noAutofit/>
            </a:bodyPr>
            <a:lstStyle/>
            <a:p>
              <a:pPr algn="ctr" defTabSz="914225" fontAlgn="base">
                <a:spcBef>
                  <a:spcPct val="0"/>
                </a:spcBef>
                <a:spcAft>
                  <a:spcPct val="0"/>
                </a:spcAft>
                <a:defRPr/>
              </a:pPr>
              <a:r>
                <a:rPr lang="ja-JP" altLang="en-US" sz="1200" kern="0">
                  <a:ln w="3175">
                    <a:noFill/>
                  </a:ln>
                  <a:solidFill>
                    <a:srgbClr val="FFFFFF"/>
                  </a:solidFill>
                  <a:latin typeface="Segoe UI" panose="020B0502040204020203" pitchFamily="34" charset="0"/>
                  <a:ea typeface="Meiryo UI" panose="020B0604030504040204" pitchFamily="50" charset="-128"/>
                  <a:cs typeface="Segoe UI" panose="020B0502040204020203" pitchFamily="34" charset="0"/>
                </a:rPr>
                <a:t>利用者</a:t>
              </a:r>
            </a:p>
          </p:txBody>
        </p:sp>
      </p:grpSp>
      <p:grpSp>
        <p:nvGrpSpPr>
          <p:cNvPr id="40" name="グループ化 39">
            <a:extLst>
              <a:ext uri="{FF2B5EF4-FFF2-40B4-BE49-F238E27FC236}">
                <a16:creationId xmlns:a16="http://schemas.microsoft.com/office/drawing/2014/main" id="{C7AB0BF4-F805-AD34-3B31-1E61A7EAA75D}"/>
              </a:ext>
            </a:extLst>
          </p:cNvPr>
          <p:cNvGrpSpPr/>
          <p:nvPr/>
        </p:nvGrpSpPr>
        <p:grpSpPr>
          <a:xfrm>
            <a:off x="4238747" y="4144247"/>
            <a:ext cx="1032821" cy="342947"/>
            <a:chOff x="4028448" y="3687139"/>
            <a:chExt cx="1032967" cy="342996"/>
          </a:xfrm>
        </p:grpSpPr>
        <p:pic>
          <p:nvPicPr>
            <p:cNvPr id="41" name="グラフィックス 40" descr="ユーザー 単色塗りつぶし">
              <a:extLst>
                <a:ext uri="{FF2B5EF4-FFF2-40B4-BE49-F238E27FC236}">
                  <a16:creationId xmlns:a16="http://schemas.microsoft.com/office/drawing/2014/main" id="{31F839E2-1307-B6E3-251B-FFBC4B0280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28448" y="3687139"/>
              <a:ext cx="342996" cy="342996"/>
            </a:xfrm>
            <a:prstGeom prst="rect">
              <a:avLst/>
            </a:prstGeom>
          </p:spPr>
        </p:pic>
        <p:sp>
          <p:nvSpPr>
            <p:cNvPr id="42" name="Rectangle: Rounded Corners 5">
              <a:extLst>
                <a:ext uri="{FF2B5EF4-FFF2-40B4-BE49-F238E27FC236}">
                  <a16:creationId xmlns:a16="http://schemas.microsoft.com/office/drawing/2014/main" id="{CC36D66C-8BC2-D841-E310-5AF364D44874}"/>
                </a:ext>
              </a:extLst>
            </p:cNvPr>
            <p:cNvSpPr/>
            <p:nvPr/>
          </p:nvSpPr>
          <p:spPr bwMode="auto">
            <a:xfrm>
              <a:off x="4374041" y="3718456"/>
              <a:ext cx="687374" cy="274304"/>
            </a:xfrm>
            <a:prstGeom prst="roundRect">
              <a:avLst>
                <a:gd name="adj" fmla="val 5377"/>
              </a:avLst>
            </a:prstGeom>
            <a:solidFill>
              <a:srgbClr val="0078D4"/>
            </a:solidFill>
            <a:ln w="19050"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27" tIns="18285" rIns="91427" bIns="36571" numCol="1" spcCol="0" rtlCol="0" fromWordArt="0" anchor="ctr" anchorCtr="0" forceAA="0" compatLnSpc="1">
              <a:prstTxWarp prst="textNoShape">
                <a:avLst/>
              </a:prstTxWarp>
              <a:noAutofit/>
            </a:bodyPr>
            <a:lstStyle/>
            <a:p>
              <a:pPr algn="ctr" defTabSz="914225" fontAlgn="base">
                <a:spcBef>
                  <a:spcPct val="0"/>
                </a:spcBef>
                <a:spcAft>
                  <a:spcPct val="0"/>
                </a:spcAft>
                <a:defRPr/>
              </a:pPr>
              <a:r>
                <a:rPr lang="ja-JP" altLang="en-US" sz="1200" kern="0">
                  <a:ln w="3175">
                    <a:noFill/>
                  </a:ln>
                  <a:solidFill>
                    <a:srgbClr val="FFFFFF"/>
                  </a:solidFill>
                  <a:latin typeface="Segoe UI" panose="020B0502040204020203" pitchFamily="34" charset="0"/>
                  <a:ea typeface="Meiryo UI" panose="020B0604030504040204" pitchFamily="50" charset="-128"/>
                  <a:cs typeface="Segoe UI" panose="020B0502040204020203" pitchFamily="34" charset="0"/>
                </a:rPr>
                <a:t>利用者</a:t>
              </a:r>
            </a:p>
          </p:txBody>
        </p:sp>
      </p:grpSp>
      <p:pic>
        <p:nvPicPr>
          <p:cNvPr id="44" name="グラフィックス 43" descr="ユーザー 単色塗りつぶし">
            <a:extLst>
              <a:ext uri="{FF2B5EF4-FFF2-40B4-BE49-F238E27FC236}">
                <a16:creationId xmlns:a16="http://schemas.microsoft.com/office/drawing/2014/main" id="{C4E2DB81-EF93-6E82-DC1C-C398722BF7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48938" y="3735754"/>
            <a:ext cx="342948" cy="342947"/>
          </a:xfrm>
          <a:prstGeom prst="rect">
            <a:avLst/>
          </a:prstGeom>
        </p:spPr>
      </p:pic>
      <p:sp>
        <p:nvSpPr>
          <p:cNvPr id="45" name="Rectangle: Rounded Corners 5">
            <a:extLst>
              <a:ext uri="{FF2B5EF4-FFF2-40B4-BE49-F238E27FC236}">
                <a16:creationId xmlns:a16="http://schemas.microsoft.com/office/drawing/2014/main" id="{2E9FBA25-E7A7-5CCE-E0A6-E9F1F3DE58C1}"/>
              </a:ext>
            </a:extLst>
          </p:cNvPr>
          <p:cNvSpPr/>
          <p:nvPr/>
        </p:nvSpPr>
        <p:spPr bwMode="auto">
          <a:xfrm>
            <a:off x="7394482" y="3767067"/>
            <a:ext cx="687277" cy="274265"/>
          </a:xfrm>
          <a:prstGeom prst="roundRect">
            <a:avLst>
              <a:gd name="adj" fmla="val 5377"/>
            </a:avLst>
          </a:prstGeom>
          <a:solidFill>
            <a:srgbClr val="0078D4"/>
          </a:solidFill>
          <a:ln w="19050"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27" tIns="18285" rIns="91427" bIns="36571" numCol="1" spcCol="0" rtlCol="0" fromWordArt="0" anchor="ctr" anchorCtr="0" forceAA="0" compatLnSpc="1">
            <a:prstTxWarp prst="textNoShape">
              <a:avLst/>
            </a:prstTxWarp>
            <a:noAutofit/>
          </a:bodyPr>
          <a:lstStyle/>
          <a:p>
            <a:pPr algn="ctr" defTabSz="914225" fontAlgn="base">
              <a:spcBef>
                <a:spcPct val="0"/>
              </a:spcBef>
              <a:spcAft>
                <a:spcPct val="0"/>
              </a:spcAft>
              <a:defRPr/>
            </a:pPr>
            <a:r>
              <a:rPr lang="ja-JP" altLang="en-US" sz="1200" kern="0">
                <a:ln w="3175">
                  <a:noFill/>
                </a:ln>
                <a:solidFill>
                  <a:srgbClr val="FFFFFF"/>
                </a:solidFill>
                <a:latin typeface="Segoe UI" panose="020B0502040204020203" pitchFamily="34" charset="0"/>
                <a:ea typeface="Meiryo UI" panose="020B0604030504040204" pitchFamily="50" charset="-128"/>
                <a:cs typeface="Segoe UI" panose="020B0502040204020203" pitchFamily="34" charset="0"/>
              </a:rPr>
              <a:t>利用者</a:t>
            </a:r>
          </a:p>
        </p:txBody>
      </p:sp>
      <p:pic>
        <p:nvPicPr>
          <p:cNvPr id="47" name="グラフィックス 46" descr="ユーザー 単色塗りつぶし">
            <a:extLst>
              <a:ext uri="{FF2B5EF4-FFF2-40B4-BE49-F238E27FC236}">
                <a16:creationId xmlns:a16="http://schemas.microsoft.com/office/drawing/2014/main" id="{8A57660F-2F0C-F71D-C80E-563A5652E9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59128" y="3085710"/>
            <a:ext cx="342948" cy="342947"/>
          </a:xfrm>
          <a:prstGeom prst="rect">
            <a:avLst/>
          </a:prstGeom>
        </p:spPr>
      </p:pic>
      <p:sp>
        <p:nvSpPr>
          <p:cNvPr id="48" name="Rectangle: Rounded Corners 5">
            <a:extLst>
              <a:ext uri="{FF2B5EF4-FFF2-40B4-BE49-F238E27FC236}">
                <a16:creationId xmlns:a16="http://schemas.microsoft.com/office/drawing/2014/main" id="{F0CC36FE-CAAB-1895-FE00-7EF90B7D9914}"/>
              </a:ext>
            </a:extLst>
          </p:cNvPr>
          <p:cNvSpPr/>
          <p:nvPr/>
        </p:nvSpPr>
        <p:spPr bwMode="auto">
          <a:xfrm>
            <a:off x="10204672" y="3117023"/>
            <a:ext cx="687277" cy="274265"/>
          </a:xfrm>
          <a:prstGeom prst="roundRect">
            <a:avLst>
              <a:gd name="adj" fmla="val 5377"/>
            </a:avLst>
          </a:prstGeom>
          <a:solidFill>
            <a:srgbClr val="0078D4"/>
          </a:solidFill>
          <a:ln w="19050"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27" tIns="18285" rIns="91427" bIns="36571" numCol="1" spcCol="0" rtlCol="0" fromWordArt="0" anchor="ctr" anchorCtr="0" forceAA="0" compatLnSpc="1">
            <a:prstTxWarp prst="textNoShape">
              <a:avLst/>
            </a:prstTxWarp>
            <a:noAutofit/>
          </a:bodyPr>
          <a:lstStyle/>
          <a:p>
            <a:pPr algn="ctr" defTabSz="914225" fontAlgn="base">
              <a:spcBef>
                <a:spcPct val="0"/>
              </a:spcBef>
              <a:spcAft>
                <a:spcPct val="0"/>
              </a:spcAft>
              <a:defRPr/>
            </a:pPr>
            <a:r>
              <a:rPr lang="ja-JP" altLang="en-US" sz="1200" kern="0">
                <a:ln w="3175">
                  <a:noFill/>
                </a:ln>
                <a:solidFill>
                  <a:srgbClr val="FFFFFF"/>
                </a:solidFill>
                <a:latin typeface="Segoe UI" panose="020B0502040204020203" pitchFamily="34" charset="0"/>
                <a:ea typeface="Meiryo UI" panose="020B0604030504040204" pitchFamily="50" charset="-128"/>
                <a:cs typeface="Segoe UI" panose="020B0502040204020203" pitchFamily="34" charset="0"/>
              </a:rPr>
              <a:t>利用者</a:t>
            </a:r>
          </a:p>
        </p:txBody>
      </p:sp>
      <p:sp>
        <p:nvSpPr>
          <p:cNvPr id="50" name="Rectangle: Rounded Corners 40">
            <a:extLst>
              <a:ext uri="{FF2B5EF4-FFF2-40B4-BE49-F238E27FC236}">
                <a16:creationId xmlns:a16="http://schemas.microsoft.com/office/drawing/2014/main" id="{6B78895A-7F04-CB7E-81DE-107392C5B35E}"/>
              </a:ext>
            </a:extLst>
          </p:cNvPr>
          <p:cNvSpPr/>
          <p:nvPr/>
        </p:nvSpPr>
        <p:spPr bwMode="auto">
          <a:xfrm>
            <a:off x="6689308" y="4661426"/>
            <a:ext cx="1752077" cy="274265"/>
          </a:xfrm>
          <a:prstGeom prst="roundRect">
            <a:avLst>
              <a:gd name="adj" fmla="val 5377"/>
            </a:avLst>
          </a:prstGeom>
          <a:solidFill>
            <a:srgbClr val="EC6A8F"/>
          </a:solidFill>
          <a:ln w="19050"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27" tIns="18285" rIns="91427" bIns="36571" numCol="1" spcCol="0" rtlCol="0" fromWordArt="0" anchor="ctr" anchorCtr="0" forceAA="0" compatLnSpc="1">
            <a:prstTxWarp prst="textNoShape">
              <a:avLst/>
            </a:prstTxWarp>
            <a:noAutofit/>
          </a:bodyPr>
          <a:lstStyle/>
          <a:p>
            <a:pPr algn="ctr" defTabSz="914225" fontAlgn="base">
              <a:spcBef>
                <a:spcPct val="0"/>
              </a:spcBef>
              <a:spcAft>
                <a:spcPct val="0"/>
              </a:spcAft>
              <a:defRPr/>
            </a:pPr>
            <a:r>
              <a:rPr lang="ja-JP" altLang="en-US" sz="1200" kern="0" dirty="0">
                <a:ln w="3175">
                  <a:noFill/>
                </a:ln>
                <a:solidFill>
                  <a:srgbClr val="FFFFFF"/>
                </a:solidFill>
                <a:latin typeface="Segoe UI" panose="020B0502040204020203" pitchFamily="34" charset="0"/>
                <a:ea typeface="Meiryo UI" panose="020B0604030504040204" pitchFamily="50" charset="-128"/>
                <a:cs typeface="Segoe UI" panose="020B0502040204020203" pitchFamily="34" charset="0"/>
              </a:rPr>
              <a:t>　単一の</a:t>
            </a:r>
            <a:r>
              <a:rPr lang="en-US" altLang="ja-JP" sz="1200" kern="0" dirty="0">
                <a:ln w="3175">
                  <a:noFill/>
                </a:ln>
                <a:solidFill>
                  <a:srgbClr val="FFFFFF"/>
                </a:solidFill>
                <a:latin typeface="Segoe UI" panose="020B0502040204020203" pitchFamily="34" charset="0"/>
                <a:ea typeface="Meiryo UI" panose="020B0604030504040204" pitchFamily="50" charset="-128"/>
                <a:cs typeface="Segoe UI" panose="020B0502040204020203" pitchFamily="34" charset="0"/>
              </a:rPr>
              <a:t>AI</a:t>
            </a:r>
            <a:r>
              <a:rPr lang="ja-JP" altLang="en-US" sz="1200" kern="0" dirty="0">
                <a:ln w="3175">
                  <a:noFill/>
                </a:ln>
                <a:solidFill>
                  <a:srgbClr val="FFFFFF"/>
                </a:solidFill>
                <a:latin typeface="Segoe UI" panose="020B0502040204020203" pitchFamily="34" charset="0"/>
                <a:ea typeface="Meiryo UI" panose="020B0604030504040204" pitchFamily="50" charset="-128"/>
                <a:cs typeface="Segoe UI" panose="020B0502040204020203" pitchFamily="34" charset="0"/>
              </a:rPr>
              <a:t>エージェント</a:t>
            </a:r>
          </a:p>
        </p:txBody>
      </p:sp>
      <p:pic>
        <p:nvPicPr>
          <p:cNvPr id="51" name="Graphic 31">
            <a:extLst>
              <a:ext uri="{FF2B5EF4-FFF2-40B4-BE49-F238E27FC236}">
                <a16:creationId xmlns:a16="http://schemas.microsoft.com/office/drawing/2014/main" id="{ED1567C4-4BB6-DA7E-AB83-3AE541FBEC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70405" y="4679336"/>
            <a:ext cx="219356" cy="221021"/>
          </a:xfrm>
          <a:prstGeom prst="rect">
            <a:avLst/>
          </a:prstGeom>
        </p:spPr>
      </p:pic>
      <p:sp>
        <p:nvSpPr>
          <p:cNvPr id="53" name="Rectangle: Rounded Corners 48">
            <a:extLst>
              <a:ext uri="{FF2B5EF4-FFF2-40B4-BE49-F238E27FC236}">
                <a16:creationId xmlns:a16="http://schemas.microsoft.com/office/drawing/2014/main" id="{92C7E759-9BEF-FB56-3C38-2E129CBABF08}"/>
              </a:ext>
            </a:extLst>
          </p:cNvPr>
          <p:cNvSpPr/>
          <p:nvPr/>
        </p:nvSpPr>
        <p:spPr bwMode="auto">
          <a:xfrm>
            <a:off x="9421609" y="3623372"/>
            <a:ext cx="1907858" cy="274265"/>
          </a:xfrm>
          <a:prstGeom prst="roundRect">
            <a:avLst>
              <a:gd name="adj" fmla="val 5377"/>
            </a:avLst>
          </a:prstGeom>
          <a:solidFill>
            <a:srgbClr val="EC6A8F"/>
          </a:solidFill>
          <a:ln w="19050"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27" tIns="18285" rIns="91427" bIns="36571" numCol="1" spcCol="0" rtlCol="0" fromWordArt="0" anchor="ctr" anchorCtr="0" forceAA="0" compatLnSpc="1">
            <a:prstTxWarp prst="textNoShape">
              <a:avLst/>
            </a:prstTxWarp>
            <a:noAutofit/>
          </a:bodyPr>
          <a:lstStyle/>
          <a:p>
            <a:pPr algn="ctr" defTabSz="914225" fontAlgn="base">
              <a:spcBef>
                <a:spcPct val="0"/>
              </a:spcBef>
              <a:spcAft>
                <a:spcPct val="0"/>
              </a:spcAft>
              <a:defRPr/>
            </a:pPr>
            <a:r>
              <a:rPr lang="ja-JP" altLang="en-US" sz="1200" kern="0">
                <a:ln w="3175">
                  <a:noFill/>
                </a:ln>
                <a:solidFill>
                  <a:srgbClr val="FFFFFF"/>
                </a:solidFill>
                <a:latin typeface="Segoe UI" panose="020B0502040204020203" pitchFamily="34" charset="0"/>
                <a:ea typeface="Meiryo UI" panose="020B0604030504040204" pitchFamily="50" charset="-128"/>
                <a:cs typeface="Segoe UI" panose="020B0502040204020203" pitchFamily="34" charset="0"/>
              </a:rPr>
              <a:t>　人事エージェント</a:t>
            </a:r>
          </a:p>
        </p:txBody>
      </p:sp>
      <p:pic>
        <p:nvPicPr>
          <p:cNvPr id="54" name="Graphic 31">
            <a:extLst>
              <a:ext uri="{FF2B5EF4-FFF2-40B4-BE49-F238E27FC236}">
                <a16:creationId xmlns:a16="http://schemas.microsoft.com/office/drawing/2014/main" id="{E12C7DEE-FB83-4DDA-ACA6-DB2D32A258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02213" y="3643492"/>
            <a:ext cx="219356" cy="221021"/>
          </a:xfrm>
          <a:prstGeom prst="rect">
            <a:avLst/>
          </a:prstGeom>
        </p:spPr>
      </p:pic>
      <p:sp>
        <p:nvSpPr>
          <p:cNvPr id="56" name="Rectangle: Rounded Corners 54">
            <a:extLst>
              <a:ext uri="{FF2B5EF4-FFF2-40B4-BE49-F238E27FC236}">
                <a16:creationId xmlns:a16="http://schemas.microsoft.com/office/drawing/2014/main" id="{9A533678-B89C-5B3F-E2B7-FF106E193A23}"/>
              </a:ext>
            </a:extLst>
          </p:cNvPr>
          <p:cNvSpPr/>
          <p:nvPr/>
        </p:nvSpPr>
        <p:spPr bwMode="auto">
          <a:xfrm>
            <a:off x="9421608" y="4144983"/>
            <a:ext cx="1907859" cy="274265"/>
          </a:xfrm>
          <a:prstGeom prst="roundRect">
            <a:avLst>
              <a:gd name="adj" fmla="val 5377"/>
            </a:avLst>
          </a:prstGeom>
          <a:solidFill>
            <a:srgbClr val="EC6A8F"/>
          </a:solidFill>
          <a:ln w="19050"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27" tIns="18285" rIns="91427" bIns="36571" numCol="1" spcCol="0" rtlCol="0" fromWordArt="0" anchor="ctr" anchorCtr="0" forceAA="0" compatLnSpc="1">
            <a:prstTxWarp prst="textNoShape">
              <a:avLst/>
            </a:prstTxWarp>
            <a:noAutofit/>
          </a:bodyPr>
          <a:lstStyle/>
          <a:p>
            <a:pPr algn="ctr" defTabSz="914225" fontAlgn="base">
              <a:spcBef>
                <a:spcPct val="0"/>
              </a:spcBef>
              <a:spcAft>
                <a:spcPct val="0"/>
              </a:spcAft>
              <a:defRPr/>
            </a:pPr>
            <a:r>
              <a:rPr lang="ja-JP" altLang="en-US" sz="1200" kern="0">
                <a:ln w="3175">
                  <a:noFill/>
                </a:ln>
                <a:solidFill>
                  <a:srgbClr val="FFFFFF"/>
                </a:solidFill>
                <a:latin typeface="Segoe UI" panose="020B0502040204020203" pitchFamily="34" charset="0"/>
                <a:ea typeface="Meiryo UI" panose="020B0604030504040204" pitchFamily="50" charset="-128"/>
                <a:cs typeface="Segoe UI" panose="020B0502040204020203" pitchFamily="34" charset="0"/>
              </a:rPr>
              <a:t>　</a:t>
            </a:r>
            <a:r>
              <a:rPr lang="en-US" altLang="ja-JP" sz="1200" kern="0">
                <a:ln w="3175">
                  <a:noFill/>
                </a:ln>
                <a:solidFill>
                  <a:srgbClr val="FFFFFF"/>
                </a:solidFill>
                <a:latin typeface="Segoe UI" panose="020B0502040204020203" pitchFamily="34" charset="0"/>
                <a:ea typeface="Meiryo UI" panose="020B0604030504040204" pitchFamily="50" charset="-128"/>
                <a:cs typeface="Segoe UI" panose="020B0502040204020203" pitchFamily="34" charset="0"/>
              </a:rPr>
              <a:t>IT</a:t>
            </a:r>
            <a:r>
              <a:rPr lang="ja-JP" altLang="en-US" sz="1200" kern="0">
                <a:ln w="3175">
                  <a:noFill/>
                </a:ln>
                <a:solidFill>
                  <a:srgbClr val="FFFFFF"/>
                </a:solidFill>
                <a:latin typeface="Segoe UI" panose="020B0502040204020203" pitchFamily="34" charset="0"/>
                <a:ea typeface="Meiryo UI" panose="020B0604030504040204" pitchFamily="50" charset="-128"/>
                <a:cs typeface="Segoe UI" panose="020B0502040204020203" pitchFamily="34" charset="0"/>
              </a:rPr>
              <a:t>エージェント</a:t>
            </a:r>
          </a:p>
        </p:txBody>
      </p:sp>
      <p:pic>
        <p:nvPicPr>
          <p:cNvPr id="57" name="Graphic 31">
            <a:extLst>
              <a:ext uri="{FF2B5EF4-FFF2-40B4-BE49-F238E27FC236}">
                <a16:creationId xmlns:a16="http://schemas.microsoft.com/office/drawing/2014/main" id="{F0927F6B-A148-E15F-8484-87D2F7CF7E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10189" y="4161990"/>
            <a:ext cx="219356" cy="221021"/>
          </a:xfrm>
          <a:prstGeom prst="rect">
            <a:avLst/>
          </a:prstGeom>
        </p:spPr>
      </p:pic>
      <p:sp>
        <p:nvSpPr>
          <p:cNvPr id="59" name="Rectangle: Rounded Corners 55">
            <a:extLst>
              <a:ext uri="{FF2B5EF4-FFF2-40B4-BE49-F238E27FC236}">
                <a16:creationId xmlns:a16="http://schemas.microsoft.com/office/drawing/2014/main" id="{1EDEDC82-03AB-883E-6429-0C08A6D4B49B}"/>
              </a:ext>
            </a:extLst>
          </p:cNvPr>
          <p:cNvSpPr/>
          <p:nvPr/>
        </p:nvSpPr>
        <p:spPr bwMode="auto">
          <a:xfrm>
            <a:off x="9330147" y="4668372"/>
            <a:ext cx="2090781" cy="274265"/>
          </a:xfrm>
          <a:prstGeom prst="roundRect">
            <a:avLst>
              <a:gd name="adj" fmla="val 5377"/>
            </a:avLst>
          </a:prstGeom>
          <a:solidFill>
            <a:srgbClr val="EC6A8F"/>
          </a:solidFill>
          <a:ln w="19050"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91427" tIns="18285" rIns="91427" bIns="36571" numCol="1" spcCol="0" rtlCol="0" fromWordArt="0" anchor="ctr" anchorCtr="0" forceAA="0" compatLnSpc="1">
            <a:prstTxWarp prst="textNoShape">
              <a:avLst/>
            </a:prstTxWarp>
            <a:noAutofit/>
          </a:bodyPr>
          <a:lstStyle/>
          <a:p>
            <a:pPr algn="ctr" defTabSz="914225" fontAlgn="base">
              <a:spcBef>
                <a:spcPct val="0"/>
              </a:spcBef>
              <a:spcAft>
                <a:spcPct val="0"/>
              </a:spcAft>
              <a:defRPr/>
            </a:pPr>
            <a:r>
              <a:rPr lang="ja-JP" altLang="en-US" sz="1200" kern="0">
                <a:ln w="3175">
                  <a:noFill/>
                </a:ln>
                <a:solidFill>
                  <a:srgbClr val="FFFFFF"/>
                </a:solidFill>
                <a:latin typeface="Segoe UI" panose="020B0502040204020203" pitchFamily="34" charset="0"/>
                <a:ea typeface="Meiryo UI" panose="020B0604030504040204" pitchFamily="50" charset="-128"/>
                <a:cs typeface="Segoe UI" panose="020B0502040204020203" pitchFamily="34" charset="0"/>
              </a:rPr>
              <a:t>　トレーニングエージェント</a:t>
            </a:r>
          </a:p>
        </p:txBody>
      </p:sp>
      <p:pic>
        <p:nvPicPr>
          <p:cNvPr id="60" name="Graphic 31">
            <a:extLst>
              <a:ext uri="{FF2B5EF4-FFF2-40B4-BE49-F238E27FC236}">
                <a16:creationId xmlns:a16="http://schemas.microsoft.com/office/drawing/2014/main" id="{2D4DDC22-EDFF-47DB-2FEC-C49B2833D8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53398" y="4691008"/>
            <a:ext cx="219356" cy="221021"/>
          </a:xfrm>
          <a:prstGeom prst="rect">
            <a:avLst/>
          </a:prstGeom>
        </p:spPr>
      </p:pic>
      <p:sp>
        <p:nvSpPr>
          <p:cNvPr id="61" name="Rectangle: Rounded Corners 42">
            <a:extLst>
              <a:ext uri="{FF2B5EF4-FFF2-40B4-BE49-F238E27FC236}">
                <a16:creationId xmlns:a16="http://schemas.microsoft.com/office/drawing/2014/main" id="{492691B7-2BA4-6FBB-C0DA-5FE3361175E1}"/>
              </a:ext>
            </a:extLst>
          </p:cNvPr>
          <p:cNvSpPr/>
          <p:nvPr/>
        </p:nvSpPr>
        <p:spPr bwMode="auto">
          <a:xfrm>
            <a:off x="9804323" y="5121741"/>
            <a:ext cx="1142428" cy="274265"/>
          </a:xfrm>
          <a:prstGeom prst="roundRect">
            <a:avLst>
              <a:gd name="adj" fmla="val 5377"/>
            </a:avLst>
          </a:prstGeom>
          <a:solidFill>
            <a:srgbClr val="00B050"/>
          </a:solidFill>
          <a:ln w="38100" cap="flat" cmpd="sng" algn="ctr">
            <a:noFill/>
            <a:prstDash val="solid"/>
            <a:miter lim="800000"/>
          </a:ln>
          <a:effectLst>
            <a:outerShdw blurRad="50800" dist="38100" dir="2700000" algn="tl" rotWithShape="0">
              <a:prstClr val="black">
                <a:alpha val="20000"/>
              </a:prstClr>
            </a:outerShdw>
          </a:effectLst>
        </p:spPr>
        <p:txBody>
          <a:bodyPr rtlCol="0" anchor="ctr"/>
          <a:lstStyle/>
          <a:p>
            <a:pPr algn="ctr" defTabSz="914192">
              <a:defRPr/>
            </a:pPr>
            <a:r>
              <a:rPr lang="ja-JP" altLang="en-US" sz="1100" kern="0">
                <a:solidFill>
                  <a:srgbClr val="FFFFFF"/>
                </a:solidFill>
                <a:latin typeface="Segoe UI" panose="020B0502040204020203" pitchFamily="34" charset="0"/>
                <a:ea typeface="Meiryo UI" panose="020B0604030504040204" pitchFamily="50" charset="-128"/>
                <a:cs typeface="Segoe UI" panose="020B0502040204020203" pitchFamily="34" charset="0"/>
              </a:rPr>
              <a:t>人間の監督者</a:t>
            </a:r>
          </a:p>
        </p:txBody>
      </p:sp>
    </p:spTree>
    <p:extLst>
      <p:ext uri="{BB962C8B-B14F-4D97-AF65-F5344CB8AC3E}">
        <p14:creationId xmlns:p14="http://schemas.microsoft.com/office/powerpoint/2010/main" val="4279927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E081D-5AEC-EEA1-2C2B-EC99E5FF9826}"/>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2AEB3A8-2D84-5324-AD78-C86377C2EE01}"/>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US" altLang="ja-JP" sz="2000" b="1" dirty="0">
                <a:latin typeface="Yu Gothic UI" panose="020B0500000000000000" pitchFamily="34" charset="-128"/>
                <a:ea typeface="Yu Gothic UI" panose="020B0500000000000000" pitchFamily="34" charset="-128"/>
              </a:rPr>
              <a:t>AI </a:t>
            </a:r>
            <a:r>
              <a:rPr kumimoji="1" lang="ja-JP" altLang="en-US" sz="2000" b="1">
                <a:latin typeface="Yu Gothic UI" panose="020B0500000000000000" pitchFamily="34" charset="-128"/>
                <a:ea typeface="Yu Gothic UI" panose="020B0500000000000000" pitchFamily="34" charset="-128"/>
              </a:rPr>
              <a:t>エージェント</a:t>
            </a:r>
            <a:r>
              <a:rPr kumimoji="1" lang="en-US" altLang="ja-JP" sz="2000" b="1" dirty="0">
                <a:latin typeface="Yu Gothic UI" panose="020B0500000000000000" pitchFamily="34" charset="-128"/>
                <a:ea typeface="Yu Gothic UI" panose="020B0500000000000000" pitchFamily="34" charset="-128"/>
              </a:rPr>
              <a:t> </a:t>
            </a:r>
            <a:r>
              <a:rPr kumimoji="1" lang="ja-JP" altLang="en-US" sz="2000" b="1">
                <a:latin typeface="Yu Gothic UI" panose="020B0500000000000000" pitchFamily="34" charset="-128"/>
                <a:ea typeface="Yu Gothic UI" panose="020B0500000000000000" pitchFamily="34" charset="-128"/>
              </a:rPr>
              <a:t>と</a:t>
            </a:r>
            <a:r>
              <a:rPr kumimoji="1" lang="en-US" altLang="ja-JP" sz="2000" b="1" dirty="0">
                <a:latin typeface="Yu Gothic UI" panose="020B0500000000000000" pitchFamily="34" charset="-128"/>
                <a:ea typeface="Yu Gothic UI" panose="020B0500000000000000" pitchFamily="34" charset="-128"/>
              </a:rPr>
              <a:t> MS Foundry </a:t>
            </a:r>
            <a:r>
              <a:rPr kumimoji="1" lang="ja-JP" altLang="en-US" sz="2000" b="1">
                <a:latin typeface="Yu Gothic UI" panose="020B0500000000000000" pitchFamily="34" charset="-128"/>
                <a:ea typeface="Yu Gothic UI" panose="020B0500000000000000" pitchFamily="34" charset="-128"/>
              </a:rPr>
              <a:t>の関係</a:t>
            </a:r>
            <a:endParaRPr kumimoji="1"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99DAF304-1C4F-2493-6F52-12F1013DF3F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878D3942-0EFA-2F08-718C-8DE2C5533D2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A40A0B00-45FC-6D17-20E2-6D77EA4F7C18}"/>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US" altLang="ja-JP" sz="2000" dirty="0"/>
              <a:t>Microsoft Foundry </a:t>
            </a:r>
            <a:r>
              <a:rPr kumimoji="1" lang="ja-JP" altLang="en-US" sz="2000"/>
              <a:t>は</a:t>
            </a:r>
            <a:r>
              <a:rPr kumimoji="1" lang="en-US" altLang="ja-JP" sz="2000" dirty="0"/>
              <a:t> AI </a:t>
            </a:r>
            <a:r>
              <a:rPr kumimoji="1" lang="ja-JP" altLang="en-US" sz="2000"/>
              <a:t>エージェントの核である生成</a:t>
            </a:r>
            <a:r>
              <a:rPr kumimoji="1" lang="en-US" altLang="ja-JP" sz="2000" dirty="0"/>
              <a:t> AI </a:t>
            </a:r>
            <a:r>
              <a:rPr kumimoji="1" lang="ja-JP" altLang="en-US" sz="2000"/>
              <a:t>モデルだけではなく、インストラクション、エージェントの指示した内容を実行するツール、入出力インターフェース、メモリなどエージェントの動作に必要なすべての要素をカバーします。</a:t>
            </a:r>
          </a:p>
        </p:txBody>
      </p:sp>
      <p:sp>
        <p:nvSpPr>
          <p:cNvPr id="6" name="字幕 1">
            <a:extLst>
              <a:ext uri="{FF2B5EF4-FFF2-40B4-BE49-F238E27FC236}">
                <a16:creationId xmlns:a16="http://schemas.microsoft.com/office/drawing/2014/main" id="{3A1F1ABD-D5AF-00B9-9CB5-813F334B8668}"/>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Rounded Rectangle 12">
            <a:extLst>
              <a:ext uri="{FF2B5EF4-FFF2-40B4-BE49-F238E27FC236}">
                <a16:creationId xmlns:a16="http://schemas.microsoft.com/office/drawing/2014/main" id="{5A34E992-9626-F90D-FA79-2A190CF670B1}"/>
              </a:ext>
              <a:ext uri="{C183D7F6-B498-43B3-948B-1728B52AA6E4}">
                <adec:decorative xmlns:adec="http://schemas.microsoft.com/office/drawing/2017/decorative" val="1"/>
              </a:ext>
            </a:extLst>
          </p:cNvPr>
          <p:cNvSpPr/>
          <p:nvPr/>
        </p:nvSpPr>
        <p:spPr bwMode="auto">
          <a:xfrm>
            <a:off x="1049966" y="2887162"/>
            <a:ext cx="2746535" cy="1939914"/>
          </a:xfrm>
          <a:prstGeom prst="roundRect">
            <a:avLst>
              <a:gd name="adj" fmla="val 9324"/>
            </a:avLst>
          </a:prstGeom>
          <a:noFill/>
          <a:ln w="12700">
            <a:solidFill>
              <a:schemeClr val="tx1">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mn-ea"/>
              <a:cs typeface="Segoe UI Light" panose="020B0502040204020203" pitchFamily="34" charset="0"/>
            </a:endParaRPr>
          </a:p>
        </p:txBody>
      </p:sp>
      <p:sp>
        <p:nvSpPr>
          <p:cNvPr id="7" name="Rounded Rectangle 12">
            <a:extLst>
              <a:ext uri="{FF2B5EF4-FFF2-40B4-BE49-F238E27FC236}">
                <a16:creationId xmlns:a16="http://schemas.microsoft.com/office/drawing/2014/main" id="{116A2EEF-DABA-3E88-BE3C-1AC1A882BBA1}"/>
              </a:ext>
              <a:ext uri="{C183D7F6-B498-43B3-948B-1728B52AA6E4}">
                <adec:decorative xmlns:adec="http://schemas.microsoft.com/office/drawing/2017/decorative" val="1"/>
              </a:ext>
            </a:extLst>
          </p:cNvPr>
          <p:cNvSpPr/>
          <p:nvPr/>
        </p:nvSpPr>
        <p:spPr bwMode="auto">
          <a:xfrm>
            <a:off x="8395498" y="2887162"/>
            <a:ext cx="2746535" cy="1939912"/>
          </a:xfrm>
          <a:prstGeom prst="roundRect">
            <a:avLst>
              <a:gd name="adj" fmla="val 9319"/>
            </a:avLst>
          </a:prstGeom>
          <a:noFill/>
          <a:ln w="12700">
            <a:solidFill>
              <a:schemeClr val="tx1">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mn-ea"/>
              <a:cs typeface="Segoe UI Light" panose="020B0502040204020203" pitchFamily="34" charset="0"/>
            </a:endParaRPr>
          </a:p>
        </p:txBody>
      </p:sp>
      <p:sp>
        <p:nvSpPr>
          <p:cNvPr id="8" name="Rounded Rectangle 12">
            <a:extLst>
              <a:ext uri="{FF2B5EF4-FFF2-40B4-BE49-F238E27FC236}">
                <a16:creationId xmlns:a16="http://schemas.microsoft.com/office/drawing/2014/main" id="{2C8DF200-1287-2B1F-1730-7BDBC7F89D66}"/>
              </a:ext>
              <a:ext uri="{C183D7F6-B498-43B3-948B-1728B52AA6E4}">
                <adec:decorative xmlns:adec="http://schemas.microsoft.com/office/drawing/2017/decorative" val="1"/>
              </a:ext>
            </a:extLst>
          </p:cNvPr>
          <p:cNvSpPr/>
          <p:nvPr/>
        </p:nvSpPr>
        <p:spPr bwMode="auto">
          <a:xfrm>
            <a:off x="4485366" y="2293856"/>
            <a:ext cx="3221269" cy="2533220"/>
          </a:xfrm>
          <a:prstGeom prst="roundRect">
            <a:avLst>
              <a:gd name="adj" fmla="val 7111"/>
            </a:avLst>
          </a:prstGeom>
          <a:noFill/>
          <a:ln w="12700">
            <a:solidFill>
              <a:schemeClr val="tx1">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000000"/>
              </a:solidFill>
              <a:effectLst/>
              <a:uLnTx/>
              <a:uFillTx/>
              <a:latin typeface="Segoe UI"/>
              <a:ea typeface="+mn-ea"/>
              <a:cs typeface="Segoe UI Light" panose="020B0502040204020203" pitchFamily="34" charset="0"/>
            </a:endParaRPr>
          </a:p>
        </p:txBody>
      </p:sp>
      <p:sp>
        <p:nvSpPr>
          <p:cNvPr id="10" name="Rounded Rectangle 12">
            <a:extLst>
              <a:ext uri="{FF2B5EF4-FFF2-40B4-BE49-F238E27FC236}">
                <a16:creationId xmlns:a16="http://schemas.microsoft.com/office/drawing/2014/main" id="{2BFDE794-EE33-FEE6-92DC-5F3DFA35228B}"/>
              </a:ext>
              <a:ext uri="{C183D7F6-B498-43B3-948B-1728B52AA6E4}">
                <adec:decorative xmlns:adec="http://schemas.microsoft.com/office/drawing/2017/decorative" val="1"/>
              </a:ext>
            </a:extLst>
          </p:cNvPr>
          <p:cNvSpPr/>
          <p:nvPr/>
        </p:nvSpPr>
        <p:spPr bwMode="auto">
          <a:xfrm>
            <a:off x="4485366" y="5058621"/>
            <a:ext cx="3221269" cy="1675899"/>
          </a:xfrm>
          <a:prstGeom prst="roundRect">
            <a:avLst>
              <a:gd name="adj" fmla="val 10028"/>
            </a:avLst>
          </a:prstGeom>
          <a:noFill/>
          <a:ln w="12700">
            <a:solidFill>
              <a:schemeClr val="tx1">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91440" rIns="0" bIns="0" numCol="1" spcCol="0" rtlCol="0" fromWordArt="0" anchor="t" anchorCtr="0" forceAA="0" compatLnSpc="1">
            <a:prstTxWarp prst="textNoShape">
              <a:avLst/>
            </a:prstTxWarp>
            <a:noAutofit/>
          </a:bodyPr>
          <a:lstStyle/>
          <a:p>
            <a:pPr marL="0" marR="0" lvl="0" indent="0" algn="ctr" defTabSz="110155" rtl="0" eaLnBrk="1" fontAlgn="base" latinLnBrk="0" hangingPunct="1">
              <a:lnSpc>
                <a:spcPct val="9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000000"/>
              </a:solidFill>
              <a:effectLst/>
              <a:uLnTx/>
              <a:uFillTx/>
              <a:latin typeface="Segoe UI"/>
              <a:ea typeface="+mn-ea"/>
              <a:cs typeface="Segoe UI Light" panose="020B0502040204020203" pitchFamily="34" charset="0"/>
            </a:endParaRPr>
          </a:p>
        </p:txBody>
      </p:sp>
      <p:sp>
        <p:nvSpPr>
          <p:cNvPr id="11" name="TextBox 18">
            <a:extLst>
              <a:ext uri="{FF2B5EF4-FFF2-40B4-BE49-F238E27FC236}">
                <a16:creationId xmlns:a16="http://schemas.microsoft.com/office/drawing/2014/main" id="{0EFBF237-7AD8-678A-3A2C-6ED4FF8E4D9F}"/>
              </a:ext>
            </a:extLst>
          </p:cNvPr>
          <p:cNvSpPr txBox="1"/>
          <p:nvPr/>
        </p:nvSpPr>
        <p:spPr>
          <a:xfrm>
            <a:off x="1614494" y="3057933"/>
            <a:ext cx="1538343" cy="276999"/>
          </a:xfrm>
          <a:prstGeom prst="rect">
            <a:avLst/>
          </a:prstGeom>
          <a:noFill/>
          <a:effectLst/>
        </p:spPr>
        <p:txBody>
          <a:bodyPr wrap="square" lIns="0" tIns="0" rIns="0" bIns="0" rtlCol="0" anchor="t" anchorCtr="0">
            <a:sp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1800" b="1" i="0" u="none" strike="noStrike" kern="1200" cap="none" spc="0" normalizeH="0" baseline="0" noProof="0">
                <a:ln w="3175">
                  <a:noFill/>
                </a:ln>
                <a:effectLst/>
                <a:uLnTx/>
                <a:uFillTx/>
                <a:latin typeface="Yu Gothic UI"/>
                <a:ea typeface="Yu Gothic UI"/>
                <a:cs typeface="Segoe Sans Display Semibold" pitchFamily="2" charset="0"/>
              </a:rPr>
              <a:t>入力</a:t>
            </a:r>
          </a:p>
        </p:txBody>
      </p:sp>
      <p:grpSp>
        <p:nvGrpSpPr>
          <p:cNvPr id="12" name="Group 19" descr="System Events">
            <a:extLst>
              <a:ext uri="{FF2B5EF4-FFF2-40B4-BE49-F238E27FC236}">
                <a16:creationId xmlns:a16="http://schemas.microsoft.com/office/drawing/2014/main" id="{F169601B-BCAD-AB33-7EEE-637D0E642B3D}"/>
              </a:ext>
              <a:ext uri="{C183D7F6-B498-43B3-948B-1728B52AA6E4}">
                <adec:decorative xmlns:adec="http://schemas.microsoft.com/office/drawing/2017/decorative" val="0"/>
              </a:ext>
            </a:extLst>
          </p:cNvPr>
          <p:cNvGrpSpPr/>
          <p:nvPr/>
        </p:nvGrpSpPr>
        <p:grpSpPr>
          <a:xfrm>
            <a:off x="1218038" y="3500690"/>
            <a:ext cx="698268" cy="1073110"/>
            <a:chOff x="1034451" y="2615935"/>
            <a:chExt cx="698268" cy="1073110"/>
          </a:xfrm>
        </p:grpSpPr>
        <p:pic>
          <p:nvPicPr>
            <p:cNvPr id="13" name="Picture 20">
              <a:extLst>
                <a:ext uri="{FF2B5EF4-FFF2-40B4-BE49-F238E27FC236}">
                  <a16:creationId xmlns:a16="http://schemas.microsoft.com/office/drawing/2014/main" id="{2D5BA0E3-4583-E6AC-1815-7841DB764100}"/>
                </a:ext>
              </a:extLst>
            </p:cNvPr>
            <p:cNvPicPr>
              <a:picLocks noChangeAspect="1"/>
            </p:cNvPicPr>
            <p:nvPr/>
          </p:nvPicPr>
          <p:blipFill>
            <a:blip r:embed="rId3"/>
            <a:stretch>
              <a:fillRect/>
            </a:stretch>
          </p:blipFill>
          <p:spPr>
            <a:xfrm>
              <a:off x="1164162" y="2615935"/>
              <a:ext cx="566014" cy="566014"/>
            </a:xfrm>
            <a:prstGeom prst="rect">
              <a:avLst/>
            </a:prstGeom>
            <a:effectLst>
              <a:outerShdw blurRad="50800" dist="38100" dir="2700000" algn="tl" rotWithShape="0">
                <a:prstClr val="black">
                  <a:alpha val="10000"/>
                </a:prstClr>
              </a:outerShdw>
            </a:effectLst>
          </p:spPr>
        </p:pic>
        <p:sp>
          <p:nvSpPr>
            <p:cNvPr id="14" name="TextBox 21">
              <a:extLst>
                <a:ext uri="{FF2B5EF4-FFF2-40B4-BE49-F238E27FC236}">
                  <a16:creationId xmlns:a16="http://schemas.microsoft.com/office/drawing/2014/main" id="{B842EF07-2277-C056-05D2-53E6FAF581F0}"/>
                </a:ext>
              </a:extLst>
            </p:cNvPr>
            <p:cNvSpPr txBox="1"/>
            <p:nvPr/>
          </p:nvSpPr>
          <p:spPr>
            <a:xfrm>
              <a:off x="1034451" y="3264313"/>
              <a:ext cx="698268" cy="424732"/>
            </a:xfrm>
            <a:prstGeom prst="rect">
              <a:avLst/>
            </a:prstGeom>
            <a:noFill/>
          </p:spPr>
          <p:txBody>
            <a:bodyPr wrap="non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latin typeface="Segoe Sans Display Semibold" pitchFamily="2" charset="0"/>
                  <a:cs typeface="Segoe Sans Display Semibold" pitchFamily="2" charset="0"/>
                </a:rPr>
                <a:t>System</a:t>
              </a:r>
              <a:br>
                <a:rPr kumimoji="0" lang="en-US" sz="1200" b="0" i="0" u="none" strike="noStrike" kern="1200" cap="none" spc="0" normalizeH="0" baseline="0" noProof="0">
                  <a:ln>
                    <a:noFill/>
                  </a:ln>
                  <a:effectLst/>
                  <a:uLnTx/>
                  <a:uFillTx/>
                  <a:latin typeface="Segoe Sans Display Semibold" pitchFamily="2" charset="0"/>
                  <a:cs typeface="Segoe Sans Display Semibold" pitchFamily="2" charset="0"/>
                </a:rPr>
              </a:br>
              <a:r>
                <a:rPr kumimoji="0" lang="en-US" sz="1200" b="0" i="0" u="none" strike="noStrike" kern="1200" cap="none" spc="0" normalizeH="0" baseline="0" noProof="0">
                  <a:ln>
                    <a:noFill/>
                  </a:ln>
                  <a:effectLst/>
                  <a:uLnTx/>
                  <a:uFillTx/>
                  <a:latin typeface="Segoe Sans Display Semibold" pitchFamily="2" charset="0"/>
                  <a:cs typeface="Segoe Sans Display Semibold" pitchFamily="2" charset="0"/>
                </a:rPr>
                <a:t>events</a:t>
              </a:r>
            </a:p>
          </p:txBody>
        </p:sp>
      </p:grpSp>
      <p:grpSp>
        <p:nvGrpSpPr>
          <p:cNvPr id="15" name="Group 22" descr="User messages">
            <a:extLst>
              <a:ext uri="{FF2B5EF4-FFF2-40B4-BE49-F238E27FC236}">
                <a16:creationId xmlns:a16="http://schemas.microsoft.com/office/drawing/2014/main" id="{135ED79E-EF61-0ECE-7117-077A86B95C27}"/>
              </a:ext>
              <a:ext uri="{C183D7F6-B498-43B3-948B-1728B52AA6E4}">
                <adec:decorative xmlns:adec="http://schemas.microsoft.com/office/drawing/2017/decorative" val="0"/>
              </a:ext>
            </a:extLst>
          </p:cNvPr>
          <p:cNvGrpSpPr/>
          <p:nvPr/>
        </p:nvGrpSpPr>
        <p:grpSpPr>
          <a:xfrm>
            <a:off x="1900377" y="3508387"/>
            <a:ext cx="957313" cy="1120812"/>
            <a:chOff x="1716790" y="2623632"/>
            <a:chExt cx="957313" cy="1120812"/>
          </a:xfrm>
        </p:grpSpPr>
        <p:sp>
          <p:nvSpPr>
            <p:cNvPr id="16" name="TextBox 23">
              <a:extLst>
                <a:ext uri="{FF2B5EF4-FFF2-40B4-BE49-F238E27FC236}">
                  <a16:creationId xmlns:a16="http://schemas.microsoft.com/office/drawing/2014/main" id="{7A5D3007-B682-1D91-4DD6-74E39461BE56}"/>
                </a:ext>
              </a:extLst>
            </p:cNvPr>
            <p:cNvSpPr txBox="1"/>
            <p:nvPr/>
          </p:nvSpPr>
          <p:spPr>
            <a:xfrm>
              <a:off x="1716790" y="3264313"/>
              <a:ext cx="957313" cy="480131"/>
            </a:xfrm>
            <a:prstGeom prst="rect">
              <a:avLst/>
            </a:prstGeom>
            <a:noFill/>
          </p:spPr>
          <p:txBody>
            <a:bodyPr wrap="none" rtlCol="0">
              <a:spAutoFit/>
            </a:bodyPr>
            <a:lstStyle>
              <a:defPPr>
                <a:defRPr lang="en-US"/>
              </a:defPPr>
              <a:lvl1pPr marR="0" lvl="0" indent="0" algn="ctr" fontAlgn="auto">
                <a:lnSpc>
                  <a:spcPct val="90000"/>
                </a:lnSpc>
                <a:spcBef>
                  <a:spcPts val="0"/>
                </a:spcBef>
                <a:spcAft>
                  <a:spcPts val="0"/>
                </a:spcAft>
                <a:buClrTx/>
                <a:buSzTx/>
                <a:buFontTx/>
                <a:buNone/>
                <a:tabLst/>
                <a:defRPr kumimoji="0" sz="1200" b="0" i="0" u="none" strike="noStrike" cap="none" spc="0" normalizeH="0" baseline="0">
                  <a:ln>
                    <a:noFill/>
                  </a:ln>
                  <a:effectLst/>
                  <a:uLnTx/>
                  <a:uFillTx/>
                  <a:latin typeface="Segoe Sans Display Semibold" pitchFamily="2" charset="0"/>
                  <a:cs typeface="Segoe Sans Display Semibold" pitchFamily="2" charset="0"/>
                </a:defRPr>
              </a:lvl1pPr>
            </a:lstStyle>
            <a:p>
              <a:r>
                <a:rPr lang="en-US"/>
                <a:t>User</a:t>
              </a:r>
              <a:br>
                <a:rPr lang="en-US"/>
              </a:br>
              <a:r>
                <a:rPr lang="en-US"/>
                <a:t>messages</a:t>
              </a:r>
            </a:p>
          </p:txBody>
        </p:sp>
        <p:pic>
          <p:nvPicPr>
            <p:cNvPr id="17" name="Picture 24">
              <a:extLst>
                <a:ext uri="{FF2B5EF4-FFF2-40B4-BE49-F238E27FC236}">
                  <a16:creationId xmlns:a16="http://schemas.microsoft.com/office/drawing/2014/main" id="{DB772F9C-C0D3-FF6F-5AA5-D805593A99F9}"/>
                </a:ext>
              </a:extLst>
            </p:cNvPr>
            <p:cNvPicPr>
              <a:picLocks noChangeAspect="1"/>
            </p:cNvPicPr>
            <p:nvPr/>
          </p:nvPicPr>
          <p:blipFill>
            <a:blip r:embed="rId4"/>
            <a:stretch>
              <a:fillRect/>
            </a:stretch>
          </p:blipFill>
          <p:spPr>
            <a:xfrm>
              <a:off x="1962747" y="2623632"/>
              <a:ext cx="566014" cy="566014"/>
            </a:xfrm>
            <a:prstGeom prst="rect">
              <a:avLst/>
            </a:prstGeom>
            <a:effectLst>
              <a:outerShdw blurRad="50800" dist="38100" dir="2700000" algn="tl" rotWithShape="0">
                <a:prstClr val="black">
                  <a:alpha val="10000"/>
                </a:prstClr>
              </a:outerShdw>
            </a:effectLst>
          </p:spPr>
        </p:pic>
      </p:grpSp>
      <p:pic>
        <p:nvPicPr>
          <p:cNvPr id="18" name="Picture 52">
            <a:extLst>
              <a:ext uri="{FF2B5EF4-FFF2-40B4-BE49-F238E27FC236}">
                <a16:creationId xmlns:a16="http://schemas.microsoft.com/office/drawing/2014/main" id="{FE3C6E09-A486-FEDB-8897-F3C760584E76}"/>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73557" y="3449339"/>
            <a:ext cx="684109" cy="684109"/>
          </a:xfrm>
          <a:prstGeom prst="rect">
            <a:avLst/>
          </a:prstGeom>
        </p:spPr>
      </p:pic>
      <p:sp>
        <p:nvSpPr>
          <p:cNvPr id="19" name="TextBox 41">
            <a:extLst>
              <a:ext uri="{FF2B5EF4-FFF2-40B4-BE49-F238E27FC236}">
                <a16:creationId xmlns:a16="http://schemas.microsoft.com/office/drawing/2014/main" id="{A0C91DE8-450C-0EDF-C818-D75D9A481A1F}"/>
              </a:ext>
            </a:extLst>
          </p:cNvPr>
          <p:cNvSpPr txBox="1"/>
          <p:nvPr/>
        </p:nvSpPr>
        <p:spPr>
          <a:xfrm>
            <a:off x="2798073" y="4149068"/>
            <a:ext cx="865942" cy="424732"/>
          </a:xfrm>
          <a:prstGeom prst="rect">
            <a:avLst/>
          </a:prstGeom>
          <a:noFill/>
        </p:spPr>
        <p:txBody>
          <a:bodyPr wrap="none" rtlCol="0">
            <a:spAutoFit/>
          </a:bodyPr>
          <a:lstStyle>
            <a:defPPr>
              <a:defRPr lang="en-US"/>
            </a:defPPr>
            <a:lvl1pPr marR="0" lvl="0" indent="0" algn="ctr" fontAlgn="auto">
              <a:lnSpc>
                <a:spcPct val="90000"/>
              </a:lnSpc>
              <a:spcBef>
                <a:spcPts val="0"/>
              </a:spcBef>
              <a:spcAft>
                <a:spcPts val="0"/>
              </a:spcAft>
              <a:buClrTx/>
              <a:buSzTx/>
              <a:buFontTx/>
              <a:buNone/>
              <a:tabLst/>
              <a:defRPr kumimoji="0" sz="1200" b="0" i="0" u="none" strike="noStrike" cap="none" spc="0" normalizeH="0" baseline="0">
                <a:ln>
                  <a:noFill/>
                </a:ln>
                <a:effectLst/>
                <a:uLnTx/>
                <a:uFillTx/>
                <a:latin typeface="Segoe Sans Display Semibold" pitchFamily="2" charset="0"/>
                <a:cs typeface="Segoe Sans Display Semibold" pitchFamily="2" charset="0"/>
              </a:defRPr>
            </a:lvl1pPr>
          </a:lstStyle>
          <a:p>
            <a:r>
              <a:rPr lang="en-US">
                <a:latin typeface="Yu Gothic UI"/>
                <a:ea typeface="Yu Gothic UI"/>
              </a:rPr>
              <a:t>Agent</a:t>
            </a:r>
            <a:br>
              <a:rPr lang="en-US">
                <a:latin typeface="Yu Gothic UI"/>
                <a:ea typeface="Yu Gothic UI"/>
              </a:rPr>
            </a:br>
            <a:r>
              <a:rPr lang="en-US">
                <a:latin typeface="Yu Gothic UI"/>
                <a:ea typeface="Yu Gothic UI"/>
              </a:rPr>
              <a:t>メッセージ</a:t>
            </a:r>
          </a:p>
        </p:txBody>
      </p:sp>
      <p:grpSp>
        <p:nvGrpSpPr>
          <p:cNvPr id="20" name="Group 7">
            <a:extLst>
              <a:ext uri="{FF2B5EF4-FFF2-40B4-BE49-F238E27FC236}">
                <a16:creationId xmlns:a16="http://schemas.microsoft.com/office/drawing/2014/main" id="{4E2A7D13-28E0-F161-F9C2-2D3F763EF778}"/>
              </a:ext>
              <a:ext uri="{C183D7F6-B498-43B3-948B-1728B52AA6E4}">
                <adec:decorative xmlns:adec="http://schemas.microsoft.com/office/drawing/2017/decorative" val="1"/>
              </a:ext>
            </a:extLst>
          </p:cNvPr>
          <p:cNvGrpSpPr/>
          <p:nvPr/>
        </p:nvGrpSpPr>
        <p:grpSpPr>
          <a:xfrm>
            <a:off x="5124038" y="4362980"/>
            <a:ext cx="1943924" cy="1007671"/>
            <a:chOff x="5108290" y="4122950"/>
            <a:chExt cx="1943924" cy="1007671"/>
          </a:xfrm>
        </p:grpSpPr>
        <p:sp useBgFill="1">
          <p:nvSpPr>
            <p:cNvPr id="21" name="Rectangle 8">
              <a:extLst>
                <a:ext uri="{FF2B5EF4-FFF2-40B4-BE49-F238E27FC236}">
                  <a16:creationId xmlns:a16="http://schemas.microsoft.com/office/drawing/2014/main" id="{B0DEE9C5-6F19-2A5F-E5CC-A46487D418FE}"/>
                </a:ext>
              </a:extLst>
            </p:cNvPr>
            <p:cNvSpPr/>
            <p:nvPr/>
          </p:nvSpPr>
          <p:spPr bwMode="auto">
            <a:xfrm>
              <a:off x="5108290" y="4122950"/>
              <a:ext cx="248864" cy="1007671"/>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useBgFill="1">
          <p:nvSpPr>
            <p:cNvPr id="22" name="Rectangle 9">
              <a:extLst>
                <a:ext uri="{FF2B5EF4-FFF2-40B4-BE49-F238E27FC236}">
                  <a16:creationId xmlns:a16="http://schemas.microsoft.com/office/drawing/2014/main" id="{C06C0ECF-CED2-D0D8-5C2C-56A2A17B908D}"/>
                </a:ext>
              </a:extLst>
            </p:cNvPr>
            <p:cNvSpPr/>
            <p:nvPr/>
          </p:nvSpPr>
          <p:spPr bwMode="auto">
            <a:xfrm>
              <a:off x="6803351" y="4122950"/>
              <a:ext cx="248863" cy="1007671"/>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grpSp>
        <p:nvGrpSpPr>
          <p:cNvPr id="23" name="Group 10">
            <a:extLst>
              <a:ext uri="{FF2B5EF4-FFF2-40B4-BE49-F238E27FC236}">
                <a16:creationId xmlns:a16="http://schemas.microsoft.com/office/drawing/2014/main" id="{689DCF2A-B6C3-F7E3-01A1-E0CB7C9E5833}"/>
              </a:ext>
              <a:ext uri="{C183D7F6-B498-43B3-948B-1728B52AA6E4}">
                <adec:decorative xmlns:adec="http://schemas.microsoft.com/office/drawing/2017/decorative" val="1"/>
              </a:ext>
            </a:extLst>
          </p:cNvPr>
          <p:cNvGrpSpPr/>
          <p:nvPr/>
        </p:nvGrpSpPr>
        <p:grpSpPr>
          <a:xfrm>
            <a:off x="3653596" y="3566401"/>
            <a:ext cx="4899118" cy="339489"/>
            <a:chOff x="3653596" y="3052051"/>
            <a:chExt cx="4899118" cy="339489"/>
          </a:xfrm>
        </p:grpSpPr>
        <p:sp useBgFill="1">
          <p:nvSpPr>
            <p:cNvPr id="24" name="Rectangle 11">
              <a:extLst>
                <a:ext uri="{FF2B5EF4-FFF2-40B4-BE49-F238E27FC236}">
                  <a16:creationId xmlns:a16="http://schemas.microsoft.com/office/drawing/2014/main" id="{86B6DD41-BF84-89B0-6920-92697875ECF9}"/>
                </a:ext>
              </a:extLst>
            </p:cNvPr>
            <p:cNvSpPr/>
            <p:nvPr/>
          </p:nvSpPr>
          <p:spPr bwMode="auto">
            <a:xfrm>
              <a:off x="3653596" y="3052051"/>
              <a:ext cx="939506" cy="339489"/>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useBgFill="1">
          <p:nvSpPr>
            <p:cNvPr id="25" name="Rectangle 12">
              <a:extLst>
                <a:ext uri="{FF2B5EF4-FFF2-40B4-BE49-F238E27FC236}">
                  <a16:creationId xmlns:a16="http://schemas.microsoft.com/office/drawing/2014/main" id="{001D0964-986A-7610-FBAA-E91C867C260F}"/>
                </a:ext>
              </a:extLst>
            </p:cNvPr>
            <p:cNvSpPr/>
            <p:nvPr/>
          </p:nvSpPr>
          <p:spPr bwMode="auto">
            <a:xfrm>
              <a:off x="7613208" y="3052051"/>
              <a:ext cx="939506" cy="339489"/>
            </a:xfrm>
            <a:prstGeom prst="rect">
              <a:avLst/>
            </a:prstGeom>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grpSp>
      <p:sp>
        <p:nvSpPr>
          <p:cNvPr id="26" name="TextBox 16">
            <a:extLst>
              <a:ext uri="{FF2B5EF4-FFF2-40B4-BE49-F238E27FC236}">
                <a16:creationId xmlns:a16="http://schemas.microsoft.com/office/drawing/2014/main" id="{4DDCDDD6-3E4E-1317-CB19-578FA0ED49CF}"/>
              </a:ext>
            </a:extLst>
          </p:cNvPr>
          <p:cNvSpPr txBox="1"/>
          <p:nvPr/>
        </p:nvSpPr>
        <p:spPr>
          <a:xfrm>
            <a:off x="5326829" y="2427281"/>
            <a:ext cx="1538343" cy="369332"/>
          </a:xfrm>
          <a:prstGeom prst="rect">
            <a:avLst/>
          </a:prstGeom>
          <a:noFill/>
          <a:effectLst/>
        </p:spPr>
        <p:txBody>
          <a:bodyPr wrap="square" lIns="0" tIns="0" rIns="0" bIns="0" rtlCol="0" anchor="t" anchorCtr="0">
            <a:sp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2400" b="1" i="0" u="none" strike="noStrike" kern="1200" cap="none" spc="0" normalizeH="0" baseline="0" noProof="0" dirty="0">
                <a:ln w="3175">
                  <a:noFill/>
                </a:ln>
                <a:effectLst/>
                <a:uLnTx/>
                <a:uFillTx/>
                <a:latin typeface="Yu Gothic UI"/>
                <a:ea typeface="Yu Gothic UI"/>
                <a:cs typeface="Segoe Sans Display Semibold" pitchFamily="2" charset="0"/>
              </a:rPr>
              <a:t>Agent </a:t>
            </a:r>
          </a:p>
        </p:txBody>
      </p:sp>
      <p:sp>
        <p:nvSpPr>
          <p:cNvPr id="27" name="Rectangle: Rounded Corners 12">
            <a:extLst>
              <a:ext uri="{FF2B5EF4-FFF2-40B4-BE49-F238E27FC236}">
                <a16:creationId xmlns:a16="http://schemas.microsoft.com/office/drawing/2014/main" id="{B41D1443-1483-92AB-0952-19F833919D05}"/>
              </a:ext>
              <a:ext uri="{C183D7F6-B498-43B3-948B-1728B52AA6E4}">
                <adec:decorative xmlns:adec="http://schemas.microsoft.com/office/drawing/2017/decorative" val="0"/>
              </a:ext>
            </a:extLst>
          </p:cNvPr>
          <p:cNvSpPr txBox="1">
            <a:spLocks/>
          </p:cNvSpPr>
          <p:nvPr/>
        </p:nvSpPr>
        <p:spPr bwMode="auto">
          <a:xfrm>
            <a:off x="4956744" y="2968522"/>
            <a:ext cx="2282458" cy="369332"/>
          </a:xfrm>
          <a:prstGeom prst="roundRect">
            <a:avLst>
              <a:gd name="adj" fmla="val 31494"/>
            </a:avLst>
          </a:prstGeom>
          <a:solidFill>
            <a:srgbClr val="C03BC4"/>
          </a:solid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600" b="0" i="0" u="none" strike="noStrike" kern="1200" cap="none" spc="0" normalizeH="0" baseline="0" noProof="0">
                <a:ln w="3175">
                  <a:noFill/>
                </a:ln>
                <a:solidFill>
                  <a:srgbClr val="000000"/>
                </a:solidFill>
                <a:effectLst/>
                <a:uLnTx/>
                <a:uFillTx/>
                <a:latin typeface="Yu Gothic UI"/>
                <a:ea typeface="Yu Gothic UI"/>
                <a:cs typeface="Segoe Sans Display" pitchFamily="2" charset="0"/>
              </a:rPr>
              <a:t>LLM</a:t>
            </a:r>
          </a:p>
        </p:txBody>
      </p:sp>
      <p:sp>
        <p:nvSpPr>
          <p:cNvPr id="28" name="Rectangle: Rounded Corners 12">
            <a:extLst>
              <a:ext uri="{FF2B5EF4-FFF2-40B4-BE49-F238E27FC236}">
                <a16:creationId xmlns:a16="http://schemas.microsoft.com/office/drawing/2014/main" id="{A67CA46F-E73F-BE19-3BFF-E0AD35491F6E}"/>
              </a:ext>
              <a:ext uri="{C183D7F6-B498-43B3-948B-1728B52AA6E4}">
                <adec:decorative xmlns:adec="http://schemas.microsoft.com/office/drawing/2017/decorative" val="0"/>
              </a:ext>
            </a:extLst>
          </p:cNvPr>
          <p:cNvSpPr txBox="1">
            <a:spLocks/>
          </p:cNvSpPr>
          <p:nvPr/>
        </p:nvSpPr>
        <p:spPr bwMode="auto">
          <a:xfrm>
            <a:off x="4956744" y="3536558"/>
            <a:ext cx="2282458" cy="369332"/>
          </a:xfrm>
          <a:prstGeom prst="roundRect">
            <a:avLst>
              <a:gd name="adj" fmla="val 31494"/>
            </a:avLst>
          </a:prstGeom>
          <a:solidFill>
            <a:srgbClr val="8661C5"/>
          </a:solid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600" b="0" i="0" u="none" strike="noStrike" kern="1200" cap="none" spc="0" normalizeH="0" baseline="0" noProof="0">
                <a:ln w="3175">
                  <a:noFill/>
                </a:ln>
                <a:solidFill>
                  <a:srgbClr val="000000"/>
                </a:solidFill>
                <a:effectLst/>
                <a:uLnTx/>
                <a:uFillTx/>
                <a:latin typeface="Yu Gothic UI"/>
                <a:ea typeface="Yu Gothic UI"/>
                <a:cs typeface="Segoe Sans Display" pitchFamily="2" charset="0"/>
              </a:rPr>
              <a:t>指示</a:t>
            </a:r>
          </a:p>
        </p:txBody>
      </p:sp>
      <p:sp>
        <p:nvSpPr>
          <p:cNvPr id="29" name="Rectangle: Rounded Corners 12">
            <a:extLst>
              <a:ext uri="{FF2B5EF4-FFF2-40B4-BE49-F238E27FC236}">
                <a16:creationId xmlns:a16="http://schemas.microsoft.com/office/drawing/2014/main" id="{8C0988D7-B558-3342-3986-D9493E0C4788}"/>
              </a:ext>
              <a:ext uri="{C183D7F6-B498-43B3-948B-1728B52AA6E4}">
                <adec:decorative xmlns:adec="http://schemas.microsoft.com/office/drawing/2017/decorative" val="0"/>
              </a:ext>
            </a:extLst>
          </p:cNvPr>
          <p:cNvSpPr txBox="1">
            <a:spLocks/>
          </p:cNvSpPr>
          <p:nvPr/>
        </p:nvSpPr>
        <p:spPr bwMode="auto">
          <a:xfrm>
            <a:off x="4956744" y="4104594"/>
            <a:ext cx="2282458" cy="369332"/>
          </a:xfrm>
          <a:prstGeom prst="roundRect">
            <a:avLst>
              <a:gd name="adj" fmla="val 31494"/>
            </a:avLst>
          </a:prstGeom>
          <a:solidFill>
            <a:srgbClr val="0078D4"/>
          </a:solid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600" b="0" i="0" u="none" strike="noStrike" kern="1200" cap="none" spc="0" normalizeH="0" baseline="0" noProof="0">
                <a:ln w="3175">
                  <a:noFill/>
                </a:ln>
                <a:solidFill>
                  <a:srgbClr val="000000"/>
                </a:solidFill>
                <a:effectLst/>
                <a:uLnTx/>
                <a:uFillTx/>
                <a:latin typeface="Yu Gothic UI"/>
                <a:ea typeface="Yu Gothic UI"/>
                <a:cs typeface="Segoe Sans Display" pitchFamily="2" charset="0"/>
              </a:rPr>
              <a:t>ツール</a:t>
            </a:r>
          </a:p>
        </p:txBody>
      </p:sp>
      <p:grpSp>
        <p:nvGrpSpPr>
          <p:cNvPr id="30" name="Group 2">
            <a:extLst>
              <a:ext uri="{FF2B5EF4-FFF2-40B4-BE49-F238E27FC236}">
                <a16:creationId xmlns:a16="http://schemas.microsoft.com/office/drawing/2014/main" id="{3E4A0BB1-4ABD-BA33-B0DD-0E5124F86839}"/>
              </a:ext>
              <a:ext uri="{C183D7F6-B498-43B3-948B-1728B52AA6E4}">
                <adec:decorative xmlns:adec="http://schemas.microsoft.com/office/drawing/2017/decorative" val="1"/>
              </a:ext>
            </a:extLst>
          </p:cNvPr>
          <p:cNvGrpSpPr/>
          <p:nvPr/>
        </p:nvGrpSpPr>
        <p:grpSpPr>
          <a:xfrm>
            <a:off x="4956744" y="2968522"/>
            <a:ext cx="2282458" cy="1505404"/>
            <a:chOff x="4956744" y="2454172"/>
            <a:chExt cx="2282458" cy="1505404"/>
          </a:xfrm>
          <a:gradFill flip="none" rotWithShape="1">
            <a:gsLst>
              <a:gs pos="0">
                <a:srgbClr val="C03BC4"/>
              </a:gs>
              <a:gs pos="100000">
                <a:srgbClr val="0078D4"/>
              </a:gs>
            </a:gsLst>
            <a:lin ang="2700000" scaled="1"/>
            <a:tileRect/>
          </a:gradFill>
        </p:grpSpPr>
        <p:sp>
          <p:nvSpPr>
            <p:cNvPr id="31" name="Rectangle: Rounded Corners 12">
              <a:extLst>
                <a:ext uri="{FF2B5EF4-FFF2-40B4-BE49-F238E27FC236}">
                  <a16:creationId xmlns:a16="http://schemas.microsoft.com/office/drawing/2014/main" id="{D9157DF6-96D7-2512-9692-C6DB1E75FAA8}"/>
                </a:ext>
                <a:ext uri="{C183D7F6-B498-43B3-948B-1728B52AA6E4}">
                  <adec:decorative xmlns:adec="http://schemas.microsoft.com/office/drawing/2017/decorative" val="0"/>
                </a:ext>
              </a:extLst>
            </p:cNvPr>
            <p:cNvSpPr txBox="1">
              <a:spLocks/>
            </p:cNvSpPr>
            <p:nvPr/>
          </p:nvSpPr>
          <p:spPr bwMode="auto">
            <a:xfrm>
              <a:off x="4956744" y="2454172"/>
              <a:ext cx="2282458" cy="369332"/>
            </a:xfrm>
            <a:prstGeom prst="roundRect">
              <a:avLst>
                <a:gd name="adj" fmla="val 31494"/>
              </a:avLst>
            </a:prstGeom>
            <a:gradFill>
              <a:gsLst>
                <a:gs pos="71000">
                  <a:srgbClr val="432EC8"/>
                </a:gs>
                <a:gs pos="100000">
                  <a:srgbClr val="998CE4"/>
                </a:gs>
              </a:gsLst>
              <a:lin ang="0" scaled="0"/>
            </a:grad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400" b="1" i="0" u="none" strike="noStrike" kern="1200" cap="none" spc="0" normalizeH="0" baseline="0" noProof="0">
                  <a:ln w="3175">
                    <a:noFill/>
                  </a:ln>
                  <a:solidFill>
                    <a:srgbClr val="FFFFFF"/>
                  </a:solidFill>
                  <a:effectLst/>
                  <a:uLnTx/>
                  <a:uFillTx/>
                  <a:latin typeface="Segoe Sans Display Semibold" pitchFamily="2" charset="0"/>
                  <a:ea typeface="+mn-ea"/>
                  <a:cs typeface="Segoe Sans Display Semibold" pitchFamily="2" charset="0"/>
                </a:rPr>
                <a:t>LLM</a:t>
              </a:r>
            </a:p>
          </p:txBody>
        </p:sp>
        <p:sp>
          <p:nvSpPr>
            <p:cNvPr id="32" name="Rectangle: Rounded Corners 12">
              <a:extLst>
                <a:ext uri="{FF2B5EF4-FFF2-40B4-BE49-F238E27FC236}">
                  <a16:creationId xmlns:a16="http://schemas.microsoft.com/office/drawing/2014/main" id="{AB88E223-957B-0250-5C0B-BFABB89353F4}"/>
                </a:ext>
                <a:ext uri="{C183D7F6-B498-43B3-948B-1728B52AA6E4}">
                  <adec:decorative xmlns:adec="http://schemas.microsoft.com/office/drawing/2017/decorative" val="0"/>
                </a:ext>
              </a:extLst>
            </p:cNvPr>
            <p:cNvSpPr txBox="1">
              <a:spLocks/>
            </p:cNvSpPr>
            <p:nvPr/>
          </p:nvSpPr>
          <p:spPr bwMode="auto">
            <a:xfrm>
              <a:off x="4956744" y="3022208"/>
              <a:ext cx="2282458" cy="369332"/>
            </a:xfrm>
            <a:prstGeom prst="roundRect">
              <a:avLst>
                <a:gd name="adj" fmla="val 31494"/>
              </a:avLst>
            </a:prstGeom>
            <a:gradFill>
              <a:gsLst>
                <a:gs pos="71000">
                  <a:srgbClr val="432EC8"/>
                </a:gs>
                <a:gs pos="100000">
                  <a:srgbClr val="998CE4"/>
                </a:gs>
              </a:gsLst>
              <a:lin ang="0" scaled="0"/>
            </a:grad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400" b="1" i="0" u="none" strike="noStrike" kern="1200" cap="none" spc="0" normalizeH="0" baseline="0" noProof="0">
                  <a:ln w="3175">
                    <a:noFill/>
                  </a:ln>
                  <a:solidFill>
                    <a:srgbClr val="FFFFFF"/>
                  </a:solidFill>
                  <a:effectLst/>
                  <a:uLnTx/>
                  <a:uFillTx/>
                  <a:latin typeface="Segoe Sans Display Semibold" pitchFamily="2" charset="0"/>
                  <a:ea typeface="+mn-ea"/>
                  <a:cs typeface="Segoe Sans Display Semibold" pitchFamily="2" charset="0"/>
                </a:rPr>
                <a:t>Instructions</a:t>
              </a:r>
            </a:p>
          </p:txBody>
        </p:sp>
        <p:sp>
          <p:nvSpPr>
            <p:cNvPr id="33" name="Rectangle: Rounded Corners 12">
              <a:extLst>
                <a:ext uri="{FF2B5EF4-FFF2-40B4-BE49-F238E27FC236}">
                  <a16:creationId xmlns:a16="http://schemas.microsoft.com/office/drawing/2014/main" id="{31A220C5-E2D5-C40C-5090-184E05B81DE6}"/>
                </a:ext>
                <a:ext uri="{C183D7F6-B498-43B3-948B-1728B52AA6E4}">
                  <adec:decorative xmlns:adec="http://schemas.microsoft.com/office/drawing/2017/decorative" val="0"/>
                </a:ext>
              </a:extLst>
            </p:cNvPr>
            <p:cNvSpPr txBox="1">
              <a:spLocks/>
            </p:cNvSpPr>
            <p:nvPr/>
          </p:nvSpPr>
          <p:spPr bwMode="auto">
            <a:xfrm>
              <a:off x="4956744" y="3590244"/>
              <a:ext cx="2282458" cy="369332"/>
            </a:xfrm>
            <a:prstGeom prst="roundRect">
              <a:avLst>
                <a:gd name="adj" fmla="val 31494"/>
              </a:avLst>
            </a:prstGeom>
            <a:gradFill>
              <a:gsLst>
                <a:gs pos="71000">
                  <a:srgbClr val="432EC8"/>
                </a:gs>
                <a:gs pos="100000">
                  <a:srgbClr val="998CE4"/>
                </a:gs>
              </a:gsLst>
              <a:lin ang="0" scaled="0"/>
            </a:gradFill>
          </p:spPr>
          <p:txBody>
            <a:bodyPr wrap="square" lIns="0" tIns="0" rIns="0" bIns="45720" rtlCol="0" anchor="ctr" anchorCtr="0">
              <a:noAutofit/>
            </a:bodyPr>
            <a:lstStyle>
              <a:defPPr>
                <a:defRPr lang="en-US"/>
              </a:defPPr>
              <a:lvl1pPr algn="ctr" defTabSz="2275850" fontAlgn="base">
                <a:spcBef>
                  <a:spcPts val="200"/>
                </a:spcBef>
                <a:spcAft>
                  <a:spcPct val="0"/>
                </a:spcAft>
                <a:tabLst>
                  <a:tab pos="3701239" algn="l"/>
                </a:tabLst>
                <a:defRPr sz="1100" b="1">
                  <a:ln w="3175">
                    <a:noFill/>
                  </a:ln>
                  <a:gradFill>
                    <a:gsLst>
                      <a:gs pos="9174">
                        <a:srgbClr val="000000"/>
                      </a:gs>
                      <a:gs pos="42000">
                        <a:srgbClr val="000000"/>
                      </a:gs>
                    </a:gsLst>
                    <a:path path="circle">
                      <a:fillToRect l="100000" t="100000"/>
                    </a:path>
                  </a:gradFill>
                  <a:latin typeface="Segoe UI Variable Display Semib" pitchFamily="2" charset="0"/>
                  <a:cs typeface="Segoe UI" pitchFamily="34" charset="0"/>
                </a:defRPr>
              </a:lvl1p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r>
                <a:rPr kumimoji="0" lang="en-US" sz="1400" b="1" i="0" u="none" strike="noStrike" kern="1200" cap="none" spc="0" normalizeH="0" baseline="0" noProof="0">
                  <a:ln w="3175">
                    <a:noFill/>
                  </a:ln>
                  <a:solidFill>
                    <a:srgbClr val="FFFFFF"/>
                  </a:solidFill>
                  <a:effectLst/>
                  <a:uLnTx/>
                  <a:uFillTx/>
                  <a:latin typeface="Segoe Sans Display Semibold" pitchFamily="2" charset="0"/>
                  <a:ea typeface="+mn-ea"/>
                  <a:cs typeface="Segoe Sans Display Semibold" pitchFamily="2" charset="0"/>
                </a:rPr>
                <a:t>Tools</a:t>
              </a:r>
            </a:p>
          </p:txBody>
        </p:sp>
      </p:grpSp>
      <p:sp>
        <p:nvSpPr>
          <p:cNvPr id="34" name="TextBox 17">
            <a:extLst>
              <a:ext uri="{FF2B5EF4-FFF2-40B4-BE49-F238E27FC236}">
                <a16:creationId xmlns:a16="http://schemas.microsoft.com/office/drawing/2014/main" id="{7E139B59-50C1-24A8-75DD-D87451B7A99F}"/>
              </a:ext>
            </a:extLst>
          </p:cNvPr>
          <p:cNvSpPr txBox="1"/>
          <p:nvPr/>
        </p:nvSpPr>
        <p:spPr>
          <a:xfrm>
            <a:off x="8998827" y="3063377"/>
            <a:ext cx="1538343" cy="276999"/>
          </a:xfrm>
          <a:prstGeom prst="rect">
            <a:avLst/>
          </a:prstGeom>
          <a:noFill/>
          <a:effectLst/>
        </p:spPr>
        <p:txBody>
          <a:bodyPr wrap="square" lIns="0" tIns="0" rIns="0" bIns="0" rtlCol="0" anchor="t" anchorCtr="0">
            <a:sp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1800" b="1" i="0" u="none" strike="noStrike" kern="1200" cap="none" spc="0" normalizeH="0" baseline="0" noProof="0">
                <a:ln w="3175">
                  <a:noFill/>
                </a:ln>
                <a:effectLst/>
                <a:uLnTx/>
                <a:uFillTx/>
                <a:latin typeface="Yu Gothic UI"/>
                <a:ea typeface="Yu Gothic UI"/>
                <a:cs typeface="Segoe Sans Display Semibold" pitchFamily="2" charset="0"/>
              </a:rPr>
              <a:t>出力</a:t>
            </a:r>
          </a:p>
        </p:txBody>
      </p:sp>
      <p:pic>
        <p:nvPicPr>
          <p:cNvPr id="35" name="Picture 53">
            <a:extLst>
              <a:ext uri="{FF2B5EF4-FFF2-40B4-BE49-F238E27FC236}">
                <a16:creationId xmlns:a16="http://schemas.microsoft.com/office/drawing/2014/main" id="{C0EF415F-582C-4D14-D30A-B7FDC53FEBD3}"/>
              </a:ex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83494" y="3447841"/>
            <a:ext cx="684109" cy="684109"/>
          </a:xfrm>
          <a:prstGeom prst="rect">
            <a:avLst/>
          </a:prstGeom>
        </p:spPr>
      </p:pic>
      <p:sp>
        <p:nvSpPr>
          <p:cNvPr id="36" name="TextBox 44">
            <a:extLst>
              <a:ext uri="{FF2B5EF4-FFF2-40B4-BE49-F238E27FC236}">
                <a16:creationId xmlns:a16="http://schemas.microsoft.com/office/drawing/2014/main" id="{5D4A6A1A-D84C-4C04-CC6C-719B02629979}"/>
              </a:ext>
            </a:extLst>
          </p:cNvPr>
          <p:cNvSpPr txBox="1"/>
          <p:nvPr/>
        </p:nvSpPr>
        <p:spPr>
          <a:xfrm>
            <a:off x="8925112" y="4155380"/>
            <a:ext cx="865942" cy="424732"/>
          </a:xfrm>
          <a:prstGeom prst="rect">
            <a:avLst/>
          </a:prstGeom>
          <a:noFill/>
        </p:spPr>
        <p:txBody>
          <a:bodyPr wrap="none" rtlCol="0">
            <a:spAutoFit/>
          </a:bodyPr>
          <a:lstStyle>
            <a:defPPr>
              <a:defRPr lang="en-US"/>
            </a:defPPr>
            <a:lvl1pPr marR="0" lvl="0" indent="0" algn="ctr" fontAlgn="auto">
              <a:lnSpc>
                <a:spcPct val="90000"/>
              </a:lnSpc>
              <a:spcBef>
                <a:spcPts val="0"/>
              </a:spcBef>
              <a:spcAft>
                <a:spcPts val="0"/>
              </a:spcAft>
              <a:buClrTx/>
              <a:buSzTx/>
              <a:buFontTx/>
              <a:buNone/>
              <a:tabLst/>
              <a:defRPr kumimoji="0" sz="1200" b="0" i="0" u="none" strike="noStrike" cap="none" spc="0" normalizeH="0" baseline="0">
                <a:ln>
                  <a:noFill/>
                </a:ln>
                <a:effectLst/>
                <a:uLnTx/>
                <a:uFillTx/>
                <a:latin typeface="Segoe Sans Display Semibold" pitchFamily="2" charset="0"/>
                <a:cs typeface="Segoe Sans Display Semibold" pitchFamily="2" charset="0"/>
              </a:defRPr>
            </a:lvl1pPr>
          </a:lstStyle>
          <a:p>
            <a:r>
              <a:rPr lang="en-US">
                <a:latin typeface="Yu Gothic UI"/>
                <a:ea typeface="Yu Gothic UI"/>
              </a:rPr>
              <a:t>Agent</a:t>
            </a:r>
            <a:br>
              <a:rPr lang="en-US">
                <a:latin typeface="Yu Gothic UI"/>
                <a:ea typeface="Yu Gothic UI"/>
              </a:rPr>
            </a:br>
            <a:r>
              <a:rPr lang="en-US">
                <a:latin typeface="Yu Gothic UI"/>
                <a:ea typeface="Yu Gothic UI"/>
              </a:rPr>
              <a:t>messages</a:t>
            </a:r>
          </a:p>
        </p:txBody>
      </p:sp>
      <p:grpSp>
        <p:nvGrpSpPr>
          <p:cNvPr id="37" name="Group 25" descr="Tool results">
            <a:extLst>
              <a:ext uri="{FF2B5EF4-FFF2-40B4-BE49-F238E27FC236}">
                <a16:creationId xmlns:a16="http://schemas.microsoft.com/office/drawing/2014/main" id="{17D5BF33-7BAB-3FF9-1E36-6EC6457A131B}"/>
              </a:ext>
              <a:ext uri="{C183D7F6-B498-43B3-948B-1728B52AA6E4}">
                <adec:decorative xmlns:adec="http://schemas.microsoft.com/office/drawing/2017/decorative" val="0"/>
              </a:ext>
            </a:extLst>
          </p:cNvPr>
          <p:cNvGrpSpPr/>
          <p:nvPr/>
        </p:nvGrpSpPr>
        <p:grpSpPr>
          <a:xfrm>
            <a:off x="9827247" y="3502901"/>
            <a:ext cx="713279" cy="1126298"/>
            <a:chOff x="9939376" y="2573355"/>
            <a:chExt cx="713279" cy="1126298"/>
          </a:xfrm>
        </p:grpSpPr>
        <p:pic>
          <p:nvPicPr>
            <p:cNvPr id="38" name="Picture 26">
              <a:extLst>
                <a:ext uri="{FF2B5EF4-FFF2-40B4-BE49-F238E27FC236}">
                  <a16:creationId xmlns:a16="http://schemas.microsoft.com/office/drawing/2014/main" id="{3B2759FE-9793-D8BF-4395-C784A2A2774C}"/>
                </a:ext>
              </a:extLst>
            </p:cNvPr>
            <p:cNvPicPr>
              <a:picLocks noChangeAspect="1"/>
            </p:cNvPicPr>
            <p:nvPr/>
          </p:nvPicPr>
          <p:blipFill>
            <a:blip r:embed="rId6"/>
            <a:stretch>
              <a:fillRect/>
            </a:stretch>
          </p:blipFill>
          <p:spPr>
            <a:xfrm>
              <a:off x="10094057" y="2573355"/>
              <a:ext cx="558598" cy="558597"/>
            </a:xfrm>
            <a:prstGeom prst="rect">
              <a:avLst/>
            </a:prstGeom>
          </p:spPr>
        </p:pic>
        <p:sp>
          <p:nvSpPr>
            <p:cNvPr id="39" name="TextBox 27">
              <a:extLst>
                <a:ext uri="{FF2B5EF4-FFF2-40B4-BE49-F238E27FC236}">
                  <a16:creationId xmlns:a16="http://schemas.microsoft.com/office/drawing/2014/main" id="{CB76B4BF-90F1-4398-6183-77FB097C15AE}"/>
                </a:ext>
              </a:extLst>
            </p:cNvPr>
            <p:cNvSpPr txBox="1"/>
            <p:nvPr/>
          </p:nvSpPr>
          <p:spPr>
            <a:xfrm>
              <a:off x="9939376" y="3219522"/>
              <a:ext cx="708785" cy="480131"/>
            </a:xfrm>
            <a:prstGeom prst="rect">
              <a:avLst/>
            </a:prstGeom>
            <a:noFill/>
          </p:spPr>
          <p:txBody>
            <a:bodyPr wrap="none" rtlCol="0">
              <a:spAutoFit/>
            </a:bodyPr>
            <a:lstStyle>
              <a:defPPr>
                <a:defRPr lang="en-US"/>
              </a:defPPr>
              <a:lvl1pPr marR="0" lvl="0" indent="0" algn="ctr" fontAlgn="auto">
                <a:lnSpc>
                  <a:spcPct val="90000"/>
                </a:lnSpc>
                <a:spcBef>
                  <a:spcPts val="0"/>
                </a:spcBef>
                <a:spcAft>
                  <a:spcPts val="0"/>
                </a:spcAft>
                <a:buClrTx/>
                <a:buSzTx/>
                <a:buFontTx/>
                <a:buNone/>
                <a:tabLst/>
                <a:defRPr kumimoji="0" sz="1200" b="0" i="0" u="none" strike="noStrike" cap="none" spc="0" normalizeH="0" baseline="0">
                  <a:ln>
                    <a:noFill/>
                  </a:ln>
                  <a:effectLst/>
                  <a:uLnTx/>
                  <a:uFillTx/>
                  <a:latin typeface="Segoe Sans Display Semibold" pitchFamily="2" charset="0"/>
                  <a:cs typeface="Segoe Sans Display Semibold" pitchFamily="2" charset="0"/>
                </a:defRPr>
              </a:lvl1pPr>
            </a:lstStyle>
            <a:p>
              <a:r>
                <a:rPr lang="en-US"/>
                <a:t>Tool</a:t>
              </a:r>
              <a:br>
                <a:rPr lang="en-US"/>
              </a:br>
              <a:r>
                <a:rPr lang="en-US"/>
                <a:t>results</a:t>
              </a:r>
            </a:p>
          </p:txBody>
        </p:sp>
      </p:grpSp>
      <p:sp>
        <p:nvSpPr>
          <p:cNvPr id="40" name="TextBox 28">
            <a:extLst>
              <a:ext uri="{FF2B5EF4-FFF2-40B4-BE49-F238E27FC236}">
                <a16:creationId xmlns:a16="http://schemas.microsoft.com/office/drawing/2014/main" id="{7B366E20-07E6-910A-24BD-8F0F38E11772}"/>
              </a:ext>
            </a:extLst>
          </p:cNvPr>
          <p:cNvSpPr txBox="1"/>
          <p:nvPr/>
        </p:nvSpPr>
        <p:spPr>
          <a:xfrm>
            <a:off x="5326829" y="5232152"/>
            <a:ext cx="1538343" cy="276999"/>
          </a:xfrm>
          <a:prstGeom prst="rect">
            <a:avLst/>
          </a:prstGeom>
          <a:noFill/>
          <a:effectLst/>
        </p:spPr>
        <p:txBody>
          <a:bodyPr wrap="square" lIns="0" tIns="0" rIns="0" bIns="0" rtlCol="0" anchor="t" anchorCtr="0">
            <a:spAutoFit/>
          </a:bodyPr>
          <a:lstStyle/>
          <a:p>
            <a:pPr marL="0" marR="0" lvl="0" indent="0" algn="ctr" defTabSz="1371600" rtl="0" eaLnBrk="1" fontAlgn="auto" latinLnBrk="0" hangingPunct="1">
              <a:lnSpc>
                <a:spcPct val="100000"/>
              </a:lnSpc>
              <a:spcBef>
                <a:spcPts val="0"/>
              </a:spcBef>
              <a:spcAft>
                <a:spcPts val="0"/>
              </a:spcAft>
              <a:buClrTx/>
              <a:buSzTx/>
              <a:buFontTx/>
              <a:buNone/>
              <a:tabLst>
                <a:tab pos="1371600" algn="l"/>
              </a:tabLst>
              <a:defRPr/>
            </a:pPr>
            <a:r>
              <a:rPr kumimoji="0" lang="en-US" sz="1800" b="1" i="0" u="none" strike="noStrike" kern="1200" cap="none" spc="0" normalizeH="0" baseline="0" noProof="0">
                <a:ln w="3175">
                  <a:noFill/>
                </a:ln>
                <a:effectLst/>
                <a:uLnTx/>
                <a:uFillTx/>
                <a:latin typeface="Yu Gothic UI"/>
                <a:ea typeface="Yu Gothic UI"/>
                <a:cs typeface="Segoe Sans Display Semibold" pitchFamily="2" charset="0"/>
              </a:rPr>
              <a:t>ツール呼び出し</a:t>
            </a:r>
          </a:p>
        </p:txBody>
      </p:sp>
      <p:grpSp>
        <p:nvGrpSpPr>
          <p:cNvPr id="41" name="Group 29" descr="Retrieval">
            <a:extLst>
              <a:ext uri="{FF2B5EF4-FFF2-40B4-BE49-F238E27FC236}">
                <a16:creationId xmlns:a16="http://schemas.microsoft.com/office/drawing/2014/main" id="{9D71F670-CD45-1720-B70B-2438E5397E78}"/>
              </a:ext>
              <a:ext uri="{C183D7F6-B498-43B3-948B-1728B52AA6E4}">
                <adec:decorative xmlns:adec="http://schemas.microsoft.com/office/drawing/2017/decorative" val="0"/>
              </a:ext>
            </a:extLst>
          </p:cNvPr>
          <p:cNvGrpSpPr/>
          <p:nvPr/>
        </p:nvGrpSpPr>
        <p:grpSpPr>
          <a:xfrm>
            <a:off x="4834201" y="5639848"/>
            <a:ext cx="861134" cy="893066"/>
            <a:chOff x="4834201" y="5294131"/>
            <a:chExt cx="861134" cy="893066"/>
          </a:xfrm>
        </p:grpSpPr>
        <p:pic>
          <p:nvPicPr>
            <p:cNvPr id="42" name="Picture 30">
              <a:extLst>
                <a:ext uri="{FF2B5EF4-FFF2-40B4-BE49-F238E27FC236}">
                  <a16:creationId xmlns:a16="http://schemas.microsoft.com/office/drawing/2014/main" id="{00EFE7FF-B287-B934-1A55-A33361DE57C0}"/>
                </a:ext>
              </a:extLst>
            </p:cNvPr>
            <p:cNvPicPr>
              <a:picLocks noChangeAspect="1"/>
            </p:cNvPicPr>
            <p:nvPr/>
          </p:nvPicPr>
          <p:blipFill>
            <a:blip r:embed="rId7"/>
            <a:stretch>
              <a:fillRect/>
            </a:stretch>
          </p:blipFill>
          <p:spPr>
            <a:xfrm>
              <a:off x="5036179" y="5294131"/>
              <a:ext cx="565588" cy="565588"/>
            </a:xfrm>
            <a:prstGeom prst="rect">
              <a:avLst/>
            </a:prstGeom>
            <a:effectLst>
              <a:outerShdw blurRad="50800" dist="38100" dir="2700000" algn="tl" rotWithShape="0">
                <a:prstClr val="black">
                  <a:alpha val="10000"/>
                </a:prstClr>
              </a:outerShdw>
            </a:effectLst>
          </p:spPr>
        </p:pic>
        <p:sp>
          <p:nvSpPr>
            <p:cNvPr id="43" name="TextBox 31">
              <a:extLst>
                <a:ext uri="{FF2B5EF4-FFF2-40B4-BE49-F238E27FC236}">
                  <a16:creationId xmlns:a16="http://schemas.microsoft.com/office/drawing/2014/main" id="{7D6BD5C8-AE55-3AB8-C731-87B697FBF1F8}"/>
                </a:ext>
              </a:extLst>
            </p:cNvPr>
            <p:cNvSpPr txBox="1"/>
            <p:nvPr/>
          </p:nvSpPr>
          <p:spPr>
            <a:xfrm>
              <a:off x="4834201" y="5900965"/>
              <a:ext cx="861134" cy="286232"/>
            </a:xfrm>
            <a:prstGeom prst="rect">
              <a:avLst/>
            </a:prstGeom>
            <a:noFill/>
          </p:spPr>
          <p:txBody>
            <a:bodyPr wrap="none" rtlCol="0">
              <a:spAutoFit/>
            </a:bodyPr>
            <a:lstStyle>
              <a:defPPr>
                <a:defRPr lang="en-US"/>
              </a:defPPr>
              <a:lvl1pPr marR="0" lvl="0" indent="0" algn="ctr" fontAlgn="auto">
                <a:lnSpc>
                  <a:spcPct val="90000"/>
                </a:lnSpc>
                <a:spcBef>
                  <a:spcPts val="0"/>
                </a:spcBef>
                <a:spcAft>
                  <a:spcPts val="0"/>
                </a:spcAft>
                <a:buClrTx/>
                <a:buSzTx/>
                <a:buFontTx/>
                <a:buNone/>
                <a:tabLst/>
                <a:defRPr kumimoji="0" sz="1200" b="0" i="0" u="none" strike="noStrike" cap="none" spc="0" normalizeH="0" baseline="0">
                  <a:ln>
                    <a:noFill/>
                  </a:ln>
                  <a:effectLst/>
                  <a:uLnTx/>
                  <a:uFillTx/>
                  <a:latin typeface="Segoe Sans Display Semibold" pitchFamily="2" charset="0"/>
                  <a:cs typeface="Segoe Sans Display Semibold" pitchFamily="2" charset="0"/>
                </a:defRPr>
              </a:lvl1pPr>
            </a:lstStyle>
            <a:p>
              <a:r>
                <a:rPr lang="en-US"/>
                <a:t>Retrieval</a:t>
              </a:r>
            </a:p>
          </p:txBody>
        </p:sp>
      </p:grpSp>
      <p:grpSp>
        <p:nvGrpSpPr>
          <p:cNvPr id="44" name="Group 32" descr="Actions">
            <a:extLst>
              <a:ext uri="{FF2B5EF4-FFF2-40B4-BE49-F238E27FC236}">
                <a16:creationId xmlns:a16="http://schemas.microsoft.com/office/drawing/2014/main" id="{A2C6C71D-C775-F87E-4712-08CFE22402F2}"/>
              </a:ext>
              <a:ext uri="{C183D7F6-B498-43B3-948B-1728B52AA6E4}">
                <adec:decorative xmlns:adec="http://schemas.microsoft.com/office/drawing/2017/decorative" val="0"/>
              </a:ext>
            </a:extLst>
          </p:cNvPr>
          <p:cNvGrpSpPr/>
          <p:nvPr/>
        </p:nvGrpSpPr>
        <p:grpSpPr>
          <a:xfrm>
            <a:off x="5704707" y="5637453"/>
            <a:ext cx="782587" cy="895461"/>
            <a:chOff x="5704707" y="5291736"/>
            <a:chExt cx="782587" cy="895461"/>
          </a:xfrm>
        </p:grpSpPr>
        <p:pic>
          <p:nvPicPr>
            <p:cNvPr id="45" name="Picture 33">
              <a:extLst>
                <a:ext uri="{FF2B5EF4-FFF2-40B4-BE49-F238E27FC236}">
                  <a16:creationId xmlns:a16="http://schemas.microsoft.com/office/drawing/2014/main" id="{EE689C17-5547-B5C7-99CF-6639A64725BA}"/>
                </a:ext>
              </a:extLst>
            </p:cNvPr>
            <p:cNvPicPr>
              <a:picLocks noChangeAspect="1"/>
            </p:cNvPicPr>
            <p:nvPr/>
          </p:nvPicPr>
          <p:blipFill>
            <a:blip r:embed="rId8"/>
            <a:stretch>
              <a:fillRect/>
            </a:stretch>
          </p:blipFill>
          <p:spPr>
            <a:xfrm>
              <a:off x="5841645" y="5291736"/>
              <a:ext cx="508711" cy="508711"/>
            </a:xfrm>
            <a:prstGeom prst="rect">
              <a:avLst/>
            </a:prstGeom>
            <a:effectLst>
              <a:outerShdw blurRad="50800" dist="38100" dir="2700000" algn="tl" rotWithShape="0">
                <a:prstClr val="black">
                  <a:alpha val="10000"/>
                </a:prstClr>
              </a:outerShdw>
            </a:effectLst>
          </p:spPr>
        </p:pic>
        <p:sp>
          <p:nvSpPr>
            <p:cNvPr id="46" name="TextBox 34">
              <a:extLst>
                <a:ext uri="{FF2B5EF4-FFF2-40B4-BE49-F238E27FC236}">
                  <a16:creationId xmlns:a16="http://schemas.microsoft.com/office/drawing/2014/main" id="{67303371-F240-1C2D-3013-6EFE1BE404DE}"/>
                </a:ext>
              </a:extLst>
            </p:cNvPr>
            <p:cNvSpPr txBox="1"/>
            <p:nvPr/>
          </p:nvSpPr>
          <p:spPr>
            <a:xfrm>
              <a:off x="5704707" y="5900965"/>
              <a:ext cx="782587" cy="286232"/>
            </a:xfrm>
            <a:prstGeom prst="rect">
              <a:avLst/>
            </a:prstGeom>
            <a:noFill/>
          </p:spPr>
          <p:txBody>
            <a:bodyPr wrap="none" rtlCol="0">
              <a:spAutoFit/>
            </a:bodyPr>
            <a:lstStyle>
              <a:defPPr>
                <a:defRPr lang="en-US"/>
              </a:defPPr>
              <a:lvl1pPr marR="0" lvl="0" indent="0" algn="ctr" fontAlgn="auto">
                <a:lnSpc>
                  <a:spcPct val="90000"/>
                </a:lnSpc>
                <a:spcBef>
                  <a:spcPts val="0"/>
                </a:spcBef>
                <a:spcAft>
                  <a:spcPts val="0"/>
                </a:spcAft>
                <a:buClrTx/>
                <a:buSzTx/>
                <a:buFontTx/>
                <a:buNone/>
                <a:tabLst/>
                <a:defRPr kumimoji="0" sz="1200" b="0" i="0" u="none" strike="noStrike" cap="none" spc="0" normalizeH="0" baseline="0">
                  <a:ln>
                    <a:noFill/>
                  </a:ln>
                  <a:effectLst/>
                  <a:uLnTx/>
                  <a:uFillTx/>
                  <a:latin typeface="Segoe Sans Display Semibold" pitchFamily="2" charset="0"/>
                  <a:cs typeface="Segoe Sans Display Semibold" pitchFamily="2" charset="0"/>
                </a:defRPr>
              </a:lvl1pPr>
            </a:lstStyle>
            <a:p>
              <a:r>
                <a:rPr lang="en-US"/>
                <a:t>Actions</a:t>
              </a:r>
            </a:p>
          </p:txBody>
        </p:sp>
      </p:grpSp>
      <p:grpSp>
        <p:nvGrpSpPr>
          <p:cNvPr id="47" name="Group 35" descr="Memory">
            <a:extLst>
              <a:ext uri="{FF2B5EF4-FFF2-40B4-BE49-F238E27FC236}">
                <a16:creationId xmlns:a16="http://schemas.microsoft.com/office/drawing/2014/main" id="{0793A7D9-9FBE-57E9-5A50-DA124840E2E2}"/>
              </a:ext>
              <a:ext uri="{C183D7F6-B498-43B3-948B-1728B52AA6E4}">
                <adec:decorative xmlns:adec="http://schemas.microsoft.com/office/drawing/2017/decorative" val="0"/>
              </a:ext>
            </a:extLst>
          </p:cNvPr>
          <p:cNvGrpSpPr/>
          <p:nvPr/>
        </p:nvGrpSpPr>
        <p:grpSpPr>
          <a:xfrm>
            <a:off x="6504518" y="5623584"/>
            <a:ext cx="848246" cy="909330"/>
            <a:chOff x="6504518" y="5277867"/>
            <a:chExt cx="848246" cy="909330"/>
          </a:xfrm>
        </p:grpSpPr>
        <p:pic>
          <p:nvPicPr>
            <p:cNvPr id="48" name="Picture 36">
              <a:extLst>
                <a:ext uri="{FF2B5EF4-FFF2-40B4-BE49-F238E27FC236}">
                  <a16:creationId xmlns:a16="http://schemas.microsoft.com/office/drawing/2014/main" id="{570D538D-7767-B4CD-CEDE-61061475F226}"/>
                </a:ext>
              </a:extLst>
            </p:cNvPr>
            <p:cNvPicPr>
              <a:picLocks noChangeAspect="1"/>
            </p:cNvPicPr>
            <p:nvPr/>
          </p:nvPicPr>
          <p:blipFill>
            <a:blip r:embed="rId9"/>
            <a:stretch>
              <a:fillRect/>
            </a:stretch>
          </p:blipFill>
          <p:spPr>
            <a:xfrm>
              <a:off x="6659784" y="5277867"/>
              <a:ext cx="565588" cy="565588"/>
            </a:xfrm>
            <a:prstGeom prst="rect">
              <a:avLst/>
            </a:prstGeom>
            <a:effectLst>
              <a:outerShdw blurRad="50800" dist="38100" dir="2700000" algn="tl" rotWithShape="0">
                <a:prstClr val="black">
                  <a:alpha val="10000"/>
                </a:prstClr>
              </a:outerShdw>
            </a:effectLst>
          </p:spPr>
        </p:pic>
        <p:sp>
          <p:nvSpPr>
            <p:cNvPr id="49" name="TextBox 37">
              <a:extLst>
                <a:ext uri="{FF2B5EF4-FFF2-40B4-BE49-F238E27FC236}">
                  <a16:creationId xmlns:a16="http://schemas.microsoft.com/office/drawing/2014/main" id="{B0415B9A-9DB8-2FDA-6DCD-473FAA4E3C8E}"/>
                </a:ext>
              </a:extLst>
            </p:cNvPr>
            <p:cNvSpPr txBox="1"/>
            <p:nvPr/>
          </p:nvSpPr>
          <p:spPr>
            <a:xfrm>
              <a:off x="6504518" y="5900965"/>
              <a:ext cx="848246" cy="286232"/>
            </a:xfrm>
            <a:prstGeom prst="rect">
              <a:avLst/>
            </a:prstGeom>
            <a:noFill/>
          </p:spPr>
          <p:txBody>
            <a:bodyPr wrap="none" rtlCol="0">
              <a:spAutoFit/>
            </a:bodyPr>
            <a:lstStyle>
              <a:defPPr>
                <a:defRPr lang="en-US"/>
              </a:defPPr>
              <a:lvl1pPr marR="0" lvl="0" indent="0" algn="ctr" fontAlgn="auto">
                <a:lnSpc>
                  <a:spcPct val="90000"/>
                </a:lnSpc>
                <a:spcBef>
                  <a:spcPts val="0"/>
                </a:spcBef>
                <a:spcAft>
                  <a:spcPts val="0"/>
                </a:spcAft>
                <a:buClrTx/>
                <a:buSzTx/>
                <a:buFontTx/>
                <a:buNone/>
                <a:tabLst/>
                <a:defRPr kumimoji="0" sz="1200" b="0" i="0" u="none" strike="noStrike" cap="none" spc="0" normalizeH="0" baseline="0">
                  <a:ln>
                    <a:noFill/>
                  </a:ln>
                  <a:effectLst/>
                  <a:uLnTx/>
                  <a:uFillTx/>
                  <a:latin typeface="Segoe Sans Display Semibold" pitchFamily="2" charset="0"/>
                  <a:cs typeface="Segoe Sans Display Semibold" pitchFamily="2" charset="0"/>
                </a:defRPr>
              </a:lvl1pPr>
            </a:lstStyle>
            <a:p>
              <a:r>
                <a:rPr lang="en-US"/>
                <a:t>Memory</a:t>
              </a:r>
            </a:p>
          </p:txBody>
        </p:sp>
      </p:grpSp>
      <p:cxnSp>
        <p:nvCxnSpPr>
          <p:cNvPr id="50" name="Straight Arrow Connector 38">
            <a:extLst>
              <a:ext uri="{FF2B5EF4-FFF2-40B4-BE49-F238E27FC236}">
                <a16:creationId xmlns:a16="http://schemas.microsoft.com/office/drawing/2014/main" id="{3E850D20-0733-403D-1467-465F96AD647B}"/>
              </a:ext>
              <a:ext uri="{C183D7F6-B498-43B3-948B-1728B52AA6E4}">
                <adec:decorative xmlns:adec="http://schemas.microsoft.com/office/drawing/2017/decorative" val="1"/>
              </a:ext>
            </a:extLst>
          </p:cNvPr>
          <p:cNvCxnSpPr>
            <a:cxnSpLocks/>
          </p:cNvCxnSpPr>
          <p:nvPr/>
        </p:nvCxnSpPr>
        <p:spPr>
          <a:xfrm>
            <a:off x="3653596" y="3736146"/>
            <a:ext cx="1023912" cy="6460"/>
          </a:xfrm>
          <a:prstGeom prst="straightConnector1">
            <a:avLst/>
          </a:prstGeom>
          <a:ln w="12700">
            <a:gradFill flip="none" rotWithShape="1">
              <a:gsLst>
                <a:gs pos="0">
                  <a:srgbClr val="463668">
                    <a:alpha val="0"/>
                  </a:srgbClr>
                </a:gs>
                <a:gs pos="100000">
                  <a:schemeClr val="tx1"/>
                </a:gs>
              </a:gsLst>
              <a:lin ang="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cxnSp>
        <p:nvCxnSpPr>
          <p:cNvPr id="51" name="Straight Arrow Connector 46">
            <a:extLst>
              <a:ext uri="{FF2B5EF4-FFF2-40B4-BE49-F238E27FC236}">
                <a16:creationId xmlns:a16="http://schemas.microsoft.com/office/drawing/2014/main" id="{2538960D-54BF-58C0-08C5-587A14FEAA82}"/>
              </a:ext>
              <a:ext uri="{C183D7F6-B498-43B3-948B-1728B52AA6E4}">
                <adec:decorative xmlns:adec="http://schemas.microsoft.com/office/drawing/2017/decorative" val="1"/>
              </a:ext>
            </a:extLst>
          </p:cNvPr>
          <p:cNvCxnSpPr>
            <a:cxnSpLocks/>
          </p:cNvCxnSpPr>
          <p:nvPr/>
        </p:nvCxnSpPr>
        <p:spPr>
          <a:xfrm>
            <a:off x="7550347" y="3736146"/>
            <a:ext cx="1023912" cy="6460"/>
          </a:xfrm>
          <a:prstGeom prst="straightConnector1">
            <a:avLst/>
          </a:prstGeom>
          <a:ln w="12700">
            <a:gradFill flip="none" rotWithShape="1">
              <a:gsLst>
                <a:gs pos="0">
                  <a:srgbClr val="463668">
                    <a:alpha val="0"/>
                  </a:srgbClr>
                </a:gs>
                <a:gs pos="100000">
                  <a:schemeClr val="tx1"/>
                </a:gs>
              </a:gsLst>
              <a:lin ang="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grpSp>
        <p:nvGrpSpPr>
          <p:cNvPr id="52" name="Group 47">
            <a:extLst>
              <a:ext uri="{FF2B5EF4-FFF2-40B4-BE49-F238E27FC236}">
                <a16:creationId xmlns:a16="http://schemas.microsoft.com/office/drawing/2014/main" id="{56AA9814-0DEC-5157-30F0-19E4E75C0C2E}"/>
              </a:ext>
              <a:ext uri="{C183D7F6-B498-43B3-948B-1728B52AA6E4}">
                <adec:decorative xmlns:adec="http://schemas.microsoft.com/office/drawing/2017/decorative" val="1"/>
              </a:ext>
            </a:extLst>
          </p:cNvPr>
          <p:cNvGrpSpPr/>
          <p:nvPr/>
        </p:nvGrpSpPr>
        <p:grpSpPr>
          <a:xfrm>
            <a:off x="5243374" y="4629200"/>
            <a:ext cx="1678948" cy="586910"/>
            <a:chOff x="5132715" y="4185434"/>
            <a:chExt cx="1678948" cy="806688"/>
          </a:xfrm>
        </p:grpSpPr>
        <p:cxnSp>
          <p:nvCxnSpPr>
            <p:cNvPr id="53" name="Straight Arrow Connector 48">
              <a:extLst>
                <a:ext uri="{FF2B5EF4-FFF2-40B4-BE49-F238E27FC236}">
                  <a16:creationId xmlns:a16="http://schemas.microsoft.com/office/drawing/2014/main" id="{85BFA565-090F-5180-7306-7297605A896D}"/>
                </a:ext>
              </a:extLst>
            </p:cNvPr>
            <p:cNvCxnSpPr>
              <a:cxnSpLocks/>
            </p:cNvCxnSpPr>
            <p:nvPr/>
          </p:nvCxnSpPr>
          <p:spPr>
            <a:xfrm>
              <a:off x="5132715" y="4185434"/>
              <a:ext cx="0" cy="806688"/>
            </a:xfrm>
            <a:prstGeom prst="straightConnector1">
              <a:avLst/>
            </a:prstGeom>
            <a:ln w="12700">
              <a:gradFill flip="none" rotWithShape="1">
                <a:gsLst>
                  <a:gs pos="0">
                    <a:srgbClr val="463668">
                      <a:alpha val="0"/>
                    </a:srgbClr>
                  </a:gs>
                  <a:gs pos="96000">
                    <a:schemeClr val="tx1"/>
                  </a:gs>
                </a:gsLst>
                <a:lin ang="540000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cxnSp>
          <p:nvCxnSpPr>
            <p:cNvPr id="54" name="Straight Arrow Connector 49">
              <a:extLst>
                <a:ext uri="{FF2B5EF4-FFF2-40B4-BE49-F238E27FC236}">
                  <a16:creationId xmlns:a16="http://schemas.microsoft.com/office/drawing/2014/main" id="{A1679B5D-2B7B-C3D4-E033-48CB14A00042}"/>
                </a:ext>
              </a:extLst>
            </p:cNvPr>
            <p:cNvCxnSpPr>
              <a:cxnSpLocks/>
            </p:cNvCxnSpPr>
            <p:nvPr/>
          </p:nvCxnSpPr>
          <p:spPr>
            <a:xfrm flipV="1">
              <a:off x="6811663" y="4210528"/>
              <a:ext cx="0" cy="781594"/>
            </a:xfrm>
            <a:prstGeom prst="straightConnector1">
              <a:avLst/>
            </a:prstGeom>
            <a:ln w="12700">
              <a:gradFill flip="none" rotWithShape="1">
                <a:gsLst>
                  <a:gs pos="0">
                    <a:srgbClr val="463668">
                      <a:alpha val="0"/>
                    </a:srgbClr>
                  </a:gs>
                  <a:gs pos="99000">
                    <a:schemeClr val="tx1"/>
                  </a:gs>
                </a:gsLst>
                <a:lin ang="5400000" scaled="1"/>
                <a:tileRect/>
              </a:gradFill>
              <a:headEnd type="none" w="lg" len="med"/>
              <a:tailEnd type="arrow" w="lg" len="sm"/>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06522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fade">
                                      <p:cBhvr>
                                        <p:cTn id="11" dur="500"/>
                                        <p:tgtEl>
                                          <p:spTgt spid="5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fade">
                                      <p:cBhvr>
                                        <p:cTn id="15"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026CF-F07B-6274-DA0E-0611CAC1A23E}"/>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2EC5B68-377B-7877-A3AC-FD38D351580D}"/>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US" altLang="ja-JP" sz="2000" b="1" dirty="0">
                <a:latin typeface="Yu Gothic UI" panose="020B0500000000000000" pitchFamily="34" charset="-128"/>
                <a:ea typeface="Yu Gothic UI" panose="020B0500000000000000" pitchFamily="34" charset="-128"/>
              </a:rPr>
              <a:t>MCP </a:t>
            </a:r>
            <a:r>
              <a:rPr kumimoji="1" lang="ja-JP" altLang="en-US" sz="2000" b="1">
                <a:latin typeface="Yu Gothic UI" panose="020B0500000000000000" pitchFamily="34" charset="-128"/>
                <a:ea typeface="Yu Gothic UI" panose="020B0500000000000000" pitchFamily="34" charset="-128"/>
              </a:rPr>
              <a:t>とは</a:t>
            </a:r>
            <a:endParaRPr kumimoji="1"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4E350F24-5ACD-9A5F-B58E-CF6EF5A7F9CD}"/>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8C81EF2D-1232-E60E-6042-FBD1C63DD2B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E3803D18-2EFC-6B86-188A-C248D5C97A10}"/>
              </a:ext>
            </a:extLst>
          </p:cNvPr>
          <p:cNvSpPr txBox="1">
            <a:spLocks/>
          </p:cNvSpPr>
          <p:nvPr/>
        </p:nvSpPr>
        <p:spPr>
          <a:xfrm>
            <a:off x="584200" y="1359610"/>
            <a:ext cx="462788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11113" indent="-11113" fontAlgn="t">
              <a:spcBef>
                <a:spcPts val="1600"/>
              </a:spcBef>
              <a:buNone/>
            </a:pPr>
            <a:r>
              <a:rPr lang="ja-JP" altLang="ja-JP" sz="1800"/>
              <a:t>MCP (Model Context Protocol) は、AI エージェントが外部のツールやデータを利用するための共通プロトコルです。AI エージェントは生成 AI の推論能力を利用してタスクを実行しますが、自身が持っている知識だけでは実世界の操作はできません。そのため、ファイル操作、データベース検索、Web API 呼び出しなどの機能を「Tool」として利用します。</a:t>
            </a:r>
          </a:p>
          <a:p>
            <a:pPr marL="11113" indent="-11113" fontAlgn="t">
              <a:spcBef>
                <a:spcPts val="1600"/>
              </a:spcBef>
              <a:buNone/>
            </a:pPr>
            <a:r>
              <a:rPr lang="ja-JP" altLang="ja-JP" sz="1800"/>
              <a:t>MCP は、こうした Tool を AI エージェントへ標準的な方法で公開するための仕組みです。AI エージェントは MCP サーバーを通して利用可能な Tool を発見し、必要に応じてそれらを呼び出します。 </a:t>
            </a:r>
            <a:endParaRPr lang="en-US" altLang="ja-JP" sz="1800" dirty="0"/>
          </a:p>
          <a:p>
            <a:pPr marL="11113" indent="-11113" fontAlgn="t">
              <a:spcBef>
                <a:spcPts val="1600"/>
              </a:spcBef>
              <a:buNone/>
            </a:pPr>
            <a:r>
              <a:rPr lang="ja-JP" altLang="ja-JP" sz="1800"/>
              <a:t>また、その Tool の実装先は単なる API やデータベースだけでなく、別の AI エージェントである場合もあります。そのため MCP を利用して AI エージェント同士が連携する構成も実現できますが、MCP の主目的は AI 同士の通信ではなく、AI と外部機能を接続することです。</a:t>
            </a:r>
          </a:p>
        </p:txBody>
      </p:sp>
      <p:sp>
        <p:nvSpPr>
          <p:cNvPr id="6" name="字幕 1">
            <a:extLst>
              <a:ext uri="{FF2B5EF4-FFF2-40B4-BE49-F238E27FC236}">
                <a16:creationId xmlns:a16="http://schemas.microsoft.com/office/drawing/2014/main" id="{B4AD1AD4-20E2-239E-024F-D732F681659B}"/>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103" name="図 102">
            <a:extLst>
              <a:ext uri="{FF2B5EF4-FFF2-40B4-BE49-F238E27FC236}">
                <a16:creationId xmlns:a16="http://schemas.microsoft.com/office/drawing/2014/main" id="{E1F2CA8A-1076-6CED-105E-A456DE1734AD}"/>
              </a:ext>
            </a:extLst>
          </p:cNvPr>
          <p:cNvPicPr>
            <a:picLocks noChangeAspect="1"/>
          </p:cNvPicPr>
          <p:nvPr/>
        </p:nvPicPr>
        <p:blipFill>
          <a:blip r:embed="rId3"/>
          <a:stretch>
            <a:fillRect/>
          </a:stretch>
        </p:blipFill>
        <p:spPr>
          <a:xfrm>
            <a:off x="5360670" y="2331964"/>
            <a:ext cx="6496050" cy="2859896"/>
          </a:xfrm>
          <a:prstGeom prst="rect">
            <a:avLst/>
          </a:prstGeom>
        </p:spPr>
      </p:pic>
      <p:sp>
        <p:nvSpPr>
          <p:cNvPr id="104" name="円/楕円 103">
            <a:extLst>
              <a:ext uri="{FF2B5EF4-FFF2-40B4-BE49-F238E27FC236}">
                <a16:creationId xmlns:a16="http://schemas.microsoft.com/office/drawing/2014/main" id="{485E849A-2830-3852-71C3-A17A7FDE2B2E}"/>
              </a:ext>
            </a:extLst>
          </p:cNvPr>
          <p:cNvSpPr/>
          <p:nvPr/>
        </p:nvSpPr>
        <p:spPr>
          <a:xfrm>
            <a:off x="7191375" y="3472391"/>
            <a:ext cx="2834640" cy="80862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四角形吹き出し 104">
            <a:extLst>
              <a:ext uri="{FF2B5EF4-FFF2-40B4-BE49-F238E27FC236}">
                <a16:creationId xmlns:a16="http://schemas.microsoft.com/office/drawing/2014/main" id="{4CD60CBE-BAEF-496B-EBCC-CDB3F74307EE}"/>
              </a:ext>
            </a:extLst>
          </p:cNvPr>
          <p:cNvSpPr/>
          <p:nvPr/>
        </p:nvSpPr>
        <p:spPr>
          <a:xfrm>
            <a:off x="9772650" y="4658776"/>
            <a:ext cx="2308860" cy="1822034"/>
          </a:xfrm>
          <a:prstGeom prst="wedgeRectCallout">
            <a:avLst>
              <a:gd name="adj1" fmla="val -51921"/>
              <a:gd name="adj2" fmla="val -7656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solidFill>
                <a:latin typeface="Yu Gothic UI" panose="020B0500000000000000" pitchFamily="34" charset="-128"/>
                <a:ea typeface="Yu Gothic UI" panose="020B0500000000000000" pitchFamily="34" charset="-128"/>
              </a:rPr>
              <a:t>この</a:t>
            </a:r>
            <a:r>
              <a:rPr kumimoji="1" lang="en-US" altLang="ja-JP" sz="1400" dirty="0">
                <a:solidFill>
                  <a:schemeClr val="tx1"/>
                </a:solidFill>
                <a:latin typeface="Yu Gothic UI" panose="020B0500000000000000" pitchFamily="34" charset="-128"/>
                <a:ea typeface="Yu Gothic UI" panose="020B0500000000000000" pitchFamily="34" charset="-128"/>
              </a:rPr>
              <a:t> AI </a:t>
            </a:r>
            <a:r>
              <a:rPr kumimoji="1" lang="ja-JP" altLang="en-US" sz="1400">
                <a:solidFill>
                  <a:schemeClr val="tx1"/>
                </a:solidFill>
                <a:latin typeface="Yu Gothic UI" panose="020B0500000000000000" pitchFamily="34" charset="-128"/>
                <a:ea typeface="Yu Gothic UI" panose="020B0500000000000000" pitchFamily="34" charset="-128"/>
              </a:rPr>
              <a:t>エージェントへ</a:t>
            </a:r>
            <a:r>
              <a:rPr kumimoji="1" lang="en-US" altLang="ja-JP" sz="1400" dirty="0">
                <a:solidFill>
                  <a:schemeClr val="tx1"/>
                </a:solidFill>
                <a:latin typeface="Yu Gothic UI" panose="020B0500000000000000" pitchFamily="34" charset="-128"/>
                <a:ea typeface="Yu Gothic UI" panose="020B0500000000000000" pitchFamily="34" charset="-128"/>
              </a:rPr>
              <a:t> Tool </a:t>
            </a:r>
            <a:r>
              <a:rPr kumimoji="1" lang="ja-JP" altLang="en-US" sz="1400">
                <a:solidFill>
                  <a:schemeClr val="tx1"/>
                </a:solidFill>
                <a:latin typeface="Yu Gothic UI" panose="020B0500000000000000" pitchFamily="34" charset="-128"/>
                <a:ea typeface="Yu Gothic UI" panose="020B0500000000000000" pitchFamily="34" charset="-128"/>
              </a:rPr>
              <a:t>を提供するためのプロトコルが</a:t>
            </a:r>
            <a:r>
              <a:rPr kumimoji="1" lang="en-US" altLang="ja-JP" sz="1400" dirty="0">
                <a:solidFill>
                  <a:schemeClr val="tx1"/>
                </a:solidFill>
                <a:latin typeface="Yu Gothic UI" panose="020B0500000000000000" pitchFamily="34" charset="-128"/>
                <a:ea typeface="Yu Gothic UI" panose="020B0500000000000000" pitchFamily="34" charset="-128"/>
              </a:rPr>
              <a:t> MCP</a:t>
            </a:r>
            <a:r>
              <a:rPr kumimoji="1" lang="ja-JP" altLang="en-US" sz="1400">
                <a:solidFill>
                  <a:schemeClr val="tx1"/>
                </a:solidFill>
                <a:latin typeface="Yu Gothic UI" panose="020B0500000000000000" pitchFamily="34" charset="-128"/>
                <a:ea typeface="Yu Gothic UI" panose="020B0500000000000000" pitchFamily="34" charset="-128"/>
              </a:rPr>
              <a:t>。ツールは</a:t>
            </a:r>
            <a:r>
              <a:rPr kumimoji="1" lang="en-US" altLang="ja-JP" sz="1400" dirty="0">
                <a:solidFill>
                  <a:schemeClr val="tx1"/>
                </a:solidFill>
                <a:latin typeface="Yu Gothic UI" panose="020B0500000000000000" pitchFamily="34" charset="-128"/>
                <a:ea typeface="Yu Gothic UI" panose="020B0500000000000000" pitchFamily="34" charset="-128"/>
              </a:rPr>
              <a:t> AI </a:t>
            </a:r>
            <a:r>
              <a:rPr kumimoji="1" lang="ja-JP" altLang="en-US" sz="1400">
                <a:solidFill>
                  <a:schemeClr val="tx1"/>
                </a:solidFill>
                <a:latin typeface="Yu Gothic UI" panose="020B0500000000000000" pitchFamily="34" charset="-128"/>
                <a:ea typeface="Yu Gothic UI" panose="020B0500000000000000" pitchFamily="34" charset="-128"/>
              </a:rPr>
              <a:t>エージェントの動作するローカル環境だけではなく、リモートだったり、別の</a:t>
            </a:r>
            <a:r>
              <a:rPr kumimoji="1" lang="en-US" altLang="ja-JP" sz="1400" dirty="0">
                <a:solidFill>
                  <a:schemeClr val="tx1"/>
                </a:solidFill>
                <a:latin typeface="Yu Gothic UI" panose="020B0500000000000000" pitchFamily="34" charset="-128"/>
                <a:ea typeface="Yu Gothic UI" panose="020B0500000000000000" pitchFamily="34" charset="-128"/>
              </a:rPr>
              <a:t> AI </a:t>
            </a:r>
            <a:r>
              <a:rPr kumimoji="1" lang="ja-JP" altLang="en-US" sz="1400">
                <a:solidFill>
                  <a:schemeClr val="tx1"/>
                </a:solidFill>
                <a:latin typeface="Yu Gothic UI" panose="020B0500000000000000" pitchFamily="34" charset="-128"/>
                <a:ea typeface="Yu Gothic UI" panose="020B0500000000000000" pitchFamily="34" charset="-128"/>
              </a:rPr>
              <a:t>エージェントでもよい</a:t>
            </a:r>
          </a:p>
        </p:txBody>
      </p:sp>
      <p:sp>
        <p:nvSpPr>
          <p:cNvPr id="106" name="四角形吹き出し 105">
            <a:extLst>
              <a:ext uri="{FF2B5EF4-FFF2-40B4-BE49-F238E27FC236}">
                <a16:creationId xmlns:a16="http://schemas.microsoft.com/office/drawing/2014/main" id="{02A1FD73-8A5A-9695-0FF4-E1AD808B42AA}"/>
              </a:ext>
            </a:extLst>
          </p:cNvPr>
          <p:cNvSpPr/>
          <p:nvPr/>
        </p:nvSpPr>
        <p:spPr>
          <a:xfrm>
            <a:off x="9418320" y="915996"/>
            <a:ext cx="2663190" cy="1700857"/>
          </a:xfrm>
          <a:prstGeom prst="wedgeRectCallout">
            <a:avLst>
              <a:gd name="adj1" fmla="val -69248"/>
              <a:gd name="adj2" fmla="val 6458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400">
                <a:solidFill>
                  <a:schemeClr val="tx1"/>
                </a:solidFill>
                <a:latin typeface="Yu Gothic UI" panose="020B0500000000000000" pitchFamily="34" charset="-128"/>
                <a:ea typeface="Yu Gothic UI" panose="020B0500000000000000" pitchFamily="34" charset="-128"/>
              </a:rPr>
              <a:t>生成</a:t>
            </a:r>
            <a:r>
              <a:rPr kumimoji="1" lang="en-US" altLang="ja-JP" sz="1400" dirty="0">
                <a:solidFill>
                  <a:schemeClr val="tx1"/>
                </a:solidFill>
                <a:latin typeface="Yu Gothic UI" panose="020B0500000000000000" pitchFamily="34" charset="-128"/>
                <a:ea typeface="Yu Gothic UI" panose="020B0500000000000000" pitchFamily="34" charset="-128"/>
              </a:rPr>
              <a:t> AI </a:t>
            </a:r>
            <a:r>
              <a:rPr kumimoji="1" lang="ja-JP" altLang="en-US" sz="1400">
                <a:solidFill>
                  <a:schemeClr val="tx1"/>
                </a:solidFill>
                <a:latin typeface="Yu Gothic UI" panose="020B0500000000000000" pitchFamily="34" charset="-128"/>
                <a:ea typeface="Yu Gothic UI" panose="020B0500000000000000" pitchFamily="34" charset="-128"/>
              </a:rPr>
              <a:t>のモデル自身が様々な学習を行っており豊富な知識を保持しているが、リアルタイム性や公開されていない知識が不足している。また、ファイルや</a:t>
            </a:r>
            <a:r>
              <a:rPr kumimoji="1" lang="en-US" altLang="ja-JP" sz="1400" dirty="0">
                <a:solidFill>
                  <a:schemeClr val="tx1"/>
                </a:solidFill>
                <a:latin typeface="Yu Gothic UI" panose="020B0500000000000000" pitchFamily="34" charset="-128"/>
                <a:ea typeface="Yu Gothic UI" panose="020B0500000000000000" pitchFamily="34" charset="-128"/>
              </a:rPr>
              <a:t> CLI </a:t>
            </a:r>
            <a:r>
              <a:rPr kumimoji="1" lang="ja-JP" altLang="en-US" sz="1400">
                <a:solidFill>
                  <a:schemeClr val="tx1"/>
                </a:solidFill>
                <a:latin typeface="Yu Gothic UI" panose="020B0500000000000000" pitchFamily="34" charset="-128"/>
                <a:ea typeface="Yu Gothic UI" panose="020B0500000000000000" pitchFamily="34" charset="-128"/>
              </a:rPr>
              <a:t>などを操作する機能も生成</a:t>
            </a:r>
            <a:r>
              <a:rPr kumimoji="1" lang="en-US" altLang="ja-JP" sz="1400" dirty="0">
                <a:solidFill>
                  <a:schemeClr val="tx1"/>
                </a:solidFill>
                <a:latin typeface="Yu Gothic UI" panose="020B0500000000000000" pitchFamily="34" charset="-128"/>
                <a:ea typeface="Yu Gothic UI" panose="020B0500000000000000" pitchFamily="34" charset="-128"/>
              </a:rPr>
              <a:t> AI </a:t>
            </a:r>
            <a:r>
              <a:rPr kumimoji="1" lang="ja-JP" altLang="en-US" sz="1400">
                <a:solidFill>
                  <a:schemeClr val="tx1"/>
                </a:solidFill>
                <a:latin typeface="Yu Gothic UI" panose="020B0500000000000000" pitchFamily="34" charset="-128"/>
                <a:ea typeface="Yu Gothic UI" panose="020B0500000000000000" pitchFamily="34" charset="-128"/>
              </a:rPr>
              <a:t>自身にはない。</a:t>
            </a:r>
            <a:endParaRPr kumimoji="1" lang="en-US" altLang="ja-JP" sz="1400" dirty="0">
              <a:solidFill>
                <a:schemeClr val="tx1"/>
              </a:solidFill>
              <a:latin typeface="Yu Gothic UI" panose="020B0500000000000000" pitchFamily="34" charset="-128"/>
              <a:ea typeface="Yu Gothic UI" panose="020B0500000000000000" pitchFamily="34" charset="-128"/>
            </a:endParaRPr>
          </a:p>
          <a:p>
            <a:r>
              <a:rPr kumimoji="1" lang="en-US" altLang="ja-JP" sz="1400" dirty="0">
                <a:solidFill>
                  <a:schemeClr val="tx1"/>
                </a:solidFill>
                <a:latin typeface="Yu Gothic UI" panose="020B0500000000000000" pitchFamily="34" charset="-128"/>
                <a:ea typeface="Yu Gothic UI" panose="020B0500000000000000" pitchFamily="34" charset="-128"/>
              </a:rPr>
              <a:t>Tool </a:t>
            </a:r>
            <a:r>
              <a:rPr kumimoji="1" lang="ja-JP" altLang="en-US" sz="1400">
                <a:solidFill>
                  <a:schemeClr val="tx1"/>
                </a:solidFill>
                <a:latin typeface="Yu Gothic UI" panose="020B0500000000000000" pitchFamily="34" charset="-128"/>
                <a:ea typeface="Yu Gothic UI" panose="020B0500000000000000" pitchFamily="34" charset="-128"/>
              </a:rPr>
              <a:t>はそれを補うための機能</a:t>
            </a:r>
          </a:p>
        </p:txBody>
      </p:sp>
    </p:spTree>
    <p:extLst>
      <p:ext uri="{BB962C8B-B14F-4D97-AF65-F5344CB8AC3E}">
        <p14:creationId xmlns:p14="http://schemas.microsoft.com/office/powerpoint/2010/main" val="2155004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5E297-0855-BA8D-BC58-90E90A36479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685047F-90B5-CBAF-0168-76FD01BEBC32}"/>
              </a:ext>
            </a:extLst>
          </p:cNvPr>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2</a:t>
            </a:r>
          </a:p>
          <a:p>
            <a:pPr marL="0" indent="0">
              <a:buNone/>
            </a:pPr>
            <a:r>
              <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rPr>
              <a:t>Todo </a:t>
            </a:r>
            <a:r>
              <a:rPr lang="ja-JP" altLang="en-US" sz="3200">
                <a:solidFill>
                  <a:schemeClr val="tx1">
                    <a:lumMod val="75000"/>
                    <a:lumOff val="25000"/>
                  </a:schemeClr>
                </a:solidFill>
                <a:latin typeface="Yu Gothic UI" panose="020B0500000000000000" pitchFamily="34" charset="-128"/>
                <a:ea typeface="Yu Gothic UI" panose="020B0500000000000000" pitchFamily="34" charset="-128"/>
              </a:rPr>
              <a:t>アプリと</a:t>
            </a:r>
            <a:r>
              <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rPr>
              <a:t> AI </a:t>
            </a:r>
            <a:r>
              <a:rPr lang="ja-JP" altLang="en-US" sz="3200">
                <a:solidFill>
                  <a:schemeClr val="tx1">
                    <a:lumMod val="75000"/>
                    <a:lumOff val="25000"/>
                  </a:schemeClr>
                </a:solidFill>
                <a:latin typeface="Yu Gothic UI" panose="020B0500000000000000" pitchFamily="34" charset="-128"/>
                <a:ea typeface="Yu Gothic UI" panose="020B0500000000000000" pitchFamily="34" charset="-128"/>
              </a:rPr>
              <a:t>エージェントの関係</a:t>
            </a:r>
            <a:endPar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0" marR="0" lvl="0" indent="0" algn="l" defTabSz="914400" eaLnBrk="1" fontAlgn="auto" latinLnBrk="0" hangingPunct="1">
              <a:lnSpc>
                <a:spcPct val="90000"/>
              </a:lnSpc>
              <a:spcBef>
                <a:spcPts val="1000"/>
              </a:spcBef>
              <a:spcAft>
                <a:spcPts val="0"/>
              </a:spcAft>
              <a:buClrTx/>
              <a:buSzTx/>
              <a:buFontTx/>
              <a:buNone/>
              <a:tabLst/>
              <a:defRPr/>
            </a:pPr>
            <a:endPar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917774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F7CE3-7DEC-BE0A-09C4-90D2BA22E1C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7660CFDC-262C-3877-D2BE-4D775C81C422}"/>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en-US" altLang="ja-JP" sz="2000" b="1" dirty="0">
                <a:latin typeface="Yu Gothic UI" panose="020B0500000000000000" pitchFamily="34" charset="-128"/>
                <a:ea typeface="Yu Gothic UI" panose="020B0500000000000000" pitchFamily="34" charset="-128"/>
              </a:rPr>
              <a:t>Todo </a:t>
            </a:r>
            <a:r>
              <a:rPr kumimoji="1" lang="ja-JP" altLang="en-US" sz="2000" b="1">
                <a:latin typeface="Yu Gothic UI" panose="020B0500000000000000" pitchFamily="34" charset="-128"/>
                <a:ea typeface="Yu Gothic UI" panose="020B0500000000000000" pitchFamily="34" charset="-128"/>
              </a:rPr>
              <a:t>アプリと</a:t>
            </a:r>
            <a:r>
              <a:rPr kumimoji="1" lang="en-US" altLang="ja-JP" sz="2000" b="1" dirty="0">
                <a:latin typeface="Yu Gothic UI" panose="020B0500000000000000" pitchFamily="34" charset="-128"/>
                <a:ea typeface="Yu Gothic UI" panose="020B0500000000000000" pitchFamily="34" charset="-128"/>
              </a:rPr>
              <a:t> AI </a:t>
            </a:r>
            <a:r>
              <a:rPr kumimoji="1" lang="ja-JP" altLang="en-US" sz="2000" b="1">
                <a:latin typeface="Yu Gothic UI" panose="020B0500000000000000" pitchFamily="34" charset="-128"/>
                <a:ea typeface="Yu Gothic UI" panose="020B0500000000000000" pitchFamily="34" charset="-128"/>
              </a:rPr>
              <a:t>エージェント</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AEEBF133-09E9-3E57-FC38-39B6EC4B84E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650874C-9E7F-E310-49CA-29581CA85CB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605051EC-C936-D4E4-8F01-BC280F231C00}"/>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今回のハンズオンでは第</a:t>
            </a:r>
            <a:r>
              <a:rPr kumimoji="1" lang="en-US" altLang="ja-JP" sz="2000" dirty="0"/>
              <a:t>5 – 7</a:t>
            </a:r>
            <a:r>
              <a:rPr kumimoji="1" lang="ja-JP" altLang="en-US" sz="2000"/>
              <a:t>回で構築した</a:t>
            </a:r>
            <a:r>
              <a:rPr kumimoji="1" lang="en-US" altLang="ja-JP" sz="2000" dirty="0"/>
              <a:t> Todo </a:t>
            </a:r>
            <a:r>
              <a:rPr kumimoji="1" lang="ja-JP" altLang="en-US" sz="2000"/>
              <a:t>アプリに組み込むことができる</a:t>
            </a:r>
            <a:r>
              <a:rPr kumimoji="1" lang="en-US" altLang="ja-JP" sz="2000" dirty="0"/>
              <a:t> AI </a:t>
            </a:r>
            <a:r>
              <a:rPr kumimoji="1" lang="ja-JP" altLang="en-US" sz="2000"/>
              <a:t>エージェントの構築を行います。</a:t>
            </a:r>
          </a:p>
        </p:txBody>
      </p:sp>
      <p:sp>
        <p:nvSpPr>
          <p:cNvPr id="6" name="字幕 1">
            <a:extLst>
              <a:ext uri="{FF2B5EF4-FFF2-40B4-BE49-F238E27FC236}">
                <a16:creationId xmlns:a16="http://schemas.microsoft.com/office/drawing/2014/main" id="{7E02EAE4-B4B5-CA2F-3D71-8B3B16CF6464}"/>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7" name="図 6">
            <a:extLst>
              <a:ext uri="{FF2B5EF4-FFF2-40B4-BE49-F238E27FC236}">
                <a16:creationId xmlns:a16="http://schemas.microsoft.com/office/drawing/2014/main" id="{1CAA8F37-082C-372E-1242-DDA937D955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1395" y="2131647"/>
            <a:ext cx="7042309" cy="4401443"/>
          </a:xfrm>
          <a:prstGeom prst="rect">
            <a:avLst/>
          </a:prstGeom>
        </p:spPr>
      </p:pic>
      <p:sp>
        <p:nvSpPr>
          <p:cNvPr id="8" name="正方形/長方形 7">
            <a:extLst>
              <a:ext uri="{FF2B5EF4-FFF2-40B4-BE49-F238E27FC236}">
                <a16:creationId xmlns:a16="http://schemas.microsoft.com/office/drawing/2014/main" id="{89AF51FF-0999-E8E7-6F57-DC6E9AF74D31}"/>
              </a:ext>
            </a:extLst>
          </p:cNvPr>
          <p:cNvSpPr/>
          <p:nvPr/>
        </p:nvSpPr>
        <p:spPr>
          <a:xfrm>
            <a:off x="5081111" y="3108960"/>
            <a:ext cx="3943350" cy="3424130"/>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吹き出し 9">
            <a:extLst>
              <a:ext uri="{FF2B5EF4-FFF2-40B4-BE49-F238E27FC236}">
                <a16:creationId xmlns:a16="http://schemas.microsoft.com/office/drawing/2014/main" id="{576ABB48-8E40-A54E-EC5A-8336B6010AC7}"/>
              </a:ext>
            </a:extLst>
          </p:cNvPr>
          <p:cNvSpPr/>
          <p:nvPr/>
        </p:nvSpPr>
        <p:spPr>
          <a:xfrm>
            <a:off x="9429750" y="2834640"/>
            <a:ext cx="2336800" cy="2160270"/>
          </a:xfrm>
          <a:prstGeom prst="wedgeRectCallout">
            <a:avLst>
              <a:gd name="adj1" fmla="val -59474"/>
              <a:gd name="adj2" fmla="val 3486"/>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a:solidFill>
                  <a:schemeClr val="tx1"/>
                </a:solidFill>
                <a:latin typeface="Yu Gothic UI" panose="020B0500000000000000" pitchFamily="34" charset="-128"/>
                <a:ea typeface="Yu Gothic UI" panose="020B0500000000000000" pitchFamily="34" charset="-128"/>
              </a:rPr>
              <a:t>今回作成する</a:t>
            </a:r>
            <a:r>
              <a:rPr kumimoji="1" lang="en-US" altLang="ja-JP" dirty="0">
                <a:solidFill>
                  <a:schemeClr val="tx1"/>
                </a:solidFill>
                <a:latin typeface="Yu Gothic UI" panose="020B0500000000000000" pitchFamily="34" charset="-128"/>
                <a:ea typeface="Yu Gothic UI" panose="020B0500000000000000" pitchFamily="34" charset="-128"/>
              </a:rPr>
              <a:t> AI </a:t>
            </a:r>
            <a:r>
              <a:rPr kumimoji="1" lang="ja-JP" altLang="en-US">
                <a:solidFill>
                  <a:schemeClr val="tx1"/>
                </a:solidFill>
                <a:latin typeface="Yu Gothic UI" panose="020B0500000000000000" pitchFamily="34" charset="-128"/>
                <a:ea typeface="Yu Gothic UI" panose="020B0500000000000000" pitchFamily="34" charset="-128"/>
              </a:rPr>
              <a:t>エージェントを</a:t>
            </a:r>
            <a:r>
              <a:rPr kumimoji="1" lang="en-US" altLang="ja-JP" dirty="0">
                <a:solidFill>
                  <a:schemeClr val="tx1"/>
                </a:solidFill>
                <a:latin typeface="Yu Gothic UI" panose="020B0500000000000000" pitchFamily="34" charset="-128"/>
                <a:ea typeface="Yu Gothic UI" panose="020B0500000000000000" pitchFamily="34" charset="-128"/>
              </a:rPr>
              <a:t> Todo </a:t>
            </a:r>
            <a:r>
              <a:rPr kumimoji="1" lang="ja-JP" altLang="en-US">
                <a:solidFill>
                  <a:schemeClr val="tx1"/>
                </a:solidFill>
                <a:latin typeface="Yu Gothic UI" panose="020B0500000000000000" pitchFamily="34" charset="-128"/>
                <a:ea typeface="Yu Gothic UI" panose="020B0500000000000000" pitchFamily="34" charset="-128"/>
              </a:rPr>
              <a:t>アプリに組み込むと優先するべき</a:t>
            </a:r>
            <a:r>
              <a:rPr kumimoji="1" lang="en-US" altLang="ja-JP" dirty="0">
                <a:solidFill>
                  <a:schemeClr val="tx1"/>
                </a:solidFill>
                <a:latin typeface="Yu Gothic UI" panose="020B0500000000000000" pitchFamily="34" charset="-128"/>
                <a:ea typeface="Yu Gothic UI" panose="020B0500000000000000" pitchFamily="34" charset="-128"/>
              </a:rPr>
              <a:t> Todo </a:t>
            </a:r>
            <a:r>
              <a:rPr kumimoji="1" lang="ja-JP" altLang="en-US">
                <a:solidFill>
                  <a:schemeClr val="tx1"/>
                </a:solidFill>
                <a:latin typeface="Yu Gothic UI" panose="020B0500000000000000" pitchFamily="34" charset="-128"/>
                <a:ea typeface="Yu Gothic UI" panose="020B0500000000000000" pitchFamily="34" charset="-128"/>
              </a:rPr>
              <a:t>の列挙など</a:t>
            </a:r>
            <a:r>
              <a:rPr kumimoji="1" lang="en-US" altLang="ja-JP" dirty="0">
                <a:solidFill>
                  <a:schemeClr val="tx1"/>
                </a:solidFill>
                <a:latin typeface="Yu Gothic UI" panose="020B0500000000000000" pitchFamily="34" charset="-128"/>
                <a:ea typeface="Yu Gothic UI" panose="020B0500000000000000" pitchFamily="34" charset="-128"/>
              </a:rPr>
              <a:t> Todo </a:t>
            </a:r>
            <a:r>
              <a:rPr kumimoji="1" lang="ja-JP" altLang="en-US">
                <a:solidFill>
                  <a:schemeClr val="tx1"/>
                </a:solidFill>
                <a:latin typeface="Yu Gothic UI" panose="020B0500000000000000" pitchFamily="34" charset="-128"/>
                <a:ea typeface="Yu Gothic UI" panose="020B0500000000000000" pitchFamily="34" charset="-128"/>
              </a:rPr>
              <a:t>アプリのデータに基づいた作業を行ってくれる</a:t>
            </a:r>
          </a:p>
        </p:txBody>
      </p:sp>
    </p:spTree>
    <p:extLst>
      <p:ext uri="{BB962C8B-B14F-4D97-AF65-F5344CB8AC3E}">
        <p14:creationId xmlns:p14="http://schemas.microsoft.com/office/powerpoint/2010/main" val="1899827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0C4DD-40BA-82C9-F3D4-F4C50AE04E6D}"/>
            </a:ext>
          </a:extLst>
        </p:cNvPr>
        <p:cNvGrpSpPr/>
        <p:nvPr/>
      </p:nvGrpSpPr>
      <p:grpSpPr>
        <a:xfrm>
          <a:off x="0" y="0"/>
          <a:ext cx="0" cy="0"/>
          <a:chOff x="0" y="0"/>
          <a:chExt cx="0" cy="0"/>
        </a:xfrm>
      </p:grpSpPr>
      <p:sp>
        <p:nvSpPr>
          <p:cNvPr id="5" name="角丸四角形 4">
            <a:extLst>
              <a:ext uri="{FF2B5EF4-FFF2-40B4-BE49-F238E27FC236}">
                <a16:creationId xmlns:a16="http://schemas.microsoft.com/office/drawing/2014/main" id="{BD5112D4-994D-D3F5-9A52-5536048A660E}"/>
              </a:ext>
            </a:extLst>
          </p:cNvPr>
          <p:cNvSpPr/>
          <p:nvPr/>
        </p:nvSpPr>
        <p:spPr>
          <a:xfrm>
            <a:off x="9449049" y="2768127"/>
            <a:ext cx="2480310" cy="1145093"/>
          </a:xfrm>
          <a:prstGeom prst="roundRect">
            <a:avLst>
              <a:gd name="adj" fmla="val 1064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41F2D7FA-D981-A6CA-B762-711D4BBF16D3}"/>
              </a:ext>
            </a:extLst>
          </p:cNvPr>
          <p:cNvSpPr/>
          <p:nvPr/>
        </p:nvSpPr>
        <p:spPr>
          <a:xfrm>
            <a:off x="9783763" y="2557307"/>
            <a:ext cx="1737360" cy="421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88B66F24-57A6-5420-609F-E2E5CD81A74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latin typeface="Yu Gothic UI" panose="020B0500000000000000" pitchFamily="34" charset="-128"/>
                <a:ea typeface="Yu Gothic UI" panose="020B0500000000000000" pitchFamily="34" charset="-128"/>
              </a:rPr>
              <a:t>Todo </a:t>
            </a:r>
            <a:r>
              <a:rPr lang="ja-JP" altLang="en-US" sz="2000" b="1">
                <a:latin typeface="Yu Gothic UI" panose="020B0500000000000000" pitchFamily="34" charset="-128"/>
                <a:ea typeface="Yu Gothic UI" panose="020B0500000000000000" pitchFamily="34" charset="-128"/>
              </a:rPr>
              <a:t>アプリのアーキテクチャと</a:t>
            </a:r>
            <a:r>
              <a:rPr lang="en-US" altLang="ja-JP" sz="2000" b="1" dirty="0">
                <a:latin typeface="Yu Gothic UI" panose="020B0500000000000000" pitchFamily="34" charset="-128"/>
                <a:ea typeface="Yu Gothic UI" panose="020B0500000000000000" pitchFamily="34" charset="-128"/>
              </a:rPr>
              <a:t> AI </a:t>
            </a:r>
            <a:r>
              <a:rPr lang="ja-JP" altLang="en-US" sz="2000" b="1">
                <a:latin typeface="Yu Gothic UI" panose="020B0500000000000000" pitchFamily="34" charset="-128"/>
                <a:ea typeface="Yu Gothic UI" panose="020B0500000000000000" pitchFamily="34" charset="-128"/>
              </a:rPr>
              <a:t>エージェントの関係</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6BEAA314-6869-AA04-62B5-3A81CCC4DDE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FCA697B-F3DE-4305-02C7-D340AF5A53A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6C7A405A-33FB-A82B-FD9B-4827817F6BC8}"/>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US" altLang="ja-JP" sz="2000" dirty="0"/>
              <a:t>Todo </a:t>
            </a:r>
            <a:r>
              <a:rPr kumimoji="1" lang="ja-JP" altLang="en-US" sz="2000"/>
              <a:t>アプリ本体は、以前のハンズオンと少しアーキテクチャを変更し</a:t>
            </a:r>
            <a:r>
              <a:rPr kumimoji="1" lang="en-US" altLang="ja-JP" sz="2000" dirty="0"/>
              <a:t> Static Web Apps, Functions </a:t>
            </a:r>
            <a:r>
              <a:rPr kumimoji="1" lang="ja-JP" altLang="en-US" sz="2000"/>
              <a:t>と</a:t>
            </a:r>
            <a:r>
              <a:rPr kumimoji="1" lang="en-US" altLang="ja-JP" sz="2000" dirty="0"/>
              <a:t> Cosmos DB </a:t>
            </a:r>
            <a:r>
              <a:rPr kumimoji="1" lang="ja-JP" altLang="en-US" sz="2000"/>
              <a:t>をつかった、</a:t>
            </a:r>
            <a:r>
              <a:rPr kumimoji="1" lang="en-US" altLang="ja-JP" sz="2000" dirty="0"/>
              <a:t>SPA </a:t>
            </a:r>
            <a:r>
              <a:rPr kumimoji="1" lang="ja-JP" altLang="en-US" sz="2000"/>
              <a:t>としています。今回作成する</a:t>
            </a:r>
            <a:r>
              <a:rPr kumimoji="1" lang="en-US" altLang="ja-JP" sz="2000" dirty="0"/>
              <a:t> AI </a:t>
            </a:r>
            <a:r>
              <a:rPr kumimoji="1" lang="ja-JP" altLang="en-US" sz="2000"/>
              <a:t>エージェントは</a:t>
            </a:r>
            <a:r>
              <a:rPr kumimoji="1" lang="en-US" altLang="ja-JP" sz="2000" dirty="0"/>
              <a:t> SWA </a:t>
            </a:r>
            <a:r>
              <a:rPr kumimoji="1" lang="ja-JP" altLang="en-US" sz="2000"/>
              <a:t>からロードされるフロントエンドアプリを拡張し、特定のページから呼び出せるようにします。</a:t>
            </a:r>
          </a:p>
        </p:txBody>
      </p:sp>
      <p:sp>
        <p:nvSpPr>
          <p:cNvPr id="6" name="字幕 1">
            <a:extLst>
              <a:ext uri="{FF2B5EF4-FFF2-40B4-BE49-F238E27FC236}">
                <a16:creationId xmlns:a16="http://schemas.microsoft.com/office/drawing/2014/main" id="{2F4223E4-C314-51F7-7611-3271032E5D9E}"/>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8" name="グラフィックス 7">
            <a:extLst>
              <a:ext uri="{FF2B5EF4-FFF2-40B4-BE49-F238E27FC236}">
                <a16:creationId xmlns:a16="http://schemas.microsoft.com/office/drawing/2014/main" id="{525E8BF3-E210-C074-9C4F-7F649F9461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10763" y="2557307"/>
            <a:ext cx="421640" cy="421640"/>
          </a:xfrm>
          <a:prstGeom prst="rect">
            <a:avLst/>
          </a:prstGeom>
        </p:spPr>
      </p:pic>
      <p:sp>
        <p:nvSpPr>
          <p:cNvPr id="11" name="テキスト ボックス 10">
            <a:extLst>
              <a:ext uri="{FF2B5EF4-FFF2-40B4-BE49-F238E27FC236}">
                <a16:creationId xmlns:a16="http://schemas.microsoft.com/office/drawing/2014/main" id="{25D4AD5A-7AA9-1227-1B6C-DDA898774F01}"/>
              </a:ext>
            </a:extLst>
          </p:cNvPr>
          <p:cNvSpPr txBox="1"/>
          <p:nvPr/>
        </p:nvSpPr>
        <p:spPr>
          <a:xfrm>
            <a:off x="10480993" y="2657327"/>
            <a:ext cx="1040130" cy="225100"/>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ACA</a:t>
            </a: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 </a:t>
            </a: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環境</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pic>
        <p:nvPicPr>
          <p:cNvPr id="15" name="グラフィックス 14">
            <a:extLst>
              <a:ext uri="{FF2B5EF4-FFF2-40B4-BE49-F238E27FC236}">
                <a16:creationId xmlns:a16="http://schemas.microsoft.com/office/drawing/2014/main" id="{8619319E-B7DF-3A81-4B50-CD34C1783C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69857" y="3189767"/>
            <a:ext cx="517439" cy="517439"/>
          </a:xfrm>
          <a:prstGeom prst="rect">
            <a:avLst/>
          </a:prstGeom>
        </p:spPr>
      </p:pic>
      <p:sp>
        <p:nvSpPr>
          <p:cNvPr id="16" name="テキスト ボックス 15">
            <a:extLst>
              <a:ext uri="{FF2B5EF4-FFF2-40B4-BE49-F238E27FC236}">
                <a16:creationId xmlns:a16="http://schemas.microsoft.com/office/drawing/2014/main" id="{950217FE-CBE8-1DA1-0A07-97CC4E53BE31}"/>
              </a:ext>
            </a:extLst>
          </p:cNvPr>
          <p:cNvSpPr txBox="1"/>
          <p:nvPr/>
        </p:nvSpPr>
        <p:spPr>
          <a:xfrm>
            <a:off x="10503296" y="2995474"/>
            <a:ext cx="1328420" cy="886397"/>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MCP </a:t>
            </a: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用</a:t>
            </a:r>
            <a:endPar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a:p>
            <a:pPr marL="0" marR="0" indent="0"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コンテナアプリ</a:t>
            </a:r>
            <a:endPar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a:p>
            <a:pPr marL="0" marR="0" indent="0"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(Cosmos DB </a:t>
            </a: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検索用</a:t>
            </a: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pic>
        <p:nvPicPr>
          <p:cNvPr id="18" name="グラフィックス 17">
            <a:extLst>
              <a:ext uri="{FF2B5EF4-FFF2-40B4-BE49-F238E27FC236}">
                <a16:creationId xmlns:a16="http://schemas.microsoft.com/office/drawing/2014/main" id="{FC038358-3B23-B45A-1279-8FDAFBCA68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18588" y="5008574"/>
            <a:ext cx="653057" cy="653057"/>
          </a:xfrm>
          <a:prstGeom prst="rect">
            <a:avLst/>
          </a:prstGeom>
        </p:spPr>
      </p:pic>
      <p:sp>
        <p:nvSpPr>
          <p:cNvPr id="19" name="テキスト ボックス 18">
            <a:extLst>
              <a:ext uri="{FF2B5EF4-FFF2-40B4-BE49-F238E27FC236}">
                <a16:creationId xmlns:a16="http://schemas.microsoft.com/office/drawing/2014/main" id="{F73FB7C3-5F76-8D23-F18B-4EDF15FD85AB}"/>
              </a:ext>
            </a:extLst>
          </p:cNvPr>
          <p:cNvSpPr txBox="1"/>
          <p:nvPr/>
        </p:nvSpPr>
        <p:spPr>
          <a:xfrm>
            <a:off x="10624542" y="5104781"/>
            <a:ext cx="1328420"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Cosmos DB</a:t>
            </a:r>
          </a:p>
          <a:p>
            <a:pPr marL="0" marR="0" indent="0"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(NoSQL)</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20" name="角丸四角形 19">
            <a:extLst>
              <a:ext uri="{FF2B5EF4-FFF2-40B4-BE49-F238E27FC236}">
                <a16:creationId xmlns:a16="http://schemas.microsoft.com/office/drawing/2014/main" id="{0BCF0E20-CE38-EFB3-AD6E-F39BF41B14D9}"/>
              </a:ext>
            </a:extLst>
          </p:cNvPr>
          <p:cNvSpPr/>
          <p:nvPr/>
        </p:nvSpPr>
        <p:spPr>
          <a:xfrm>
            <a:off x="584200" y="3429000"/>
            <a:ext cx="1998980" cy="1897380"/>
          </a:xfrm>
          <a:prstGeom prst="roundRect">
            <a:avLst>
              <a:gd name="adj" fmla="val 945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9FA834D3-DF98-9DA1-BA2D-641B457BCD03}"/>
              </a:ext>
            </a:extLst>
          </p:cNvPr>
          <p:cNvSpPr txBox="1"/>
          <p:nvPr/>
        </p:nvSpPr>
        <p:spPr>
          <a:xfrm>
            <a:off x="1063625" y="5213830"/>
            <a:ext cx="1040130" cy="225100"/>
          </a:xfrm>
          <a:prstGeom prst="rect">
            <a:avLst/>
          </a:prstGeom>
          <a:solidFill>
            <a:srgbClr val="FCFCFC"/>
          </a:solid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ブラウザ</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22" name="角丸四角形 21">
            <a:extLst>
              <a:ext uri="{FF2B5EF4-FFF2-40B4-BE49-F238E27FC236}">
                <a16:creationId xmlns:a16="http://schemas.microsoft.com/office/drawing/2014/main" id="{BABAB7A0-9336-F31D-B54E-AC6A58A4E155}"/>
              </a:ext>
            </a:extLst>
          </p:cNvPr>
          <p:cNvSpPr/>
          <p:nvPr/>
        </p:nvSpPr>
        <p:spPr>
          <a:xfrm>
            <a:off x="3430759" y="3429000"/>
            <a:ext cx="2480310" cy="1897380"/>
          </a:xfrm>
          <a:prstGeom prst="roundRect">
            <a:avLst>
              <a:gd name="adj" fmla="val 1064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4" name="グラフィックス 23">
            <a:extLst>
              <a:ext uri="{FF2B5EF4-FFF2-40B4-BE49-F238E27FC236}">
                <a16:creationId xmlns:a16="http://schemas.microsoft.com/office/drawing/2014/main" id="{D43B1260-D0F4-AE96-4193-FFAF06DDDD0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180267" y="3252470"/>
            <a:ext cx="353060" cy="353060"/>
          </a:xfrm>
          <a:prstGeom prst="rect">
            <a:avLst/>
          </a:prstGeom>
        </p:spPr>
      </p:pic>
      <p:sp>
        <p:nvSpPr>
          <p:cNvPr id="26" name="テキスト ボックス 25">
            <a:extLst>
              <a:ext uri="{FF2B5EF4-FFF2-40B4-BE49-F238E27FC236}">
                <a16:creationId xmlns:a16="http://schemas.microsoft.com/office/drawing/2014/main" id="{C460DC1F-C922-BDBC-A367-4441BA328F28}"/>
              </a:ext>
            </a:extLst>
          </p:cNvPr>
          <p:cNvSpPr txBox="1"/>
          <p:nvPr/>
        </p:nvSpPr>
        <p:spPr>
          <a:xfrm>
            <a:off x="4668275" y="3333696"/>
            <a:ext cx="563266" cy="221599"/>
          </a:xfrm>
          <a:prstGeom prst="rect">
            <a:avLst/>
          </a:prstGeom>
          <a:solidFill>
            <a:srgbClr val="FCFCFC"/>
          </a:solid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SWA</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27" name="正方形/長方形 26">
            <a:extLst>
              <a:ext uri="{FF2B5EF4-FFF2-40B4-BE49-F238E27FC236}">
                <a16:creationId xmlns:a16="http://schemas.microsoft.com/office/drawing/2014/main" id="{6EC87873-71C9-C58A-55C0-E9E8991A21DC}"/>
              </a:ext>
            </a:extLst>
          </p:cNvPr>
          <p:cNvSpPr/>
          <p:nvPr/>
        </p:nvSpPr>
        <p:spPr>
          <a:xfrm>
            <a:off x="3730410" y="3751698"/>
            <a:ext cx="1977390" cy="553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静的コンテンツ</a:t>
            </a:r>
            <a:endParaRPr kumimoji="1" lang="en-US" altLang="ja-JP" sz="1400" dirty="0"/>
          </a:p>
          <a:p>
            <a:pPr algn="ctr"/>
            <a:r>
              <a:rPr kumimoji="1" lang="en-US" altLang="ja-JP" sz="1100" dirty="0"/>
              <a:t>(</a:t>
            </a:r>
            <a:r>
              <a:rPr kumimoji="1" lang="ja-JP" altLang="en-US" sz="1100"/>
              <a:t>フロントエンドアプリなど</a:t>
            </a:r>
            <a:r>
              <a:rPr kumimoji="1" lang="en-US" altLang="ja-JP" sz="1100" dirty="0"/>
              <a:t>)</a:t>
            </a:r>
            <a:endParaRPr kumimoji="1" lang="ja-JP" altLang="en-US" sz="1100"/>
          </a:p>
        </p:txBody>
      </p:sp>
      <p:pic>
        <p:nvPicPr>
          <p:cNvPr id="29" name="グラフィックス 28">
            <a:extLst>
              <a:ext uri="{FF2B5EF4-FFF2-40B4-BE49-F238E27FC236}">
                <a16:creationId xmlns:a16="http://schemas.microsoft.com/office/drawing/2014/main" id="{2E463987-3D6D-2DD3-497E-63F987AE4D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08491" y="4636004"/>
            <a:ext cx="360067" cy="360067"/>
          </a:xfrm>
          <a:prstGeom prst="rect">
            <a:avLst/>
          </a:prstGeom>
        </p:spPr>
      </p:pic>
      <p:sp>
        <p:nvSpPr>
          <p:cNvPr id="30" name="テキスト ボックス 29">
            <a:extLst>
              <a:ext uri="{FF2B5EF4-FFF2-40B4-BE49-F238E27FC236}">
                <a16:creationId xmlns:a16="http://schemas.microsoft.com/office/drawing/2014/main" id="{BB8DE81D-A07C-C398-2A3E-B4196237019D}"/>
              </a:ext>
            </a:extLst>
          </p:cNvPr>
          <p:cNvSpPr txBox="1"/>
          <p:nvPr/>
        </p:nvSpPr>
        <p:spPr>
          <a:xfrm>
            <a:off x="4495558" y="4568786"/>
            <a:ext cx="1161075"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API </a:t>
            </a: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用</a:t>
            </a:r>
            <a:endPar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endParaRPr>
          </a:p>
          <a:p>
            <a:pPr marL="0" marR="0" indent="0"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Functions</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31" name="正方形/長方形 30">
            <a:extLst>
              <a:ext uri="{FF2B5EF4-FFF2-40B4-BE49-F238E27FC236}">
                <a16:creationId xmlns:a16="http://schemas.microsoft.com/office/drawing/2014/main" id="{82FFFFF1-311B-5827-EF1A-2CFA5ADE9EEC}"/>
              </a:ext>
            </a:extLst>
          </p:cNvPr>
          <p:cNvSpPr/>
          <p:nvPr/>
        </p:nvSpPr>
        <p:spPr>
          <a:xfrm>
            <a:off x="813932" y="4094311"/>
            <a:ext cx="1539515" cy="553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フロントエンド</a:t>
            </a:r>
            <a:endParaRPr kumimoji="1" lang="en-US" altLang="ja-JP" sz="1400" dirty="0"/>
          </a:p>
          <a:p>
            <a:pPr algn="ctr"/>
            <a:r>
              <a:rPr kumimoji="1" lang="ja-JP" altLang="en-US" sz="1400"/>
              <a:t>アプリ</a:t>
            </a:r>
            <a:endParaRPr kumimoji="1" lang="ja-JP" altLang="en-US" sz="1100"/>
          </a:p>
        </p:txBody>
      </p:sp>
      <p:pic>
        <p:nvPicPr>
          <p:cNvPr id="32" name="グラフィックス 31">
            <a:extLst>
              <a:ext uri="{FF2B5EF4-FFF2-40B4-BE49-F238E27FC236}">
                <a16:creationId xmlns:a16="http://schemas.microsoft.com/office/drawing/2014/main" id="{763FB02C-B208-7375-C990-381974ECD32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18588" y="5856534"/>
            <a:ext cx="653057" cy="653057"/>
          </a:xfrm>
          <a:prstGeom prst="rect">
            <a:avLst/>
          </a:prstGeom>
        </p:spPr>
      </p:pic>
      <p:sp>
        <p:nvSpPr>
          <p:cNvPr id="33" name="テキスト ボックス 32">
            <a:extLst>
              <a:ext uri="{FF2B5EF4-FFF2-40B4-BE49-F238E27FC236}">
                <a16:creationId xmlns:a16="http://schemas.microsoft.com/office/drawing/2014/main" id="{B98D4A5A-2989-4430-3BB2-B1C2BFEFDEB2}"/>
              </a:ext>
            </a:extLst>
          </p:cNvPr>
          <p:cNvSpPr txBox="1"/>
          <p:nvPr/>
        </p:nvSpPr>
        <p:spPr>
          <a:xfrm>
            <a:off x="10624542" y="5952741"/>
            <a:ext cx="1328420"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Cosmos DB</a:t>
            </a:r>
          </a:p>
          <a:p>
            <a:pPr marL="0" marR="0" indent="0"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(Gremlin)</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34" name="角丸四角形 33">
            <a:extLst>
              <a:ext uri="{FF2B5EF4-FFF2-40B4-BE49-F238E27FC236}">
                <a16:creationId xmlns:a16="http://schemas.microsoft.com/office/drawing/2014/main" id="{651881AA-2D17-7129-3E9C-7E8E104797A0}"/>
              </a:ext>
            </a:extLst>
          </p:cNvPr>
          <p:cNvSpPr/>
          <p:nvPr/>
        </p:nvSpPr>
        <p:spPr>
          <a:xfrm>
            <a:off x="6800688" y="2768127"/>
            <a:ext cx="2308320" cy="2135343"/>
          </a:xfrm>
          <a:prstGeom prst="roundRect">
            <a:avLst>
              <a:gd name="adj" fmla="val 85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5" name="Graphic 21">
            <a:extLst>
              <a:ext uri="{FF2B5EF4-FFF2-40B4-BE49-F238E27FC236}">
                <a16:creationId xmlns:a16="http://schemas.microsoft.com/office/drawing/2014/main" id="{4062F79E-1C52-EB66-73C9-66E4587AF6F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07033" y="2585494"/>
            <a:ext cx="356757" cy="356757"/>
          </a:xfrm>
          <a:prstGeom prst="rect">
            <a:avLst/>
          </a:prstGeom>
        </p:spPr>
      </p:pic>
      <p:pic>
        <p:nvPicPr>
          <p:cNvPr id="36" name="Picture 39">
            <a:extLst>
              <a:ext uri="{FF2B5EF4-FFF2-40B4-BE49-F238E27FC236}">
                <a16:creationId xmlns:a16="http://schemas.microsoft.com/office/drawing/2014/main" id="{24A1A48A-D96D-10D8-EB33-719691A357DA}"/>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7070316" y="3149685"/>
            <a:ext cx="504772" cy="504772"/>
          </a:xfrm>
          <a:prstGeom prst="rect">
            <a:avLst/>
          </a:prstGeom>
        </p:spPr>
      </p:pic>
      <p:sp>
        <p:nvSpPr>
          <p:cNvPr id="38" name="テキスト ボックス 37">
            <a:extLst>
              <a:ext uri="{FF2B5EF4-FFF2-40B4-BE49-F238E27FC236}">
                <a16:creationId xmlns:a16="http://schemas.microsoft.com/office/drawing/2014/main" id="{B57798E6-EFC7-8967-A8FA-17B3BC6E9115}"/>
              </a:ext>
            </a:extLst>
          </p:cNvPr>
          <p:cNvSpPr txBox="1"/>
          <p:nvPr/>
        </p:nvSpPr>
        <p:spPr>
          <a:xfrm>
            <a:off x="7702590" y="2560693"/>
            <a:ext cx="871910" cy="443198"/>
          </a:xfrm>
          <a:prstGeom prst="rect">
            <a:avLst/>
          </a:prstGeom>
          <a:solidFill>
            <a:srgbClr val="FCFCFC"/>
          </a:solid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Foundry Project</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39" name="テキスト ボックス 38">
            <a:extLst>
              <a:ext uri="{FF2B5EF4-FFF2-40B4-BE49-F238E27FC236}">
                <a16:creationId xmlns:a16="http://schemas.microsoft.com/office/drawing/2014/main" id="{AC7E217E-49CB-ED8E-30F9-6485B71A5E88}"/>
              </a:ext>
            </a:extLst>
          </p:cNvPr>
          <p:cNvSpPr txBox="1"/>
          <p:nvPr/>
        </p:nvSpPr>
        <p:spPr>
          <a:xfrm>
            <a:off x="7593506" y="3217073"/>
            <a:ext cx="1328420"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Todo </a:t>
            </a: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アプリ用エージェント</a:t>
            </a:r>
          </a:p>
        </p:txBody>
      </p:sp>
      <p:pic>
        <p:nvPicPr>
          <p:cNvPr id="40" name="Picture 39">
            <a:extLst>
              <a:ext uri="{FF2B5EF4-FFF2-40B4-BE49-F238E27FC236}">
                <a16:creationId xmlns:a16="http://schemas.microsoft.com/office/drawing/2014/main" id="{D01C6B1E-F54E-7416-EEA0-FB5CBDE94196}"/>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7070316" y="3860358"/>
            <a:ext cx="504772" cy="504772"/>
          </a:xfrm>
          <a:prstGeom prst="rect">
            <a:avLst/>
          </a:prstGeom>
        </p:spPr>
      </p:pic>
      <p:sp>
        <p:nvSpPr>
          <p:cNvPr id="41" name="テキスト ボックス 40">
            <a:extLst>
              <a:ext uri="{FF2B5EF4-FFF2-40B4-BE49-F238E27FC236}">
                <a16:creationId xmlns:a16="http://schemas.microsoft.com/office/drawing/2014/main" id="{4C3357E3-F63B-A762-8E31-88E1BA4684DC}"/>
              </a:ext>
            </a:extLst>
          </p:cNvPr>
          <p:cNvSpPr txBox="1"/>
          <p:nvPr/>
        </p:nvSpPr>
        <p:spPr>
          <a:xfrm>
            <a:off x="7593506" y="3931510"/>
            <a:ext cx="1328420"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Embedding</a:t>
            </a:r>
          </a:p>
          <a:p>
            <a:pPr marL="0" marR="0" indent="0"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モデル</a:t>
            </a:r>
          </a:p>
        </p:txBody>
      </p:sp>
      <p:sp>
        <p:nvSpPr>
          <p:cNvPr id="46" name="テキスト ボックス 45">
            <a:extLst>
              <a:ext uri="{FF2B5EF4-FFF2-40B4-BE49-F238E27FC236}">
                <a16:creationId xmlns:a16="http://schemas.microsoft.com/office/drawing/2014/main" id="{B91B00D9-968F-2525-B7FF-C5BBCF14F951}"/>
              </a:ext>
            </a:extLst>
          </p:cNvPr>
          <p:cNvSpPr txBox="1"/>
          <p:nvPr/>
        </p:nvSpPr>
        <p:spPr>
          <a:xfrm>
            <a:off x="2223621" y="3424964"/>
            <a:ext cx="1188720"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フロントエンドアプリのロード</a:t>
            </a:r>
          </a:p>
        </p:txBody>
      </p:sp>
      <p:sp>
        <p:nvSpPr>
          <p:cNvPr id="51" name="テキスト ボックス 50">
            <a:extLst>
              <a:ext uri="{FF2B5EF4-FFF2-40B4-BE49-F238E27FC236}">
                <a16:creationId xmlns:a16="http://schemas.microsoft.com/office/drawing/2014/main" id="{F75782E5-0797-4B70-AE9D-2918470488A8}"/>
              </a:ext>
            </a:extLst>
          </p:cNvPr>
          <p:cNvSpPr txBox="1"/>
          <p:nvPr/>
        </p:nvSpPr>
        <p:spPr>
          <a:xfrm>
            <a:off x="2353447" y="4948960"/>
            <a:ext cx="1188720"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フロントエンドアプリの操作</a:t>
            </a:r>
          </a:p>
        </p:txBody>
      </p:sp>
      <p:sp>
        <p:nvSpPr>
          <p:cNvPr id="56" name="テキスト ボックス 55">
            <a:extLst>
              <a:ext uri="{FF2B5EF4-FFF2-40B4-BE49-F238E27FC236}">
                <a16:creationId xmlns:a16="http://schemas.microsoft.com/office/drawing/2014/main" id="{4F0ACFA6-FA91-1C57-6549-9D2A9172D7D6}"/>
              </a:ext>
            </a:extLst>
          </p:cNvPr>
          <p:cNvSpPr txBox="1"/>
          <p:nvPr/>
        </p:nvSpPr>
        <p:spPr>
          <a:xfrm>
            <a:off x="6291496" y="4527984"/>
            <a:ext cx="1188720"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記事の</a:t>
            </a: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 Vector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空間への埋め込み</a:t>
            </a:r>
          </a:p>
        </p:txBody>
      </p:sp>
      <p:sp>
        <p:nvSpPr>
          <p:cNvPr id="65" name="テキスト ボックス 64">
            <a:extLst>
              <a:ext uri="{FF2B5EF4-FFF2-40B4-BE49-F238E27FC236}">
                <a16:creationId xmlns:a16="http://schemas.microsoft.com/office/drawing/2014/main" id="{C2A2AC1E-AB3C-04CE-0736-E139D6C704DA}"/>
              </a:ext>
            </a:extLst>
          </p:cNvPr>
          <p:cNvSpPr txBox="1"/>
          <p:nvPr/>
        </p:nvSpPr>
        <p:spPr>
          <a:xfrm>
            <a:off x="6949825" y="5090501"/>
            <a:ext cx="1188720"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Todo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データの</a:t>
            </a: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 CRUD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操作</a:t>
            </a:r>
          </a:p>
        </p:txBody>
      </p:sp>
      <mc:AlternateContent xmlns:mc="http://schemas.openxmlformats.org/markup-compatibility/2006" xmlns:p14="http://schemas.microsoft.com/office/powerpoint/2010/main">
        <mc:Choice Requires="p14">
          <p:contentPart p14:bwMode="auto" r:id="rId10">
            <p14:nvContentPartPr>
              <p14:cNvPr id="42" name="インク 41">
                <a:extLst>
                  <a:ext uri="{FF2B5EF4-FFF2-40B4-BE49-F238E27FC236}">
                    <a16:creationId xmlns:a16="http://schemas.microsoft.com/office/drawing/2014/main" id="{476B0591-11BD-14CD-A8BD-6DD6C8BBBC73}"/>
                  </a:ext>
                </a:extLst>
              </p14:cNvPr>
              <p14:cNvContentPartPr/>
              <p14:nvPr/>
            </p14:nvContentPartPr>
            <p14:xfrm>
              <a:off x="2524680" y="3805470"/>
              <a:ext cx="1066680" cy="473400"/>
            </p14:xfrm>
          </p:contentPart>
        </mc:Choice>
        <mc:Fallback xmlns="">
          <p:pic>
            <p:nvPicPr>
              <p:cNvPr id="42" name="インク 41">
                <a:extLst>
                  <a:ext uri="{FF2B5EF4-FFF2-40B4-BE49-F238E27FC236}">
                    <a16:creationId xmlns:a16="http://schemas.microsoft.com/office/drawing/2014/main" id="{476B0591-11BD-14CD-A8BD-6DD6C8BBBC73}"/>
                  </a:ext>
                </a:extLst>
              </p:cNvPr>
              <p:cNvPicPr/>
              <p:nvPr/>
            </p:nvPicPr>
            <p:blipFill>
              <a:blip r:embed="rId11"/>
              <a:stretch>
                <a:fillRect/>
              </a:stretch>
            </p:blipFill>
            <p:spPr>
              <a:xfrm>
                <a:off x="2518560" y="3799350"/>
                <a:ext cx="1078920" cy="485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3" name="インク 42">
                <a:extLst>
                  <a:ext uri="{FF2B5EF4-FFF2-40B4-BE49-F238E27FC236}">
                    <a16:creationId xmlns:a16="http://schemas.microsoft.com/office/drawing/2014/main" id="{AF05BCC4-6BFA-E0F4-764E-CB45743F02F6}"/>
                  </a:ext>
                </a:extLst>
              </p14:cNvPr>
              <p14:cNvContentPartPr/>
              <p14:nvPr/>
            </p14:nvContentPartPr>
            <p14:xfrm>
              <a:off x="2591280" y="4184550"/>
              <a:ext cx="186840" cy="124920"/>
            </p14:xfrm>
          </p:contentPart>
        </mc:Choice>
        <mc:Fallback xmlns="">
          <p:pic>
            <p:nvPicPr>
              <p:cNvPr id="43" name="インク 42">
                <a:extLst>
                  <a:ext uri="{FF2B5EF4-FFF2-40B4-BE49-F238E27FC236}">
                    <a16:creationId xmlns:a16="http://schemas.microsoft.com/office/drawing/2014/main" id="{AF05BCC4-6BFA-E0F4-764E-CB45743F02F6}"/>
                  </a:ext>
                </a:extLst>
              </p:cNvPr>
              <p:cNvPicPr/>
              <p:nvPr/>
            </p:nvPicPr>
            <p:blipFill>
              <a:blip r:embed="rId13"/>
              <a:stretch>
                <a:fillRect/>
              </a:stretch>
            </p:blipFill>
            <p:spPr>
              <a:xfrm>
                <a:off x="2585160" y="4178430"/>
                <a:ext cx="19908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7" name="インク 46">
                <a:extLst>
                  <a:ext uri="{FF2B5EF4-FFF2-40B4-BE49-F238E27FC236}">
                    <a16:creationId xmlns:a16="http://schemas.microsoft.com/office/drawing/2014/main" id="{3302AA59-314D-D084-A22F-6013770E3E3A}"/>
                  </a:ext>
                </a:extLst>
              </p14:cNvPr>
              <p14:cNvContentPartPr/>
              <p14:nvPr/>
            </p14:nvContentPartPr>
            <p14:xfrm>
              <a:off x="2490840" y="4551030"/>
              <a:ext cx="1248840" cy="221400"/>
            </p14:xfrm>
          </p:contentPart>
        </mc:Choice>
        <mc:Fallback xmlns="">
          <p:pic>
            <p:nvPicPr>
              <p:cNvPr id="47" name="インク 46">
                <a:extLst>
                  <a:ext uri="{FF2B5EF4-FFF2-40B4-BE49-F238E27FC236}">
                    <a16:creationId xmlns:a16="http://schemas.microsoft.com/office/drawing/2014/main" id="{3302AA59-314D-D084-A22F-6013770E3E3A}"/>
                  </a:ext>
                </a:extLst>
              </p:cNvPr>
              <p:cNvPicPr/>
              <p:nvPr/>
            </p:nvPicPr>
            <p:blipFill>
              <a:blip r:embed="rId15"/>
              <a:stretch>
                <a:fillRect/>
              </a:stretch>
            </p:blipFill>
            <p:spPr>
              <a:xfrm>
                <a:off x="2484720" y="4544910"/>
                <a:ext cx="126108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8" name="インク 47">
                <a:extLst>
                  <a:ext uri="{FF2B5EF4-FFF2-40B4-BE49-F238E27FC236}">
                    <a16:creationId xmlns:a16="http://schemas.microsoft.com/office/drawing/2014/main" id="{876D4C6B-CF16-CB88-B07F-F78BE58FBDB3}"/>
                  </a:ext>
                </a:extLst>
              </p14:cNvPr>
              <p14:cNvContentPartPr/>
              <p14:nvPr/>
            </p14:nvContentPartPr>
            <p14:xfrm>
              <a:off x="3692160" y="4691070"/>
              <a:ext cx="196200" cy="151920"/>
            </p14:xfrm>
          </p:contentPart>
        </mc:Choice>
        <mc:Fallback xmlns="">
          <p:pic>
            <p:nvPicPr>
              <p:cNvPr id="48" name="インク 47">
                <a:extLst>
                  <a:ext uri="{FF2B5EF4-FFF2-40B4-BE49-F238E27FC236}">
                    <a16:creationId xmlns:a16="http://schemas.microsoft.com/office/drawing/2014/main" id="{876D4C6B-CF16-CB88-B07F-F78BE58FBDB3}"/>
                  </a:ext>
                </a:extLst>
              </p:cNvPr>
              <p:cNvPicPr/>
              <p:nvPr/>
            </p:nvPicPr>
            <p:blipFill>
              <a:blip r:embed="rId17"/>
              <a:stretch>
                <a:fillRect/>
              </a:stretch>
            </p:blipFill>
            <p:spPr>
              <a:xfrm>
                <a:off x="3686040" y="4684950"/>
                <a:ext cx="20844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9" name="インク 58">
                <a:extLst>
                  <a:ext uri="{FF2B5EF4-FFF2-40B4-BE49-F238E27FC236}">
                    <a16:creationId xmlns:a16="http://schemas.microsoft.com/office/drawing/2014/main" id="{575168E7-7872-4BAC-53A9-2AA94CD47054}"/>
                  </a:ext>
                </a:extLst>
              </p14:cNvPr>
              <p14:cNvContentPartPr/>
              <p14:nvPr/>
            </p14:nvContentPartPr>
            <p14:xfrm>
              <a:off x="5445000" y="4964310"/>
              <a:ext cx="4091760" cy="521280"/>
            </p14:xfrm>
          </p:contentPart>
        </mc:Choice>
        <mc:Fallback xmlns="">
          <p:pic>
            <p:nvPicPr>
              <p:cNvPr id="59" name="インク 58">
                <a:extLst>
                  <a:ext uri="{FF2B5EF4-FFF2-40B4-BE49-F238E27FC236}">
                    <a16:creationId xmlns:a16="http://schemas.microsoft.com/office/drawing/2014/main" id="{575168E7-7872-4BAC-53A9-2AA94CD47054}"/>
                  </a:ext>
                </a:extLst>
              </p:cNvPr>
              <p:cNvPicPr/>
              <p:nvPr/>
            </p:nvPicPr>
            <p:blipFill>
              <a:blip r:embed="rId19"/>
              <a:stretch>
                <a:fillRect/>
              </a:stretch>
            </p:blipFill>
            <p:spPr>
              <a:xfrm>
                <a:off x="5438880" y="4958190"/>
                <a:ext cx="4104000" cy="533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2" name="インク 61">
                <a:extLst>
                  <a:ext uri="{FF2B5EF4-FFF2-40B4-BE49-F238E27FC236}">
                    <a16:creationId xmlns:a16="http://schemas.microsoft.com/office/drawing/2014/main" id="{2AA4CEDF-27DE-CD81-B57E-C2839D582897}"/>
                  </a:ext>
                </a:extLst>
              </p14:cNvPr>
              <p14:cNvContentPartPr/>
              <p14:nvPr/>
            </p14:nvContentPartPr>
            <p14:xfrm>
              <a:off x="9388440" y="5360670"/>
              <a:ext cx="158400" cy="182880"/>
            </p14:xfrm>
          </p:contentPart>
        </mc:Choice>
        <mc:Fallback xmlns="">
          <p:pic>
            <p:nvPicPr>
              <p:cNvPr id="62" name="インク 61">
                <a:extLst>
                  <a:ext uri="{FF2B5EF4-FFF2-40B4-BE49-F238E27FC236}">
                    <a16:creationId xmlns:a16="http://schemas.microsoft.com/office/drawing/2014/main" id="{2AA4CEDF-27DE-CD81-B57E-C2839D582897}"/>
                  </a:ext>
                </a:extLst>
              </p:cNvPr>
              <p:cNvPicPr/>
              <p:nvPr/>
            </p:nvPicPr>
            <p:blipFill>
              <a:blip r:embed="rId21"/>
              <a:stretch>
                <a:fillRect/>
              </a:stretch>
            </p:blipFill>
            <p:spPr>
              <a:xfrm>
                <a:off x="9382320" y="5354550"/>
                <a:ext cx="17064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6" name="インク 65">
                <a:extLst>
                  <a:ext uri="{FF2B5EF4-FFF2-40B4-BE49-F238E27FC236}">
                    <a16:creationId xmlns:a16="http://schemas.microsoft.com/office/drawing/2014/main" id="{B34E7362-8420-007A-429A-3B4CAC829430}"/>
                  </a:ext>
                </a:extLst>
              </p14:cNvPr>
              <p14:cNvContentPartPr/>
              <p14:nvPr/>
            </p14:nvContentPartPr>
            <p14:xfrm>
              <a:off x="5421600" y="5166630"/>
              <a:ext cx="4305600" cy="1062720"/>
            </p14:xfrm>
          </p:contentPart>
        </mc:Choice>
        <mc:Fallback xmlns="">
          <p:pic>
            <p:nvPicPr>
              <p:cNvPr id="66" name="インク 65">
                <a:extLst>
                  <a:ext uri="{FF2B5EF4-FFF2-40B4-BE49-F238E27FC236}">
                    <a16:creationId xmlns:a16="http://schemas.microsoft.com/office/drawing/2014/main" id="{B34E7362-8420-007A-429A-3B4CAC829430}"/>
                  </a:ext>
                </a:extLst>
              </p:cNvPr>
              <p:cNvPicPr/>
              <p:nvPr/>
            </p:nvPicPr>
            <p:blipFill>
              <a:blip r:embed="rId23"/>
              <a:stretch>
                <a:fillRect/>
              </a:stretch>
            </p:blipFill>
            <p:spPr>
              <a:xfrm>
                <a:off x="5415480" y="5160510"/>
                <a:ext cx="4317840" cy="1074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72" name="インク 71">
                <a:extLst>
                  <a:ext uri="{FF2B5EF4-FFF2-40B4-BE49-F238E27FC236}">
                    <a16:creationId xmlns:a16="http://schemas.microsoft.com/office/drawing/2014/main" id="{08291104-8D5A-33AD-EA25-08527C580D96}"/>
                  </a:ext>
                </a:extLst>
              </p14:cNvPr>
              <p14:cNvContentPartPr/>
              <p14:nvPr/>
            </p14:nvContentPartPr>
            <p14:xfrm>
              <a:off x="9504720" y="6102630"/>
              <a:ext cx="266760" cy="331920"/>
            </p14:xfrm>
          </p:contentPart>
        </mc:Choice>
        <mc:Fallback xmlns="">
          <p:pic>
            <p:nvPicPr>
              <p:cNvPr id="72" name="インク 71">
                <a:extLst>
                  <a:ext uri="{FF2B5EF4-FFF2-40B4-BE49-F238E27FC236}">
                    <a16:creationId xmlns:a16="http://schemas.microsoft.com/office/drawing/2014/main" id="{08291104-8D5A-33AD-EA25-08527C580D96}"/>
                  </a:ext>
                </a:extLst>
              </p:cNvPr>
              <p:cNvPicPr/>
              <p:nvPr/>
            </p:nvPicPr>
            <p:blipFill>
              <a:blip r:embed="rId25"/>
              <a:stretch>
                <a:fillRect/>
              </a:stretch>
            </p:blipFill>
            <p:spPr>
              <a:xfrm>
                <a:off x="9498600" y="6096510"/>
                <a:ext cx="279000" cy="344160"/>
              </a:xfrm>
              <a:prstGeom prst="rect">
                <a:avLst/>
              </a:prstGeom>
            </p:spPr>
          </p:pic>
        </mc:Fallback>
      </mc:AlternateContent>
      <p:sp>
        <p:nvSpPr>
          <p:cNvPr id="73" name="テキスト ボックス 72">
            <a:extLst>
              <a:ext uri="{FF2B5EF4-FFF2-40B4-BE49-F238E27FC236}">
                <a16:creationId xmlns:a16="http://schemas.microsoft.com/office/drawing/2014/main" id="{9D699E76-A20B-F196-38FC-30C00E6234E1}"/>
              </a:ext>
            </a:extLst>
          </p:cNvPr>
          <p:cNvSpPr txBox="1"/>
          <p:nvPr/>
        </p:nvSpPr>
        <p:spPr>
          <a:xfrm>
            <a:off x="7385780" y="5758330"/>
            <a:ext cx="1403890"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Todo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データ間の関係性の</a:t>
            </a: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 CRUD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操作</a:t>
            </a:r>
          </a:p>
        </p:txBody>
      </p:sp>
      <p:grpSp>
        <p:nvGrpSpPr>
          <p:cNvPr id="79" name="グループ化 78">
            <a:extLst>
              <a:ext uri="{FF2B5EF4-FFF2-40B4-BE49-F238E27FC236}">
                <a16:creationId xmlns:a16="http://schemas.microsoft.com/office/drawing/2014/main" id="{A89F8468-2EED-FAD2-7195-D139A44AD214}"/>
              </a:ext>
            </a:extLst>
          </p:cNvPr>
          <p:cNvGrpSpPr/>
          <p:nvPr/>
        </p:nvGrpSpPr>
        <p:grpSpPr>
          <a:xfrm>
            <a:off x="5216040" y="3362310"/>
            <a:ext cx="1786680" cy="1342440"/>
            <a:chOff x="5216040" y="3362310"/>
            <a:chExt cx="1786680" cy="1342440"/>
          </a:xfrm>
        </p:grpSpPr>
        <mc:AlternateContent xmlns:mc="http://schemas.openxmlformats.org/markup-compatibility/2006" xmlns:p14="http://schemas.microsoft.com/office/powerpoint/2010/main">
          <mc:Choice Requires="p14">
            <p:contentPart p14:bwMode="auto" r:id="rId26">
              <p14:nvContentPartPr>
                <p14:cNvPr id="52" name="インク 51">
                  <a:extLst>
                    <a:ext uri="{FF2B5EF4-FFF2-40B4-BE49-F238E27FC236}">
                      <a16:creationId xmlns:a16="http://schemas.microsoft.com/office/drawing/2014/main" id="{E2B50109-83D2-317B-1A18-9917245A04D0}"/>
                    </a:ext>
                  </a:extLst>
                </p14:cNvPr>
                <p14:cNvContentPartPr/>
                <p14:nvPr/>
              </p14:nvContentPartPr>
              <p14:xfrm>
                <a:off x="5351400" y="4092030"/>
                <a:ext cx="1651320" cy="585720"/>
              </p14:xfrm>
            </p:contentPart>
          </mc:Choice>
          <mc:Fallback xmlns="">
            <p:pic>
              <p:nvPicPr>
                <p:cNvPr id="52" name="インク 51">
                  <a:extLst>
                    <a:ext uri="{FF2B5EF4-FFF2-40B4-BE49-F238E27FC236}">
                      <a16:creationId xmlns:a16="http://schemas.microsoft.com/office/drawing/2014/main" id="{E2B50109-83D2-317B-1A18-9917245A04D0}"/>
                    </a:ext>
                  </a:extLst>
                </p:cNvPr>
                <p:cNvPicPr/>
                <p:nvPr/>
              </p:nvPicPr>
              <p:blipFill>
                <a:blip r:embed="rId27"/>
                <a:stretch>
                  <a:fillRect/>
                </a:stretch>
              </p:blipFill>
              <p:spPr>
                <a:xfrm>
                  <a:off x="5345280" y="4085910"/>
                  <a:ext cx="1663560" cy="597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3" name="インク 52">
                  <a:extLst>
                    <a:ext uri="{FF2B5EF4-FFF2-40B4-BE49-F238E27FC236}">
                      <a16:creationId xmlns:a16="http://schemas.microsoft.com/office/drawing/2014/main" id="{D0BF7535-617D-FB09-BCCF-2A29C0B03DD6}"/>
                    </a:ext>
                  </a:extLst>
                </p14:cNvPr>
                <p14:cNvContentPartPr/>
                <p14:nvPr/>
              </p14:nvContentPartPr>
              <p14:xfrm>
                <a:off x="5443920" y="4633110"/>
                <a:ext cx="161640" cy="71640"/>
              </p14:xfrm>
            </p:contentPart>
          </mc:Choice>
          <mc:Fallback xmlns="">
            <p:pic>
              <p:nvPicPr>
                <p:cNvPr id="53" name="インク 52">
                  <a:extLst>
                    <a:ext uri="{FF2B5EF4-FFF2-40B4-BE49-F238E27FC236}">
                      <a16:creationId xmlns:a16="http://schemas.microsoft.com/office/drawing/2014/main" id="{D0BF7535-617D-FB09-BCCF-2A29C0B03DD6}"/>
                    </a:ext>
                  </a:extLst>
                </p:cNvPr>
                <p:cNvPicPr/>
                <p:nvPr/>
              </p:nvPicPr>
              <p:blipFill>
                <a:blip r:embed="rId29"/>
                <a:stretch>
                  <a:fillRect/>
                </a:stretch>
              </p:blipFill>
              <p:spPr>
                <a:xfrm>
                  <a:off x="5437800" y="4626990"/>
                  <a:ext cx="17388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4" name="インク 73">
                  <a:extLst>
                    <a:ext uri="{FF2B5EF4-FFF2-40B4-BE49-F238E27FC236}">
                      <a16:creationId xmlns:a16="http://schemas.microsoft.com/office/drawing/2014/main" id="{937015B0-A8DC-9D08-EA29-EFA30032ED92}"/>
                    </a:ext>
                  </a:extLst>
                </p14:cNvPr>
                <p14:cNvContentPartPr/>
                <p14:nvPr/>
              </p14:nvContentPartPr>
              <p14:xfrm>
                <a:off x="5216040" y="3414510"/>
                <a:ext cx="1674000" cy="1112760"/>
              </p14:xfrm>
            </p:contentPart>
          </mc:Choice>
          <mc:Fallback xmlns="">
            <p:pic>
              <p:nvPicPr>
                <p:cNvPr id="74" name="インク 73">
                  <a:extLst>
                    <a:ext uri="{FF2B5EF4-FFF2-40B4-BE49-F238E27FC236}">
                      <a16:creationId xmlns:a16="http://schemas.microsoft.com/office/drawing/2014/main" id="{937015B0-A8DC-9D08-EA29-EFA30032ED92}"/>
                    </a:ext>
                  </a:extLst>
                </p:cNvPr>
                <p:cNvPicPr/>
                <p:nvPr/>
              </p:nvPicPr>
              <p:blipFill>
                <a:blip r:embed="rId31"/>
                <a:stretch>
                  <a:fillRect/>
                </a:stretch>
              </p:blipFill>
              <p:spPr>
                <a:xfrm>
                  <a:off x="5209920" y="3408390"/>
                  <a:ext cx="1686240" cy="1125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77" name="インク 76">
                  <a:extLst>
                    <a:ext uri="{FF2B5EF4-FFF2-40B4-BE49-F238E27FC236}">
                      <a16:creationId xmlns:a16="http://schemas.microsoft.com/office/drawing/2014/main" id="{58DA6999-3DF5-375D-047B-C00283636242}"/>
                    </a:ext>
                  </a:extLst>
                </p14:cNvPr>
                <p14:cNvContentPartPr/>
                <p14:nvPr/>
              </p14:nvContentPartPr>
              <p14:xfrm>
                <a:off x="6791040" y="3362310"/>
                <a:ext cx="155520" cy="127080"/>
              </p14:xfrm>
            </p:contentPart>
          </mc:Choice>
          <mc:Fallback xmlns="">
            <p:pic>
              <p:nvPicPr>
                <p:cNvPr id="77" name="インク 76">
                  <a:extLst>
                    <a:ext uri="{FF2B5EF4-FFF2-40B4-BE49-F238E27FC236}">
                      <a16:creationId xmlns:a16="http://schemas.microsoft.com/office/drawing/2014/main" id="{58DA6999-3DF5-375D-047B-C00283636242}"/>
                    </a:ext>
                  </a:extLst>
                </p:cNvPr>
                <p:cNvPicPr/>
                <p:nvPr/>
              </p:nvPicPr>
              <p:blipFill>
                <a:blip r:embed="rId33"/>
                <a:stretch>
                  <a:fillRect/>
                </a:stretch>
              </p:blipFill>
              <p:spPr>
                <a:xfrm>
                  <a:off x="6784920" y="3356190"/>
                  <a:ext cx="167760" cy="139320"/>
                </a:xfrm>
                <a:prstGeom prst="rect">
                  <a:avLst/>
                </a:prstGeom>
              </p:spPr>
            </p:pic>
          </mc:Fallback>
        </mc:AlternateContent>
      </p:grpSp>
      <p:sp>
        <p:nvSpPr>
          <p:cNvPr id="80" name="テキスト ボックス 79">
            <a:extLst>
              <a:ext uri="{FF2B5EF4-FFF2-40B4-BE49-F238E27FC236}">
                <a16:creationId xmlns:a16="http://schemas.microsoft.com/office/drawing/2014/main" id="{A85F0B11-0AC2-0D70-CB3A-7F06DD63C298}"/>
              </a:ext>
            </a:extLst>
          </p:cNvPr>
          <p:cNvSpPr txBox="1"/>
          <p:nvPr/>
        </p:nvSpPr>
        <p:spPr>
          <a:xfrm>
            <a:off x="5991932" y="3244912"/>
            <a:ext cx="563266" cy="1661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チャット</a:t>
            </a:r>
          </a:p>
        </p:txBody>
      </p:sp>
      <p:grpSp>
        <p:nvGrpSpPr>
          <p:cNvPr id="84" name="グループ化 83">
            <a:extLst>
              <a:ext uri="{FF2B5EF4-FFF2-40B4-BE49-F238E27FC236}">
                <a16:creationId xmlns:a16="http://schemas.microsoft.com/office/drawing/2014/main" id="{305D2CE9-B69C-0199-E18D-181793D2D31D}"/>
              </a:ext>
            </a:extLst>
          </p:cNvPr>
          <p:cNvGrpSpPr/>
          <p:nvPr/>
        </p:nvGrpSpPr>
        <p:grpSpPr>
          <a:xfrm>
            <a:off x="9000000" y="3413790"/>
            <a:ext cx="830880" cy="113760"/>
            <a:chOff x="9000000" y="3413790"/>
            <a:chExt cx="830880" cy="113760"/>
          </a:xfrm>
        </p:grpSpPr>
        <mc:AlternateContent xmlns:mc="http://schemas.openxmlformats.org/markup-compatibility/2006" xmlns:p14="http://schemas.microsoft.com/office/powerpoint/2010/main">
          <mc:Choice Requires="p14">
            <p:contentPart p14:bwMode="auto" r:id="rId34">
              <p14:nvContentPartPr>
                <p14:cNvPr id="81" name="インク 80">
                  <a:extLst>
                    <a:ext uri="{FF2B5EF4-FFF2-40B4-BE49-F238E27FC236}">
                      <a16:creationId xmlns:a16="http://schemas.microsoft.com/office/drawing/2014/main" id="{7DFB9F0D-1E2C-94C4-04BA-B35D5AD09784}"/>
                    </a:ext>
                  </a:extLst>
                </p14:cNvPr>
                <p14:cNvContentPartPr/>
                <p14:nvPr/>
              </p14:nvContentPartPr>
              <p14:xfrm>
                <a:off x="9000000" y="3460950"/>
                <a:ext cx="667800" cy="360"/>
              </p14:xfrm>
            </p:contentPart>
          </mc:Choice>
          <mc:Fallback xmlns="">
            <p:pic>
              <p:nvPicPr>
                <p:cNvPr id="81" name="インク 80">
                  <a:extLst>
                    <a:ext uri="{FF2B5EF4-FFF2-40B4-BE49-F238E27FC236}">
                      <a16:creationId xmlns:a16="http://schemas.microsoft.com/office/drawing/2014/main" id="{7DFB9F0D-1E2C-94C4-04BA-B35D5AD09784}"/>
                    </a:ext>
                  </a:extLst>
                </p:cNvPr>
                <p:cNvPicPr/>
                <p:nvPr/>
              </p:nvPicPr>
              <p:blipFill>
                <a:blip r:embed="rId35"/>
                <a:stretch>
                  <a:fillRect/>
                </a:stretch>
              </p:blipFill>
              <p:spPr>
                <a:xfrm>
                  <a:off x="8993880" y="3454830"/>
                  <a:ext cx="6800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82" name="インク 81">
                  <a:extLst>
                    <a:ext uri="{FF2B5EF4-FFF2-40B4-BE49-F238E27FC236}">
                      <a16:creationId xmlns:a16="http://schemas.microsoft.com/office/drawing/2014/main" id="{365DFBD0-BA43-A736-AE7C-AA49B2B50B6F}"/>
                    </a:ext>
                  </a:extLst>
                </p14:cNvPr>
                <p14:cNvContentPartPr/>
                <p14:nvPr/>
              </p14:nvContentPartPr>
              <p14:xfrm>
                <a:off x="9663120" y="3413790"/>
                <a:ext cx="167760" cy="113760"/>
              </p14:xfrm>
            </p:contentPart>
          </mc:Choice>
          <mc:Fallback xmlns="">
            <p:pic>
              <p:nvPicPr>
                <p:cNvPr id="82" name="インク 81">
                  <a:extLst>
                    <a:ext uri="{FF2B5EF4-FFF2-40B4-BE49-F238E27FC236}">
                      <a16:creationId xmlns:a16="http://schemas.microsoft.com/office/drawing/2014/main" id="{365DFBD0-BA43-A736-AE7C-AA49B2B50B6F}"/>
                    </a:ext>
                  </a:extLst>
                </p:cNvPr>
                <p:cNvPicPr/>
                <p:nvPr/>
              </p:nvPicPr>
              <p:blipFill>
                <a:blip r:embed="rId37"/>
                <a:stretch>
                  <a:fillRect/>
                </a:stretch>
              </p:blipFill>
              <p:spPr>
                <a:xfrm>
                  <a:off x="9657000" y="3407670"/>
                  <a:ext cx="180000" cy="126000"/>
                </a:xfrm>
                <a:prstGeom prst="rect">
                  <a:avLst/>
                </a:prstGeom>
              </p:spPr>
            </p:pic>
          </mc:Fallback>
        </mc:AlternateContent>
      </p:grpSp>
      <p:grpSp>
        <p:nvGrpSpPr>
          <p:cNvPr id="88" name="グループ化 87">
            <a:extLst>
              <a:ext uri="{FF2B5EF4-FFF2-40B4-BE49-F238E27FC236}">
                <a16:creationId xmlns:a16="http://schemas.microsoft.com/office/drawing/2014/main" id="{ACD9BEDD-5F11-4E05-4BD0-CFA52FD81099}"/>
              </a:ext>
            </a:extLst>
          </p:cNvPr>
          <p:cNvGrpSpPr/>
          <p:nvPr/>
        </p:nvGrpSpPr>
        <p:grpSpPr>
          <a:xfrm>
            <a:off x="10025640" y="3842910"/>
            <a:ext cx="168120" cy="1158840"/>
            <a:chOff x="10025640" y="3842910"/>
            <a:chExt cx="168120" cy="1158840"/>
          </a:xfrm>
        </p:grpSpPr>
        <mc:AlternateContent xmlns:mc="http://schemas.openxmlformats.org/markup-compatibility/2006" xmlns:p14="http://schemas.microsoft.com/office/powerpoint/2010/main">
          <mc:Choice Requires="p14">
            <p:contentPart p14:bwMode="auto" r:id="rId38">
              <p14:nvContentPartPr>
                <p14:cNvPr id="85" name="インク 84">
                  <a:extLst>
                    <a:ext uri="{FF2B5EF4-FFF2-40B4-BE49-F238E27FC236}">
                      <a16:creationId xmlns:a16="http://schemas.microsoft.com/office/drawing/2014/main" id="{22A0BAC8-AA4C-A6FA-B983-3399BEFAE00E}"/>
                    </a:ext>
                  </a:extLst>
                </p14:cNvPr>
                <p14:cNvContentPartPr/>
                <p14:nvPr/>
              </p14:nvContentPartPr>
              <p14:xfrm>
                <a:off x="10083600" y="3842910"/>
                <a:ext cx="22320" cy="1131840"/>
              </p14:xfrm>
            </p:contentPart>
          </mc:Choice>
          <mc:Fallback xmlns="">
            <p:pic>
              <p:nvPicPr>
                <p:cNvPr id="85" name="インク 84">
                  <a:extLst>
                    <a:ext uri="{FF2B5EF4-FFF2-40B4-BE49-F238E27FC236}">
                      <a16:creationId xmlns:a16="http://schemas.microsoft.com/office/drawing/2014/main" id="{22A0BAC8-AA4C-A6FA-B983-3399BEFAE00E}"/>
                    </a:ext>
                  </a:extLst>
                </p:cNvPr>
                <p:cNvPicPr/>
                <p:nvPr/>
              </p:nvPicPr>
              <p:blipFill>
                <a:blip r:embed="rId39"/>
                <a:stretch>
                  <a:fillRect/>
                </a:stretch>
              </p:blipFill>
              <p:spPr>
                <a:xfrm>
                  <a:off x="10077480" y="3836790"/>
                  <a:ext cx="34560" cy="11440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86" name="インク 85">
                  <a:extLst>
                    <a:ext uri="{FF2B5EF4-FFF2-40B4-BE49-F238E27FC236}">
                      <a16:creationId xmlns:a16="http://schemas.microsoft.com/office/drawing/2014/main" id="{3013F768-2C56-0271-3584-453B39780187}"/>
                    </a:ext>
                  </a:extLst>
                </p14:cNvPr>
                <p14:cNvContentPartPr/>
                <p14:nvPr/>
              </p14:nvContentPartPr>
              <p14:xfrm>
                <a:off x="10025640" y="4884390"/>
                <a:ext cx="168120" cy="117360"/>
              </p14:xfrm>
            </p:contentPart>
          </mc:Choice>
          <mc:Fallback xmlns="">
            <p:pic>
              <p:nvPicPr>
                <p:cNvPr id="86" name="インク 85">
                  <a:extLst>
                    <a:ext uri="{FF2B5EF4-FFF2-40B4-BE49-F238E27FC236}">
                      <a16:creationId xmlns:a16="http://schemas.microsoft.com/office/drawing/2014/main" id="{3013F768-2C56-0271-3584-453B39780187}"/>
                    </a:ext>
                  </a:extLst>
                </p:cNvPr>
                <p:cNvPicPr/>
                <p:nvPr/>
              </p:nvPicPr>
              <p:blipFill>
                <a:blip r:embed="rId41"/>
                <a:stretch>
                  <a:fillRect/>
                </a:stretch>
              </p:blipFill>
              <p:spPr>
                <a:xfrm>
                  <a:off x="10019520" y="4878270"/>
                  <a:ext cx="180360" cy="129600"/>
                </a:xfrm>
                <a:prstGeom prst="rect">
                  <a:avLst/>
                </a:prstGeom>
              </p:spPr>
            </p:pic>
          </mc:Fallback>
        </mc:AlternateContent>
      </p:grpSp>
      <p:sp>
        <p:nvSpPr>
          <p:cNvPr id="89" name="テキスト ボックス 88">
            <a:extLst>
              <a:ext uri="{FF2B5EF4-FFF2-40B4-BE49-F238E27FC236}">
                <a16:creationId xmlns:a16="http://schemas.microsoft.com/office/drawing/2014/main" id="{16FD5108-AD83-AACE-9903-3E3F7FB25FF6}"/>
              </a:ext>
            </a:extLst>
          </p:cNvPr>
          <p:cNvSpPr txBox="1"/>
          <p:nvPr/>
        </p:nvSpPr>
        <p:spPr>
          <a:xfrm>
            <a:off x="8970634" y="2642840"/>
            <a:ext cx="777132" cy="830997"/>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必要に応じて</a:t>
            </a: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 Cosmos DB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の検索をツールとして呼び出し</a:t>
            </a:r>
          </a:p>
        </p:txBody>
      </p:sp>
      <p:sp>
        <p:nvSpPr>
          <p:cNvPr id="90" name="テキスト ボックス 89">
            <a:extLst>
              <a:ext uri="{FF2B5EF4-FFF2-40B4-BE49-F238E27FC236}">
                <a16:creationId xmlns:a16="http://schemas.microsoft.com/office/drawing/2014/main" id="{0E0434D5-9148-F611-D75C-12DFCB98704A}"/>
              </a:ext>
            </a:extLst>
          </p:cNvPr>
          <p:cNvSpPr txBox="1"/>
          <p:nvPr/>
        </p:nvSpPr>
        <p:spPr>
          <a:xfrm>
            <a:off x="10237150" y="4198930"/>
            <a:ext cx="1006642"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Cosmos DB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の</a:t>
            </a: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 Vector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検索</a:t>
            </a:r>
          </a:p>
        </p:txBody>
      </p:sp>
    </p:spTree>
    <p:extLst>
      <p:ext uri="{BB962C8B-B14F-4D97-AF65-F5344CB8AC3E}">
        <p14:creationId xmlns:p14="http://schemas.microsoft.com/office/powerpoint/2010/main" val="1671344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807E4-EA94-E5BE-F2ED-87430E8B97BC}"/>
            </a:ext>
          </a:extLst>
        </p:cNvPr>
        <p:cNvGrpSpPr/>
        <p:nvPr/>
      </p:nvGrpSpPr>
      <p:grpSpPr>
        <a:xfrm>
          <a:off x="0" y="0"/>
          <a:ext cx="0" cy="0"/>
          <a:chOff x="0" y="0"/>
          <a:chExt cx="0" cy="0"/>
        </a:xfrm>
      </p:grpSpPr>
      <p:sp>
        <p:nvSpPr>
          <p:cNvPr id="5" name="角丸四角形 4">
            <a:extLst>
              <a:ext uri="{FF2B5EF4-FFF2-40B4-BE49-F238E27FC236}">
                <a16:creationId xmlns:a16="http://schemas.microsoft.com/office/drawing/2014/main" id="{411EBDFC-2E11-D2E2-6B11-78146438D4A5}"/>
              </a:ext>
            </a:extLst>
          </p:cNvPr>
          <p:cNvSpPr/>
          <p:nvPr/>
        </p:nvSpPr>
        <p:spPr>
          <a:xfrm>
            <a:off x="9449049" y="2768127"/>
            <a:ext cx="2480310" cy="1145093"/>
          </a:xfrm>
          <a:prstGeom prst="roundRect">
            <a:avLst>
              <a:gd name="adj" fmla="val 1064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9D9B6D37-5AF5-6FDF-7BBD-DFEB0F6EA742}"/>
              </a:ext>
            </a:extLst>
          </p:cNvPr>
          <p:cNvSpPr/>
          <p:nvPr/>
        </p:nvSpPr>
        <p:spPr>
          <a:xfrm>
            <a:off x="9783763" y="2557307"/>
            <a:ext cx="1737360" cy="421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3BE8D856-ACCB-DCA9-14BB-8C3270EB206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latin typeface="Yu Gothic UI" panose="020B0500000000000000" pitchFamily="34" charset="-128"/>
                <a:ea typeface="Yu Gothic UI" panose="020B0500000000000000" pitchFamily="34" charset="-128"/>
              </a:rPr>
              <a:t>アーキテクチャ図から見た今回のハンズオンで作成する範囲</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0105E365-38E1-0027-3C2F-9CB7E8D6F66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0C8ADF1-7F6A-8C43-09F8-B05648C1A29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FD5F37ED-A023-5326-02EE-2445A27660C6}"/>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今回のハンズオンではすべてのリソースを最初から作成することはせず、</a:t>
            </a:r>
            <a:r>
              <a:rPr kumimoji="1" lang="en-US" altLang="ja-JP" sz="2000" dirty="0"/>
              <a:t>Foundry </a:t>
            </a:r>
            <a:r>
              <a:rPr kumimoji="1" lang="ja-JP" altLang="en-US" sz="2000"/>
              <a:t>関連の操作と連携する</a:t>
            </a:r>
            <a:r>
              <a:rPr kumimoji="1" lang="en-US" altLang="ja-JP" sz="2000" dirty="0"/>
              <a:t> MCP </a:t>
            </a:r>
            <a:r>
              <a:rPr kumimoji="1" lang="ja-JP" altLang="en-US" sz="2000"/>
              <a:t>サーバの作成に集中します。他は講師が事前に準備済みのものを利用します。</a:t>
            </a:r>
          </a:p>
        </p:txBody>
      </p:sp>
      <p:sp>
        <p:nvSpPr>
          <p:cNvPr id="6" name="字幕 1">
            <a:extLst>
              <a:ext uri="{FF2B5EF4-FFF2-40B4-BE49-F238E27FC236}">
                <a16:creationId xmlns:a16="http://schemas.microsoft.com/office/drawing/2014/main" id="{0ED4A0C6-F20A-BF25-5FBA-B77D92BE785A}"/>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8" name="グラフィックス 7">
            <a:extLst>
              <a:ext uri="{FF2B5EF4-FFF2-40B4-BE49-F238E27FC236}">
                <a16:creationId xmlns:a16="http://schemas.microsoft.com/office/drawing/2014/main" id="{5046974A-B0B2-53F4-D85C-ED30D4DA45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10763" y="2557307"/>
            <a:ext cx="421640" cy="421640"/>
          </a:xfrm>
          <a:prstGeom prst="rect">
            <a:avLst/>
          </a:prstGeom>
        </p:spPr>
      </p:pic>
      <p:sp>
        <p:nvSpPr>
          <p:cNvPr id="11" name="テキスト ボックス 10">
            <a:extLst>
              <a:ext uri="{FF2B5EF4-FFF2-40B4-BE49-F238E27FC236}">
                <a16:creationId xmlns:a16="http://schemas.microsoft.com/office/drawing/2014/main" id="{410BB897-827F-481B-4A5A-1863D7AE858D}"/>
              </a:ext>
            </a:extLst>
          </p:cNvPr>
          <p:cNvSpPr txBox="1"/>
          <p:nvPr/>
        </p:nvSpPr>
        <p:spPr>
          <a:xfrm>
            <a:off x="10480993" y="2657327"/>
            <a:ext cx="1040130" cy="225100"/>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ACA</a:t>
            </a: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 </a:t>
            </a: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環境</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pic>
        <p:nvPicPr>
          <p:cNvPr id="15" name="グラフィックス 14">
            <a:extLst>
              <a:ext uri="{FF2B5EF4-FFF2-40B4-BE49-F238E27FC236}">
                <a16:creationId xmlns:a16="http://schemas.microsoft.com/office/drawing/2014/main" id="{2FAD3F1A-03D9-BF0D-1907-D208E8718A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69857" y="3189767"/>
            <a:ext cx="517439" cy="517439"/>
          </a:xfrm>
          <a:prstGeom prst="rect">
            <a:avLst/>
          </a:prstGeom>
        </p:spPr>
      </p:pic>
      <p:sp>
        <p:nvSpPr>
          <p:cNvPr id="16" name="テキスト ボックス 15">
            <a:extLst>
              <a:ext uri="{FF2B5EF4-FFF2-40B4-BE49-F238E27FC236}">
                <a16:creationId xmlns:a16="http://schemas.microsoft.com/office/drawing/2014/main" id="{12453A68-2C85-0FEC-A448-315B52E78BAE}"/>
              </a:ext>
            </a:extLst>
          </p:cNvPr>
          <p:cNvSpPr txBox="1"/>
          <p:nvPr/>
        </p:nvSpPr>
        <p:spPr>
          <a:xfrm>
            <a:off x="10503296" y="2995474"/>
            <a:ext cx="1328420" cy="886397"/>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MCP </a:t>
            </a: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用</a:t>
            </a:r>
            <a:endPar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a:p>
            <a:pPr marL="0" marR="0" indent="0"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コンテナアプリ</a:t>
            </a:r>
            <a:endPar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a:p>
            <a:pPr marL="0" marR="0" indent="0"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(Cosmos DB </a:t>
            </a: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検索用</a:t>
            </a: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pic>
        <p:nvPicPr>
          <p:cNvPr id="18" name="グラフィックス 17">
            <a:extLst>
              <a:ext uri="{FF2B5EF4-FFF2-40B4-BE49-F238E27FC236}">
                <a16:creationId xmlns:a16="http://schemas.microsoft.com/office/drawing/2014/main" id="{EEAA3E2F-C9BA-8692-1948-EF2C22734AB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18588" y="5008574"/>
            <a:ext cx="653057" cy="653057"/>
          </a:xfrm>
          <a:prstGeom prst="rect">
            <a:avLst/>
          </a:prstGeom>
        </p:spPr>
      </p:pic>
      <p:sp>
        <p:nvSpPr>
          <p:cNvPr id="19" name="テキスト ボックス 18">
            <a:extLst>
              <a:ext uri="{FF2B5EF4-FFF2-40B4-BE49-F238E27FC236}">
                <a16:creationId xmlns:a16="http://schemas.microsoft.com/office/drawing/2014/main" id="{D4F200C2-7EF5-4590-2326-5A0B8E55B833}"/>
              </a:ext>
            </a:extLst>
          </p:cNvPr>
          <p:cNvSpPr txBox="1"/>
          <p:nvPr/>
        </p:nvSpPr>
        <p:spPr>
          <a:xfrm>
            <a:off x="10624542" y="5104781"/>
            <a:ext cx="1328420"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Cosmos DB</a:t>
            </a:r>
          </a:p>
          <a:p>
            <a:pPr marL="0" marR="0" indent="0"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(NoSQL)</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20" name="角丸四角形 19">
            <a:extLst>
              <a:ext uri="{FF2B5EF4-FFF2-40B4-BE49-F238E27FC236}">
                <a16:creationId xmlns:a16="http://schemas.microsoft.com/office/drawing/2014/main" id="{F2DB6C30-C611-E615-4A91-203B72EF4242}"/>
              </a:ext>
            </a:extLst>
          </p:cNvPr>
          <p:cNvSpPr/>
          <p:nvPr/>
        </p:nvSpPr>
        <p:spPr>
          <a:xfrm>
            <a:off x="584200" y="3429000"/>
            <a:ext cx="1998980" cy="1897380"/>
          </a:xfrm>
          <a:prstGeom prst="roundRect">
            <a:avLst>
              <a:gd name="adj" fmla="val 945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7C67FB73-49DA-A329-AE96-F6E0BE43F30E}"/>
              </a:ext>
            </a:extLst>
          </p:cNvPr>
          <p:cNvSpPr txBox="1"/>
          <p:nvPr/>
        </p:nvSpPr>
        <p:spPr>
          <a:xfrm>
            <a:off x="1063625" y="5213830"/>
            <a:ext cx="1040130" cy="225100"/>
          </a:xfrm>
          <a:prstGeom prst="rect">
            <a:avLst/>
          </a:prstGeom>
          <a:solidFill>
            <a:srgbClr val="FCFCFC"/>
          </a:solid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ブラウザ</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22" name="角丸四角形 21">
            <a:extLst>
              <a:ext uri="{FF2B5EF4-FFF2-40B4-BE49-F238E27FC236}">
                <a16:creationId xmlns:a16="http://schemas.microsoft.com/office/drawing/2014/main" id="{271F2BAB-917E-B1D1-11CA-AAF3A904CB9E}"/>
              </a:ext>
            </a:extLst>
          </p:cNvPr>
          <p:cNvSpPr/>
          <p:nvPr/>
        </p:nvSpPr>
        <p:spPr>
          <a:xfrm>
            <a:off x="3430759" y="3429000"/>
            <a:ext cx="2480310" cy="1897380"/>
          </a:xfrm>
          <a:prstGeom prst="roundRect">
            <a:avLst>
              <a:gd name="adj" fmla="val 1064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4" name="グラフィックス 23">
            <a:extLst>
              <a:ext uri="{FF2B5EF4-FFF2-40B4-BE49-F238E27FC236}">
                <a16:creationId xmlns:a16="http://schemas.microsoft.com/office/drawing/2014/main" id="{FD2BD61B-4473-DB97-C490-74E377656F3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180267" y="3252470"/>
            <a:ext cx="353060" cy="353060"/>
          </a:xfrm>
          <a:prstGeom prst="rect">
            <a:avLst/>
          </a:prstGeom>
        </p:spPr>
      </p:pic>
      <p:sp>
        <p:nvSpPr>
          <p:cNvPr id="26" name="テキスト ボックス 25">
            <a:extLst>
              <a:ext uri="{FF2B5EF4-FFF2-40B4-BE49-F238E27FC236}">
                <a16:creationId xmlns:a16="http://schemas.microsoft.com/office/drawing/2014/main" id="{0DEAA405-900B-B331-73F1-FC4D97C39680}"/>
              </a:ext>
            </a:extLst>
          </p:cNvPr>
          <p:cNvSpPr txBox="1"/>
          <p:nvPr/>
        </p:nvSpPr>
        <p:spPr>
          <a:xfrm>
            <a:off x="4668275" y="3333696"/>
            <a:ext cx="563266" cy="221599"/>
          </a:xfrm>
          <a:prstGeom prst="rect">
            <a:avLst/>
          </a:prstGeom>
          <a:solidFill>
            <a:srgbClr val="FCFCFC"/>
          </a:solid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SWA</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27" name="正方形/長方形 26">
            <a:extLst>
              <a:ext uri="{FF2B5EF4-FFF2-40B4-BE49-F238E27FC236}">
                <a16:creationId xmlns:a16="http://schemas.microsoft.com/office/drawing/2014/main" id="{FE1A157A-1CB5-7532-50F4-84F5DCF8F32E}"/>
              </a:ext>
            </a:extLst>
          </p:cNvPr>
          <p:cNvSpPr/>
          <p:nvPr/>
        </p:nvSpPr>
        <p:spPr>
          <a:xfrm>
            <a:off x="3730410" y="3751698"/>
            <a:ext cx="1977390" cy="553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静的コンテンツ</a:t>
            </a:r>
            <a:endParaRPr kumimoji="1" lang="en-US" altLang="ja-JP" sz="1400" dirty="0"/>
          </a:p>
          <a:p>
            <a:pPr algn="ctr"/>
            <a:r>
              <a:rPr kumimoji="1" lang="en-US" altLang="ja-JP" sz="1100" dirty="0"/>
              <a:t>(</a:t>
            </a:r>
            <a:r>
              <a:rPr kumimoji="1" lang="ja-JP" altLang="en-US" sz="1100"/>
              <a:t>フロントエンドアプリなど</a:t>
            </a:r>
            <a:r>
              <a:rPr kumimoji="1" lang="en-US" altLang="ja-JP" sz="1100" dirty="0"/>
              <a:t>)</a:t>
            </a:r>
            <a:endParaRPr kumimoji="1" lang="ja-JP" altLang="en-US" sz="1100"/>
          </a:p>
        </p:txBody>
      </p:sp>
      <p:pic>
        <p:nvPicPr>
          <p:cNvPr id="29" name="グラフィックス 28">
            <a:extLst>
              <a:ext uri="{FF2B5EF4-FFF2-40B4-BE49-F238E27FC236}">
                <a16:creationId xmlns:a16="http://schemas.microsoft.com/office/drawing/2014/main" id="{CC1807A6-B22E-C12E-41F0-E98DCCBE87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08491" y="4636004"/>
            <a:ext cx="360067" cy="360067"/>
          </a:xfrm>
          <a:prstGeom prst="rect">
            <a:avLst/>
          </a:prstGeom>
        </p:spPr>
      </p:pic>
      <p:sp>
        <p:nvSpPr>
          <p:cNvPr id="30" name="テキスト ボックス 29">
            <a:extLst>
              <a:ext uri="{FF2B5EF4-FFF2-40B4-BE49-F238E27FC236}">
                <a16:creationId xmlns:a16="http://schemas.microsoft.com/office/drawing/2014/main" id="{FA8B537E-6FA0-3EA6-D21C-C414624F1514}"/>
              </a:ext>
            </a:extLst>
          </p:cNvPr>
          <p:cNvSpPr txBox="1"/>
          <p:nvPr/>
        </p:nvSpPr>
        <p:spPr>
          <a:xfrm>
            <a:off x="4495558" y="4568786"/>
            <a:ext cx="1161075"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API </a:t>
            </a: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用</a:t>
            </a:r>
            <a:endPar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endParaRPr>
          </a:p>
          <a:p>
            <a:pPr marL="0" marR="0" indent="0"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Functions</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31" name="正方形/長方形 30">
            <a:extLst>
              <a:ext uri="{FF2B5EF4-FFF2-40B4-BE49-F238E27FC236}">
                <a16:creationId xmlns:a16="http://schemas.microsoft.com/office/drawing/2014/main" id="{E5C5F057-B1AD-0F5E-7664-F06F68EDFE9B}"/>
              </a:ext>
            </a:extLst>
          </p:cNvPr>
          <p:cNvSpPr/>
          <p:nvPr/>
        </p:nvSpPr>
        <p:spPr>
          <a:xfrm>
            <a:off x="813932" y="4094311"/>
            <a:ext cx="1539515" cy="553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フロントエンド</a:t>
            </a:r>
            <a:endParaRPr kumimoji="1" lang="en-US" altLang="ja-JP" sz="1400" dirty="0"/>
          </a:p>
          <a:p>
            <a:pPr algn="ctr"/>
            <a:r>
              <a:rPr kumimoji="1" lang="ja-JP" altLang="en-US" sz="1400"/>
              <a:t>アプリ</a:t>
            </a:r>
            <a:endParaRPr kumimoji="1" lang="ja-JP" altLang="en-US" sz="1100"/>
          </a:p>
        </p:txBody>
      </p:sp>
      <p:pic>
        <p:nvPicPr>
          <p:cNvPr id="32" name="グラフィックス 31">
            <a:extLst>
              <a:ext uri="{FF2B5EF4-FFF2-40B4-BE49-F238E27FC236}">
                <a16:creationId xmlns:a16="http://schemas.microsoft.com/office/drawing/2014/main" id="{43C906A2-1777-3334-9EE6-652C0A9AB04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18588" y="5856534"/>
            <a:ext cx="653057" cy="653057"/>
          </a:xfrm>
          <a:prstGeom prst="rect">
            <a:avLst/>
          </a:prstGeom>
        </p:spPr>
      </p:pic>
      <p:sp>
        <p:nvSpPr>
          <p:cNvPr id="33" name="テキスト ボックス 32">
            <a:extLst>
              <a:ext uri="{FF2B5EF4-FFF2-40B4-BE49-F238E27FC236}">
                <a16:creationId xmlns:a16="http://schemas.microsoft.com/office/drawing/2014/main" id="{545DDC02-67A5-03E2-73BE-30C0B0DD6769}"/>
              </a:ext>
            </a:extLst>
          </p:cNvPr>
          <p:cNvSpPr txBox="1"/>
          <p:nvPr/>
        </p:nvSpPr>
        <p:spPr>
          <a:xfrm>
            <a:off x="10624542" y="5952741"/>
            <a:ext cx="1328420"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Cosmos DB</a:t>
            </a:r>
          </a:p>
          <a:p>
            <a:pPr marL="0" marR="0" indent="0"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(Gremlin)</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34" name="角丸四角形 33">
            <a:extLst>
              <a:ext uri="{FF2B5EF4-FFF2-40B4-BE49-F238E27FC236}">
                <a16:creationId xmlns:a16="http://schemas.microsoft.com/office/drawing/2014/main" id="{6597F9EB-CC52-4E4E-71DC-3F781E4B3B31}"/>
              </a:ext>
            </a:extLst>
          </p:cNvPr>
          <p:cNvSpPr/>
          <p:nvPr/>
        </p:nvSpPr>
        <p:spPr>
          <a:xfrm>
            <a:off x="6800688" y="2768127"/>
            <a:ext cx="2308320" cy="2135343"/>
          </a:xfrm>
          <a:prstGeom prst="roundRect">
            <a:avLst>
              <a:gd name="adj" fmla="val 85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5" name="Graphic 21">
            <a:extLst>
              <a:ext uri="{FF2B5EF4-FFF2-40B4-BE49-F238E27FC236}">
                <a16:creationId xmlns:a16="http://schemas.microsoft.com/office/drawing/2014/main" id="{B31A9535-6AFB-8A53-D706-AAD84C06472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07033" y="2585494"/>
            <a:ext cx="356757" cy="356757"/>
          </a:xfrm>
          <a:prstGeom prst="rect">
            <a:avLst/>
          </a:prstGeom>
        </p:spPr>
      </p:pic>
      <p:pic>
        <p:nvPicPr>
          <p:cNvPr id="36" name="Picture 39">
            <a:extLst>
              <a:ext uri="{FF2B5EF4-FFF2-40B4-BE49-F238E27FC236}">
                <a16:creationId xmlns:a16="http://schemas.microsoft.com/office/drawing/2014/main" id="{14619421-FA79-6AB5-F15B-4C023EFF679B}"/>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7070316" y="3149685"/>
            <a:ext cx="504772" cy="504772"/>
          </a:xfrm>
          <a:prstGeom prst="rect">
            <a:avLst/>
          </a:prstGeom>
        </p:spPr>
      </p:pic>
      <p:sp>
        <p:nvSpPr>
          <p:cNvPr id="38" name="テキスト ボックス 37">
            <a:extLst>
              <a:ext uri="{FF2B5EF4-FFF2-40B4-BE49-F238E27FC236}">
                <a16:creationId xmlns:a16="http://schemas.microsoft.com/office/drawing/2014/main" id="{1B357F9D-31EF-3FE5-C731-EB998A256BF6}"/>
              </a:ext>
            </a:extLst>
          </p:cNvPr>
          <p:cNvSpPr txBox="1"/>
          <p:nvPr/>
        </p:nvSpPr>
        <p:spPr>
          <a:xfrm>
            <a:off x="7702590" y="2560693"/>
            <a:ext cx="871910" cy="443198"/>
          </a:xfrm>
          <a:prstGeom prst="rect">
            <a:avLst/>
          </a:prstGeom>
          <a:solidFill>
            <a:srgbClr val="FCFCFC"/>
          </a:solid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Foundry Project</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39" name="テキスト ボックス 38">
            <a:extLst>
              <a:ext uri="{FF2B5EF4-FFF2-40B4-BE49-F238E27FC236}">
                <a16:creationId xmlns:a16="http://schemas.microsoft.com/office/drawing/2014/main" id="{81D8F8CC-4841-E2E5-9B8F-4EBCBB1885E7}"/>
              </a:ext>
            </a:extLst>
          </p:cNvPr>
          <p:cNvSpPr txBox="1"/>
          <p:nvPr/>
        </p:nvSpPr>
        <p:spPr>
          <a:xfrm>
            <a:off x="7593506" y="3217073"/>
            <a:ext cx="1328420"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Todo </a:t>
            </a: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アプリ用エージェント</a:t>
            </a:r>
          </a:p>
        </p:txBody>
      </p:sp>
      <p:pic>
        <p:nvPicPr>
          <p:cNvPr id="40" name="Picture 39">
            <a:extLst>
              <a:ext uri="{FF2B5EF4-FFF2-40B4-BE49-F238E27FC236}">
                <a16:creationId xmlns:a16="http://schemas.microsoft.com/office/drawing/2014/main" id="{AA2C2782-5751-F968-884B-5BCD7EB1ED00}"/>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7070316" y="3860358"/>
            <a:ext cx="504772" cy="504772"/>
          </a:xfrm>
          <a:prstGeom prst="rect">
            <a:avLst/>
          </a:prstGeom>
        </p:spPr>
      </p:pic>
      <p:sp>
        <p:nvSpPr>
          <p:cNvPr id="41" name="テキスト ボックス 40">
            <a:extLst>
              <a:ext uri="{FF2B5EF4-FFF2-40B4-BE49-F238E27FC236}">
                <a16:creationId xmlns:a16="http://schemas.microsoft.com/office/drawing/2014/main" id="{D707361F-A624-9EA9-2BFC-7FCD3834A8CA}"/>
              </a:ext>
            </a:extLst>
          </p:cNvPr>
          <p:cNvSpPr txBox="1"/>
          <p:nvPr/>
        </p:nvSpPr>
        <p:spPr>
          <a:xfrm>
            <a:off x="7593506" y="3931510"/>
            <a:ext cx="1328420"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Embedding</a:t>
            </a:r>
          </a:p>
          <a:p>
            <a:pPr marL="0" marR="0" indent="0"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モデル</a:t>
            </a:r>
          </a:p>
        </p:txBody>
      </p:sp>
      <p:sp>
        <p:nvSpPr>
          <p:cNvPr id="46" name="テキスト ボックス 45">
            <a:extLst>
              <a:ext uri="{FF2B5EF4-FFF2-40B4-BE49-F238E27FC236}">
                <a16:creationId xmlns:a16="http://schemas.microsoft.com/office/drawing/2014/main" id="{C5A8FFD7-5C62-962D-37FD-D9AA6CB7B9B7}"/>
              </a:ext>
            </a:extLst>
          </p:cNvPr>
          <p:cNvSpPr txBox="1"/>
          <p:nvPr/>
        </p:nvSpPr>
        <p:spPr>
          <a:xfrm>
            <a:off x="2223621" y="3424964"/>
            <a:ext cx="1188720"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フロントエンドアプリのロード</a:t>
            </a:r>
          </a:p>
        </p:txBody>
      </p:sp>
      <p:sp>
        <p:nvSpPr>
          <p:cNvPr id="51" name="テキスト ボックス 50">
            <a:extLst>
              <a:ext uri="{FF2B5EF4-FFF2-40B4-BE49-F238E27FC236}">
                <a16:creationId xmlns:a16="http://schemas.microsoft.com/office/drawing/2014/main" id="{D7B865F3-AAAC-DC2F-EBC1-99EA8E811E7A}"/>
              </a:ext>
            </a:extLst>
          </p:cNvPr>
          <p:cNvSpPr txBox="1"/>
          <p:nvPr/>
        </p:nvSpPr>
        <p:spPr>
          <a:xfrm>
            <a:off x="2353447" y="4948960"/>
            <a:ext cx="1188720"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フロントエンドアプリの操作</a:t>
            </a:r>
          </a:p>
        </p:txBody>
      </p:sp>
      <p:sp>
        <p:nvSpPr>
          <p:cNvPr id="56" name="テキスト ボックス 55">
            <a:extLst>
              <a:ext uri="{FF2B5EF4-FFF2-40B4-BE49-F238E27FC236}">
                <a16:creationId xmlns:a16="http://schemas.microsoft.com/office/drawing/2014/main" id="{F0A49D47-9495-E721-4AA6-69D04F58BCE3}"/>
              </a:ext>
            </a:extLst>
          </p:cNvPr>
          <p:cNvSpPr txBox="1"/>
          <p:nvPr/>
        </p:nvSpPr>
        <p:spPr>
          <a:xfrm>
            <a:off x="6291496" y="4527984"/>
            <a:ext cx="1188720"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記事の</a:t>
            </a: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 Vector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空間への埋め込み</a:t>
            </a:r>
          </a:p>
        </p:txBody>
      </p:sp>
      <p:sp>
        <p:nvSpPr>
          <p:cNvPr id="65" name="テキスト ボックス 64">
            <a:extLst>
              <a:ext uri="{FF2B5EF4-FFF2-40B4-BE49-F238E27FC236}">
                <a16:creationId xmlns:a16="http://schemas.microsoft.com/office/drawing/2014/main" id="{DF153A44-5E8D-B979-B428-18D74AE5FBAD}"/>
              </a:ext>
            </a:extLst>
          </p:cNvPr>
          <p:cNvSpPr txBox="1"/>
          <p:nvPr/>
        </p:nvSpPr>
        <p:spPr>
          <a:xfrm>
            <a:off x="6949825" y="5090501"/>
            <a:ext cx="1188720"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Todo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データの</a:t>
            </a: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 CRUD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操作</a:t>
            </a:r>
          </a:p>
        </p:txBody>
      </p:sp>
      <mc:AlternateContent xmlns:mc="http://schemas.openxmlformats.org/markup-compatibility/2006" xmlns:p14="http://schemas.microsoft.com/office/powerpoint/2010/main">
        <mc:Choice Requires="p14">
          <p:contentPart p14:bwMode="auto" r:id="rId10">
            <p14:nvContentPartPr>
              <p14:cNvPr id="42" name="インク 41">
                <a:extLst>
                  <a:ext uri="{FF2B5EF4-FFF2-40B4-BE49-F238E27FC236}">
                    <a16:creationId xmlns:a16="http://schemas.microsoft.com/office/drawing/2014/main" id="{DC2C14F7-6E25-0BD8-CAE0-FCD73BEBB015}"/>
                  </a:ext>
                </a:extLst>
              </p14:cNvPr>
              <p14:cNvContentPartPr/>
              <p14:nvPr/>
            </p14:nvContentPartPr>
            <p14:xfrm>
              <a:off x="2524680" y="3805470"/>
              <a:ext cx="1066680" cy="473400"/>
            </p14:xfrm>
          </p:contentPart>
        </mc:Choice>
        <mc:Fallback xmlns="">
          <p:pic>
            <p:nvPicPr>
              <p:cNvPr id="42" name="インク 41">
                <a:extLst>
                  <a:ext uri="{FF2B5EF4-FFF2-40B4-BE49-F238E27FC236}">
                    <a16:creationId xmlns:a16="http://schemas.microsoft.com/office/drawing/2014/main" id="{DC2C14F7-6E25-0BD8-CAE0-FCD73BEBB015}"/>
                  </a:ext>
                </a:extLst>
              </p:cNvPr>
              <p:cNvPicPr/>
              <p:nvPr/>
            </p:nvPicPr>
            <p:blipFill>
              <a:blip r:embed="rId11"/>
              <a:stretch>
                <a:fillRect/>
              </a:stretch>
            </p:blipFill>
            <p:spPr>
              <a:xfrm>
                <a:off x="2518560" y="3799350"/>
                <a:ext cx="1078920" cy="485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3" name="インク 42">
                <a:extLst>
                  <a:ext uri="{FF2B5EF4-FFF2-40B4-BE49-F238E27FC236}">
                    <a16:creationId xmlns:a16="http://schemas.microsoft.com/office/drawing/2014/main" id="{6C2C4E01-D31A-8482-9ADD-B36DF0A5F513}"/>
                  </a:ext>
                </a:extLst>
              </p14:cNvPr>
              <p14:cNvContentPartPr/>
              <p14:nvPr/>
            </p14:nvContentPartPr>
            <p14:xfrm>
              <a:off x="2591280" y="4184550"/>
              <a:ext cx="186840" cy="124920"/>
            </p14:xfrm>
          </p:contentPart>
        </mc:Choice>
        <mc:Fallback xmlns="">
          <p:pic>
            <p:nvPicPr>
              <p:cNvPr id="43" name="インク 42">
                <a:extLst>
                  <a:ext uri="{FF2B5EF4-FFF2-40B4-BE49-F238E27FC236}">
                    <a16:creationId xmlns:a16="http://schemas.microsoft.com/office/drawing/2014/main" id="{6C2C4E01-D31A-8482-9ADD-B36DF0A5F513}"/>
                  </a:ext>
                </a:extLst>
              </p:cNvPr>
              <p:cNvPicPr/>
              <p:nvPr/>
            </p:nvPicPr>
            <p:blipFill>
              <a:blip r:embed="rId13"/>
              <a:stretch>
                <a:fillRect/>
              </a:stretch>
            </p:blipFill>
            <p:spPr>
              <a:xfrm>
                <a:off x="2585160" y="4178430"/>
                <a:ext cx="19908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7" name="インク 46">
                <a:extLst>
                  <a:ext uri="{FF2B5EF4-FFF2-40B4-BE49-F238E27FC236}">
                    <a16:creationId xmlns:a16="http://schemas.microsoft.com/office/drawing/2014/main" id="{D7CD36A3-8D4A-FD79-32BB-F046E18AB45E}"/>
                  </a:ext>
                </a:extLst>
              </p14:cNvPr>
              <p14:cNvContentPartPr/>
              <p14:nvPr/>
            </p14:nvContentPartPr>
            <p14:xfrm>
              <a:off x="2490840" y="4551030"/>
              <a:ext cx="1248840" cy="221400"/>
            </p14:xfrm>
          </p:contentPart>
        </mc:Choice>
        <mc:Fallback xmlns="">
          <p:pic>
            <p:nvPicPr>
              <p:cNvPr id="47" name="インク 46">
                <a:extLst>
                  <a:ext uri="{FF2B5EF4-FFF2-40B4-BE49-F238E27FC236}">
                    <a16:creationId xmlns:a16="http://schemas.microsoft.com/office/drawing/2014/main" id="{D7CD36A3-8D4A-FD79-32BB-F046E18AB45E}"/>
                  </a:ext>
                </a:extLst>
              </p:cNvPr>
              <p:cNvPicPr/>
              <p:nvPr/>
            </p:nvPicPr>
            <p:blipFill>
              <a:blip r:embed="rId15"/>
              <a:stretch>
                <a:fillRect/>
              </a:stretch>
            </p:blipFill>
            <p:spPr>
              <a:xfrm>
                <a:off x="2484720" y="4544910"/>
                <a:ext cx="126108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8" name="インク 47">
                <a:extLst>
                  <a:ext uri="{FF2B5EF4-FFF2-40B4-BE49-F238E27FC236}">
                    <a16:creationId xmlns:a16="http://schemas.microsoft.com/office/drawing/2014/main" id="{3F9C7668-5667-10EF-2C9E-BB5A69AFCDE2}"/>
                  </a:ext>
                </a:extLst>
              </p14:cNvPr>
              <p14:cNvContentPartPr/>
              <p14:nvPr/>
            </p14:nvContentPartPr>
            <p14:xfrm>
              <a:off x="3692160" y="4691070"/>
              <a:ext cx="196200" cy="151920"/>
            </p14:xfrm>
          </p:contentPart>
        </mc:Choice>
        <mc:Fallback xmlns="">
          <p:pic>
            <p:nvPicPr>
              <p:cNvPr id="48" name="インク 47">
                <a:extLst>
                  <a:ext uri="{FF2B5EF4-FFF2-40B4-BE49-F238E27FC236}">
                    <a16:creationId xmlns:a16="http://schemas.microsoft.com/office/drawing/2014/main" id="{3F9C7668-5667-10EF-2C9E-BB5A69AFCDE2}"/>
                  </a:ext>
                </a:extLst>
              </p:cNvPr>
              <p:cNvPicPr/>
              <p:nvPr/>
            </p:nvPicPr>
            <p:blipFill>
              <a:blip r:embed="rId17"/>
              <a:stretch>
                <a:fillRect/>
              </a:stretch>
            </p:blipFill>
            <p:spPr>
              <a:xfrm>
                <a:off x="3686040" y="4684950"/>
                <a:ext cx="20844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9" name="インク 58">
                <a:extLst>
                  <a:ext uri="{FF2B5EF4-FFF2-40B4-BE49-F238E27FC236}">
                    <a16:creationId xmlns:a16="http://schemas.microsoft.com/office/drawing/2014/main" id="{2509D45F-BA0C-653E-6B86-84586091C7B6}"/>
                  </a:ext>
                </a:extLst>
              </p14:cNvPr>
              <p14:cNvContentPartPr/>
              <p14:nvPr/>
            </p14:nvContentPartPr>
            <p14:xfrm>
              <a:off x="5445000" y="4964310"/>
              <a:ext cx="4091760" cy="521280"/>
            </p14:xfrm>
          </p:contentPart>
        </mc:Choice>
        <mc:Fallback xmlns="">
          <p:pic>
            <p:nvPicPr>
              <p:cNvPr id="59" name="インク 58">
                <a:extLst>
                  <a:ext uri="{FF2B5EF4-FFF2-40B4-BE49-F238E27FC236}">
                    <a16:creationId xmlns:a16="http://schemas.microsoft.com/office/drawing/2014/main" id="{2509D45F-BA0C-653E-6B86-84586091C7B6}"/>
                  </a:ext>
                </a:extLst>
              </p:cNvPr>
              <p:cNvPicPr/>
              <p:nvPr/>
            </p:nvPicPr>
            <p:blipFill>
              <a:blip r:embed="rId19"/>
              <a:stretch>
                <a:fillRect/>
              </a:stretch>
            </p:blipFill>
            <p:spPr>
              <a:xfrm>
                <a:off x="5438880" y="4958190"/>
                <a:ext cx="4104000" cy="533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2" name="インク 61">
                <a:extLst>
                  <a:ext uri="{FF2B5EF4-FFF2-40B4-BE49-F238E27FC236}">
                    <a16:creationId xmlns:a16="http://schemas.microsoft.com/office/drawing/2014/main" id="{E48FEDCE-39C4-9DFD-9A5A-242EF2E59812}"/>
                  </a:ext>
                </a:extLst>
              </p14:cNvPr>
              <p14:cNvContentPartPr/>
              <p14:nvPr/>
            </p14:nvContentPartPr>
            <p14:xfrm>
              <a:off x="9388440" y="5360670"/>
              <a:ext cx="158400" cy="182880"/>
            </p14:xfrm>
          </p:contentPart>
        </mc:Choice>
        <mc:Fallback xmlns="">
          <p:pic>
            <p:nvPicPr>
              <p:cNvPr id="62" name="インク 61">
                <a:extLst>
                  <a:ext uri="{FF2B5EF4-FFF2-40B4-BE49-F238E27FC236}">
                    <a16:creationId xmlns:a16="http://schemas.microsoft.com/office/drawing/2014/main" id="{E48FEDCE-39C4-9DFD-9A5A-242EF2E59812}"/>
                  </a:ext>
                </a:extLst>
              </p:cNvPr>
              <p:cNvPicPr/>
              <p:nvPr/>
            </p:nvPicPr>
            <p:blipFill>
              <a:blip r:embed="rId21"/>
              <a:stretch>
                <a:fillRect/>
              </a:stretch>
            </p:blipFill>
            <p:spPr>
              <a:xfrm>
                <a:off x="9382320" y="5354550"/>
                <a:ext cx="17064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6" name="インク 65">
                <a:extLst>
                  <a:ext uri="{FF2B5EF4-FFF2-40B4-BE49-F238E27FC236}">
                    <a16:creationId xmlns:a16="http://schemas.microsoft.com/office/drawing/2014/main" id="{98231088-9F5A-C8D4-13A2-0DC26748EDAE}"/>
                  </a:ext>
                </a:extLst>
              </p14:cNvPr>
              <p14:cNvContentPartPr/>
              <p14:nvPr/>
            </p14:nvContentPartPr>
            <p14:xfrm>
              <a:off x="5421600" y="5166630"/>
              <a:ext cx="4305600" cy="1062720"/>
            </p14:xfrm>
          </p:contentPart>
        </mc:Choice>
        <mc:Fallback xmlns="">
          <p:pic>
            <p:nvPicPr>
              <p:cNvPr id="66" name="インク 65">
                <a:extLst>
                  <a:ext uri="{FF2B5EF4-FFF2-40B4-BE49-F238E27FC236}">
                    <a16:creationId xmlns:a16="http://schemas.microsoft.com/office/drawing/2014/main" id="{98231088-9F5A-C8D4-13A2-0DC26748EDAE}"/>
                  </a:ext>
                </a:extLst>
              </p:cNvPr>
              <p:cNvPicPr/>
              <p:nvPr/>
            </p:nvPicPr>
            <p:blipFill>
              <a:blip r:embed="rId23"/>
              <a:stretch>
                <a:fillRect/>
              </a:stretch>
            </p:blipFill>
            <p:spPr>
              <a:xfrm>
                <a:off x="5415480" y="5160510"/>
                <a:ext cx="4317840" cy="1074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72" name="インク 71">
                <a:extLst>
                  <a:ext uri="{FF2B5EF4-FFF2-40B4-BE49-F238E27FC236}">
                    <a16:creationId xmlns:a16="http://schemas.microsoft.com/office/drawing/2014/main" id="{93521AA8-E342-F40C-3428-DC9485349A6F}"/>
                  </a:ext>
                </a:extLst>
              </p14:cNvPr>
              <p14:cNvContentPartPr/>
              <p14:nvPr/>
            </p14:nvContentPartPr>
            <p14:xfrm>
              <a:off x="9504720" y="6102630"/>
              <a:ext cx="266760" cy="331920"/>
            </p14:xfrm>
          </p:contentPart>
        </mc:Choice>
        <mc:Fallback xmlns="">
          <p:pic>
            <p:nvPicPr>
              <p:cNvPr id="72" name="インク 71">
                <a:extLst>
                  <a:ext uri="{FF2B5EF4-FFF2-40B4-BE49-F238E27FC236}">
                    <a16:creationId xmlns:a16="http://schemas.microsoft.com/office/drawing/2014/main" id="{93521AA8-E342-F40C-3428-DC9485349A6F}"/>
                  </a:ext>
                </a:extLst>
              </p:cNvPr>
              <p:cNvPicPr/>
              <p:nvPr/>
            </p:nvPicPr>
            <p:blipFill>
              <a:blip r:embed="rId25"/>
              <a:stretch>
                <a:fillRect/>
              </a:stretch>
            </p:blipFill>
            <p:spPr>
              <a:xfrm>
                <a:off x="9498600" y="6096510"/>
                <a:ext cx="279000" cy="344160"/>
              </a:xfrm>
              <a:prstGeom prst="rect">
                <a:avLst/>
              </a:prstGeom>
            </p:spPr>
          </p:pic>
        </mc:Fallback>
      </mc:AlternateContent>
      <p:sp>
        <p:nvSpPr>
          <p:cNvPr id="73" name="テキスト ボックス 72">
            <a:extLst>
              <a:ext uri="{FF2B5EF4-FFF2-40B4-BE49-F238E27FC236}">
                <a16:creationId xmlns:a16="http://schemas.microsoft.com/office/drawing/2014/main" id="{7A6F8424-13CB-82BF-967A-DD2DCC2838C3}"/>
              </a:ext>
            </a:extLst>
          </p:cNvPr>
          <p:cNvSpPr txBox="1"/>
          <p:nvPr/>
        </p:nvSpPr>
        <p:spPr>
          <a:xfrm>
            <a:off x="7385780" y="5758330"/>
            <a:ext cx="1403890"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Todo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データ間の関係性の</a:t>
            </a: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 CRUD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操作</a:t>
            </a:r>
          </a:p>
        </p:txBody>
      </p:sp>
      <p:grpSp>
        <p:nvGrpSpPr>
          <p:cNvPr id="79" name="グループ化 78">
            <a:extLst>
              <a:ext uri="{FF2B5EF4-FFF2-40B4-BE49-F238E27FC236}">
                <a16:creationId xmlns:a16="http://schemas.microsoft.com/office/drawing/2014/main" id="{AC1F9D0A-AA93-F6CA-1AD8-A13BB46EF3C2}"/>
              </a:ext>
            </a:extLst>
          </p:cNvPr>
          <p:cNvGrpSpPr/>
          <p:nvPr/>
        </p:nvGrpSpPr>
        <p:grpSpPr>
          <a:xfrm>
            <a:off x="5216040" y="3362310"/>
            <a:ext cx="1786680" cy="1342440"/>
            <a:chOff x="5216040" y="3362310"/>
            <a:chExt cx="1786680" cy="1342440"/>
          </a:xfrm>
        </p:grpSpPr>
        <mc:AlternateContent xmlns:mc="http://schemas.openxmlformats.org/markup-compatibility/2006" xmlns:p14="http://schemas.microsoft.com/office/powerpoint/2010/main">
          <mc:Choice Requires="p14">
            <p:contentPart p14:bwMode="auto" r:id="rId26">
              <p14:nvContentPartPr>
                <p14:cNvPr id="52" name="インク 51">
                  <a:extLst>
                    <a:ext uri="{FF2B5EF4-FFF2-40B4-BE49-F238E27FC236}">
                      <a16:creationId xmlns:a16="http://schemas.microsoft.com/office/drawing/2014/main" id="{0A355AC5-B068-F124-EA15-5EBC99793092}"/>
                    </a:ext>
                  </a:extLst>
                </p14:cNvPr>
                <p14:cNvContentPartPr/>
                <p14:nvPr/>
              </p14:nvContentPartPr>
              <p14:xfrm>
                <a:off x="5351400" y="4092030"/>
                <a:ext cx="1651320" cy="585720"/>
              </p14:xfrm>
            </p:contentPart>
          </mc:Choice>
          <mc:Fallback xmlns="">
            <p:pic>
              <p:nvPicPr>
                <p:cNvPr id="52" name="インク 51">
                  <a:extLst>
                    <a:ext uri="{FF2B5EF4-FFF2-40B4-BE49-F238E27FC236}">
                      <a16:creationId xmlns:a16="http://schemas.microsoft.com/office/drawing/2014/main" id="{0A355AC5-B068-F124-EA15-5EBC99793092}"/>
                    </a:ext>
                  </a:extLst>
                </p:cNvPr>
                <p:cNvPicPr/>
                <p:nvPr/>
              </p:nvPicPr>
              <p:blipFill>
                <a:blip r:embed="rId27"/>
                <a:stretch>
                  <a:fillRect/>
                </a:stretch>
              </p:blipFill>
              <p:spPr>
                <a:xfrm>
                  <a:off x="5345280" y="4085910"/>
                  <a:ext cx="1663560" cy="597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3" name="インク 52">
                  <a:extLst>
                    <a:ext uri="{FF2B5EF4-FFF2-40B4-BE49-F238E27FC236}">
                      <a16:creationId xmlns:a16="http://schemas.microsoft.com/office/drawing/2014/main" id="{037B23F3-5517-B851-2917-95DBC4EC3C65}"/>
                    </a:ext>
                  </a:extLst>
                </p14:cNvPr>
                <p14:cNvContentPartPr/>
                <p14:nvPr/>
              </p14:nvContentPartPr>
              <p14:xfrm>
                <a:off x="5443920" y="4633110"/>
                <a:ext cx="161640" cy="71640"/>
              </p14:xfrm>
            </p:contentPart>
          </mc:Choice>
          <mc:Fallback xmlns="">
            <p:pic>
              <p:nvPicPr>
                <p:cNvPr id="53" name="インク 52">
                  <a:extLst>
                    <a:ext uri="{FF2B5EF4-FFF2-40B4-BE49-F238E27FC236}">
                      <a16:creationId xmlns:a16="http://schemas.microsoft.com/office/drawing/2014/main" id="{037B23F3-5517-B851-2917-95DBC4EC3C65}"/>
                    </a:ext>
                  </a:extLst>
                </p:cNvPr>
                <p:cNvPicPr/>
                <p:nvPr/>
              </p:nvPicPr>
              <p:blipFill>
                <a:blip r:embed="rId29"/>
                <a:stretch>
                  <a:fillRect/>
                </a:stretch>
              </p:blipFill>
              <p:spPr>
                <a:xfrm>
                  <a:off x="5437800" y="4626990"/>
                  <a:ext cx="17388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4" name="インク 73">
                  <a:extLst>
                    <a:ext uri="{FF2B5EF4-FFF2-40B4-BE49-F238E27FC236}">
                      <a16:creationId xmlns:a16="http://schemas.microsoft.com/office/drawing/2014/main" id="{F2A2223B-F9D0-5730-FF47-E8DDDB6C7B1D}"/>
                    </a:ext>
                  </a:extLst>
                </p14:cNvPr>
                <p14:cNvContentPartPr/>
                <p14:nvPr/>
              </p14:nvContentPartPr>
              <p14:xfrm>
                <a:off x="5216040" y="3414510"/>
                <a:ext cx="1674000" cy="1112760"/>
              </p14:xfrm>
            </p:contentPart>
          </mc:Choice>
          <mc:Fallback xmlns="">
            <p:pic>
              <p:nvPicPr>
                <p:cNvPr id="74" name="インク 73">
                  <a:extLst>
                    <a:ext uri="{FF2B5EF4-FFF2-40B4-BE49-F238E27FC236}">
                      <a16:creationId xmlns:a16="http://schemas.microsoft.com/office/drawing/2014/main" id="{F2A2223B-F9D0-5730-FF47-E8DDDB6C7B1D}"/>
                    </a:ext>
                  </a:extLst>
                </p:cNvPr>
                <p:cNvPicPr/>
                <p:nvPr/>
              </p:nvPicPr>
              <p:blipFill>
                <a:blip r:embed="rId31"/>
                <a:stretch>
                  <a:fillRect/>
                </a:stretch>
              </p:blipFill>
              <p:spPr>
                <a:xfrm>
                  <a:off x="5209920" y="3408390"/>
                  <a:ext cx="1686240" cy="1125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77" name="インク 76">
                  <a:extLst>
                    <a:ext uri="{FF2B5EF4-FFF2-40B4-BE49-F238E27FC236}">
                      <a16:creationId xmlns:a16="http://schemas.microsoft.com/office/drawing/2014/main" id="{7A25EEEA-E37E-0AEF-8207-B1CC77A3CBDE}"/>
                    </a:ext>
                  </a:extLst>
                </p14:cNvPr>
                <p14:cNvContentPartPr/>
                <p14:nvPr/>
              </p14:nvContentPartPr>
              <p14:xfrm>
                <a:off x="6791040" y="3362310"/>
                <a:ext cx="155520" cy="127080"/>
              </p14:xfrm>
            </p:contentPart>
          </mc:Choice>
          <mc:Fallback xmlns="">
            <p:pic>
              <p:nvPicPr>
                <p:cNvPr id="77" name="インク 76">
                  <a:extLst>
                    <a:ext uri="{FF2B5EF4-FFF2-40B4-BE49-F238E27FC236}">
                      <a16:creationId xmlns:a16="http://schemas.microsoft.com/office/drawing/2014/main" id="{7A25EEEA-E37E-0AEF-8207-B1CC77A3CBDE}"/>
                    </a:ext>
                  </a:extLst>
                </p:cNvPr>
                <p:cNvPicPr/>
                <p:nvPr/>
              </p:nvPicPr>
              <p:blipFill>
                <a:blip r:embed="rId33"/>
                <a:stretch>
                  <a:fillRect/>
                </a:stretch>
              </p:blipFill>
              <p:spPr>
                <a:xfrm>
                  <a:off x="6784920" y="3356190"/>
                  <a:ext cx="167760" cy="139320"/>
                </a:xfrm>
                <a:prstGeom prst="rect">
                  <a:avLst/>
                </a:prstGeom>
              </p:spPr>
            </p:pic>
          </mc:Fallback>
        </mc:AlternateContent>
      </p:grpSp>
      <p:sp>
        <p:nvSpPr>
          <p:cNvPr id="80" name="テキスト ボックス 79">
            <a:extLst>
              <a:ext uri="{FF2B5EF4-FFF2-40B4-BE49-F238E27FC236}">
                <a16:creationId xmlns:a16="http://schemas.microsoft.com/office/drawing/2014/main" id="{8F46A806-4F11-4FC6-D59C-15C193ED28C5}"/>
              </a:ext>
            </a:extLst>
          </p:cNvPr>
          <p:cNvSpPr txBox="1"/>
          <p:nvPr/>
        </p:nvSpPr>
        <p:spPr>
          <a:xfrm>
            <a:off x="5991932" y="3244912"/>
            <a:ext cx="563266" cy="1661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チャット</a:t>
            </a:r>
          </a:p>
        </p:txBody>
      </p:sp>
      <p:grpSp>
        <p:nvGrpSpPr>
          <p:cNvPr id="84" name="グループ化 83">
            <a:extLst>
              <a:ext uri="{FF2B5EF4-FFF2-40B4-BE49-F238E27FC236}">
                <a16:creationId xmlns:a16="http://schemas.microsoft.com/office/drawing/2014/main" id="{4D695CCB-431C-053B-BC8F-984E29DE5D90}"/>
              </a:ext>
            </a:extLst>
          </p:cNvPr>
          <p:cNvGrpSpPr/>
          <p:nvPr/>
        </p:nvGrpSpPr>
        <p:grpSpPr>
          <a:xfrm>
            <a:off x="9000000" y="3413790"/>
            <a:ext cx="830880" cy="113760"/>
            <a:chOff x="9000000" y="3413790"/>
            <a:chExt cx="830880" cy="113760"/>
          </a:xfrm>
        </p:grpSpPr>
        <mc:AlternateContent xmlns:mc="http://schemas.openxmlformats.org/markup-compatibility/2006" xmlns:p14="http://schemas.microsoft.com/office/powerpoint/2010/main">
          <mc:Choice Requires="p14">
            <p:contentPart p14:bwMode="auto" r:id="rId34">
              <p14:nvContentPartPr>
                <p14:cNvPr id="81" name="インク 80">
                  <a:extLst>
                    <a:ext uri="{FF2B5EF4-FFF2-40B4-BE49-F238E27FC236}">
                      <a16:creationId xmlns:a16="http://schemas.microsoft.com/office/drawing/2014/main" id="{308AB7D9-5493-6DB8-43D4-502F7D462603}"/>
                    </a:ext>
                  </a:extLst>
                </p14:cNvPr>
                <p14:cNvContentPartPr/>
                <p14:nvPr/>
              </p14:nvContentPartPr>
              <p14:xfrm>
                <a:off x="9000000" y="3460950"/>
                <a:ext cx="667800" cy="360"/>
              </p14:xfrm>
            </p:contentPart>
          </mc:Choice>
          <mc:Fallback xmlns="">
            <p:pic>
              <p:nvPicPr>
                <p:cNvPr id="81" name="インク 80">
                  <a:extLst>
                    <a:ext uri="{FF2B5EF4-FFF2-40B4-BE49-F238E27FC236}">
                      <a16:creationId xmlns:a16="http://schemas.microsoft.com/office/drawing/2014/main" id="{308AB7D9-5493-6DB8-43D4-502F7D462603}"/>
                    </a:ext>
                  </a:extLst>
                </p:cNvPr>
                <p:cNvPicPr/>
                <p:nvPr/>
              </p:nvPicPr>
              <p:blipFill>
                <a:blip r:embed="rId35"/>
                <a:stretch>
                  <a:fillRect/>
                </a:stretch>
              </p:blipFill>
              <p:spPr>
                <a:xfrm>
                  <a:off x="8993880" y="3454830"/>
                  <a:ext cx="6800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82" name="インク 81">
                  <a:extLst>
                    <a:ext uri="{FF2B5EF4-FFF2-40B4-BE49-F238E27FC236}">
                      <a16:creationId xmlns:a16="http://schemas.microsoft.com/office/drawing/2014/main" id="{80B97DFA-C66A-D57F-F511-082C416BDCD8}"/>
                    </a:ext>
                  </a:extLst>
                </p14:cNvPr>
                <p14:cNvContentPartPr/>
                <p14:nvPr/>
              </p14:nvContentPartPr>
              <p14:xfrm>
                <a:off x="9663120" y="3413790"/>
                <a:ext cx="167760" cy="113760"/>
              </p14:xfrm>
            </p:contentPart>
          </mc:Choice>
          <mc:Fallback xmlns="">
            <p:pic>
              <p:nvPicPr>
                <p:cNvPr id="82" name="インク 81">
                  <a:extLst>
                    <a:ext uri="{FF2B5EF4-FFF2-40B4-BE49-F238E27FC236}">
                      <a16:creationId xmlns:a16="http://schemas.microsoft.com/office/drawing/2014/main" id="{80B97DFA-C66A-D57F-F511-082C416BDCD8}"/>
                    </a:ext>
                  </a:extLst>
                </p:cNvPr>
                <p:cNvPicPr/>
                <p:nvPr/>
              </p:nvPicPr>
              <p:blipFill>
                <a:blip r:embed="rId37"/>
                <a:stretch>
                  <a:fillRect/>
                </a:stretch>
              </p:blipFill>
              <p:spPr>
                <a:xfrm>
                  <a:off x="9657000" y="3407670"/>
                  <a:ext cx="180000" cy="126000"/>
                </a:xfrm>
                <a:prstGeom prst="rect">
                  <a:avLst/>
                </a:prstGeom>
              </p:spPr>
            </p:pic>
          </mc:Fallback>
        </mc:AlternateContent>
      </p:grpSp>
      <p:grpSp>
        <p:nvGrpSpPr>
          <p:cNvPr id="88" name="グループ化 87">
            <a:extLst>
              <a:ext uri="{FF2B5EF4-FFF2-40B4-BE49-F238E27FC236}">
                <a16:creationId xmlns:a16="http://schemas.microsoft.com/office/drawing/2014/main" id="{7A49FA76-036B-B98C-4BA6-EC4E2C8CF6E8}"/>
              </a:ext>
            </a:extLst>
          </p:cNvPr>
          <p:cNvGrpSpPr/>
          <p:nvPr/>
        </p:nvGrpSpPr>
        <p:grpSpPr>
          <a:xfrm>
            <a:off x="10025640" y="3842910"/>
            <a:ext cx="168120" cy="1158840"/>
            <a:chOff x="10025640" y="3842910"/>
            <a:chExt cx="168120" cy="1158840"/>
          </a:xfrm>
        </p:grpSpPr>
        <mc:AlternateContent xmlns:mc="http://schemas.openxmlformats.org/markup-compatibility/2006" xmlns:p14="http://schemas.microsoft.com/office/powerpoint/2010/main">
          <mc:Choice Requires="p14">
            <p:contentPart p14:bwMode="auto" r:id="rId38">
              <p14:nvContentPartPr>
                <p14:cNvPr id="85" name="インク 84">
                  <a:extLst>
                    <a:ext uri="{FF2B5EF4-FFF2-40B4-BE49-F238E27FC236}">
                      <a16:creationId xmlns:a16="http://schemas.microsoft.com/office/drawing/2014/main" id="{379D349C-CCF0-49FB-6524-D51D160B0BED}"/>
                    </a:ext>
                  </a:extLst>
                </p14:cNvPr>
                <p14:cNvContentPartPr/>
                <p14:nvPr/>
              </p14:nvContentPartPr>
              <p14:xfrm>
                <a:off x="10083600" y="3842910"/>
                <a:ext cx="22320" cy="1131840"/>
              </p14:xfrm>
            </p:contentPart>
          </mc:Choice>
          <mc:Fallback xmlns="">
            <p:pic>
              <p:nvPicPr>
                <p:cNvPr id="85" name="インク 84">
                  <a:extLst>
                    <a:ext uri="{FF2B5EF4-FFF2-40B4-BE49-F238E27FC236}">
                      <a16:creationId xmlns:a16="http://schemas.microsoft.com/office/drawing/2014/main" id="{379D349C-CCF0-49FB-6524-D51D160B0BED}"/>
                    </a:ext>
                  </a:extLst>
                </p:cNvPr>
                <p:cNvPicPr/>
                <p:nvPr/>
              </p:nvPicPr>
              <p:blipFill>
                <a:blip r:embed="rId39"/>
                <a:stretch>
                  <a:fillRect/>
                </a:stretch>
              </p:blipFill>
              <p:spPr>
                <a:xfrm>
                  <a:off x="10077480" y="3836790"/>
                  <a:ext cx="34560" cy="11440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86" name="インク 85">
                  <a:extLst>
                    <a:ext uri="{FF2B5EF4-FFF2-40B4-BE49-F238E27FC236}">
                      <a16:creationId xmlns:a16="http://schemas.microsoft.com/office/drawing/2014/main" id="{C0047767-16C2-D04D-A1A1-935BD992DE13}"/>
                    </a:ext>
                  </a:extLst>
                </p14:cNvPr>
                <p14:cNvContentPartPr/>
                <p14:nvPr/>
              </p14:nvContentPartPr>
              <p14:xfrm>
                <a:off x="10025640" y="4884390"/>
                <a:ext cx="168120" cy="117360"/>
              </p14:xfrm>
            </p:contentPart>
          </mc:Choice>
          <mc:Fallback xmlns="">
            <p:pic>
              <p:nvPicPr>
                <p:cNvPr id="86" name="インク 85">
                  <a:extLst>
                    <a:ext uri="{FF2B5EF4-FFF2-40B4-BE49-F238E27FC236}">
                      <a16:creationId xmlns:a16="http://schemas.microsoft.com/office/drawing/2014/main" id="{C0047767-16C2-D04D-A1A1-935BD992DE13}"/>
                    </a:ext>
                  </a:extLst>
                </p:cNvPr>
                <p:cNvPicPr/>
                <p:nvPr/>
              </p:nvPicPr>
              <p:blipFill>
                <a:blip r:embed="rId41"/>
                <a:stretch>
                  <a:fillRect/>
                </a:stretch>
              </p:blipFill>
              <p:spPr>
                <a:xfrm>
                  <a:off x="10019520" y="4878270"/>
                  <a:ext cx="180360" cy="129600"/>
                </a:xfrm>
                <a:prstGeom prst="rect">
                  <a:avLst/>
                </a:prstGeom>
              </p:spPr>
            </p:pic>
          </mc:Fallback>
        </mc:AlternateContent>
      </p:grpSp>
      <p:sp>
        <p:nvSpPr>
          <p:cNvPr id="89" name="テキスト ボックス 88">
            <a:extLst>
              <a:ext uri="{FF2B5EF4-FFF2-40B4-BE49-F238E27FC236}">
                <a16:creationId xmlns:a16="http://schemas.microsoft.com/office/drawing/2014/main" id="{10E069BE-D99B-EAAA-2F3A-BF572A70B367}"/>
              </a:ext>
            </a:extLst>
          </p:cNvPr>
          <p:cNvSpPr txBox="1"/>
          <p:nvPr/>
        </p:nvSpPr>
        <p:spPr>
          <a:xfrm>
            <a:off x="8970634" y="2642840"/>
            <a:ext cx="777132" cy="830997"/>
          </a:xfrm>
          <a:prstGeom prst="rect">
            <a:avLst/>
          </a:prstGeom>
          <a:solidFill>
            <a:srgbClr val="FCFCFC">
              <a:alpha val="65170"/>
            </a:srgbClr>
          </a:solidFill>
        </p:spPr>
        <p:txBody>
          <a:bodyPr wrap="square" lIns="0" tIns="0" rIns="0" bIns="0" rtlCol="0" anchor="ctr">
            <a:spAutoFit/>
          </a:bodyPr>
          <a:lstStyle/>
          <a:p>
            <a:pPr defTabSz="931757" rtl="0" fontAlgn="base">
              <a:lnSpc>
                <a:spcPct val="90000"/>
              </a:lnSpc>
              <a:spcBef>
                <a:spcPct val="0"/>
              </a:spcBef>
              <a:spcAft>
                <a:spcPct val="0"/>
              </a:spcAft>
            </a:pPr>
            <a:r>
              <a:rPr lang="ja-JP" altLang="en-US" sz="12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必要に応じて</a:t>
            </a:r>
            <a:r>
              <a:rPr lang="en-US" altLang="ja-JP" sz="12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 Cosmos DB </a:t>
            </a:r>
            <a:r>
              <a:rPr lang="ja-JP" altLang="en-US" sz="12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の検索をツールとして呼び出し</a:t>
            </a:r>
          </a:p>
        </p:txBody>
      </p:sp>
      <p:sp>
        <p:nvSpPr>
          <p:cNvPr id="90" name="テキスト ボックス 89">
            <a:extLst>
              <a:ext uri="{FF2B5EF4-FFF2-40B4-BE49-F238E27FC236}">
                <a16:creationId xmlns:a16="http://schemas.microsoft.com/office/drawing/2014/main" id="{2E1937BF-DA73-5209-BB4E-2CBDED99AC22}"/>
              </a:ext>
            </a:extLst>
          </p:cNvPr>
          <p:cNvSpPr txBox="1"/>
          <p:nvPr/>
        </p:nvSpPr>
        <p:spPr>
          <a:xfrm>
            <a:off x="10237150" y="4198930"/>
            <a:ext cx="1006642"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Cosmos DB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の</a:t>
            </a: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 Vector </a:t>
            </a:r>
            <a:r>
              <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検索</a:t>
            </a:r>
          </a:p>
        </p:txBody>
      </p:sp>
      <p:sp>
        <p:nvSpPr>
          <p:cNvPr id="7" name="正方形/長方形 6">
            <a:extLst>
              <a:ext uri="{FF2B5EF4-FFF2-40B4-BE49-F238E27FC236}">
                <a16:creationId xmlns:a16="http://schemas.microsoft.com/office/drawing/2014/main" id="{C7A4F0F6-8B1B-920F-9FBA-E308DDE353A7}"/>
              </a:ext>
            </a:extLst>
          </p:cNvPr>
          <p:cNvSpPr/>
          <p:nvPr/>
        </p:nvSpPr>
        <p:spPr>
          <a:xfrm>
            <a:off x="6555198" y="2377440"/>
            <a:ext cx="2725962" cy="2713061"/>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7BF50320-9F0C-CFCE-397A-348741CF5E02}"/>
              </a:ext>
            </a:extLst>
          </p:cNvPr>
          <p:cNvSpPr/>
          <p:nvPr/>
        </p:nvSpPr>
        <p:spPr>
          <a:xfrm>
            <a:off x="584200" y="5697990"/>
            <a:ext cx="2007080" cy="564905"/>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Yu Gothic UI" panose="020B0500000000000000" pitchFamily="34" charset="-128"/>
                <a:ea typeface="Yu Gothic UI" panose="020B0500000000000000" pitchFamily="34" charset="-128"/>
              </a:rPr>
              <a:t>ハンズオンで</a:t>
            </a:r>
            <a:endParaRPr kumimoji="1" lang="en-US" altLang="ja-JP" dirty="0">
              <a:solidFill>
                <a:schemeClr val="tx1"/>
              </a:solidFill>
              <a:latin typeface="Yu Gothic UI" panose="020B0500000000000000" pitchFamily="34" charset="-128"/>
              <a:ea typeface="Yu Gothic UI" panose="020B0500000000000000" pitchFamily="34" charset="-128"/>
            </a:endParaRPr>
          </a:p>
          <a:p>
            <a:pPr algn="ctr"/>
            <a:r>
              <a:rPr kumimoji="1" lang="ja-JP" altLang="en-US">
                <a:solidFill>
                  <a:schemeClr val="tx1"/>
                </a:solidFill>
                <a:latin typeface="Yu Gothic UI" panose="020B0500000000000000" pitchFamily="34" charset="-128"/>
                <a:ea typeface="Yu Gothic UI" panose="020B0500000000000000" pitchFamily="34" charset="-128"/>
              </a:rPr>
              <a:t>作成するもの</a:t>
            </a:r>
          </a:p>
        </p:txBody>
      </p:sp>
      <p:sp>
        <p:nvSpPr>
          <p:cNvPr id="13" name="正方形/長方形 12">
            <a:extLst>
              <a:ext uri="{FF2B5EF4-FFF2-40B4-BE49-F238E27FC236}">
                <a16:creationId xmlns:a16="http://schemas.microsoft.com/office/drawing/2014/main" id="{F20C1AB7-E1CB-5A6A-93D6-E0BDBDB9D3FC}"/>
              </a:ext>
            </a:extLst>
          </p:cNvPr>
          <p:cNvSpPr/>
          <p:nvPr/>
        </p:nvSpPr>
        <p:spPr>
          <a:xfrm>
            <a:off x="2966011" y="5703109"/>
            <a:ext cx="2007080" cy="564905"/>
          </a:xfrm>
          <a:prstGeom prst="rect">
            <a:avLst/>
          </a:prstGeom>
          <a:solidFill>
            <a:schemeClr val="accent2">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Yu Gothic UI" panose="020B0500000000000000" pitchFamily="34" charset="-128"/>
                <a:ea typeface="Yu Gothic UI" panose="020B0500000000000000" pitchFamily="34" charset="-128"/>
              </a:rPr>
              <a:t>講師があらかじめ</a:t>
            </a:r>
            <a:endParaRPr kumimoji="1" lang="en-US" altLang="ja-JP" dirty="0">
              <a:solidFill>
                <a:schemeClr val="tx1"/>
              </a:solidFill>
              <a:latin typeface="Yu Gothic UI" panose="020B0500000000000000" pitchFamily="34" charset="-128"/>
              <a:ea typeface="Yu Gothic UI" panose="020B0500000000000000" pitchFamily="34" charset="-128"/>
            </a:endParaRPr>
          </a:p>
          <a:p>
            <a:pPr algn="ctr"/>
            <a:r>
              <a:rPr kumimoji="1" lang="ja-JP" altLang="en-US">
                <a:solidFill>
                  <a:schemeClr val="tx1"/>
                </a:solidFill>
                <a:latin typeface="Yu Gothic UI" panose="020B0500000000000000" pitchFamily="34" charset="-128"/>
                <a:ea typeface="Yu Gothic UI" panose="020B0500000000000000" pitchFamily="34" charset="-128"/>
              </a:rPr>
              <a:t>準備しているもの</a:t>
            </a:r>
          </a:p>
        </p:txBody>
      </p:sp>
      <p:sp>
        <p:nvSpPr>
          <p:cNvPr id="17" name="正方形/長方形 16">
            <a:extLst>
              <a:ext uri="{FF2B5EF4-FFF2-40B4-BE49-F238E27FC236}">
                <a16:creationId xmlns:a16="http://schemas.microsoft.com/office/drawing/2014/main" id="{33D77020-60EC-D1F3-9697-00BAB4CED59B}"/>
              </a:ext>
            </a:extLst>
          </p:cNvPr>
          <p:cNvSpPr/>
          <p:nvPr/>
        </p:nvSpPr>
        <p:spPr>
          <a:xfrm>
            <a:off x="9354498" y="2483813"/>
            <a:ext cx="2725962" cy="1608217"/>
          </a:xfrm>
          <a:prstGeom prst="rect">
            <a:avLst/>
          </a:prstGeom>
          <a:solidFill>
            <a:schemeClr val="accent2">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Yu Gothic UI" panose="020B0500000000000000" pitchFamily="34" charset="-128"/>
              <a:ea typeface="Yu Gothic UI" panose="020B0500000000000000" pitchFamily="34" charset="-128"/>
            </a:endParaRPr>
          </a:p>
        </p:txBody>
      </p:sp>
      <p:sp>
        <p:nvSpPr>
          <p:cNvPr id="14" name="正方形/長方形 13">
            <a:extLst>
              <a:ext uri="{FF2B5EF4-FFF2-40B4-BE49-F238E27FC236}">
                <a16:creationId xmlns:a16="http://schemas.microsoft.com/office/drawing/2014/main" id="{C0EF8609-0E53-B021-875B-624C6C57CDA8}"/>
              </a:ext>
            </a:extLst>
          </p:cNvPr>
          <p:cNvSpPr/>
          <p:nvPr/>
        </p:nvSpPr>
        <p:spPr>
          <a:xfrm>
            <a:off x="9600720" y="2985771"/>
            <a:ext cx="2165830" cy="850315"/>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205ADE2E-F1AB-7B01-C041-B81689D90BFD}"/>
              </a:ext>
            </a:extLst>
          </p:cNvPr>
          <p:cNvSpPr/>
          <p:nvPr/>
        </p:nvSpPr>
        <p:spPr>
          <a:xfrm>
            <a:off x="9513165" y="5008574"/>
            <a:ext cx="2368902" cy="1608217"/>
          </a:xfrm>
          <a:prstGeom prst="rect">
            <a:avLst/>
          </a:prstGeom>
          <a:solidFill>
            <a:schemeClr val="accent2">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Yu Gothic UI" panose="020B0500000000000000" pitchFamily="34" charset="-128"/>
              <a:ea typeface="Yu Gothic UI" panose="020B0500000000000000" pitchFamily="34" charset="-128"/>
            </a:endParaRPr>
          </a:p>
        </p:txBody>
      </p:sp>
      <p:sp>
        <p:nvSpPr>
          <p:cNvPr id="25" name="正方形/長方形 24">
            <a:extLst>
              <a:ext uri="{FF2B5EF4-FFF2-40B4-BE49-F238E27FC236}">
                <a16:creationId xmlns:a16="http://schemas.microsoft.com/office/drawing/2014/main" id="{E2897964-2D83-0F71-1392-492565C92F6C}"/>
              </a:ext>
            </a:extLst>
          </p:cNvPr>
          <p:cNvSpPr/>
          <p:nvPr/>
        </p:nvSpPr>
        <p:spPr>
          <a:xfrm>
            <a:off x="3288419" y="3150588"/>
            <a:ext cx="2725962" cy="2335002"/>
          </a:xfrm>
          <a:prstGeom prst="rect">
            <a:avLst/>
          </a:prstGeom>
          <a:solidFill>
            <a:schemeClr val="accent2">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4183836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350CC-9BBE-EF4F-A30F-252B7A13FD7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5B2F772-EAC4-60A1-016B-B9A0A025612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latin typeface="Yu Gothic UI" panose="020B0500000000000000" pitchFamily="34" charset="-128"/>
                <a:ea typeface="Yu Gothic UI" panose="020B0500000000000000" pitchFamily="34" charset="-128"/>
              </a:rPr>
              <a:t>構築プロセスから見た作成する範囲</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C96FE402-370D-E73F-4F1C-D25D3E86FE6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32984DE-9DBD-3E25-3CF2-8B02E5C68CC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D4D03F32-F3A2-2EBF-F183-806789CF7330}"/>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構築プロセスから見ると、おおまかには</a:t>
            </a:r>
            <a:r>
              <a:rPr kumimoji="1" lang="en-US" altLang="ja-JP" sz="2000" dirty="0"/>
              <a:t> DB </a:t>
            </a:r>
            <a:r>
              <a:rPr kumimoji="1" lang="ja-JP" altLang="en-US" sz="2000"/>
              <a:t>の構築、</a:t>
            </a:r>
            <a:r>
              <a:rPr kumimoji="1" lang="en-US" altLang="ja-JP" sz="2000" dirty="0"/>
              <a:t>MCP </a:t>
            </a:r>
            <a:r>
              <a:rPr kumimoji="1" lang="ja-JP" altLang="en-US" sz="2000"/>
              <a:t>の構築、</a:t>
            </a:r>
            <a:r>
              <a:rPr kumimoji="1" lang="en-US" altLang="ja-JP" sz="2000" dirty="0"/>
              <a:t>AI </a:t>
            </a:r>
            <a:r>
              <a:rPr kumimoji="1" lang="ja-JP" altLang="en-US" sz="2000"/>
              <a:t>エージェントの構築、</a:t>
            </a:r>
            <a:r>
              <a:rPr kumimoji="1" lang="en-US" altLang="ja-JP" sz="2000" dirty="0"/>
              <a:t>API </a:t>
            </a:r>
            <a:r>
              <a:rPr kumimoji="1" lang="ja-JP" altLang="en-US" sz="2000"/>
              <a:t>の構築、</a:t>
            </a:r>
            <a:r>
              <a:rPr kumimoji="1" lang="en-US" altLang="ja-JP" sz="2000" dirty="0"/>
              <a:t>SPA </a:t>
            </a:r>
            <a:r>
              <a:rPr kumimoji="1" lang="ja-JP" altLang="en-US" sz="2000"/>
              <a:t>の構築の順序になりますが、本ハンズオンでは</a:t>
            </a:r>
            <a:r>
              <a:rPr kumimoji="1" lang="en-US" altLang="ja-JP" sz="2000" dirty="0"/>
              <a:t> DB </a:t>
            </a:r>
            <a:r>
              <a:rPr kumimoji="1" lang="ja-JP" altLang="en-US" sz="2000"/>
              <a:t>の構築から</a:t>
            </a:r>
            <a:r>
              <a:rPr kumimoji="1" lang="en-US" altLang="ja-JP" sz="2000" dirty="0"/>
              <a:t> AI </a:t>
            </a:r>
            <a:r>
              <a:rPr kumimoji="1" lang="ja-JP" altLang="en-US" sz="2000"/>
              <a:t>エージェントの構築までがスコープです。</a:t>
            </a:r>
            <a:r>
              <a:rPr kumimoji="1" lang="en-US" altLang="ja-JP" sz="2000" dirty="0"/>
              <a:t>API </a:t>
            </a:r>
            <a:r>
              <a:rPr kumimoji="1" lang="ja-JP" altLang="en-US" sz="2000"/>
              <a:t>および、</a:t>
            </a:r>
            <a:r>
              <a:rPr kumimoji="1" lang="en-US" altLang="ja-JP" sz="2000" dirty="0"/>
              <a:t>SPA </a:t>
            </a:r>
            <a:r>
              <a:rPr kumimoji="1" lang="ja-JP" altLang="en-US" sz="2000"/>
              <a:t>は講師が事前に作成したものをデモ環境として利用します。</a:t>
            </a:r>
          </a:p>
        </p:txBody>
      </p:sp>
      <p:sp>
        <p:nvSpPr>
          <p:cNvPr id="6" name="字幕 1">
            <a:extLst>
              <a:ext uri="{FF2B5EF4-FFF2-40B4-BE49-F238E27FC236}">
                <a16:creationId xmlns:a16="http://schemas.microsoft.com/office/drawing/2014/main" id="{26677483-D07E-19BA-E63D-7E05831C8569}"/>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角丸四角形 4">
            <a:extLst>
              <a:ext uri="{FF2B5EF4-FFF2-40B4-BE49-F238E27FC236}">
                <a16:creationId xmlns:a16="http://schemas.microsoft.com/office/drawing/2014/main" id="{0CF7EFB9-B39B-2125-5636-D69015E942F9}"/>
              </a:ext>
            </a:extLst>
          </p:cNvPr>
          <p:cNvSpPr/>
          <p:nvPr/>
        </p:nvSpPr>
        <p:spPr>
          <a:xfrm>
            <a:off x="9449049" y="2768127"/>
            <a:ext cx="2480310" cy="1145093"/>
          </a:xfrm>
          <a:prstGeom prst="roundRect">
            <a:avLst>
              <a:gd name="adj" fmla="val 1064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E6C0279F-7B7A-167A-CB33-3F74559C9D90}"/>
              </a:ext>
            </a:extLst>
          </p:cNvPr>
          <p:cNvSpPr/>
          <p:nvPr/>
        </p:nvSpPr>
        <p:spPr>
          <a:xfrm>
            <a:off x="9783763" y="2557307"/>
            <a:ext cx="1737360" cy="4216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グラフィックス 7">
            <a:extLst>
              <a:ext uri="{FF2B5EF4-FFF2-40B4-BE49-F238E27FC236}">
                <a16:creationId xmlns:a16="http://schemas.microsoft.com/office/drawing/2014/main" id="{C5086E87-C9DB-D6D0-A41D-2640F7DDF8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10763" y="2557307"/>
            <a:ext cx="421640" cy="421640"/>
          </a:xfrm>
          <a:prstGeom prst="rect">
            <a:avLst/>
          </a:prstGeom>
        </p:spPr>
      </p:pic>
      <p:sp>
        <p:nvSpPr>
          <p:cNvPr id="10" name="テキスト ボックス 9">
            <a:extLst>
              <a:ext uri="{FF2B5EF4-FFF2-40B4-BE49-F238E27FC236}">
                <a16:creationId xmlns:a16="http://schemas.microsoft.com/office/drawing/2014/main" id="{8DB45075-9BFD-AD05-8069-B2425AEDA748}"/>
              </a:ext>
            </a:extLst>
          </p:cNvPr>
          <p:cNvSpPr txBox="1"/>
          <p:nvPr/>
        </p:nvSpPr>
        <p:spPr>
          <a:xfrm>
            <a:off x="10480993" y="2657327"/>
            <a:ext cx="1040130" cy="225100"/>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ACA</a:t>
            </a: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 </a:t>
            </a: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環境</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pic>
        <p:nvPicPr>
          <p:cNvPr id="11" name="グラフィックス 10">
            <a:extLst>
              <a:ext uri="{FF2B5EF4-FFF2-40B4-BE49-F238E27FC236}">
                <a16:creationId xmlns:a16="http://schemas.microsoft.com/office/drawing/2014/main" id="{FB5EE9D8-8778-F6E3-6B49-7C57208897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69857" y="3189767"/>
            <a:ext cx="517439" cy="517439"/>
          </a:xfrm>
          <a:prstGeom prst="rect">
            <a:avLst/>
          </a:prstGeom>
        </p:spPr>
      </p:pic>
      <p:sp>
        <p:nvSpPr>
          <p:cNvPr id="12" name="テキスト ボックス 11">
            <a:extLst>
              <a:ext uri="{FF2B5EF4-FFF2-40B4-BE49-F238E27FC236}">
                <a16:creationId xmlns:a16="http://schemas.microsoft.com/office/drawing/2014/main" id="{2E005524-C18A-15EE-7395-047B7D643F84}"/>
              </a:ext>
            </a:extLst>
          </p:cNvPr>
          <p:cNvSpPr txBox="1"/>
          <p:nvPr/>
        </p:nvSpPr>
        <p:spPr>
          <a:xfrm>
            <a:off x="10503296" y="2995474"/>
            <a:ext cx="1328420" cy="886397"/>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MCP </a:t>
            </a: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用</a:t>
            </a:r>
            <a:endPar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a:p>
            <a:pPr marL="0" marR="0" indent="0"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コンテナアプリ</a:t>
            </a:r>
            <a:endPar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a:p>
            <a:pPr marL="0" marR="0" indent="0"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(Cosmos DB </a:t>
            </a: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検索用</a:t>
            </a: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pic>
        <p:nvPicPr>
          <p:cNvPr id="13" name="グラフィックス 12">
            <a:extLst>
              <a:ext uri="{FF2B5EF4-FFF2-40B4-BE49-F238E27FC236}">
                <a16:creationId xmlns:a16="http://schemas.microsoft.com/office/drawing/2014/main" id="{91F50C8F-53F9-CA0A-C9B0-F3FCA44322E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18588" y="5008574"/>
            <a:ext cx="653057" cy="653057"/>
          </a:xfrm>
          <a:prstGeom prst="rect">
            <a:avLst/>
          </a:prstGeom>
        </p:spPr>
      </p:pic>
      <p:sp>
        <p:nvSpPr>
          <p:cNvPr id="14" name="テキスト ボックス 13">
            <a:extLst>
              <a:ext uri="{FF2B5EF4-FFF2-40B4-BE49-F238E27FC236}">
                <a16:creationId xmlns:a16="http://schemas.microsoft.com/office/drawing/2014/main" id="{6BD865A4-0BF2-8778-7A55-736E418E2A8B}"/>
              </a:ext>
            </a:extLst>
          </p:cNvPr>
          <p:cNvSpPr txBox="1"/>
          <p:nvPr/>
        </p:nvSpPr>
        <p:spPr>
          <a:xfrm>
            <a:off x="10624542" y="5104781"/>
            <a:ext cx="1328420"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Cosmos DB</a:t>
            </a:r>
          </a:p>
          <a:p>
            <a:pPr marL="0" marR="0" indent="0"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(NoSQL)</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15" name="角丸四角形 14">
            <a:extLst>
              <a:ext uri="{FF2B5EF4-FFF2-40B4-BE49-F238E27FC236}">
                <a16:creationId xmlns:a16="http://schemas.microsoft.com/office/drawing/2014/main" id="{BFA4DA9B-06A5-93E8-F683-D59F4F59B14F}"/>
              </a:ext>
            </a:extLst>
          </p:cNvPr>
          <p:cNvSpPr/>
          <p:nvPr/>
        </p:nvSpPr>
        <p:spPr>
          <a:xfrm>
            <a:off x="584200" y="3429000"/>
            <a:ext cx="1998980" cy="1897380"/>
          </a:xfrm>
          <a:prstGeom prst="roundRect">
            <a:avLst>
              <a:gd name="adj" fmla="val 945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6298348C-31D0-9162-EF2D-13653D4CE8CB}"/>
              </a:ext>
            </a:extLst>
          </p:cNvPr>
          <p:cNvSpPr txBox="1"/>
          <p:nvPr/>
        </p:nvSpPr>
        <p:spPr>
          <a:xfrm>
            <a:off x="1063625" y="5213830"/>
            <a:ext cx="1040130" cy="225100"/>
          </a:xfrm>
          <a:prstGeom prst="rect">
            <a:avLst/>
          </a:prstGeom>
          <a:solidFill>
            <a:srgbClr val="FCFCFC"/>
          </a:solid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ブラウザ</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17" name="角丸四角形 16">
            <a:extLst>
              <a:ext uri="{FF2B5EF4-FFF2-40B4-BE49-F238E27FC236}">
                <a16:creationId xmlns:a16="http://schemas.microsoft.com/office/drawing/2014/main" id="{73E3957B-B333-DD9A-9BD9-F5864554CF16}"/>
              </a:ext>
            </a:extLst>
          </p:cNvPr>
          <p:cNvSpPr/>
          <p:nvPr/>
        </p:nvSpPr>
        <p:spPr>
          <a:xfrm>
            <a:off x="3430759" y="3429000"/>
            <a:ext cx="2480310" cy="1897380"/>
          </a:xfrm>
          <a:prstGeom prst="roundRect">
            <a:avLst>
              <a:gd name="adj" fmla="val 1064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8" name="グラフィックス 17">
            <a:extLst>
              <a:ext uri="{FF2B5EF4-FFF2-40B4-BE49-F238E27FC236}">
                <a16:creationId xmlns:a16="http://schemas.microsoft.com/office/drawing/2014/main" id="{68CD70E8-02F9-A5F2-BC9D-256A5D23BFB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180267" y="3252470"/>
            <a:ext cx="353060" cy="353060"/>
          </a:xfrm>
          <a:prstGeom prst="rect">
            <a:avLst/>
          </a:prstGeom>
        </p:spPr>
      </p:pic>
      <p:sp>
        <p:nvSpPr>
          <p:cNvPr id="19" name="テキスト ボックス 18">
            <a:extLst>
              <a:ext uri="{FF2B5EF4-FFF2-40B4-BE49-F238E27FC236}">
                <a16:creationId xmlns:a16="http://schemas.microsoft.com/office/drawing/2014/main" id="{EE22AA9C-137F-0F4B-8F7F-4917CA70D2AC}"/>
              </a:ext>
            </a:extLst>
          </p:cNvPr>
          <p:cNvSpPr txBox="1"/>
          <p:nvPr/>
        </p:nvSpPr>
        <p:spPr>
          <a:xfrm>
            <a:off x="4668275" y="3333696"/>
            <a:ext cx="563266" cy="221599"/>
          </a:xfrm>
          <a:prstGeom prst="rect">
            <a:avLst/>
          </a:prstGeom>
          <a:solidFill>
            <a:srgbClr val="FCFCFC"/>
          </a:solid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SWA</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20" name="正方形/長方形 19">
            <a:extLst>
              <a:ext uri="{FF2B5EF4-FFF2-40B4-BE49-F238E27FC236}">
                <a16:creationId xmlns:a16="http://schemas.microsoft.com/office/drawing/2014/main" id="{15A0DA02-CBFE-1E57-02A7-7C5F84D421F8}"/>
              </a:ext>
            </a:extLst>
          </p:cNvPr>
          <p:cNvSpPr/>
          <p:nvPr/>
        </p:nvSpPr>
        <p:spPr>
          <a:xfrm>
            <a:off x="3730410" y="3751698"/>
            <a:ext cx="1977390" cy="553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静的コンテンツ</a:t>
            </a:r>
            <a:endParaRPr kumimoji="1" lang="en-US" altLang="ja-JP" sz="1400" dirty="0"/>
          </a:p>
          <a:p>
            <a:pPr algn="ctr"/>
            <a:r>
              <a:rPr kumimoji="1" lang="en-US" altLang="ja-JP" sz="1100" dirty="0"/>
              <a:t>(</a:t>
            </a:r>
            <a:r>
              <a:rPr kumimoji="1" lang="ja-JP" altLang="en-US" sz="1100"/>
              <a:t>フロントエンドアプリなど</a:t>
            </a:r>
            <a:r>
              <a:rPr kumimoji="1" lang="en-US" altLang="ja-JP" sz="1100" dirty="0"/>
              <a:t>)</a:t>
            </a:r>
            <a:endParaRPr kumimoji="1" lang="ja-JP" altLang="en-US" sz="1100"/>
          </a:p>
        </p:txBody>
      </p:sp>
      <p:pic>
        <p:nvPicPr>
          <p:cNvPr id="21" name="グラフィックス 20">
            <a:extLst>
              <a:ext uri="{FF2B5EF4-FFF2-40B4-BE49-F238E27FC236}">
                <a16:creationId xmlns:a16="http://schemas.microsoft.com/office/drawing/2014/main" id="{46120C61-31AE-BB44-B55A-F41EDD29FD9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08491" y="4636004"/>
            <a:ext cx="360067" cy="360067"/>
          </a:xfrm>
          <a:prstGeom prst="rect">
            <a:avLst/>
          </a:prstGeom>
        </p:spPr>
      </p:pic>
      <p:sp>
        <p:nvSpPr>
          <p:cNvPr id="22" name="テキスト ボックス 21">
            <a:extLst>
              <a:ext uri="{FF2B5EF4-FFF2-40B4-BE49-F238E27FC236}">
                <a16:creationId xmlns:a16="http://schemas.microsoft.com/office/drawing/2014/main" id="{891F82FE-7A13-C310-EA7B-232D0C518227}"/>
              </a:ext>
            </a:extLst>
          </p:cNvPr>
          <p:cNvSpPr txBox="1"/>
          <p:nvPr/>
        </p:nvSpPr>
        <p:spPr>
          <a:xfrm>
            <a:off x="4495558" y="4568786"/>
            <a:ext cx="1161075"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API </a:t>
            </a:r>
            <a:r>
              <a:rPr lang="ja-JP" altLang="en-US" sz="160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用</a:t>
            </a:r>
            <a:endPar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endParaRPr>
          </a:p>
          <a:p>
            <a:pPr marL="0" marR="0" indent="0"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Functions</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23" name="正方形/長方形 22">
            <a:extLst>
              <a:ext uri="{FF2B5EF4-FFF2-40B4-BE49-F238E27FC236}">
                <a16:creationId xmlns:a16="http://schemas.microsoft.com/office/drawing/2014/main" id="{8D1AD579-C61A-1D0B-67F9-98DCDD138A5E}"/>
              </a:ext>
            </a:extLst>
          </p:cNvPr>
          <p:cNvSpPr/>
          <p:nvPr/>
        </p:nvSpPr>
        <p:spPr>
          <a:xfrm>
            <a:off x="813932" y="4094311"/>
            <a:ext cx="1539515" cy="5539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t>フロントエンド</a:t>
            </a:r>
            <a:endParaRPr kumimoji="1" lang="en-US" altLang="ja-JP" sz="1400" dirty="0"/>
          </a:p>
          <a:p>
            <a:pPr algn="ctr"/>
            <a:r>
              <a:rPr kumimoji="1" lang="ja-JP" altLang="en-US" sz="1400"/>
              <a:t>アプリ</a:t>
            </a:r>
            <a:endParaRPr kumimoji="1" lang="ja-JP" altLang="en-US" sz="1100"/>
          </a:p>
        </p:txBody>
      </p:sp>
      <p:pic>
        <p:nvPicPr>
          <p:cNvPr id="24" name="グラフィックス 23">
            <a:extLst>
              <a:ext uri="{FF2B5EF4-FFF2-40B4-BE49-F238E27FC236}">
                <a16:creationId xmlns:a16="http://schemas.microsoft.com/office/drawing/2014/main" id="{52262E0B-636E-CD08-5C3C-2F44F174938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18588" y="5856534"/>
            <a:ext cx="653057" cy="653057"/>
          </a:xfrm>
          <a:prstGeom prst="rect">
            <a:avLst/>
          </a:prstGeom>
        </p:spPr>
      </p:pic>
      <p:sp>
        <p:nvSpPr>
          <p:cNvPr id="25" name="テキスト ボックス 24">
            <a:extLst>
              <a:ext uri="{FF2B5EF4-FFF2-40B4-BE49-F238E27FC236}">
                <a16:creationId xmlns:a16="http://schemas.microsoft.com/office/drawing/2014/main" id="{428DB045-8291-B365-4616-CC61493639D2}"/>
              </a:ext>
            </a:extLst>
          </p:cNvPr>
          <p:cNvSpPr txBox="1"/>
          <p:nvPr/>
        </p:nvSpPr>
        <p:spPr>
          <a:xfrm>
            <a:off x="10624542" y="5952741"/>
            <a:ext cx="1328420"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Cosmos DB</a:t>
            </a:r>
          </a:p>
          <a:p>
            <a:pPr marL="0" marR="0" indent="0" defTabSz="931757" rtl="0" eaLnBrk="1" fontAlgn="base" latinLnBrk="0" hangingPunct="1">
              <a:lnSpc>
                <a:spcPct val="90000"/>
              </a:lnSpc>
              <a:spcBef>
                <a:spcPct val="0"/>
              </a:spcBef>
              <a:spcAft>
                <a:spcPct val="0"/>
              </a:spcAft>
              <a:buClrTx/>
              <a:buSzTx/>
              <a:buFontTx/>
              <a:buNone/>
              <a:tabLst/>
            </a:pPr>
            <a:r>
              <a:rPr lang="en-US" altLang="ja-JP" sz="16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(Gremlin)</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26" name="角丸四角形 25">
            <a:extLst>
              <a:ext uri="{FF2B5EF4-FFF2-40B4-BE49-F238E27FC236}">
                <a16:creationId xmlns:a16="http://schemas.microsoft.com/office/drawing/2014/main" id="{0BA97CDF-5FF5-1A61-FFCB-6459660B2624}"/>
              </a:ext>
            </a:extLst>
          </p:cNvPr>
          <p:cNvSpPr/>
          <p:nvPr/>
        </p:nvSpPr>
        <p:spPr>
          <a:xfrm>
            <a:off x="6800688" y="2768127"/>
            <a:ext cx="2308320" cy="2135343"/>
          </a:xfrm>
          <a:prstGeom prst="roundRect">
            <a:avLst>
              <a:gd name="adj" fmla="val 8502"/>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7" name="Graphic 21">
            <a:extLst>
              <a:ext uri="{FF2B5EF4-FFF2-40B4-BE49-F238E27FC236}">
                <a16:creationId xmlns:a16="http://schemas.microsoft.com/office/drawing/2014/main" id="{F710205B-72AF-8670-2955-6F0C54B02A9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07033" y="2585494"/>
            <a:ext cx="356757" cy="356757"/>
          </a:xfrm>
          <a:prstGeom prst="rect">
            <a:avLst/>
          </a:prstGeom>
        </p:spPr>
      </p:pic>
      <p:pic>
        <p:nvPicPr>
          <p:cNvPr id="28" name="Picture 39">
            <a:extLst>
              <a:ext uri="{FF2B5EF4-FFF2-40B4-BE49-F238E27FC236}">
                <a16:creationId xmlns:a16="http://schemas.microsoft.com/office/drawing/2014/main" id="{6BB24AF1-B46D-7AC1-7519-417995503344}"/>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7070316" y="3149685"/>
            <a:ext cx="504772" cy="504772"/>
          </a:xfrm>
          <a:prstGeom prst="rect">
            <a:avLst/>
          </a:prstGeom>
        </p:spPr>
      </p:pic>
      <p:sp>
        <p:nvSpPr>
          <p:cNvPr id="29" name="テキスト ボックス 28">
            <a:extLst>
              <a:ext uri="{FF2B5EF4-FFF2-40B4-BE49-F238E27FC236}">
                <a16:creationId xmlns:a16="http://schemas.microsoft.com/office/drawing/2014/main" id="{CE0D77CD-726A-98B4-B88E-2F5367EC73A3}"/>
              </a:ext>
            </a:extLst>
          </p:cNvPr>
          <p:cNvSpPr txBox="1"/>
          <p:nvPr/>
        </p:nvSpPr>
        <p:spPr>
          <a:xfrm>
            <a:off x="7702590" y="2560693"/>
            <a:ext cx="871910" cy="443198"/>
          </a:xfrm>
          <a:prstGeom prst="rect">
            <a:avLst/>
          </a:prstGeom>
          <a:solidFill>
            <a:srgbClr val="FCFCFC"/>
          </a:solid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Foundry Project</a:t>
            </a:r>
            <a:endPar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30" name="テキスト ボックス 29">
            <a:extLst>
              <a:ext uri="{FF2B5EF4-FFF2-40B4-BE49-F238E27FC236}">
                <a16:creationId xmlns:a16="http://schemas.microsoft.com/office/drawing/2014/main" id="{3A0CB3FE-58D6-5DB0-3642-C4807842FD8C}"/>
              </a:ext>
            </a:extLst>
          </p:cNvPr>
          <p:cNvSpPr txBox="1"/>
          <p:nvPr/>
        </p:nvSpPr>
        <p:spPr>
          <a:xfrm>
            <a:off x="7593506" y="3217073"/>
            <a:ext cx="1328420"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Todo </a:t>
            </a: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アプリ用エージェント</a:t>
            </a:r>
          </a:p>
        </p:txBody>
      </p:sp>
      <p:pic>
        <p:nvPicPr>
          <p:cNvPr id="31" name="Picture 39">
            <a:extLst>
              <a:ext uri="{FF2B5EF4-FFF2-40B4-BE49-F238E27FC236}">
                <a16:creationId xmlns:a16="http://schemas.microsoft.com/office/drawing/2014/main" id="{96794F9C-FEB9-A8C7-0494-541CDAE8DA7D}"/>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7070316" y="3860358"/>
            <a:ext cx="504772" cy="504772"/>
          </a:xfrm>
          <a:prstGeom prst="rect">
            <a:avLst/>
          </a:prstGeom>
        </p:spPr>
      </p:pic>
      <p:sp>
        <p:nvSpPr>
          <p:cNvPr id="32" name="テキスト ボックス 31">
            <a:extLst>
              <a:ext uri="{FF2B5EF4-FFF2-40B4-BE49-F238E27FC236}">
                <a16:creationId xmlns:a16="http://schemas.microsoft.com/office/drawing/2014/main" id="{4776E623-BA7C-069B-E508-D521C643ECAB}"/>
              </a:ext>
            </a:extLst>
          </p:cNvPr>
          <p:cNvSpPr txBox="1"/>
          <p:nvPr/>
        </p:nvSpPr>
        <p:spPr>
          <a:xfrm>
            <a:off x="7593506" y="3931510"/>
            <a:ext cx="1328420" cy="443198"/>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Embedding</a:t>
            </a:r>
          </a:p>
          <a:p>
            <a:pPr marL="0" marR="0" indent="0" defTabSz="931757" rtl="0" eaLnBrk="1" fontAlgn="base" latinLnBrk="0" hangingPunct="1">
              <a:lnSpc>
                <a:spcPct val="90000"/>
              </a:lnSpc>
              <a:spcBef>
                <a:spcPct val="0"/>
              </a:spcBef>
              <a:spcAft>
                <a:spcPct val="0"/>
              </a:spcAft>
              <a:buClrTx/>
              <a:buSzTx/>
              <a:buFontTx/>
              <a:buNone/>
              <a:tabLst/>
            </a:pP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モデル</a:t>
            </a:r>
          </a:p>
        </p:txBody>
      </p:sp>
      <p:sp>
        <p:nvSpPr>
          <p:cNvPr id="33" name="テキスト ボックス 32">
            <a:extLst>
              <a:ext uri="{FF2B5EF4-FFF2-40B4-BE49-F238E27FC236}">
                <a16:creationId xmlns:a16="http://schemas.microsoft.com/office/drawing/2014/main" id="{0FE4409A-FDB9-665C-FD15-D6B9B283B9D0}"/>
              </a:ext>
            </a:extLst>
          </p:cNvPr>
          <p:cNvSpPr txBox="1"/>
          <p:nvPr/>
        </p:nvSpPr>
        <p:spPr>
          <a:xfrm>
            <a:off x="2223621" y="3424964"/>
            <a:ext cx="1188720"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フロントエンドアプリのロード</a:t>
            </a:r>
          </a:p>
        </p:txBody>
      </p:sp>
      <p:sp>
        <p:nvSpPr>
          <p:cNvPr id="34" name="テキスト ボックス 33">
            <a:extLst>
              <a:ext uri="{FF2B5EF4-FFF2-40B4-BE49-F238E27FC236}">
                <a16:creationId xmlns:a16="http://schemas.microsoft.com/office/drawing/2014/main" id="{6CF35C82-B957-FF5A-150B-C8836A8A7154}"/>
              </a:ext>
            </a:extLst>
          </p:cNvPr>
          <p:cNvSpPr txBox="1"/>
          <p:nvPr/>
        </p:nvSpPr>
        <p:spPr>
          <a:xfrm>
            <a:off x="2353447" y="4948960"/>
            <a:ext cx="1188720"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フロントエンドアプリの操作</a:t>
            </a:r>
          </a:p>
        </p:txBody>
      </p:sp>
      <p:sp>
        <p:nvSpPr>
          <p:cNvPr id="35" name="テキスト ボックス 34">
            <a:extLst>
              <a:ext uri="{FF2B5EF4-FFF2-40B4-BE49-F238E27FC236}">
                <a16:creationId xmlns:a16="http://schemas.microsoft.com/office/drawing/2014/main" id="{D2978175-C07A-524A-CCA4-40AA857DDB50}"/>
              </a:ext>
            </a:extLst>
          </p:cNvPr>
          <p:cNvSpPr txBox="1"/>
          <p:nvPr/>
        </p:nvSpPr>
        <p:spPr>
          <a:xfrm>
            <a:off x="6291496" y="4527984"/>
            <a:ext cx="1188720"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記事の</a:t>
            </a:r>
            <a:r>
              <a:rPr kumimoji="0" lang="en-US" altLang="ja-JP" sz="1200" b="0" i="0" u="none" strike="noStrike" kern="1200" cap="none" spc="0" normalizeH="0" baseline="0" noProof="0" dirty="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 Vector </a:t>
            </a:r>
            <a:r>
              <a:rPr kumimoji="0" lang="ja-JP" altLang="en-US" sz="1200" b="0" i="0" u="none" strike="noStrike" kern="1200" cap="none" spc="0" normalizeH="0" baseline="0" noProof="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空間への埋め込み</a:t>
            </a:r>
          </a:p>
        </p:txBody>
      </p:sp>
      <p:sp>
        <p:nvSpPr>
          <p:cNvPr id="36" name="テキスト ボックス 35">
            <a:extLst>
              <a:ext uri="{FF2B5EF4-FFF2-40B4-BE49-F238E27FC236}">
                <a16:creationId xmlns:a16="http://schemas.microsoft.com/office/drawing/2014/main" id="{E2834545-CB04-61BB-3CFF-3387E67FD017}"/>
              </a:ext>
            </a:extLst>
          </p:cNvPr>
          <p:cNvSpPr txBox="1"/>
          <p:nvPr/>
        </p:nvSpPr>
        <p:spPr>
          <a:xfrm>
            <a:off x="6949825" y="5090501"/>
            <a:ext cx="1188720"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Todo </a:t>
            </a:r>
            <a:r>
              <a:rPr kumimoji="0" lang="ja-JP" altLang="en-US" sz="1200" b="0" i="0" u="none" strike="noStrike" kern="1200" cap="none" spc="0" normalizeH="0" baseline="0" noProof="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データの</a:t>
            </a:r>
            <a:r>
              <a:rPr kumimoji="0" lang="en-US" altLang="ja-JP" sz="1200" b="0" i="0" u="none" strike="noStrike" kern="1200" cap="none" spc="0" normalizeH="0" baseline="0" noProof="0" dirty="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 CRUD </a:t>
            </a:r>
            <a:r>
              <a:rPr kumimoji="0" lang="ja-JP" altLang="en-US" sz="1200" b="0" i="0" u="none" strike="noStrike" kern="1200" cap="none" spc="0" normalizeH="0" baseline="0" noProof="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操作</a:t>
            </a:r>
          </a:p>
        </p:txBody>
      </p:sp>
      <mc:AlternateContent xmlns:mc="http://schemas.openxmlformats.org/markup-compatibility/2006" xmlns:p14="http://schemas.microsoft.com/office/powerpoint/2010/main">
        <mc:Choice Requires="p14">
          <p:contentPart p14:bwMode="auto" r:id="rId10">
            <p14:nvContentPartPr>
              <p14:cNvPr id="37" name="インク 36">
                <a:extLst>
                  <a:ext uri="{FF2B5EF4-FFF2-40B4-BE49-F238E27FC236}">
                    <a16:creationId xmlns:a16="http://schemas.microsoft.com/office/drawing/2014/main" id="{9CAEC6E4-767B-72CE-F5E3-57ADC67BF809}"/>
                  </a:ext>
                </a:extLst>
              </p14:cNvPr>
              <p14:cNvContentPartPr/>
              <p14:nvPr/>
            </p14:nvContentPartPr>
            <p14:xfrm>
              <a:off x="2524680" y="3805470"/>
              <a:ext cx="1066680" cy="473400"/>
            </p14:xfrm>
          </p:contentPart>
        </mc:Choice>
        <mc:Fallback xmlns="">
          <p:pic>
            <p:nvPicPr>
              <p:cNvPr id="37" name="インク 36">
                <a:extLst>
                  <a:ext uri="{FF2B5EF4-FFF2-40B4-BE49-F238E27FC236}">
                    <a16:creationId xmlns:a16="http://schemas.microsoft.com/office/drawing/2014/main" id="{9CAEC6E4-767B-72CE-F5E3-57ADC67BF809}"/>
                  </a:ext>
                </a:extLst>
              </p:cNvPr>
              <p:cNvPicPr/>
              <p:nvPr/>
            </p:nvPicPr>
            <p:blipFill>
              <a:blip r:embed="rId11"/>
              <a:stretch>
                <a:fillRect/>
              </a:stretch>
            </p:blipFill>
            <p:spPr>
              <a:xfrm>
                <a:off x="2518560" y="3799350"/>
                <a:ext cx="1078920" cy="485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8" name="インク 37">
                <a:extLst>
                  <a:ext uri="{FF2B5EF4-FFF2-40B4-BE49-F238E27FC236}">
                    <a16:creationId xmlns:a16="http://schemas.microsoft.com/office/drawing/2014/main" id="{E1C1441A-56A3-CF1F-1827-0476F482EFFD}"/>
                  </a:ext>
                </a:extLst>
              </p14:cNvPr>
              <p14:cNvContentPartPr/>
              <p14:nvPr/>
            </p14:nvContentPartPr>
            <p14:xfrm>
              <a:off x="2591280" y="4184550"/>
              <a:ext cx="186840" cy="124920"/>
            </p14:xfrm>
          </p:contentPart>
        </mc:Choice>
        <mc:Fallback xmlns="">
          <p:pic>
            <p:nvPicPr>
              <p:cNvPr id="38" name="インク 37">
                <a:extLst>
                  <a:ext uri="{FF2B5EF4-FFF2-40B4-BE49-F238E27FC236}">
                    <a16:creationId xmlns:a16="http://schemas.microsoft.com/office/drawing/2014/main" id="{E1C1441A-56A3-CF1F-1827-0476F482EFFD}"/>
                  </a:ext>
                </a:extLst>
              </p:cNvPr>
              <p:cNvPicPr/>
              <p:nvPr/>
            </p:nvPicPr>
            <p:blipFill>
              <a:blip r:embed="rId13"/>
              <a:stretch>
                <a:fillRect/>
              </a:stretch>
            </p:blipFill>
            <p:spPr>
              <a:xfrm>
                <a:off x="2585160" y="4178430"/>
                <a:ext cx="19908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9" name="インク 38">
                <a:extLst>
                  <a:ext uri="{FF2B5EF4-FFF2-40B4-BE49-F238E27FC236}">
                    <a16:creationId xmlns:a16="http://schemas.microsoft.com/office/drawing/2014/main" id="{6115CF70-B492-8E12-2455-4D68C3A526B8}"/>
                  </a:ext>
                </a:extLst>
              </p14:cNvPr>
              <p14:cNvContentPartPr/>
              <p14:nvPr/>
            </p14:nvContentPartPr>
            <p14:xfrm>
              <a:off x="2490840" y="4551030"/>
              <a:ext cx="1248840" cy="221400"/>
            </p14:xfrm>
          </p:contentPart>
        </mc:Choice>
        <mc:Fallback xmlns="">
          <p:pic>
            <p:nvPicPr>
              <p:cNvPr id="39" name="インク 38">
                <a:extLst>
                  <a:ext uri="{FF2B5EF4-FFF2-40B4-BE49-F238E27FC236}">
                    <a16:creationId xmlns:a16="http://schemas.microsoft.com/office/drawing/2014/main" id="{6115CF70-B492-8E12-2455-4D68C3A526B8}"/>
                  </a:ext>
                </a:extLst>
              </p:cNvPr>
              <p:cNvPicPr/>
              <p:nvPr/>
            </p:nvPicPr>
            <p:blipFill>
              <a:blip r:embed="rId15"/>
              <a:stretch>
                <a:fillRect/>
              </a:stretch>
            </p:blipFill>
            <p:spPr>
              <a:xfrm>
                <a:off x="2484720" y="4544910"/>
                <a:ext cx="126108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0" name="インク 39">
                <a:extLst>
                  <a:ext uri="{FF2B5EF4-FFF2-40B4-BE49-F238E27FC236}">
                    <a16:creationId xmlns:a16="http://schemas.microsoft.com/office/drawing/2014/main" id="{94F25C65-DCC9-8D62-3AA6-A7073010EF97}"/>
                  </a:ext>
                </a:extLst>
              </p14:cNvPr>
              <p14:cNvContentPartPr/>
              <p14:nvPr/>
            </p14:nvContentPartPr>
            <p14:xfrm>
              <a:off x="3692160" y="4691070"/>
              <a:ext cx="196200" cy="151920"/>
            </p14:xfrm>
          </p:contentPart>
        </mc:Choice>
        <mc:Fallback xmlns="">
          <p:pic>
            <p:nvPicPr>
              <p:cNvPr id="40" name="インク 39">
                <a:extLst>
                  <a:ext uri="{FF2B5EF4-FFF2-40B4-BE49-F238E27FC236}">
                    <a16:creationId xmlns:a16="http://schemas.microsoft.com/office/drawing/2014/main" id="{94F25C65-DCC9-8D62-3AA6-A7073010EF97}"/>
                  </a:ext>
                </a:extLst>
              </p:cNvPr>
              <p:cNvPicPr/>
              <p:nvPr/>
            </p:nvPicPr>
            <p:blipFill>
              <a:blip r:embed="rId17"/>
              <a:stretch>
                <a:fillRect/>
              </a:stretch>
            </p:blipFill>
            <p:spPr>
              <a:xfrm>
                <a:off x="3686040" y="4684950"/>
                <a:ext cx="20844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1" name="インク 40">
                <a:extLst>
                  <a:ext uri="{FF2B5EF4-FFF2-40B4-BE49-F238E27FC236}">
                    <a16:creationId xmlns:a16="http://schemas.microsoft.com/office/drawing/2014/main" id="{EC1A4ED3-A05A-52CE-D5CD-CE7608138DB9}"/>
                  </a:ext>
                </a:extLst>
              </p14:cNvPr>
              <p14:cNvContentPartPr/>
              <p14:nvPr/>
            </p14:nvContentPartPr>
            <p14:xfrm>
              <a:off x="5445000" y="4964310"/>
              <a:ext cx="4091760" cy="521280"/>
            </p14:xfrm>
          </p:contentPart>
        </mc:Choice>
        <mc:Fallback xmlns="">
          <p:pic>
            <p:nvPicPr>
              <p:cNvPr id="41" name="インク 40">
                <a:extLst>
                  <a:ext uri="{FF2B5EF4-FFF2-40B4-BE49-F238E27FC236}">
                    <a16:creationId xmlns:a16="http://schemas.microsoft.com/office/drawing/2014/main" id="{EC1A4ED3-A05A-52CE-D5CD-CE7608138DB9}"/>
                  </a:ext>
                </a:extLst>
              </p:cNvPr>
              <p:cNvPicPr/>
              <p:nvPr/>
            </p:nvPicPr>
            <p:blipFill>
              <a:blip r:embed="rId19"/>
              <a:stretch>
                <a:fillRect/>
              </a:stretch>
            </p:blipFill>
            <p:spPr>
              <a:xfrm>
                <a:off x="5438880" y="4958190"/>
                <a:ext cx="4104000" cy="533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2" name="インク 41">
                <a:extLst>
                  <a:ext uri="{FF2B5EF4-FFF2-40B4-BE49-F238E27FC236}">
                    <a16:creationId xmlns:a16="http://schemas.microsoft.com/office/drawing/2014/main" id="{AED0A660-D7B6-ACFD-78EC-FA07EA3C8C54}"/>
                  </a:ext>
                </a:extLst>
              </p14:cNvPr>
              <p14:cNvContentPartPr/>
              <p14:nvPr/>
            </p14:nvContentPartPr>
            <p14:xfrm>
              <a:off x="9388440" y="5360670"/>
              <a:ext cx="158400" cy="182880"/>
            </p14:xfrm>
          </p:contentPart>
        </mc:Choice>
        <mc:Fallback xmlns="">
          <p:pic>
            <p:nvPicPr>
              <p:cNvPr id="42" name="インク 41">
                <a:extLst>
                  <a:ext uri="{FF2B5EF4-FFF2-40B4-BE49-F238E27FC236}">
                    <a16:creationId xmlns:a16="http://schemas.microsoft.com/office/drawing/2014/main" id="{AED0A660-D7B6-ACFD-78EC-FA07EA3C8C54}"/>
                  </a:ext>
                </a:extLst>
              </p:cNvPr>
              <p:cNvPicPr/>
              <p:nvPr/>
            </p:nvPicPr>
            <p:blipFill>
              <a:blip r:embed="rId21"/>
              <a:stretch>
                <a:fillRect/>
              </a:stretch>
            </p:blipFill>
            <p:spPr>
              <a:xfrm>
                <a:off x="9382320" y="5354550"/>
                <a:ext cx="17064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3" name="インク 42">
                <a:extLst>
                  <a:ext uri="{FF2B5EF4-FFF2-40B4-BE49-F238E27FC236}">
                    <a16:creationId xmlns:a16="http://schemas.microsoft.com/office/drawing/2014/main" id="{75EABE32-E6B8-8CCC-CCEC-85CEA57152F3}"/>
                  </a:ext>
                </a:extLst>
              </p14:cNvPr>
              <p14:cNvContentPartPr/>
              <p14:nvPr/>
            </p14:nvContentPartPr>
            <p14:xfrm>
              <a:off x="5421600" y="5166630"/>
              <a:ext cx="4305600" cy="1062720"/>
            </p14:xfrm>
          </p:contentPart>
        </mc:Choice>
        <mc:Fallback xmlns="">
          <p:pic>
            <p:nvPicPr>
              <p:cNvPr id="43" name="インク 42">
                <a:extLst>
                  <a:ext uri="{FF2B5EF4-FFF2-40B4-BE49-F238E27FC236}">
                    <a16:creationId xmlns:a16="http://schemas.microsoft.com/office/drawing/2014/main" id="{75EABE32-E6B8-8CCC-CCEC-85CEA57152F3}"/>
                  </a:ext>
                </a:extLst>
              </p:cNvPr>
              <p:cNvPicPr/>
              <p:nvPr/>
            </p:nvPicPr>
            <p:blipFill>
              <a:blip r:embed="rId23"/>
              <a:stretch>
                <a:fillRect/>
              </a:stretch>
            </p:blipFill>
            <p:spPr>
              <a:xfrm>
                <a:off x="5415480" y="5160510"/>
                <a:ext cx="4317840" cy="1074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4" name="インク 43">
                <a:extLst>
                  <a:ext uri="{FF2B5EF4-FFF2-40B4-BE49-F238E27FC236}">
                    <a16:creationId xmlns:a16="http://schemas.microsoft.com/office/drawing/2014/main" id="{23A6D154-4132-C1FF-6F40-6E00ACB32019}"/>
                  </a:ext>
                </a:extLst>
              </p14:cNvPr>
              <p14:cNvContentPartPr/>
              <p14:nvPr/>
            </p14:nvContentPartPr>
            <p14:xfrm>
              <a:off x="9504720" y="6102630"/>
              <a:ext cx="266760" cy="331920"/>
            </p14:xfrm>
          </p:contentPart>
        </mc:Choice>
        <mc:Fallback xmlns="">
          <p:pic>
            <p:nvPicPr>
              <p:cNvPr id="44" name="インク 43">
                <a:extLst>
                  <a:ext uri="{FF2B5EF4-FFF2-40B4-BE49-F238E27FC236}">
                    <a16:creationId xmlns:a16="http://schemas.microsoft.com/office/drawing/2014/main" id="{23A6D154-4132-C1FF-6F40-6E00ACB32019}"/>
                  </a:ext>
                </a:extLst>
              </p:cNvPr>
              <p:cNvPicPr/>
              <p:nvPr/>
            </p:nvPicPr>
            <p:blipFill>
              <a:blip r:embed="rId25"/>
              <a:stretch>
                <a:fillRect/>
              </a:stretch>
            </p:blipFill>
            <p:spPr>
              <a:xfrm>
                <a:off x="9498600" y="6096510"/>
                <a:ext cx="279000" cy="344160"/>
              </a:xfrm>
              <a:prstGeom prst="rect">
                <a:avLst/>
              </a:prstGeom>
            </p:spPr>
          </p:pic>
        </mc:Fallback>
      </mc:AlternateContent>
      <p:sp>
        <p:nvSpPr>
          <p:cNvPr id="45" name="テキスト ボックス 44">
            <a:extLst>
              <a:ext uri="{FF2B5EF4-FFF2-40B4-BE49-F238E27FC236}">
                <a16:creationId xmlns:a16="http://schemas.microsoft.com/office/drawing/2014/main" id="{E719C0C8-FD66-5C9C-04E6-CB2015CEC410}"/>
              </a:ext>
            </a:extLst>
          </p:cNvPr>
          <p:cNvSpPr txBox="1"/>
          <p:nvPr/>
        </p:nvSpPr>
        <p:spPr>
          <a:xfrm>
            <a:off x="7385780" y="5758330"/>
            <a:ext cx="1403890"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Todo </a:t>
            </a:r>
            <a:r>
              <a:rPr kumimoji="0" lang="ja-JP" altLang="en-US" sz="1200" b="0" i="0" u="none" strike="noStrike" kern="1200" cap="none" spc="0" normalizeH="0" baseline="0" noProof="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データ間の関係性の</a:t>
            </a:r>
            <a:r>
              <a:rPr kumimoji="0" lang="en-US" altLang="ja-JP" sz="1200" b="0" i="0" u="none" strike="noStrike" kern="1200" cap="none" spc="0" normalizeH="0" baseline="0" noProof="0" dirty="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 CRUD </a:t>
            </a:r>
            <a:r>
              <a:rPr kumimoji="0" lang="ja-JP" altLang="en-US" sz="1200" b="0" i="0" u="none" strike="noStrike" kern="1200" cap="none" spc="0" normalizeH="0" baseline="0" noProof="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操作</a:t>
            </a:r>
          </a:p>
        </p:txBody>
      </p:sp>
      <p:grpSp>
        <p:nvGrpSpPr>
          <p:cNvPr id="46" name="グループ化 45">
            <a:extLst>
              <a:ext uri="{FF2B5EF4-FFF2-40B4-BE49-F238E27FC236}">
                <a16:creationId xmlns:a16="http://schemas.microsoft.com/office/drawing/2014/main" id="{2B9C4549-CD84-DC62-3401-FF41C4FA6747}"/>
              </a:ext>
            </a:extLst>
          </p:cNvPr>
          <p:cNvGrpSpPr/>
          <p:nvPr/>
        </p:nvGrpSpPr>
        <p:grpSpPr>
          <a:xfrm>
            <a:off x="5216040" y="3362310"/>
            <a:ext cx="1786680" cy="1342440"/>
            <a:chOff x="5216040" y="3362310"/>
            <a:chExt cx="1786680" cy="1342440"/>
          </a:xfrm>
        </p:grpSpPr>
        <mc:AlternateContent xmlns:mc="http://schemas.openxmlformats.org/markup-compatibility/2006" xmlns:p14="http://schemas.microsoft.com/office/powerpoint/2010/main">
          <mc:Choice Requires="p14">
            <p:contentPart p14:bwMode="auto" r:id="rId26">
              <p14:nvContentPartPr>
                <p14:cNvPr id="47" name="インク 46">
                  <a:extLst>
                    <a:ext uri="{FF2B5EF4-FFF2-40B4-BE49-F238E27FC236}">
                      <a16:creationId xmlns:a16="http://schemas.microsoft.com/office/drawing/2014/main" id="{44DE55C1-C6F1-FD3F-B54D-822D34330CB7}"/>
                    </a:ext>
                  </a:extLst>
                </p14:cNvPr>
                <p14:cNvContentPartPr/>
                <p14:nvPr/>
              </p14:nvContentPartPr>
              <p14:xfrm>
                <a:off x="5351400" y="4092030"/>
                <a:ext cx="1651320" cy="585720"/>
              </p14:xfrm>
            </p:contentPart>
          </mc:Choice>
          <mc:Fallback xmlns="">
            <p:pic>
              <p:nvPicPr>
                <p:cNvPr id="47" name="インク 46">
                  <a:extLst>
                    <a:ext uri="{FF2B5EF4-FFF2-40B4-BE49-F238E27FC236}">
                      <a16:creationId xmlns:a16="http://schemas.microsoft.com/office/drawing/2014/main" id="{44DE55C1-C6F1-FD3F-B54D-822D34330CB7}"/>
                    </a:ext>
                  </a:extLst>
                </p:cNvPr>
                <p:cNvPicPr/>
                <p:nvPr/>
              </p:nvPicPr>
              <p:blipFill>
                <a:blip r:embed="rId27"/>
                <a:stretch>
                  <a:fillRect/>
                </a:stretch>
              </p:blipFill>
              <p:spPr>
                <a:xfrm>
                  <a:off x="5345280" y="4085910"/>
                  <a:ext cx="1663560" cy="597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8" name="インク 47">
                  <a:extLst>
                    <a:ext uri="{FF2B5EF4-FFF2-40B4-BE49-F238E27FC236}">
                      <a16:creationId xmlns:a16="http://schemas.microsoft.com/office/drawing/2014/main" id="{22FC89B0-E6E2-5F2A-A4A6-A6CDE4445C0A}"/>
                    </a:ext>
                  </a:extLst>
                </p14:cNvPr>
                <p14:cNvContentPartPr/>
                <p14:nvPr/>
              </p14:nvContentPartPr>
              <p14:xfrm>
                <a:off x="5443920" y="4633110"/>
                <a:ext cx="161640" cy="71640"/>
              </p14:xfrm>
            </p:contentPart>
          </mc:Choice>
          <mc:Fallback xmlns="">
            <p:pic>
              <p:nvPicPr>
                <p:cNvPr id="48" name="インク 47">
                  <a:extLst>
                    <a:ext uri="{FF2B5EF4-FFF2-40B4-BE49-F238E27FC236}">
                      <a16:creationId xmlns:a16="http://schemas.microsoft.com/office/drawing/2014/main" id="{22FC89B0-E6E2-5F2A-A4A6-A6CDE4445C0A}"/>
                    </a:ext>
                  </a:extLst>
                </p:cNvPr>
                <p:cNvPicPr/>
                <p:nvPr/>
              </p:nvPicPr>
              <p:blipFill>
                <a:blip r:embed="rId29"/>
                <a:stretch>
                  <a:fillRect/>
                </a:stretch>
              </p:blipFill>
              <p:spPr>
                <a:xfrm>
                  <a:off x="5437800" y="4626990"/>
                  <a:ext cx="17388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9" name="インク 48">
                  <a:extLst>
                    <a:ext uri="{FF2B5EF4-FFF2-40B4-BE49-F238E27FC236}">
                      <a16:creationId xmlns:a16="http://schemas.microsoft.com/office/drawing/2014/main" id="{F44053EB-C0BC-4B40-51F0-405A369D4909}"/>
                    </a:ext>
                  </a:extLst>
                </p14:cNvPr>
                <p14:cNvContentPartPr/>
                <p14:nvPr/>
              </p14:nvContentPartPr>
              <p14:xfrm>
                <a:off x="5216040" y="3414510"/>
                <a:ext cx="1674000" cy="1112760"/>
              </p14:xfrm>
            </p:contentPart>
          </mc:Choice>
          <mc:Fallback xmlns="">
            <p:pic>
              <p:nvPicPr>
                <p:cNvPr id="49" name="インク 48">
                  <a:extLst>
                    <a:ext uri="{FF2B5EF4-FFF2-40B4-BE49-F238E27FC236}">
                      <a16:creationId xmlns:a16="http://schemas.microsoft.com/office/drawing/2014/main" id="{F44053EB-C0BC-4B40-51F0-405A369D4909}"/>
                    </a:ext>
                  </a:extLst>
                </p:cNvPr>
                <p:cNvPicPr/>
                <p:nvPr/>
              </p:nvPicPr>
              <p:blipFill>
                <a:blip r:embed="rId31"/>
                <a:stretch>
                  <a:fillRect/>
                </a:stretch>
              </p:blipFill>
              <p:spPr>
                <a:xfrm>
                  <a:off x="5209920" y="3408390"/>
                  <a:ext cx="1686240" cy="1125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0" name="インク 49">
                  <a:extLst>
                    <a:ext uri="{FF2B5EF4-FFF2-40B4-BE49-F238E27FC236}">
                      <a16:creationId xmlns:a16="http://schemas.microsoft.com/office/drawing/2014/main" id="{DC5F5591-A9CC-2843-6F37-EA4A72C0181B}"/>
                    </a:ext>
                  </a:extLst>
                </p14:cNvPr>
                <p14:cNvContentPartPr/>
                <p14:nvPr/>
              </p14:nvContentPartPr>
              <p14:xfrm>
                <a:off x="6791040" y="3362310"/>
                <a:ext cx="155520" cy="127080"/>
              </p14:xfrm>
            </p:contentPart>
          </mc:Choice>
          <mc:Fallback xmlns="">
            <p:pic>
              <p:nvPicPr>
                <p:cNvPr id="50" name="インク 49">
                  <a:extLst>
                    <a:ext uri="{FF2B5EF4-FFF2-40B4-BE49-F238E27FC236}">
                      <a16:creationId xmlns:a16="http://schemas.microsoft.com/office/drawing/2014/main" id="{DC5F5591-A9CC-2843-6F37-EA4A72C0181B}"/>
                    </a:ext>
                  </a:extLst>
                </p:cNvPr>
                <p:cNvPicPr/>
                <p:nvPr/>
              </p:nvPicPr>
              <p:blipFill>
                <a:blip r:embed="rId33"/>
                <a:stretch>
                  <a:fillRect/>
                </a:stretch>
              </p:blipFill>
              <p:spPr>
                <a:xfrm>
                  <a:off x="6784920" y="3356190"/>
                  <a:ext cx="167760" cy="139320"/>
                </a:xfrm>
                <a:prstGeom prst="rect">
                  <a:avLst/>
                </a:prstGeom>
              </p:spPr>
            </p:pic>
          </mc:Fallback>
        </mc:AlternateContent>
      </p:grpSp>
      <p:sp>
        <p:nvSpPr>
          <p:cNvPr id="51" name="テキスト ボックス 50">
            <a:extLst>
              <a:ext uri="{FF2B5EF4-FFF2-40B4-BE49-F238E27FC236}">
                <a16:creationId xmlns:a16="http://schemas.microsoft.com/office/drawing/2014/main" id="{B947216C-8925-C003-5A95-8951862EFBB5}"/>
              </a:ext>
            </a:extLst>
          </p:cNvPr>
          <p:cNvSpPr txBox="1"/>
          <p:nvPr/>
        </p:nvSpPr>
        <p:spPr>
          <a:xfrm>
            <a:off x="5991932" y="3244912"/>
            <a:ext cx="563266" cy="1661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チャット</a:t>
            </a:r>
          </a:p>
        </p:txBody>
      </p:sp>
      <p:grpSp>
        <p:nvGrpSpPr>
          <p:cNvPr id="52" name="グループ化 51">
            <a:extLst>
              <a:ext uri="{FF2B5EF4-FFF2-40B4-BE49-F238E27FC236}">
                <a16:creationId xmlns:a16="http://schemas.microsoft.com/office/drawing/2014/main" id="{2D30E9DE-E3C5-7A40-7E19-8E9B61E720FC}"/>
              </a:ext>
            </a:extLst>
          </p:cNvPr>
          <p:cNvGrpSpPr/>
          <p:nvPr/>
        </p:nvGrpSpPr>
        <p:grpSpPr>
          <a:xfrm>
            <a:off x="9000000" y="3413790"/>
            <a:ext cx="830880" cy="113760"/>
            <a:chOff x="9000000" y="3413790"/>
            <a:chExt cx="830880" cy="113760"/>
          </a:xfrm>
        </p:grpSpPr>
        <mc:AlternateContent xmlns:mc="http://schemas.openxmlformats.org/markup-compatibility/2006" xmlns:p14="http://schemas.microsoft.com/office/powerpoint/2010/main">
          <mc:Choice Requires="p14">
            <p:contentPart p14:bwMode="auto" r:id="rId34">
              <p14:nvContentPartPr>
                <p14:cNvPr id="53" name="インク 52">
                  <a:extLst>
                    <a:ext uri="{FF2B5EF4-FFF2-40B4-BE49-F238E27FC236}">
                      <a16:creationId xmlns:a16="http://schemas.microsoft.com/office/drawing/2014/main" id="{4654E8BD-EB96-20DF-3EC1-F86017DC3D45}"/>
                    </a:ext>
                  </a:extLst>
                </p14:cNvPr>
                <p14:cNvContentPartPr/>
                <p14:nvPr/>
              </p14:nvContentPartPr>
              <p14:xfrm>
                <a:off x="9000000" y="3460950"/>
                <a:ext cx="667800" cy="360"/>
              </p14:xfrm>
            </p:contentPart>
          </mc:Choice>
          <mc:Fallback xmlns="">
            <p:pic>
              <p:nvPicPr>
                <p:cNvPr id="53" name="インク 52">
                  <a:extLst>
                    <a:ext uri="{FF2B5EF4-FFF2-40B4-BE49-F238E27FC236}">
                      <a16:creationId xmlns:a16="http://schemas.microsoft.com/office/drawing/2014/main" id="{4654E8BD-EB96-20DF-3EC1-F86017DC3D45}"/>
                    </a:ext>
                  </a:extLst>
                </p:cNvPr>
                <p:cNvPicPr/>
                <p:nvPr/>
              </p:nvPicPr>
              <p:blipFill>
                <a:blip r:embed="rId35"/>
                <a:stretch>
                  <a:fillRect/>
                </a:stretch>
              </p:blipFill>
              <p:spPr>
                <a:xfrm>
                  <a:off x="8993880" y="3454830"/>
                  <a:ext cx="6800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54" name="インク 53">
                  <a:extLst>
                    <a:ext uri="{FF2B5EF4-FFF2-40B4-BE49-F238E27FC236}">
                      <a16:creationId xmlns:a16="http://schemas.microsoft.com/office/drawing/2014/main" id="{0126282A-D04B-B5D1-1E36-7E38AE79B725}"/>
                    </a:ext>
                  </a:extLst>
                </p14:cNvPr>
                <p14:cNvContentPartPr/>
                <p14:nvPr/>
              </p14:nvContentPartPr>
              <p14:xfrm>
                <a:off x="9663120" y="3413790"/>
                <a:ext cx="167760" cy="113760"/>
              </p14:xfrm>
            </p:contentPart>
          </mc:Choice>
          <mc:Fallback xmlns="">
            <p:pic>
              <p:nvPicPr>
                <p:cNvPr id="54" name="インク 53">
                  <a:extLst>
                    <a:ext uri="{FF2B5EF4-FFF2-40B4-BE49-F238E27FC236}">
                      <a16:creationId xmlns:a16="http://schemas.microsoft.com/office/drawing/2014/main" id="{0126282A-D04B-B5D1-1E36-7E38AE79B725}"/>
                    </a:ext>
                  </a:extLst>
                </p:cNvPr>
                <p:cNvPicPr/>
                <p:nvPr/>
              </p:nvPicPr>
              <p:blipFill>
                <a:blip r:embed="rId37"/>
                <a:stretch>
                  <a:fillRect/>
                </a:stretch>
              </p:blipFill>
              <p:spPr>
                <a:xfrm>
                  <a:off x="9657000" y="3407670"/>
                  <a:ext cx="180000" cy="126000"/>
                </a:xfrm>
                <a:prstGeom prst="rect">
                  <a:avLst/>
                </a:prstGeom>
              </p:spPr>
            </p:pic>
          </mc:Fallback>
        </mc:AlternateContent>
      </p:grpSp>
      <p:grpSp>
        <p:nvGrpSpPr>
          <p:cNvPr id="55" name="グループ化 54">
            <a:extLst>
              <a:ext uri="{FF2B5EF4-FFF2-40B4-BE49-F238E27FC236}">
                <a16:creationId xmlns:a16="http://schemas.microsoft.com/office/drawing/2014/main" id="{01E13AA8-17DD-E43C-E107-EE559AB791B4}"/>
              </a:ext>
            </a:extLst>
          </p:cNvPr>
          <p:cNvGrpSpPr/>
          <p:nvPr/>
        </p:nvGrpSpPr>
        <p:grpSpPr>
          <a:xfrm>
            <a:off x="10025640" y="3842910"/>
            <a:ext cx="168120" cy="1158840"/>
            <a:chOff x="10025640" y="3842910"/>
            <a:chExt cx="168120" cy="1158840"/>
          </a:xfrm>
        </p:grpSpPr>
        <mc:AlternateContent xmlns:mc="http://schemas.openxmlformats.org/markup-compatibility/2006" xmlns:p14="http://schemas.microsoft.com/office/powerpoint/2010/main">
          <mc:Choice Requires="p14">
            <p:contentPart p14:bwMode="auto" r:id="rId38">
              <p14:nvContentPartPr>
                <p14:cNvPr id="56" name="インク 55">
                  <a:extLst>
                    <a:ext uri="{FF2B5EF4-FFF2-40B4-BE49-F238E27FC236}">
                      <a16:creationId xmlns:a16="http://schemas.microsoft.com/office/drawing/2014/main" id="{ABA03457-8C4F-EA9A-A418-0B34FBD0FC7C}"/>
                    </a:ext>
                  </a:extLst>
                </p14:cNvPr>
                <p14:cNvContentPartPr/>
                <p14:nvPr/>
              </p14:nvContentPartPr>
              <p14:xfrm>
                <a:off x="10083600" y="3842910"/>
                <a:ext cx="22320" cy="1131840"/>
              </p14:xfrm>
            </p:contentPart>
          </mc:Choice>
          <mc:Fallback xmlns="">
            <p:pic>
              <p:nvPicPr>
                <p:cNvPr id="56" name="インク 55">
                  <a:extLst>
                    <a:ext uri="{FF2B5EF4-FFF2-40B4-BE49-F238E27FC236}">
                      <a16:creationId xmlns:a16="http://schemas.microsoft.com/office/drawing/2014/main" id="{ABA03457-8C4F-EA9A-A418-0B34FBD0FC7C}"/>
                    </a:ext>
                  </a:extLst>
                </p:cNvPr>
                <p:cNvPicPr/>
                <p:nvPr/>
              </p:nvPicPr>
              <p:blipFill>
                <a:blip r:embed="rId39"/>
                <a:stretch>
                  <a:fillRect/>
                </a:stretch>
              </p:blipFill>
              <p:spPr>
                <a:xfrm>
                  <a:off x="10077480" y="3836790"/>
                  <a:ext cx="34560" cy="11440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7" name="インク 56">
                  <a:extLst>
                    <a:ext uri="{FF2B5EF4-FFF2-40B4-BE49-F238E27FC236}">
                      <a16:creationId xmlns:a16="http://schemas.microsoft.com/office/drawing/2014/main" id="{6C98AB81-C48B-2AFF-6D02-03615228E49A}"/>
                    </a:ext>
                  </a:extLst>
                </p14:cNvPr>
                <p14:cNvContentPartPr/>
                <p14:nvPr/>
              </p14:nvContentPartPr>
              <p14:xfrm>
                <a:off x="10025640" y="4884390"/>
                <a:ext cx="168120" cy="117360"/>
              </p14:xfrm>
            </p:contentPart>
          </mc:Choice>
          <mc:Fallback xmlns="">
            <p:pic>
              <p:nvPicPr>
                <p:cNvPr id="57" name="インク 56">
                  <a:extLst>
                    <a:ext uri="{FF2B5EF4-FFF2-40B4-BE49-F238E27FC236}">
                      <a16:creationId xmlns:a16="http://schemas.microsoft.com/office/drawing/2014/main" id="{6C98AB81-C48B-2AFF-6D02-03615228E49A}"/>
                    </a:ext>
                  </a:extLst>
                </p:cNvPr>
                <p:cNvPicPr/>
                <p:nvPr/>
              </p:nvPicPr>
              <p:blipFill>
                <a:blip r:embed="rId41"/>
                <a:stretch>
                  <a:fillRect/>
                </a:stretch>
              </p:blipFill>
              <p:spPr>
                <a:xfrm>
                  <a:off x="10019520" y="4878270"/>
                  <a:ext cx="180360" cy="129600"/>
                </a:xfrm>
                <a:prstGeom prst="rect">
                  <a:avLst/>
                </a:prstGeom>
              </p:spPr>
            </p:pic>
          </mc:Fallback>
        </mc:AlternateContent>
      </p:grpSp>
      <p:sp>
        <p:nvSpPr>
          <p:cNvPr id="58" name="テキスト ボックス 57">
            <a:extLst>
              <a:ext uri="{FF2B5EF4-FFF2-40B4-BE49-F238E27FC236}">
                <a16:creationId xmlns:a16="http://schemas.microsoft.com/office/drawing/2014/main" id="{DCB76B46-CF74-41B8-9AEE-0F3547C575BF}"/>
              </a:ext>
            </a:extLst>
          </p:cNvPr>
          <p:cNvSpPr txBox="1"/>
          <p:nvPr/>
        </p:nvSpPr>
        <p:spPr>
          <a:xfrm>
            <a:off x="8970634" y="2642840"/>
            <a:ext cx="777132" cy="830997"/>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ja-JP" altLang="en-US" sz="1200" b="0" i="0" u="none" strike="noStrike" kern="1200" cap="none" spc="0" normalizeH="0" baseline="0" noProof="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必要に応じて </a:t>
            </a:r>
            <a:r>
              <a:rPr kumimoji="0" lang="en" altLang="ja-JP" sz="1200" b="0" i="0" u="none" strike="noStrike" kern="1200" cap="none" spc="0" normalizeH="0" baseline="0" noProof="0" dirty="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Cosmos DB </a:t>
            </a:r>
            <a:r>
              <a:rPr kumimoji="0" lang="ja-JP" altLang="en-US" sz="1200" b="0" i="0" u="none" strike="noStrike" kern="1200" cap="none" spc="0" normalizeH="0" baseline="0" noProof="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の検索をツールとして呼び出し</a:t>
            </a:r>
          </a:p>
        </p:txBody>
      </p:sp>
      <p:sp>
        <p:nvSpPr>
          <p:cNvPr id="59" name="テキスト ボックス 58">
            <a:extLst>
              <a:ext uri="{FF2B5EF4-FFF2-40B4-BE49-F238E27FC236}">
                <a16:creationId xmlns:a16="http://schemas.microsoft.com/office/drawing/2014/main" id="{0AE97A36-2A7A-B58A-C8B7-2B6A7FCEBFDE}"/>
              </a:ext>
            </a:extLst>
          </p:cNvPr>
          <p:cNvSpPr txBox="1"/>
          <p:nvPr/>
        </p:nvSpPr>
        <p:spPr>
          <a:xfrm>
            <a:off x="10237150" y="4198930"/>
            <a:ext cx="1006642" cy="332399"/>
          </a:xfrm>
          <a:prstGeom prst="rect">
            <a:avLst/>
          </a:prstGeom>
          <a:solidFill>
            <a:srgbClr val="FCFCFC">
              <a:alpha val="65170"/>
            </a:srgbClr>
          </a:solid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Cosmos DB </a:t>
            </a:r>
            <a:r>
              <a:rPr kumimoji="0" lang="ja-JP" altLang="en-US" sz="1200" b="0" i="0" u="none" strike="noStrike" kern="1200" cap="none" spc="0" normalizeH="0" baseline="0" noProof="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の</a:t>
            </a:r>
            <a:r>
              <a:rPr kumimoji="0" lang="en-US" altLang="ja-JP" sz="1200" b="0" i="0" u="none" strike="noStrike" kern="1200" cap="none" spc="0" normalizeH="0" baseline="0" noProof="0" dirty="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 Vector </a:t>
            </a:r>
            <a:r>
              <a:rPr kumimoji="0" lang="ja-JP" altLang="en-US" sz="1200" b="0" i="0" u="none" strike="noStrike" kern="1200" cap="none" spc="0" normalizeH="0" baseline="0" noProof="0">
                <a:ln>
                  <a:noFill/>
                </a:ln>
                <a:solidFill>
                  <a:schemeClr val="bg2">
                    <a:lumMod val="75000"/>
                  </a:schemeClr>
                </a:solidFill>
                <a:effectLst/>
                <a:uLnTx/>
                <a:uFillTx/>
                <a:latin typeface="Yu Gothic UI" panose="020B0500000000000000" pitchFamily="34" charset="-128"/>
                <a:ea typeface="Yu Gothic UI" panose="020B0500000000000000" pitchFamily="34" charset="-128"/>
                <a:cs typeface="Segoe UI" panose="020B0502040204020203" pitchFamily="34" charset="0"/>
              </a:rPr>
              <a:t>検索</a:t>
            </a:r>
          </a:p>
        </p:txBody>
      </p:sp>
      <p:sp>
        <p:nvSpPr>
          <p:cNvPr id="60" name="角丸四角形 59">
            <a:extLst>
              <a:ext uri="{FF2B5EF4-FFF2-40B4-BE49-F238E27FC236}">
                <a16:creationId xmlns:a16="http://schemas.microsoft.com/office/drawing/2014/main" id="{3A2CE419-ADCF-BEF4-E52F-5F9ED2EB8F4A}"/>
              </a:ext>
            </a:extLst>
          </p:cNvPr>
          <p:cNvSpPr/>
          <p:nvPr/>
        </p:nvSpPr>
        <p:spPr>
          <a:xfrm>
            <a:off x="9449049" y="4860383"/>
            <a:ext cx="2503913" cy="1906177"/>
          </a:xfrm>
          <a:prstGeom prst="roundRect">
            <a:avLst>
              <a:gd name="adj" fmla="val 10671"/>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1. </a:t>
            </a:r>
            <a:r>
              <a:rPr kumimoji="1" lang="ja-JP" altLang="en-US"/>
              <a:t>講師が事前に作成し、受講者で共有</a:t>
            </a:r>
          </a:p>
        </p:txBody>
      </p:sp>
      <p:sp>
        <p:nvSpPr>
          <p:cNvPr id="61" name="角丸四角形 60">
            <a:extLst>
              <a:ext uri="{FF2B5EF4-FFF2-40B4-BE49-F238E27FC236}">
                <a16:creationId xmlns:a16="http://schemas.microsoft.com/office/drawing/2014/main" id="{DF48E85A-2BD2-33E2-4BBD-F06E00D33872}"/>
              </a:ext>
            </a:extLst>
          </p:cNvPr>
          <p:cNvSpPr/>
          <p:nvPr/>
        </p:nvSpPr>
        <p:spPr>
          <a:xfrm>
            <a:off x="6708367" y="2475911"/>
            <a:ext cx="2503913" cy="2051359"/>
          </a:xfrm>
          <a:prstGeom prst="roundRect">
            <a:avLst>
              <a:gd name="adj" fmla="val 10671"/>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3. </a:t>
            </a:r>
            <a:r>
              <a:rPr kumimoji="1" lang="ja-JP" altLang="en-US"/>
              <a:t>受講者各自で作成。サンドボックスで反応などを確認する</a:t>
            </a:r>
          </a:p>
        </p:txBody>
      </p:sp>
      <p:sp>
        <p:nvSpPr>
          <p:cNvPr id="62" name="角丸四角形 61">
            <a:extLst>
              <a:ext uri="{FF2B5EF4-FFF2-40B4-BE49-F238E27FC236}">
                <a16:creationId xmlns:a16="http://schemas.microsoft.com/office/drawing/2014/main" id="{49FEAEDC-EBE8-72BC-CCE2-403E541A13BD}"/>
              </a:ext>
            </a:extLst>
          </p:cNvPr>
          <p:cNvSpPr/>
          <p:nvPr/>
        </p:nvSpPr>
        <p:spPr>
          <a:xfrm>
            <a:off x="9443185" y="2467152"/>
            <a:ext cx="2503913" cy="1707432"/>
          </a:xfrm>
          <a:prstGeom prst="roundRect">
            <a:avLst>
              <a:gd name="adj" fmla="val 10671"/>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2. </a:t>
            </a:r>
            <a:r>
              <a:rPr kumimoji="1" lang="ja-JP" altLang="en-US"/>
              <a:t>受講者各自で作成。</a:t>
            </a:r>
          </a:p>
        </p:txBody>
      </p:sp>
      <p:sp>
        <p:nvSpPr>
          <p:cNvPr id="63" name="角丸四角形 62">
            <a:extLst>
              <a:ext uri="{FF2B5EF4-FFF2-40B4-BE49-F238E27FC236}">
                <a16:creationId xmlns:a16="http://schemas.microsoft.com/office/drawing/2014/main" id="{4132AF9F-D391-A7F1-C36A-0A26926E786B}"/>
              </a:ext>
            </a:extLst>
          </p:cNvPr>
          <p:cNvSpPr/>
          <p:nvPr/>
        </p:nvSpPr>
        <p:spPr>
          <a:xfrm>
            <a:off x="3328607" y="3162471"/>
            <a:ext cx="2676294" cy="2438229"/>
          </a:xfrm>
          <a:prstGeom prst="roundRect">
            <a:avLst>
              <a:gd name="adj" fmla="val 10671"/>
            </a:avLst>
          </a:prstGeom>
          <a:solidFill>
            <a:schemeClr val="accent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4. </a:t>
            </a:r>
            <a:r>
              <a:rPr kumimoji="1" lang="ja-JP" altLang="en-US"/>
              <a:t>本来は受講者それぞれ作成し、受講者ごとの</a:t>
            </a:r>
            <a:r>
              <a:rPr kumimoji="1" lang="en-US" altLang="ja-JP" dirty="0"/>
              <a:t> AI </a:t>
            </a:r>
            <a:r>
              <a:rPr kumimoji="1" lang="ja-JP" altLang="en-US"/>
              <a:t>エージェントと組み合わせる必要があるが、今回は講師用意のものを観察</a:t>
            </a:r>
          </a:p>
        </p:txBody>
      </p:sp>
    </p:spTree>
    <p:extLst>
      <p:ext uri="{BB962C8B-B14F-4D97-AF65-F5344CB8AC3E}">
        <p14:creationId xmlns:p14="http://schemas.microsoft.com/office/powerpoint/2010/main" val="3516967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9281B-7F6F-E161-B022-DC70AFDFD28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A7741D-B468-C39F-5D47-87E5E790D0B2}"/>
              </a:ext>
            </a:extLst>
          </p:cNvPr>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3</a:t>
            </a:r>
          </a:p>
          <a:p>
            <a:pPr marL="0" indent="0">
              <a:buNone/>
            </a:pPr>
            <a:r>
              <a:rPr lang="ja-JP" altLang="en-US" sz="3200">
                <a:solidFill>
                  <a:schemeClr val="tx1">
                    <a:lumMod val="75000"/>
                    <a:lumOff val="25000"/>
                  </a:schemeClr>
                </a:solidFill>
                <a:latin typeface="Yu Gothic UI" panose="020B0500000000000000" pitchFamily="34" charset="-128"/>
                <a:ea typeface="Yu Gothic UI" panose="020B0500000000000000" pitchFamily="34" charset="-128"/>
              </a:rPr>
              <a:t>ハンズオン</a:t>
            </a:r>
            <a:r>
              <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rPr>
              <a:t>: AI </a:t>
            </a:r>
            <a:r>
              <a:rPr lang="ja-JP" altLang="en-US" sz="3200">
                <a:solidFill>
                  <a:schemeClr val="tx1">
                    <a:lumMod val="75000"/>
                    <a:lumOff val="25000"/>
                  </a:schemeClr>
                </a:solidFill>
                <a:latin typeface="Yu Gothic UI" panose="020B0500000000000000" pitchFamily="34" charset="-128"/>
                <a:ea typeface="Yu Gothic UI" panose="020B0500000000000000" pitchFamily="34" charset="-128"/>
              </a:rPr>
              <a:t>エージェント構築</a:t>
            </a:r>
            <a:endPar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endParaRPr>
          </a:p>
          <a:p>
            <a:pPr marL="0" indent="0">
              <a:buNone/>
            </a:pPr>
            <a:endParaRPr lang="en-US" altLang="ja-JP" sz="32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926534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07A73-FA1D-5065-E110-E182171CF978}"/>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39729EC-0F90-D41D-010F-44D8CCDCAE9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latin typeface="Yu Gothic UI" panose="020B0500000000000000" pitchFamily="34" charset="-128"/>
                <a:ea typeface="Yu Gothic UI" panose="020B0500000000000000" pitchFamily="34" charset="-128"/>
              </a:rPr>
              <a:t>講師向け手順</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AE5B48B6-EDFC-BF1F-D7A5-E6AB579C481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7BEAE073-4614-F632-D557-D09E03E2637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0C1BD08D-ED13-F5E3-9AC7-23F6E7AD2CB4}"/>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本ハンズオンを開催する前に、下記のリポジトリの講師用手順を完了し、受講者がハンズオンを開始できる環境を用意しておくこと。</a:t>
            </a:r>
            <a:endParaRPr kumimoji="1" lang="en-US" altLang="ja-JP" sz="2000" dirty="0"/>
          </a:p>
          <a:p>
            <a:pPr marL="0" indent="0">
              <a:buNone/>
            </a:pPr>
            <a:r>
              <a:rPr kumimoji="1" lang="en" altLang="ja-JP" sz="2000" dirty="0">
                <a:hlinkClick r:id="rId3"/>
              </a:rPr>
              <a:t>https://github.com/Liminghao0922/todomanagement_v2/blob/main/handson/INSTRUCTOR_PREP_GUIDE_FOUNDRY_FOCUS-ja_JP.md</a:t>
            </a:r>
            <a:endParaRPr kumimoji="1" lang="en" altLang="ja-JP" sz="2000" dirty="0"/>
          </a:p>
          <a:p>
            <a:pPr marL="0" indent="0">
              <a:buNone/>
            </a:pPr>
            <a:r>
              <a:rPr kumimoji="1" lang="en" altLang="ja-JP" sz="2000" dirty="0"/>
              <a:t>Azure Cloud Shell </a:t>
            </a:r>
            <a:r>
              <a:rPr kumimoji="1" lang="ja-JP" altLang="en-US" sz="2000"/>
              <a:t>で上記の講師用手順を実行すると非常に時間がかかる場合があるので、必要なツールをインストールした</a:t>
            </a:r>
            <a:r>
              <a:rPr kumimoji="1" lang="en-US" altLang="ja-JP" sz="2000" dirty="0"/>
              <a:t> Windows 11 </a:t>
            </a:r>
            <a:r>
              <a:rPr kumimoji="1" lang="ja-JP" altLang="en-US" sz="2000"/>
              <a:t>端末、もしくは</a:t>
            </a:r>
            <a:r>
              <a:rPr kumimoji="1" lang="en-US" altLang="ja-JP" sz="2000" dirty="0"/>
              <a:t> PowerShell </a:t>
            </a:r>
            <a:r>
              <a:rPr kumimoji="1" lang="ja-JP" altLang="en-US" sz="2000"/>
              <a:t>をインストールした</a:t>
            </a:r>
            <a:r>
              <a:rPr kumimoji="1" lang="en-US" altLang="ja-JP" sz="2000" dirty="0"/>
              <a:t> macOS/Linux </a:t>
            </a:r>
            <a:r>
              <a:rPr kumimoji="1" lang="ja-JP" altLang="en-US" sz="2000"/>
              <a:t>での実行を推奨する。</a:t>
            </a:r>
          </a:p>
        </p:txBody>
      </p:sp>
      <p:sp>
        <p:nvSpPr>
          <p:cNvPr id="6" name="字幕 1">
            <a:extLst>
              <a:ext uri="{FF2B5EF4-FFF2-40B4-BE49-F238E27FC236}">
                <a16:creationId xmlns:a16="http://schemas.microsoft.com/office/drawing/2014/main" id="{83CEDA8B-9E18-E6AC-E82F-87B917448784}"/>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259767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5DE95-D594-9DA3-B0AE-E69544B2CF8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F89D80CB-B5C9-B9A6-9793-B9F3E1BC4E0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latin typeface="Yu Gothic UI" panose="020B0500000000000000" pitchFamily="34" charset="-128"/>
                <a:ea typeface="Yu Gothic UI" panose="020B0500000000000000" pitchFamily="34" charset="-128"/>
              </a:rPr>
              <a:t>講師向け手順を実施して、受講者にわたす値</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B17ABDCB-E571-3D62-855A-021FA1148EE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0276EADB-5B0E-2ECC-AEC5-1E1E0CAC245D}"/>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6232136F-8A0E-A057-D3CD-7AA4D5415E3B}"/>
              </a:ext>
            </a:extLst>
          </p:cNvPr>
          <p:cNvSpPr txBox="1">
            <a:spLocks/>
          </p:cNvSpPr>
          <p:nvPr/>
        </p:nvSpPr>
        <p:spPr>
          <a:xfrm>
            <a:off x="584200" y="1359610"/>
            <a:ext cx="539369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講師向け手順を実施し、受講者に渡す値が用意できていることを確認しておくこと</a:t>
            </a:r>
            <a:endParaRPr kumimoji="1" lang="en-US" altLang="ja-JP" sz="2000" dirty="0"/>
          </a:p>
          <a:p>
            <a:pPr marL="0" indent="0">
              <a:buNone/>
            </a:pPr>
            <a:endParaRPr kumimoji="1" lang="en-US" altLang="ja-JP" sz="2000" dirty="0"/>
          </a:p>
          <a:p>
            <a:pPr marL="0" indent="0">
              <a:buNone/>
            </a:pPr>
            <a:r>
              <a:rPr kumimoji="1" lang="en" altLang="ja-JP" sz="2000" dirty="0">
                <a:hlinkClick r:id="rId3"/>
              </a:rPr>
              <a:t>https://</a:t>
            </a:r>
            <a:r>
              <a:rPr kumimoji="1" lang="en" altLang="ja-JP" sz="2000" dirty="0" err="1">
                <a:hlinkClick r:id="rId3"/>
              </a:rPr>
              <a:t>github.com</a:t>
            </a:r>
            <a:r>
              <a:rPr kumimoji="1" lang="en" altLang="ja-JP" sz="2000" dirty="0">
                <a:hlinkClick r:id="rId3"/>
              </a:rPr>
              <a:t>/Liminghao0922/todomanagement_v2/blob/main/</a:t>
            </a:r>
            <a:r>
              <a:rPr kumimoji="1" lang="en" altLang="ja-JP" sz="2000" dirty="0" err="1">
                <a:hlinkClick r:id="rId3"/>
              </a:rPr>
              <a:t>handson</a:t>
            </a:r>
            <a:r>
              <a:rPr kumimoji="1" lang="en" altLang="ja-JP" sz="2000" dirty="0">
                <a:hlinkClick r:id="rId3"/>
              </a:rPr>
              <a:t>/INSTRUCTOR_PREP_GUIDE_FOUNDRY_FOCUS-ja_JP.md#54-%E5%90%84%E5%8F%97%E8%AC%9B%E8%80%85%E3%81%AB%E6%B8%A1%E3%81%99%E5%80%A4</a:t>
            </a:r>
            <a:endParaRPr kumimoji="1" lang="ja-JP" altLang="en-US" sz="2000"/>
          </a:p>
        </p:txBody>
      </p:sp>
      <p:sp>
        <p:nvSpPr>
          <p:cNvPr id="6" name="字幕 1">
            <a:extLst>
              <a:ext uri="{FF2B5EF4-FFF2-40B4-BE49-F238E27FC236}">
                <a16:creationId xmlns:a16="http://schemas.microsoft.com/office/drawing/2014/main" id="{77BA5F7E-CF5A-E855-62CF-5EEA10670F4A}"/>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 name="図 4">
            <a:extLst>
              <a:ext uri="{FF2B5EF4-FFF2-40B4-BE49-F238E27FC236}">
                <a16:creationId xmlns:a16="http://schemas.microsoft.com/office/drawing/2014/main" id="{F8C9EEDD-3A7C-E8DF-568F-068D7962BFE2}"/>
              </a:ext>
            </a:extLst>
          </p:cNvPr>
          <p:cNvPicPr>
            <a:picLocks noChangeAspect="1"/>
          </p:cNvPicPr>
          <p:nvPr/>
        </p:nvPicPr>
        <p:blipFill>
          <a:blip r:embed="rId4"/>
          <a:stretch>
            <a:fillRect/>
          </a:stretch>
        </p:blipFill>
        <p:spPr>
          <a:xfrm>
            <a:off x="6214112" y="1435100"/>
            <a:ext cx="5701101" cy="5369802"/>
          </a:xfrm>
          <a:prstGeom prst="rect">
            <a:avLst/>
          </a:prstGeom>
        </p:spPr>
      </p:pic>
    </p:spTree>
    <p:extLst>
      <p:ext uri="{BB962C8B-B14F-4D97-AF65-F5344CB8AC3E}">
        <p14:creationId xmlns:p14="http://schemas.microsoft.com/office/powerpoint/2010/main" val="3279783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23EB9-73FD-B011-07AD-1BF7651B842A}"/>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3991E62-DAA1-0A28-23D0-E888465CAF0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latin typeface="Yu Gothic UI" panose="020B0500000000000000" pitchFamily="34" charset="-128"/>
                <a:ea typeface="Yu Gothic UI" panose="020B0500000000000000" pitchFamily="34" charset="-128"/>
              </a:rPr>
              <a:t>講師向け手順</a:t>
            </a:r>
            <a:r>
              <a:rPr kumimoji="1" lang="en-US" altLang="ja-JP" sz="2000" b="1" dirty="0">
                <a:latin typeface="Yu Gothic UI" panose="020B0500000000000000" pitchFamily="34" charset="-128"/>
                <a:ea typeface="Yu Gothic UI" panose="020B0500000000000000" pitchFamily="34" charset="-128"/>
              </a:rPr>
              <a:t> Foundry </a:t>
            </a:r>
            <a:r>
              <a:rPr kumimoji="1" lang="ja-JP" altLang="en-US" sz="2000" b="1">
                <a:latin typeface="Yu Gothic UI" panose="020B0500000000000000" pitchFamily="34" charset="-128"/>
                <a:ea typeface="Yu Gothic UI" panose="020B0500000000000000" pitchFamily="34" charset="-128"/>
              </a:rPr>
              <a:t>のモデルクォータの確認、追加対応</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3E583801-DE31-8C81-4100-2FA79AD06AB9}"/>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911A2BD3-99D1-3F91-2F52-C2A52219239D}"/>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8576FBED-0812-7A61-9B98-DADC6B6D3ABB}"/>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ハンズオン実施前に講師にて</a:t>
            </a:r>
            <a:r>
              <a:rPr kumimoji="1" lang="en-US" altLang="ja-JP" sz="2000" dirty="0"/>
              <a:t> Foundry </a:t>
            </a:r>
            <a:r>
              <a:rPr kumimoji="1" lang="ja-JP" altLang="en-US" sz="2000"/>
              <a:t>を利用するリージョンにおけるモデルクォータが十分にあることを確認しておくこと。</a:t>
            </a:r>
            <a:endParaRPr kumimoji="1" lang="en-US" altLang="ja-JP" sz="2000" dirty="0"/>
          </a:p>
          <a:p>
            <a:pPr marL="0" indent="0">
              <a:buNone/>
            </a:pPr>
            <a:r>
              <a:rPr kumimoji="1" lang="en-US" altLang="ja-JP" sz="2000" dirty="0">
                <a:hlinkClick r:id="rId3"/>
              </a:rPr>
              <a:t>https://</a:t>
            </a:r>
            <a:r>
              <a:rPr kumimoji="1" lang="en-US" altLang="ja-JP" sz="2000" dirty="0" err="1">
                <a:hlinkClick r:id="rId3"/>
              </a:rPr>
              <a:t>github.com</a:t>
            </a:r>
            <a:r>
              <a:rPr kumimoji="1" lang="en-US" altLang="ja-JP" sz="2000" dirty="0">
                <a:hlinkClick r:id="rId3"/>
              </a:rPr>
              <a:t>/Liminghao0922/todomanagement_v2/blob/main/</a:t>
            </a:r>
            <a:r>
              <a:rPr kumimoji="1" lang="en-US" altLang="ja-JP" sz="2000" dirty="0" err="1">
                <a:hlinkClick r:id="rId3"/>
              </a:rPr>
              <a:t>handson</a:t>
            </a:r>
            <a:r>
              <a:rPr kumimoji="1" lang="en-US" altLang="ja-JP" sz="2000" dirty="0">
                <a:hlinkClick r:id="rId3"/>
              </a:rPr>
              <a:t>/INSTRUCTOR_PREP_GUIDE_FOUNDRY_FOCUS-ja_JP.md#6-%E6%8E%88%E6%A5%AD%E5%89%8D%E3%81%AE-foundry-%E6%BA%96%E5%82%99</a:t>
            </a:r>
            <a:endParaRPr kumimoji="1" lang="en-US" altLang="ja-JP" sz="2000" dirty="0"/>
          </a:p>
        </p:txBody>
      </p:sp>
      <p:sp>
        <p:nvSpPr>
          <p:cNvPr id="6" name="字幕 1">
            <a:extLst>
              <a:ext uri="{FF2B5EF4-FFF2-40B4-BE49-F238E27FC236}">
                <a16:creationId xmlns:a16="http://schemas.microsoft.com/office/drawing/2014/main" id="{B17D60A1-5FE3-E114-F5EC-D9B942F9C674}"/>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7" name="図 6">
            <a:extLst>
              <a:ext uri="{FF2B5EF4-FFF2-40B4-BE49-F238E27FC236}">
                <a16:creationId xmlns:a16="http://schemas.microsoft.com/office/drawing/2014/main" id="{C291A952-4128-0DE2-27B9-67F5DAA4DEC0}"/>
              </a:ext>
            </a:extLst>
          </p:cNvPr>
          <p:cNvPicPr>
            <a:picLocks noChangeAspect="1"/>
          </p:cNvPicPr>
          <p:nvPr/>
        </p:nvPicPr>
        <p:blipFill>
          <a:blip r:embed="rId4"/>
          <a:stretch>
            <a:fillRect/>
          </a:stretch>
        </p:blipFill>
        <p:spPr>
          <a:xfrm>
            <a:off x="2560819" y="3234690"/>
            <a:ext cx="7065599" cy="3306464"/>
          </a:xfrm>
          <a:prstGeom prst="rect">
            <a:avLst/>
          </a:prstGeom>
        </p:spPr>
      </p:pic>
    </p:spTree>
    <p:extLst>
      <p:ext uri="{BB962C8B-B14F-4D97-AF65-F5344CB8AC3E}">
        <p14:creationId xmlns:p14="http://schemas.microsoft.com/office/powerpoint/2010/main" val="2713872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94945-BB9C-3824-8B03-44AA6B0E2EC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1B3F9623-E332-DA9A-DB85-B36812DDB2C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latin typeface="Yu Gothic UI" panose="020B0500000000000000" pitchFamily="34" charset="-128"/>
                <a:ea typeface="Yu Gothic UI" panose="020B0500000000000000" pitchFamily="34" charset="-128"/>
              </a:rPr>
              <a:t>講師向け手順</a:t>
            </a:r>
            <a:r>
              <a:rPr kumimoji="1" lang="en-US" altLang="ja-JP" sz="2000" b="1" dirty="0">
                <a:latin typeface="Yu Gothic UI" panose="020B0500000000000000" pitchFamily="34" charset="-128"/>
                <a:ea typeface="Yu Gothic UI" panose="020B0500000000000000" pitchFamily="34" charset="-128"/>
              </a:rPr>
              <a:t> </a:t>
            </a:r>
            <a:r>
              <a:rPr kumimoji="1" lang="ja-JP" altLang="en-US" sz="2000" b="1">
                <a:latin typeface="Yu Gothic UI" panose="020B0500000000000000" pitchFamily="34" charset="-128"/>
                <a:ea typeface="Yu Gothic UI" panose="020B0500000000000000" pitchFamily="34" charset="-128"/>
              </a:rPr>
              <a:t>受講者に必要なロール</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8E8412FB-AB01-1809-E26C-9A251D7DB5F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9AA1356-B011-2204-0E04-1BA4BF8E46B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CE989086-B92B-77EF-B4C7-146358DA9EC2}"/>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ハンズオン実施前に講師にて下記のロールを受講者に割り当てておくこと</a:t>
            </a:r>
            <a:endParaRPr kumimoji="1" lang="en-US" altLang="ja-JP" sz="2000" dirty="0"/>
          </a:p>
          <a:p>
            <a:pPr marL="0" indent="0">
              <a:buNone/>
            </a:pPr>
            <a:endParaRPr kumimoji="1" lang="en-US" altLang="ja-JP" sz="2000" dirty="0"/>
          </a:p>
          <a:p>
            <a:pPr>
              <a:buFontTx/>
              <a:buChar char="-"/>
            </a:pPr>
            <a:r>
              <a:rPr kumimoji="1" lang="en-US" altLang="ja-JP" sz="2000" dirty="0"/>
              <a:t>Entra ID </a:t>
            </a:r>
            <a:r>
              <a:rPr kumimoji="1" lang="ja-JP" altLang="en-US" sz="2000"/>
              <a:t>ロール</a:t>
            </a:r>
            <a:r>
              <a:rPr kumimoji="1" lang="en-US" altLang="ja-JP" sz="2000" dirty="0"/>
              <a:t>: </a:t>
            </a:r>
            <a:r>
              <a:rPr kumimoji="1" lang="ja-JP" altLang="en-US" sz="2000"/>
              <a:t>アプリケーション開発者</a:t>
            </a:r>
            <a:endParaRPr kumimoji="1" lang="en-US" altLang="ja-JP" sz="2000" dirty="0"/>
          </a:p>
          <a:p>
            <a:pPr>
              <a:buFontTx/>
              <a:buChar char="-"/>
            </a:pPr>
            <a:r>
              <a:rPr kumimoji="1" lang="en-US" altLang="ja-JP" sz="2000" dirty="0"/>
              <a:t>Azure RBAC:</a:t>
            </a:r>
          </a:p>
        </p:txBody>
      </p:sp>
      <p:sp>
        <p:nvSpPr>
          <p:cNvPr id="6" name="字幕 1">
            <a:extLst>
              <a:ext uri="{FF2B5EF4-FFF2-40B4-BE49-F238E27FC236}">
                <a16:creationId xmlns:a16="http://schemas.microsoft.com/office/drawing/2014/main" id="{318A416D-DD16-30D4-1529-155754D21FF0}"/>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 name="図 4">
            <a:extLst>
              <a:ext uri="{FF2B5EF4-FFF2-40B4-BE49-F238E27FC236}">
                <a16:creationId xmlns:a16="http://schemas.microsoft.com/office/drawing/2014/main" id="{840A6BC9-9A47-0ED7-4EF5-F9B0378B6369}"/>
              </a:ext>
            </a:extLst>
          </p:cNvPr>
          <p:cNvPicPr>
            <a:picLocks noChangeAspect="1"/>
          </p:cNvPicPr>
          <p:nvPr/>
        </p:nvPicPr>
        <p:blipFill>
          <a:blip r:embed="rId3"/>
          <a:stretch>
            <a:fillRect/>
          </a:stretch>
        </p:blipFill>
        <p:spPr>
          <a:xfrm>
            <a:off x="2404110" y="2504524"/>
            <a:ext cx="7772400" cy="2077551"/>
          </a:xfrm>
          <a:prstGeom prst="rect">
            <a:avLst/>
          </a:prstGeom>
        </p:spPr>
      </p:pic>
      <p:sp>
        <p:nvSpPr>
          <p:cNvPr id="10" name="テキスト ボックス 9">
            <a:extLst>
              <a:ext uri="{FF2B5EF4-FFF2-40B4-BE49-F238E27FC236}">
                <a16:creationId xmlns:a16="http://schemas.microsoft.com/office/drawing/2014/main" id="{05B029DC-A252-4EA6-8A9D-B717644E76E7}"/>
              </a:ext>
            </a:extLst>
          </p:cNvPr>
          <p:cNvSpPr txBox="1"/>
          <p:nvPr/>
        </p:nvSpPr>
        <p:spPr>
          <a:xfrm>
            <a:off x="685800" y="4819047"/>
            <a:ext cx="10820400" cy="1200329"/>
          </a:xfrm>
          <a:prstGeom prst="rect">
            <a:avLst/>
          </a:prstGeom>
          <a:noFill/>
        </p:spPr>
        <p:txBody>
          <a:bodyPr wrap="square">
            <a:spAutoFit/>
          </a:bodyPr>
          <a:lstStyle/>
          <a:p>
            <a:r>
              <a:rPr lang="ja-JP" altLang="en-US">
                <a:hlinkClick r:id="rId4"/>
              </a:rPr>
              <a:t>https://github.com/Liminghao0922/todomanagement_v2/blob/main/handson/INSTRUCTOR_PREP_GUIDE_FOUNDRY_FOCUS-ja_JP.md#53-%E5%8F%97%E8%AC%9B%E8%80%85%E3%82%A2%E3%82%AF%E3%82%BB%E3%82%B9%E3%82%92%E4%BB%98%E4%B8%8E%E3%81%99%E3%82%8B</a:t>
            </a:r>
            <a:endParaRPr lang="ja-JP" altLang="en-US"/>
          </a:p>
        </p:txBody>
      </p:sp>
    </p:spTree>
    <p:extLst>
      <p:ext uri="{BB962C8B-B14F-4D97-AF65-F5344CB8AC3E}">
        <p14:creationId xmlns:p14="http://schemas.microsoft.com/office/powerpoint/2010/main" val="4275512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FBCB2-04B9-2E75-29D4-9931846EC13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50E180B-7764-253D-65D2-AC8A0A70A32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latin typeface="Yu Gothic UI" panose="020B0500000000000000" pitchFamily="34" charset="-128"/>
                <a:ea typeface="Yu Gothic UI" panose="020B0500000000000000" pitchFamily="34" charset="-128"/>
              </a:rPr>
              <a:t>受講者向け手順の参照先</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1D61F860-0D54-6079-E956-EFC579E5E22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C71874A-F7DB-30CB-AF91-D2AD6F3039A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56514CFA-03B3-DA2C-4711-9C390D45222A}"/>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本ハンズオンでは以下のリポジトリの手順を実施します。</a:t>
            </a:r>
            <a:endParaRPr kumimoji="1" lang="en-US" altLang="ja-JP" sz="2000" dirty="0"/>
          </a:p>
          <a:p>
            <a:pPr marL="0" indent="0">
              <a:buNone/>
            </a:pPr>
            <a:r>
              <a:rPr kumimoji="1" lang="en-US" altLang="ja-JP" sz="2000" dirty="0">
                <a:hlinkClick r:id="rId3"/>
              </a:rPr>
              <a:t>https://</a:t>
            </a:r>
            <a:r>
              <a:rPr kumimoji="1" lang="en-US" altLang="ja-JP" sz="2000" dirty="0" err="1">
                <a:hlinkClick r:id="rId3"/>
              </a:rPr>
              <a:t>github.com</a:t>
            </a:r>
            <a:r>
              <a:rPr kumimoji="1" lang="en-US" altLang="ja-JP" sz="2000" dirty="0">
                <a:hlinkClick r:id="rId3"/>
              </a:rPr>
              <a:t>/Liminghao0922/todomanagement_v2/blob/main/</a:t>
            </a:r>
            <a:r>
              <a:rPr kumimoji="1" lang="en-US" altLang="ja-JP" sz="2000" dirty="0" err="1">
                <a:hlinkClick r:id="rId3"/>
              </a:rPr>
              <a:t>handson</a:t>
            </a:r>
            <a:r>
              <a:rPr kumimoji="1" lang="en-US" altLang="ja-JP" sz="2000" dirty="0">
                <a:hlinkClick r:id="rId3"/>
              </a:rPr>
              <a:t>/DEPLOY_GUIDE_GUI_FOUNDRY_FOCUS-</a:t>
            </a:r>
            <a:r>
              <a:rPr kumimoji="1" lang="en-US" altLang="ja-JP" sz="2000" dirty="0" err="1">
                <a:hlinkClick r:id="rId3"/>
              </a:rPr>
              <a:t>ja_JP.md</a:t>
            </a:r>
            <a:endParaRPr kumimoji="1" lang="en-US" altLang="ja-JP" sz="2000" dirty="0"/>
          </a:p>
          <a:p>
            <a:pPr marL="0" indent="0">
              <a:buNone/>
            </a:pPr>
            <a:endParaRPr kumimoji="1" lang="en-US" altLang="ja-JP" sz="2000" dirty="0"/>
          </a:p>
          <a:p>
            <a:pPr marL="0" indent="0">
              <a:buNone/>
            </a:pPr>
            <a:r>
              <a:rPr kumimoji="1" lang="ja-JP" altLang="en-US" sz="2000"/>
              <a:t>本資料の記述がよくわからない場合は上記のリポジトリの受講者向け手順も参照して下さい。</a:t>
            </a:r>
            <a:endParaRPr kumimoji="1" lang="en-US" altLang="ja-JP" sz="2000" dirty="0"/>
          </a:p>
        </p:txBody>
      </p:sp>
      <p:sp>
        <p:nvSpPr>
          <p:cNvPr id="6" name="字幕 1">
            <a:extLst>
              <a:ext uri="{FF2B5EF4-FFF2-40B4-BE49-F238E27FC236}">
                <a16:creationId xmlns:a16="http://schemas.microsoft.com/office/drawing/2014/main" id="{32AD3CDA-C6E0-01BF-601F-3CD46E43F018}"/>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39931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6A5DB-BCB6-3DE1-370E-70BABFA6FA7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9DBDFEF-A1EA-309E-5274-E6A5A679EAF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latin typeface="Yu Gothic UI" panose="020B0500000000000000" pitchFamily="34" charset="-128"/>
                <a:ea typeface="Yu Gothic UI" panose="020B0500000000000000" pitchFamily="34" charset="-128"/>
              </a:rPr>
              <a:t>講師から与えられた値の記録</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CD85C910-F9A7-11BC-2C27-CBC3D03A2F6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0B4DB3E-5AFA-F37C-343F-3420F0FCD85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888CFAAA-08F6-C4D5-592D-3429219A6AFF}"/>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本ハンズオンでは事前に講師が</a:t>
            </a:r>
            <a:r>
              <a:rPr kumimoji="1" lang="en-US" altLang="ja-JP" sz="2000" dirty="0"/>
              <a:t> Cosmos DB</a:t>
            </a:r>
            <a:r>
              <a:rPr kumimoji="1" lang="ja-JP" altLang="en-US" sz="2000"/>
              <a:t>、</a:t>
            </a:r>
            <a:r>
              <a:rPr kumimoji="1" lang="en-US" altLang="ja-JP" sz="2000" dirty="0"/>
              <a:t> ACA </a:t>
            </a:r>
            <a:r>
              <a:rPr kumimoji="1" lang="ja-JP" altLang="en-US" sz="2000"/>
              <a:t>環境、</a:t>
            </a:r>
            <a:r>
              <a:rPr kumimoji="1" lang="en-US" altLang="ja-JP" sz="2000" dirty="0"/>
              <a:t>ACR </a:t>
            </a:r>
            <a:r>
              <a:rPr kumimoji="1" lang="ja-JP" altLang="en-US" sz="2000"/>
              <a:t>を用意しています。それらに関する値を受け取り、記録しておいて下さい。</a:t>
            </a:r>
            <a:endParaRPr kumimoji="1" lang="en-US" altLang="ja-JP" sz="2000" dirty="0"/>
          </a:p>
        </p:txBody>
      </p:sp>
      <p:sp>
        <p:nvSpPr>
          <p:cNvPr id="6" name="字幕 1">
            <a:extLst>
              <a:ext uri="{FF2B5EF4-FFF2-40B4-BE49-F238E27FC236}">
                <a16:creationId xmlns:a16="http://schemas.microsoft.com/office/drawing/2014/main" id="{71CE5AB5-5EB2-1F5D-0525-AE081ED36DFF}"/>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graphicFrame>
        <p:nvGraphicFramePr>
          <p:cNvPr id="5" name="表 4">
            <a:extLst>
              <a:ext uri="{FF2B5EF4-FFF2-40B4-BE49-F238E27FC236}">
                <a16:creationId xmlns:a16="http://schemas.microsoft.com/office/drawing/2014/main" id="{3F26A9F4-8DCF-5522-F839-74E161E4BAA8}"/>
              </a:ext>
            </a:extLst>
          </p:cNvPr>
          <p:cNvGraphicFramePr>
            <a:graphicFrameLocks noGrp="1"/>
          </p:cNvGraphicFramePr>
          <p:nvPr>
            <p:extLst>
              <p:ext uri="{D42A27DB-BD31-4B8C-83A1-F6EECF244321}">
                <p14:modId xmlns:p14="http://schemas.microsoft.com/office/powerpoint/2010/main" val="1466094920"/>
              </p:ext>
            </p:extLst>
          </p:nvPr>
        </p:nvGraphicFramePr>
        <p:xfrm>
          <a:off x="685959" y="2277110"/>
          <a:ext cx="5326222" cy="2857500"/>
        </p:xfrm>
        <a:graphic>
          <a:graphicData uri="http://schemas.openxmlformats.org/drawingml/2006/table">
            <a:tbl>
              <a:tblPr firstRow="1" bandRow="1">
                <a:tableStyleId>{5C22544A-7EE6-4342-B048-85BDC9FD1C3A}</a:tableStyleId>
              </a:tblPr>
              <a:tblGrid>
                <a:gridCol w="1856083">
                  <a:extLst>
                    <a:ext uri="{9D8B030D-6E8A-4147-A177-3AD203B41FA5}">
                      <a16:colId xmlns:a16="http://schemas.microsoft.com/office/drawing/2014/main" val="1874249872"/>
                    </a:ext>
                  </a:extLst>
                </a:gridCol>
                <a:gridCol w="3470139">
                  <a:extLst>
                    <a:ext uri="{9D8B030D-6E8A-4147-A177-3AD203B41FA5}">
                      <a16:colId xmlns:a16="http://schemas.microsoft.com/office/drawing/2014/main" val="1454588144"/>
                    </a:ext>
                  </a:extLst>
                </a:gridCol>
              </a:tblGrid>
              <a:tr h="0">
                <a:tc>
                  <a:txBody>
                    <a:bodyPr/>
                    <a:lstStyle/>
                    <a:p>
                      <a:pPr algn="l">
                        <a:spcAft>
                          <a:spcPts val="1200"/>
                        </a:spcAft>
                        <a:buNone/>
                      </a:pPr>
                      <a:r>
                        <a:rPr lang="ja-JP" sz="1200" b="1" i="0">
                          <a:solidFill>
                            <a:schemeClr val="bg1"/>
                          </a:solidFill>
                          <a:effectLst/>
                          <a:latin typeface="Yu Gothic UI" panose="020B0500000000000000" pitchFamily="34" charset="-128"/>
                          <a:ea typeface="Yu Gothic UI" panose="020B0500000000000000" pitchFamily="34" charset="-128"/>
                        </a:rPr>
                        <a:t>項目</a:t>
                      </a:r>
                    </a:p>
                  </a:txBody>
                  <a:tcPr marL="123825" marR="123825" marT="57150" marB="57150" anchor="ctr"/>
                </a:tc>
                <a:tc>
                  <a:txBody>
                    <a:bodyPr/>
                    <a:lstStyle/>
                    <a:p>
                      <a:pPr algn="l">
                        <a:spcAft>
                          <a:spcPts val="1200"/>
                        </a:spcAft>
                        <a:buNone/>
                      </a:pPr>
                      <a:r>
                        <a:rPr lang="ja-JP" sz="1200" b="1" i="0">
                          <a:solidFill>
                            <a:schemeClr val="bg1"/>
                          </a:solidFill>
                          <a:effectLst/>
                          <a:latin typeface="Yu Gothic UI" panose="020B0500000000000000" pitchFamily="34" charset="-128"/>
                          <a:ea typeface="Yu Gothic UI" panose="020B0500000000000000" pitchFamily="34" charset="-128"/>
                        </a:rPr>
                        <a:t>値</a:t>
                      </a:r>
                    </a:p>
                  </a:txBody>
                  <a:tcPr marL="123825" marR="123825" marT="57150" marB="57150" anchor="ctr"/>
                </a:tc>
                <a:extLst>
                  <a:ext uri="{0D108BD9-81ED-4DB2-BD59-A6C34878D82A}">
                    <a16:rowId xmlns:a16="http://schemas.microsoft.com/office/drawing/2014/main" val="842612399"/>
                  </a:ext>
                </a:extLst>
              </a:tr>
              <a:tr h="0">
                <a:tc>
                  <a:txBody>
                    <a:bodyPr/>
                    <a:lstStyle/>
                    <a:p>
                      <a:pPr algn="l">
                        <a:spcAft>
                          <a:spcPts val="1200"/>
                        </a:spcAft>
                        <a:buNone/>
                      </a:pPr>
                      <a:r>
                        <a:rPr lang="ja-JP" sz="1200" b="0" i="0">
                          <a:solidFill>
                            <a:srgbClr val="1F2328"/>
                          </a:solidFill>
                          <a:effectLst/>
                          <a:latin typeface="Yu Gothic UI" panose="020B0500000000000000" pitchFamily="34" charset="-128"/>
                          <a:ea typeface="Yu Gothic UI" panose="020B0500000000000000" pitchFamily="34" charset="-128"/>
                        </a:rPr>
                        <a:t>受講者 ID</a:t>
                      </a:r>
                    </a:p>
                  </a:txBody>
                  <a:tcPr marL="123825" marR="123825" marT="57150" marB="57150" anchor="ctr"/>
                </a:tc>
                <a:tc>
                  <a:txBody>
                    <a:bodyPr/>
                    <a:lstStyle/>
                    <a:p>
                      <a:pPr algn="l">
                        <a:spcAft>
                          <a:spcPts val="1200"/>
                        </a:spcAft>
                        <a:buNone/>
                      </a:pPr>
                      <a:r>
                        <a:rPr lang="ja-JP" sz="1020" b="0" i="0">
                          <a:solidFill>
                            <a:srgbClr val="1F2328"/>
                          </a:solidFill>
                          <a:effectLst/>
                          <a:latin typeface="Yu Gothic UI" panose="020B0500000000000000" pitchFamily="34" charset="-128"/>
                          <a:ea typeface="Yu Gothic UI" panose="020B0500000000000000" pitchFamily="34" charset="-128"/>
                        </a:rPr>
                        <a:t>&lt;p01&gt;</a:t>
                      </a:r>
                      <a:r>
                        <a:rPr lang="en-US" altLang="ja-JP" sz="1020" b="0" i="0" dirty="0">
                          <a:solidFill>
                            <a:srgbClr val="1F2328"/>
                          </a:solidFill>
                          <a:effectLst/>
                          <a:latin typeface="Yu Gothic UI" panose="020B0500000000000000" pitchFamily="34" charset="-128"/>
                          <a:ea typeface="Yu Gothic UI" panose="020B0500000000000000" pitchFamily="34" charset="-128"/>
                        </a:rPr>
                        <a:t> </a:t>
                      </a:r>
                      <a:r>
                        <a:rPr lang="ja-JP" altLang="en-US" sz="1020" b="0" i="0">
                          <a:solidFill>
                            <a:srgbClr val="1F2328"/>
                          </a:solidFill>
                          <a:effectLst/>
                          <a:latin typeface="Yu Gothic UI" panose="020B0500000000000000" pitchFamily="34" charset="-128"/>
                          <a:ea typeface="Yu Gothic UI" panose="020B0500000000000000" pitchFamily="34" charset="-128"/>
                        </a:rPr>
                        <a:t>など受講者用番号</a:t>
                      </a:r>
                      <a:endParaRPr lang="ja-JP" sz="12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2054274748"/>
                  </a:ext>
                </a:extLst>
              </a:tr>
              <a:tr h="0">
                <a:tc>
                  <a:txBody>
                    <a:bodyPr/>
                    <a:lstStyle/>
                    <a:p>
                      <a:pPr algn="l">
                        <a:spcAft>
                          <a:spcPts val="1200"/>
                        </a:spcAft>
                        <a:buNone/>
                      </a:pPr>
                      <a:r>
                        <a:rPr lang="ja-JP" sz="1200" b="0" i="0">
                          <a:solidFill>
                            <a:srgbClr val="1F2328"/>
                          </a:solidFill>
                          <a:effectLst/>
                          <a:latin typeface="Yu Gothic UI" panose="020B0500000000000000" pitchFamily="34" charset="-128"/>
                          <a:ea typeface="Yu Gothic UI" panose="020B0500000000000000" pitchFamily="34" charset="-128"/>
                        </a:rPr>
                        <a:t>Tenant ID</a:t>
                      </a:r>
                    </a:p>
                  </a:txBody>
                  <a:tcPr marL="123825" marR="123825" marT="57150" marB="57150" anchor="ctr"/>
                </a:tc>
                <a:tc>
                  <a:txBody>
                    <a:bodyPr/>
                    <a:lstStyle/>
                    <a:p>
                      <a:pPr algn="l">
                        <a:spcAft>
                          <a:spcPts val="1200"/>
                        </a:spcAft>
                        <a:buNone/>
                      </a:pPr>
                      <a:r>
                        <a:rPr lang="ja-JP" sz="1020" b="0" i="0">
                          <a:solidFill>
                            <a:srgbClr val="1F2328"/>
                          </a:solidFill>
                          <a:effectLst/>
                          <a:latin typeface="Yu Gothic UI" panose="020B0500000000000000" pitchFamily="34" charset="-128"/>
                          <a:ea typeface="Yu Gothic UI" panose="020B0500000000000000" pitchFamily="34" charset="-128"/>
                        </a:rPr>
                        <a:t>&lt;tenant-id&gt;</a:t>
                      </a:r>
                      <a:endParaRPr lang="ja-JP" sz="12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2505786082"/>
                  </a:ext>
                </a:extLst>
              </a:tr>
              <a:tr h="0">
                <a:tc>
                  <a:txBody>
                    <a:bodyPr/>
                    <a:lstStyle/>
                    <a:p>
                      <a:pPr algn="l">
                        <a:spcAft>
                          <a:spcPts val="1200"/>
                        </a:spcAft>
                        <a:buNone/>
                      </a:pPr>
                      <a:r>
                        <a:rPr lang="ja-JP" sz="1200" b="0" i="0">
                          <a:solidFill>
                            <a:srgbClr val="1F2328"/>
                          </a:solidFill>
                          <a:effectLst/>
                          <a:latin typeface="Yu Gothic UI" panose="020B0500000000000000" pitchFamily="34" charset="-128"/>
                          <a:ea typeface="Yu Gothic UI" panose="020B0500000000000000" pitchFamily="34" charset="-128"/>
                        </a:rPr>
                        <a:t>Todo アプリ URL</a:t>
                      </a:r>
                    </a:p>
                  </a:txBody>
                  <a:tcPr marL="123825" marR="123825" marT="57150" marB="57150" anchor="ctr"/>
                </a:tc>
                <a:tc>
                  <a:txBody>
                    <a:bodyPr/>
                    <a:lstStyle/>
                    <a:p>
                      <a:pPr algn="l">
                        <a:spcAft>
                          <a:spcPts val="1200"/>
                        </a:spcAft>
                        <a:buNone/>
                      </a:pPr>
                      <a:r>
                        <a:rPr lang="ja-JP" sz="1020" b="0" i="0">
                          <a:solidFill>
                            <a:srgbClr val="1F2328"/>
                          </a:solidFill>
                          <a:effectLst/>
                          <a:latin typeface="Yu Gothic UI" panose="020B0500000000000000" pitchFamily="34" charset="-128"/>
                          <a:ea typeface="Yu Gothic UI" panose="020B0500000000000000" pitchFamily="34" charset="-128"/>
                        </a:rPr>
                        <a:t>&lt;todo-app-url&gt;</a:t>
                      </a:r>
                      <a:endParaRPr lang="ja-JP" sz="12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2068935661"/>
                  </a:ext>
                </a:extLst>
              </a:tr>
              <a:tr h="0">
                <a:tc>
                  <a:txBody>
                    <a:bodyPr/>
                    <a:lstStyle/>
                    <a:p>
                      <a:pPr algn="l">
                        <a:spcAft>
                          <a:spcPts val="1200"/>
                        </a:spcAft>
                        <a:buNone/>
                      </a:pPr>
                      <a:r>
                        <a:rPr lang="ja-JP" sz="1200" b="0" i="0">
                          <a:solidFill>
                            <a:srgbClr val="1F2328"/>
                          </a:solidFill>
                          <a:effectLst/>
                          <a:latin typeface="Yu Gothic UI" panose="020B0500000000000000" pitchFamily="34" charset="-128"/>
                          <a:ea typeface="Yu Gothic UI" panose="020B0500000000000000" pitchFamily="34" charset="-128"/>
                        </a:rPr>
                        <a:t>受講者用リソース グループ</a:t>
                      </a:r>
                    </a:p>
                  </a:txBody>
                  <a:tcPr marL="123825" marR="123825" marT="57150" marB="57150" anchor="ctr"/>
                </a:tc>
                <a:tc>
                  <a:txBody>
                    <a:bodyPr/>
                    <a:lstStyle/>
                    <a:p>
                      <a:pPr algn="l">
                        <a:spcAft>
                          <a:spcPts val="1200"/>
                        </a:spcAft>
                        <a:buNone/>
                      </a:pPr>
                      <a:r>
                        <a:rPr lang="ja-JP" sz="1020" b="0" i="0">
                          <a:solidFill>
                            <a:srgbClr val="1F2328"/>
                          </a:solidFill>
                          <a:effectLst/>
                          <a:latin typeface="Yu Gothic UI" panose="020B0500000000000000" pitchFamily="34" charset="-128"/>
                          <a:ea typeface="Yu Gothic UI" panose="020B0500000000000000" pitchFamily="34" charset="-128"/>
                        </a:rPr>
                        <a:t>&lt;participant-resource-group&gt;</a:t>
                      </a:r>
                      <a:endParaRPr lang="ja-JP" sz="12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2885252935"/>
                  </a:ext>
                </a:extLst>
              </a:tr>
              <a:tr h="0">
                <a:tc>
                  <a:txBody>
                    <a:bodyPr/>
                    <a:lstStyle/>
                    <a:p>
                      <a:pPr algn="l">
                        <a:spcAft>
                          <a:spcPts val="1200"/>
                        </a:spcAft>
                        <a:buNone/>
                      </a:pPr>
                      <a:r>
                        <a:rPr lang="ja-JP" sz="1200" b="0" i="0">
                          <a:solidFill>
                            <a:srgbClr val="1F2328"/>
                          </a:solidFill>
                          <a:effectLst/>
                          <a:latin typeface="Yu Gothic UI" panose="020B0500000000000000" pitchFamily="34" charset="-128"/>
                          <a:ea typeface="Yu Gothic UI" panose="020B0500000000000000" pitchFamily="34" charset="-128"/>
                        </a:rPr>
                        <a:t>Cosmos DB アカウント名</a:t>
                      </a:r>
                    </a:p>
                  </a:txBody>
                  <a:tcPr marL="123825" marR="123825" marT="57150" marB="57150" anchor="ctr"/>
                </a:tc>
                <a:tc>
                  <a:txBody>
                    <a:bodyPr/>
                    <a:lstStyle/>
                    <a:p>
                      <a:pPr algn="l">
                        <a:spcAft>
                          <a:spcPts val="1200"/>
                        </a:spcAft>
                        <a:buNone/>
                      </a:pPr>
                      <a:r>
                        <a:rPr lang="ja-JP" sz="1020" b="0" i="0">
                          <a:solidFill>
                            <a:srgbClr val="1F2328"/>
                          </a:solidFill>
                          <a:effectLst/>
                          <a:latin typeface="Yu Gothic UI" panose="020B0500000000000000" pitchFamily="34" charset="-128"/>
                          <a:ea typeface="Yu Gothic UI" panose="020B0500000000000000" pitchFamily="34" charset="-128"/>
                        </a:rPr>
                        <a:t>&lt;cosmos-account-name&gt;</a:t>
                      </a:r>
                      <a:endParaRPr lang="ja-JP" sz="12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166090029"/>
                  </a:ext>
                </a:extLst>
              </a:tr>
              <a:tr h="0">
                <a:tc>
                  <a:txBody>
                    <a:bodyPr/>
                    <a:lstStyle/>
                    <a:p>
                      <a:pPr algn="l">
                        <a:spcAft>
                          <a:spcPts val="1200"/>
                        </a:spcAft>
                        <a:buNone/>
                      </a:pPr>
                      <a:r>
                        <a:rPr lang="ja-JP" sz="1200" b="0" i="0">
                          <a:solidFill>
                            <a:srgbClr val="1F2328"/>
                          </a:solidFill>
                          <a:effectLst/>
                          <a:latin typeface="Yu Gothic UI" panose="020B0500000000000000" pitchFamily="34" charset="-128"/>
                          <a:ea typeface="Yu Gothic UI" panose="020B0500000000000000" pitchFamily="34" charset="-128"/>
                        </a:rPr>
                        <a:t>Cosmos DB リソース グループ</a:t>
                      </a:r>
                    </a:p>
                  </a:txBody>
                  <a:tcPr marL="123825" marR="123825" marT="57150" marB="57150" anchor="ctr"/>
                </a:tc>
                <a:tc>
                  <a:txBody>
                    <a:bodyPr/>
                    <a:lstStyle/>
                    <a:p>
                      <a:pPr algn="l">
                        <a:spcAft>
                          <a:spcPts val="1200"/>
                        </a:spcAft>
                        <a:buNone/>
                      </a:pPr>
                      <a:r>
                        <a:rPr lang="ja-JP" sz="1020" b="0" i="0">
                          <a:solidFill>
                            <a:srgbClr val="1F2328"/>
                          </a:solidFill>
                          <a:effectLst/>
                          <a:latin typeface="Yu Gothic UI" panose="020B0500000000000000" pitchFamily="34" charset="-128"/>
                          <a:ea typeface="Yu Gothic UI" panose="020B0500000000000000" pitchFamily="34" charset="-128"/>
                        </a:rPr>
                        <a:t>&lt;cosmos-resource-group&gt;</a:t>
                      </a:r>
                      <a:endParaRPr lang="ja-JP" sz="12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920207779"/>
                  </a:ext>
                </a:extLst>
              </a:tr>
              <a:tr h="0">
                <a:tc>
                  <a:txBody>
                    <a:bodyPr/>
                    <a:lstStyle/>
                    <a:p>
                      <a:pPr algn="l">
                        <a:spcAft>
                          <a:spcPts val="1200"/>
                        </a:spcAft>
                        <a:buNone/>
                      </a:pPr>
                      <a:r>
                        <a:rPr lang="ja-JP" sz="1200" b="0" i="0">
                          <a:solidFill>
                            <a:srgbClr val="1F2328"/>
                          </a:solidFill>
                          <a:effectLst/>
                          <a:latin typeface="Yu Gothic UI" panose="020B0500000000000000" pitchFamily="34" charset="-128"/>
                          <a:ea typeface="Yu Gothic UI" panose="020B0500000000000000" pitchFamily="34" charset="-128"/>
                        </a:rPr>
                        <a:t>Cosmos DB エンドポイント</a:t>
                      </a:r>
                    </a:p>
                  </a:txBody>
                  <a:tcPr marL="123825" marR="123825" marT="57150" marB="57150" anchor="ctr"/>
                </a:tc>
                <a:tc>
                  <a:txBody>
                    <a:bodyPr/>
                    <a:lstStyle/>
                    <a:p>
                      <a:pPr algn="l">
                        <a:spcAft>
                          <a:spcPts val="1200"/>
                        </a:spcAft>
                        <a:buNone/>
                      </a:pPr>
                      <a:r>
                        <a:rPr lang="ja-JP" sz="1020" b="0" i="0">
                          <a:solidFill>
                            <a:srgbClr val="1F2328"/>
                          </a:solidFill>
                          <a:effectLst/>
                          <a:latin typeface="Yu Gothic UI" panose="020B0500000000000000" pitchFamily="34" charset="-128"/>
                          <a:ea typeface="Yu Gothic UI" panose="020B0500000000000000" pitchFamily="34" charset="-128"/>
                        </a:rPr>
                        <a:t>https://&lt;cosmos-account&gt;.documents.azure.com:443/</a:t>
                      </a:r>
                      <a:endParaRPr lang="ja-JP" sz="12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2825865455"/>
                  </a:ext>
                </a:extLst>
              </a:tr>
              <a:tr h="0">
                <a:tc>
                  <a:txBody>
                    <a:bodyPr/>
                    <a:lstStyle/>
                    <a:p>
                      <a:pPr algn="l">
                        <a:spcAft>
                          <a:spcPts val="1200"/>
                        </a:spcAft>
                        <a:buNone/>
                      </a:pPr>
                      <a:r>
                        <a:rPr lang="ja-JP" sz="1200" b="0" i="0">
                          <a:solidFill>
                            <a:srgbClr val="1F2328"/>
                          </a:solidFill>
                          <a:effectLst/>
                          <a:latin typeface="Yu Gothic UI" panose="020B0500000000000000" pitchFamily="34" charset="-128"/>
                          <a:ea typeface="Yu Gothic UI" panose="020B0500000000000000" pitchFamily="34" charset="-128"/>
                        </a:rPr>
                        <a:t>Foundry リージョン</a:t>
                      </a:r>
                    </a:p>
                  </a:txBody>
                  <a:tcPr marL="123825" marR="123825" marT="57150" marB="57150" anchor="ctr"/>
                </a:tc>
                <a:tc>
                  <a:txBody>
                    <a:bodyPr/>
                    <a:lstStyle/>
                    <a:p>
                      <a:pPr algn="l">
                        <a:spcAft>
                          <a:spcPts val="1200"/>
                        </a:spcAft>
                        <a:buNone/>
                      </a:pPr>
                      <a:r>
                        <a:rPr lang="ja-JP" sz="1020" b="0" i="0">
                          <a:solidFill>
                            <a:srgbClr val="1F2328"/>
                          </a:solidFill>
                          <a:effectLst/>
                          <a:latin typeface="Yu Gothic UI" panose="020B0500000000000000" pitchFamily="34" charset="-128"/>
                          <a:ea typeface="Yu Gothic UI" panose="020B0500000000000000" pitchFamily="34" charset="-128"/>
                        </a:rPr>
                        <a:t>&lt;foundry-region&gt;</a:t>
                      </a:r>
                      <a:endParaRPr lang="ja-JP" sz="12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1714602440"/>
                  </a:ext>
                </a:extLst>
              </a:tr>
            </a:tbl>
          </a:graphicData>
        </a:graphic>
      </p:graphicFrame>
      <p:graphicFrame>
        <p:nvGraphicFramePr>
          <p:cNvPr id="7" name="表 6">
            <a:extLst>
              <a:ext uri="{FF2B5EF4-FFF2-40B4-BE49-F238E27FC236}">
                <a16:creationId xmlns:a16="http://schemas.microsoft.com/office/drawing/2014/main" id="{D4D3C0EE-8F6F-7173-784F-D6EAAAF93622}"/>
              </a:ext>
            </a:extLst>
          </p:cNvPr>
          <p:cNvGraphicFramePr>
            <a:graphicFrameLocks noGrp="1"/>
          </p:cNvGraphicFramePr>
          <p:nvPr>
            <p:extLst>
              <p:ext uri="{D42A27DB-BD31-4B8C-83A1-F6EECF244321}">
                <p14:modId xmlns:p14="http://schemas.microsoft.com/office/powerpoint/2010/main" val="2461916423"/>
              </p:ext>
            </p:extLst>
          </p:nvPr>
        </p:nvGraphicFramePr>
        <p:xfrm>
          <a:off x="6276816" y="2277110"/>
          <a:ext cx="5326222" cy="2743200"/>
        </p:xfrm>
        <a:graphic>
          <a:graphicData uri="http://schemas.openxmlformats.org/drawingml/2006/table">
            <a:tbl>
              <a:tblPr firstRow="1" bandRow="1">
                <a:tableStyleId>{5C22544A-7EE6-4342-B048-85BDC9FD1C3A}</a:tableStyleId>
              </a:tblPr>
              <a:tblGrid>
                <a:gridCol w="1856083">
                  <a:extLst>
                    <a:ext uri="{9D8B030D-6E8A-4147-A177-3AD203B41FA5}">
                      <a16:colId xmlns:a16="http://schemas.microsoft.com/office/drawing/2014/main" val="1874249872"/>
                    </a:ext>
                  </a:extLst>
                </a:gridCol>
                <a:gridCol w="3470139">
                  <a:extLst>
                    <a:ext uri="{9D8B030D-6E8A-4147-A177-3AD203B41FA5}">
                      <a16:colId xmlns:a16="http://schemas.microsoft.com/office/drawing/2014/main" val="1454588144"/>
                    </a:ext>
                  </a:extLst>
                </a:gridCol>
              </a:tblGrid>
              <a:tr h="0">
                <a:tc>
                  <a:txBody>
                    <a:bodyPr/>
                    <a:lstStyle/>
                    <a:p>
                      <a:pPr algn="l">
                        <a:spcAft>
                          <a:spcPts val="1200"/>
                        </a:spcAft>
                        <a:buNone/>
                      </a:pPr>
                      <a:r>
                        <a:rPr lang="ja-JP" sz="1200" b="1" i="0">
                          <a:solidFill>
                            <a:schemeClr val="bg1"/>
                          </a:solidFill>
                          <a:effectLst/>
                          <a:latin typeface="Yu Gothic UI" panose="020B0500000000000000" pitchFamily="34" charset="-128"/>
                          <a:ea typeface="Yu Gothic UI" panose="020B0500000000000000" pitchFamily="34" charset="-128"/>
                        </a:rPr>
                        <a:t>項目</a:t>
                      </a:r>
                    </a:p>
                  </a:txBody>
                  <a:tcPr marL="123825" marR="123825" marT="57150" marB="57150" anchor="ctr"/>
                </a:tc>
                <a:tc>
                  <a:txBody>
                    <a:bodyPr/>
                    <a:lstStyle/>
                    <a:p>
                      <a:pPr algn="l">
                        <a:spcAft>
                          <a:spcPts val="1200"/>
                        </a:spcAft>
                        <a:buNone/>
                      </a:pPr>
                      <a:r>
                        <a:rPr lang="ja-JP" sz="1200" b="1" i="0">
                          <a:solidFill>
                            <a:schemeClr val="bg1"/>
                          </a:solidFill>
                          <a:effectLst/>
                          <a:latin typeface="Yu Gothic UI" panose="020B0500000000000000" pitchFamily="34" charset="-128"/>
                          <a:ea typeface="Yu Gothic UI" panose="020B0500000000000000" pitchFamily="34" charset="-128"/>
                        </a:rPr>
                        <a:t>値</a:t>
                      </a:r>
                    </a:p>
                  </a:txBody>
                  <a:tcPr marL="123825" marR="123825" marT="57150" marB="57150" anchor="ctr"/>
                </a:tc>
                <a:extLst>
                  <a:ext uri="{0D108BD9-81ED-4DB2-BD59-A6C34878D82A}">
                    <a16:rowId xmlns:a16="http://schemas.microsoft.com/office/drawing/2014/main" val="842612399"/>
                  </a:ext>
                </a:extLst>
              </a:tr>
              <a:tr h="0">
                <a:tc>
                  <a:txBody>
                    <a:bodyPr/>
                    <a:lstStyle/>
                    <a:p>
                      <a:pPr algn="l">
                        <a:spcAft>
                          <a:spcPts val="1200"/>
                        </a:spcAft>
                        <a:buNone/>
                      </a:pPr>
                      <a:r>
                        <a:rPr lang="ja-JP" sz="1200" b="0" i="0">
                          <a:solidFill>
                            <a:srgbClr val="1F2328"/>
                          </a:solidFill>
                          <a:effectLst/>
                          <a:latin typeface="Yu Gothic UI" panose="020B0500000000000000" pitchFamily="34" charset="-128"/>
                          <a:ea typeface="Yu Gothic UI" panose="020B0500000000000000" pitchFamily="34" charset="-128"/>
                        </a:rPr>
                        <a:t>ACR ログイン サーバー</a:t>
                      </a:r>
                    </a:p>
                  </a:txBody>
                  <a:tcPr marL="123825" marR="123825" marT="57150" marB="57150" anchor="ctr"/>
                </a:tc>
                <a:tc>
                  <a:txBody>
                    <a:bodyPr/>
                    <a:lstStyle/>
                    <a:p>
                      <a:pPr algn="l">
                        <a:spcAft>
                          <a:spcPts val="1200"/>
                        </a:spcAft>
                        <a:buNone/>
                      </a:pPr>
                      <a:r>
                        <a:rPr lang="ja-JP" sz="1020" b="0" i="0">
                          <a:solidFill>
                            <a:srgbClr val="1F2328"/>
                          </a:solidFill>
                          <a:effectLst/>
                          <a:latin typeface="Yu Gothic UI" panose="020B0500000000000000" pitchFamily="34" charset="-128"/>
                          <a:ea typeface="Yu Gothic UI" panose="020B0500000000000000" pitchFamily="34" charset="-128"/>
                        </a:rPr>
                        <a:t>&lt;registry&gt;.azurecr.io</a:t>
                      </a:r>
                      <a:endParaRPr lang="ja-JP" sz="12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3590744487"/>
                  </a:ext>
                </a:extLst>
              </a:tr>
              <a:tr h="0">
                <a:tc>
                  <a:txBody>
                    <a:bodyPr/>
                    <a:lstStyle/>
                    <a:p>
                      <a:pPr algn="l">
                        <a:spcAft>
                          <a:spcPts val="1200"/>
                        </a:spcAft>
                        <a:buNone/>
                      </a:pPr>
                      <a:r>
                        <a:rPr lang="ja-JP" sz="1200" b="0" i="0">
                          <a:solidFill>
                            <a:srgbClr val="1F2328"/>
                          </a:solidFill>
                          <a:effectLst/>
                          <a:latin typeface="Yu Gothic UI" panose="020B0500000000000000" pitchFamily="34" charset="-128"/>
                          <a:ea typeface="Yu Gothic UI" panose="020B0500000000000000" pitchFamily="34" charset="-128"/>
                        </a:rPr>
                        <a:t>MCP イメージ リポジトリ</a:t>
                      </a:r>
                    </a:p>
                  </a:txBody>
                  <a:tcPr marL="123825" marR="123825" marT="57150" marB="57150" anchor="ctr"/>
                </a:tc>
                <a:tc>
                  <a:txBody>
                    <a:bodyPr/>
                    <a:lstStyle/>
                    <a:p>
                      <a:pPr algn="l">
                        <a:spcAft>
                          <a:spcPts val="1200"/>
                        </a:spcAft>
                        <a:buNone/>
                      </a:pPr>
                      <a:r>
                        <a:rPr lang="ja-JP" sz="1020" b="0" i="0">
                          <a:solidFill>
                            <a:srgbClr val="1F2328"/>
                          </a:solidFill>
                          <a:effectLst/>
                          <a:latin typeface="Yu Gothic UI" panose="020B0500000000000000" pitchFamily="34" charset="-128"/>
                          <a:ea typeface="Yu Gothic UI" panose="020B0500000000000000" pitchFamily="34" charset="-128"/>
                        </a:rPr>
                        <a:t>mcp-toolkit</a:t>
                      </a:r>
                      <a:endParaRPr lang="ja-JP" sz="12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494178608"/>
                  </a:ext>
                </a:extLst>
              </a:tr>
              <a:tr h="0">
                <a:tc>
                  <a:txBody>
                    <a:bodyPr/>
                    <a:lstStyle/>
                    <a:p>
                      <a:pPr algn="l">
                        <a:spcAft>
                          <a:spcPts val="1200"/>
                        </a:spcAft>
                        <a:buNone/>
                      </a:pPr>
                      <a:r>
                        <a:rPr lang="ja-JP" sz="1200" b="0" i="0">
                          <a:solidFill>
                            <a:srgbClr val="1F2328"/>
                          </a:solidFill>
                          <a:effectLst/>
                          <a:latin typeface="Yu Gothic UI" panose="020B0500000000000000" pitchFamily="34" charset="-128"/>
                          <a:ea typeface="Yu Gothic UI" panose="020B0500000000000000" pitchFamily="34" charset="-128"/>
                        </a:rPr>
                        <a:t>MCP イメージ タグ</a:t>
                      </a:r>
                    </a:p>
                  </a:txBody>
                  <a:tcPr marL="123825" marR="123825" marT="57150" marB="57150" anchor="ctr"/>
                </a:tc>
                <a:tc>
                  <a:txBody>
                    <a:bodyPr/>
                    <a:lstStyle/>
                    <a:p>
                      <a:pPr algn="l">
                        <a:spcAft>
                          <a:spcPts val="1200"/>
                        </a:spcAft>
                        <a:buNone/>
                      </a:pPr>
                      <a:r>
                        <a:rPr lang="ja-JP" sz="1020" b="0" i="0">
                          <a:solidFill>
                            <a:srgbClr val="1F2328"/>
                          </a:solidFill>
                          <a:effectLst/>
                          <a:latin typeface="Yu Gothic UI" panose="020B0500000000000000" pitchFamily="34" charset="-128"/>
                          <a:ea typeface="Yu Gothic UI" panose="020B0500000000000000" pitchFamily="34" charset="-128"/>
                        </a:rPr>
                        <a:t>&lt;tag&gt;</a:t>
                      </a:r>
                      <a:endParaRPr lang="ja-JP" sz="12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1419389535"/>
                  </a:ext>
                </a:extLst>
              </a:tr>
              <a:tr h="203200">
                <a:tc>
                  <a:txBody>
                    <a:bodyPr/>
                    <a:lstStyle/>
                    <a:p>
                      <a:pPr algn="l">
                        <a:spcAft>
                          <a:spcPts val="1200"/>
                        </a:spcAft>
                        <a:buNone/>
                      </a:pPr>
                      <a:r>
                        <a:rPr lang="ja-JP" sz="1200" b="0" i="0">
                          <a:solidFill>
                            <a:srgbClr val="1F2328"/>
                          </a:solidFill>
                          <a:effectLst/>
                          <a:latin typeface="Yu Gothic UI" panose="020B0500000000000000" pitchFamily="34" charset="-128"/>
                          <a:ea typeface="Yu Gothic UI" panose="020B0500000000000000" pitchFamily="34" charset="-128"/>
                        </a:rPr>
                        <a:t>割り当て済み Container Apps 環境</a:t>
                      </a:r>
                    </a:p>
                  </a:txBody>
                  <a:tcPr marL="123825" marR="123825" marT="57150" marB="57150" anchor="ctr"/>
                </a:tc>
                <a:tc>
                  <a:txBody>
                    <a:bodyPr/>
                    <a:lstStyle/>
                    <a:p>
                      <a:pPr algn="l">
                        <a:spcAft>
                          <a:spcPts val="1200"/>
                        </a:spcAft>
                        <a:buNone/>
                      </a:pPr>
                      <a:r>
                        <a:rPr lang="ja-JP" sz="1020" b="0" i="0">
                          <a:solidFill>
                            <a:srgbClr val="1F2328"/>
                          </a:solidFill>
                          <a:effectLst/>
                          <a:latin typeface="Yu Gothic UI" panose="020B0500000000000000" pitchFamily="34" charset="-128"/>
                          <a:ea typeface="Yu Gothic UI" panose="020B0500000000000000" pitchFamily="34" charset="-128"/>
                        </a:rPr>
                        <a:t>cae-todomanagement-workshop-</a:t>
                      </a:r>
                      <a:r>
                        <a:rPr lang="en-US" altLang="ja-JP" sz="1020" b="0" i="0" dirty="0">
                          <a:solidFill>
                            <a:srgbClr val="1F2328"/>
                          </a:solidFill>
                          <a:effectLst/>
                          <a:latin typeface="Yu Gothic UI" panose="020B0500000000000000" pitchFamily="34" charset="-128"/>
                          <a:ea typeface="Yu Gothic UI" panose="020B0500000000000000" pitchFamily="34" charset="-128"/>
                        </a:rPr>
                        <a:t>&lt;</a:t>
                      </a:r>
                      <a:r>
                        <a:rPr lang="ja-JP" altLang="en-US" sz="1020" b="0" i="0">
                          <a:solidFill>
                            <a:srgbClr val="1F2328"/>
                          </a:solidFill>
                          <a:effectLst/>
                          <a:latin typeface="Yu Gothic UI" panose="020B0500000000000000" pitchFamily="34" charset="-128"/>
                          <a:ea typeface="Yu Gothic UI" panose="020B0500000000000000" pitchFamily="34" charset="-128"/>
                        </a:rPr>
                        <a:t>番号</a:t>
                      </a:r>
                      <a:r>
                        <a:rPr lang="en-US" altLang="ja-JP" sz="1020" b="0" i="0" dirty="0">
                          <a:solidFill>
                            <a:srgbClr val="1F2328"/>
                          </a:solidFill>
                          <a:effectLst/>
                          <a:latin typeface="Yu Gothic UI" panose="020B0500000000000000" pitchFamily="34" charset="-128"/>
                          <a:ea typeface="Yu Gothic UI" panose="020B0500000000000000" pitchFamily="34" charset="-128"/>
                        </a:rPr>
                        <a:t>&gt;</a:t>
                      </a:r>
                      <a:endParaRPr lang="ja-JP" sz="12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615240632"/>
                  </a:ext>
                </a:extLst>
              </a:tr>
              <a:tr h="0">
                <a:tc>
                  <a:txBody>
                    <a:bodyPr/>
                    <a:lstStyle/>
                    <a:p>
                      <a:pPr algn="l">
                        <a:spcAft>
                          <a:spcPts val="1200"/>
                        </a:spcAft>
                        <a:buNone/>
                      </a:pPr>
                      <a:r>
                        <a:rPr lang="ja-JP" sz="1200" b="0" i="0">
                          <a:solidFill>
                            <a:srgbClr val="1F2328"/>
                          </a:solidFill>
                          <a:effectLst/>
                          <a:latin typeface="Yu Gothic UI" panose="020B0500000000000000" pitchFamily="34" charset="-128"/>
                          <a:ea typeface="Yu Gothic UI" panose="020B0500000000000000" pitchFamily="34" charset="-128"/>
                        </a:rPr>
                        <a:t>環境リソース グループ</a:t>
                      </a:r>
                    </a:p>
                  </a:txBody>
                  <a:tcPr marL="123825" marR="123825" marT="57150" marB="57150" anchor="ctr"/>
                </a:tc>
                <a:tc>
                  <a:txBody>
                    <a:bodyPr/>
                    <a:lstStyle/>
                    <a:p>
                      <a:pPr algn="l">
                        <a:spcAft>
                          <a:spcPts val="1200"/>
                        </a:spcAft>
                        <a:buNone/>
                      </a:pPr>
                      <a:r>
                        <a:rPr lang="ja-JP" sz="1020" b="0" i="0">
                          <a:solidFill>
                            <a:srgbClr val="1F2328"/>
                          </a:solidFill>
                          <a:effectLst/>
                          <a:latin typeface="Yu Gothic UI" panose="020B0500000000000000" pitchFamily="34" charset="-128"/>
                          <a:ea typeface="Yu Gothic UI" panose="020B0500000000000000" pitchFamily="34" charset="-128"/>
                        </a:rPr>
                        <a:t>&lt;instructor-resource-group&gt;</a:t>
                      </a:r>
                      <a:endParaRPr lang="ja-JP" sz="12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2682106146"/>
                  </a:ext>
                </a:extLst>
              </a:tr>
              <a:tr h="0">
                <a:tc>
                  <a:txBody>
                    <a:bodyPr/>
                    <a:lstStyle/>
                    <a:p>
                      <a:pPr algn="l">
                        <a:spcAft>
                          <a:spcPts val="1200"/>
                        </a:spcAft>
                        <a:buNone/>
                      </a:pPr>
                      <a:r>
                        <a:rPr lang="ja-JP" sz="1200" b="0" i="0">
                          <a:solidFill>
                            <a:srgbClr val="1F2328"/>
                          </a:solidFill>
                          <a:effectLst/>
                          <a:latin typeface="Yu Gothic UI" panose="020B0500000000000000" pitchFamily="34" charset="-128"/>
                          <a:ea typeface="Yu Gothic UI" panose="020B0500000000000000" pitchFamily="34" charset="-128"/>
                        </a:rPr>
                        <a:t>環境リージョン</a:t>
                      </a:r>
                    </a:p>
                  </a:txBody>
                  <a:tcPr marL="123825" marR="123825" marT="57150" marB="57150" anchor="ctr"/>
                </a:tc>
                <a:tc>
                  <a:txBody>
                    <a:bodyPr/>
                    <a:lstStyle/>
                    <a:p>
                      <a:pPr algn="l">
                        <a:spcAft>
                          <a:spcPts val="1200"/>
                        </a:spcAft>
                        <a:buNone/>
                      </a:pPr>
                      <a:r>
                        <a:rPr lang="ja-JP" sz="1020" b="0" i="0">
                          <a:solidFill>
                            <a:srgbClr val="1F2328"/>
                          </a:solidFill>
                          <a:effectLst/>
                          <a:latin typeface="Yu Gothic UI" panose="020B0500000000000000" pitchFamily="34" charset="-128"/>
                          <a:ea typeface="Yu Gothic UI" panose="020B0500000000000000" pitchFamily="34" charset="-128"/>
                        </a:rPr>
                        <a:t>japaneast</a:t>
                      </a:r>
                      <a:endParaRPr lang="ja-JP" sz="12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3496773718"/>
                  </a:ext>
                </a:extLst>
              </a:tr>
              <a:tr h="0">
                <a:tc>
                  <a:txBody>
                    <a:bodyPr/>
                    <a:lstStyle/>
                    <a:p>
                      <a:pPr algn="l">
                        <a:spcAft>
                          <a:spcPts val="1200"/>
                        </a:spcAft>
                        <a:buNone/>
                      </a:pPr>
                      <a:r>
                        <a:rPr lang="ja-JP" sz="1200" b="0" i="0">
                          <a:solidFill>
                            <a:srgbClr val="1F2328"/>
                          </a:solidFill>
                          <a:effectLst/>
                          <a:latin typeface="Yu Gothic UI" panose="020B0500000000000000" pitchFamily="34" charset="-128"/>
                          <a:ea typeface="Yu Gothic UI" panose="020B0500000000000000" pitchFamily="34" charset="-128"/>
                        </a:rPr>
                        <a:t>割り当て済み Container App 名</a:t>
                      </a:r>
                    </a:p>
                  </a:txBody>
                  <a:tcPr marL="123825" marR="123825" marT="57150" marB="57150" anchor="ctr"/>
                </a:tc>
                <a:tc>
                  <a:txBody>
                    <a:bodyPr/>
                    <a:lstStyle/>
                    <a:p>
                      <a:pPr algn="l">
                        <a:spcAft>
                          <a:spcPts val="1200"/>
                        </a:spcAft>
                        <a:buNone/>
                      </a:pPr>
                      <a:r>
                        <a:rPr lang="ja-JP" sz="1020" b="0" i="0">
                          <a:solidFill>
                            <a:srgbClr val="1F2328"/>
                          </a:solidFill>
                          <a:effectLst/>
                          <a:latin typeface="Yu Gothic UI" panose="020B0500000000000000" pitchFamily="34" charset="-128"/>
                          <a:ea typeface="Yu Gothic UI" panose="020B0500000000000000" pitchFamily="34" charset="-128"/>
                        </a:rPr>
                        <a:t>mcp-toolkit-</a:t>
                      </a:r>
                      <a:r>
                        <a:rPr lang="en-US" altLang="ja-JP" sz="1020" b="0" i="0" dirty="0">
                          <a:solidFill>
                            <a:srgbClr val="1F2328"/>
                          </a:solidFill>
                          <a:effectLst/>
                          <a:latin typeface="Yu Gothic UI" panose="020B0500000000000000" pitchFamily="34" charset="-128"/>
                          <a:ea typeface="Yu Gothic UI" panose="020B0500000000000000" pitchFamily="34" charset="-128"/>
                        </a:rPr>
                        <a:t>&lt;</a:t>
                      </a:r>
                      <a:r>
                        <a:rPr lang="ja-JP" altLang="en-US" sz="1020" b="0" i="0">
                          <a:solidFill>
                            <a:srgbClr val="1F2328"/>
                          </a:solidFill>
                          <a:effectLst/>
                          <a:latin typeface="Yu Gothic UI" panose="020B0500000000000000" pitchFamily="34" charset="-128"/>
                          <a:ea typeface="Yu Gothic UI" panose="020B0500000000000000" pitchFamily="34" charset="-128"/>
                        </a:rPr>
                        <a:t>受講者番号</a:t>
                      </a:r>
                      <a:r>
                        <a:rPr lang="en-US" altLang="ja-JP" sz="1020" b="0" i="0" dirty="0">
                          <a:solidFill>
                            <a:srgbClr val="1F2328"/>
                          </a:solidFill>
                          <a:effectLst/>
                          <a:latin typeface="Yu Gothic UI" panose="020B0500000000000000" pitchFamily="34" charset="-128"/>
                          <a:ea typeface="Yu Gothic UI" panose="020B0500000000000000" pitchFamily="34" charset="-128"/>
                        </a:rPr>
                        <a:t>&gt;</a:t>
                      </a:r>
                      <a:endParaRPr lang="ja-JP" sz="1200" b="0" i="0">
                        <a:solidFill>
                          <a:srgbClr val="1F2328"/>
                        </a:solidFill>
                        <a:effectLst/>
                        <a:latin typeface="Yu Gothic UI" panose="020B0500000000000000" pitchFamily="34" charset="-128"/>
                        <a:ea typeface="Yu Gothic UI" panose="020B0500000000000000" pitchFamily="34" charset="-128"/>
                      </a:endParaRPr>
                    </a:p>
                  </a:txBody>
                  <a:tcPr marL="123825" marR="123825" marT="57150" marB="57150" anchor="ctr"/>
                </a:tc>
                <a:extLst>
                  <a:ext uri="{0D108BD9-81ED-4DB2-BD59-A6C34878D82A}">
                    <a16:rowId xmlns:a16="http://schemas.microsoft.com/office/drawing/2014/main" val="2492071868"/>
                  </a:ext>
                </a:extLst>
              </a:tr>
            </a:tbl>
          </a:graphicData>
        </a:graphic>
      </p:graphicFrame>
    </p:spTree>
    <p:extLst>
      <p:ext uri="{BB962C8B-B14F-4D97-AF65-F5344CB8AC3E}">
        <p14:creationId xmlns:p14="http://schemas.microsoft.com/office/powerpoint/2010/main" val="4071170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043E2-055E-DC5A-1ADA-683C08D5201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8B6CC566-74BF-0E52-F2B1-C9ADF6F9563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latin typeface="Yu Gothic UI" panose="020B0500000000000000" pitchFamily="34" charset="-128"/>
                <a:ea typeface="Yu Gothic UI" panose="020B0500000000000000" pitchFamily="34" charset="-128"/>
              </a:rPr>
              <a:t>受講者が作成するリソースの命名規則</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75DEC1CC-09C5-D718-07DA-D88E4BD0092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F7AA4DA0-5D5F-658C-9741-693FB98178B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B694E21F-146A-0938-B8DE-E5C514F73866}"/>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受講者は下記のリソースを作成します。リソース名に受講者番号を含め他の受講者と重複しないようにして下さい。</a:t>
            </a:r>
            <a:endParaRPr kumimoji="1" lang="en-US" altLang="ja-JP" sz="2000" dirty="0"/>
          </a:p>
          <a:p>
            <a:pPr marL="0" indent="0">
              <a:buNone/>
            </a:pPr>
            <a:endParaRPr kumimoji="1" lang="en-US" altLang="ja-JP" sz="2000" dirty="0"/>
          </a:p>
        </p:txBody>
      </p:sp>
      <p:sp>
        <p:nvSpPr>
          <p:cNvPr id="6" name="字幕 1">
            <a:extLst>
              <a:ext uri="{FF2B5EF4-FFF2-40B4-BE49-F238E27FC236}">
                <a16:creationId xmlns:a16="http://schemas.microsoft.com/office/drawing/2014/main" id="{99953E03-423F-7A85-E0BB-97FD810E6608}"/>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graphicFrame>
        <p:nvGraphicFramePr>
          <p:cNvPr id="8" name="表 7">
            <a:extLst>
              <a:ext uri="{FF2B5EF4-FFF2-40B4-BE49-F238E27FC236}">
                <a16:creationId xmlns:a16="http://schemas.microsoft.com/office/drawing/2014/main" id="{B8FF4D7F-4E08-4BAF-172B-41A9B4CA3CDE}"/>
              </a:ext>
            </a:extLst>
          </p:cNvPr>
          <p:cNvGraphicFramePr>
            <a:graphicFrameLocks noGrp="1"/>
          </p:cNvGraphicFramePr>
          <p:nvPr>
            <p:extLst>
              <p:ext uri="{D42A27DB-BD31-4B8C-83A1-F6EECF244321}">
                <p14:modId xmlns:p14="http://schemas.microsoft.com/office/powerpoint/2010/main" val="1224272195"/>
              </p:ext>
            </p:extLst>
          </p:nvPr>
        </p:nvGraphicFramePr>
        <p:xfrm>
          <a:off x="685800" y="2241550"/>
          <a:ext cx="10820400" cy="2595880"/>
        </p:xfrm>
        <a:graphic>
          <a:graphicData uri="http://schemas.openxmlformats.org/drawingml/2006/table">
            <a:tbl>
              <a:tblPr firstRow="1" bandRow="1">
                <a:tableStyleId>{5C22544A-7EE6-4342-B048-85BDC9FD1C3A}</a:tableStyleId>
              </a:tblPr>
              <a:tblGrid>
                <a:gridCol w="3581595">
                  <a:extLst>
                    <a:ext uri="{9D8B030D-6E8A-4147-A177-3AD203B41FA5}">
                      <a16:colId xmlns:a16="http://schemas.microsoft.com/office/drawing/2014/main" val="3920646201"/>
                    </a:ext>
                  </a:extLst>
                </a:gridCol>
                <a:gridCol w="7238805">
                  <a:extLst>
                    <a:ext uri="{9D8B030D-6E8A-4147-A177-3AD203B41FA5}">
                      <a16:colId xmlns:a16="http://schemas.microsoft.com/office/drawing/2014/main" val="1411845349"/>
                    </a:ext>
                  </a:extLst>
                </a:gridCol>
              </a:tblGrid>
              <a:tr h="370840">
                <a:tc>
                  <a:txBody>
                    <a:bodyPr/>
                    <a:lstStyle/>
                    <a:p>
                      <a:r>
                        <a:rPr kumimoji="1" lang="ja-JP" altLang="en-US">
                          <a:latin typeface="Yu Gothic UI" panose="020B0500000000000000" pitchFamily="34" charset="-128"/>
                          <a:ea typeface="Yu Gothic UI" panose="020B0500000000000000" pitchFamily="34" charset="-128"/>
                        </a:rPr>
                        <a:t>リソース</a:t>
                      </a:r>
                    </a:p>
                  </a:txBody>
                  <a:tcPr/>
                </a:tc>
                <a:tc>
                  <a:txBody>
                    <a:bodyPr/>
                    <a:lstStyle/>
                    <a:p>
                      <a:r>
                        <a:rPr kumimoji="1" lang="ja-JP" altLang="en-US">
                          <a:latin typeface="Yu Gothic UI" panose="020B0500000000000000" pitchFamily="34" charset="-128"/>
                          <a:ea typeface="Yu Gothic UI" panose="020B0500000000000000" pitchFamily="34" charset="-128"/>
                        </a:rPr>
                        <a:t>リソース名例</a:t>
                      </a:r>
                    </a:p>
                  </a:txBody>
                  <a:tcPr/>
                </a:tc>
                <a:extLst>
                  <a:ext uri="{0D108BD9-81ED-4DB2-BD59-A6C34878D82A}">
                    <a16:rowId xmlns:a16="http://schemas.microsoft.com/office/drawing/2014/main" val="4110318464"/>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en-US" altLang="ja-JP" sz="1800" dirty="0">
                          <a:latin typeface="Yu Gothic UI" panose="020B0500000000000000" pitchFamily="34" charset="-128"/>
                          <a:ea typeface="Yu Gothic UI" panose="020B0500000000000000" pitchFamily="34" charset="-128"/>
                        </a:rPr>
                        <a:t>MCP</a:t>
                      </a:r>
                      <a:r>
                        <a:rPr kumimoji="1" lang="ja-JP" altLang="en-US" sz="1800">
                          <a:latin typeface="Yu Gothic UI" panose="020B0500000000000000" pitchFamily="34" charset="-128"/>
                          <a:ea typeface="Yu Gothic UI" panose="020B0500000000000000" pitchFamily="34" charset="-128"/>
                        </a:rPr>
                        <a:t>用</a:t>
                      </a:r>
                      <a:r>
                        <a:rPr kumimoji="1" lang="en-US" altLang="ja-JP" sz="1800" dirty="0">
                          <a:latin typeface="Yu Gothic UI" panose="020B0500000000000000" pitchFamily="34" charset="-128"/>
                          <a:ea typeface="Yu Gothic UI" panose="020B0500000000000000" pitchFamily="34" charset="-128"/>
                        </a:rPr>
                        <a:t> </a:t>
                      </a:r>
                      <a:r>
                        <a:rPr kumimoji="1" lang="ja-JP" altLang="en-US" sz="1800">
                          <a:latin typeface="Yu Gothic UI" panose="020B0500000000000000" pitchFamily="34" charset="-128"/>
                          <a:ea typeface="Yu Gothic UI" panose="020B0500000000000000" pitchFamily="34" charset="-128"/>
                        </a:rPr>
                        <a:t>アプリ登録</a:t>
                      </a:r>
                      <a:endParaRPr kumimoji="1" lang="en-US" altLang="ja-JP" sz="1800" dirty="0">
                        <a:latin typeface="Yu Gothic UI" panose="020B0500000000000000" pitchFamily="34" charset="-128"/>
                        <a:ea typeface="Yu Gothic UI" panose="020B0500000000000000" pitchFamily="34" charset="-128"/>
                      </a:endParaRPr>
                    </a:p>
                  </a:txBody>
                  <a:tcPr/>
                </a:tc>
                <a:tc>
                  <a:txBody>
                    <a:bodyPr/>
                    <a:lstStyle/>
                    <a:p>
                      <a:r>
                        <a:rPr kumimoji="1" lang="en-US" altLang="ja-JP" sz="1800" dirty="0">
                          <a:latin typeface="Yu Gothic UI" panose="020B0500000000000000" pitchFamily="34" charset="-128"/>
                          <a:ea typeface="Yu Gothic UI" panose="020B0500000000000000" pitchFamily="34" charset="-128"/>
                        </a:rPr>
                        <a:t>todomanagementv2-mcp-api-&lt;</a:t>
                      </a:r>
                      <a:r>
                        <a:rPr kumimoji="1" lang="ja-JP" altLang="en-US" sz="1800">
                          <a:latin typeface="Yu Gothic UI" panose="020B0500000000000000" pitchFamily="34" charset="-128"/>
                          <a:ea typeface="Yu Gothic UI" panose="020B0500000000000000" pitchFamily="34" charset="-128"/>
                        </a:rPr>
                        <a:t>受講者番号</a:t>
                      </a:r>
                      <a:r>
                        <a:rPr kumimoji="1" lang="en-US" altLang="ja-JP" sz="1800" dirty="0">
                          <a:latin typeface="Yu Gothic UI" panose="020B0500000000000000" pitchFamily="34" charset="-128"/>
                          <a:ea typeface="Yu Gothic UI" panose="020B0500000000000000" pitchFamily="34" charset="-128"/>
                        </a:rPr>
                        <a:t>&gt;</a:t>
                      </a:r>
                      <a:endParaRPr kumimoji="1" lang="ja-JP" altLang="en-US">
                        <a:latin typeface="Yu Gothic UI" panose="020B0500000000000000" pitchFamily="34" charset="-128"/>
                        <a:ea typeface="Yu Gothic UI" panose="020B0500000000000000" pitchFamily="34" charset="-128"/>
                      </a:endParaRPr>
                    </a:p>
                  </a:txBody>
                  <a:tcPr/>
                </a:tc>
                <a:extLst>
                  <a:ext uri="{0D108BD9-81ED-4DB2-BD59-A6C34878D82A}">
                    <a16:rowId xmlns:a16="http://schemas.microsoft.com/office/drawing/2014/main" val="1735584670"/>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en-US" altLang="ja-JP" sz="1800" dirty="0">
                          <a:latin typeface="Yu Gothic UI" panose="020B0500000000000000" pitchFamily="34" charset="-128"/>
                          <a:ea typeface="Yu Gothic UI" panose="020B0500000000000000" pitchFamily="34" charset="-128"/>
                        </a:rPr>
                        <a:t>Foundry </a:t>
                      </a:r>
                      <a:r>
                        <a:rPr kumimoji="1" lang="ja-JP" altLang="en-US" sz="1800">
                          <a:latin typeface="Yu Gothic UI" panose="020B0500000000000000" pitchFamily="34" charset="-128"/>
                          <a:ea typeface="Yu Gothic UI" panose="020B0500000000000000" pitchFamily="34" charset="-128"/>
                        </a:rPr>
                        <a:t>リソース</a:t>
                      </a:r>
                      <a:endParaRPr kumimoji="1" lang="en-US" altLang="ja-JP" sz="1800" dirty="0">
                        <a:latin typeface="Yu Gothic UI" panose="020B0500000000000000" pitchFamily="34" charset="-128"/>
                        <a:ea typeface="Yu Gothic UI" panose="020B0500000000000000" pitchFamily="34" charset="-128"/>
                      </a:endParaRPr>
                    </a:p>
                  </a:txBody>
                  <a:tcPr/>
                </a:tc>
                <a:tc>
                  <a:txBody>
                    <a:bodyPr/>
                    <a:lstStyle/>
                    <a:p>
                      <a:r>
                        <a:rPr kumimoji="1" lang="en-US" altLang="ja-JP" sz="1800" dirty="0" err="1">
                          <a:latin typeface="Yu Gothic UI" panose="020B0500000000000000" pitchFamily="34" charset="-128"/>
                          <a:ea typeface="Yu Gothic UI" panose="020B0500000000000000" pitchFamily="34" charset="-128"/>
                        </a:rPr>
                        <a:t>aifoundry-todomanagement</a:t>
                      </a:r>
                      <a:r>
                        <a:rPr kumimoji="1" lang="en-US" altLang="ja-JP" sz="1800" dirty="0">
                          <a:latin typeface="Yu Gothic UI" panose="020B0500000000000000" pitchFamily="34" charset="-128"/>
                          <a:ea typeface="Yu Gothic UI" panose="020B0500000000000000" pitchFamily="34" charset="-128"/>
                        </a:rPr>
                        <a:t>-&lt;</a:t>
                      </a:r>
                      <a:r>
                        <a:rPr kumimoji="1" lang="ja-JP" altLang="en-US" sz="1800">
                          <a:latin typeface="Yu Gothic UI" panose="020B0500000000000000" pitchFamily="34" charset="-128"/>
                          <a:ea typeface="Yu Gothic UI" panose="020B0500000000000000" pitchFamily="34" charset="-128"/>
                        </a:rPr>
                        <a:t>受講者番号</a:t>
                      </a:r>
                      <a:r>
                        <a:rPr kumimoji="1" lang="en-US" altLang="ja-JP" sz="1800" dirty="0">
                          <a:latin typeface="Yu Gothic UI" panose="020B0500000000000000" pitchFamily="34" charset="-128"/>
                          <a:ea typeface="Yu Gothic UI" panose="020B0500000000000000" pitchFamily="34" charset="-128"/>
                        </a:rPr>
                        <a:t>&gt;</a:t>
                      </a:r>
                      <a:endParaRPr kumimoji="1" lang="ja-JP" altLang="en-US">
                        <a:latin typeface="Yu Gothic UI" panose="020B0500000000000000" pitchFamily="34" charset="-128"/>
                        <a:ea typeface="Yu Gothic UI" panose="020B0500000000000000" pitchFamily="34" charset="-128"/>
                      </a:endParaRPr>
                    </a:p>
                  </a:txBody>
                  <a:tcPr/>
                </a:tc>
                <a:extLst>
                  <a:ext uri="{0D108BD9-81ED-4DB2-BD59-A6C34878D82A}">
                    <a16:rowId xmlns:a16="http://schemas.microsoft.com/office/drawing/2014/main" val="3306768705"/>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en-US" altLang="ja-JP" sz="1800" dirty="0">
                          <a:latin typeface="Yu Gothic UI" panose="020B0500000000000000" pitchFamily="34" charset="-128"/>
                          <a:ea typeface="Yu Gothic UI" panose="020B0500000000000000" pitchFamily="34" charset="-128"/>
                        </a:rPr>
                        <a:t>Foundry </a:t>
                      </a:r>
                      <a:r>
                        <a:rPr kumimoji="1" lang="ja-JP" altLang="en-US" sz="1800">
                          <a:latin typeface="Yu Gothic UI" panose="020B0500000000000000" pitchFamily="34" charset="-128"/>
                          <a:ea typeface="Yu Gothic UI" panose="020B0500000000000000" pitchFamily="34" charset="-128"/>
                        </a:rPr>
                        <a:t>プロジェクト</a:t>
                      </a:r>
                      <a:r>
                        <a:rPr kumimoji="1" lang="en-US" altLang="ja-JP" sz="1800" dirty="0">
                          <a:latin typeface="Yu Gothic UI" panose="020B0500000000000000" pitchFamily="34" charset="-128"/>
                          <a:ea typeface="Yu Gothic UI" panose="020B0500000000000000" pitchFamily="34" charset="-128"/>
                        </a:rPr>
                        <a:t> </a:t>
                      </a:r>
                    </a:p>
                  </a:txBody>
                  <a:tcPr/>
                </a:tc>
                <a:tc>
                  <a:txBody>
                    <a:bodyPr/>
                    <a:lstStyle/>
                    <a:p>
                      <a:r>
                        <a:rPr kumimoji="1" lang="en-US" altLang="ja-JP" sz="1800" dirty="0" err="1">
                          <a:latin typeface="Yu Gothic UI" panose="020B0500000000000000" pitchFamily="34" charset="-128"/>
                          <a:ea typeface="Yu Gothic UI" panose="020B0500000000000000" pitchFamily="34" charset="-128"/>
                        </a:rPr>
                        <a:t>proj-todomanagement</a:t>
                      </a:r>
                      <a:r>
                        <a:rPr kumimoji="1" lang="en-US" altLang="ja-JP" sz="1800" dirty="0">
                          <a:latin typeface="Yu Gothic UI" panose="020B0500000000000000" pitchFamily="34" charset="-128"/>
                          <a:ea typeface="Yu Gothic UI" panose="020B0500000000000000" pitchFamily="34" charset="-128"/>
                        </a:rPr>
                        <a:t>-&lt;</a:t>
                      </a:r>
                      <a:r>
                        <a:rPr kumimoji="1" lang="ja-JP" altLang="en-US" sz="1800">
                          <a:latin typeface="Yu Gothic UI" panose="020B0500000000000000" pitchFamily="34" charset="-128"/>
                          <a:ea typeface="Yu Gothic UI" panose="020B0500000000000000" pitchFamily="34" charset="-128"/>
                        </a:rPr>
                        <a:t>受講者番号</a:t>
                      </a:r>
                      <a:r>
                        <a:rPr kumimoji="1" lang="en-US" altLang="ja-JP" sz="1800" dirty="0">
                          <a:latin typeface="Yu Gothic UI" panose="020B0500000000000000" pitchFamily="34" charset="-128"/>
                          <a:ea typeface="Yu Gothic UI" panose="020B0500000000000000" pitchFamily="34" charset="-128"/>
                        </a:rPr>
                        <a:t>&gt;</a:t>
                      </a:r>
                      <a:endParaRPr kumimoji="1" lang="ja-JP" altLang="en-US">
                        <a:latin typeface="Yu Gothic UI" panose="020B0500000000000000" pitchFamily="34" charset="-128"/>
                        <a:ea typeface="Yu Gothic UI" panose="020B0500000000000000" pitchFamily="34" charset="-128"/>
                      </a:endParaRPr>
                    </a:p>
                  </a:txBody>
                  <a:tcPr/>
                </a:tc>
                <a:extLst>
                  <a:ext uri="{0D108BD9-81ED-4DB2-BD59-A6C34878D82A}">
                    <a16:rowId xmlns:a16="http://schemas.microsoft.com/office/drawing/2014/main" val="3488743283"/>
                  </a:ext>
                </a:extLst>
              </a:tr>
              <a:tr h="370840">
                <a:tc>
                  <a:txBody>
                    <a:bodyPr/>
                    <a:lstStyle/>
                    <a:p>
                      <a:pPr lvl="0"/>
                      <a:r>
                        <a:rPr lang="ja-JP" altLang="ja-JP" sz="1800" b="0" i="0">
                          <a:solidFill>
                            <a:schemeClr val="dk1"/>
                          </a:solidFill>
                          <a:effectLst/>
                          <a:latin typeface="Yu Gothic UI" panose="020B0500000000000000" pitchFamily="34" charset="-128"/>
                          <a:ea typeface="Yu Gothic UI" panose="020B0500000000000000" pitchFamily="34" charset="-128"/>
                          <a:cs typeface="+mn-cs"/>
                        </a:rPr>
                        <a:t>Embedding </a:t>
                      </a:r>
                      <a:r>
                        <a:rPr lang="ja-JP" altLang="en-US" sz="1800" b="0" i="0">
                          <a:solidFill>
                            <a:schemeClr val="dk1"/>
                          </a:solidFill>
                          <a:effectLst/>
                          <a:latin typeface="Yu Gothic UI" panose="020B0500000000000000" pitchFamily="34" charset="-128"/>
                          <a:ea typeface="Yu Gothic UI" panose="020B0500000000000000" pitchFamily="34" charset="-128"/>
                          <a:cs typeface="+mn-cs"/>
                        </a:rPr>
                        <a:t>デプロイ</a:t>
                      </a:r>
                      <a:endParaRPr lang="ja-JP" altLang="ja-JP" sz="1800" b="0" i="0">
                        <a:solidFill>
                          <a:schemeClr val="dk1"/>
                        </a:solidFill>
                        <a:effectLst/>
                        <a:latin typeface="Yu Gothic UI" panose="020B0500000000000000" pitchFamily="34" charset="-128"/>
                        <a:ea typeface="Yu Gothic UI" panose="020B0500000000000000" pitchFamily="34" charset="-128"/>
                        <a:cs typeface="+mn-cs"/>
                      </a:endParaRPr>
                    </a:p>
                  </a:txBody>
                  <a:tcPr/>
                </a:tc>
                <a:tc>
                  <a:txBody>
                    <a:bodyPr/>
                    <a:lstStyle/>
                    <a:p>
                      <a:r>
                        <a:rPr lang="ja-JP" altLang="ja-JP" sz="1800" b="0" i="0">
                          <a:solidFill>
                            <a:schemeClr val="dk1"/>
                          </a:solidFill>
                          <a:effectLst/>
                          <a:latin typeface="Yu Gothic UI" panose="020B0500000000000000" pitchFamily="34" charset="-128"/>
                          <a:ea typeface="Yu Gothic UI" panose="020B0500000000000000" pitchFamily="34" charset="-128"/>
                          <a:cs typeface="+mn-cs"/>
                        </a:rPr>
                        <a:t>text-embedding-3-small-</a:t>
                      </a:r>
                      <a:r>
                        <a:rPr kumimoji="1" lang="en-US" altLang="ja-JP" sz="1800" dirty="0">
                          <a:latin typeface="Yu Gothic UI" panose="020B0500000000000000" pitchFamily="34" charset="-128"/>
                          <a:ea typeface="Yu Gothic UI" panose="020B0500000000000000" pitchFamily="34" charset="-128"/>
                        </a:rPr>
                        <a:t>&lt;</a:t>
                      </a:r>
                      <a:r>
                        <a:rPr kumimoji="1" lang="ja-JP" altLang="en-US" sz="1800">
                          <a:latin typeface="Yu Gothic UI" panose="020B0500000000000000" pitchFamily="34" charset="-128"/>
                          <a:ea typeface="Yu Gothic UI" panose="020B0500000000000000" pitchFamily="34" charset="-128"/>
                        </a:rPr>
                        <a:t>受講者番号</a:t>
                      </a:r>
                      <a:r>
                        <a:rPr kumimoji="1" lang="en-US" altLang="ja-JP" sz="1800" dirty="0">
                          <a:latin typeface="Yu Gothic UI" panose="020B0500000000000000" pitchFamily="34" charset="-128"/>
                          <a:ea typeface="Yu Gothic UI" panose="020B0500000000000000" pitchFamily="34" charset="-128"/>
                        </a:rPr>
                        <a:t>&gt;</a:t>
                      </a:r>
                      <a:endParaRPr kumimoji="1" lang="ja-JP" altLang="en-US">
                        <a:latin typeface="Yu Gothic UI" panose="020B0500000000000000" pitchFamily="34" charset="-128"/>
                        <a:ea typeface="Yu Gothic UI" panose="020B0500000000000000" pitchFamily="34" charset="-128"/>
                      </a:endParaRPr>
                    </a:p>
                  </a:txBody>
                  <a:tcPr/>
                </a:tc>
                <a:extLst>
                  <a:ext uri="{0D108BD9-81ED-4DB2-BD59-A6C34878D82A}">
                    <a16:rowId xmlns:a16="http://schemas.microsoft.com/office/drawing/2014/main" val="3109811844"/>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en-US" altLang="ja-JP" sz="1800" dirty="0">
                          <a:latin typeface="Yu Gothic UI" panose="020B0500000000000000" pitchFamily="34" charset="-128"/>
                          <a:ea typeface="Yu Gothic UI" panose="020B0500000000000000" pitchFamily="34" charset="-128"/>
                        </a:rPr>
                        <a:t>Foundry </a:t>
                      </a:r>
                      <a:r>
                        <a:rPr kumimoji="1" lang="ja-JP" altLang="en-US" sz="1800">
                          <a:latin typeface="Yu Gothic UI" panose="020B0500000000000000" pitchFamily="34" charset="-128"/>
                          <a:ea typeface="Yu Gothic UI" panose="020B0500000000000000" pitchFamily="34" charset="-128"/>
                        </a:rPr>
                        <a:t>接続</a:t>
                      </a:r>
                      <a:r>
                        <a:rPr kumimoji="1" lang="en-US" altLang="ja-JP" sz="1800" dirty="0">
                          <a:latin typeface="Yu Gothic UI" panose="020B0500000000000000" pitchFamily="34" charset="-128"/>
                          <a:ea typeface="Yu Gothic UI" panose="020B0500000000000000" pitchFamily="34" charset="-128"/>
                        </a:rPr>
                        <a:t> </a:t>
                      </a:r>
                    </a:p>
                  </a:txBody>
                  <a:tcPr/>
                </a:tc>
                <a:tc>
                  <a:txBody>
                    <a:bodyPr/>
                    <a:lstStyle/>
                    <a:p>
                      <a:r>
                        <a:rPr kumimoji="1" lang="en-US" altLang="ja-JP" sz="1800" dirty="0" err="1">
                          <a:latin typeface="Yu Gothic UI" panose="020B0500000000000000" pitchFamily="34" charset="-128"/>
                          <a:ea typeface="Yu Gothic UI" panose="020B0500000000000000" pitchFamily="34" charset="-128"/>
                        </a:rPr>
                        <a:t>AzureCosmosDB</a:t>
                      </a:r>
                      <a:r>
                        <a:rPr kumimoji="1" lang="en-US" altLang="ja-JP" sz="1800" dirty="0">
                          <a:latin typeface="Yu Gothic UI" panose="020B0500000000000000" pitchFamily="34" charset="-128"/>
                          <a:ea typeface="Yu Gothic UI" panose="020B0500000000000000" pitchFamily="34" charset="-128"/>
                        </a:rPr>
                        <a:t>-&lt;</a:t>
                      </a:r>
                      <a:r>
                        <a:rPr kumimoji="1" lang="ja-JP" altLang="en-US" sz="1800">
                          <a:latin typeface="Yu Gothic UI" panose="020B0500000000000000" pitchFamily="34" charset="-128"/>
                          <a:ea typeface="Yu Gothic UI" panose="020B0500000000000000" pitchFamily="34" charset="-128"/>
                        </a:rPr>
                        <a:t>受講者番号</a:t>
                      </a:r>
                      <a:r>
                        <a:rPr kumimoji="1" lang="en-US" altLang="ja-JP" sz="1800" dirty="0">
                          <a:latin typeface="Yu Gothic UI" panose="020B0500000000000000" pitchFamily="34" charset="-128"/>
                          <a:ea typeface="Yu Gothic UI" panose="020B0500000000000000" pitchFamily="34" charset="-128"/>
                        </a:rPr>
                        <a:t>&gt;</a:t>
                      </a:r>
                      <a:endParaRPr kumimoji="1" lang="ja-JP" altLang="en-US">
                        <a:latin typeface="Yu Gothic UI" panose="020B0500000000000000" pitchFamily="34" charset="-128"/>
                        <a:ea typeface="Yu Gothic UI" panose="020B0500000000000000" pitchFamily="34" charset="-128"/>
                      </a:endParaRPr>
                    </a:p>
                  </a:txBody>
                  <a:tcPr/>
                </a:tc>
                <a:extLst>
                  <a:ext uri="{0D108BD9-81ED-4DB2-BD59-A6C34878D82A}">
                    <a16:rowId xmlns:a16="http://schemas.microsoft.com/office/drawing/2014/main" val="1322804399"/>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en-US" altLang="ja-JP" sz="1800" dirty="0">
                          <a:latin typeface="Yu Gothic UI" panose="020B0500000000000000" pitchFamily="34" charset="-128"/>
                          <a:ea typeface="Yu Gothic UI" panose="020B0500000000000000" pitchFamily="34" charset="-128"/>
                        </a:rPr>
                        <a:t>Foundry </a:t>
                      </a:r>
                      <a:r>
                        <a:rPr kumimoji="1" lang="ja-JP" altLang="en-US" sz="1800">
                          <a:latin typeface="Yu Gothic UI" panose="020B0500000000000000" pitchFamily="34" charset="-128"/>
                          <a:ea typeface="Yu Gothic UI" panose="020B0500000000000000" pitchFamily="34" charset="-128"/>
                        </a:rPr>
                        <a:t>エージェント</a:t>
                      </a:r>
                      <a:endParaRPr kumimoji="1" lang="en-US" altLang="ja-JP" sz="1800" dirty="0">
                        <a:latin typeface="Yu Gothic UI" panose="020B0500000000000000" pitchFamily="34" charset="-128"/>
                        <a:ea typeface="Yu Gothic UI" panose="020B0500000000000000" pitchFamily="34" charset="-128"/>
                      </a:endParaRPr>
                    </a:p>
                  </a:txBody>
                  <a:tcPr/>
                </a:tc>
                <a:tc>
                  <a:txBody>
                    <a:bodyPr/>
                    <a:lstStyle/>
                    <a:p>
                      <a:r>
                        <a:rPr kumimoji="1" lang="en-US" altLang="ja-JP" sz="1800" dirty="0" err="1">
                          <a:latin typeface="Yu Gothic UI" panose="020B0500000000000000" pitchFamily="34" charset="-128"/>
                          <a:ea typeface="Yu Gothic UI" panose="020B0500000000000000" pitchFamily="34" charset="-128"/>
                        </a:rPr>
                        <a:t>todomanagement</a:t>
                      </a:r>
                      <a:r>
                        <a:rPr kumimoji="1" lang="en-US" altLang="ja-JP" sz="1800" dirty="0">
                          <a:latin typeface="Yu Gothic UI" panose="020B0500000000000000" pitchFamily="34" charset="-128"/>
                          <a:ea typeface="Yu Gothic UI" panose="020B0500000000000000" pitchFamily="34" charset="-128"/>
                        </a:rPr>
                        <a:t>-agent-&lt;</a:t>
                      </a:r>
                      <a:r>
                        <a:rPr kumimoji="1" lang="ja-JP" altLang="en-US" sz="1800">
                          <a:latin typeface="Yu Gothic UI" panose="020B0500000000000000" pitchFamily="34" charset="-128"/>
                          <a:ea typeface="Yu Gothic UI" panose="020B0500000000000000" pitchFamily="34" charset="-128"/>
                        </a:rPr>
                        <a:t>受講者番号</a:t>
                      </a:r>
                      <a:r>
                        <a:rPr kumimoji="1" lang="en-US" altLang="ja-JP" sz="1800" dirty="0">
                          <a:latin typeface="Yu Gothic UI" panose="020B0500000000000000" pitchFamily="34" charset="-128"/>
                          <a:ea typeface="Yu Gothic UI" panose="020B0500000000000000" pitchFamily="34" charset="-128"/>
                        </a:rPr>
                        <a:t>&gt;</a:t>
                      </a:r>
                      <a:endParaRPr kumimoji="1" lang="ja-JP" altLang="en-US">
                        <a:latin typeface="Yu Gothic UI" panose="020B0500000000000000" pitchFamily="34" charset="-128"/>
                        <a:ea typeface="Yu Gothic UI" panose="020B0500000000000000" pitchFamily="34" charset="-128"/>
                      </a:endParaRPr>
                    </a:p>
                  </a:txBody>
                  <a:tcPr/>
                </a:tc>
                <a:extLst>
                  <a:ext uri="{0D108BD9-81ED-4DB2-BD59-A6C34878D82A}">
                    <a16:rowId xmlns:a16="http://schemas.microsoft.com/office/drawing/2014/main" val="88452669"/>
                  </a:ext>
                </a:extLst>
              </a:tr>
            </a:tbl>
          </a:graphicData>
        </a:graphic>
      </p:graphicFrame>
    </p:spTree>
    <p:extLst>
      <p:ext uri="{BB962C8B-B14F-4D97-AF65-F5344CB8AC3E}">
        <p14:creationId xmlns:p14="http://schemas.microsoft.com/office/powerpoint/2010/main" val="2049973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C180D-59A7-6379-3E76-097BCB4867A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CDF7538-DF53-B1DF-DF80-09210B650A04}"/>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kumimoji="1" lang="ja-JP" altLang="en-US" sz="2000" b="1">
                <a:latin typeface="Yu Gothic UI" panose="020B0500000000000000" pitchFamily="34" charset="-128"/>
                <a:ea typeface="Yu Gothic UI" panose="020B0500000000000000" pitchFamily="34" charset="-128"/>
              </a:rPr>
              <a:t>講師が用意した</a:t>
            </a:r>
            <a:r>
              <a:rPr kumimoji="1" lang="en-US" altLang="ja-JP" sz="2000" b="1" dirty="0">
                <a:latin typeface="Yu Gothic UI" panose="020B0500000000000000" pitchFamily="34" charset="-128"/>
                <a:ea typeface="Yu Gothic UI" panose="020B0500000000000000" pitchFamily="34" charset="-128"/>
              </a:rPr>
              <a:t> SPA </a:t>
            </a:r>
            <a:r>
              <a:rPr kumimoji="1" lang="ja-JP" altLang="en-US" sz="2000" b="1">
                <a:latin typeface="Yu Gothic UI" panose="020B0500000000000000" pitchFamily="34" charset="-128"/>
                <a:ea typeface="Yu Gothic UI" panose="020B0500000000000000" pitchFamily="34" charset="-128"/>
              </a:rPr>
              <a:t>へアクセスし</a:t>
            </a:r>
            <a:r>
              <a:rPr kumimoji="1" lang="en-US" altLang="ja-JP" sz="2000" b="1" dirty="0">
                <a:latin typeface="Yu Gothic UI" panose="020B0500000000000000" pitchFamily="34" charset="-128"/>
                <a:ea typeface="Yu Gothic UI" panose="020B0500000000000000" pitchFamily="34" charset="-128"/>
              </a:rPr>
              <a:t> Todo </a:t>
            </a:r>
            <a:r>
              <a:rPr kumimoji="1" lang="ja-JP" altLang="en-US" sz="2000" b="1">
                <a:latin typeface="Yu Gothic UI" panose="020B0500000000000000" pitchFamily="34" charset="-128"/>
                <a:ea typeface="Yu Gothic UI" panose="020B0500000000000000" pitchFamily="34" charset="-128"/>
              </a:rPr>
              <a:t>データを作成</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9C04461B-F170-17A7-F1CC-AA28ABE022E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0FF15E5-A6D7-0906-188C-7CB5163F02B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187F6E91-A48D-5D4B-2E09-9D9C49EC4B15}"/>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ja-JP" altLang="en-US" sz="2000"/>
              <a:t>講師が事前に作成した</a:t>
            </a:r>
            <a:r>
              <a:rPr kumimoji="1" lang="en-US" altLang="ja-JP" sz="2000" dirty="0"/>
              <a:t> SWA </a:t>
            </a:r>
            <a:r>
              <a:rPr kumimoji="1" lang="ja-JP" altLang="en-US" sz="2000"/>
              <a:t>上の</a:t>
            </a:r>
            <a:r>
              <a:rPr kumimoji="1" lang="en-US" altLang="ja-JP" sz="2000" dirty="0"/>
              <a:t> SPA </a:t>
            </a:r>
            <a:r>
              <a:rPr kumimoji="1" lang="ja-JP" altLang="en-US" sz="2000"/>
              <a:t>にアクセスし、ログインしてください。ログイン後、テストデータを</a:t>
            </a:r>
            <a:r>
              <a:rPr kumimoji="1" lang="en-US" altLang="ja-JP" sz="2000" dirty="0"/>
              <a:t> 50 </a:t>
            </a:r>
            <a:r>
              <a:rPr kumimoji="1" lang="ja-JP" altLang="en-US" sz="2000"/>
              <a:t>件生成して下さい。</a:t>
            </a:r>
            <a:r>
              <a:rPr kumimoji="1" lang="en-US" altLang="ja-JP" sz="2000" dirty="0"/>
              <a:t>(Cosmos DB </a:t>
            </a:r>
            <a:r>
              <a:rPr kumimoji="1" lang="ja-JP" altLang="en-US" sz="2000"/>
              <a:t>に</a:t>
            </a:r>
            <a:r>
              <a:rPr kumimoji="1" lang="en-US" altLang="ja-JP" sz="2000" dirty="0"/>
              <a:t> Todo </a:t>
            </a:r>
            <a:r>
              <a:rPr kumimoji="1" lang="ja-JP" altLang="en-US" sz="2000"/>
              <a:t>データとして登録され、後で</a:t>
            </a:r>
            <a:r>
              <a:rPr kumimoji="1" lang="en-US" altLang="ja-JP" sz="2000" dirty="0"/>
              <a:t> AI </a:t>
            </a:r>
            <a:r>
              <a:rPr kumimoji="1" lang="ja-JP" altLang="en-US" sz="2000"/>
              <a:t>エージェントが読み取ります</a:t>
            </a:r>
            <a:r>
              <a:rPr kumimoji="1" lang="en-US" altLang="ja-JP" sz="2000" dirty="0"/>
              <a:t>)</a:t>
            </a:r>
          </a:p>
        </p:txBody>
      </p:sp>
      <p:sp>
        <p:nvSpPr>
          <p:cNvPr id="6" name="字幕 1">
            <a:extLst>
              <a:ext uri="{FF2B5EF4-FFF2-40B4-BE49-F238E27FC236}">
                <a16:creationId xmlns:a16="http://schemas.microsoft.com/office/drawing/2014/main" id="{5D180361-69CD-C38D-3D4F-A83E4DAFD81C}"/>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7" name="図 6">
            <a:extLst>
              <a:ext uri="{FF2B5EF4-FFF2-40B4-BE49-F238E27FC236}">
                <a16:creationId xmlns:a16="http://schemas.microsoft.com/office/drawing/2014/main" id="{87311566-2006-EAC0-A9EB-66E68962D3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242186"/>
            <a:ext cx="5303520" cy="3314700"/>
          </a:xfrm>
          <a:prstGeom prst="rect">
            <a:avLst/>
          </a:prstGeom>
          <a:ln>
            <a:solidFill>
              <a:schemeClr val="tx1">
                <a:lumMod val="85000"/>
                <a:lumOff val="15000"/>
              </a:schemeClr>
            </a:solidFill>
          </a:ln>
        </p:spPr>
      </p:pic>
      <p:sp>
        <p:nvSpPr>
          <p:cNvPr id="10" name="テキスト ボックス 9">
            <a:extLst>
              <a:ext uri="{FF2B5EF4-FFF2-40B4-BE49-F238E27FC236}">
                <a16:creationId xmlns:a16="http://schemas.microsoft.com/office/drawing/2014/main" id="{B7B68F79-9E21-0953-B3F8-1E23BB329840}"/>
              </a:ext>
            </a:extLst>
          </p:cNvPr>
          <p:cNvSpPr txBox="1"/>
          <p:nvPr/>
        </p:nvSpPr>
        <p:spPr>
          <a:xfrm>
            <a:off x="834390" y="2490720"/>
            <a:ext cx="3322320" cy="2215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ブラウザで講師が用意した</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SPA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にアクセス</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11" name="正方形/長方形 10">
            <a:extLst>
              <a:ext uri="{FF2B5EF4-FFF2-40B4-BE49-F238E27FC236}">
                <a16:creationId xmlns:a16="http://schemas.microsoft.com/office/drawing/2014/main" id="{5049EFF5-113C-11AB-D42C-7E26C2AFDDBB}"/>
              </a:ext>
            </a:extLst>
          </p:cNvPr>
          <p:cNvSpPr/>
          <p:nvPr/>
        </p:nvSpPr>
        <p:spPr>
          <a:xfrm>
            <a:off x="2720340" y="3675870"/>
            <a:ext cx="1188720" cy="306704"/>
          </a:xfrm>
          <a:prstGeom prst="rect">
            <a:avLst/>
          </a:prstGeom>
          <a:no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6785DA78-E675-7EB1-6A74-A32F3BDB1B60}"/>
              </a:ext>
            </a:extLst>
          </p:cNvPr>
          <p:cNvSpPr txBox="1"/>
          <p:nvPr/>
        </p:nvSpPr>
        <p:spPr>
          <a:xfrm>
            <a:off x="4156710" y="3678048"/>
            <a:ext cx="1672590" cy="664797"/>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ここから</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Entra ID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に登録している</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ID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でログイン</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pic>
        <p:nvPicPr>
          <p:cNvPr id="14" name="図 13">
            <a:extLst>
              <a:ext uri="{FF2B5EF4-FFF2-40B4-BE49-F238E27FC236}">
                <a16:creationId xmlns:a16="http://schemas.microsoft.com/office/drawing/2014/main" id="{4554B032-B55C-592F-A071-D866CB93A4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6970" y="3192965"/>
            <a:ext cx="5662888" cy="3539305"/>
          </a:xfrm>
          <a:prstGeom prst="rect">
            <a:avLst/>
          </a:prstGeom>
          <a:ln>
            <a:solidFill>
              <a:schemeClr val="tx1">
                <a:lumMod val="85000"/>
                <a:lumOff val="15000"/>
              </a:schemeClr>
            </a:solidFill>
          </a:ln>
        </p:spPr>
      </p:pic>
      <p:sp>
        <p:nvSpPr>
          <p:cNvPr id="15" name="右矢印 14">
            <a:extLst>
              <a:ext uri="{FF2B5EF4-FFF2-40B4-BE49-F238E27FC236}">
                <a16:creationId xmlns:a16="http://schemas.microsoft.com/office/drawing/2014/main" id="{D0CEE8D5-351C-0545-5527-03B6012343EC}"/>
              </a:ext>
            </a:extLst>
          </p:cNvPr>
          <p:cNvSpPr/>
          <p:nvPr/>
        </p:nvSpPr>
        <p:spPr>
          <a:xfrm rot="1167250">
            <a:off x="5724526" y="4554487"/>
            <a:ext cx="777240" cy="3463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CF36A4A1-F761-92B1-CA30-06408B84CF4A}"/>
              </a:ext>
            </a:extLst>
          </p:cNvPr>
          <p:cNvSpPr/>
          <p:nvPr/>
        </p:nvSpPr>
        <p:spPr>
          <a:xfrm>
            <a:off x="8474054" y="5116196"/>
            <a:ext cx="1188720" cy="306704"/>
          </a:xfrm>
          <a:prstGeom prst="rect">
            <a:avLst/>
          </a:prstGeom>
          <a:noFill/>
          <a:ln w="158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D8125B6C-40D9-7A43-706B-E703E5EDF36B}"/>
              </a:ext>
            </a:extLst>
          </p:cNvPr>
          <p:cNvSpPr txBox="1"/>
          <p:nvPr/>
        </p:nvSpPr>
        <p:spPr>
          <a:xfrm>
            <a:off x="9910424" y="5335287"/>
            <a:ext cx="1672590" cy="443198"/>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ここから</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Todo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データを生成</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Tree>
    <p:extLst>
      <p:ext uri="{BB962C8B-B14F-4D97-AF65-F5344CB8AC3E}">
        <p14:creationId xmlns:p14="http://schemas.microsoft.com/office/powerpoint/2010/main" val="2384871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F12BB-25A0-90FF-33D6-E237EE061E41}"/>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7AE1BCB-7A69-AD53-5CD7-E0FC561611B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en-US" altLang="ja-JP" sz="2000" b="1" dirty="0">
                <a:latin typeface="Yu Gothic UI" panose="020B0500000000000000" pitchFamily="34" charset="-128"/>
                <a:ea typeface="Yu Gothic UI" panose="020B0500000000000000" pitchFamily="34" charset="-128"/>
              </a:rPr>
              <a:t>Foundry </a:t>
            </a:r>
            <a:r>
              <a:rPr lang="ja-JP" altLang="en-US" sz="2000" b="1">
                <a:latin typeface="Yu Gothic UI" panose="020B0500000000000000" pitchFamily="34" charset="-128"/>
                <a:ea typeface="Yu Gothic UI" panose="020B0500000000000000" pitchFamily="34" charset="-128"/>
              </a:rPr>
              <a:t>リソースの作成</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93F2273A-5F8B-9A87-8C6B-F37FAA6BB65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342ED16-12FB-52D9-7123-1CA344043D8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F7C3BF34-E762-D9BF-5679-F97A17C9B9F5}"/>
              </a:ext>
            </a:extLst>
          </p:cNvPr>
          <p:cNvSpPr txBox="1">
            <a:spLocks/>
          </p:cNvSpPr>
          <p:nvPr/>
        </p:nvSpPr>
        <p:spPr>
          <a:xfrm>
            <a:off x="584200" y="1359610"/>
            <a:ext cx="1092200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kumimoji="1" lang="en-US" altLang="ja-JP" sz="2000" dirty="0"/>
              <a:t>Azure Portal (</a:t>
            </a:r>
            <a:r>
              <a:rPr kumimoji="1" lang="en-US" altLang="ja-JP" sz="2000" dirty="0">
                <a:hlinkClick r:id="rId3"/>
              </a:rPr>
              <a:t>https://portal.azure.com/</a:t>
            </a:r>
            <a:r>
              <a:rPr kumimoji="1" lang="en-US" altLang="ja-JP" sz="2000" dirty="0"/>
              <a:t>) </a:t>
            </a:r>
            <a:r>
              <a:rPr kumimoji="1" lang="ja-JP" altLang="en-US" sz="2000"/>
              <a:t>にアクセスし、各自</a:t>
            </a:r>
            <a:r>
              <a:rPr kumimoji="1" lang="en-US" altLang="ja-JP" sz="2000" dirty="0"/>
              <a:t> Foundry </a:t>
            </a:r>
            <a:r>
              <a:rPr kumimoji="1" lang="ja-JP" altLang="en-US" sz="2000"/>
              <a:t>リソースを作成します。</a:t>
            </a:r>
            <a:endParaRPr kumimoji="1" lang="en-US" altLang="ja-JP" sz="2000" dirty="0"/>
          </a:p>
        </p:txBody>
      </p:sp>
      <p:sp>
        <p:nvSpPr>
          <p:cNvPr id="6" name="字幕 1">
            <a:extLst>
              <a:ext uri="{FF2B5EF4-FFF2-40B4-BE49-F238E27FC236}">
                <a16:creationId xmlns:a16="http://schemas.microsoft.com/office/drawing/2014/main" id="{D787C993-0AE6-2E64-4AD5-819DF732CFD9}"/>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8" name="図 7">
            <a:extLst>
              <a:ext uri="{FF2B5EF4-FFF2-40B4-BE49-F238E27FC236}">
                <a16:creationId xmlns:a16="http://schemas.microsoft.com/office/drawing/2014/main" id="{D61E8F42-ED5C-37D2-4B85-BF12ED796F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 y="1949780"/>
            <a:ext cx="5657850" cy="3536157"/>
          </a:xfrm>
          <a:prstGeom prst="rect">
            <a:avLst/>
          </a:prstGeom>
        </p:spPr>
      </p:pic>
      <p:sp>
        <p:nvSpPr>
          <p:cNvPr id="13" name="正方形/長方形 12">
            <a:extLst>
              <a:ext uri="{FF2B5EF4-FFF2-40B4-BE49-F238E27FC236}">
                <a16:creationId xmlns:a16="http://schemas.microsoft.com/office/drawing/2014/main" id="{7AEBD38A-2EE2-CD3A-CA02-56B6E3E259CF}"/>
              </a:ext>
            </a:extLst>
          </p:cNvPr>
          <p:cNvSpPr/>
          <p:nvPr/>
        </p:nvSpPr>
        <p:spPr>
          <a:xfrm>
            <a:off x="2423160" y="1840230"/>
            <a:ext cx="1882140" cy="38862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D7B1D5C9-1966-4CD2-2ED5-37350F9F6A3D}"/>
              </a:ext>
            </a:extLst>
          </p:cNvPr>
          <p:cNvSpPr/>
          <p:nvPr/>
        </p:nvSpPr>
        <p:spPr>
          <a:xfrm>
            <a:off x="2423160" y="2598506"/>
            <a:ext cx="1882140" cy="190414"/>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図 19">
            <a:extLst>
              <a:ext uri="{FF2B5EF4-FFF2-40B4-BE49-F238E27FC236}">
                <a16:creationId xmlns:a16="http://schemas.microsoft.com/office/drawing/2014/main" id="{D2C5235A-8513-7AD5-3C40-94906DD74F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48350" y="2871173"/>
            <a:ext cx="5657850" cy="3536156"/>
          </a:xfrm>
          <a:prstGeom prst="rect">
            <a:avLst/>
          </a:prstGeom>
        </p:spPr>
      </p:pic>
      <p:sp>
        <p:nvSpPr>
          <p:cNvPr id="21" name="正方形/長方形 20">
            <a:extLst>
              <a:ext uri="{FF2B5EF4-FFF2-40B4-BE49-F238E27FC236}">
                <a16:creationId xmlns:a16="http://schemas.microsoft.com/office/drawing/2014/main" id="{0D4CE1D9-6228-1DBB-76C3-A170AFAF5238}"/>
              </a:ext>
            </a:extLst>
          </p:cNvPr>
          <p:cNvSpPr/>
          <p:nvPr/>
        </p:nvSpPr>
        <p:spPr>
          <a:xfrm>
            <a:off x="6852285" y="3394710"/>
            <a:ext cx="531495" cy="215728"/>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F619A6FB-D1EC-0544-3292-5A2F688587FB}"/>
              </a:ext>
            </a:extLst>
          </p:cNvPr>
          <p:cNvSpPr txBox="1"/>
          <p:nvPr/>
        </p:nvSpPr>
        <p:spPr>
          <a:xfrm>
            <a:off x="753904" y="2147771"/>
            <a:ext cx="2571750" cy="2215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Foundry</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で検索</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23" name="テキスト ボックス 22">
            <a:extLst>
              <a:ext uri="{FF2B5EF4-FFF2-40B4-BE49-F238E27FC236}">
                <a16:creationId xmlns:a16="http://schemas.microsoft.com/office/drawing/2014/main" id="{5E9C52FA-B7BA-C311-FD28-92AD7408C062}"/>
              </a:ext>
            </a:extLst>
          </p:cNvPr>
          <p:cNvSpPr txBox="1"/>
          <p:nvPr/>
        </p:nvSpPr>
        <p:spPr>
          <a:xfrm>
            <a:off x="4450080" y="2582913"/>
            <a:ext cx="2571750" cy="2215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Microsoft Foundry</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を選択</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24" name="テキスト ボックス 23">
            <a:extLst>
              <a:ext uri="{FF2B5EF4-FFF2-40B4-BE49-F238E27FC236}">
                <a16:creationId xmlns:a16="http://schemas.microsoft.com/office/drawing/2014/main" id="{3FC307C3-A6FC-C29A-0133-A24BAF703C94}"/>
              </a:ext>
            </a:extLst>
          </p:cNvPr>
          <p:cNvSpPr txBox="1"/>
          <p:nvPr/>
        </p:nvSpPr>
        <p:spPr>
          <a:xfrm>
            <a:off x="7505700" y="3443973"/>
            <a:ext cx="2571750" cy="2215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「作成」</a:t>
            </a:r>
            <a:r>
              <a:rPr lang="en-US" altLang="ja-JP" sz="16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a:t>
            </a:r>
            <a:r>
              <a:rPr lang="ja-JP" altLang="en-US" sz="16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を選択</a:t>
            </a:r>
            <a:endParaRPr kumimoji="0" lang="ja-JP" altLang="en-US" sz="16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Tree>
    <p:extLst>
      <p:ext uri="{BB962C8B-B14F-4D97-AF65-F5344CB8AC3E}">
        <p14:creationId xmlns:p14="http://schemas.microsoft.com/office/powerpoint/2010/main" val="20018353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24D34-DD2E-D54D-D969-302159C7BA9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6BD1D609-4909-DDA8-9B6E-4C88828CA0E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r>
              <a:rPr lang="ja-JP" altLang="en-US" sz="2000" b="1">
                <a:latin typeface="Yu Gothic UI" panose="020B0500000000000000" pitchFamily="34" charset="-128"/>
                <a:ea typeface="Yu Gothic UI" panose="020B0500000000000000" pitchFamily="34" charset="-128"/>
              </a:rPr>
              <a:t>デプロイ作業で記録する値の一覧</a:t>
            </a:r>
            <a:endParaRPr lang="en-US" altLang="ja-JP" sz="2000" b="1" dirty="0">
              <a:latin typeface="Yu Gothic UI" panose="020B0500000000000000" pitchFamily="34" charset="-128"/>
              <a:ea typeface="Yu Gothic UI" panose="020B0500000000000000" pitchFamily="34" charset="-128"/>
            </a:endParaRPr>
          </a:p>
        </p:txBody>
      </p:sp>
      <p:sp>
        <p:nvSpPr>
          <p:cNvPr id="2" name="正方形/長方形 1">
            <a:extLst>
              <a:ext uri="{FF2B5EF4-FFF2-40B4-BE49-F238E27FC236}">
                <a16:creationId xmlns:a16="http://schemas.microsoft.com/office/drawing/2014/main" id="{8B5A1433-1E85-8D55-9D08-355987FB97B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12</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267E463-748F-57FC-B4C0-F4AE7C08F8A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graphicFrame>
        <p:nvGraphicFramePr>
          <p:cNvPr id="5" name="表 4">
            <a:extLst>
              <a:ext uri="{FF2B5EF4-FFF2-40B4-BE49-F238E27FC236}">
                <a16:creationId xmlns:a16="http://schemas.microsoft.com/office/drawing/2014/main" id="{E86682EB-6AD8-6AA2-D023-1A140E2C92B1}"/>
              </a:ext>
            </a:extLst>
          </p:cNvPr>
          <p:cNvGraphicFramePr>
            <a:graphicFrameLocks noGrp="1"/>
          </p:cNvGraphicFramePr>
          <p:nvPr>
            <p:extLst>
              <p:ext uri="{D42A27DB-BD31-4B8C-83A1-F6EECF244321}">
                <p14:modId xmlns:p14="http://schemas.microsoft.com/office/powerpoint/2010/main" val="321596342"/>
              </p:ext>
            </p:extLst>
          </p:nvPr>
        </p:nvGraphicFramePr>
        <p:xfrm>
          <a:off x="685800" y="1562100"/>
          <a:ext cx="10922000" cy="4958080"/>
        </p:xfrm>
        <a:graphic>
          <a:graphicData uri="http://schemas.openxmlformats.org/drawingml/2006/table">
            <a:tbl>
              <a:tblPr firstRow="1" bandRow="1">
                <a:tableStyleId>{5C22544A-7EE6-4342-B048-85BDC9FD1C3A}</a:tableStyleId>
              </a:tblPr>
              <a:tblGrid>
                <a:gridCol w="2730500">
                  <a:extLst>
                    <a:ext uri="{9D8B030D-6E8A-4147-A177-3AD203B41FA5}">
                      <a16:colId xmlns:a16="http://schemas.microsoft.com/office/drawing/2014/main" val="2340088977"/>
                    </a:ext>
                  </a:extLst>
                </a:gridCol>
                <a:gridCol w="2730500">
                  <a:extLst>
                    <a:ext uri="{9D8B030D-6E8A-4147-A177-3AD203B41FA5}">
                      <a16:colId xmlns:a16="http://schemas.microsoft.com/office/drawing/2014/main" val="2349879990"/>
                    </a:ext>
                  </a:extLst>
                </a:gridCol>
                <a:gridCol w="2730500">
                  <a:extLst>
                    <a:ext uri="{9D8B030D-6E8A-4147-A177-3AD203B41FA5}">
                      <a16:colId xmlns:a16="http://schemas.microsoft.com/office/drawing/2014/main" val="779145248"/>
                    </a:ext>
                  </a:extLst>
                </a:gridCol>
                <a:gridCol w="2730500">
                  <a:extLst>
                    <a:ext uri="{9D8B030D-6E8A-4147-A177-3AD203B41FA5}">
                      <a16:colId xmlns:a16="http://schemas.microsoft.com/office/drawing/2014/main" val="3018499082"/>
                    </a:ext>
                  </a:extLst>
                </a:gridCol>
              </a:tblGrid>
              <a:tr h="370840">
                <a:tc>
                  <a:txBody>
                    <a:bodyPr/>
                    <a:lstStyle/>
                    <a:p>
                      <a:r>
                        <a:rPr kumimoji="1" lang="ja-JP" altLang="en-US" sz="1600">
                          <a:latin typeface="Yu Gothic UI" panose="020B0500000000000000" pitchFamily="34" charset="-128"/>
                          <a:ea typeface="Yu Gothic UI" panose="020B0500000000000000" pitchFamily="34" charset="-128"/>
                        </a:rPr>
                        <a:t>デプロイで記録する値の名前</a:t>
                      </a:r>
                    </a:p>
                  </a:txBody>
                  <a:tcPr/>
                </a:tc>
                <a:tc>
                  <a:txBody>
                    <a:bodyPr/>
                    <a:lstStyle/>
                    <a:p>
                      <a:r>
                        <a:rPr kumimoji="1" lang="ja-JP" altLang="en-US" sz="1600">
                          <a:latin typeface="Yu Gothic UI" panose="020B0500000000000000" pitchFamily="34" charset="-128"/>
                          <a:ea typeface="Yu Gothic UI" panose="020B0500000000000000" pitchFamily="34" charset="-128"/>
                        </a:rPr>
                        <a:t>値</a:t>
                      </a:r>
                    </a:p>
                  </a:txBody>
                  <a:tcPr/>
                </a:tc>
                <a:tc>
                  <a:txBody>
                    <a:bodyPr/>
                    <a:lstStyle/>
                    <a:p>
                      <a:r>
                        <a:rPr kumimoji="1" lang="ja-JP" altLang="en-US" sz="1600">
                          <a:latin typeface="Yu Gothic UI" panose="020B0500000000000000" pitchFamily="34" charset="-128"/>
                          <a:ea typeface="Yu Gothic UI" panose="020B0500000000000000" pitchFamily="34" charset="-128"/>
                        </a:rPr>
                        <a:t>内容</a:t>
                      </a:r>
                    </a:p>
                  </a:txBody>
                  <a:tcPr/>
                </a:tc>
                <a:tc>
                  <a:txBody>
                    <a:bodyPr/>
                    <a:lstStyle/>
                    <a:p>
                      <a:r>
                        <a:rPr kumimoji="1" lang="ja-JP" altLang="en-US" sz="1600">
                          <a:latin typeface="Yu Gothic UI" panose="020B0500000000000000" pitchFamily="34" charset="-128"/>
                          <a:ea typeface="Yu Gothic UI" panose="020B0500000000000000" pitchFamily="34" charset="-128"/>
                        </a:rPr>
                        <a:t>確認できる場所</a:t>
                      </a:r>
                    </a:p>
                  </a:txBody>
                  <a:tcPr/>
                </a:tc>
                <a:extLst>
                  <a:ext uri="{0D108BD9-81ED-4DB2-BD59-A6C34878D82A}">
                    <a16:rowId xmlns:a16="http://schemas.microsoft.com/office/drawing/2014/main" val="3625444918"/>
                  </a:ext>
                </a:extLst>
              </a:tr>
              <a:tr h="370840">
                <a:tc>
                  <a:txBody>
                    <a:bodyPr/>
                    <a:lstStyle/>
                    <a:p>
                      <a:pPr marL="0" marR="0" indent="0" algn="l" defTabSz="914400" eaLnBrk="1" fontAlgn="auto" latinLnBrk="0" hangingPunct="1">
                        <a:lnSpc>
                          <a:spcPct val="100000"/>
                        </a:lnSpc>
                        <a:spcBef>
                          <a:spcPts val="0"/>
                        </a:spcBef>
                        <a:spcAft>
                          <a:spcPts val="0"/>
                        </a:spcAft>
                        <a:buClrTx/>
                        <a:buSzTx/>
                        <a:buFontTx/>
                        <a:buNone/>
                        <a:tabLst/>
                        <a:defRPr/>
                      </a:pPr>
                      <a:r>
                        <a:rPr kumimoji="1" lang="en" altLang="ja-JP" sz="1600" dirty="0">
                          <a:latin typeface="Yu Gothic UI" panose="020B0500000000000000" pitchFamily="34" charset="-128"/>
                          <a:ea typeface="Yu Gothic UI" panose="020B0500000000000000" pitchFamily="34" charset="-128"/>
                        </a:rPr>
                        <a:t>FOUNDRY_PROJECT_ENDPOINT</a:t>
                      </a:r>
                      <a:endParaRPr kumimoji="1" lang="ja-JP" altLang="en-US" sz="1600">
                        <a:latin typeface="Yu Gothic UI" panose="020B0500000000000000" pitchFamily="34" charset="-128"/>
                        <a:ea typeface="Yu Gothic UI" panose="020B0500000000000000" pitchFamily="34" charset="-128"/>
                      </a:endParaRPr>
                    </a:p>
                  </a:txBody>
                  <a:tcPr/>
                </a:tc>
                <a:tc>
                  <a:txBody>
                    <a:bodyPr/>
                    <a:lstStyle/>
                    <a:p>
                      <a:endParaRPr kumimoji="1" lang="ja-JP" altLang="en-US" sz="1600">
                        <a:latin typeface="Yu Gothic UI" panose="020B0500000000000000" pitchFamily="34" charset="-128"/>
                        <a:ea typeface="Yu Gothic UI" panose="020B0500000000000000" pitchFamily="34" charset="-128"/>
                      </a:endParaRPr>
                    </a:p>
                  </a:txBody>
                  <a:tcPr/>
                </a:tc>
                <a:tc>
                  <a:txBody>
                    <a:bodyPr/>
                    <a:lstStyle/>
                    <a:p>
                      <a:r>
                        <a:rPr kumimoji="1" lang="en-US" altLang="ja-JP" sz="1600" dirty="0">
                          <a:latin typeface="Yu Gothic UI" panose="020B0500000000000000" pitchFamily="34" charset="-128"/>
                          <a:ea typeface="Yu Gothic UI" panose="020B0500000000000000" pitchFamily="34" charset="-128"/>
                        </a:rPr>
                        <a:t>Foundry</a:t>
                      </a:r>
                      <a:r>
                        <a:rPr kumimoji="1" lang="ja-JP" altLang="en-US" sz="1600">
                          <a:latin typeface="Yu Gothic UI" panose="020B0500000000000000" pitchFamily="34" charset="-128"/>
                          <a:ea typeface="Yu Gothic UI" panose="020B0500000000000000" pitchFamily="34" charset="-128"/>
                        </a:rPr>
                        <a:t> </a:t>
                      </a:r>
                      <a:r>
                        <a:rPr kumimoji="1" lang="en-US" altLang="ja-JP" sz="1600" dirty="0">
                          <a:latin typeface="Yu Gothic UI" panose="020B0500000000000000" pitchFamily="34" charset="-128"/>
                          <a:ea typeface="Yu Gothic UI" panose="020B0500000000000000" pitchFamily="34" charset="-128"/>
                        </a:rPr>
                        <a:t>Project </a:t>
                      </a:r>
                      <a:r>
                        <a:rPr kumimoji="1" lang="ja-JP" altLang="en-US" sz="1600">
                          <a:latin typeface="Yu Gothic UI" panose="020B0500000000000000" pitchFamily="34" charset="-128"/>
                          <a:ea typeface="Yu Gothic UI" panose="020B0500000000000000" pitchFamily="34" charset="-128"/>
                        </a:rPr>
                        <a:t>エンドポイント</a:t>
                      </a:r>
                    </a:p>
                  </a:txBody>
                  <a:tcPr/>
                </a:tc>
                <a:tc>
                  <a:txBody>
                    <a:bodyPr/>
                    <a:lstStyle/>
                    <a:p>
                      <a:r>
                        <a:rPr kumimoji="1" lang="en-US" altLang="ja-JP" sz="1600" dirty="0">
                          <a:latin typeface="Yu Gothic UI" panose="020B0500000000000000" pitchFamily="34" charset="-128"/>
                          <a:ea typeface="Yu Gothic UI" panose="020B0500000000000000" pitchFamily="34" charset="-128"/>
                        </a:rPr>
                        <a:t>Foundry Portal</a:t>
                      </a:r>
                      <a:endParaRPr kumimoji="1" lang="ja-JP" altLang="en-US" sz="1600">
                        <a:latin typeface="Yu Gothic UI" panose="020B0500000000000000" pitchFamily="34" charset="-128"/>
                        <a:ea typeface="Yu Gothic UI" panose="020B0500000000000000" pitchFamily="34" charset="-128"/>
                      </a:endParaRPr>
                    </a:p>
                  </a:txBody>
                  <a:tcPr/>
                </a:tc>
                <a:extLst>
                  <a:ext uri="{0D108BD9-81ED-4DB2-BD59-A6C34878D82A}">
                    <a16:rowId xmlns:a16="http://schemas.microsoft.com/office/drawing/2014/main" val="1868500523"/>
                  </a:ext>
                </a:extLst>
              </a:tr>
              <a:tr h="370840">
                <a:tc>
                  <a:txBody>
                    <a:bodyPr/>
                    <a:lstStyle/>
                    <a:p>
                      <a:r>
                        <a:rPr lang="ja-JP" altLang="ja-JP" sz="1600" b="0" i="0">
                          <a:solidFill>
                            <a:schemeClr val="dk1"/>
                          </a:solidFill>
                          <a:effectLst/>
                          <a:latin typeface="Yu Gothic UI" panose="020B0500000000000000" pitchFamily="34" charset="-128"/>
                          <a:ea typeface="Yu Gothic UI" panose="020B0500000000000000" pitchFamily="34" charset="-128"/>
                          <a:cs typeface="+mn-cs"/>
                        </a:rPr>
                        <a:t>AZURE_OPENAI_ENDPOINT</a:t>
                      </a:r>
                      <a:endParaRPr kumimoji="1" lang="ja-JP" altLang="en-US" sz="1600">
                        <a:latin typeface="Yu Gothic UI" panose="020B0500000000000000" pitchFamily="34" charset="-128"/>
                        <a:ea typeface="Yu Gothic UI" panose="020B0500000000000000" pitchFamily="34" charset="-128"/>
                      </a:endParaRPr>
                    </a:p>
                  </a:txBody>
                  <a:tcPr/>
                </a:tc>
                <a:tc>
                  <a:txBody>
                    <a:bodyPr/>
                    <a:lstStyle/>
                    <a:p>
                      <a:endParaRPr kumimoji="1" lang="ja-JP" altLang="en-US" sz="1600">
                        <a:latin typeface="Yu Gothic UI" panose="020B0500000000000000" pitchFamily="34" charset="-128"/>
                        <a:ea typeface="Yu Gothic UI" panose="020B0500000000000000" pitchFamily="34" charset="-128"/>
                      </a:endParaRPr>
                    </a:p>
                  </a:txBody>
                  <a:tcPr/>
                </a:tc>
                <a:tc>
                  <a:txBody>
                    <a:bodyPr/>
                    <a:lstStyle/>
                    <a:p>
                      <a:r>
                        <a:rPr kumimoji="1" lang="en-US" altLang="ja-JP" sz="1600" dirty="0">
                          <a:latin typeface="Yu Gothic UI" panose="020B0500000000000000" pitchFamily="34" charset="-128"/>
                          <a:ea typeface="Yu Gothic UI" panose="020B0500000000000000" pitchFamily="34" charset="-128"/>
                        </a:rPr>
                        <a:t>Azure OpenAI </a:t>
                      </a:r>
                      <a:r>
                        <a:rPr kumimoji="1" lang="ja-JP" altLang="en-US" sz="1600">
                          <a:latin typeface="Yu Gothic UI" panose="020B0500000000000000" pitchFamily="34" charset="-128"/>
                          <a:ea typeface="Yu Gothic UI" panose="020B0500000000000000" pitchFamily="34" charset="-128"/>
                        </a:rPr>
                        <a:t>エンドポイント</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en-US" altLang="ja-JP" sz="1600" dirty="0">
                          <a:latin typeface="Yu Gothic UI" panose="020B0500000000000000" pitchFamily="34" charset="-128"/>
                          <a:ea typeface="Yu Gothic UI" panose="020B0500000000000000" pitchFamily="34" charset="-128"/>
                        </a:rPr>
                        <a:t>Foundry Portal</a:t>
                      </a:r>
                      <a:endParaRPr kumimoji="1" lang="ja-JP" altLang="en-US" sz="1600">
                        <a:latin typeface="Yu Gothic UI" panose="020B0500000000000000" pitchFamily="34" charset="-128"/>
                        <a:ea typeface="Yu Gothic UI" panose="020B0500000000000000" pitchFamily="34" charset="-128"/>
                      </a:endParaRPr>
                    </a:p>
                  </a:txBody>
                  <a:tcPr/>
                </a:tc>
                <a:extLst>
                  <a:ext uri="{0D108BD9-81ED-4DB2-BD59-A6C34878D82A}">
                    <a16:rowId xmlns:a16="http://schemas.microsoft.com/office/drawing/2014/main" val="2100296683"/>
                  </a:ext>
                </a:extLst>
              </a:tr>
              <a:tr h="370840">
                <a:tc>
                  <a:txBody>
                    <a:bodyPr/>
                    <a:lstStyle/>
                    <a:p>
                      <a:pPr marL="0" marR="0" indent="0" algn="l" defTabSz="914400" eaLnBrk="1" fontAlgn="auto" latinLnBrk="0" hangingPunct="1">
                        <a:lnSpc>
                          <a:spcPct val="100000"/>
                        </a:lnSpc>
                        <a:spcBef>
                          <a:spcPts val="0"/>
                        </a:spcBef>
                        <a:spcAft>
                          <a:spcPts val="0"/>
                        </a:spcAft>
                        <a:buClrTx/>
                        <a:buSzTx/>
                        <a:buFontTx/>
                        <a:buNone/>
                        <a:tabLst/>
                        <a:defRPr/>
                      </a:pPr>
                      <a:r>
                        <a:rPr kumimoji="1" lang="en" altLang="ja-JP" sz="1600" dirty="0">
                          <a:latin typeface="Yu Gothic UI" panose="020B0500000000000000" pitchFamily="34" charset="-128"/>
                          <a:ea typeface="Yu Gothic UI" panose="020B0500000000000000" pitchFamily="34" charset="-128"/>
                        </a:rPr>
                        <a:t>EMBEDDING_DEPLOYMENT_NAME</a:t>
                      </a:r>
                      <a:endParaRPr kumimoji="1" lang="ja-JP" altLang="en-US" sz="1600">
                        <a:latin typeface="Yu Gothic UI" panose="020B0500000000000000" pitchFamily="34" charset="-128"/>
                        <a:ea typeface="Yu Gothic UI" panose="020B0500000000000000" pitchFamily="34" charset="-128"/>
                      </a:endParaRPr>
                    </a:p>
                  </a:txBody>
                  <a:tcPr/>
                </a:tc>
                <a:tc>
                  <a:txBody>
                    <a:bodyPr/>
                    <a:lstStyle/>
                    <a:p>
                      <a:endParaRPr kumimoji="1" lang="ja-JP" altLang="en-US" sz="1600">
                        <a:latin typeface="Yu Gothic UI" panose="020B0500000000000000" pitchFamily="34" charset="-128"/>
                        <a:ea typeface="Yu Gothic UI" panose="020B0500000000000000" pitchFamily="34" charset="-128"/>
                      </a:endParaRPr>
                    </a:p>
                  </a:txBody>
                  <a:tcPr/>
                </a:tc>
                <a:tc>
                  <a:txBody>
                    <a:bodyPr/>
                    <a:lstStyle/>
                    <a:p>
                      <a:r>
                        <a:rPr kumimoji="1" lang="en-US" altLang="ja-JP" sz="1600" dirty="0">
                          <a:latin typeface="Yu Gothic UI" panose="020B0500000000000000" pitchFamily="34" charset="-128"/>
                          <a:ea typeface="Yu Gothic UI" panose="020B0500000000000000" pitchFamily="34" charset="-128"/>
                        </a:rPr>
                        <a:t>text-embedding-3-small </a:t>
                      </a:r>
                      <a:r>
                        <a:rPr kumimoji="1" lang="ja-JP" altLang="en-US" sz="1600">
                          <a:latin typeface="Yu Gothic UI" panose="020B0500000000000000" pitchFamily="34" charset="-128"/>
                          <a:ea typeface="Yu Gothic UI" panose="020B0500000000000000" pitchFamily="34" charset="-128"/>
                        </a:rPr>
                        <a:t>デプロイ名</a:t>
                      </a:r>
                    </a:p>
                  </a:txBody>
                  <a:tcPr/>
                </a:tc>
                <a:tc>
                  <a:txBody>
                    <a:bodyPr/>
                    <a:lstStyle/>
                    <a:p>
                      <a:r>
                        <a:rPr kumimoji="1" lang="en-US" altLang="ja-JP" sz="1600" dirty="0">
                          <a:latin typeface="Yu Gothic UI" panose="020B0500000000000000" pitchFamily="34" charset="-128"/>
                          <a:ea typeface="Yu Gothic UI" panose="020B0500000000000000" pitchFamily="34" charset="-128"/>
                        </a:rPr>
                        <a:t>Foundry Portal</a:t>
                      </a:r>
                      <a:endParaRPr kumimoji="1" lang="ja-JP" altLang="en-US" sz="1600">
                        <a:latin typeface="Yu Gothic UI" panose="020B0500000000000000" pitchFamily="34" charset="-128"/>
                        <a:ea typeface="Yu Gothic UI" panose="020B0500000000000000" pitchFamily="34" charset="-128"/>
                      </a:endParaRPr>
                    </a:p>
                  </a:txBody>
                  <a:tcPr/>
                </a:tc>
                <a:extLst>
                  <a:ext uri="{0D108BD9-81ED-4DB2-BD59-A6C34878D82A}">
                    <a16:rowId xmlns:a16="http://schemas.microsoft.com/office/drawing/2014/main" val="2212998218"/>
                  </a:ext>
                </a:extLst>
              </a:tr>
              <a:tr h="370840">
                <a:tc>
                  <a:txBody>
                    <a:bodyPr/>
                    <a:lstStyle/>
                    <a:p>
                      <a:pPr marL="0" marR="0" indent="0" algn="l" defTabSz="914400" eaLnBrk="1" fontAlgn="auto" latinLnBrk="0" hangingPunct="1">
                        <a:lnSpc>
                          <a:spcPct val="100000"/>
                        </a:lnSpc>
                        <a:spcBef>
                          <a:spcPts val="0"/>
                        </a:spcBef>
                        <a:spcAft>
                          <a:spcPts val="0"/>
                        </a:spcAft>
                        <a:buClrTx/>
                        <a:buSzTx/>
                        <a:buFontTx/>
                        <a:buNone/>
                        <a:tabLst/>
                        <a:defRPr/>
                      </a:pPr>
                      <a:r>
                        <a:rPr kumimoji="1" lang="en" altLang="ja-JP" sz="1600" dirty="0">
                          <a:latin typeface="Yu Gothic UI" panose="020B0500000000000000" pitchFamily="34" charset="-128"/>
                          <a:ea typeface="Yu Gothic UI" panose="020B0500000000000000" pitchFamily="34" charset="-128"/>
                        </a:rPr>
                        <a:t>GPT_DEPLOYMENT_NAME</a:t>
                      </a:r>
                      <a:endParaRPr kumimoji="1" lang="ja-JP" altLang="en-US" sz="1600">
                        <a:latin typeface="Yu Gothic UI" panose="020B0500000000000000" pitchFamily="34" charset="-128"/>
                        <a:ea typeface="Yu Gothic UI" panose="020B0500000000000000" pitchFamily="34" charset="-128"/>
                      </a:endParaRPr>
                    </a:p>
                  </a:txBody>
                  <a:tcPr/>
                </a:tc>
                <a:tc>
                  <a:txBody>
                    <a:bodyPr/>
                    <a:lstStyle/>
                    <a:p>
                      <a:endParaRPr kumimoji="1" lang="ja-JP" altLang="en-US" sz="1600">
                        <a:latin typeface="Yu Gothic UI" panose="020B0500000000000000" pitchFamily="34" charset="-128"/>
                        <a:ea typeface="Yu Gothic UI" panose="020B0500000000000000" pitchFamily="34" charset="-128"/>
                      </a:endParaRPr>
                    </a:p>
                  </a:txBody>
                  <a:tcPr/>
                </a:tc>
                <a:tc>
                  <a:txBody>
                    <a:bodyPr/>
                    <a:lstStyle/>
                    <a:p>
                      <a:r>
                        <a:rPr kumimoji="1" lang="en-US" altLang="ja-JP" sz="1600" dirty="0">
                          <a:latin typeface="Yu Gothic UI" panose="020B0500000000000000" pitchFamily="34" charset="-128"/>
                          <a:ea typeface="Yu Gothic UI" panose="020B0500000000000000" pitchFamily="34" charset="-128"/>
                        </a:rPr>
                        <a:t>gpt-5.4-mini </a:t>
                      </a:r>
                      <a:r>
                        <a:rPr kumimoji="1" lang="ja-JP" altLang="en-US" sz="1600">
                          <a:latin typeface="Yu Gothic UI" panose="020B0500000000000000" pitchFamily="34" charset="-128"/>
                          <a:ea typeface="Yu Gothic UI" panose="020B0500000000000000" pitchFamily="34" charset="-128"/>
                        </a:rPr>
                        <a:t>デプロイ名</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en-US" altLang="ja-JP" sz="1600" dirty="0">
                          <a:latin typeface="Yu Gothic UI" panose="020B0500000000000000" pitchFamily="34" charset="-128"/>
                          <a:ea typeface="Yu Gothic UI" panose="020B0500000000000000" pitchFamily="34" charset="-128"/>
                        </a:rPr>
                        <a:t>Foundry Portal</a:t>
                      </a:r>
                      <a:endParaRPr kumimoji="1" lang="ja-JP" altLang="en-US" sz="1600">
                        <a:latin typeface="Yu Gothic UI" panose="020B0500000000000000" pitchFamily="34" charset="-128"/>
                        <a:ea typeface="Yu Gothic UI" panose="020B0500000000000000" pitchFamily="34" charset="-128"/>
                      </a:endParaRPr>
                    </a:p>
                  </a:txBody>
                  <a:tcPr/>
                </a:tc>
                <a:extLst>
                  <a:ext uri="{0D108BD9-81ED-4DB2-BD59-A6C34878D82A}">
                    <a16:rowId xmlns:a16="http://schemas.microsoft.com/office/drawing/2014/main" val="3384576865"/>
                  </a:ext>
                </a:extLst>
              </a:tr>
              <a:tr h="370840">
                <a:tc>
                  <a:txBody>
                    <a:bodyPr/>
                    <a:lstStyle/>
                    <a:p>
                      <a:pPr marL="0" marR="0" indent="0" algn="l" defTabSz="914400" eaLnBrk="1" fontAlgn="auto" latinLnBrk="0" hangingPunct="1">
                        <a:lnSpc>
                          <a:spcPct val="100000"/>
                        </a:lnSpc>
                        <a:spcBef>
                          <a:spcPts val="0"/>
                        </a:spcBef>
                        <a:spcAft>
                          <a:spcPts val="0"/>
                        </a:spcAft>
                        <a:buClrTx/>
                        <a:buSzTx/>
                        <a:buFontTx/>
                        <a:buNone/>
                        <a:tabLst/>
                        <a:defRPr/>
                      </a:pPr>
                      <a:r>
                        <a:rPr kumimoji="1" lang="en" altLang="ja-JP" sz="1600" dirty="0">
                          <a:latin typeface="Yu Gothic UI" panose="020B0500000000000000" pitchFamily="34" charset="-128"/>
                          <a:ea typeface="Yu Gothic UI" panose="020B0500000000000000" pitchFamily="34" charset="-128"/>
                        </a:rPr>
                        <a:t>MCP_CLIENT_ID</a:t>
                      </a:r>
                      <a:endParaRPr kumimoji="1" lang="ja-JP" altLang="en-US" sz="1600">
                        <a:latin typeface="Yu Gothic UI" panose="020B0500000000000000" pitchFamily="34" charset="-128"/>
                        <a:ea typeface="Yu Gothic UI" panose="020B0500000000000000" pitchFamily="34" charset="-128"/>
                      </a:endParaRPr>
                    </a:p>
                  </a:txBody>
                  <a:tcPr/>
                </a:tc>
                <a:tc>
                  <a:txBody>
                    <a:bodyPr/>
                    <a:lstStyle/>
                    <a:p>
                      <a:endParaRPr kumimoji="1" lang="ja-JP" altLang="en-US" sz="1600">
                        <a:latin typeface="Yu Gothic UI" panose="020B0500000000000000" pitchFamily="34" charset="-128"/>
                        <a:ea typeface="Yu Gothic UI" panose="020B0500000000000000" pitchFamily="34" charset="-128"/>
                      </a:endParaRPr>
                    </a:p>
                  </a:txBody>
                  <a:tcPr/>
                </a:tc>
                <a:tc>
                  <a:txBody>
                    <a:bodyPr/>
                    <a:lstStyle/>
                    <a:p>
                      <a:r>
                        <a:rPr kumimoji="1" lang="en-US" altLang="ja-JP" sz="1600" dirty="0">
                          <a:latin typeface="Yu Gothic UI" panose="020B0500000000000000" pitchFamily="34" charset="-128"/>
                          <a:ea typeface="Yu Gothic UI" panose="020B0500000000000000" pitchFamily="34" charset="-128"/>
                        </a:rPr>
                        <a:t>MCP </a:t>
                      </a:r>
                      <a:r>
                        <a:rPr kumimoji="1" lang="ja-JP" altLang="en-US" sz="1600">
                          <a:latin typeface="Yu Gothic UI" panose="020B0500000000000000" pitchFamily="34" charset="-128"/>
                          <a:ea typeface="Yu Gothic UI" panose="020B0500000000000000" pitchFamily="34" charset="-128"/>
                        </a:rPr>
                        <a:t>用コンテナアプリ</a:t>
                      </a:r>
                      <a:r>
                        <a:rPr kumimoji="1" lang="en-US" altLang="ja-JP" sz="1600" dirty="0">
                          <a:latin typeface="Yu Gothic UI" panose="020B0500000000000000" pitchFamily="34" charset="-128"/>
                          <a:ea typeface="Yu Gothic UI" panose="020B0500000000000000" pitchFamily="34" charset="-128"/>
                        </a:rPr>
                        <a:t> </a:t>
                      </a:r>
                      <a:r>
                        <a:rPr kumimoji="1" lang="ja-JP" altLang="en-US" sz="1600">
                          <a:latin typeface="Yu Gothic UI" panose="020B0500000000000000" pitchFamily="34" charset="-128"/>
                          <a:ea typeface="Yu Gothic UI" panose="020B0500000000000000" pitchFamily="34" charset="-128"/>
                        </a:rPr>
                        <a:t>アプリ登録クライアント</a:t>
                      </a:r>
                      <a:r>
                        <a:rPr kumimoji="1" lang="en-US" altLang="ja-JP" sz="1600" dirty="0">
                          <a:latin typeface="Yu Gothic UI" panose="020B0500000000000000" pitchFamily="34" charset="-128"/>
                          <a:ea typeface="Yu Gothic UI" panose="020B0500000000000000" pitchFamily="34" charset="-128"/>
                        </a:rPr>
                        <a:t> ID</a:t>
                      </a:r>
                      <a:endParaRPr kumimoji="1" lang="ja-JP" altLang="en-US" sz="1600">
                        <a:latin typeface="Yu Gothic UI" panose="020B0500000000000000" pitchFamily="34" charset="-128"/>
                        <a:ea typeface="Yu Gothic UI" panose="020B0500000000000000" pitchFamily="34" charset="-128"/>
                      </a:endParaRPr>
                    </a:p>
                  </a:txBody>
                  <a:tcPr/>
                </a:tc>
                <a:tc>
                  <a:txBody>
                    <a:bodyPr/>
                    <a:lstStyle/>
                    <a:p>
                      <a:r>
                        <a:rPr kumimoji="1" lang="en-US" altLang="ja-JP" sz="1600" dirty="0">
                          <a:latin typeface="Yu Gothic UI" panose="020B0500000000000000" pitchFamily="34" charset="-128"/>
                          <a:ea typeface="Yu Gothic UI" panose="020B0500000000000000" pitchFamily="34" charset="-128"/>
                        </a:rPr>
                        <a:t>Azure Portal Entra ID </a:t>
                      </a:r>
                      <a:r>
                        <a:rPr kumimoji="1" lang="ja-JP" altLang="en-US" sz="1600">
                          <a:latin typeface="Yu Gothic UI" panose="020B0500000000000000" pitchFamily="34" charset="-128"/>
                          <a:ea typeface="Yu Gothic UI" panose="020B0500000000000000" pitchFamily="34" charset="-128"/>
                        </a:rPr>
                        <a:t>アプリ登録</a:t>
                      </a:r>
                    </a:p>
                  </a:txBody>
                  <a:tcPr/>
                </a:tc>
                <a:extLst>
                  <a:ext uri="{0D108BD9-81ED-4DB2-BD59-A6C34878D82A}">
                    <a16:rowId xmlns:a16="http://schemas.microsoft.com/office/drawing/2014/main" val="2386791723"/>
                  </a:ext>
                </a:extLst>
              </a:tr>
              <a:tr h="370840">
                <a:tc>
                  <a:txBody>
                    <a:bodyPr/>
                    <a:lstStyle/>
                    <a:p>
                      <a:pPr marL="0" marR="0" indent="0" algn="l" defTabSz="914400" eaLnBrk="1" fontAlgn="auto" latinLnBrk="0" hangingPunct="1">
                        <a:lnSpc>
                          <a:spcPct val="100000"/>
                        </a:lnSpc>
                        <a:spcBef>
                          <a:spcPts val="0"/>
                        </a:spcBef>
                        <a:spcAft>
                          <a:spcPts val="0"/>
                        </a:spcAft>
                        <a:buClrTx/>
                        <a:buSzTx/>
                        <a:buFontTx/>
                        <a:buNone/>
                        <a:tabLst/>
                        <a:defRPr/>
                      </a:pPr>
                      <a:r>
                        <a:rPr kumimoji="1" lang="en" altLang="ja-JP" sz="1600" dirty="0">
                          <a:latin typeface="Yu Gothic UI" panose="020B0500000000000000" pitchFamily="34" charset="-128"/>
                          <a:ea typeface="Yu Gothic UI" panose="020B0500000000000000" pitchFamily="34" charset="-128"/>
                        </a:rPr>
                        <a:t>TENANT_ID</a:t>
                      </a:r>
                      <a:endParaRPr kumimoji="1" lang="ja-JP" altLang="en-US" sz="1600">
                        <a:latin typeface="Yu Gothic UI" panose="020B0500000000000000" pitchFamily="34" charset="-128"/>
                        <a:ea typeface="Yu Gothic UI" panose="020B0500000000000000" pitchFamily="34" charset="-128"/>
                      </a:endParaRPr>
                    </a:p>
                  </a:txBody>
                  <a:tcPr/>
                </a:tc>
                <a:tc>
                  <a:txBody>
                    <a:bodyPr/>
                    <a:lstStyle/>
                    <a:p>
                      <a:endParaRPr kumimoji="1" lang="ja-JP" altLang="en-US" sz="1600">
                        <a:latin typeface="Yu Gothic UI" panose="020B0500000000000000" pitchFamily="34" charset="-128"/>
                        <a:ea typeface="Yu Gothic UI" panose="020B0500000000000000" pitchFamily="34" charset="-128"/>
                      </a:endParaRPr>
                    </a:p>
                  </a:txBody>
                  <a:tcPr/>
                </a:tc>
                <a:tc>
                  <a:txBody>
                    <a:bodyPr/>
                    <a:lstStyle/>
                    <a:p>
                      <a:r>
                        <a:rPr kumimoji="1" lang="en-US" altLang="ja-JP" sz="1600" dirty="0">
                          <a:latin typeface="Yu Gothic UI" panose="020B0500000000000000" pitchFamily="34" charset="-128"/>
                          <a:ea typeface="Yu Gothic UI" panose="020B0500000000000000" pitchFamily="34" charset="-128"/>
                        </a:rPr>
                        <a:t>Entra ID </a:t>
                      </a:r>
                      <a:r>
                        <a:rPr kumimoji="1" lang="ja-JP" altLang="en-US" sz="1600">
                          <a:latin typeface="Yu Gothic UI" panose="020B0500000000000000" pitchFamily="34" charset="-128"/>
                          <a:ea typeface="Yu Gothic UI" panose="020B0500000000000000" pitchFamily="34" charset="-128"/>
                        </a:rPr>
                        <a:t>テナント</a:t>
                      </a:r>
                      <a:r>
                        <a:rPr kumimoji="1" lang="en-US" altLang="ja-JP" sz="1600" dirty="0">
                          <a:latin typeface="Yu Gothic UI" panose="020B0500000000000000" pitchFamily="34" charset="-128"/>
                          <a:ea typeface="Yu Gothic UI" panose="020B0500000000000000" pitchFamily="34" charset="-128"/>
                        </a:rPr>
                        <a:t> ID </a:t>
                      </a:r>
                      <a:endParaRPr kumimoji="1" lang="ja-JP" altLang="en-US" sz="1600">
                        <a:latin typeface="Yu Gothic UI" panose="020B0500000000000000" pitchFamily="34" charset="-128"/>
                        <a:ea typeface="Yu Gothic UI" panose="020B0500000000000000" pitchFamily="34" charset="-128"/>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en-US" altLang="ja-JP" sz="1600" dirty="0">
                          <a:latin typeface="Yu Gothic UI" panose="020B0500000000000000" pitchFamily="34" charset="-128"/>
                          <a:ea typeface="Yu Gothic UI" panose="020B0500000000000000" pitchFamily="34" charset="-128"/>
                        </a:rPr>
                        <a:t>Azure Portal Entra ID </a:t>
                      </a:r>
                      <a:r>
                        <a:rPr kumimoji="1" lang="ja-JP" altLang="en-US" sz="1600">
                          <a:latin typeface="Yu Gothic UI" panose="020B0500000000000000" pitchFamily="34" charset="-128"/>
                          <a:ea typeface="Yu Gothic UI" panose="020B0500000000000000" pitchFamily="34" charset="-128"/>
                        </a:rPr>
                        <a:t>アプリ登録</a:t>
                      </a:r>
                    </a:p>
                  </a:txBody>
                  <a:tcPr/>
                </a:tc>
                <a:extLst>
                  <a:ext uri="{0D108BD9-81ED-4DB2-BD59-A6C34878D82A}">
                    <a16:rowId xmlns:a16="http://schemas.microsoft.com/office/drawing/2014/main" val="3082434135"/>
                  </a:ext>
                </a:extLst>
              </a:tr>
              <a:tr h="370840">
                <a:tc>
                  <a:txBody>
                    <a:bodyPr/>
                    <a:lstStyle/>
                    <a:p>
                      <a:pPr marL="0" marR="0" indent="0" algn="l" defTabSz="914400" eaLnBrk="1" fontAlgn="auto" latinLnBrk="0" hangingPunct="1">
                        <a:lnSpc>
                          <a:spcPct val="100000"/>
                        </a:lnSpc>
                        <a:spcBef>
                          <a:spcPts val="0"/>
                        </a:spcBef>
                        <a:spcAft>
                          <a:spcPts val="0"/>
                        </a:spcAft>
                        <a:buClrTx/>
                        <a:buSzTx/>
                        <a:buFontTx/>
                        <a:buNone/>
                        <a:tabLst/>
                        <a:defRPr/>
                      </a:pPr>
                      <a:r>
                        <a:rPr kumimoji="1" lang="en" altLang="ja-JP" sz="1600" dirty="0">
                          <a:latin typeface="Yu Gothic UI" panose="020B0500000000000000" pitchFamily="34" charset="-128"/>
                          <a:ea typeface="Yu Gothic UI" panose="020B0500000000000000" pitchFamily="34" charset="-128"/>
                        </a:rPr>
                        <a:t>MCP_APP_URL</a:t>
                      </a:r>
                      <a:endParaRPr kumimoji="1" lang="ja-JP" altLang="en-US" sz="1600">
                        <a:latin typeface="Yu Gothic UI" panose="020B0500000000000000" pitchFamily="34" charset="-128"/>
                        <a:ea typeface="Yu Gothic UI" panose="020B0500000000000000" pitchFamily="34" charset="-128"/>
                      </a:endParaRPr>
                    </a:p>
                  </a:txBody>
                  <a:tcPr/>
                </a:tc>
                <a:tc>
                  <a:txBody>
                    <a:bodyPr/>
                    <a:lstStyle/>
                    <a:p>
                      <a:endParaRPr kumimoji="1" lang="ja-JP" altLang="en-US" sz="1600">
                        <a:latin typeface="Yu Gothic UI" panose="020B0500000000000000" pitchFamily="34" charset="-128"/>
                        <a:ea typeface="Yu Gothic UI" panose="020B0500000000000000" pitchFamily="34" charset="-128"/>
                      </a:endParaRPr>
                    </a:p>
                  </a:txBody>
                  <a:tcPr/>
                </a:tc>
                <a:tc>
                  <a:txBody>
                    <a:bodyPr/>
                    <a:lstStyle/>
                    <a:p>
                      <a:r>
                        <a:rPr kumimoji="1" lang="ja-JP" altLang="en-US" sz="1600">
                          <a:latin typeface="Yu Gothic UI" panose="020B0500000000000000" pitchFamily="34" charset="-128"/>
                          <a:ea typeface="Yu Gothic UI" panose="020B0500000000000000" pitchFamily="34" charset="-128"/>
                        </a:rPr>
                        <a:t>コンテナアプリの</a:t>
                      </a:r>
                      <a:r>
                        <a:rPr kumimoji="1" lang="en-US" altLang="ja-JP" sz="1600" dirty="0">
                          <a:latin typeface="Yu Gothic UI" panose="020B0500000000000000" pitchFamily="34" charset="-128"/>
                          <a:ea typeface="Yu Gothic UI" panose="020B0500000000000000" pitchFamily="34" charset="-128"/>
                        </a:rPr>
                        <a:t> URL</a:t>
                      </a:r>
                      <a:endParaRPr kumimoji="1" lang="ja-JP" altLang="en-US" sz="1600">
                        <a:latin typeface="Yu Gothic UI" panose="020B0500000000000000" pitchFamily="34" charset="-128"/>
                        <a:ea typeface="Yu Gothic UI" panose="020B0500000000000000" pitchFamily="34" charset="-128"/>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en-US" altLang="ja-JP" sz="1600" dirty="0">
                          <a:latin typeface="Yu Gothic UI" panose="020B0500000000000000" pitchFamily="34" charset="-128"/>
                          <a:ea typeface="Yu Gothic UI" panose="020B0500000000000000" pitchFamily="34" charset="-128"/>
                        </a:rPr>
                        <a:t>Azure Portal </a:t>
                      </a:r>
                      <a:r>
                        <a:rPr kumimoji="1" lang="ja-JP" altLang="en-US" sz="1600">
                          <a:latin typeface="Yu Gothic UI" panose="020B0500000000000000" pitchFamily="34" charset="-128"/>
                          <a:ea typeface="Yu Gothic UI" panose="020B0500000000000000" pitchFamily="34" charset="-128"/>
                        </a:rPr>
                        <a:t>コンテナアプリの概要画面</a:t>
                      </a:r>
                    </a:p>
                  </a:txBody>
                  <a:tcPr/>
                </a:tc>
                <a:extLst>
                  <a:ext uri="{0D108BD9-81ED-4DB2-BD59-A6C34878D82A}">
                    <a16:rowId xmlns:a16="http://schemas.microsoft.com/office/drawing/2014/main" val="1471860943"/>
                  </a:ext>
                </a:extLst>
              </a:tr>
              <a:tr h="370840">
                <a:tc>
                  <a:txBody>
                    <a:bodyPr/>
                    <a:lstStyle/>
                    <a:p>
                      <a:pPr marL="0" marR="0" indent="0" algn="l" defTabSz="914400" eaLnBrk="1" fontAlgn="auto" latinLnBrk="0" hangingPunct="1">
                        <a:lnSpc>
                          <a:spcPct val="100000"/>
                        </a:lnSpc>
                        <a:spcBef>
                          <a:spcPts val="0"/>
                        </a:spcBef>
                        <a:spcAft>
                          <a:spcPts val="0"/>
                        </a:spcAft>
                        <a:buClrTx/>
                        <a:buSzTx/>
                        <a:buFontTx/>
                        <a:buNone/>
                        <a:tabLst/>
                        <a:defRPr/>
                      </a:pPr>
                      <a:r>
                        <a:rPr kumimoji="1" lang="en" altLang="ja-JP" sz="1600" dirty="0">
                          <a:latin typeface="Yu Gothic UI" panose="020B0500000000000000" pitchFamily="34" charset="-128"/>
                          <a:ea typeface="Yu Gothic UI" panose="020B0500000000000000" pitchFamily="34" charset="-128"/>
                        </a:rPr>
                        <a:t>MCP_PRINCIPAL_ID</a:t>
                      </a:r>
                      <a:endParaRPr kumimoji="1" lang="ja-JP" altLang="en-US" sz="1600">
                        <a:latin typeface="Yu Gothic UI" panose="020B0500000000000000" pitchFamily="34" charset="-128"/>
                        <a:ea typeface="Yu Gothic UI" panose="020B0500000000000000" pitchFamily="34" charset="-128"/>
                      </a:endParaRPr>
                    </a:p>
                  </a:txBody>
                  <a:tcPr/>
                </a:tc>
                <a:tc>
                  <a:txBody>
                    <a:bodyPr/>
                    <a:lstStyle/>
                    <a:p>
                      <a:endParaRPr kumimoji="1" lang="ja-JP" altLang="en-US" sz="1600">
                        <a:latin typeface="Yu Gothic UI" panose="020B0500000000000000" pitchFamily="34" charset="-128"/>
                        <a:ea typeface="Yu Gothic UI" panose="020B0500000000000000" pitchFamily="34" charset="-128"/>
                      </a:endParaRPr>
                    </a:p>
                  </a:txBody>
                  <a:tcPr/>
                </a:tc>
                <a:tc>
                  <a:txBody>
                    <a:bodyPr/>
                    <a:lstStyle/>
                    <a:p>
                      <a:r>
                        <a:rPr kumimoji="1" lang="ja-JP" altLang="en-US" sz="1600">
                          <a:latin typeface="Yu Gothic UI" panose="020B0500000000000000" pitchFamily="34" charset="-128"/>
                          <a:ea typeface="Yu Gothic UI" panose="020B0500000000000000" pitchFamily="34" charset="-128"/>
                        </a:rPr>
                        <a:t>コンテナアプリのマネージド</a:t>
                      </a:r>
                      <a:r>
                        <a:rPr kumimoji="1" lang="en-US" altLang="ja-JP" sz="1600" dirty="0">
                          <a:latin typeface="Yu Gothic UI" panose="020B0500000000000000" pitchFamily="34" charset="-128"/>
                          <a:ea typeface="Yu Gothic UI" panose="020B0500000000000000" pitchFamily="34" charset="-128"/>
                        </a:rPr>
                        <a:t> ID</a:t>
                      </a:r>
                      <a:endParaRPr kumimoji="1" lang="ja-JP" altLang="en-US" sz="1600">
                        <a:latin typeface="Yu Gothic UI" panose="020B0500000000000000" pitchFamily="34" charset="-128"/>
                        <a:ea typeface="Yu Gothic UI" panose="020B0500000000000000" pitchFamily="34" charset="-128"/>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en-US" altLang="ja-JP" sz="1600" dirty="0">
                          <a:latin typeface="Yu Gothic UI" panose="020B0500000000000000" pitchFamily="34" charset="-128"/>
                          <a:ea typeface="Yu Gothic UI" panose="020B0500000000000000" pitchFamily="34" charset="-128"/>
                        </a:rPr>
                        <a:t>Azure Portal </a:t>
                      </a:r>
                      <a:r>
                        <a:rPr kumimoji="1" lang="ja-JP" altLang="en-US" sz="1600">
                          <a:latin typeface="Yu Gothic UI" panose="020B0500000000000000" pitchFamily="34" charset="-128"/>
                          <a:ea typeface="Yu Gothic UI" panose="020B0500000000000000" pitchFamily="34" charset="-128"/>
                        </a:rPr>
                        <a:t>コンテナアプリの</a:t>
                      </a:r>
                      <a:r>
                        <a:rPr kumimoji="1" lang="en-US" altLang="ja-JP" sz="1600" dirty="0">
                          <a:latin typeface="Yu Gothic UI" panose="020B0500000000000000" pitchFamily="34" charset="-128"/>
                          <a:ea typeface="Yu Gothic UI" panose="020B0500000000000000" pitchFamily="34" charset="-128"/>
                        </a:rPr>
                        <a:t> ID </a:t>
                      </a:r>
                      <a:r>
                        <a:rPr kumimoji="1" lang="ja-JP" altLang="en-US" sz="1600">
                          <a:latin typeface="Yu Gothic UI" panose="020B0500000000000000" pitchFamily="34" charset="-128"/>
                          <a:ea typeface="Yu Gothic UI" panose="020B0500000000000000" pitchFamily="34" charset="-128"/>
                        </a:rPr>
                        <a:t>のメニュー</a:t>
                      </a:r>
                    </a:p>
                  </a:txBody>
                  <a:tcPr/>
                </a:tc>
                <a:extLst>
                  <a:ext uri="{0D108BD9-81ED-4DB2-BD59-A6C34878D82A}">
                    <a16:rowId xmlns:a16="http://schemas.microsoft.com/office/drawing/2014/main" val="1463832938"/>
                  </a:ext>
                </a:extLst>
              </a:tr>
              <a:tr h="370840">
                <a:tc>
                  <a:txBody>
                    <a:bodyPr/>
                    <a:lstStyle/>
                    <a:p>
                      <a:pPr marL="0" marR="0" indent="0" algn="l" defTabSz="914400" eaLnBrk="1" fontAlgn="auto" latinLnBrk="0" hangingPunct="1">
                        <a:lnSpc>
                          <a:spcPct val="100000"/>
                        </a:lnSpc>
                        <a:spcBef>
                          <a:spcPts val="0"/>
                        </a:spcBef>
                        <a:spcAft>
                          <a:spcPts val="0"/>
                        </a:spcAft>
                        <a:buClrTx/>
                        <a:buSzTx/>
                        <a:buFontTx/>
                        <a:buNone/>
                        <a:tabLst/>
                        <a:defRPr/>
                      </a:pPr>
                      <a:endParaRPr kumimoji="1" lang="ja-JP" altLang="en-US" sz="1600">
                        <a:latin typeface="Yu Gothic UI" panose="020B0500000000000000" pitchFamily="34" charset="-128"/>
                        <a:ea typeface="Yu Gothic UI" panose="020B0500000000000000" pitchFamily="34" charset="-128"/>
                      </a:endParaRPr>
                    </a:p>
                  </a:txBody>
                  <a:tcPr/>
                </a:tc>
                <a:tc>
                  <a:txBody>
                    <a:bodyPr/>
                    <a:lstStyle/>
                    <a:p>
                      <a:endParaRPr kumimoji="1" lang="ja-JP" altLang="en-US" sz="1600">
                        <a:latin typeface="Yu Gothic UI" panose="020B0500000000000000" pitchFamily="34" charset="-128"/>
                        <a:ea typeface="Yu Gothic UI" panose="020B0500000000000000" pitchFamily="34" charset="-128"/>
                      </a:endParaRPr>
                    </a:p>
                  </a:txBody>
                  <a:tcPr/>
                </a:tc>
                <a:tc>
                  <a:txBody>
                    <a:bodyPr/>
                    <a:lstStyle/>
                    <a:p>
                      <a:endParaRPr kumimoji="1" lang="ja-JP" altLang="en-US" sz="1600">
                        <a:latin typeface="Yu Gothic UI" panose="020B0500000000000000" pitchFamily="34" charset="-128"/>
                        <a:ea typeface="Yu Gothic UI" panose="020B0500000000000000" pitchFamily="34" charset="-128"/>
                      </a:endParaRPr>
                    </a:p>
                  </a:txBody>
                  <a:tcPr/>
                </a:tc>
                <a:tc>
                  <a:txBody>
                    <a:bodyPr/>
                    <a:lstStyle/>
                    <a:p>
                      <a:endParaRPr kumimoji="1" lang="ja-JP" altLang="en-US" sz="1600">
                        <a:latin typeface="Yu Gothic UI" panose="020B0500000000000000" pitchFamily="34" charset="-128"/>
                        <a:ea typeface="Yu Gothic UI" panose="020B0500000000000000" pitchFamily="34" charset="-128"/>
                      </a:endParaRPr>
                    </a:p>
                  </a:txBody>
                  <a:tcPr/>
                </a:tc>
                <a:extLst>
                  <a:ext uri="{0D108BD9-81ED-4DB2-BD59-A6C34878D82A}">
                    <a16:rowId xmlns:a16="http://schemas.microsoft.com/office/drawing/2014/main" val="1965431341"/>
                  </a:ext>
                </a:extLst>
              </a:tr>
            </a:tbl>
          </a:graphicData>
        </a:graphic>
      </p:graphicFrame>
    </p:spTree>
    <p:extLst>
      <p:ext uri="{BB962C8B-B14F-4D97-AF65-F5344CB8AC3E}">
        <p14:creationId xmlns:p14="http://schemas.microsoft.com/office/powerpoint/2010/main" val="1300018326"/>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spAutoFit/>
      </a:bodyPr>
      <a:lstStyle>
        <a:defPPr marL="0" marR="0" indent="0" algn="l" defTabSz="931757" rtl="0" eaLnBrk="1" fontAlgn="base" latinLnBrk="0" hangingPunct="1">
          <a:lnSpc>
            <a:spcPct val="90000"/>
          </a:lnSpc>
          <a:spcBef>
            <a:spcPct val="0"/>
          </a:spcBef>
          <a:spcAft>
            <a:spcPct val="0"/>
          </a:spcAft>
          <a:buClrTx/>
          <a:buSzTx/>
          <a:buFontTx/>
          <a:buNone/>
          <a:tabLst/>
          <a:defRPr kumimoji="0" sz="1600" b="0" i="0" u="none" strike="noStrike" kern="1200" cap="none" spc="0" normalizeH="0" baseline="0" noProof="0" smtClean="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defRPr>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23715</TotalTime>
  <Words>3284</Words>
  <Application>Microsoft Macintosh PowerPoint</Application>
  <DocSecurity>0</DocSecurity>
  <PresentationFormat>ワイド画面</PresentationFormat>
  <Paragraphs>405</Paragraphs>
  <Slides>26</Slides>
  <Notes>23</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26</vt:i4>
      </vt:variant>
    </vt:vector>
  </HeadingPairs>
  <TitlesOfParts>
    <vt:vector size="33" baseType="lpstr">
      <vt:lpstr>Meiryo UI</vt:lpstr>
      <vt:lpstr>游ゴシック</vt:lpstr>
      <vt:lpstr>游ゴシック</vt:lpstr>
      <vt:lpstr>Segoe Sans Display Semibold</vt:lpstr>
      <vt:lpstr>Segoe UI</vt:lpstr>
      <vt:lpstr>Yu Gothic UI</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hiyam_external_tenant_992867</cp:lastModifiedBy>
  <cp:revision>6</cp:revision>
  <dcterms:created xsi:type="dcterms:W3CDTF">2026-05-27T01:15:34Z</dcterms:created>
  <dcterms:modified xsi:type="dcterms:W3CDTF">2026-08-31T14:54:09Z</dcterms:modified>
</cp:coreProperties>
</file>