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microsoft.com/office/2020/02/relationships/classificationlabels" Target="docMetadata/LabelInfo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30"/>
  </p:notesMasterIdLst>
  <p:sldIdLst>
    <p:sldId id="256" r:id="rId2"/>
    <p:sldId id="257" r:id="rId3"/>
    <p:sldId id="258" r:id="rId4"/>
    <p:sldId id="259" r:id="rId5"/>
    <p:sldId id="260" r:id="rId6"/>
    <p:sldId id="261" r:id="rId7"/>
    <p:sldId id="323" r:id="rId8"/>
    <p:sldId id="306" r:id="rId9"/>
    <p:sldId id="356" r:id="rId10"/>
    <p:sldId id="377" r:id="rId11"/>
    <p:sldId id="378" r:id="rId12"/>
    <p:sldId id="322" r:id="rId13"/>
    <p:sldId id="324" r:id="rId14"/>
    <p:sldId id="379" r:id="rId15"/>
    <p:sldId id="380" r:id="rId16"/>
    <p:sldId id="381" r:id="rId17"/>
    <p:sldId id="382" r:id="rId18"/>
    <p:sldId id="383" r:id="rId19"/>
    <p:sldId id="384" r:id="rId20"/>
    <p:sldId id="385" r:id="rId21"/>
    <p:sldId id="386" r:id="rId22"/>
    <p:sldId id="387" r:id="rId23"/>
    <p:sldId id="388" r:id="rId24"/>
    <p:sldId id="389" r:id="rId25"/>
    <p:sldId id="390" r:id="rId26"/>
    <p:sldId id="391" r:id="rId27"/>
    <p:sldId id="392" r:id="rId28"/>
    <p:sldId id="393" r:id="rId29"/>
  </p:sldIdLst>
  <p:sldSz cx="12192000" cy="6858000"/>
  <p:notesSz cx="6858000" cy="9144000"/>
  <p:defaultTextStyle>
    <a:defPPr>
      <a:defRPr lang="en-US"/>
    </a:defPPr>
    <a:lvl1pPr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4472C4"/>
    <a:srgbClr val="70AD47"/>
    <a:srgbClr val="3D746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09EE6683-4852-E647-A055-ACC454FBBF2F}" v="214" dt="2026-06-09T14:41:22.869"/>
    <p1510:client id="{30A7BF75-152F-874D-921A-6F9BA65761F9}" v="183" dt="2026-06-09T04:23:21.129"/>
    <p1510:client id="{A2993688-7523-3644-8658-9B6051E71E37}" v="1" dt="2026-06-09T14:42:41.542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間スタイル 2 - アクセント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5068"/>
    <p:restoredTop sz="84889"/>
  </p:normalViewPr>
  <p:slideViewPr>
    <p:cSldViewPr snapToGrid="0">
      <p:cViewPr varScale="1">
        <p:scale>
          <a:sx n="116" d="100"/>
          <a:sy n="116" d="100"/>
        </p:scale>
        <p:origin x="2752" y="1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microsoft.com/office/2015/10/relationships/revisionInfo" Target="revisionInfo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notesMaster" Target="notesMasters/notesMaster1.xml"/><Relationship Id="rId35" Type="http://schemas.microsoft.com/office/2016/11/relationships/changesInfo" Target="changesInfos/changesInfo1.xml"/><Relationship Id="rId8" Type="http://schemas.openxmlformats.org/officeDocument/2006/relationships/slide" Target="slides/slide7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Hironari Yamada" userId="e57621f8-ec3c-449e-bb19-001fffcc008e" providerId="ADAL" clId="{BC0BD879-F267-5CCA-8DEA-E3B2DD07DA4E}"/>
    <pc:docChg chg="undo custSel addSld delSld modSld sldOrd">
      <pc:chgData name="Hironari Yamada" userId="e57621f8-ec3c-449e-bb19-001fffcc008e" providerId="ADAL" clId="{BC0BD879-F267-5CCA-8DEA-E3B2DD07DA4E}" dt="2026-06-09T14:42:41.542" v="26214" actId="18331"/>
      <pc:docMkLst>
        <pc:docMk/>
      </pc:docMkLst>
      <pc:sldChg chg="delSp modSp mod modNotesTx">
        <pc:chgData name="Hironari Yamada" userId="e57621f8-ec3c-449e-bb19-001fffcc008e" providerId="ADAL" clId="{BC0BD879-F267-5CCA-8DEA-E3B2DD07DA4E}" dt="2026-06-09T06:44:12.688" v="20208"/>
        <pc:sldMkLst>
          <pc:docMk/>
          <pc:sldMk cId="188169028" sldId="256"/>
        </pc:sldMkLst>
        <pc:spChg chg="mod">
          <ac:chgData name="Hironari Yamada" userId="e57621f8-ec3c-449e-bb19-001fffcc008e" providerId="ADAL" clId="{BC0BD879-F267-5CCA-8DEA-E3B2DD07DA4E}" dt="2026-06-09T06:43:48.516" v="20200" actId="20577"/>
          <ac:spMkLst>
            <pc:docMk/>
            <pc:sldMk cId="188169028" sldId="256"/>
            <ac:spMk id="5" creationId="{9DBD5B95-C9F5-4638-96D9-A8CE4A155095}"/>
          </ac:spMkLst>
        </pc:spChg>
        <pc:spChg chg="mod">
          <ac:chgData name="Hironari Yamada" userId="e57621f8-ec3c-449e-bb19-001fffcc008e" providerId="ADAL" clId="{BC0BD879-F267-5CCA-8DEA-E3B2DD07DA4E}" dt="2026-06-09T06:44:12.688" v="20208"/>
          <ac:spMkLst>
            <pc:docMk/>
            <pc:sldMk cId="188169028" sldId="256"/>
            <ac:spMk id="6" creationId="{2769FC6D-0B0A-4C37-8C6D-9B70639859DC}"/>
          </ac:spMkLst>
        </pc:spChg>
        <pc:spChg chg="mod">
          <ac:chgData name="Hironari Yamada" userId="e57621f8-ec3c-449e-bb19-001fffcc008e" providerId="ADAL" clId="{BC0BD879-F267-5CCA-8DEA-E3B2DD07DA4E}" dt="2026-06-02T11:37:44.168" v="6021" actId="20577"/>
          <ac:spMkLst>
            <pc:docMk/>
            <pc:sldMk cId="188169028" sldId="256"/>
            <ac:spMk id="7" creationId="{DFE36B7A-5E3C-45E7-B5C6-DD919C94A7E7}"/>
          </ac:spMkLst>
        </pc:spChg>
        <pc:spChg chg="mod">
          <ac:chgData name="Hironari Yamada" userId="e57621f8-ec3c-449e-bb19-001fffcc008e" providerId="ADAL" clId="{BC0BD879-F267-5CCA-8DEA-E3B2DD07DA4E}" dt="2026-06-09T06:43:59.838" v="20205" actId="20577"/>
          <ac:spMkLst>
            <pc:docMk/>
            <pc:sldMk cId="188169028" sldId="256"/>
            <ac:spMk id="10" creationId="{E22E1A59-BBE7-499C-B63A-23D32A401642}"/>
          </ac:spMkLst>
        </pc:spChg>
      </pc:sldChg>
      <pc:sldChg chg="addSp delSp modSp mod">
        <pc:chgData name="Hironari Yamada" userId="e57621f8-ec3c-449e-bb19-001fffcc008e" providerId="ADAL" clId="{BC0BD879-F267-5CCA-8DEA-E3B2DD07DA4E}" dt="2026-06-09T06:45:54.029" v="20217"/>
        <pc:sldMkLst>
          <pc:docMk/>
          <pc:sldMk cId="1186077149" sldId="257"/>
        </pc:sldMkLst>
        <pc:spChg chg="mod">
          <ac:chgData name="Hironari Yamada" userId="e57621f8-ec3c-449e-bb19-001fffcc008e" providerId="ADAL" clId="{BC0BD879-F267-5CCA-8DEA-E3B2DD07DA4E}" dt="2026-06-09T06:45:15.611" v="20209"/>
          <ac:spMkLst>
            <pc:docMk/>
            <pc:sldMk cId="1186077149" sldId="257"/>
            <ac:spMk id="2" creationId="{09603FD4-D301-438E-8486-12311D034221}"/>
          </ac:spMkLst>
        </pc:spChg>
        <pc:spChg chg="add mod">
          <ac:chgData name="Hironari Yamada" userId="e57621f8-ec3c-449e-bb19-001fffcc008e" providerId="ADAL" clId="{BC0BD879-F267-5CCA-8DEA-E3B2DD07DA4E}" dt="2026-06-02T11:39:19.485" v="6036"/>
          <ac:spMkLst>
            <pc:docMk/>
            <pc:sldMk cId="1186077149" sldId="257"/>
            <ac:spMk id="3" creationId="{6A12F0C9-DD7D-D8D3-EF45-7E9D67379124}"/>
          </ac:spMkLst>
        </pc:spChg>
        <pc:spChg chg="mod">
          <ac:chgData name="Hironari Yamada" userId="e57621f8-ec3c-449e-bb19-001fffcc008e" providerId="ADAL" clId="{BC0BD879-F267-5CCA-8DEA-E3B2DD07DA4E}" dt="2026-06-02T11:41:04.092" v="6059"/>
          <ac:spMkLst>
            <pc:docMk/>
            <pc:sldMk cId="1186077149" sldId="257"/>
            <ac:spMk id="5" creationId="{197161D9-5697-427A-A34A-5CD11A5A6657}"/>
          </ac:spMkLst>
        </pc:spChg>
        <pc:spChg chg="add mod">
          <ac:chgData name="Hironari Yamada" userId="e57621f8-ec3c-449e-bb19-001fffcc008e" providerId="ADAL" clId="{BC0BD879-F267-5CCA-8DEA-E3B2DD07DA4E}" dt="2026-06-02T11:39:19.485" v="6036"/>
          <ac:spMkLst>
            <pc:docMk/>
            <pc:sldMk cId="1186077149" sldId="257"/>
            <ac:spMk id="7" creationId="{F5E230B2-7B7F-53F9-9606-44291B860400}"/>
          </ac:spMkLst>
        </pc:spChg>
        <pc:spChg chg="mod">
          <ac:chgData name="Hironari Yamada" userId="e57621f8-ec3c-449e-bb19-001fffcc008e" providerId="ADAL" clId="{BC0BD879-F267-5CCA-8DEA-E3B2DD07DA4E}" dt="2026-06-02T11:39:33.930" v="6043" actId="20577"/>
          <ac:spMkLst>
            <pc:docMk/>
            <pc:sldMk cId="1186077149" sldId="257"/>
            <ac:spMk id="8" creationId="{59D2B922-0021-8F48-DAD1-BA6A1C836F74}"/>
          </ac:spMkLst>
        </pc:spChg>
        <pc:spChg chg="add mod">
          <ac:chgData name="Hironari Yamada" userId="e57621f8-ec3c-449e-bb19-001fffcc008e" providerId="ADAL" clId="{BC0BD879-F267-5CCA-8DEA-E3B2DD07DA4E}" dt="2026-06-09T06:45:24.408" v="20210"/>
          <ac:spMkLst>
            <pc:docMk/>
            <pc:sldMk cId="1186077149" sldId="257"/>
            <ac:spMk id="10" creationId="{5A000D35-880E-DA2C-0F55-535AA70DB468}"/>
          </ac:spMkLst>
        </pc:spChg>
        <pc:spChg chg="mod">
          <ac:chgData name="Hironari Yamada" userId="e57621f8-ec3c-449e-bb19-001fffcc008e" providerId="ADAL" clId="{BC0BD879-F267-5CCA-8DEA-E3B2DD07DA4E}" dt="2026-06-09T06:45:34.106" v="20212"/>
          <ac:spMkLst>
            <pc:docMk/>
            <pc:sldMk cId="1186077149" sldId="257"/>
            <ac:spMk id="11" creationId="{59D15100-2B3E-D76B-A75F-975C0850074F}"/>
          </ac:spMkLst>
        </pc:spChg>
        <pc:spChg chg="mod">
          <ac:chgData name="Hironari Yamada" userId="e57621f8-ec3c-449e-bb19-001fffcc008e" providerId="ADAL" clId="{BC0BD879-F267-5CCA-8DEA-E3B2DD07DA4E}" dt="2026-06-02T11:39:59.579" v="6047"/>
          <ac:spMkLst>
            <pc:docMk/>
            <pc:sldMk cId="1186077149" sldId="257"/>
            <ac:spMk id="14" creationId="{E766275E-AE64-6EE4-94A2-0F42DB17EB22}"/>
          </ac:spMkLst>
        </pc:spChg>
        <pc:spChg chg="add mod">
          <ac:chgData name="Hironari Yamada" userId="e57621f8-ec3c-449e-bb19-001fffcc008e" providerId="ADAL" clId="{BC0BD879-F267-5CCA-8DEA-E3B2DD07DA4E}" dt="2026-06-09T06:45:30.112" v="20211"/>
          <ac:spMkLst>
            <pc:docMk/>
            <pc:sldMk cId="1186077149" sldId="257"/>
            <ac:spMk id="15" creationId="{58A0C133-AA37-4CB8-71FC-829264814E1B}"/>
          </ac:spMkLst>
        </pc:spChg>
        <pc:spChg chg="add mod">
          <ac:chgData name="Hironari Yamada" userId="e57621f8-ec3c-449e-bb19-001fffcc008e" providerId="ADAL" clId="{BC0BD879-F267-5CCA-8DEA-E3B2DD07DA4E}" dt="2026-06-09T06:45:38.206" v="20213"/>
          <ac:spMkLst>
            <pc:docMk/>
            <pc:sldMk cId="1186077149" sldId="257"/>
            <ac:spMk id="16" creationId="{2E920776-BF7C-5874-F27E-7BEC0B67D3F2}"/>
          </ac:spMkLst>
        </pc:spChg>
        <pc:spChg chg="add mod">
          <ac:chgData name="Hironari Yamada" userId="e57621f8-ec3c-449e-bb19-001fffcc008e" providerId="ADAL" clId="{BC0BD879-F267-5CCA-8DEA-E3B2DD07DA4E}" dt="2026-06-02T11:39:19.485" v="6036"/>
          <ac:spMkLst>
            <pc:docMk/>
            <pc:sldMk cId="1186077149" sldId="257"/>
            <ac:spMk id="17" creationId="{0E9C0F30-AFAA-3A7E-939A-51646CE60B24}"/>
          </ac:spMkLst>
        </pc:spChg>
        <pc:spChg chg="add mod">
          <ac:chgData name="Hironari Yamada" userId="e57621f8-ec3c-449e-bb19-001fffcc008e" providerId="ADAL" clId="{BC0BD879-F267-5CCA-8DEA-E3B2DD07DA4E}" dt="2026-06-02T11:39:19.485" v="6036"/>
          <ac:spMkLst>
            <pc:docMk/>
            <pc:sldMk cId="1186077149" sldId="257"/>
            <ac:spMk id="18" creationId="{456DDBC7-B2AE-43DA-AD86-55CE19C3B27E}"/>
          </ac:spMkLst>
        </pc:spChg>
        <pc:spChg chg="mod">
          <ac:chgData name="Hironari Yamada" userId="e57621f8-ec3c-449e-bb19-001fffcc008e" providerId="ADAL" clId="{BC0BD879-F267-5CCA-8DEA-E3B2DD07DA4E}" dt="2026-06-02T11:40:20.315" v="6051"/>
          <ac:spMkLst>
            <pc:docMk/>
            <pc:sldMk cId="1186077149" sldId="257"/>
            <ac:spMk id="19" creationId="{A7C52EFC-73D5-286E-4B8E-8170947F7854}"/>
          </ac:spMkLst>
        </pc:spChg>
        <pc:spChg chg="mod">
          <ac:chgData name="Hironari Yamada" userId="e57621f8-ec3c-449e-bb19-001fffcc008e" providerId="ADAL" clId="{BC0BD879-F267-5CCA-8DEA-E3B2DD07DA4E}" dt="2026-06-09T06:45:42.556" v="20214"/>
          <ac:spMkLst>
            <pc:docMk/>
            <pc:sldMk cId="1186077149" sldId="257"/>
            <ac:spMk id="20" creationId="{062FE2C4-AD2A-1546-20E3-5F5EB12C4302}"/>
          </ac:spMkLst>
        </pc:spChg>
        <pc:spChg chg="mod">
          <ac:chgData name="Hironari Yamada" userId="e57621f8-ec3c-449e-bb19-001fffcc008e" providerId="ADAL" clId="{BC0BD879-F267-5CCA-8DEA-E3B2DD07DA4E}" dt="2026-06-09T06:45:50.472" v="20216"/>
          <ac:spMkLst>
            <pc:docMk/>
            <pc:sldMk cId="1186077149" sldId="257"/>
            <ac:spMk id="21" creationId="{D663B096-C082-72F5-FB5E-5091626679AD}"/>
          </ac:spMkLst>
        </pc:spChg>
        <pc:spChg chg="add mod">
          <ac:chgData name="Hironari Yamada" userId="e57621f8-ec3c-449e-bb19-001fffcc008e" providerId="ADAL" clId="{BC0BD879-F267-5CCA-8DEA-E3B2DD07DA4E}" dt="2026-06-02T11:39:19.485" v="6036"/>
          <ac:spMkLst>
            <pc:docMk/>
            <pc:sldMk cId="1186077149" sldId="257"/>
            <ac:spMk id="22" creationId="{3B3D6044-9DD0-10DD-E152-A6C35D38A440}"/>
          </ac:spMkLst>
        </pc:spChg>
        <pc:spChg chg="add mod">
          <ac:chgData name="Hironari Yamada" userId="e57621f8-ec3c-449e-bb19-001fffcc008e" providerId="ADAL" clId="{BC0BD879-F267-5CCA-8DEA-E3B2DD07DA4E}" dt="2026-06-02T11:39:19.485" v="6036"/>
          <ac:spMkLst>
            <pc:docMk/>
            <pc:sldMk cId="1186077149" sldId="257"/>
            <ac:spMk id="23" creationId="{89D8B656-4DBD-9065-D5D7-99270063E194}"/>
          </ac:spMkLst>
        </pc:spChg>
        <pc:spChg chg="mod">
          <ac:chgData name="Hironari Yamada" userId="e57621f8-ec3c-449e-bb19-001fffcc008e" providerId="ADAL" clId="{BC0BD879-F267-5CCA-8DEA-E3B2DD07DA4E}" dt="2026-06-02T11:40:45.017" v="6055"/>
          <ac:spMkLst>
            <pc:docMk/>
            <pc:sldMk cId="1186077149" sldId="257"/>
            <ac:spMk id="24" creationId="{9B566873-F1D4-1901-58C4-EFB407791D26}"/>
          </ac:spMkLst>
        </pc:spChg>
        <pc:spChg chg="add mod">
          <ac:chgData name="Hironari Yamada" userId="e57621f8-ec3c-449e-bb19-001fffcc008e" providerId="ADAL" clId="{BC0BD879-F267-5CCA-8DEA-E3B2DD07DA4E}" dt="2026-06-09T06:45:46.707" v="20215"/>
          <ac:spMkLst>
            <pc:docMk/>
            <pc:sldMk cId="1186077149" sldId="257"/>
            <ac:spMk id="25" creationId="{F7BCAA9E-1C07-A9E3-46A3-32AE3FFA10B1}"/>
          </ac:spMkLst>
        </pc:spChg>
        <pc:spChg chg="mod">
          <ac:chgData name="Hironari Yamada" userId="e57621f8-ec3c-449e-bb19-001fffcc008e" providerId="ADAL" clId="{BC0BD879-F267-5CCA-8DEA-E3B2DD07DA4E}" dt="2026-06-09T06:45:54.029" v="20217"/>
          <ac:spMkLst>
            <pc:docMk/>
            <pc:sldMk cId="1186077149" sldId="257"/>
            <ac:spMk id="26" creationId="{6FD26045-C6A5-27C9-19E2-F69981563EFA}"/>
          </ac:spMkLst>
        </pc:spChg>
      </pc:sldChg>
      <pc:sldChg chg="addSp delSp modSp add mod modNotesTx">
        <pc:chgData name="Hironari Yamada" userId="e57621f8-ec3c-449e-bb19-001fffcc008e" providerId="ADAL" clId="{BC0BD879-F267-5CCA-8DEA-E3B2DD07DA4E}" dt="2026-06-09T06:46:06.125" v="20229" actId="20577"/>
        <pc:sldMkLst>
          <pc:docMk/>
          <pc:sldMk cId="4224747020" sldId="258"/>
        </pc:sldMkLst>
        <pc:spChg chg="mod">
          <ac:chgData name="Hironari Yamada" userId="e57621f8-ec3c-449e-bb19-001fffcc008e" providerId="ADAL" clId="{BC0BD879-F267-5CCA-8DEA-E3B2DD07DA4E}" dt="2026-06-09T06:45:15.611" v="20209"/>
          <ac:spMkLst>
            <pc:docMk/>
            <pc:sldMk cId="4224747020" sldId="258"/>
            <ac:spMk id="2" creationId="{1005CF27-108E-2387-65B6-7F33F5C28E23}"/>
          </ac:spMkLst>
        </pc:spChg>
        <pc:spChg chg="mod">
          <ac:chgData name="Hironari Yamada" userId="e57621f8-ec3c-449e-bb19-001fffcc008e" providerId="ADAL" clId="{BC0BD879-F267-5CCA-8DEA-E3B2DD07DA4E}" dt="2026-06-02T11:45:02.373" v="6096"/>
          <ac:spMkLst>
            <pc:docMk/>
            <pc:sldMk cId="4224747020" sldId="258"/>
            <ac:spMk id="5" creationId="{36BD4C64-BCF4-4271-A449-B6094AA890D3}"/>
          </ac:spMkLst>
        </pc:spChg>
        <pc:spChg chg="mod">
          <ac:chgData name="Hironari Yamada" userId="e57621f8-ec3c-449e-bb19-001fffcc008e" providerId="ADAL" clId="{BC0BD879-F267-5CCA-8DEA-E3B2DD07DA4E}" dt="2026-06-09T06:46:06.125" v="20229" actId="20577"/>
          <ac:spMkLst>
            <pc:docMk/>
            <pc:sldMk cId="4224747020" sldId="258"/>
            <ac:spMk id="9" creationId="{2B772637-E583-BDD6-D2DA-B8015780D89C}"/>
          </ac:spMkLst>
        </pc:spChg>
        <pc:spChg chg="add mod">
          <ac:chgData name="Hironari Yamada" userId="e57621f8-ec3c-449e-bb19-001fffcc008e" providerId="ADAL" clId="{BC0BD879-F267-5CCA-8DEA-E3B2DD07DA4E}" dt="2026-06-02T11:45:45.002" v="6098"/>
          <ac:spMkLst>
            <pc:docMk/>
            <pc:sldMk cId="4224747020" sldId="258"/>
            <ac:spMk id="29" creationId="{7D4308C6-C378-D647-DC99-46CEFC62D75D}"/>
          </ac:spMkLst>
        </pc:spChg>
        <pc:spChg chg="add mod">
          <ac:chgData name="Hironari Yamada" userId="e57621f8-ec3c-449e-bb19-001fffcc008e" providerId="ADAL" clId="{BC0BD879-F267-5CCA-8DEA-E3B2DD07DA4E}" dt="2026-06-02T11:45:58.815" v="6099" actId="692"/>
          <ac:spMkLst>
            <pc:docMk/>
            <pc:sldMk cId="4224747020" sldId="258"/>
            <ac:spMk id="30" creationId="{26D5115A-B995-F28B-E5ED-C80A5613C7E0}"/>
          </ac:spMkLst>
        </pc:spChg>
        <pc:spChg chg="mod">
          <ac:chgData name="Hironari Yamada" userId="e57621f8-ec3c-449e-bb19-001fffcc008e" providerId="ADAL" clId="{BC0BD879-F267-5CCA-8DEA-E3B2DD07DA4E}" dt="2026-06-02T11:45:58.815" v="6099" actId="692"/>
          <ac:spMkLst>
            <pc:docMk/>
            <pc:sldMk cId="4224747020" sldId="258"/>
            <ac:spMk id="31" creationId="{6D6CFB9D-1BAD-C84E-E8D0-F2B95DB9374F}"/>
          </ac:spMkLst>
        </pc:spChg>
        <pc:spChg chg="add mod">
          <ac:chgData name="Hironari Yamada" userId="e57621f8-ec3c-449e-bb19-001fffcc008e" providerId="ADAL" clId="{BC0BD879-F267-5CCA-8DEA-E3B2DD07DA4E}" dt="2026-06-02T11:45:45.002" v="6098"/>
          <ac:spMkLst>
            <pc:docMk/>
            <pc:sldMk cId="4224747020" sldId="258"/>
            <ac:spMk id="33" creationId="{B04B3C73-2917-B1A8-F04C-41EA28F46E8C}"/>
          </ac:spMkLst>
        </pc:spChg>
        <pc:spChg chg="add mod">
          <ac:chgData name="Hironari Yamada" userId="e57621f8-ec3c-449e-bb19-001fffcc008e" providerId="ADAL" clId="{BC0BD879-F267-5CCA-8DEA-E3B2DD07DA4E}" dt="2026-06-02T11:45:45.002" v="6098"/>
          <ac:spMkLst>
            <pc:docMk/>
            <pc:sldMk cId="4224747020" sldId="258"/>
            <ac:spMk id="34" creationId="{2BBE286D-1B93-8A11-8ED7-4BA838F94924}"/>
          </ac:spMkLst>
        </pc:spChg>
        <pc:spChg chg="add mod">
          <ac:chgData name="Hironari Yamada" userId="e57621f8-ec3c-449e-bb19-001fffcc008e" providerId="ADAL" clId="{BC0BD879-F267-5CCA-8DEA-E3B2DD07DA4E}" dt="2026-06-02T11:45:45.002" v="6098"/>
          <ac:spMkLst>
            <pc:docMk/>
            <pc:sldMk cId="4224747020" sldId="258"/>
            <ac:spMk id="36" creationId="{7F40F05B-493E-0C2D-3B81-55F3B52F6653}"/>
          </ac:spMkLst>
        </pc:spChg>
        <pc:spChg chg="add mod">
          <ac:chgData name="Hironari Yamada" userId="e57621f8-ec3c-449e-bb19-001fffcc008e" providerId="ADAL" clId="{BC0BD879-F267-5CCA-8DEA-E3B2DD07DA4E}" dt="2026-06-02T11:45:45.002" v="6098"/>
          <ac:spMkLst>
            <pc:docMk/>
            <pc:sldMk cId="4224747020" sldId="258"/>
            <ac:spMk id="37" creationId="{469BD770-3D49-B5FD-3C2C-0D4224F07DF6}"/>
          </ac:spMkLst>
        </pc:spChg>
        <pc:spChg chg="add mod">
          <ac:chgData name="Hironari Yamada" userId="e57621f8-ec3c-449e-bb19-001fffcc008e" providerId="ADAL" clId="{BC0BD879-F267-5CCA-8DEA-E3B2DD07DA4E}" dt="2026-06-02T11:45:45.002" v="6098"/>
          <ac:spMkLst>
            <pc:docMk/>
            <pc:sldMk cId="4224747020" sldId="258"/>
            <ac:spMk id="42" creationId="{187E16C8-A2B1-0176-5355-E852A4026239}"/>
          </ac:spMkLst>
        </pc:spChg>
        <pc:spChg chg="add mod">
          <ac:chgData name="Hironari Yamada" userId="e57621f8-ec3c-449e-bb19-001fffcc008e" providerId="ADAL" clId="{BC0BD879-F267-5CCA-8DEA-E3B2DD07DA4E}" dt="2026-06-02T11:45:45.002" v="6098"/>
          <ac:spMkLst>
            <pc:docMk/>
            <pc:sldMk cId="4224747020" sldId="258"/>
            <ac:spMk id="43" creationId="{9BAACE14-A842-8007-EABB-BABE79F99510}"/>
          </ac:spMkLst>
        </pc:spChg>
        <pc:spChg chg="add mod">
          <ac:chgData name="Hironari Yamada" userId="e57621f8-ec3c-449e-bb19-001fffcc008e" providerId="ADAL" clId="{BC0BD879-F267-5CCA-8DEA-E3B2DD07DA4E}" dt="2026-06-02T11:45:45.002" v="6098"/>
          <ac:spMkLst>
            <pc:docMk/>
            <pc:sldMk cId="4224747020" sldId="258"/>
            <ac:spMk id="45" creationId="{1EF689A7-F21F-E94A-4CDE-9B5A3BDC24B9}"/>
          </ac:spMkLst>
        </pc:spChg>
      </pc:sldChg>
      <pc:sldChg chg="addSp delSp modSp add mod modNotesTx">
        <pc:chgData name="Hironari Yamada" userId="e57621f8-ec3c-449e-bb19-001fffcc008e" providerId="ADAL" clId="{BC0BD879-F267-5CCA-8DEA-E3B2DD07DA4E}" dt="2026-06-09T06:45:15.611" v="20209"/>
        <pc:sldMkLst>
          <pc:docMk/>
          <pc:sldMk cId="2223946476" sldId="259"/>
        </pc:sldMkLst>
        <pc:spChg chg="mod">
          <ac:chgData name="Hironari Yamada" userId="e57621f8-ec3c-449e-bb19-001fffcc008e" providerId="ADAL" clId="{BC0BD879-F267-5CCA-8DEA-E3B2DD07DA4E}" dt="2026-06-09T06:45:15.611" v="20209"/>
          <ac:spMkLst>
            <pc:docMk/>
            <pc:sldMk cId="2223946476" sldId="259"/>
            <ac:spMk id="2" creationId="{280D0AA5-FDAC-CF32-6571-64D3E3FF3E4C}"/>
          </ac:spMkLst>
        </pc:spChg>
        <pc:spChg chg="mod">
          <ac:chgData name="Hironari Yamada" userId="e57621f8-ec3c-449e-bb19-001fffcc008e" providerId="ADAL" clId="{BC0BD879-F267-5CCA-8DEA-E3B2DD07DA4E}" dt="2026-06-02T11:46:45.386" v="6106"/>
          <ac:spMkLst>
            <pc:docMk/>
            <pc:sldMk cId="2223946476" sldId="259"/>
            <ac:spMk id="5" creationId="{3D42F9CE-B715-7AFC-78A1-1E991CB4A145}"/>
          </ac:spMkLst>
        </pc:spChg>
        <pc:spChg chg="add mod">
          <ac:chgData name="Hironari Yamada" userId="e57621f8-ec3c-449e-bb19-001fffcc008e" providerId="ADAL" clId="{BC0BD879-F267-5CCA-8DEA-E3B2DD07DA4E}" dt="2026-06-02T11:43:30.858" v="6089"/>
          <ac:spMkLst>
            <pc:docMk/>
            <pc:sldMk cId="2223946476" sldId="259"/>
            <ac:spMk id="6" creationId="{B1951A04-E863-3CFF-511D-AACFC9C000DD}"/>
          </ac:spMkLst>
        </pc:spChg>
        <pc:spChg chg="mod">
          <ac:chgData name="Hironari Yamada" userId="e57621f8-ec3c-449e-bb19-001fffcc008e" providerId="ADAL" clId="{BC0BD879-F267-5CCA-8DEA-E3B2DD07DA4E}" dt="2026-06-02T11:46:40.259" v="6105"/>
          <ac:spMkLst>
            <pc:docMk/>
            <pc:sldMk cId="2223946476" sldId="259"/>
            <ac:spMk id="9" creationId="{667CD011-3D21-C42B-1EC6-54A3CCB078E9}"/>
          </ac:spMkLst>
        </pc:spChg>
        <pc:spChg chg="add mod">
          <ac:chgData name="Hironari Yamada" userId="e57621f8-ec3c-449e-bb19-001fffcc008e" providerId="ADAL" clId="{BC0BD879-F267-5CCA-8DEA-E3B2DD07DA4E}" dt="2026-06-02T11:50:06.373" v="6160" actId="1036"/>
          <ac:spMkLst>
            <pc:docMk/>
            <pc:sldMk cId="2223946476" sldId="259"/>
            <ac:spMk id="29" creationId="{9D652083-CF19-C49C-167E-B4579B8D55F1}"/>
          </ac:spMkLst>
        </pc:spChg>
        <pc:spChg chg="add mod">
          <ac:chgData name="Hironari Yamada" userId="e57621f8-ec3c-449e-bb19-001fffcc008e" providerId="ADAL" clId="{BC0BD879-F267-5CCA-8DEA-E3B2DD07DA4E}" dt="2026-06-02T11:50:06.373" v="6160" actId="1036"/>
          <ac:spMkLst>
            <pc:docMk/>
            <pc:sldMk cId="2223946476" sldId="259"/>
            <ac:spMk id="32" creationId="{F95D47B7-4F39-AD7D-4F7C-4A55DAFC644A}"/>
          </ac:spMkLst>
        </pc:spChg>
        <pc:spChg chg="add mod">
          <ac:chgData name="Hironari Yamada" userId="e57621f8-ec3c-449e-bb19-001fffcc008e" providerId="ADAL" clId="{BC0BD879-F267-5CCA-8DEA-E3B2DD07DA4E}" dt="2026-06-02T11:50:06.373" v="6160" actId="1036"/>
          <ac:spMkLst>
            <pc:docMk/>
            <pc:sldMk cId="2223946476" sldId="259"/>
            <ac:spMk id="33" creationId="{04D2041A-A1BF-3946-6D98-875A327FF652}"/>
          </ac:spMkLst>
        </pc:spChg>
        <pc:spChg chg="add mod">
          <ac:chgData name="Hironari Yamada" userId="e57621f8-ec3c-449e-bb19-001fffcc008e" providerId="ADAL" clId="{BC0BD879-F267-5CCA-8DEA-E3B2DD07DA4E}" dt="2026-06-02T11:50:06.373" v="6160" actId="1036"/>
          <ac:spMkLst>
            <pc:docMk/>
            <pc:sldMk cId="2223946476" sldId="259"/>
            <ac:spMk id="35" creationId="{60848A03-8187-81F6-FFA8-F36A045DB27E}"/>
          </ac:spMkLst>
        </pc:spChg>
        <pc:spChg chg="add mod">
          <ac:chgData name="Hironari Yamada" userId="e57621f8-ec3c-449e-bb19-001fffcc008e" providerId="ADAL" clId="{BC0BD879-F267-5CCA-8DEA-E3B2DD07DA4E}" dt="2026-06-02T11:50:06.373" v="6160" actId="1036"/>
          <ac:spMkLst>
            <pc:docMk/>
            <pc:sldMk cId="2223946476" sldId="259"/>
            <ac:spMk id="38" creationId="{BEFE9036-37E8-523A-353A-438D09CA4FF1}"/>
          </ac:spMkLst>
        </pc:spChg>
        <pc:spChg chg="add mod">
          <ac:chgData name="Hironari Yamada" userId="e57621f8-ec3c-449e-bb19-001fffcc008e" providerId="ADAL" clId="{BC0BD879-F267-5CCA-8DEA-E3B2DD07DA4E}" dt="2026-06-02T11:50:06.373" v="6160" actId="1036"/>
          <ac:spMkLst>
            <pc:docMk/>
            <pc:sldMk cId="2223946476" sldId="259"/>
            <ac:spMk id="39" creationId="{495B3080-C676-9EB5-AF8B-EBD945C135B8}"/>
          </ac:spMkLst>
        </pc:spChg>
        <pc:spChg chg="add mod">
          <ac:chgData name="Hironari Yamada" userId="e57621f8-ec3c-449e-bb19-001fffcc008e" providerId="ADAL" clId="{BC0BD879-F267-5CCA-8DEA-E3B2DD07DA4E}" dt="2026-06-02T11:46:56.698" v="6107"/>
          <ac:spMkLst>
            <pc:docMk/>
            <pc:sldMk cId="2223946476" sldId="259"/>
            <ac:spMk id="42" creationId="{9AF5A3D8-6B52-2653-D4EF-D05788BA12A7}"/>
          </ac:spMkLst>
        </pc:spChg>
        <pc:spChg chg="add mod">
          <ac:chgData name="Hironari Yamada" userId="e57621f8-ec3c-449e-bb19-001fffcc008e" providerId="ADAL" clId="{BC0BD879-F267-5CCA-8DEA-E3B2DD07DA4E}" dt="2026-06-02T11:50:06.373" v="6160" actId="1036"/>
          <ac:spMkLst>
            <pc:docMk/>
            <pc:sldMk cId="2223946476" sldId="259"/>
            <ac:spMk id="48" creationId="{6CF16026-1436-44FE-D3DB-6954176A1444}"/>
          </ac:spMkLst>
        </pc:spChg>
        <pc:spChg chg="add mod">
          <ac:chgData name="Hironari Yamada" userId="e57621f8-ec3c-449e-bb19-001fffcc008e" providerId="ADAL" clId="{BC0BD879-F267-5CCA-8DEA-E3B2DD07DA4E}" dt="2026-06-02T11:50:06.373" v="6160" actId="1036"/>
          <ac:spMkLst>
            <pc:docMk/>
            <pc:sldMk cId="2223946476" sldId="259"/>
            <ac:spMk id="49" creationId="{5A657DE6-39AE-A009-8574-550B237EAE5F}"/>
          </ac:spMkLst>
        </pc:spChg>
        <pc:spChg chg="add mod">
          <ac:chgData name="Hironari Yamada" userId="e57621f8-ec3c-449e-bb19-001fffcc008e" providerId="ADAL" clId="{BC0BD879-F267-5CCA-8DEA-E3B2DD07DA4E}" dt="2026-06-02T11:50:06.373" v="6160" actId="1036"/>
          <ac:spMkLst>
            <pc:docMk/>
            <pc:sldMk cId="2223946476" sldId="259"/>
            <ac:spMk id="51" creationId="{9B4B01BB-581A-EE41-3169-14B69E9F5124}"/>
          </ac:spMkLst>
        </pc:spChg>
        <pc:spChg chg="add mod">
          <ac:chgData name="Hironari Yamada" userId="e57621f8-ec3c-449e-bb19-001fffcc008e" providerId="ADAL" clId="{BC0BD879-F267-5CCA-8DEA-E3B2DD07DA4E}" dt="2026-06-02T11:47:33.323" v="6110" actId="14100"/>
          <ac:spMkLst>
            <pc:docMk/>
            <pc:sldMk cId="2223946476" sldId="259"/>
            <ac:spMk id="52" creationId="{E6B292BC-971A-9274-9579-C3DC6D971C03}"/>
          </ac:spMkLst>
        </pc:spChg>
        <pc:spChg chg="add mod">
          <ac:chgData name="Hironari Yamada" userId="e57621f8-ec3c-449e-bb19-001fffcc008e" providerId="ADAL" clId="{BC0BD879-F267-5CCA-8DEA-E3B2DD07DA4E}" dt="2026-06-02T11:48:56.370" v="6132" actId="2711"/>
          <ac:spMkLst>
            <pc:docMk/>
            <pc:sldMk cId="2223946476" sldId="259"/>
            <ac:spMk id="53" creationId="{7B6A5D23-1035-5998-1517-EBB654B417A6}"/>
          </ac:spMkLst>
        </pc:spChg>
        <pc:spChg chg="add mod">
          <ac:chgData name="Hironari Yamada" userId="e57621f8-ec3c-449e-bb19-001fffcc008e" providerId="ADAL" clId="{BC0BD879-F267-5CCA-8DEA-E3B2DD07DA4E}" dt="2026-06-02T11:48:56.370" v="6132" actId="2711"/>
          <ac:spMkLst>
            <pc:docMk/>
            <pc:sldMk cId="2223946476" sldId="259"/>
            <ac:spMk id="54" creationId="{AEDD08FF-314D-CECC-1A25-69C2D5B11F75}"/>
          </ac:spMkLst>
        </pc:spChg>
        <pc:spChg chg="add mod">
          <ac:chgData name="Hironari Yamada" userId="e57621f8-ec3c-449e-bb19-001fffcc008e" providerId="ADAL" clId="{BC0BD879-F267-5CCA-8DEA-E3B2DD07DA4E}" dt="2026-06-02T11:48:31.238" v="6128" actId="1076"/>
          <ac:spMkLst>
            <pc:docMk/>
            <pc:sldMk cId="2223946476" sldId="259"/>
            <ac:spMk id="55" creationId="{2BB5773D-9862-E885-3FD8-BA7A93601B0E}"/>
          </ac:spMkLst>
        </pc:spChg>
        <pc:spChg chg="add mod">
          <ac:chgData name="Hironari Yamada" userId="e57621f8-ec3c-449e-bb19-001fffcc008e" providerId="ADAL" clId="{BC0BD879-F267-5CCA-8DEA-E3B2DD07DA4E}" dt="2026-06-02T11:48:49.741" v="6131" actId="2711"/>
          <ac:spMkLst>
            <pc:docMk/>
            <pc:sldMk cId="2223946476" sldId="259"/>
            <ac:spMk id="56" creationId="{44D89A9F-0DCB-A9FC-6FB6-7AEDBEE25560}"/>
          </ac:spMkLst>
        </pc:spChg>
        <pc:spChg chg="add mod">
          <ac:chgData name="Hironari Yamada" userId="e57621f8-ec3c-449e-bb19-001fffcc008e" providerId="ADAL" clId="{BC0BD879-F267-5CCA-8DEA-E3B2DD07DA4E}" dt="2026-06-02T11:48:49.741" v="6131" actId="2711"/>
          <ac:spMkLst>
            <pc:docMk/>
            <pc:sldMk cId="2223946476" sldId="259"/>
            <ac:spMk id="57" creationId="{FB57085E-1DE7-0786-D3AF-44BCE0FFBCFB}"/>
          </ac:spMkLst>
        </pc:spChg>
        <pc:spChg chg="add mod">
          <ac:chgData name="Hironari Yamada" userId="e57621f8-ec3c-449e-bb19-001fffcc008e" providerId="ADAL" clId="{BC0BD879-F267-5CCA-8DEA-E3B2DD07DA4E}" dt="2026-06-02T11:49:06.249" v="6134" actId="1076"/>
          <ac:spMkLst>
            <pc:docMk/>
            <pc:sldMk cId="2223946476" sldId="259"/>
            <ac:spMk id="58" creationId="{5A9BF735-30D6-4EDA-5E50-A98234921BF8}"/>
          </ac:spMkLst>
        </pc:spChg>
        <pc:spChg chg="add mod">
          <ac:chgData name="Hironari Yamada" userId="e57621f8-ec3c-449e-bb19-001fffcc008e" providerId="ADAL" clId="{BC0BD879-F267-5CCA-8DEA-E3B2DD07DA4E}" dt="2026-06-02T11:49:13.570" v="6136"/>
          <ac:spMkLst>
            <pc:docMk/>
            <pc:sldMk cId="2223946476" sldId="259"/>
            <ac:spMk id="59" creationId="{48723F98-B811-6032-86EC-AC7A5CA34CDE}"/>
          </ac:spMkLst>
        </pc:spChg>
        <pc:spChg chg="add mod">
          <ac:chgData name="Hironari Yamada" userId="e57621f8-ec3c-449e-bb19-001fffcc008e" providerId="ADAL" clId="{BC0BD879-F267-5CCA-8DEA-E3B2DD07DA4E}" dt="2026-06-02T11:50:06.373" v="6160" actId="1036"/>
          <ac:spMkLst>
            <pc:docMk/>
            <pc:sldMk cId="2223946476" sldId="259"/>
            <ac:spMk id="60" creationId="{762AD4CC-BAF3-2F32-8F22-D8558F34582E}"/>
          </ac:spMkLst>
        </pc:spChg>
      </pc:sldChg>
      <pc:sldChg chg="addSp delSp modSp add mod ord modNotesTx">
        <pc:chgData name="Hironari Yamada" userId="e57621f8-ec3c-449e-bb19-001fffcc008e" providerId="ADAL" clId="{BC0BD879-F267-5CCA-8DEA-E3B2DD07DA4E}" dt="2026-06-09T12:04:46.259" v="20530" actId="20578"/>
        <pc:sldMkLst>
          <pc:docMk/>
          <pc:sldMk cId="4102893385" sldId="260"/>
        </pc:sldMkLst>
        <pc:spChg chg="mod">
          <ac:chgData name="Hironari Yamada" userId="e57621f8-ec3c-449e-bb19-001fffcc008e" providerId="ADAL" clId="{BC0BD879-F267-5CCA-8DEA-E3B2DD07DA4E}" dt="2026-06-09T06:45:15.611" v="20209"/>
          <ac:spMkLst>
            <pc:docMk/>
            <pc:sldMk cId="4102893385" sldId="260"/>
            <ac:spMk id="2" creationId="{87280CEB-5198-62BF-36FB-E7BEF5741433}"/>
          </ac:spMkLst>
        </pc:spChg>
        <pc:spChg chg="mod">
          <ac:chgData name="Hironari Yamada" userId="e57621f8-ec3c-449e-bb19-001fffcc008e" providerId="ADAL" clId="{BC0BD879-F267-5CCA-8DEA-E3B2DD07DA4E}" dt="2026-06-02T11:52:48.313" v="6413"/>
          <ac:spMkLst>
            <pc:docMk/>
            <pc:sldMk cId="4102893385" sldId="260"/>
            <ac:spMk id="5" creationId="{FCBA067F-B402-5553-E017-26B79DB20E8F}"/>
          </ac:spMkLst>
        </pc:spChg>
        <pc:spChg chg="mod">
          <ac:chgData name="Hironari Yamada" userId="e57621f8-ec3c-449e-bb19-001fffcc008e" providerId="ADAL" clId="{BC0BD879-F267-5CCA-8DEA-E3B2DD07DA4E}" dt="2026-06-02T11:51:36.984" v="6283" actId="20577"/>
          <ac:spMkLst>
            <pc:docMk/>
            <pc:sldMk cId="4102893385" sldId="260"/>
            <ac:spMk id="9" creationId="{D5E0A10A-6CAC-072C-ADF4-1B13862AF756}"/>
          </ac:spMkLst>
        </pc:spChg>
        <pc:picChg chg="add mod">
          <ac:chgData name="Hironari Yamada" userId="e57621f8-ec3c-449e-bb19-001fffcc008e" providerId="ADAL" clId="{BC0BD879-F267-5CCA-8DEA-E3B2DD07DA4E}" dt="2026-06-02T11:55:36.601" v="6421" actId="1076"/>
          <ac:picMkLst>
            <pc:docMk/>
            <pc:sldMk cId="4102893385" sldId="260"/>
            <ac:picMk id="7" creationId="{DA80FDF9-68F3-47F7-8749-84E33F0D2DF1}"/>
          </ac:picMkLst>
        </pc:picChg>
      </pc:sldChg>
      <pc:sldChg chg="addSp delSp modSp add mod ord modNotesTx">
        <pc:chgData name="Hironari Yamada" userId="e57621f8-ec3c-449e-bb19-001fffcc008e" providerId="ADAL" clId="{BC0BD879-F267-5CCA-8DEA-E3B2DD07DA4E}" dt="2026-06-09T06:47:41.389" v="20250" actId="20578"/>
        <pc:sldMkLst>
          <pc:docMk/>
          <pc:sldMk cId="2778762935" sldId="261"/>
        </pc:sldMkLst>
        <pc:spChg chg="mod">
          <ac:chgData name="Hironari Yamada" userId="e57621f8-ec3c-449e-bb19-001fffcc008e" providerId="ADAL" clId="{BC0BD879-F267-5CCA-8DEA-E3B2DD07DA4E}" dt="2026-06-09T06:45:15.611" v="20209"/>
          <ac:spMkLst>
            <pc:docMk/>
            <pc:sldMk cId="2778762935" sldId="261"/>
            <ac:spMk id="2" creationId="{E52E35EF-46A6-B750-3D0A-4D1EA85FCD69}"/>
          </ac:spMkLst>
        </pc:spChg>
        <pc:spChg chg="add mod">
          <ac:chgData name="Hironari Yamada" userId="e57621f8-ec3c-449e-bb19-001fffcc008e" providerId="ADAL" clId="{BC0BD879-F267-5CCA-8DEA-E3B2DD07DA4E}" dt="2026-06-02T12:09:53.904" v="6859" actId="1076"/>
          <ac:spMkLst>
            <pc:docMk/>
            <pc:sldMk cId="2778762935" sldId="261"/>
            <ac:spMk id="3" creationId="{A3778EB9-7232-FFD1-6D12-02EE2A424EDF}"/>
          </ac:spMkLst>
        </pc:spChg>
        <pc:spChg chg="mod">
          <ac:chgData name="Hironari Yamada" userId="e57621f8-ec3c-449e-bb19-001fffcc008e" providerId="ADAL" clId="{BC0BD879-F267-5CCA-8DEA-E3B2DD07DA4E}" dt="2026-06-02T12:03:22.687" v="6726"/>
          <ac:spMkLst>
            <pc:docMk/>
            <pc:sldMk cId="2778762935" sldId="261"/>
            <ac:spMk id="5" creationId="{F7215B81-7CF3-B043-DFA0-36DCB924BEEC}"/>
          </ac:spMkLst>
        </pc:spChg>
        <pc:spChg chg="add mod">
          <ac:chgData name="Hironari Yamada" userId="e57621f8-ec3c-449e-bb19-001fffcc008e" providerId="ADAL" clId="{BC0BD879-F267-5CCA-8DEA-E3B2DD07DA4E}" dt="2026-06-02T12:09:53.904" v="6859" actId="1076"/>
          <ac:spMkLst>
            <pc:docMk/>
            <pc:sldMk cId="2778762935" sldId="261"/>
            <ac:spMk id="8" creationId="{3367D66E-4C78-9042-9DE6-96C6D1A36FBA}"/>
          </ac:spMkLst>
        </pc:spChg>
        <pc:spChg chg="mod">
          <ac:chgData name="Hironari Yamada" userId="e57621f8-ec3c-449e-bb19-001fffcc008e" providerId="ADAL" clId="{BC0BD879-F267-5CCA-8DEA-E3B2DD07DA4E}" dt="2026-06-02T12:03:16.592" v="6725" actId="20577"/>
          <ac:spMkLst>
            <pc:docMk/>
            <pc:sldMk cId="2778762935" sldId="261"/>
            <ac:spMk id="9" creationId="{F7E21676-1E53-3FB8-4E35-B11021D8F40A}"/>
          </ac:spMkLst>
        </pc:spChg>
        <pc:spChg chg="add mod">
          <ac:chgData name="Hironari Yamada" userId="e57621f8-ec3c-449e-bb19-001fffcc008e" providerId="ADAL" clId="{BC0BD879-F267-5CCA-8DEA-E3B2DD07DA4E}" dt="2026-06-02T12:09:53.904" v="6859" actId="1076"/>
          <ac:spMkLst>
            <pc:docMk/>
            <pc:sldMk cId="2778762935" sldId="261"/>
            <ac:spMk id="10" creationId="{C20B20C8-46BC-36B5-C67D-84DDC2F83D7E}"/>
          </ac:spMkLst>
        </pc:spChg>
        <pc:spChg chg="add mod">
          <ac:chgData name="Hironari Yamada" userId="e57621f8-ec3c-449e-bb19-001fffcc008e" providerId="ADAL" clId="{BC0BD879-F267-5CCA-8DEA-E3B2DD07DA4E}" dt="2026-06-02T12:09:53.904" v="6859" actId="1076"/>
          <ac:spMkLst>
            <pc:docMk/>
            <pc:sldMk cId="2778762935" sldId="261"/>
            <ac:spMk id="11" creationId="{579A1590-9F42-468A-6E46-E91847178196}"/>
          </ac:spMkLst>
        </pc:spChg>
        <pc:spChg chg="add mod">
          <ac:chgData name="Hironari Yamada" userId="e57621f8-ec3c-449e-bb19-001fffcc008e" providerId="ADAL" clId="{BC0BD879-F267-5CCA-8DEA-E3B2DD07DA4E}" dt="2026-06-02T12:09:53.904" v="6859" actId="1076"/>
          <ac:spMkLst>
            <pc:docMk/>
            <pc:sldMk cId="2778762935" sldId="261"/>
            <ac:spMk id="12" creationId="{19A78566-53BD-534A-5932-1F2A748D51C9}"/>
          </ac:spMkLst>
        </pc:spChg>
        <pc:spChg chg="add mod">
          <ac:chgData name="Hironari Yamada" userId="e57621f8-ec3c-449e-bb19-001fffcc008e" providerId="ADAL" clId="{BC0BD879-F267-5CCA-8DEA-E3B2DD07DA4E}" dt="2026-06-02T12:05:41.387" v="6809" actId="20577"/>
          <ac:spMkLst>
            <pc:docMk/>
            <pc:sldMk cId="2778762935" sldId="261"/>
            <ac:spMk id="13" creationId="{81993D2B-A13A-8EDC-A5D9-B9C7F2ADCF9D}"/>
          </ac:spMkLst>
        </pc:spChg>
        <pc:spChg chg="add mod">
          <ac:chgData name="Hironari Yamada" userId="e57621f8-ec3c-449e-bb19-001fffcc008e" providerId="ADAL" clId="{BC0BD879-F267-5CCA-8DEA-E3B2DD07DA4E}" dt="2026-06-02T12:09:53.904" v="6859" actId="1076"/>
          <ac:spMkLst>
            <pc:docMk/>
            <pc:sldMk cId="2778762935" sldId="261"/>
            <ac:spMk id="16" creationId="{256515AF-6D1F-5ED8-CBE1-F3DA05D08F2C}"/>
          </ac:spMkLst>
        </pc:spChg>
        <pc:spChg chg="add mod">
          <ac:chgData name="Hironari Yamada" userId="e57621f8-ec3c-449e-bb19-001fffcc008e" providerId="ADAL" clId="{BC0BD879-F267-5CCA-8DEA-E3B2DD07DA4E}" dt="2026-06-02T12:09:53.904" v="6859" actId="1076"/>
          <ac:spMkLst>
            <pc:docMk/>
            <pc:sldMk cId="2778762935" sldId="261"/>
            <ac:spMk id="20" creationId="{A65030A1-8044-6164-7D47-0788648A1CFC}"/>
          </ac:spMkLst>
        </pc:spChg>
        <pc:spChg chg="add mod">
          <ac:chgData name="Hironari Yamada" userId="e57621f8-ec3c-449e-bb19-001fffcc008e" providerId="ADAL" clId="{BC0BD879-F267-5CCA-8DEA-E3B2DD07DA4E}" dt="2026-06-02T12:09:53.904" v="6859" actId="1076"/>
          <ac:spMkLst>
            <pc:docMk/>
            <pc:sldMk cId="2778762935" sldId="261"/>
            <ac:spMk id="25" creationId="{B5D2C8D1-28FE-2AC4-379B-74F671B29FB6}"/>
          </ac:spMkLst>
        </pc:spChg>
        <pc:spChg chg="add mod">
          <ac:chgData name="Hironari Yamada" userId="e57621f8-ec3c-449e-bb19-001fffcc008e" providerId="ADAL" clId="{BC0BD879-F267-5CCA-8DEA-E3B2DD07DA4E}" dt="2026-06-02T12:09:53.904" v="6859" actId="1076"/>
          <ac:spMkLst>
            <pc:docMk/>
            <pc:sldMk cId="2778762935" sldId="261"/>
            <ac:spMk id="26" creationId="{58C831F3-2CCA-065E-CF33-F992055A07CD}"/>
          </ac:spMkLst>
        </pc:spChg>
        <pc:spChg chg="add mod">
          <ac:chgData name="Hironari Yamada" userId="e57621f8-ec3c-449e-bb19-001fffcc008e" providerId="ADAL" clId="{BC0BD879-F267-5CCA-8DEA-E3B2DD07DA4E}" dt="2026-06-02T12:07:37.248" v="6850" actId="1076"/>
          <ac:spMkLst>
            <pc:docMk/>
            <pc:sldMk cId="2778762935" sldId="261"/>
            <ac:spMk id="30" creationId="{62CEB75E-5210-A5F7-35F6-92F90830939E}"/>
          </ac:spMkLst>
        </pc:spChg>
        <pc:spChg chg="add mod">
          <ac:chgData name="Hironari Yamada" userId="e57621f8-ec3c-449e-bb19-001fffcc008e" providerId="ADAL" clId="{BC0BD879-F267-5CCA-8DEA-E3B2DD07DA4E}" dt="2026-06-02T12:14:39.131" v="6944" actId="404"/>
          <ac:spMkLst>
            <pc:docMk/>
            <pc:sldMk cId="2778762935" sldId="261"/>
            <ac:spMk id="31" creationId="{099545B6-F106-967F-EA8F-B0E37E8F8140}"/>
          </ac:spMkLst>
        </pc:spChg>
        <pc:spChg chg="add mod">
          <ac:chgData name="Hironari Yamada" userId="e57621f8-ec3c-449e-bb19-001fffcc008e" providerId="ADAL" clId="{BC0BD879-F267-5CCA-8DEA-E3B2DD07DA4E}" dt="2026-06-02T12:17:15.289" v="7012" actId="1076"/>
          <ac:spMkLst>
            <pc:docMk/>
            <pc:sldMk cId="2778762935" sldId="261"/>
            <ac:spMk id="35" creationId="{EE67B90D-FF18-643B-85BB-44D145211C90}"/>
          </ac:spMkLst>
        </pc:spChg>
        <pc:spChg chg="add mod">
          <ac:chgData name="Hironari Yamada" userId="e57621f8-ec3c-449e-bb19-001fffcc008e" providerId="ADAL" clId="{BC0BD879-F267-5CCA-8DEA-E3B2DD07DA4E}" dt="2026-06-02T12:17:48.215" v="7067" actId="404"/>
          <ac:spMkLst>
            <pc:docMk/>
            <pc:sldMk cId="2778762935" sldId="261"/>
            <ac:spMk id="36" creationId="{37AD2320-66E4-9F2D-410A-9ECCB52C30BE}"/>
          </ac:spMkLst>
        </pc:spChg>
        <pc:spChg chg="add mod">
          <ac:chgData name="Hironari Yamada" userId="e57621f8-ec3c-449e-bb19-001fffcc008e" providerId="ADAL" clId="{BC0BD879-F267-5CCA-8DEA-E3B2DD07DA4E}" dt="2026-06-02T12:18:25.965" v="7087" actId="1076"/>
          <ac:spMkLst>
            <pc:docMk/>
            <pc:sldMk cId="2778762935" sldId="261"/>
            <ac:spMk id="45" creationId="{87F974B9-194A-703A-2921-BD98EB17E193}"/>
          </ac:spMkLst>
        </pc:spChg>
        <pc:spChg chg="add mod">
          <ac:chgData name="Hironari Yamada" userId="e57621f8-ec3c-449e-bb19-001fffcc008e" providerId="ADAL" clId="{BC0BD879-F267-5CCA-8DEA-E3B2DD07DA4E}" dt="2026-06-02T12:22:53.312" v="7165" actId="404"/>
          <ac:spMkLst>
            <pc:docMk/>
            <pc:sldMk cId="2778762935" sldId="261"/>
            <ac:spMk id="46" creationId="{5CF0A05C-4427-7C5D-727A-66F6CBA9C00C}"/>
          </ac:spMkLst>
        </pc:spChg>
        <pc:spChg chg="add mod">
          <ac:chgData name="Hironari Yamada" userId="e57621f8-ec3c-449e-bb19-001fffcc008e" providerId="ADAL" clId="{BC0BD879-F267-5CCA-8DEA-E3B2DD07DA4E}" dt="2026-06-02T12:22:59.755" v="7167" actId="1076"/>
          <ac:spMkLst>
            <pc:docMk/>
            <pc:sldMk cId="2778762935" sldId="261"/>
            <ac:spMk id="50" creationId="{52B5CCBA-DE8A-DBF8-368E-D7F0574053F4}"/>
          </ac:spMkLst>
        </pc:spChg>
        <pc:spChg chg="add mod">
          <ac:chgData name="Hironari Yamada" userId="e57621f8-ec3c-449e-bb19-001fffcc008e" providerId="ADAL" clId="{BC0BD879-F267-5CCA-8DEA-E3B2DD07DA4E}" dt="2026-06-02T12:23:29.247" v="7217" actId="20577"/>
          <ac:spMkLst>
            <pc:docMk/>
            <pc:sldMk cId="2778762935" sldId="261"/>
            <ac:spMk id="51" creationId="{B473A719-F599-3B1C-72DE-50CC1AB25932}"/>
          </ac:spMkLst>
        </pc:spChg>
        <pc:spChg chg="add mod">
          <ac:chgData name="Hironari Yamada" userId="e57621f8-ec3c-449e-bb19-001fffcc008e" providerId="ADAL" clId="{BC0BD879-F267-5CCA-8DEA-E3B2DD07DA4E}" dt="2026-06-02T12:23:39.160" v="7219" actId="1076"/>
          <ac:spMkLst>
            <pc:docMk/>
            <pc:sldMk cId="2778762935" sldId="261"/>
            <ac:spMk id="54" creationId="{3E8DD808-1A8C-4D6A-F0BC-2FFFA9B09922}"/>
          </ac:spMkLst>
        </pc:spChg>
        <pc:spChg chg="add mod">
          <ac:chgData name="Hironari Yamada" userId="e57621f8-ec3c-449e-bb19-001fffcc008e" providerId="ADAL" clId="{BC0BD879-F267-5CCA-8DEA-E3B2DD07DA4E}" dt="2026-06-02T12:28:27.468" v="7280" actId="20577"/>
          <ac:spMkLst>
            <pc:docMk/>
            <pc:sldMk cId="2778762935" sldId="261"/>
            <ac:spMk id="55" creationId="{356C4F31-EF61-E3C7-5DD9-2CEBF8FEA779}"/>
          </ac:spMkLst>
        </pc:spChg>
        <pc:spChg chg="add mod">
          <ac:chgData name="Hironari Yamada" userId="e57621f8-ec3c-449e-bb19-001fffcc008e" providerId="ADAL" clId="{BC0BD879-F267-5CCA-8DEA-E3B2DD07DA4E}" dt="2026-06-02T12:28:49.382" v="7282" actId="1076"/>
          <ac:spMkLst>
            <pc:docMk/>
            <pc:sldMk cId="2778762935" sldId="261"/>
            <ac:spMk id="61" creationId="{6DC97341-5BB0-3D4E-4855-0E1C42B0B0CB}"/>
          </ac:spMkLst>
        </pc:spChg>
        <pc:spChg chg="add mod">
          <ac:chgData name="Hironari Yamada" userId="e57621f8-ec3c-449e-bb19-001fffcc008e" providerId="ADAL" clId="{BC0BD879-F267-5CCA-8DEA-E3B2DD07DA4E}" dt="2026-06-02T12:29:07.670" v="7343" actId="20577"/>
          <ac:spMkLst>
            <pc:docMk/>
            <pc:sldMk cId="2778762935" sldId="261"/>
            <ac:spMk id="62" creationId="{38542EFB-9752-F3CB-064D-F6EF9302487D}"/>
          </ac:spMkLst>
        </pc:spChg>
        <pc:spChg chg="add mod">
          <ac:chgData name="Hironari Yamada" userId="e57621f8-ec3c-449e-bb19-001fffcc008e" providerId="ADAL" clId="{BC0BD879-F267-5CCA-8DEA-E3B2DD07DA4E}" dt="2026-06-02T12:29:22.803" v="7345" actId="1076"/>
          <ac:spMkLst>
            <pc:docMk/>
            <pc:sldMk cId="2778762935" sldId="261"/>
            <ac:spMk id="63" creationId="{50C02B63-5ABC-8B40-18CE-54D4C433E931}"/>
          </ac:spMkLst>
        </pc:spChg>
        <pc:spChg chg="add mod">
          <ac:chgData name="Hironari Yamada" userId="e57621f8-ec3c-449e-bb19-001fffcc008e" providerId="ADAL" clId="{BC0BD879-F267-5CCA-8DEA-E3B2DD07DA4E}" dt="2026-06-02T12:31:05.001" v="7375" actId="20577"/>
          <ac:spMkLst>
            <pc:docMk/>
            <pc:sldMk cId="2778762935" sldId="261"/>
            <ac:spMk id="64" creationId="{A21577C1-E214-E65B-5F91-E07883452D46}"/>
          </ac:spMkLst>
        </pc:spChg>
        <pc:spChg chg="add mod">
          <ac:chgData name="Hironari Yamada" userId="e57621f8-ec3c-449e-bb19-001fffcc008e" providerId="ADAL" clId="{BC0BD879-F267-5CCA-8DEA-E3B2DD07DA4E}" dt="2026-06-02T12:31:30.221" v="7381" actId="1076"/>
          <ac:spMkLst>
            <pc:docMk/>
            <pc:sldMk cId="2778762935" sldId="261"/>
            <ac:spMk id="67" creationId="{73DF5E6A-C397-32D7-0955-F6E59253E431}"/>
          </ac:spMkLst>
        </pc:spChg>
        <pc:spChg chg="add mod">
          <ac:chgData name="Hironari Yamada" userId="e57621f8-ec3c-449e-bb19-001fffcc008e" providerId="ADAL" clId="{BC0BD879-F267-5CCA-8DEA-E3B2DD07DA4E}" dt="2026-06-02T12:31:43.762" v="7423" actId="20577"/>
          <ac:spMkLst>
            <pc:docMk/>
            <pc:sldMk cId="2778762935" sldId="261"/>
            <ac:spMk id="68" creationId="{5C6567BC-9DBA-0093-D58C-04CBC652E7FD}"/>
          </ac:spMkLst>
        </pc:spChg>
        <pc:spChg chg="add mod">
          <ac:chgData name="Hironari Yamada" userId="e57621f8-ec3c-449e-bb19-001fffcc008e" providerId="ADAL" clId="{BC0BD879-F267-5CCA-8DEA-E3B2DD07DA4E}" dt="2026-06-02T12:32:08.209" v="7427" actId="1076"/>
          <ac:spMkLst>
            <pc:docMk/>
            <pc:sldMk cId="2778762935" sldId="261"/>
            <ac:spMk id="70" creationId="{FC44DEAE-3308-01DE-6301-34AB304C04BC}"/>
          </ac:spMkLst>
        </pc:spChg>
        <pc:spChg chg="add mod">
          <ac:chgData name="Hironari Yamada" userId="e57621f8-ec3c-449e-bb19-001fffcc008e" providerId="ADAL" clId="{BC0BD879-F267-5CCA-8DEA-E3B2DD07DA4E}" dt="2026-06-02T12:33:43.428" v="7486" actId="403"/>
          <ac:spMkLst>
            <pc:docMk/>
            <pc:sldMk cId="2778762935" sldId="261"/>
            <ac:spMk id="71" creationId="{4A3344A8-D775-B705-8857-4821A973F9D1}"/>
          </ac:spMkLst>
        </pc:spChg>
        <pc:spChg chg="add mod">
          <ac:chgData name="Hironari Yamada" userId="e57621f8-ec3c-449e-bb19-001fffcc008e" providerId="ADAL" clId="{BC0BD879-F267-5CCA-8DEA-E3B2DD07DA4E}" dt="2026-06-02T12:33:49.793" v="7488" actId="1076"/>
          <ac:spMkLst>
            <pc:docMk/>
            <pc:sldMk cId="2778762935" sldId="261"/>
            <ac:spMk id="74" creationId="{C019B69D-8FFD-4754-12D3-CBC788FB3180}"/>
          </ac:spMkLst>
        </pc:spChg>
        <pc:spChg chg="add mod">
          <ac:chgData name="Hironari Yamada" userId="e57621f8-ec3c-449e-bb19-001fffcc008e" providerId="ADAL" clId="{BC0BD879-F267-5CCA-8DEA-E3B2DD07DA4E}" dt="2026-06-02T12:34:12.701" v="7534" actId="20577"/>
          <ac:spMkLst>
            <pc:docMk/>
            <pc:sldMk cId="2778762935" sldId="261"/>
            <ac:spMk id="75" creationId="{D8C0AE74-88BF-7C74-DE54-035FDC0BE181}"/>
          </ac:spMkLst>
        </pc:spChg>
        <pc:spChg chg="add mod">
          <ac:chgData name="Hironari Yamada" userId="e57621f8-ec3c-449e-bb19-001fffcc008e" providerId="ADAL" clId="{BC0BD879-F267-5CCA-8DEA-E3B2DD07DA4E}" dt="2026-06-02T12:34:24.848" v="7536" actId="1076"/>
          <ac:spMkLst>
            <pc:docMk/>
            <pc:sldMk cId="2778762935" sldId="261"/>
            <ac:spMk id="77" creationId="{5BD25BDC-856D-FB46-F547-E2EC04889C34}"/>
          </ac:spMkLst>
        </pc:spChg>
        <pc:spChg chg="add mod">
          <ac:chgData name="Hironari Yamada" userId="e57621f8-ec3c-449e-bb19-001fffcc008e" providerId="ADAL" clId="{BC0BD879-F267-5CCA-8DEA-E3B2DD07DA4E}" dt="2026-06-02T12:34:40.932" v="7581" actId="20577"/>
          <ac:spMkLst>
            <pc:docMk/>
            <pc:sldMk cId="2778762935" sldId="261"/>
            <ac:spMk id="78" creationId="{6CD04DEF-C53A-791C-395F-EC9C46314CA6}"/>
          </ac:spMkLst>
        </pc:spChg>
        <pc:picChg chg="add mod">
          <ac:chgData name="Hironari Yamada" userId="e57621f8-ec3c-449e-bb19-001fffcc008e" providerId="ADAL" clId="{BC0BD879-F267-5CCA-8DEA-E3B2DD07DA4E}" dt="2026-06-02T12:04:54.240" v="6776" actId="1076"/>
          <ac:picMkLst>
            <pc:docMk/>
            <pc:sldMk cId="2778762935" sldId="261"/>
            <ac:picMk id="15" creationId="{1DA34847-5DE7-A933-8A49-A06AE9979F91}"/>
          </ac:picMkLst>
        </pc:picChg>
        <pc:picChg chg="add mod">
          <ac:chgData name="Hironari Yamada" userId="e57621f8-ec3c-449e-bb19-001fffcc008e" providerId="ADAL" clId="{BC0BD879-F267-5CCA-8DEA-E3B2DD07DA4E}" dt="2026-06-02T12:06:48.185" v="6835" actId="1076"/>
          <ac:picMkLst>
            <pc:docMk/>
            <pc:sldMk cId="2778762935" sldId="261"/>
            <ac:picMk id="22" creationId="{D0128124-5AC0-3208-FE05-9C09F9E5C293}"/>
          </ac:picMkLst>
        </pc:picChg>
        <pc:picChg chg="add mod">
          <ac:chgData name="Hironari Yamada" userId="e57621f8-ec3c-449e-bb19-001fffcc008e" providerId="ADAL" clId="{BC0BD879-F267-5CCA-8DEA-E3B2DD07DA4E}" dt="2026-06-02T12:06:48.185" v="6835" actId="1076"/>
          <ac:picMkLst>
            <pc:docMk/>
            <pc:sldMk cId="2778762935" sldId="261"/>
            <ac:picMk id="24" creationId="{BE5B98FD-E35C-7CA3-A334-1E3FA3DFA34B}"/>
          </ac:picMkLst>
        </pc:picChg>
        <pc:picChg chg="add mod">
          <ac:chgData name="Hironari Yamada" userId="e57621f8-ec3c-449e-bb19-001fffcc008e" providerId="ADAL" clId="{BC0BD879-F267-5CCA-8DEA-E3B2DD07DA4E}" dt="2026-06-02T12:07:28.352" v="6848" actId="1076"/>
          <ac:picMkLst>
            <pc:docMk/>
            <pc:sldMk cId="2778762935" sldId="261"/>
            <ac:picMk id="29" creationId="{A0A31B48-B0A2-FFB9-A2B3-C1F257F8F5B0}"/>
          </ac:picMkLst>
        </pc:picChg>
        <pc:picChg chg="add mod">
          <ac:chgData name="Hironari Yamada" userId="e57621f8-ec3c-449e-bb19-001fffcc008e" providerId="ADAL" clId="{BC0BD879-F267-5CCA-8DEA-E3B2DD07DA4E}" dt="2026-06-02T12:15:02.744" v="6948" actId="1076"/>
          <ac:picMkLst>
            <pc:docMk/>
            <pc:sldMk cId="2778762935" sldId="261"/>
            <ac:picMk id="33" creationId="{1D19CB2F-EAE1-A8F5-DF01-16A711C9BD53}"/>
          </ac:picMkLst>
        </pc:picChg>
        <pc:picChg chg="add mod">
          <ac:chgData name="Hironari Yamada" userId="e57621f8-ec3c-449e-bb19-001fffcc008e" providerId="ADAL" clId="{BC0BD879-F267-5CCA-8DEA-E3B2DD07DA4E}" dt="2026-06-02T12:15:07.259" v="6950" actId="1076"/>
          <ac:picMkLst>
            <pc:docMk/>
            <pc:sldMk cId="2778762935" sldId="261"/>
            <ac:picMk id="34" creationId="{B3AE8558-DFB6-E42D-56D0-75F3949EF471}"/>
          </ac:picMkLst>
        </pc:picChg>
        <pc:picChg chg="add mod">
          <ac:chgData name="Hironari Yamada" userId="e57621f8-ec3c-449e-bb19-001fffcc008e" providerId="ADAL" clId="{BC0BD879-F267-5CCA-8DEA-E3B2DD07DA4E}" dt="2026-06-02T12:18:07.417" v="7085" actId="1035"/>
          <ac:picMkLst>
            <pc:docMk/>
            <pc:sldMk cId="2778762935" sldId="261"/>
            <ac:picMk id="44" creationId="{65DD5477-745C-AB00-1FE9-4FCFF84BDCD2}"/>
          </ac:picMkLst>
        </pc:picChg>
        <pc:picChg chg="add mod">
          <ac:chgData name="Hironari Yamada" userId="e57621f8-ec3c-449e-bb19-001fffcc008e" providerId="ADAL" clId="{BC0BD879-F267-5CCA-8DEA-E3B2DD07DA4E}" dt="2026-06-02T12:23:12.594" v="7170" actId="1076"/>
          <ac:picMkLst>
            <pc:docMk/>
            <pc:sldMk cId="2778762935" sldId="261"/>
            <ac:picMk id="53" creationId="{A78AD50D-BFD5-1B1F-F75E-E641AB50D979}"/>
          </ac:picMkLst>
        </pc:picChg>
        <pc:picChg chg="add mod">
          <ac:chgData name="Hironari Yamada" userId="e57621f8-ec3c-449e-bb19-001fffcc008e" providerId="ADAL" clId="{BC0BD879-F267-5CCA-8DEA-E3B2DD07DA4E}" dt="2026-06-02T12:27:44.144" v="7225" actId="14100"/>
          <ac:picMkLst>
            <pc:docMk/>
            <pc:sldMk cId="2778762935" sldId="261"/>
            <ac:picMk id="58" creationId="{9512AEB2-7F16-4701-6DFD-545AEDBC05DE}"/>
          </ac:picMkLst>
        </pc:picChg>
        <pc:picChg chg="add mod">
          <ac:chgData name="Hironari Yamada" userId="e57621f8-ec3c-449e-bb19-001fffcc008e" providerId="ADAL" clId="{BC0BD879-F267-5CCA-8DEA-E3B2DD07DA4E}" dt="2026-06-02T12:27:59.104" v="7230" actId="1076"/>
          <ac:picMkLst>
            <pc:docMk/>
            <pc:sldMk cId="2778762935" sldId="261"/>
            <ac:picMk id="60" creationId="{374DEDBB-A7C1-6D8F-A963-206855C9782F}"/>
          </ac:picMkLst>
        </pc:picChg>
        <pc:picChg chg="add mod">
          <ac:chgData name="Hironari Yamada" userId="e57621f8-ec3c-449e-bb19-001fffcc008e" providerId="ADAL" clId="{BC0BD879-F267-5CCA-8DEA-E3B2DD07DA4E}" dt="2026-06-02T12:31:16.237" v="7379" actId="1076"/>
          <ac:picMkLst>
            <pc:docMk/>
            <pc:sldMk cId="2778762935" sldId="261"/>
            <ac:picMk id="66" creationId="{64386138-A54C-2102-CB41-08FAD2C4CCEA}"/>
          </ac:picMkLst>
        </pc:picChg>
        <pc:picChg chg="add mod">
          <ac:chgData name="Hironari Yamada" userId="e57621f8-ec3c-449e-bb19-001fffcc008e" providerId="ADAL" clId="{BC0BD879-F267-5CCA-8DEA-E3B2DD07DA4E}" dt="2026-06-02T12:32:02.149" v="7425" actId="1076"/>
          <ac:picMkLst>
            <pc:docMk/>
            <pc:sldMk cId="2778762935" sldId="261"/>
            <ac:picMk id="69" creationId="{902ABDA1-7A60-141B-209C-36A2620D33E6}"/>
          </ac:picMkLst>
        </pc:picChg>
        <pc:picChg chg="add mod">
          <ac:chgData name="Hironari Yamada" userId="e57621f8-ec3c-449e-bb19-001fffcc008e" providerId="ADAL" clId="{BC0BD879-F267-5CCA-8DEA-E3B2DD07DA4E}" dt="2026-06-02T12:33:32.706" v="7481" actId="14100"/>
          <ac:picMkLst>
            <pc:docMk/>
            <pc:sldMk cId="2778762935" sldId="261"/>
            <ac:picMk id="73" creationId="{7838A793-4E36-F284-FD49-528ECA567260}"/>
          </ac:picMkLst>
        </pc:picChg>
        <pc:picChg chg="add mod">
          <ac:chgData name="Hironari Yamada" userId="e57621f8-ec3c-449e-bb19-001fffcc008e" providerId="ADAL" clId="{BC0BD879-F267-5CCA-8DEA-E3B2DD07DA4E}" dt="2026-06-02T12:33:49.793" v="7488" actId="1076"/>
          <ac:picMkLst>
            <pc:docMk/>
            <pc:sldMk cId="2778762935" sldId="261"/>
            <ac:picMk id="76" creationId="{5C8DB6AD-8FE2-BA48-1B0D-F82B1773F518}"/>
          </ac:picMkLst>
        </pc:picChg>
      </pc:sldChg>
      <pc:sldChg chg="addSp delSp modSp add del mod modNotesTx">
        <pc:chgData name="Hironari Yamada" userId="e57621f8-ec3c-449e-bb19-001fffcc008e" providerId="ADAL" clId="{BC0BD879-F267-5CCA-8DEA-E3B2DD07DA4E}" dt="2026-06-09T12:59:56.317" v="23112" actId="2696"/>
        <pc:sldMkLst>
          <pc:docMk/>
          <pc:sldMk cId="1685417757" sldId="275"/>
        </pc:sldMkLst>
        <pc:spChg chg="add mod">
          <ac:chgData name="Hironari Yamada" userId="e57621f8-ec3c-449e-bb19-001fffcc008e" providerId="ADAL" clId="{BC0BD879-F267-5CCA-8DEA-E3B2DD07DA4E}" dt="2026-06-09T12:37:09.032" v="22378"/>
          <ac:spMkLst>
            <pc:docMk/>
            <pc:sldMk cId="1685417757" sldId="275"/>
            <ac:spMk id="3" creationId="{4BD2A11D-1FDF-C1D9-03F3-248F08E3E5CA}"/>
          </ac:spMkLst>
        </pc:spChg>
        <pc:spChg chg="del mod">
          <ac:chgData name="Hironari Yamada" userId="e57621f8-ec3c-449e-bb19-001fffcc008e" providerId="ADAL" clId="{BC0BD879-F267-5CCA-8DEA-E3B2DD07DA4E}" dt="2026-06-09T12:37:17.419" v="22380" actId="478"/>
          <ac:spMkLst>
            <pc:docMk/>
            <pc:sldMk cId="1685417757" sldId="275"/>
            <ac:spMk id="5" creationId="{4EF52A8E-B7A6-438C-8121-1AFC1054B2EB}"/>
          </ac:spMkLst>
        </pc:spChg>
        <pc:spChg chg="add mod">
          <ac:chgData name="Hironari Yamada" userId="e57621f8-ec3c-449e-bb19-001fffcc008e" providerId="ADAL" clId="{BC0BD879-F267-5CCA-8DEA-E3B2DD07DA4E}" dt="2026-06-09T12:37:56.571" v="22509" actId="20577"/>
          <ac:spMkLst>
            <pc:docMk/>
            <pc:sldMk cId="1685417757" sldId="275"/>
            <ac:spMk id="6" creationId="{7FC7714C-879D-2938-39B6-9519D0595778}"/>
          </ac:spMkLst>
        </pc:spChg>
        <pc:spChg chg="add mod">
          <ac:chgData name="Hironari Yamada" userId="e57621f8-ec3c-449e-bb19-001fffcc008e" providerId="ADAL" clId="{BC0BD879-F267-5CCA-8DEA-E3B2DD07DA4E}" dt="2026-06-09T12:40:41.625" v="22602" actId="166"/>
          <ac:spMkLst>
            <pc:docMk/>
            <pc:sldMk cId="1685417757" sldId="275"/>
            <ac:spMk id="9" creationId="{E52F43F5-3EFE-AED0-5467-DDA6D9ECD3D9}"/>
          </ac:spMkLst>
        </pc:spChg>
        <pc:spChg chg="add mod">
          <ac:chgData name="Hironari Yamada" userId="e57621f8-ec3c-449e-bb19-001fffcc008e" providerId="ADAL" clId="{BC0BD879-F267-5CCA-8DEA-E3B2DD07DA4E}" dt="2026-06-09T12:40:56.727" v="22606" actId="14100"/>
          <ac:spMkLst>
            <pc:docMk/>
            <pc:sldMk cId="1685417757" sldId="275"/>
            <ac:spMk id="12" creationId="{8C085907-501B-F54D-1124-7C67D2D19733}"/>
          </ac:spMkLst>
        </pc:spChg>
        <pc:spChg chg="add mod">
          <ac:chgData name="Hironari Yamada" userId="e57621f8-ec3c-449e-bb19-001fffcc008e" providerId="ADAL" clId="{BC0BD879-F267-5CCA-8DEA-E3B2DD07DA4E}" dt="2026-06-09T12:41:29.967" v="22708" actId="14100"/>
          <ac:spMkLst>
            <pc:docMk/>
            <pc:sldMk cId="1685417757" sldId="275"/>
            <ac:spMk id="13" creationId="{EFA61F04-9E7D-E584-4CC7-F52CA2560277}"/>
          </ac:spMkLst>
        </pc:spChg>
        <pc:spChg chg="mod">
          <ac:chgData name="Hironari Yamada" userId="e57621f8-ec3c-449e-bb19-001fffcc008e" providerId="ADAL" clId="{BC0BD879-F267-5CCA-8DEA-E3B2DD07DA4E}" dt="2026-06-09T12:36:57.068" v="22376"/>
          <ac:spMkLst>
            <pc:docMk/>
            <pc:sldMk cId="1685417757" sldId="275"/>
            <ac:spMk id="15" creationId="{6A120C77-B455-4DD2-8E0C-FEA72F2707FE}"/>
          </ac:spMkLst>
        </pc:spChg>
        <pc:spChg chg="del">
          <ac:chgData name="Hironari Yamada" userId="e57621f8-ec3c-449e-bb19-001fffcc008e" providerId="ADAL" clId="{BC0BD879-F267-5CCA-8DEA-E3B2DD07DA4E}" dt="2026-06-09T12:37:08.161" v="22377" actId="478"/>
          <ac:spMkLst>
            <pc:docMk/>
            <pc:sldMk cId="1685417757" sldId="275"/>
            <ac:spMk id="16" creationId="{A90E9E51-C810-2BA8-EF8F-65CE675B1F33}"/>
          </ac:spMkLst>
        </pc:spChg>
        <pc:spChg chg="del">
          <ac:chgData name="Hironari Yamada" userId="e57621f8-ec3c-449e-bb19-001fffcc008e" providerId="ADAL" clId="{BC0BD879-F267-5CCA-8DEA-E3B2DD07DA4E}" dt="2026-06-09T12:37:08.161" v="22377" actId="478"/>
          <ac:spMkLst>
            <pc:docMk/>
            <pc:sldMk cId="1685417757" sldId="275"/>
            <ac:spMk id="17" creationId="{EE26DE5C-7353-7CF6-D2FD-5F4243BD84BA}"/>
          </ac:spMkLst>
        </pc:spChg>
        <pc:spChg chg="del">
          <ac:chgData name="Hironari Yamada" userId="e57621f8-ec3c-449e-bb19-001fffcc008e" providerId="ADAL" clId="{BC0BD879-F267-5CCA-8DEA-E3B2DD07DA4E}" dt="2026-06-09T12:37:08.161" v="22377" actId="478"/>
          <ac:spMkLst>
            <pc:docMk/>
            <pc:sldMk cId="1685417757" sldId="275"/>
            <ac:spMk id="18" creationId="{72B66407-F103-4A80-D8A8-49A7FC394946}"/>
          </ac:spMkLst>
        </pc:spChg>
        <pc:spChg chg="del">
          <ac:chgData name="Hironari Yamada" userId="e57621f8-ec3c-449e-bb19-001fffcc008e" providerId="ADAL" clId="{BC0BD879-F267-5CCA-8DEA-E3B2DD07DA4E}" dt="2026-06-09T12:37:08.161" v="22377" actId="478"/>
          <ac:spMkLst>
            <pc:docMk/>
            <pc:sldMk cId="1685417757" sldId="275"/>
            <ac:spMk id="19" creationId="{FB446E83-9B09-81EB-1455-4F5D95CDD6A1}"/>
          </ac:spMkLst>
        </pc:spChg>
        <pc:spChg chg="del">
          <ac:chgData name="Hironari Yamada" userId="e57621f8-ec3c-449e-bb19-001fffcc008e" providerId="ADAL" clId="{BC0BD879-F267-5CCA-8DEA-E3B2DD07DA4E}" dt="2026-06-09T12:37:08.161" v="22377" actId="478"/>
          <ac:spMkLst>
            <pc:docMk/>
            <pc:sldMk cId="1685417757" sldId="275"/>
            <ac:spMk id="20" creationId="{70BF39B3-C1C1-C874-93E2-CBED7091D4A7}"/>
          </ac:spMkLst>
        </pc:spChg>
        <pc:spChg chg="del">
          <ac:chgData name="Hironari Yamada" userId="e57621f8-ec3c-449e-bb19-001fffcc008e" providerId="ADAL" clId="{BC0BD879-F267-5CCA-8DEA-E3B2DD07DA4E}" dt="2026-06-09T12:37:08.161" v="22377" actId="478"/>
          <ac:spMkLst>
            <pc:docMk/>
            <pc:sldMk cId="1685417757" sldId="275"/>
            <ac:spMk id="21" creationId="{E7F21E16-84B7-3C5B-C7E6-B04BE66E400F}"/>
          </ac:spMkLst>
        </pc:spChg>
        <pc:spChg chg="del">
          <ac:chgData name="Hironari Yamada" userId="e57621f8-ec3c-449e-bb19-001fffcc008e" providerId="ADAL" clId="{BC0BD879-F267-5CCA-8DEA-E3B2DD07DA4E}" dt="2026-06-09T12:37:08.161" v="22377" actId="478"/>
          <ac:spMkLst>
            <pc:docMk/>
            <pc:sldMk cId="1685417757" sldId="275"/>
            <ac:spMk id="23" creationId="{23C6D920-8D1C-7C41-0109-77C41406CA66}"/>
          </ac:spMkLst>
        </pc:spChg>
        <pc:spChg chg="del">
          <ac:chgData name="Hironari Yamada" userId="e57621f8-ec3c-449e-bb19-001fffcc008e" providerId="ADAL" clId="{BC0BD879-F267-5CCA-8DEA-E3B2DD07DA4E}" dt="2026-06-09T12:37:08.161" v="22377" actId="478"/>
          <ac:spMkLst>
            <pc:docMk/>
            <pc:sldMk cId="1685417757" sldId="275"/>
            <ac:spMk id="24" creationId="{9C9FE21C-70F3-EF91-645B-338C50DB013B}"/>
          </ac:spMkLst>
        </pc:spChg>
        <pc:spChg chg="add mod">
          <ac:chgData name="Hironari Yamada" userId="e57621f8-ec3c-449e-bb19-001fffcc008e" providerId="ADAL" clId="{BC0BD879-F267-5CCA-8DEA-E3B2DD07DA4E}" dt="2026-06-09T12:43:02.952" v="22716" actId="14100"/>
          <ac:spMkLst>
            <pc:docMk/>
            <pc:sldMk cId="1685417757" sldId="275"/>
            <ac:spMk id="26" creationId="{98DA06CA-98EC-D577-7A4B-4D849CF76D39}"/>
          </ac:spMkLst>
        </pc:spChg>
        <pc:spChg chg="add mod">
          <ac:chgData name="Hironari Yamada" userId="e57621f8-ec3c-449e-bb19-001fffcc008e" providerId="ADAL" clId="{BC0BD879-F267-5CCA-8DEA-E3B2DD07DA4E}" dt="2026-06-09T12:43:33.363" v="22809" actId="20577"/>
          <ac:spMkLst>
            <pc:docMk/>
            <pc:sldMk cId="1685417757" sldId="275"/>
            <ac:spMk id="27" creationId="{1F6F929D-A75A-433D-1712-ABAC17A5D117}"/>
          </ac:spMkLst>
        </pc:spChg>
        <pc:spChg chg="add mod">
          <ac:chgData name="Hironari Yamada" userId="e57621f8-ec3c-449e-bb19-001fffcc008e" providerId="ADAL" clId="{BC0BD879-F267-5CCA-8DEA-E3B2DD07DA4E}" dt="2026-06-09T12:43:43.031" v="22813" actId="14100"/>
          <ac:spMkLst>
            <pc:docMk/>
            <pc:sldMk cId="1685417757" sldId="275"/>
            <ac:spMk id="28" creationId="{9CE0F513-6446-06CB-DA58-C29AC644B55E}"/>
          </ac:spMkLst>
        </pc:spChg>
        <pc:spChg chg="add mod">
          <ac:chgData name="Hironari Yamada" userId="e57621f8-ec3c-449e-bb19-001fffcc008e" providerId="ADAL" clId="{BC0BD879-F267-5CCA-8DEA-E3B2DD07DA4E}" dt="2026-06-09T12:43:59.679" v="22853" actId="14100"/>
          <ac:spMkLst>
            <pc:docMk/>
            <pc:sldMk cId="1685417757" sldId="275"/>
            <ac:spMk id="29" creationId="{1F6368F9-A7C5-C9A7-7567-0BF6CC9EA282}"/>
          </ac:spMkLst>
        </pc:spChg>
        <pc:spChg chg="add mod">
          <ac:chgData name="Hironari Yamada" userId="e57621f8-ec3c-449e-bb19-001fffcc008e" providerId="ADAL" clId="{BC0BD879-F267-5CCA-8DEA-E3B2DD07DA4E}" dt="2026-06-09T12:44:04.154" v="22855" actId="1076"/>
          <ac:spMkLst>
            <pc:docMk/>
            <pc:sldMk cId="1685417757" sldId="275"/>
            <ac:spMk id="30" creationId="{4749881A-4403-EAFD-E9A9-6E1E303216D1}"/>
          </ac:spMkLst>
        </pc:spChg>
        <pc:spChg chg="add mod">
          <ac:chgData name="Hironari Yamada" userId="e57621f8-ec3c-449e-bb19-001fffcc008e" providerId="ADAL" clId="{BC0BD879-F267-5CCA-8DEA-E3B2DD07DA4E}" dt="2026-06-09T12:44:26.411" v="22890" actId="14100"/>
          <ac:spMkLst>
            <pc:docMk/>
            <pc:sldMk cId="1685417757" sldId="275"/>
            <ac:spMk id="31" creationId="{FE986DB5-73E9-5B0F-416D-2613A1B021BA}"/>
          </ac:spMkLst>
        </pc:spChg>
        <pc:spChg chg="add mod">
          <ac:chgData name="Hironari Yamada" userId="e57621f8-ec3c-449e-bb19-001fffcc008e" providerId="ADAL" clId="{BC0BD879-F267-5CCA-8DEA-E3B2DD07DA4E}" dt="2026-06-09T12:44:48.076" v="23002" actId="20577"/>
          <ac:spMkLst>
            <pc:docMk/>
            <pc:sldMk cId="1685417757" sldId="275"/>
            <ac:spMk id="32" creationId="{C79806F6-962A-010A-DCF3-C83C503C52C6}"/>
          </ac:spMkLst>
        </pc:spChg>
        <pc:picChg chg="add del mod">
          <ac:chgData name="Hironari Yamada" userId="e57621f8-ec3c-449e-bb19-001fffcc008e" providerId="ADAL" clId="{BC0BD879-F267-5CCA-8DEA-E3B2DD07DA4E}" dt="2026-06-09T12:40:10.986" v="22597" actId="478"/>
          <ac:picMkLst>
            <pc:docMk/>
            <pc:sldMk cId="1685417757" sldId="275"/>
            <ac:picMk id="8" creationId="{1A5E18AB-A5A8-5BC2-5877-A6EA796017A9}"/>
          </ac:picMkLst>
        </pc:picChg>
        <pc:picChg chg="add mod">
          <ac:chgData name="Hironari Yamada" userId="e57621f8-ec3c-449e-bb19-001fffcc008e" providerId="ADAL" clId="{BC0BD879-F267-5CCA-8DEA-E3B2DD07DA4E}" dt="2026-06-09T12:40:36.279" v="22601" actId="1076"/>
          <ac:picMkLst>
            <pc:docMk/>
            <pc:sldMk cId="1685417757" sldId="275"/>
            <ac:picMk id="11" creationId="{DE84E157-0513-372A-B84E-2B8894C2D149}"/>
          </ac:picMkLst>
        </pc:picChg>
        <pc:picChg chg="del">
          <ac:chgData name="Hironari Yamada" userId="e57621f8-ec3c-449e-bb19-001fffcc008e" providerId="ADAL" clId="{BC0BD879-F267-5CCA-8DEA-E3B2DD07DA4E}" dt="2026-06-09T12:37:08.161" v="22377" actId="478"/>
          <ac:picMkLst>
            <pc:docMk/>
            <pc:sldMk cId="1685417757" sldId="275"/>
            <ac:picMk id="22" creationId="{23EBCE7E-F9CF-7FF3-AD48-6F4CE5FD972E}"/>
          </ac:picMkLst>
        </pc:picChg>
        <pc:picChg chg="add mod">
          <ac:chgData name="Hironari Yamada" userId="e57621f8-ec3c-449e-bb19-001fffcc008e" providerId="ADAL" clId="{BC0BD879-F267-5CCA-8DEA-E3B2DD07DA4E}" dt="2026-06-09T12:42:55.825" v="22713" actId="14100"/>
          <ac:picMkLst>
            <pc:docMk/>
            <pc:sldMk cId="1685417757" sldId="275"/>
            <ac:picMk id="25" creationId="{D99BD59A-BBFD-9907-8508-BFD0AD764B33}"/>
          </ac:picMkLst>
        </pc:picChg>
      </pc:sldChg>
      <pc:sldChg chg="addSp delSp modSp add mod modNotesTx">
        <pc:chgData name="Hironari Yamada" userId="e57621f8-ec3c-449e-bb19-001fffcc008e" providerId="ADAL" clId="{BC0BD879-F267-5CCA-8DEA-E3B2DD07DA4E}" dt="2026-06-09T06:45:15.611" v="20209"/>
        <pc:sldMkLst>
          <pc:docMk/>
          <pc:sldMk cId="3915100109" sldId="306"/>
        </pc:sldMkLst>
        <pc:spChg chg="mod">
          <ac:chgData name="Hironari Yamada" userId="e57621f8-ec3c-449e-bb19-001fffcc008e" providerId="ADAL" clId="{BC0BD879-F267-5CCA-8DEA-E3B2DD07DA4E}" dt="2026-06-09T06:45:15.611" v="20209"/>
          <ac:spMkLst>
            <pc:docMk/>
            <pc:sldMk cId="3915100109" sldId="306"/>
            <ac:spMk id="2" creationId="{75E0DC16-A7D9-D0B0-D047-E36FF9544795}"/>
          </ac:spMkLst>
        </pc:spChg>
        <pc:spChg chg="add mod">
          <ac:chgData name="Hironari Yamada" userId="e57621f8-ec3c-449e-bb19-001fffcc008e" providerId="ADAL" clId="{BC0BD879-F267-5CCA-8DEA-E3B2DD07DA4E}" dt="2026-06-02T11:57:15.528" v="6449" actId="14100"/>
          <ac:spMkLst>
            <pc:docMk/>
            <pc:sldMk cId="3915100109" sldId="306"/>
            <ac:spMk id="10" creationId="{5CDA4AA6-A5D0-65EE-9F86-2A5870DF30D8}"/>
          </ac:spMkLst>
        </pc:spChg>
        <pc:spChg chg="add mod">
          <ac:chgData name="Hironari Yamada" userId="e57621f8-ec3c-449e-bb19-001fffcc008e" providerId="ADAL" clId="{BC0BD879-F267-5CCA-8DEA-E3B2DD07DA4E}" dt="2026-06-02T11:56:51.125" v="6441" actId="14100"/>
          <ac:spMkLst>
            <pc:docMk/>
            <pc:sldMk cId="3915100109" sldId="306"/>
            <ac:spMk id="11" creationId="{2D0C5B0D-A676-FC24-870D-FB01109820B0}"/>
          </ac:spMkLst>
        </pc:spChg>
        <pc:spChg chg="mod">
          <ac:chgData name="Hironari Yamada" userId="e57621f8-ec3c-449e-bb19-001fffcc008e" providerId="ADAL" clId="{BC0BD879-F267-5CCA-8DEA-E3B2DD07DA4E}" dt="2026-06-02T11:57:30.196" v="6453" actId="14100"/>
          <ac:spMkLst>
            <pc:docMk/>
            <pc:sldMk cId="3915100109" sldId="306"/>
            <ac:spMk id="15" creationId="{B046095C-5909-FEC2-1043-939508C3211F}"/>
          </ac:spMkLst>
        </pc:spChg>
        <pc:spChg chg="mod">
          <ac:chgData name="Hironari Yamada" userId="e57621f8-ec3c-449e-bb19-001fffcc008e" providerId="ADAL" clId="{BC0BD879-F267-5CCA-8DEA-E3B2DD07DA4E}" dt="2026-06-02T11:57:33.059" v="6456" actId="20577"/>
          <ac:spMkLst>
            <pc:docMk/>
            <pc:sldMk cId="3915100109" sldId="306"/>
            <ac:spMk id="16" creationId="{6777DBCC-7114-C7AB-D7CF-5821447E27EF}"/>
          </ac:spMkLst>
        </pc:spChg>
        <pc:spChg chg="mod">
          <ac:chgData name="Hironari Yamada" userId="e57621f8-ec3c-449e-bb19-001fffcc008e" providerId="ADAL" clId="{BC0BD879-F267-5CCA-8DEA-E3B2DD07DA4E}" dt="2026-06-02T11:57:47.046" v="6459" actId="14100"/>
          <ac:spMkLst>
            <pc:docMk/>
            <pc:sldMk cId="3915100109" sldId="306"/>
            <ac:spMk id="18" creationId="{8A478D1C-B901-DD04-FFA0-4AFA5E4ED252}"/>
          </ac:spMkLst>
        </pc:spChg>
        <pc:spChg chg="mod">
          <ac:chgData name="Hironari Yamada" userId="e57621f8-ec3c-449e-bb19-001fffcc008e" providerId="ADAL" clId="{BC0BD879-F267-5CCA-8DEA-E3B2DD07DA4E}" dt="2026-06-02T11:57:49.870" v="6464" actId="20577"/>
          <ac:spMkLst>
            <pc:docMk/>
            <pc:sldMk cId="3915100109" sldId="306"/>
            <ac:spMk id="19" creationId="{1FFF9B05-0E10-CB06-D60E-6BF41D3D873D}"/>
          </ac:spMkLst>
        </pc:spChg>
        <pc:spChg chg="mod">
          <ac:chgData name="Hironari Yamada" userId="e57621f8-ec3c-449e-bb19-001fffcc008e" providerId="ADAL" clId="{BC0BD879-F267-5CCA-8DEA-E3B2DD07DA4E}" dt="2026-06-02T11:59:23.978" v="6547" actId="14100"/>
          <ac:spMkLst>
            <pc:docMk/>
            <pc:sldMk cId="3915100109" sldId="306"/>
            <ac:spMk id="21" creationId="{2392FCB9-DAC0-D693-5C13-7241A3243760}"/>
          </ac:spMkLst>
        </pc:spChg>
        <pc:spChg chg="mod">
          <ac:chgData name="Hironari Yamada" userId="e57621f8-ec3c-449e-bb19-001fffcc008e" providerId="ADAL" clId="{BC0BD879-F267-5CCA-8DEA-E3B2DD07DA4E}" dt="2026-06-02T11:59:13.439" v="6544" actId="20577"/>
          <ac:spMkLst>
            <pc:docMk/>
            <pc:sldMk cId="3915100109" sldId="306"/>
            <ac:spMk id="22" creationId="{182B7D4F-A40E-00C2-0284-EAD4278C5627}"/>
          </ac:spMkLst>
        </pc:spChg>
        <pc:spChg chg="mod">
          <ac:chgData name="Hironari Yamada" userId="e57621f8-ec3c-449e-bb19-001fffcc008e" providerId="ADAL" clId="{BC0BD879-F267-5CCA-8DEA-E3B2DD07DA4E}" dt="2026-06-02T12:00:58.720" v="6668" actId="14100"/>
          <ac:spMkLst>
            <pc:docMk/>
            <pc:sldMk cId="3915100109" sldId="306"/>
            <ac:spMk id="24" creationId="{70D0CF3F-8E6E-1784-8C9B-6897D0DA2F49}"/>
          </ac:spMkLst>
        </pc:spChg>
        <pc:spChg chg="mod">
          <ac:chgData name="Hironari Yamada" userId="e57621f8-ec3c-449e-bb19-001fffcc008e" providerId="ADAL" clId="{BC0BD879-F267-5CCA-8DEA-E3B2DD07DA4E}" dt="2026-06-02T12:00:53.755" v="6667" actId="14100"/>
          <ac:spMkLst>
            <pc:docMk/>
            <pc:sldMk cId="3915100109" sldId="306"/>
            <ac:spMk id="25" creationId="{2DF9D6F1-1890-FEA6-166A-61922B4A2137}"/>
          </ac:spMkLst>
        </pc:spChg>
        <pc:spChg chg="mod">
          <ac:chgData name="Hironari Yamada" userId="e57621f8-ec3c-449e-bb19-001fffcc008e" providerId="ADAL" clId="{BC0BD879-F267-5CCA-8DEA-E3B2DD07DA4E}" dt="2026-06-02T12:00:18.502" v="6602" actId="14100"/>
          <ac:spMkLst>
            <pc:docMk/>
            <pc:sldMk cId="3915100109" sldId="306"/>
            <ac:spMk id="27" creationId="{5B0451B1-EF14-4630-7D98-6A271AC64654}"/>
          </ac:spMkLst>
        </pc:spChg>
        <pc:spChg chg="mod">
          <ac:chgData name="Hironari Yamada" userId="e57621f8-ec3c-449e-bb19-001fffcc008e" providerId="ADAL" clId="{BC0BD879-F267-5CCA-8DEA-E3B2DD07DA4E}" dt="2026-06-02T12:01:08.250" v="6705" actId="20577"/>
          <ac:spMkLst>
            <pc:docMk/>
            <pc:sldMk cId="3915100109" sldId="306"/>
            <ac:spMk id="28" creationId="{B634C2B0-15F2-B1B6-0A13-D64F38E76E1D}"/>
          </ac:spMkLst>
        </pc:spChg>
        <pc:grpChg chg="add mod">
          <ac:chgData name="Hironari Yamada" userId="e57621f8-ec3c-449e-bb19-001fffcc008e" providerId="ADAL" clId="{BC0BD879-F267-5CCA-8DEA-E3B2DD07DA4E}" dt="2026-06-02T11:57:10.462" v="6448" actId="14100"/>
          <ac:grpSpMkLst>
            <pc:docMk/>
            <pc:sldMk cId="3915100109" sldId="306"/>
            <ac:grpSpMk id="12" creationId="{4DB19C18-7D82-3D8B-A48B-E5A257BF837D}"/>
          </ac:grpSpMkLst>
        </pc:grpChg>
        <pc:grpChg chg="add mod">
          <ac:chgData name="Hironari Yamada" userId="e57621f8-ec3c-449e-bb19-001fffcc008e" providerId="ADAL" clId="{BC0BD879-F267-5CCA-8DEA-E3B2DD07DA4E}" dt="2026-06-02T11:57:27.381" v="6452" actId="1076"/>
          <ac:grpSpMkLst>
            <pc:docMk/>
            <pc:sldMk cId="3915100109" sldId="306"/>
            <ac:grpSpMk id="14" creationId="{F16A0C8E-AFDC-9937-3BB0-5A8115789A81}"/>
          </ac:grpSpMkLst>
        </pc:grpChg>
        <pc:grpChg chg="add mod">
          <ac:chgData name="Hironari Yamada" userId="e57621f8-ec3c-449e-bb19-001fffcc008e" providerId="ADAL" clId="{BC0BD879-F267-5CCA-8DEA-E3B2DD07DA4E}" dt="2026-06-02T11:57:39.395" v="6458" actId="1076"/>
          <ac:grpSpMkLst>
            <pc:docMk/>
            <pc:sldMk cId="3915100109" sldId="306"/>
            <ac:grpSpMk id="17" creationId="{69C3653E-C3BF-A1CD-579B-B1F4097D5809}"/>
          </ac:grpSpMkLst>
        </pc:grpChg>
        <pc:grpChg chg="add mod">
          <ac:chgData name="Hironari Yamada" userId="e57621f8-ec3c-449e-bb19-001fffcc008e" providerId="ADAL" clId="{BC0BD879-F267-5CCA-8DEA-E3B2DD07DA4E}" dt="2026-06-02T11:58:15.191" v="6466" actId="1076"/>
          <ac:grpSpMkLst>
            <pc:docMk/>
            <pc:sldMk cId="3915100109" sldId="306"/>
            <ac:grpSpMk id="20" creationId="{4114F808-CC82-E865-135F-876F88E9B700}"/>
          </ac:grpSpMkLst>
        </pc:grpChg>
        <pc:grpChg chg="add mod">
          <ac:chgData name="Hironari Yamada" userId="e57621f8-ec3c-449e-bb19-001fffcc008e" providerId="ADAL" clId="{BC0BD879-F267-5CCA-8DEA-E3B2DD07DA4E}" dt="2026-06-02T11:59:38.917" v="6549" actId="1076"/>
          <ac:grpSpMkLst>
            <pc:docMk/>
            <pc:sldMk cId="3915100109" sldId="306"/>
            <ac:grpSpMk id="23" creationId="{D4FD899E-01A1-1DF5-7A41-D6ED94CC1AE9}"/>
          </ac:grpSpMkLst>
        </pc:grpChg>
        <pc:grpChg chg="add mod">
          <ac:chgData name="Hironari Yamada" userId="e57621f8-ec3c-449e-bb19-001fffcc008e" providerId="ADAL" clId="{BC0BD879-F267-5CCA-8DEA-E3B2DD07DA4E}" dt="2026-06-02T12:01:01.913" v="6669" actId="1076"/>
          <ac:grpSpMkLst>
            <pc:docMk/>
            <pc:sldMk cId="3915100109" sldId="306"/>
            <ac:grpSpMk id="26" creationId="{164D0221-5B19-D847-E402-69D5B198B6C3}"/>
          </ac:grpSpMkLst>
        </pc:grpChg>
        <pc:picChg chg="add mod">
          <ac:chgData name="Hironari Yamada" userId="e57621f8-ec3c-449e-bb19-001fffcc008e" providerId="ADAL" clId="{BC0BD879-F267-5CCA-8DEA-E3B2DD07DA4E}" dt="2026-06-02T11:56:11.449" v="6427" actId="1076"/>
          <ac:picMkLst>
            <pc:docMk/>
            <pc:sldMk cId="3915100109" sldId="306"/>
            <ac:picMk id="8" creationId="{32AD8637-4F6B-F148-A2F5-642DA9EC6CB4}"/>
          </ac:picMkLst>
        </pc:picChg>
      </pc:sldChg>
      <pc:sldChg chg="addSp delSp modSp add del mod">
        <pc:chgData name="Hironari Yamada" userId="e57621f8-ec3c-449e-bb19-001fffcc008e" providerId="ADAL" clId="{BC0BD879-F267-5CCA-8DEA-E3B2DD07DA4E}" dt="2026-06-09T06:48:04.145" v="20251" actId="2696"/>
        <pc:sldMkLst>
          <pc:docMk/>
          <pc:sldMk cId="1947620487" sldId="307"/>
        </pc:sldMkLst>
        <pc:spChg chg="mod">
          <ac:chgData name="Hironari Yamada" userId="e57621f8-ec3c-449e-bb19-001fffcc008e" providerId="ADAL" clId="{BC0BD879-F267-5CCA-8DEA-E3B2DD07DA4E}" dt="2026-06-09T06:45:15.611" v="20209"/>
          <ac:spMkLst>
            <pc:docMk/>
            <pc:sldMk cId="1947620487" sldId="307"/>
            <ac:spMk id="2" creationId="{079131CE-39BA-3495-9D81-5AB5922D2ABE}"/>
          </ac:spMkLst>
        </pc:spChg>
      </pc:sldChg>
      <pc:sldChg chg="addSp delSp modSp add del mod">
        <pc:chgData name="Hironari Yamada" userId="e57621f8-ec3c-449e-bb19-001fffcc008e" providerId="ADAL" clId="{BC0BD879-F267-5CCA-8DEA-E3B2DD07DA4E}" dt="2026-06-09T06:48:04.162" v="20258" actId="2696"/>
        <pc:sldMkLst>
          <pc:docMk/>
          <pc:sldMk cId="257366298" sldId="308"/>
        </pc:sldMkLst>
        <pc:spChg chg="mod">
          <ac:chgData name="Hironari Yamada" userId="e57621f8-ec3c-449e-bb19-001fffcc008e" providerId="ADAL" clId="{BC0BD879-F267-5CCA-8DEA-E3B2DD07DA4E}" dt="2026-06-09T06:45:15.611" v="20209"/>
          <ac:spMkLst>
            <pc:docMk/>
            <pc:sldMk cId="257366298" sldId="308"/>
            <ac:spMk id="2" creationId="{C6D3D445-6608-BA60-7671-3CE33D0CD73E}"/>
          </ac:spMkLst>
        </pc:spChg>
        <pc:spChg chg="add mod">
          <ac:chgData name="Hironari Yamada" userId="e57621f8-ec3c-449e-bb19-001fffcc008e" providerId="ADAL" clId="{BC0BD879-F267-5CCA-8DEA-E3B2DD07DA4E}" dt="2026-06-08T14:18:59.844" v="13386"/>
          <ac:spMkLst>
            <pc:docMk/>
            <pc:sldMk cId="257366298" sldId="308"/>
            <ac:spMk id="3" creationId="{51EE64DD-5DAD-471E-D203-18CE267E39B9}"/>
          </ac:spMkLst>
        </pc:spChg>
        <pc:spChg chg="add mod">
          <ac:chgData name="Hironari Yamada" userId="e57621f8-ec3c-449e-bb19-001fffcc008e" providerId="ADAL" clId="{BC0BD879-F267-5CCA-8DEA-E3B2DD07DA4E}" dt="2026-06-08T14:19:00.907" v="13387"/>
          <ac:spMkLst>
            <pc:docMk/>
            <pc:sldMk cId="257366298" sldId="308"/>
            <ac:spMk id="6" creationId="{FD663592-A1AA-11D3-B2A5-0D2CF9CDE4A1}"/>
          </ac:spMkLst>
        </pc:spChg>
        <pc:spChg chg="add del mod">
          <ac:chgData name="Hironari Yamada" userId="e57621f8-ec3c-449e-bb19-001fffcc008e" providerId="ADAL" clId="{BC0BD879-F267-5CCA-8DEA-E3B2DD07DA4E}" dt="2026-06-08T14:19:49.190" v="13390" actId="478"/>
          <ac:spMkLst>
            <pc:docMk/>
            <pc:sldMk cId="257366298" sldId="308"/>
            <ac:spMk id="8" creationId="{F2994BF3-EE7A-67A5-DDC7-994C59A5EA6F}"/>
          </ac:spMkLst>
        </pc:spChg>
        <pc:spChg chg="add mod">
          <ac:chgData name="Hironari Yamada" userId="e57621f8-ec3c-449e-bb19-001fffcc008e" providerId="ADAL" clId="{BC0BD879-F267-5CCA-8DEA-E3B2DD07DA4E}" dt="2026-06-08T14:19:51.407" v="13392" actId="1076"/>
          <ac:spMkLst>
            <pc:docMk/>
            <pc:sldMk cId="257366298" sldId="308"/>
            <ac:spMk id="10" creationId="{D129A467-7909-697B-0313-B2EB99573AC5}"/>
          </ac:spMkLst>
        </pc:spChg>
        <pc:spChg chg="add mod">
          <ac:chgData name="Hironari Yamada" userId="e57621f8-ec3c-449e-bb19-001fffcc008e" providerId="ADAL" clId="{BC0BD879-F267-5CCA-8DEA-E3B2DD07DA4E}" dt="2026-06-08T14:20:00.254" v="13393"/>
          <ac:spMkLst>
            <pc:docMk/>
            <pc:sldMk cId="257366298" sldId="308"/>
            <ac:spMk id="12" creationId="{11F96B0C-70B8-7C90-63B5-49A3C52A6F52}"/>
          </ac:spMkLst>
        </pc:spChg>
        <pc:spChg chg="add mod">
          <ac:chgData name="Hironari Yamada" userId="e57621f8-ec3c-449e-bb19-001fffcc008e" providerId="ADAL" clId="{BC0BD879-F267-5CCA-8DEA-E3B2DD07DA4E}" dt="2026-06-08T14:20:04.281" v="13394"/>
          <ac:spMkLst>
            <pc:docMk/>
            <pc:sldMk cId="257366298" sldId="308"/>
            <ac:spMk id="13" creationId="{BB9C2804-9475-0E8A-13C9-3FF210C6E514}"/>
          </ac:spMkLst>
        </pc:spChg>
        <pc:spChg chg="add mod">
          <ac:chgData name="Hironari Yamada" userId="e57621f8-ec3c-449e-bb19-001fffcc008e" providerId="ADAL" clId="{BC0BD879-F267-5CCA-8DEA-E3B2DD07DA4E}" dt="2026-06-08T14:20:06.874" v="13396" actId="1076"/>
          <ac:spMkLst>
            <pc:docMk/>
            <pc:sldMk cId="257366298" sldId="308"/>
            <ac:spMk id="15" creationId="{D1FDD572-D16A-08B7-FF07-43957409693D}"/>
          </ac:spMkLst>
        </pc:spChg>
        <pc:spChg chg="add mod">
          <ac:chgData name="Hironari Yamada" userId="e57621f8-ec3c-449e-bb19-001fffcc008e" providerId="ADAL" clId="{BC0BD879-F267-5CCA-8DEA-E3B2DD07DA4E}" dt="2026-06-08T14:20:06.874" v="13396" actId="1076"/>
          <ac:spMkLst>
            <pc:docMk/>
            <pc:sldMk cId="257366298" sldId="308"/>
            <ac:spMk id="16" creationId="{14B12645-2136-ECDD-EA8F-AFF93B2F5A22}"/>
          </ac:spMkLst>
        </pc:spChg>
        <pc:spChg chg="add mod">
          <ac:chgData name="Hironari Yamada" userId="e57621f8-ec3c-449e-bb19-001fffcc008e" providerId="ADAL" clId="{BC0BD879-F267-5CCA-8DEA-E3B2DD07DA4E}" dt="2026-06-08T14:20:21.114" v="13397"/>
          <ac:spMkLst>
            <pc:docMk/>
            <pc:sldMk cId="257366298" sldId="308"/>
            <ac:spMk id="18" creationId="{B3C4D91B-BF3B-0428-8B19-353A50CED79D}"/>
          </ac:spMkLst>
        </pc:spChg>
        <pc:spChg chg="add mod">
          <ac:chgData name="Hironari Yamada" userId="e57621f8-ec3c-449e-bb19-001fffcc008e" providerId="ADAL" clId="{BC0BD879-F267-5CCA-8DEA-E3B2DD07DA4E}" dt="2026-06-08T14:20:21.114" v="13397"/>
          <ac:spMkLst>
            <pc:docMk/>
            <pc:sldMk cId="257366298" sldId="308"/>
            <ac:spMk id="19" creationId="{4F7B4CF1-E165-A995-9F89-9C6D2432A990}"/>
          </ac:spMkLst>
        </pc:spChg>
        <pc:spChg chg="add mod">
          <ac:chgData name="Hironari Yamada" userId="e57621f8-ec3c-449e-bb19-001fffcc008e" providerId="ADAL" clId="{BC0BD879-F267-5CCA-8DEA-E3B2DD07DA4E}" dt="2026-06-08T14:20:21.114" v="13397"/>
          <ac:spMkLst>
            <pc:docMk/>
            <pc:sldMk cId="257366298" sldId="308"/>
            <ac:spMk id="20" creationId="{23004CCE-AC66-1B15-F551-22C2D38AABEA}"/>
          </ac:spMkLst>
        </pc:spChg>
        <pc:spChg chg="add mod">
          <ac:chgData name="Hironari Yamada" userId="e57621f8-ec3c-449e-bb19-001fffcc008e" providerId="ADAL" clId="{BC0BD879-F267-5CCA-8DEA-E3B2DD07DA4E}" dt="2026-06-08T14:20:21.114" v="13397"/>
          <ac:spMkLst>
            <pc:docMk/>
            <pc:sldMk cId="257366298" sldId="308"/>
            <ac:spMk id="24" creationId="{B034562F-7990-FCD3-22F6-C15A9189E568}"/>
          </ac:spMkLst>
        </pc:spChg>
        <pc:spChg chg="add mod">
          <ac:chgData name="Hironari Yamada" userId="e57621f8-ec3c-449e-bb19-001fffcc008e" providerId="ADAL" clId="{BC0BD879-F267-5CCA-8DEA-E3B2DD07DA4E}" dt="2026-06-08T14:20:21.114" v="13397"/>
          <ac:spMkLst>
            <pc:docMk/>
            <pc:sldMk cId="257366298" sldId="308"/>
            <ac:spMk id="25" creationId="{3C37DFE3-6787-D821-BFEF-8B6A4FB01683}"/>
          </ac:spMkLst>
        </pc:spChg>
        <pc:spChg chg="add mod">
          <ac:chgData name="Hironari Yamada" userId="e57621f8-ec3c-449e-bb19-001fffcc008e" providerId="ADAL" clId="{BC0BD879-F267-5CCA-8DEA-E3B2DD07DA4E}" dt="2026-06-08T14:20:21.114" v="13397"/>
          <ac:spMkLst>
            <pc:docMk/>
            <pc:sldMk cId="257366298" sldId="308"/>
            <ac:spMk id="26" creationId="{F56F9065-BBEE-1ECB-6E97-4BF985581AA6}"/>
          </ac:spMkLst>
        </pc:spChg>
        <pc:spChg chg="add mod">
          <ac:chgData name="Hironari Yamada" userId="e57621f8-ec3c-449e-bb19-001fffcc008e" providerId="ADAL" clId="{BC0BD879-F267-5CCA-8DEA-E3B2DD07DA4E}" dt="2026-06-08T14:20:21.114" v="13397"/>
          <ac:spMkLst>
            <pc:docMk/>
            <pc:sldMk cId="257366298" sldId="308"/>
            <ac:spMk id="27" creationId="{870A1604-A458-5B28-3F85-149425516102}"/>
          </ac:spMkLst>
        </pc:spChg>
        <pc:graphicFrameChg chg="add mod">
          <ac:chgData name="Hironari Yamada" userId="e57621f8-ec3c-449e-bb19-001fffcc008e" providerId="ADAL" clId="{BC0BD879-F267-5CCA-8DEA-E3B2DD07DA4E}" dt="2026-06-08T14:20:21.114" v="13397"/>
          <ac:graphicFrameMkLst>
            <pc:docMk/>
            <pc:sldMk cId="257366298" sldId="308"/>
            <ac:graphicFrameMk id="21" creationId="{C059E26D-DED0-3D8F-A899-56036AA63700}"/>
          </ac:graphicFrameMkLst>
        </pc:graphicFrameChg>
        <pc:graphicFrameChg chg="add mod">
          <ac:chgData name="Hironari Yamada" userId="e57621f8-ec3c-449e-bb19-001fffcc008e" providerId="ADAL" clId="{BC0BD879-F267-5CCA-8DEA-E3B2DD07DA4E}" dt="2026-06-08T14:20:21.114" v="13397"/>
          <ac:graphicFrameMkLst>
            <pc:docMk/>
            <pc:sldMk cId="257366298" sldId="308"/>
            <ac:graphicFrameMk id="29" creationId="{8E839BB6-58F3-ACF6-2E17-60A6D5A9BFAB}"/>
          </ac:graphicFrameMkLst>
        </pc:graphicFrameChg>
        <pc:picChg chg="add mod">
          <ac:chgData name="Hironari Yamada" userId="e57621f8-ec3c-449e-bb19-001fffcc008e" providerId="ADAL" clId="{BC0BD879-F267-5CCA-8DEA-E3B2DD07DA4E}" dt="2026-06-08T14:19:00.907" v="13387"/>
          <ac:picMkLst>
            <pc:docMk/>
            <pc:sldMk cId="257366298" sldId="308"/>
            <ac:picMk id="7" creationId="{378EFD38-E519-217D-94EC-005E9819A9AB}"/>
          </ac:picMkLst>
        </pc:picChg>
        <pc:picChg chg="add mod">
          <ac:chgData name="Hironari Yamada" userId="e57621f8-ec3c-449e-bb19-001fffcc008e" providerId="ADAL" clId="{BC0BD879-F267-5CCA-8DEA-E3B2DD07DA4E}" dt="2026-06-08T14:20:04.281" v="13394"/>
          <ac:picMkLst>
            <pc:docMk/>
            <pc:sldMk cId="257366298" sldId="308"/>
            <ac:picMk id="14" creationId="{330271C9-D152-DE43-3DA6-CE6194BF5A43}"/>
          </ac:picMkLst>
        </pc:picChg>
        <pc:picChg chg="add mod">
          <ac:chgData name="Hironari Yamada" userId="e57621f8-ec3c-449e-bb19-001fffcc008e" providerId="ADAL" clId="{BC0BD879-F267-5CCA-8DEA-E3B2DD07DA4E}" dt="2026-06-08T14:20:06.874" v="13396" actId="1076"/>
          <ac:picMkLst>
            <pc:docMk/>
            <pc:sldMk cId="257366298" sldId="308"/>
            <ac:picMk id="17" creationId="{796BC880-3FCC-764D-22D2-B734560E6E0E}"/>
          </ac:picMkLst>
        </pc:picChg>
        <pc:picChg chg="add mod">
          <ac:chgData name="Hironari Yamada" userId="e57621f8-ec3c-449e-bb19-001fffcc008e" providerId="ADAL" clId="{BC0BD879-F267-5CCA-8DEA-E3B2DD07DA4E}" dt="2026-06-08T14:20:21.114" v="13397"/>
          <ac:picMkLst>
            <pc:docMk/>
            <pc:sldMk cId="257366298" sldId="308"/>
            <ac:picMk id="22" creationId="{028D05BE-1BBB-0219-0574-2DAA39DAAC59}"/>
          </ac:picMkLst>
        </pc:picChg>
        <pc:cxnChg chg="add mod">
          <ac:chgData name="Hironari Yamada" userId="e57621f8-ec3c-449e-bb19-001fffcc008e" providerId="ADAL" clId="{BC0BD879-F267-5CCA-8DEA-E3B2DD07DA4E}" dt="2026-06-08T14:19:51.407" v="13392" actId="1076"/>
          <ac:cxnSpMkLst>
            <pc:docMk/>
            <pc:sldMk cId="257366298" sldId="308"/>
            <ac:cxnSpMk id="11" creationId="{F9D9D486-493F-F722-54AA-904322B30D45}"/>
          </ac:cxnSpMkLst>
        </pc:cxnChg>
      </pc:sldChg>
      <pc:sldChg chg="addSp delSp modSp add del mod">
        <pc:chgData name="Hironari Yamada" userId="e57621f8-ec3c-449e-bb19-001fffcc008e" providerId="ADAL" clId="{BC0BD879-F267-5CCA-8DEA-E3B2DD07DA4E}" dt="2026-06-09T06:48:04.149" v="20253" actId="2696"/>
        <pc:sldMkLst>
          <pc:docMk/>
          <pc:sldMk cId="1268172373" sldId="310"/>
        </pc:sldMkLst>
        <pc:spChg chg="mod">
          <ac:chgData name="Hironari Yamada" userId="e57621f8-ec3c-449e-bb19-001fffcc008e" providerId="ADAL" clId="{BC0BD879-F267-5CCA-8DEA-E3B2DD07DA4E}" dt="2026-06-09T06:45:15.611" v="20209"/>
          <ac:spMkLst>
            <pc:docMk/>
            <pc:sldMk cId="1268172373" sldId="310"/>
            <ac:spMk id="2" creationId="{3E1E1F41-D3D8-041B-953D-B11972E8EEA7}"/>
          </ac:spMkLst>
        </pc:spChg>
      </pc:sldChg>
      <pc:sldChg chg="addSp delSp modSp add del mod">
        <pc:chgData name="Hironari Yamada" userId="e57621f8-ec3c-449e-bb19-001fffcc008e" providerId="ADAL" clId="{BC0BD879-F267-5CCA-8DEA-E3B2DD07DA4E}" dt="2026-06-09T12:26:47.244" v="22047" actId="2696"/>
        <pc:sldMkLst>
          <pc:docMk/>
          <pc:sldMk cId="2340499356" sldId="311"/>
        </pc:sldMkLst>
        <pc:spChg chg="mod">
          <ac:chgData name="Hironari Yamada" userId="e57621f8-ec3c-449e-bb19-001fffcc008e" providerId="ADAL" clId="{BC0BD879-F267-5CCA-8DEA-E3B2DD07DA4E}" dt="2026-06-09T06:45:15.611" v="20209"/>
          <ac:spMkLst>
            <pc:docMk/>
            <pc:sldMk cId="2340499356" sldId="311"/>
            <ac:spMk id="2" creationId="{132FF99C-E01A-4274-D32E-4BFA578AC905}"/>
          </ac:spMkLst>
        </pc:spChg>
      </pc:sldChg>
      <pc:sldChg chg="addSp modSp add del mod">
        <pc:chgData name="Hironari Yamada" userId="e57621f8-ec3c-449e-bb19-001fffcc008e" providerId="ADAL" clId="{BC0BD879-F267-5CCA-8DEA-E3B2DD07DA4E}" dt="2026-06-09T14:36:28.711" v="25971" actId="2696"/>
        <pc:sldMkLst>
          <pc:docMk/>
          <pc:sldMk cId="2960978599" sldId="312"/>
        </pc:sldMkLst>
        <pc:spChg chg="mod">
          <ac:chgData name="Hironari Yamada" userId="e57621f8-ec3c-449e-bb19-001fffcc008e" providerId="ADAL" clId="{BC0BD879-F267-5CCA-8DEA-E3B2DD07DA4E}" dt="2026-06-09T06:45:15.611" v="20209"/>
          <ac:spMkLst>
            <pc:docMk/>
            <pc:sldMk cId="2960978599" sldId="312"/>
            <ac:spMk id="2" creationId="{86EDB195-D619-A39F-A595-97547C2FB379}"/>
          </ac:spMkLst>
        </pc:spChg>
        <pc:spChg chg="add mod">
          <ac:chgData name="Hironari Yamada" userId="e57621f8-ec3c-449e-bb19-001fffcc008e" providerId="ADAL" clId="{BC0BD879-F267-5CCA-8DEA-E3B2DD07DA4E}" dt="2026-06-09T01:10:01.727" v="13695" actId="14100"/>
          <ac:spMkLst>
            <pc:docMk/>
            <pc:sldMk cId="2960978599" sldId="312"/>
            <ac:spMk id="8" creationId="{F940035B-A820-346B-AE35-EA74E5DE589A}"/>
          </ac:spMkLst>
        </pc:spChg>
        <pc:spChg chg="add mod">
          <ac:chgData name="Hironari Yamada" userId="e57621f8-ec3c-449e-bb19-001fffcc008e" providerId="ADAL" clId="{BC0BD879-F267-5CCA-8DEA-E3B2DD07DA4E}" dt="2026-06-09T01:51:38.446" v="14795" actId="20577"/>
          <ac:spMkLst>
            <pc:docMk/>
            <pc:sldMk cId="2960978599" sldId="312"/>
            <ac:spMk id="10" creationId="{B1491109-952D-DA5E-1C68-2A4F4444D7A5}"/>
          </ac:spMkLst>
        </pc:spChg>
        <pc:spChg chg="add mod">
          <ac:chgData name="Hironari Yamada" userId="e57621f8-ec3c-449e-bb19-001fffcc008e" providerId="ADAL" clId="{BC0BD879-F267-5CCA-8DEA-E3B2DD07DA4E}" dt="2026-06-09T01:10:32.160" v="13743" actId="14100"/>
          <ac:spMkLst>
            <pc:docMk/>
            <pc:sldMk cId="2960978599" sldId="312"/>
            <ac:spMk id="11" creationId="{4D333D8A-8CBB-44D5-BFAD-97C814C58EFD}"/>
          </ac:spMkLst>
        </pc:spChg>
        <pc:spChg chg="add mod">
          <ac:chgData name="Hironari Yamada" userId="e57621f8-ec3c-449e-bb19-001fffcc008e" providerId="ADAL" clId="{BC0BD879-F267-5CCA-8DEA-E3B2DD07DA4E}" dt="2026-06-09T01:51:50.476" v="14807" actId="20577"/>
          <ac:spMkLst>
            <pc:docMk/>
            <pc:sldMk cId="2960978599" sldId="312"/>
            <ac:spMk id="12" creationId="{6DD9E797-9ADD-FFE1-B88F-06F292E859D8}"/>
          </ac:spMkLst>
        </pc:spChg>
        <pc:spChg chg="add mod">
          <ac:chgData name="Hironari Yamada" userId="e57621f8-ec3c-449e-bb19-001fffcc008e" providerId="ADAL" clId="{BC0BD879-F267-5CCA-8DEA-E3B2DD07DA4E}" dt="2026-06-09T01:10:57.600" v="13763" actId="1076"/>
          <ac:spMkLst>
            <pc:docMk/>
            <pc:sldMk cId="2960978599" sldId="312"/>
            <ac:spMk id="13" creationId="{636757B2-DF43-D13D-8B21-FB7019DAFB16}"/>
          </ac:spMkLst>
        </pc:spChg>
        <pc:spChg chg="add mod">
          <ac:chgData name="Hironari Yamada" userId="e57621f8-ec3c-449e-bb19-001fffcc008e" providerId="ADAL" clId="{BC0BD879-F267-5CCA-8DEA-E3B2DD07DA4E}" dt="2026-06-09T01:10:57.600" v="13763" actId="1076"/>
          <ac:spMkLst>
            <pc:docMk/>
            <pc:sldMk cId="2960978599" sldId="312"/>
            <ac:spMk id="14" creationId="{59A14EC4-127D-0223-FC5E-3EC8482198F9}"/>
          </ac:spMkLst>
        </pc:spChg>
      </pc:sldChg>
      <pc:sldChg chg="addSp modSp add del mod">
        <pc:chgData name="Hironari Yamada" userId="e57621f8-ec3c-449e-bb19-001fffcc008e" providerId="ADAL" clId="{BC0BD879-F267-5CCA-8DEA-E3B2DD07DA4E}" dt="2026-06-09T14:36:28.714" v="25975" actId="2696"/>
        <pc:sldMkLst>
          <pc:docMk/>
          <pc:sldMk cId="711727451" sldId="313"/>
        </pc:sldMkLst>
        <pc:spChg chg="mod">
          <ac:chgData name="Hironari Yamada" userId="e57621f8-ec3c-449e-bb19-001fffcc008e" providerId="ADAL" clId="{BC0BD879-F267-5CCA-8DEA-E3B2DD07DA4E}" dt="2026-06-09T06:45:15.611" v="20209"/>
          <ac:spMkLst>
            <pc:docMk/>
            <pc:sldMk cId="711727451" sldId="313"/>
            <ac:spMk id="2" creationId="{534A3E9B-71DF-F2B5-C52E-DF483B0AB44D}"/>
          </ac:spMkLst>
        </pc:spChg>
        <pc:spChg chg="mod">
          <ac:chgData name="Hironari Yamada" userId="e57621f8-ec3c-449e-bb19-001fffcc008e" providerId="ADAL" clId="{BC0BD879-F267-5CCA-8DEA-E3B2DD07DA4E}" dt="2026-06-08T04:08:27.577" v="11802" actId="20577"/>
          <ac:spMkLst>
            <pc:docMk/>
            <pc:sldMk cId="711727451" sldId="313"/>
            <ac:spMk id="5" creationId="{68ABCECD-C718-97D0-C1AF-B1D4566CF9BC}"/>
          </ac:spMkLst>
        </pc:spChg>
        <pc:spChg chg="add mod">
          <ac:chgData name="Hironari Yamada" userId="e57621f8-ec3c-449e-bb19-001fffcc008e" providerId="ADAL" clId="{BC0BD879-F267-5CCA-8DEA-E3B2DD07DA4E}" dt="2026-06-09T01:23:10.220" v="14519" actId="1076"/>
          <ac:spMkLst>
            <pc:docMk/>
            <pc:sldMk cId="711727451" sldId="313"/>
            <ac:spMk id="8" creationId="{FA41891D-DFC2-FEC4-1A0F-85D9D17B4E8A}"/>
          </ac:spMkLst>
        </pc:spChg>
        <pc:spChg chg="mod">
          <ac:chgData name="Hironari Yamada" userId="e57621f8-ec3c-449e-bb19-001fffcc008e" providerId="ADAL" clId="{BC0BD879-F267-5CCA-8DEA-E3B2DD07DA4E}" dt="2026-06-08T04:04:29.146" v="11661" actId="2711"/>
          <ac:spMkLst>
            <pc:docMk/>
            <pc:sldMk cId="711727451" sldId="313"/>
            <ac:spMk id="9" creationId="{4B80A000-F084-2730-D82E-EC62A32E532D}"/>
          </ac:spMkLst>
        </pc:spChg>
        <pc:spChg chg="add mod">
          <ac:chgData name="Hironari Yamada" userId="e57621f8-ec3c-449e-bb19-001fffcc008e" providerId="ADAL" clId="{BC0BD879-F267-5CCA-8DEA-E3B2DD07DA4E}" dt="2026-06-09T01:23:32.588" v="14636" actId="20577"/>
          <ac:spMkLst>
            <pc:docMk/>
            <pc:sldMk cId="711727451" sldId="313"/>
            <ac:spMk id="10" creationId="{6C693C85-4530-5E3E-8298-E941A9C3B35C}"/>
          </ac:spMkLst>
        </pc:spChg>
        <pc:spChg chg="add mod">
          <ac:chgData name="Hironari Yamada" userId="e57621f8-ec3c-449e-bb19-001fffcc008e" providerId="ADAL" clId="{BC0BD879-F267-5CCA-8DEA-E3B2DD07DA4E}" dt="2026-06-09T01:23:50.741" v="14640" actId="14100"/>
          <ac:spMkLst>
            <pc:docMk/>
            <pc:sldMk cId="711727451" sldId="313"/>
            <ac:spMk id="11" creationId="{19B52377-6BD1-C2BF-249F-4B81B9A960AF}"/>
          </ac:spMkLst>
        </pc:spChg>
        <pc:spChg chg="add mod">
          <ac:chgData name="Hironari Yamada" userId="e57621f8-ec3c-449e-bb19-001fffcc008e" providerId="ADAL" clId="{BC0BD879-F267-5CCA-8DEA-E3B2DD07DA4E}" dt="2026-06-09T01:24:04.125" v="14687" actId="20577"/>
          <ac:spMkLst>
            <pc:docMk/>
            <pc:sldMk cId="711727451" sldId="313"/>
            <ac:spMk id="12" creationId="{64F831B8-ACC2-95DA-A634-E3ED3C5BE841}"/>
          </ac:spMkLst>
        </pc:spChg>
        <pc:picChg chg="add mod">
          <ac:chgData name="Hironari Yamada" userId="e57621f8-ec3c-449e-bb19-001fffcc008e" providerId="ADAL" clId="{BC0BD879-F267-5CCA-8DEA-E3B2DD07DA4E}" dt="2026-06-08T04:07:17.207" v="11752" actId="1076"/>
          <ac:picMkLst>
            <pc:docMk/>
            <pc:sldMk cId="711727451" sldId="313"/>
            <ac:picMk id="3" creationId="{790BC0B3-C9C4-4ABF-EC76-FB8CBDFB6A6D}"/>
          </ac:picMkLst>
        </pc:picChg>
        <pc:picChg chg="add mod">
          <ac:chgData name="Hironari Yamada" userId="e57621f8-ec3c-449e-bb19-001fffcc008e" providerId="ADAL" clId="{BC0BD879-F267-5CCA-8DEA-E3B2DD07DA4E}" dt="2026-06-08T04:08:16.456" v="11757" actId="1076"/>
          <ac:picMkLst>
            <pc:docMk/>
            <pc:sldMk cId="711727451" sldId="313"/>
            <ac:picMk id="7" creationId="{8F8E5791-9963-32F8-DF49-40EF9CA8DF15}"/>
          </ac:picMkLst>
        </pc:picChg>
      </pc:sldChg>
      <pc:sldChg chg="addSp modSp add del mod">
        <pc:chgData name="Hironari Yamada" userId="e57621f8-ec3c-449e-bb19-001fffcc008e" providerId="ADAL" clId="{BC0BD879-F267-5CCA-8DEA-E3B2DD07DA4E}" dt="2026-06-09T14:36:28.712" v="25972" actId="2696"/>
        <pc:sldMkLst>
          <pc:docMk/>
          <pc:sldMk cId="3003813857" sldId="314"/>
        </pc:sldMkLst>
        <pc:spChg chg="mod">
          <ac:chgData name="Hironari Yamada" userId="e57621f8-ec3c-449e-bb19-001fffcc008e" providerId="ADAL" clId="{BC0BD879-F267-5CCA-8DEA-E3B2DD07DA4E}" dt="2026-06-09T06:45:15.611" v="20209"/>
          <ac:spMkLst>
            <pc:docMk/>
            <pc:sldMk cId="3003813857" sldId="314"/>
            <ac:spMk id="2" creationId="{9BF8F81C-9D4F-D2A2-1B4D-2A0F83890079}"/>
          </ac:spMkLst>
        </pc:spChg>
        <pc:spChg chg="add mod">
          <ac:chgData name="Hironari Yamada" userId="e57621f8-ec3c-449e-bb19-001fffcc008e" providerId="ADAL" clId="{BC0BD879-F267-5CCA-8DEA-E3B2DD07DA4E}" dt="2026-06-08T04:14:42.520" v="12225" actId="1076"/>
          <ac:spMkLst>
            <pc:docMk/>
            <pc:sldMk cId="3003813857" sldId="314"/>
            <ac:spMk id="3" creationId="{B34A79B8-7B2D-3E33-A1A2-F0E892D5A39D}"/>
          </ac:spMkLst>
        </pc:spChg>
        <pc:spChg chg="mod">
          <ac:chgData name="Hironari Yamada" userId="e57621f8-ec3c-449e-bb19-001fffcc008e" providerId="ADAL" clId="{BC0BD879-F267-5CCA-8DEA-E3B2DD07DA4E}" dt="2026-06-08T04:12:51.547" v="12055"/>
          <ac:spMkLst>
            <pc:docMk/>
            <pc:sldMk cId="3003813857" sldId="314"/>
            <ac:spMk id="5" creationId="{63285F27-F5A8-C207-DE79-7E04B331E71D}"/>
          </ac:spMkLst>
        </pc:spChg>
        <pc:spChg chg="mod">
          <ac:chgData name="Hironari Yamada" userId="e57621f8-ec3c-449e-bb19-001fffcc008e" providerId="ADAL" clId="{BC0BD879-F267-5CCA-8DEA-E3B2DD07DA4E}" dt="2026-06-08T04:14:57.966" v="12229" actId="14100"/>
          <ac:spMkLst>
            <pc:docMk/>
            <pc:sldMk cId="3003813857" sldId="314"/>
            <ac:spMk id="6" creationId="{29BF42EE-03AB-3F5B-9F3C-8FB3FB8D88B2}"/>
          </ac:spMkLst>
        </pc:spChg>
        <pc:spChg chg="mod">
          <ac:chgData name="Hironari Yamada" userId="e57621f8-ec3c-449e-bb19-001fffcc008e" providerId="ADAL" clId="{BC0BD879-F267-5CCA-8DEA-E3B2DD07DA4E}" dt="2026-06-08T04:08:35.439" v="11803"/>
          <ac:spMkLst>
            <pc:docMk/>
            <pc:sldMk cId="3003813857" sldId="314"/>
            <ac:spMk id="9" creationId="{965F1ABC-F820-B423-62E5-6BD2D8405EB0}"/>
          </ac:spMkLst>
        </pc:spChg>
        <pc:spChg chg="add mod">
          <ac:chgData name="Hironari Yamada" userId="e57621f8-ec3c-449e-bb19-001fffcc008e" providerId="ADAL" clId="{BC0BD879-F267-5CCA-8DEA-E3B2DD07DA4E}" dt="2026-06-08T04:17:02.953" v="12306" actId="14100"/>
          <ac:spMkLst>
            <pc:docMk/>
            <pc:sldMk cId="3003813857" sldId="314"/>
            <ac:spMk id="10" creationId="{50DAC822-62BB-AA56-D00A-4B1EEBCFF5F5}"/>
          </ac:spMkLst>
        </pc:spChg>
        <pc:spChg chg="add mod">
          <ac:chgData name="Hironari Yamada" userId="e57621f8-ec3c-449e-bb19-001fffcc008e" providerId="ADAL" clId="{BC0BD879-F267-5CCA-8DEA-E3B2DD07DA4E}" dt="2026-06-08T04:17:10.242" v="12310" actId="14100"/>
          <ac:spMkLst>
            <pc:docMk/>
            <pc:sldMk cId="3003813857" sldId="314"/>
            <ac:spMk id="11" creationId="{AE43F47E-80C6-3898-66DC-33385075AF0D}"/>
          </ac:spMkLst>
        </pc:spChg>
        <pc:spChg chg="add mod">
          <ac:chgData name="Hironari Yamada" userId="e57621f8-ec3c-449e-bb19-001fffcc008e" providerId="ADAL" clId="{BC0BD879-F267-5CCA-8DEA-E3B2DD07DA4E}" dt="2026-06-08T04:17:07.517" v="12309" actId="14100"/>
          <ac:spMkLst>
            <pc:docMk/>
            <pc:sldMk cId="3003813857" sldId="314"/>
            <ac:spMk id="12" creationId="{73CB6FDB-F081-2513-DF65-B30EADC5CCA9}"/>
          </ac:spMkLst>
        </pc:spChg>
        <pc:spChg chg="add mod">
          <ac:chgData name="Hironari Yamada" userId="e57621f8-ec3c-449e-bb19-001fffcc008e" providerId="ADAL" clId="{BC0BD879-F267-5CCA-8DEA-E3B2DD07DA4E}" dt="2026-06-08T04:17:25.812" v="12373" actId="20577"/>
          <ac:spMkLst>
            <pc:docMk/>
            <pc:sldMk cId="3003813857" sldId="314"/>
            <ac:spMk id="13" creationId="{F38DF840-4B6B-78D0-61B9-111769F704CB}"/>
          </ac:spMkLst>
        </pc:spChg>
        <pc:spChg chg="add mod">
          <ac:chgData name="Hironari Yamada" userId="e57621f8-ec3c-449e-bb19-001fffcc008e" providerId="ADAL" clId="{BC0BD879-F267-5CCA-8DEA-E3B2DD07DA4E}" dt="2026-06-08T04:17:36.158" v="12377" actId="14100"/>
          <ac:spMkLst>
            <pc:docMk/>
            <pc:sldMk cId="3003813857" sldId="314"/>
            <ac:spMk id="14" creationId="{B14D4FF0-4286-677D-9C36-B5405CD7D9C0}"/>
          </ac:spMkLst>
        </pc:spChg>
        <pc:spChg chg="add mod">
          <ac:chgData name="Hironari Yamada" userId="e57621f8-ec3c-449e-bb19-001fffcc008e" providerId="ADAL" clId="{BC0BD879-F267-5CCA-8DEA-E3B2DD07DA4E}" dt="2026-06-08T04:17:44.393" v="12380" actId="14100"/>
          <ac:spMkLst>
            <pc:docMk/>
            <pc:sldMk cId="3003813857" sldId="314"/>
            <ac:spMk id="15" creationId="{3771CAFD-06DA-A091-88DE-A7FC0C26AFBF}"/>
          </ac:spMkLst>
        </pc:spChg>
        <pc:spChg chg="add mod">
          <ac:chgData name="Hironari Yamada" userId="e57621f8-ec3c-449e-bb19-001fffcc008e" providerId="ADAL" clId="{BC0BD879-F267-5CCA-8DEA-E3B2DD07DA4E}" dt="2026-06-08T04:18:33.715" v="12441" actId="14100"/>
          <ac:spMkLst>
            <pc:docMk/>
            <pc:sldMk cId="3003813857" sldId="314"/>
            <ac:spMk id="18" creationId="{DE11D0E0-44A6-7D89-253F-BB7A9803B6E4}"/>
          </ac:spMkLst>
        </pc:spChg>
        <pc:spChg chg="add mod">
          <ac:chgData name="Hironari Yamada" userId="e57621f8-ec3c-449e-bb19-001fffcc008e" providerId="ADAL" clId="{BC0BD879-F267-5CCA-8DEA-E3B2DD07DA4E}" dt="2026-06-08T04:18:07.892" v="12391"/>
          <ac:spMkLst>
            <pc:docMk/>
            <pc:sldMk cId="3003813857" sldId="314"/>
            <ac:spMk id="19" creationId="{6E6AB879-0F8B-0636-17B4-81D4105FE476}"/>
          </ac:spMkLst>
        </pc:spChg>
        <pc:picChg chg="add mod">
          <ac:chgData name="Hironari Yamada" userId="e57621f8-ec3c-449e-bb19-001fffcc008e" providerId="ADAL" clId="{BC0BD879-F267-5CCA-8DEA-E3B2DD07DA4E}" dt="2026-06-08T04:14:59.481" v="12230" actId="1076"/>
          <ac:picMkLst>
            <pc:docMk/>
            <pc:sldMk cId="3003813857" sldId="314"/>
            <ac:picMk id="7" creationId="{D05C583B-34D7-30C2-CF1B-758945C4A643}"/>
          </ac:picMkLst>
        </pc:picChg>
        <pc:picChg chg="add mod">
          <ac:chgData name="Hironari Yamada" userId="e57621f8-ec3c-449e-bb19-001fffcc008e" providerId="ADAL" clId="{BC0BD879-F267-5CCA-8DEA-E3B2DD07DA4E}" dt="2026-06-08T04:16:24.752" v="12235" actId="1076"/>
          <ac:picMkLst>
            <pc:docMk/>
            <pc:sldMk cId="3003813857" sldId="314"/>
            <ac:picMk id="8" creationId="{CE822BF7-6A99-0DCB-10C7-7096CD1ABD12}"/>
          </ac:picMkLst>
        </pc:picChg>
        <pc:cxnChg chg="add mod">
          <ac:chgData name="Hironari Yamada" userId="e57621f8-ec3c-449e-bb19-001fffcc008e" providerId="ADAL" clId="{BC0BD879-F267-5CCA-8DEA-E3B2DD07DA4E}" dt="2026-06-08T04:17:57.677" v="12387" actId="692"/>
          <ac:cxnSpMkLst>
            <pc:docMk/>
            <pc:sldMk cId="3003813857" sldId="314"/>
            <ac:cxnSpMk id="17" creationId="{CBA78F54-F6EA-EBF7-1DC6-A796DA7E96F7}"/>
          </ac:cxnSpMkLst>
        </pc:cxnChg>
      </pc:sldChg>
      <pc:sldChg chg="addSp delSp modSp add del mod">
        <pc:chgData name="Hironari Yamada" userId="e57621f8-ec3c-449e-bb19-001fffcc008e" providerId="ADAL" clId="{BC0BD879-F267-5CCA-8DEA-E3B2DD07DA4E}" dt="2026-06-09T14:36:28.705" v="25968" actId="2696"/>
        <pc:sldMkLst>
          <pc:docMk/>
          <pc:sldMk cId="3868902695" sldId="315"/>
        </pc:sldMkLst>
        <pc:spChg chg="mod">
          <ac:chgData name="Hironari Yamada" userId="e57621f8-ec3c-449e-bb19-001fffcc008e" providerId="ADAL" clId="{BC0BD879-F267-5CCA-8DEA-E3B2DD07DA4E}" dt="2026-06-09T06:45:15.611" v="20209"/>
          <ac:spMkLst>
            <pc:docMk/>
            <pc:sldMk cId="3868902695" sldId="315"/>
            <ac:spMk id="2" creationId="{DBA4FC9E-583B-E57F-2E06-AE9128ABC219}"/>
          </ac:spMkLst>
        </pc:spChg>
        <pc:spChg chg="mod">
          <ac:chgData name="Hironari Yamada" userId="e57621f8-ec3c-449e-bb19-001fffcc008e" providerId="ADAL" clId="{BC0BD879-F267-5CCA-8DEA-E3B2DD07DA4E}" dt="2026-06-08T11:38:45.796" v="12450"/>
          <ac:spMkLst>
            <pc:docMk/>
            <pc:sldMk cId="3868902695" sldId="315"/>
            <ac:spMk id="5" creationId="{7C9E7E5F-DC2E-D0D2-2731-B6BA99594F4A}"/>
          </ac:spMkLst>
        </pc:spChg>
        <pc:spChg chg="add mod">
          <ac:chgData name="Hironari Yamada" userId="e57621f8-ec3c-449e-bb19-001fffcc008e" providerId="ADAL" clId="{BC0BD879-F267-5CCA-8DEA-E3B2DD07DA4E}" dt="2026-06-08T11:49:12.563" v="12460" actId="14100"/>
          <ac:spMkLst>
            <pc:docMk/>
            <pc:sldMk cId="3868902695" sldId="315"/>
            <ac:spMk id="7" creationId="{355F6B6B-08E9-78CA-23BA-CCD4C54C07E2}"/>
          </ac:spMkLst>
        </pc:spChg>
        <pc:spChg chg="add del mod">
          <ac:chgData name="Hironari Yamada" userId="e57621f8-ec3c-449e-bb19-001fffcc008e" providerId="ADAL" clId="{BC0BD879-F267-5CCA-8DEA-E3B2DD07DA4E}" dt="2026-06-09T01:49:42.255" v="14688" actId="478"/>
          <ac:spMkLst>
            <pc:docMk/>
            <pc:sldMk cId="3868902695" sldId="315"/>
            <ac:spMk id="8" creationId="{D806D9B9-BE9F-8F6A-EC20-D28B01CB182E}"/>
          </ac:spMkLst>
        </pc:spChg>
        <pc:spChg chg="mod">
          <ac:chgData name="Hironari Yamada" userId="e57621f8-ec3c-449e-bb19-001fffcc008e" providerId="ADAL" clId="{BC0BD879-F267-5CCA-8DEA-E3B2DD07DA4E}" dt="2026-06-08T11:38:37.325" v="12449" actId="20577"/>
          <ac:spMkLst>
            <pc:docMk/>
            <pc:sldMk cId="3868902695" sldId="315"/>
            <ac:spMk id="9" creationId="{1C648ED8-E5A6-AC17-1F67-26D0E2CA1898}"/>
          </ac:spMkLst>
        </pc:spChg>
        <pc:spChg chg="add mod">
          <ac:chgData name="Hironari Yamada" userId="e57621f8-ec3c-449e-bb19-001fffcc008e" providerId="ADAL" clId="{BC0BD879-F267-5CCA-8DEA-E3B2DD07DA4E}" dt="2026-06-09T01:49:59.754" v="14730" actId="14100"/>
          <ac:spMkLst>
            <pc:docMk/>
            <pc:sldMk cId="3868902695" sldId="315"/>
            <ac:spMk id="10" creationId="{8162370F-7321-5DCA-B63B-F54279CB8563}"/>
          </ac:spMkLst>
        </pc:spChg>
        <pc:spChg chg="add mod">
          <ac:chgData name="Hironari Yamada" userId="e57621f8-ec3c-449e-bb19-001fffcc008e" providerId="ADAL" clId="{BC0BD879-F267-5CCA-8DEA-E3B2DD07DA4E}" dt="2026-06-09T04:17:55.477" v="19407" actId="14100"/>
          <ac:spMkLst>
            <pc:docMk/>
            <pc:sldMk cId="3868902695" sldId="315"/>
            <ac:spMk id="11" creationId="{6C54953F-D63E-8EA4-47F6-5B65350350A1}"/>
          </ac:spMkLst>
        </pc:spChg>
        <pc:spChg chg="add mod">
          <ac:chgData name="Hironari Yamada" userId="e57621f8-ec3c-449e-bb19-001fffcc008e" providerId="ADAL" clId="{BC0BD879-F267-5CCA-8DEA-E3B2DD07DA4E}" dt="2026-06-09T04:18:09.522" v="19453" actId="20577"/>
          <ac:spMkLst>
            <pc:docMk/>
            <pc:sldMk cId="3868902695" sldId="315"/>
            <ac:spMk id="12" creationId="{D5FF7621-EDA6-4F32-6BDB-40F4C21B18F2}"/>
          </ac:spMkLst>
        </pc:spChg>
        <pc:picChg chg="add mod">
          <ac:chgData name="Hironari Yamada" userId="e57621f8-ec3c-449e-bb19-001fffcc008e" providerId="ADAL" clId="{BC0BD879-F267-5CCA-8DEA-E3B2DD07DA4E}" dt="2026-06-08T11:39:09.457" v="12455" actId="1076"/>
          <ac:picMkLst>
            <pc:docMk/>
            <pc:sldMk cId="3868902695" sldId="315"/>
            <ac:picMk id="3" creationId="{7223250D-244C-7F1A-9122-4A039DAF651B}"/>
          </ac:picMkLst>
        </pc:picChg>
      </pc:sldChg>
      <pc:sldChg chg="addSp delSp modSp add del mod">
        <pc:chgData name="Hironari Yamada" userId="e57621f8-ec3c-449e-bb19-001fffcc008e" providerId="ADAL" clId="{BC0BD879-F267-5CCA-8DEA-E3B2DD07DA4E}" dt="2026-06-09T14:36:28.716" v="25977" actId="2696"/>
        <pc:sldMkLst>
          <pc:docMk/>
          <pc:sldMk cId="344964886" sldId="316"/>
        </pc:sldMkLst>
        <pc:spChg chg="mod">
          <ac:chgData name="Hironari Yamada" userId="e57621f8-ec3c-449e-bb19-001fffcc008e" providerId="ADAL" clId="{BC0BD879-F267-5CCA-8DEA-E3B2DD07DA4E}" dt="2026-06-09T06:45:15.611" v="20209"/>
          <ac:spMkLst>
            <pc:docMk/>
            <pc:sldMk cId="344964886" sldId="316"/>
            <ac:spMk id="2" creationId="{71F5FA20-24E2-0EA0-94E5-526FC3191B8E}"/>
          </ac:spMkLst>
        </pc:spChg>
        <pc:spChg chg="add mod">
          <ac:chgData name="Hironari Yamada" userId="e57621f8-ec3c-449e-bb19-001fffcc008e" providerId="ADAL" clId="{BC0BD879-F267-5CCA-8DEA-E3B2DD07DA4E}" dt="2026-06-09T01:50:23.183" v="14732" actId="1076"/>
          <ac:spMkLst>
            <pc:docMk/>
            <pc:sldMk cId="344964886" sldId="316"/>
            <ac:spMk id="3" creationId="{54C210C6-0DF4-DAB7-88BC-015DB9956A4E}"/>
          </ac:spMkLst>
        </pc:spChg>
        <pc:spChg chg="mod">
          <ac:chgData name="Hironari Yamada" userId="e57621f8-ec3c-449e-bb19-001fffcc008e" providerId="ADAL" clId="{BC0BD879-F267-5CCA-8DEA-E3B2DD07DA4E}" dt="2026-06-08T11:50:44.674" v="12469"/>
          <ac:spMkLst>
            <pc:docMk/>
            <pc:sldMk cId="344964886" sldId="316"/>
            <ac:spMk id="5" creationId="{2DFDCAAE-EFF9-A51C-2E02-DA82F0EB5ECC}"/>
          </ac:spMkLst>
        </pc:spChg>
        <pc:spChg chg="add mod">
          <ac:chgData name="Hironari Yamada" userId="e57621f8-ec3c-449e-bb19-001fffcc008e" providerId="ADAL" clId="{BC0BD879-F267-5CCA-8DEA-E3B2DD07DA4E}" dt="2026-06-09T01:50:51.126" v="14758" actId="20577"/>
          <ac:spMkLst>
            <pc:docMk/>
            <pc:sldMk cId="344964886" sldId="316"/>
            <ac:spMk id="7" creationId="{B0E69E82-62FA-FE35-6F4B-0FE4EDB347E5}"/>
          </ac:spMkLst>
        </pc:spChg>
        <pc:spChg chg="add mod">
          <ac:chgData name="Hironari Yamada" userId="e57621f8-ec3c-449e-bb19-001fffcc008e" providerId="ADAL" clId="{BC0BD879-F267-5CCA-8DEA-E3B2DD07DA4E}" dt="2026-06-09T01:50:23.183" v="14732" actId="1076"/>
          <ac:spMkLst>
            <pc:docMk/>
            <pc:sldMk cId="344964886" sldId="316"/>
            <ac:spMk id="8" creationId="{41D3C14F-06C6-F206-911F-4B1C50C81B0B}"/>
          </ac:spMkLst>
        </pc:spChg>
        <pc:spChg chg="mod">
          <ac:chgData name="Hironari Yamada" userId="e57621f8-ec3c-449e-bb19-001fffcc008e" providerId="ADAL" clId="{BC0BD879-F267-5CCA-8DEA-E3B2DD07DA4E}" dt="2026-06-08T11:50:40.390" v="12468"/>
          <ac:spMkLst>
            <pc:docMk/>
            <pc:sldMk cId="344964886" sldId="316"/>
            <ac:spMk id="9" creationId="{552020E4-0CE3-5CB7-5DCD-66F43D86C2F3}"/>
          </ac:spMkLst>
        </pc:spChg>
        <pc:spChg chg="add mod">
          <ac:chgData name="Hironari Yamada" userId="e57621f8-ec3c-449e-bb19-001fffcc008e" providerId="ADAL" clId="{BC0BD879-F267-5CCA-8DEA-E3B2DD07DA4E}" dt="2026-06-09T01:50:53.207" v="14760" actId="20577"/>
          <ac:spMkLst>
            <pc:docMk/>
            <pc:sldMk cId="344964886" sldId="316"/>
            <ac:spMk id="10" creationId="{C57C3D68-070F-63EE-8968-A5AD4C556774}"/>
          </ac:spMkLst>
        </pc:spChg>
        <pc:spChg chg="add mod">
          <ac:chgData name="Hironari Yamada" userId="e57621f8-ec3c-449e-bb19-001fffcc008e" providerId="ADAL" clId="{BC0BD879-F267-5CCA-8DEA-E3B2DD07DA4E}" dt="2026-06-09T01:50:23.183" v="14732" actId="1076"/>
          <ac:spMkLst>
            <pc:docMk/>
            <pc:sldMk cId="344964886" sldId="316"/>
            <ac:spMk id="13" creationId="{7E236039-5008-0756-42EA-3F8BDD223053}"/>
          </ac:spMkLst>
        </pc:spChg>
        <pc:spChg chg="add mod">
          <ac:chgData name="Hironari Yamada" userId="e57621f8-ec3c-449e-bb19-001fffcc008e" providerId="ADAL" clId="{BC0BD879-F267-5CCA-8DEA-E3B2DD07DA4E}" dt="2026-06-09T01:50:23.183" v="14732" actId="1076"/>
          <ac:spMkLst>
            <pc:docMk/>
            <pc:sldMk cId="344964886" sldId="316"/>
            <ac:spMk id="14" creationId="{CCCF67E5-E089-390C-6729-97E845BB9843}"/>
          </ac:spMkLst>
        </pc:spChg>
        <pc:picChg chg="add del mod">
          <ac:chgData name="Hironari Yamada" userId="e57621f8-ec3c-449e-bb19-001fffcc008e" providerId="ADAL" clId="{BC0BD879-F267-5CCA-8DEA-E3B2DD07DA4E}" dt="2026-06-08T12:01:28.530" v="12523" actId="478"/>
          <ac:picMkLst>
            <pc:docMk/>
            <pc:sldMk cId="344964886" sldId="316"/>
            <ac:picMk id="7" creationId="{7DF3145E-42A4-E8AE-8E10-8CAD3E0AC06D}"/>
          </ac:picMkLst>
        </pc:picChg>
        <pc:picChg chg="add del mod">
          <ac:chgData name="Hironari Yamada" userId="e57621f8-ec3c-449e-bb19-001fffcc008e" providerId="ADAL" clId="{BC0BD879-F267-5CCA-8DEA-E3B2DD07DA4E}" dt="2026-06-08T12:02:38.764" v="12528" actId="478"/>
          <ac:picMkLst>
            <pc:docMk/>
            <pc:sldMk cId="344964886" sldId="316"/>
            <ac:picMk id="10" creationId="{16B4E274-EEE3-BD9F-B201-95A491149243}"/>
          </ac:picMkLst>
        </pc:picChg>
        <pc:picChg chg="add mod">
          <ac:chgData name="Hironari Yamada" userId="e57621f8-ec3c-449e-bb19-001fffcc008e" providerId="ADAL" clId="{BC0BD879-F267-5CCA-8DEA-E3B2DD07DA4E}" dt="2026-06-08T12:01:37.182" v="12527" actId="14100"/>
          <ac:picMkLst>
            <pc:docMk/>
            <pc:sldMk cId="344964886" sldId="316"/>
            <ac:picMk id="11" creationId="{D4257D26-1325-645B-CB49-2E03618D245A}"/>
          </ac:picMkLst>
        </pc:picChg>
        <pc:picChg chg="add mod">
          <ac:chgData name="Hironari Yamada" userId="e57621f8-ec3c-449e-bb19-001fffcc008e" providerId="ADAL" clId="{BC0BD879-F267-5CCA-8DEA-E3B2DD07DA4E}" dt="2026-06-08T12:02:44.792" v="12531" actId="1076"/>
          <ac:picMkLst>
            <pc:docMk/>
            <pc:sldMk cId="344964886" sldId="316"/>
            <ac:picMk id="12" creationId="{5118E16C-F079-17E5-2A63-8E93A2D79F6D}"/>
          </ac:picMkLst>
        </pc:picChg>
      </pc:sldChg>
      <pc:sldChg chg="addSp delSp modSp add del mod">
        <pc:chgData name="Hironari Yamada" userId="e57621f8-ec3c-449e-bb19-001fffcc008e" providerId="ADAL" clId="{BC0BD879-F267-5CCA-8DEA-E3B2DD07DA4E}" dt="2026-06-09T14:36:28.715" v="25976" actId="2696"/>
        <pc:sldMkLst>
          <pc:docMk/>
          <pc:sldMk cId="3104762209" sldId="317"/>
        </pc:sldMkLst>
        <pc:spChg chg="mod">
          <ac:chgData name="Hironari Yamada" userId="e57621f8-ec3c-449e-bb19-001fffcc008e" providerId="ADAL" clId="{BC0BD879-F267-5CCA-8DEA-E3B2DD07DA4E}" dt="2026-06-09T06:45:15.611" v="20209"/>
          <ac:spMkLst>
            <pc:docMk/>
            <pc:sldMk cId="3104762209" sldId="317"/>
            <ac:spMk id="2" creationId="{C9564440-9BE7-A4E3-6510-94A082CEC4E4}"/>
          </ac:spMkLst>
        </pc:spChg>
        <pc:spChg chg="add mod">
          <ac:chgData name="Hironari Yamada" userId="e57621f8-ec3c-449e-bb19-001fffcc008e" providerId="ADAL" clId="{BC0BD879-F267-5CCA-8DEA-E3B2DD07DA4E}" dt="2026-06-09T01:54:52.588" v="14868" actId="14100"/>
          <ac:spMkLst>
            <pc:docMk/>
            <pc:sldMk cId="3104762209" sldId="317"/>
            <ac:spMk id="3" creationId="{2990FBC0-89D2-C494-CC02-7D1D56FC2FAB}"/>
          </ac:spMkLst>
        </pc:spChg>
        <pc:spChg chg="mod">
          <ac:chgData name="Hironari Yamada" userId="e57621f8-ec3c-449e-bb19-001fffcc008e" providerId="ADAL" clId="{BC0BD879-F267-5CCA-8DEA-E3B2DD07DA4E}" dt="2026-06-08T11:52:45.653" v="12476"/>
          <ac:spMkLst>
            <pc:docMk/>
            <pc:sldMk cId="3104762209" sldId="317"/>
            <ac:spMk id="5" creationId="{B3DF5D17-30DF-110C-5CF0-64282BE36DFA}"/>
          </ac:spMkLst>
        </pc:spChg>
        <pc:spChg chg="mod">
          <ac:chgData name="Hironari Yamada" userId="e57621f8-ec3c-449e-bb19-001fffcc008e" providerId="ADAL" clId="{BC0BD879-F267-5CCA-8DEA-E3B2DD07DA4E}" dt="2026-06-08T11:53:35.859" v="12482" actId="14100"/>
          <ac:spMkLst>
            <pc:docMk/>
            <pc:sldMk cId="3104762209" sldId="317"/>
            <ac:spMk id="6" creationId="{A12160A2-4E52-6EC4-DF01-8857B67D5014}"/>
          </ac:spMkLst>
        </pc:spChg>
        <pc:spChg chg="add mod">
          <ac:chgData name="Hironari Yamada" userId="e57621f8-ec3c-449e-bb19-001fffcc008e" providerId="ADAL" clId="{BC0BD879-F267-5CCA-8DEA-E3B2DD07DA4E}" dt="2026-06-09T01:54:42.778" v="14866" actId="1076"/>
          <ac:spMkLst>
            <pc:docMk/>
            <pc:sldMk cId="3104762209" sldId="317"/>
            <ac:spMk id="7" creationId="{0C892E48-FB5E-E428-B9EE-C998342BA273}"/>
          </ac:spMkLst>
        </pc:spChg>
        <pc:spChg chg="add mod">
          <ac:chgData name="Hironari Yamada" userId="e57621f8-ec3c-449e-bb19-001fffcc008e" providerId="ADAL" clId="{BC0BD879-F267-5CCA-8DEA-E3B2DD07DA4E}" dt="2026-06-09T01:54:52.588" v="14868" actId="14100"/>
          <ac:spMkLst>
            <pc:docMk/>
            <pc:sldMk cId="3104762209" sldId="317"/>
            <ac:spMk id="8" creationId="{64B8E841-7B7D-A2E6-D9FA-E977130DFC25}"/>
          </ac:spMkLst>
        </pc:spChg>
        <pc:spChg chg="mod">
          <ac:chgData name="Hironari Yamada" userId="e57621f8-ec3c-449e-bb19-001fffcc008e" providerId="ADAL" clId="{BC0BD879-F267-5CCA-8DEA-E3B2DD07DA4E}" dt="2026-06-08T11:52:40.853" v="12475"/>
          <ac:spMkLst>
            <pc:docMk/>
            <pc:sldMk cId="3104762209" sldId="317"/>
            <ac:spMk id="9" creationId="{E1AFE3FA-B387-E4B0-374E-6911EFD558F2}"/>
          </ac:spMkLst>
        </pc:spChg>
        <pc:spChg chg="add mod">
          <ac:chgData name="Hironari Yamada" userId="e57621f8-ec3c-449e-bb19-001fffcc008e" providerId="ADAL" clId="{BC0BD879-F267-5CCA-8DEA-E3B2DD07DA4E}" dt="2026-06-09T01:54:55.020" v="14869" actId="14100"/>
          <ac:spMkLst>
            <pc:docMk/>
            <pc:sldMk cId="3104762209" sldId="317"/>
            <ac:spMk id="10" creationId="{D6AA6611-12DD-5667-7BC1-88BF3DD4185E}"/>
          </ac:spMkLst>
        </pc:spChg>
        <pc:spChg chg="add mod">
          <ac:chgData name="Hironari Yamada" userId="e57621f8-ec3c-449e-bb19-001fffcc008e" providerId="ADAL" clId="{BC0BD879-F267-5CCA-8DEA-E3B2DD07DA4E}" dt="2026-06-09T01:55:02.983" v="14871" actId="14100"/>
          <ac:spMkLst>
            <pc:docMk/>
            <pc:sldMk cId="3104762209" sldId="317"/>
            <ac:spMk id="11" creationId="{20C92203-03B4-F1E2-C989-EC5ADC1EAC81}"/>
          </ac:spMkLst>
        </pc:spChg>
        <pc:spChg chg="add mod">
          <ac:chgData name="Hironari Yamada" userId="e57621f8-ec3c-449e-bb19-001fffcc008e" providerId="ADAL" clId="{BC0BD879-F267-5CCA-8DEA-E3B2DD07DA4E}" dt="2026-06-09T01:55:10.745" v="14874" actId="1076"/>
          <ac:spMkLst>
            <pc:docMk/>
            <pc:sldMk cId="3104762209" sldId="317"/>
            <ac:spMk id="14" creationId="{8EBB0566-BDAF-86D5-2C99-C98E6AFA37EB}"/>
          </ac:spMkLst>
        </pc:spChg>
        <pc:spChg chg="add mod">
          <ac:chgData name="Hironari Yamada" userId="e57621f8-ec3c-449e-bb19-001fffcc008e" providerId="ADAL" clId="{BC0BD879-F267-5CCA-8DEA-E3B2DD07DA4E}" dt="2026-06-09T01:55:07.395" v="14873" actId="1076"/>
          <ac:spMkLst>
            <pc:docMk/>
            <pc:sldMk cId="3104762209" sldId="317"/>
            <ac:spMk id="15" creationId="{211A5599-2E2E-ED3D-DC30-524F34B505AC}"/>
          </ac:spMkLst>
        </pc:spChg>
        <pc:spChg chg="add mod">
          <ac:chgData name="Hironari Yamada" userId="e57621f8-ec3c-449e-bb19-001fffcc008e" providerId="ADAL" clId="{BC0BD879-F267-5CCA-8DEA-E3B2DD07DA4E}" dt="2026-06-09T01:55:41.414" v="14904" actId="404"/>
          <ac:spMkLst>
            <pc:docMk/>
            <pc:sldMk cId="3104762209" sldId="317"/>
            <ac:spMk id="16" creationId="{AD2917FD-70AD-A80E-2BD5-6941EE40C1D6}"/>
          </ac:spMkLst>
        </pc:spChg>
        <pc:spChg chg="add mod">
          <ac:chgData name="Hironari Yamada" userId="e57621f8-ec3c-449e-bb19-001fffcc008e" providerId="ADAL" clId="{BC0BD879-F267-5CCA-8DEA-E3B2DD07DA4E}" dt="2026-06-09T01:56:00.017" v="14907" actId="14100"/>
          <ac:spMkLst>
            <pc:docMk/>
            <pc:sldMk cId="3104762209" sldId="317"/>
            <ac:spMk id="17" creationId="{6EE65FFD-B0FE-22A9-61E0-B0A81F03E34E}"/>
          </ac:spMkLst>
        </pc:spChg>
        <pc:spChg chg="add mod">
          <ac:chgData name="Hironari Yamada" userId="e57621f8-ec3c-449e-bb19-001fffcc008e" providerId="ADAL" clId="{BC0BD879-F267-5CCA-8DEA-E3B2DD07DA4E}" dt="2026-06-09T01:56:00.606" v="14908"/>
          <ac:spMkLst>
            <pc:docMk/>
            <pc:sldMk cId="3104762209" sldId="317"/>
            <ac:spMk id="18" creationId="{0181ED81-3728-AA81-406A-6C5740E20767}"/>
          </ac:spMkLst>
        </pc:spChg>
        <pc:spChg chg="add mod">
          <ac:chgData name="Hironari Yamada" userId="e57621f8-ec3c-449e-bb19-001fffcc008e" providerId="ADAL" clId="{BC0BD879-F267-5CCA-8DEA-E3B2DD07DA4E}" dt="2026-06-09T02:00:12.366" v="15128" actId="20577"/>
          <ac:spMkLst>
            <pc:docMk/>
            <pc:sldMk cId="3104762209" sldId="317"/>
            <ac:spMk id="19" creationId="{D925B88A-6A3D-0C8D-E61F-6F8223951A42}"/>
          </ac:spMkLst>
        </pc:spChg>
        <pc:spChg chg="add mod">
          <ac:chgData name="Hironari Yamada" userId="e57621f8-ec3c-449e-bb19-001fffcc008e" providerId="ADAL" clId="{BC0BD879-F267-5CCA-8DEA-E3B2DD07DA4E}" dt="2026-06-09T01:56:37.176" v="14952" actId="14100"/>
          <ac:spMkLst>
            <pc:docMk/>
            <pc:sldMk cId="3104762209" sldId="317"/>
            <ac:spMk id="20" creationId="{85820C87-688F-9552-5B08-E024D0E7827C}"/>
          </ac:spMkLst>
        </pc:spChg>
        <pc:spChg chg="add mod">
          <ac:chgData name="Hironari Yamada" userId="e57621f8-ec3c-449e-bb19-001fffcc008e" providerId="ADAL" clId="{BC0BD879-F267-5CCA-8DEA-E3B2DD07DA4E}" dt="2026-06-09T01:57:30.192" v="14958"/>
          <ac:spMkLst>
            <pc:docMk/>
            <pc:sldMk cId="3104762209" sldId="317"/>
            <ac:spMk id="21" creationId="{ACBA7DEA-5162-A64A-4A84-D67B1BD96E0E}"/>
          </ac:spMkLst>
        </pc:spChg>
        <pc:spChg chg="add mod">
          <ac:chgData name="Hironari Yamada" userId="e57621f8-ec3c-449e-bb19-001fffcc008e" providerId="ADAL" clId="{BC0BD879-F267-5CCA-8DEA-E3B2DD07DA4E}" dt="2026-06-09T01:57:54.444" v="14962" actId="14100"/>
          <ac:spMkLst>
            <pc:docMk/>
            <pc:sldMk cId="3104762209" sldId="317"/>
            <ac:spMk id="22" creationId="{E5572DBD-A727-B5C1-B2B0-984B93D7E897}"/>
          </ac:spMkLst>
        </pc:spChg>
        <pc:spChg chg="add mod">
          <ac:chgData name="Hironari Yamada" userId="e57621f8-ec3c-449e-bb19-001fffcc008e" providerId="ADAL" clId="{BC0BD879-F267-5CCA-8DEA-E3B2DD07DA4E}" dt="2026-06-09T01:58:11.895" v="15020" actId="14100"/>
          <ac:spMkLst>
            <pc:docMk/>
            <pc:sldMk cId="3104762209" sldId="317"/>
            <ac:spMk id="23" creationId="{07FD06A6-858E-D4EC-2255-EF738C5979DB}"/>
          </ac:spMkLst>
        </pc:spChg>
        <pc:picChg chg="add del mod">
          <ac:chgData name="Hironari Yamada" userId="e57621f8-ec3c-449e-bb19-001fffcc008e" providerId="ADAL" clId="{BC0BD879-F267-5CCA-8DEA-E3B2DD07DA4E}" dt="2026-06-08T12:03:49.056" v="12533" actId="478"/>
          <ac:picMkLst>
            <pc:docMk/>
            <pc:sldMk cId="3104762209" sldId="317"/>
            <ac:picMk id="7" creationId="{7388FE03-8F0F-FECD-F72A-85D19678D405}"/>
          </ac:picMkLst>
        </pc:picChg>
        <pc:picChg chg="add del mod">
          <ac:chgData name="Hironari Yamada" userId="e57621f8-ec3c-449e-bb19-001fffcc008e" providerId="ADAL" clId="{BC0BD879-F267-5CCA-8DEA-E3B2DD07DA4E}" dt="2026-06-08T12:04:27.421" v="12538" actId="478"/>
          <ac:picMkLst>
            <pc:docMk/>
            <pc:sldMk cId="3104762209" sldId="317"/>
            <ac:picMk id="10" creationId="{63EEC2B7-2AA9-905E-4BF1-B36CC865E256}"/>
          </ac:picMkLst>
        </pc:picChg>
        <pc:picChg chg="add mod">
          <ac:chgData name="Hironari Yamada" userId="e57621f8-ec3c-449e-bb19-001fffcc008e" providerId="ADAL" clId="{BC0BD879-F267-5CCA-8DEA-E3B2DD07DA4E}" dt="2026-06-08T11:56:46.317" v="12495"/>
          <ac:picMkLst>
            <pc:docMk/>
            <pc:sldMk cId="3104762209" sldId="317"/>
            <ac:picMk id="11" creationId="{3A147E4F-A962-6F54-9996-9E3FFA41F9AD}"/>
          </ac:picMkLst>
        </pc:picChg>
        <pc:picChg chg="add mod">
          <ac:chgData name="Hironari Yamada" userId="e57621f8-ec3c-449e-bb19-001fffcc008e" providerId="ADAL" clId="{BC0BD879-F267-5CCA-8DEA-E3B2DD07DA4E}" dt="2026-06-08T12:04:01.167" v="12537" actId="1076"/>
          <ac:picMkLst>
            <pc:docMk/>
            <pc:sldMk cId="3104762209" sldId="317"/>
            <ac:picMk id="12" creationId="{7C488CDE-25DA-B078-9F6C-35C2FCF00CFE}"/>
          </ac:picMkLst>
        </pc:picChg>
        <pc:picChg chg="add mod">
          <ac:chgData name="Hironari Yamada" userId="e57621f8-ec3c-449e-bb19-001fffcc008e" providerId="ADAL" clId="{BC0BD879-F267-5CCA-8DEA-E3B2DD07DA4E}" dt="2026-06-08T12:04:39.537" v="12542" actId="14100"/>
          <ac:picMkLst>
            <pc:docMk/>
            <pc:sldMk cId="3104762209" sldId="317"/>
            <ac:picMk id="13" creationId="{AC84B365-84BF-E8D0-6008-EB9D28F3BAA0}"/>
          </ac:picMkLst>
        </pc:picChg>
      </pc:sldChg>
      <pc:sldChg chg="addSp delSp modSp add del mod">
        <pc:chgData name="Hironari Yamada" userId="e57621f8-ec3c-449e-bb19-001fffcc008e" providerId="ADAL" clId="{BC0BD879-F267-5CCA-8DEA-E3B2DD07DA4E}" dt="2026-06-09T14:36:28.719" v="25980" actId="2696"/>
        <pc:sldMkLst>
          <pc:docMk/>
          <pc:sldMk cId="978144065" sldId="318"/>
        </pc:sldMkLst>
        <pc:spChg chg="mod">
          <ac:chgData name="Hironari Yamada" userId="e57621f8-ec3c-449e-bb19-001fffcc008e" providerId="ADAL" clId="{BC0BD879-F267-5CCA-8DEA-E3B2DD07DA4E}" dt="2026-06-09T06:45:15.611" v="20209"/>
          <ac:spMkLst>
            <pc:docMk/>
            <pc:sldMk cId="978144065" sldId="318"/>
            <ac:spMk id="2" creationId="{3F5EDEE7-B058-E777-29F4-981A588AD5E5}"/>
          </ac:spMkLst>
        </pc:spChg>
        <pc:spChg chg="mod">
          <ac:chgData name="Hironari Yamada" userId="e57621f8-ec3c-449e-bb19-001fffcc008e" providerId="ADAL" clId="{BC0BD879-F267-5CCA-8DEA-E3B2DD07DA4E}" dt="2026-06-08T12:57:45.617" v="12633"/>
          <ac:spMkLst>
            <pc:docMk/>
            <pc:sldMk cId="978144065" sldId="318"/>
            <ac:spMk id="5" creationId="{385C28E3-D442-FB8D-5699-3BCF38DA7F03}"/>
          </ac:spMkLst>
        </pc:spChg>
        <pc:spChg chg="add mod">
          <ac:chgData name="Hironari Yamada" userId="e57621f8-ec3c-449e-bb19-001fffcc008e" providerId="ADAL" clId="{BC0BD879-F267-5CCA-8DEA-E3B2DD07DA4E}" dt="2026-06-09T02:21:45.779" v="16615" actId="1076"/>
          <ac:spMkLst>
            <pc:docMk/>
            <pc:sldMk cId="978144065" sldId="318"/>
            <ac:spMk id="8" creationId="{E75639A2-3502-8182-E855-C70D5972DEAB}"/>
          </ac:spMkLst>
        </pc:spChg>
        <pc:spChg chg="mod">
          <ac:chgData name="Hironari Yamada" userId="e57621f8-ec3c-449e-bb19-001fffcc008e" providerId="ADAL" clId="{BC0BD879-F267-5CCA-8DEA-E3B2DD07DA4E}" dt="2026-06-08T12:57:41.334" v="12632"/>
          <ac:spMkLst>
            <pc:docMk/>
            <pc:sldMk cId="978144065" sldId="318"/>
            <ac:spMk id="9" creationId="{2DEA8CC9-D199-4514-F218-B38BFCB13D02}"/>
          </ac:spMkLst>
        </pc:spChg>
        <pc:spChg chg="add mod">
          <ac:chgData name="Hironari Yamada" userId="e57621f8-ec3c-449e-bb19-001fffcc008e" providerId="ADAL" clId="{BC0BD879-F267-5CCA-8DEA-E3B2DD07DA4E}" dt="2026-06-09T02:22:13.819" v="16646" actId="20577"/>
          <ac:spMkLst>
            <pc:docMk/>
            <pc:sldMk cId="978144065" sldId="318"/>
            <ac:spMk id="10" creationId="{F7904662-CAD6-B330-CF4A-E669E7338EAB}"/>
          </ac:spMkLst>
        </pc:spChg>
        <pc:spChg chg="add mod">
          <ac:chgData name="Hironari Yamada" userId="e57621f8-ec3c-449e-bb19-001fffcc008e" providerId="ADAL" clId="{BC0BD879-F267-5CCA-8DEA-E3B2DD07DA4E}" dt="2026-06-09T02:21:49.063" v="16616" actId="1076"/>
          <ac:spMkLst>
            <pc:docMk/>
            <pc:sldMk cId="978144065" sldId="318"/>
            <ac:spMk id="11" creationId="{11236ED8-4352-C271-5D9F-8121B802649D}"/>
          </ac:spMkLst>
        </pc:spChg>
        <pc:spChg chg="add mod">
          <ac:chgData name="Hironari Yamada" userId="e57621f8-ec3c-449e-bb19-001fffcc008e" providerId="ADAL" clId="{BC0BD879-F267-5CCA-8DEA-E3B2DD07DA4E}" dt="2026-06-09T02:22:39.976" v="16719" actId="14100"/>
          <ac:spMkLst>
            <pc:docMk/>
            <pc:sldMk cId="978144065" sldId="318"/>
            <ac:spMk id="12" creationId="{EB91D275-44BD-4F42-E154-AA387C83274A}"/>
          </ac:spMkLst>
        </pc:spChg>
        <pc:spChg chg="add mod">
          <ac:chgData name="Hironari Yamada" userId="e57621f8-ec3c-449e-bb19-001fffcc008e" providerId="ADAL" clId="{BC0BD879-F267-5CCA-8DEA-E3B2DD07DA4E}" dt="2026-06-09T02:21:45.779" v="16615" actId="1076"/>
          <ac:spMkLst>
            <pc:docMk/>
            <pc:sldMk cId="978144065" sldId="318"/>
            <ac:spMk id="13" creationId="{B03561F3-4CC0-917E-BD77-3C453815A2CA}"/>
          </ac:spMkLst>
        </pc:spChg>
        <pc:spChg chg="add mod">
          <ac:chgData name="Hironari Yamada" userId="e57621f8-ec3c-449e-bb19-001fffcc008e" providerId="ADAL" clId="{BC0BD879-F267-5CCA-8DEA-E3B2DD07DA4E}" dt="2026-06-09T02:21:45.779" v="16615" actId="1076"/>
          <ac:spMkLst>
            <pc:docMk/>
            <pc:sldMk cId="978144065" sldId="318"/>
            <ac:spMk id="14" creationId="{A8079570-6B9C-4F1D-1ED1-D5E10E019D97}"/>
          </ac:spMkLst>
        </pc:spChg>
        <pc:picChg chg="add mod">
          <ac:chgData name="Hironari Yamada" userId="e57621f8-ec3c-449e-bb19-001fffcc008e" providerId="ADAL" clId="{BC0BD879-F267-5CCA-8DEA-E3B2DD07DA4E}" dt="2026-06-08T12:59:02.958" v="12638" actId="1076"/>
          <ac:picMkLst>
            <pc:docMk/>
            <pc:sldMk cId="978144065" sldId="318"/>
            <ac:picMk id="3" creationId="{576194BB-9AEE-777F-8CE0-9E6A00971B17}"/>
          </ac:picMkLst>
        </pc:picChg>
        <pc:picChg chg="add mod">
          <ac:chgData name="Hironari Yamada" userId="e57621f8-ec3c-449e-bb19-001fffcc008e" providerId="ADAL" clId="{BC0BD879-F267-5CCA-8DEA-E3B2DD07DA4E}" dt="2026-06-08T13:05:13.498" v="12641" actId="1076"/>
          <ac:picMkLst>
            <pc:docMk/>
            <pc:sldMk cId="978144065" sldId="318"/>
            <ac:picMk id="7" creationId="{AEECB5BE-EFB4-11DD-084A-CE302BDD2BD2}"/>
          </ac:picMkLst>
        </pc:picChg>
        <pc:picChg chg="add del mod">
          <ac:chgData name="Hironari Yamada" userId="e57621f8-ec3c-449e-bb19-001fffcc008e" providerId="ADAL" clId="{BC0BD879-F267-5CCA-8DEA-E3B2DD07DA4E}" dt="2026-06-08T13:07:05.476" v="12643" actId="478"/>
          <ac:picMkLst>
            <pc:docMk/>
            <pc:sldMk cId="978144065" sldId="318"/>
            <ac:picMk id="8" creationId="{49907718-A0E9-0CA1-DEFC-83895FED92E4}"/>
          </ac:picMkLst>
        </pc:picChg>
        <pc:picChg chg="add mod">
          <ac:chgData name="Hironari Yamada" userId="e57621f8-ec3c-449e-bb19-001fffcc008e" providerId="ADAL" clId="{BC0BD879-F267-5CCA-8DEA-E3B2DD07DA4E}" dt="2026-06-08T13:07:22.971" v="12645"/>
          <ac:picMkLst>
            <pc:docMk/>
            <pc:sldMk cId="978144065" sldId="318"/>
            <ac:picMk id="10" creationId="{B76259DD-6C61-1E49-6461-0D73EADC4562}"/>
          </ac:picMkLst>
        </pc:picChg>
      </pc:sldChg>
      <pc:sldChg chg="addSp modSp add del mod">
        <pc:chgData name="Hironari Yamada" userId="e57621f8-ec3c-449e-bb19-001fffcc008e" providerId="ADAL" clId="{BC0BD879-F267-5CCA-8DEA-E3B2DD07DA4E}" dt="2026-06-09T14:36:28.717" v="25978" actId="2696"/>
        <pc:sldMkLst>
          <pc:docMk/>
          <pc:sldMk cId="1216607077" sldId="319"/>
        </pc:sldMkLst>
        <pc:spChg chg="mod">
          <ac:chgData name="Hironari Yamada" userId="e57621f8-ec3c-449e-bb19-001fffcc008e" providerId="ADAL" clId="{BC0BD879-F267-5CCA-8DEA-E3B2DD07DA4E}" dt="2026-06-09T06:45:15.611" v="20209"/>
          <ac:spMkLst>
            <pc:docMk/>
            <pc:sldMk cId="1216607077" sldId="319"/>
            <ac:spMk id="2" creationId="{91B9EDF8-A2C3-A371-8003-468D9AE37D6A}"/>
          </ac:spMkLst>
        </pc:spChg>
        <pc:spChg chg="mod">
          <ac:chgData name="Hironari Yamada" userId="e57621f8-ec3c-449e-bb19-001fffcc008e" providerId="ADAL" clId="{BC0BD879-F267-5CCA-8DEA-E3B2DD07DA4E}" dt="2026-06-08T13:52:25.565" v="12902" actId="20577"/>
          <ac:spMkLst>
            <pc:docMk/>
            <pc:sldMk cId="1216607077" sldId="319"/>
            <ac:spMk id="5" creationId="{75BA8213-F8E0-CAE8-C188-CC71FD9F9689}"/>
          </ac:spMkLst>
        </pc:spChg>
        <pc:spChg chg="add mod">
          <ac:chgData name="Hironari Yamada" userId="e57621f8-ec3c-449e-bb19-001fffcc008e" providerId="ADAL" clId="{BC0BD879-F267-5CCA-8DEA-E3B2DD07DA4E}" dt="2026-06-09T03:04:18.073" v="18038" actId="14100"/>
          <ac:spMkLst>
            <pc:docMk/>
            <pc:sldMk cId="1216607077" sldId="319"/>
            <ac:spMk id="8" creationId="{625CF9A7-20B0-6E39-24A7-2B2AA5CF0821}"/>
          </ac:spMkLst>
        </pc:spChg>
        <pc:spChg chg="mod">
          <ac:chgData name="Hironari Yamada" userId="e57621f8-ec3c-449e-bb19-001fffcc008e" providerId="ADAL" clId="{BC0BD879-F267-5CCA-8DEA-E3B2DD07DA4E}" dt="2026-06-08T13:52:18.349" v="12885" actId="20577"/>
          <ac:spMkLst>
            <pc:docMk/>
            <pc:sldMk cId="1216607077" sldId="319"/>
            <ac:spMk id="9" creationId="{A7048F54-D1B2-F988-B456-6316541BB295}"/>
          </ac:spMkLst>
        </pc:spChg>
        <pc:spChg chg="add mod">
          <ac:chgData name="Hironari Yamada" userId="e57621f8-ec3c-449e-bb19-001fffcc008e" providerId="ADAL" clId="{BC0BD879-F267-5CCA-8DEA-E3B2DD07DA4E}" dt="2026-06-09T03:04:36.963" v="18080" actId="20577"/>
          <ac:spMkLst>
            <pc:docMk/>
            <pc:sldMk cId="1216607077" sldId="319"/>
            <ac:spMk id="10" creationId="{C8BBE404-B8BB-CA19-0850-B21A273FECE2}"/>
          </ac:spMkLst>
        </pc:spChg>
        <pc:spChg chg="add mod">
          <ac:chgData name="Hironari Yamada" userId="e57621f8-ec3c-449e-bb19-001fffcc008e" providerId="ADAL" clId="{BC0BD879-F267-5CCA-8DEA-E3B2DD07DA4E}" dt="2026-06-09T03:05:00.930" v="18083" actId="14100"/>
          <ac:spMkLst>
            <pc:docMk/>
            <pc:sldMk cId="1216607077" sldId="319"/>
            <ac:spMk id="11" creationId="{C7A32F10-8B09-C099-B996-C137161B55EB}"/>
          </ac:spMkLst>
        </pc:spChg>
        <pc:spChg chg="add mod">
          <ac:chgData name="Hironari Yamada" userId="e57621f8-ec3c-449e-bb19-001fffcc008e" providerId="ADAL" clId="{BC0BD879-F267-5CCA-8DEA-E3B2DD07DA4E}" dt="2026-06-09T03:05:56.704" v="18154" actId="20577"/>
          <ac:spMkLst>
            <pc:docMk/>
            <pc:sldMk cId="1216607077" sldId="319"/>
            <ac:spMk id="12" creationId="{CC077FE2-7C07-1454-C3A6-212823372DC4}"/>
          </ac:spMkLst>
        </pc:spChg>
        <pc:spChg chg="add mod">
          <ac:chgData name="Hironari Yamada" userId="e57621f8-ec3c-449e-bb19-001fffcc008e" providerId="ADAL" clId="{BC0BD879-F267-5CCA-8DEA-E3B2DD07DA4E}" dt="2026-06-09T03:06:03.687" v="18156" actId="1076"/>
          <ac:spMkLst>
            <pc:docMk/>
            <pc:sldMk cId="1216607077" sldId="319"/>
            <ac:spMk id="13" creationId="{205CECCA-1B65-1004-D5CB-A933EA8212A8}"/>
          </ac:spMkLst>
        </pc:spChg>
        <pc:spChg chg="add mod">
          <ac:chgData name="Hironari Yamada" userId="e57621f8-ec3c-449e-bb19-001fffcc008e" providerId="ADAL" clId="{BC0BD879-F267-5CCA-8DEA-E3B2DD07DA4E}" dt="2026-06-09T03:06:16.170" v="18177" actId="20577"/>
          <ac:spMkLst>
            <pc:docMk/>
            <pc:sldMk cId="1216607077" sldId="319"/>
            <ac:spMk id="14" creationId="{5E78F044-5872-A2E3-1351-32E96B98EB2C}"/>
          </ac:spMkLst>
        </pc:spChg>
        <pc:spChg chg="add mod">
          <ac:chgData name="Hironari Yamada" userId="e57621f8-ec3c-449e-bb19-001fffcc008e" providerId="ADAL" clId="{BC0BD879-F267-5CCA-8DEA-E3B2DD07DA4E}" dt="2026-06-09T03:06:21.642" v="18179" actId="1076"/>
          <ac:spMkLst>
            <pc:docMk/>
            <pc:sldMk cId="1216607077" sldId="319"/>
            <ac:spMk id="15" creationId="{EEF8EF9D-5C1A-0853-548A-689E3687BA5A}"/>
          </ac:spMkLst>
        </pc:spChg>
        <pc:spChg chg="add mod">
          <ac:chgData name="Hironari Yamada" userId="e57621f8-ec3c-449e-bb19-001fffcc008e" providerId="ADAL" clId="{BC0BD879-F267-5CCA-8DEA-E3B2DD07DA4E}" dt="2026-06-09T03:08:54.913" v="18490" actId="166"/>
          <ac:spMkLst>
            <pc:docMk/>
            <pc:sldMk cId="1216607077" sldId="319"/>
            <ac:spMk id="16" creationId="{977A0A61-6D70-29AF-665C-6C3D527A6A25}"/>
          </ac:spMkLst>
        </pc:spChg>
        <pc:spChg chg="add mod">
          <ac:chgData name="Hironari Yamada" userId="e57621f8-ec3c-449e-bb19-001fffcc008e" providerId="ADAL" clId="{BC0BD879-F267-5CCA-8DEA-E3B2DD07DA4E}" dt="2026-06-09T03:08:44.200" v="18486" actId="14100"/>
          <ac:spMkLst>
            <pc:docMk/>
            <pc:sldMk cId="1216607077" sldId="319"/>
            <ac:spMk id="17" creationId="{F7008371-F81D-8D59-2015-98498B8C40FA}"/>
          </ac:spMkLst>
        </pc:spChg>
        <pc:spChg chg="add mod">
          <ac:chgData name="Hironari Yamada" userId="e57621f8-ec3c-449e-bb19-001fffcc008e" providerId="ADAL" clId="{BC0BD879-F267-5CCA-8DEA-E3B2DD07DA4E}" dt="2026-06-09T03:09:17.006" v="18556" actId="14100"/>
          <ac:spMkLst>
            <pc:docMk/>
            <pc:sldMk cId="1216607077" sldId="319"/>
            <ac:spMk id="18" creationId="{310E764B-04A5-A235-E286-0FB473895087}"/>
          </ac:spMkLst>
        </pc:spChg>
        <pc:picChg chg="add mod">
          <ac:chgData name="Hironari Yamada" userId="e57621f8-ec3c-449e-bb19-001fffcc008e" providerId="ADAL" clId="{BC0BD879-F267-5CCA-8DEA-E3B2DD07DA4E}" dt="2026-06-08T13:52:31.513" v="12904" actId="14100"/>
          <ac:picMkLst>
            <pc:docMk/>
            <pc:sldMk cId="1216607077" sldId="319"/>
            <ac:picMk id="3" creationId="{31913390-E22A-1561-9296-42DEADC442DB}"/>
          </ac:picMkLst>
        </pc:picChg>
        <pc:picChg chg="add mod">
          <ac:chgData name="Hironari Yamada" userId="e57621f8-ec3c-449e-bb19-001fffcc008e" providerId="ADAL" clId="{BC0BD879-F267-5CCA-8DEA-E3B2DD07DA4E}" dt="2026-06-08T13:53:49.339" v="12907" actId="1076"/>
          <ac:picMkLst>
            <pc:docMk/>
            <pc:sldMk cId="1216607077" sldId="319"/>
            <ac:picMk id="7" creationId="{97F843FB-8F4E-D47F-4F7B-B4DFB96CACEC}"/>
          </ac:picMkLst>
        </pc:picChg>
      </pc:sldChg>
      <pc:sldChg chg="addSp modSp add del mod">
        <pc:chgData name="Hironari Yamada" userId="e57621f8-ec3c-449e-bb19-001fffcc008e" providerId="ADAL" clId="{BC0BD879-F267-5CCA-8DEA-E3B2DD07DA4E}" dt="2026-06-09T14:36:28.729" v="25984" actId="2696"/>
        <pc:sldMkLst>
          <pc:docMk/>
          <pc:sldMk cId="2818438603" sldId="320"/>
        </pc:sldMkLst>
        <pc:spChg chg="mod">
          <ac:chgData name="Hironari Yamada" userId="e57621f8-ec3c-449e-bb19-001fffcc008e" providerId="ADAL" clId="{BC0BD879-F267-5CCA-8DEA-E3B2DD07DA4E}" dt="2026-06-09T06:45:15.611" v="20209"/>
          <ac:spMkLst>
            <pc:docMk/>
            <pc:sldMk cId="2818438603" sldId="320"/>
            <ac:spMk id="2" creationId="{B92C78AF-B702-8CF8-2643-1A5ECFE9E7E9}"/>
          </ac:spMkLst>
        </pc:spChg>
        <pc:spChg chg="mod">
          <ac:chgData name="Hironari Yamada" userId="e57621f8-ec3c-449e-bb19-001fffcc008e" providerId="ADAL" clId="{BC0BD879-F267-5CCA-8DEA-E3B2DD07DA4E}" dt="2026-06-08T13:54:13.468" v="12909"/>
          <ac:spMkLst>
            <pc:docMk/>
            <pc:sldMk cId="2818438603" sldId="320"/>
            <ac:spMk id="5" creationId="{17AE041F-64F0-E139-797B-C76F8B20B8BC}"/>
          </ac:spMkLst>
        </pc:spChg>
        <pc:spChg chg="add mod">
          <ac:chgData name="Hironari Yamada" userId="e57621f8-ec3c-449e-bb19-001fffcc008e" providerId="ADAL" clId="{BC0BD879-F267-5CCA-8DEA-E3B2DD07DA4E}" dt="2026-06-09T03:09:47.013" v="18558" actId="1076"/>
          <ac:spMkLst>
            <pc:docMk/>
            <pc:sldMk cId="2818438603" sldId="320"/>
            <ac:spMk id="8" creationId="{BBD0D7A8-52B0-07F8-C816-6EECF9073601}"/>
          </ac:spMkLst>
        </pc:spChg>
        <pc:spChg chg="mod">
          <ac:chgData name="Hironari Yamada" userId="e57621f8-ec3c-449e-bb19-001fffcc008e" providerId="ADAL" clId="{BC0BD879-F267-5CCA-8DEA-E3B2DD07DA4E}" dt="2026-06-08T13:54:08.461" v="12908"/>
          <ac:spMkLst>
            <pc:docMk/>
            <pc:sldMk cId="2818438603" sldId="320"/>
            <ac:spMk id="9" creationId="{2AFB230F-79BF-E946-44BA-42619FD082B0}"/>
          </ac:spMkLst>
        </pc:spChg>
        <pc:spChg chg="add mod">
          <ac:chgData name="Hironari Yamada" userId="e57621f8-ec3c-449e-bb19-001fffcc008e" providerId="ADAL" clId="{BC0BD879-F267-5CCA-8DEA-E3B2DD07DA4E}" dt="2026-06-09T03:10:03.500" v="18564" actId="20577"/>
          <ac:spMkLst>
            <pc:docMk/>
            <pc:sldMk cId="2818438603" sldId="320"/>
            <ac:spMk id="10" creationId="{440DF213-2D1D-51EB-B2E8-CDEA5D680360}"/>
          </ac:spMkLst>
        </pc:spChg>
        <pc:spChg chg="add mod">
          <ac:chgData name="Hironari Yamada" userId="e57621f8-ec3c-449e-bb19-001fffcc008e" providerId="ADAL" clId="{BC0BD879-F267-5CCA-8DEA-E3B2DD07DA4E}" dt="2026-06-09T03:09:50.856" v="18559" actId="1076"/>
          <ac:spMkLst>
            <pc:docMk/>
            <pc:sldMk cId="2818438603" sldId="320"/>
            <ac:spMk id="11" creationId="{4AA56472-CA80-A56E-3C5F-71739424EB39}"/>
          </ac:spMkLst>
        </pc:spChg>
        <pc:spChg chg="add mod">
          <ac:chgData name="Hironari Yamada" userId="e57621f8-ec3c-449e-bb19-001fffcc008e" providerId="ADAL" clId="{BC0BD879-F267-5CCA-8DEA-E3B2DD07DA4E}" dt="2026-06-09T03:10:09.087" v="18590" actId="20577"/>
          <ac:spMkLst>
            <pc:docMk/>
            <pc:sldMk cId="2818438603" sldId="320"/>
            <ac:spMk id="12" creationId="{B07780BA-1BB6-16F5-CAA5-C19FAFCDF9F2}"/>
          </ac:spMkLst>
        </pc:spChg>
        <pc:spChg chg="add mod">
          <ac:chgData name="Hironari Yamada" userId="e57621f8-ec3c-449e-bb19-001fffcc008e" providerId="ADAL" clId="{BC0BD879-F267-5CCA-8DEA-E3B2DD07DA4E}" dt="2026-06-09T03:10:21.016" v="18592" actId="14100"/>
          <ac:spMkLst>
            <pc:docMk/>
            <pc:sldMk cId="2818438603" sldId="320"/>
            <ac:spMk id="13" creationId="{E45A4E44-AFC8-E75F-E9FE-7DE1619CB99B}"/>
          </ac:spMkLst>
        </pc:spChg>
        <pc:spChg chg="add mod">
          <ac:chgData name="Hironari Yamada" userId="e57621f8-ec3c-449e-bb19-001fffcc008e" providerId="ADAL" clId="{BC0BD879-F267-5CCA-8DEA-E3B2DD07DA4E}" dt="2026-06-09T03:10:41.411" v="18631" actId="20577"/>
          <ac:spMkLst>
            <pc:docMk/>
            <pc:sldMk cId="2818438603" sldId="320"/>
            <ac:spMk id="14" creationId="{C06951B5-C067-29BB-1411-E17081936F47}"/>
          </ac:spMkLst>
        </pc:spChg>
        <pc:spChg chg="add mod">
          <ac:chgData name="Hironari Yamada" userId="e57621f8-ec3c-449e-bb19-001fffcc008e" providerId="ADAL" clId="{BC0BD879-F267-5CCA-8DEA-E3B2DD07DA4E}" dt="2026-06-09T03:10:48.556" v="18634" actId="14100"/>
          <ac:spMkLst>
            <pc:docMk/>
            <pc:sldMk cId="2818438603" sldId="320"/>
            <ac:spMk id="15" creationId="{130260D9-5A28-D5CB-F20D-CF1B8BBAAF30}"/>
          </ac:spMkLst>
        </pc:spChg>
        <pc:spChg chg="add mod">
          <ac:chgData name="Hironari Yamada" userId="e57621f8-ec3c-449e-bb19-001fffcc008e" providerId="ADAL" clId="{BC0BD879-F267-5CCA-8DEA-E3B2DD07DA4E}" dt="2026-06-09T03:10:54.842" v="18649" actId="20577"/>
          <ac:spMkLst>
            <pc:docMk/>
            <pc:sldMk cId="2818438603" sldId="320"/>
            <ac:spMk id="16" creationId="{862DE428-D45B-434F-7712-D73A7EBDE4AB}"/>
          </ac:spMkLst>
        </pc:spChg>
        <pc:picChg chg="add mod">
          <ac:chgData name="Hironari Yamada" userId="e57621f8-ec3c-449e-bb19-001fffcc008e" providerId="ADAL" clId="{BC0BD879-F267-5CCA-8DEA-E3B2DD07DA4E}" dt="2026-06-08T13:55:21.646" v="12912" actId="1076"/>
          <ac:picMkLst>
            <pc:docMk/>
            <pc:sldMk cId="2818438603" sldId="320"/>
            <ac:picMk id="3" creationId="{94576701-5C7E-3CCC-B5B8-B9026EDA2C40}"/>
          </ac:picMkLst>
        </pc:picChg>
        <pc:picChg chg="add mod">
          <ac:chgData name="Hironari Yamada" userId="e57621f8-ec3c-449e-bb19-001fffcc008e" providerId="ADAL" clId="{BC0BD879-F267-5CCA-8DEA-E3B2DD07DA4E}" dt="2026-06-09T03:10:22.938" v="18595" actId="1076"/>
          <ac:picMkLst>
            <pc:docMk/>
            <pc:sldMk cId="2818438603" sldId="320"/>
            <ac:picMk id="7" creationId="{CAE0A020-3AE5-F51D-E582-3562E08F6DCE}"/>
          </ac:picMkLst>
        </pc:picChg>
        <pc:picChg chg="add mod">
          <ac:chgData name="Hironari Yamada" userId="e57621f8-ec3c-449e-bb19-001fffcc008e" providerId="ADAL" clId="{BC0BD879-F267-5CCA-8DEA-E3B2DD07DA4E}" dt="2026-06-08T14:00:07.950" v="12918"/>
          <ac:picMkLst>
            <pc:docMk/>
            <pc:sldMk cId="2818438603" sldId="320"/>
            <ac:picMk id="8" creationId="{65BB3B60-9A92-9656-8939-5ADCCF8C0777}"/>
          </ac:picMkLst>
        </pc:picChg>
      </pc:sldChg>
      <pc:sldChg chg="addSp delSp modSp add del mod">
        <pc:chgData name="Hironari Yamada" userId="e57621f8-ec3c-449e-bb19-001fffcc008e" providerId="ADAL" clId="{BC0BD879-F267-5CCA-8DEA-E3B2DD07DA4E}" dt="2026-06-09T04:16:30.068" v="19280" actId="2696"/>
        <pc:sldMkLst>
          <pc:docMk/>
          <pc:sldMk cId="1213368855" sldId="321"/>
        </pc:sldMkLst>
        <pc:spChg chg="mod">
          <ac:chgData name="Hironari Yamada" userId="e57621f8-ec3c-449e-bb19-001fffcc008e" providerId="ADAL" clId="{BC0BD879-F267-5CCA-8DEA-E3B2DD07DA4E}" dt="2026-06-08T14:07:34.443" v="12931"/>
          <ac:spMkLst>
            <pc:docMk/>
            <pc:sldMk cId="1213368855" sldId="321"/>
            <ac:spMk id="5" creationId="{36FBFDF9-F6D9-C347-D010-D8B1A2B7FFEF}"/>
          </ac:spMkLst>
        </pc:spChg>
        <pc:spChg chg="mod">
          <ac:chgData name="Hironari Yamada" userId="e57621f8-ec3c-449e-bb19-001fffcc008e" providerId="ADAL" clId="{BC0BD879-F267-5CCA-8DEA-E3B2DD07DA4E}" dt="2026-06-08T14:07:29.154" v="12930"/>
          <ac:spMkLst>
            <pc:docMk/>
            <pc:sldMk cId="1213368855" sldId="321"/>
            <ac:spMk id="9" creationId="{7DABC2F4-9979-3D3B-CC08-A3C017AEE1B1}"/>
          </ac:spMkLst>
        </pc:spChg>
        <pc:picChg chg="add del mod">
          <ac:chgData name="Hironari Yamada" userId="e57621f8-ec3c-449e-bb19-001fffcc008e" providerId="ADAL" clId="{BC0BD879-F267-5CCA-8DEA-E3B2DD07DA4E}" dt="2026-06-09T04:10:50.043" v="18868" actId="21"/>
          <ac:picMkLst>
            <pc:docMk/>
            <pc:sldMk cId="1213368855" sldId="321"/>
            <ac:picMk id="3" creationId="{C63DFA89-E687-F99A-A302-F9739AE798C7}"/>
          </ac:picMkLst>
        </pc:picChg>
      </pc:sldChg>
      <pc:sldChg chg="addSp delSp modSp add mod ord">
        <pc:chgData name="Hironari Yamada" userId="e57621f8-ec3c-449e-bb19-001fffcc008e" providerId="ADAL" clId="{BC0BD879-F267-5CCA-8DEA-E3B2DD07DA4E}" dt="2026-06-09T12:26:45.907" v="22046" actId="20578"/>
        <pc:sldMkLst>
          <pc:docMk/>
          <pc:sldMk cId="3323513965" sldId="322"/>
        </pc:sldMkLst>
        <pc:spChg chg="mod">
          <ac:chgData name="Hironari Yamada" userId="e57621f8-ec3c-449e-bb19-001fffcc008e" providerId="ADAL" clId="{BC0BD879-F267-5CCA-8DEA-E3B2DD07DA4E}" dt="2026-06-09T06:45:15.611" v="20209"/>
          <ac:spMkLst>
            <pc:docMk/>
            <pc:sldMk cId="3323513965" sldId="322"/>
            <ac:spMk id="2" creationId="{A603BD9D-D315-89B0-3E6B-9F7F9BE8A4F2}"/>
          </ac:spMkLst>
        </pc:spChg>
        <pc:spChg chg="add mod">
          <ac:chgData name="Hironari Yamada" userId="e57621f8-ec3c-449e-bb19-001fffcc008e" providerId="ADAL" clId="{BC0BD879-F267-5CCA-8DEA-E3B2DD07DA4E}" dt="2026-06-09T04:22:37.680" v="20167" actId="14100"/>
          <ac:spMkLst>
            <pc:docMk/>
            <pc:sldMk cId="3323513965" sldId="322"/>
            <ac:spMk id="3" creationId="{EEE49FAB-5352-8A17-ED92-0CC1F91BDEA0}"/>
          </ac:spMkLst>
        </pc:spChg>
        <pc:spChg chg="mod">
          <ac:chgData name="Hironari Yamada" userId="e57621f8-ec3c-449e-bb19-001fffcc008e" providerId="ADAL" clId="{BC0BD879-F267-5CCA-8DEA-E3B2DD07DA4E}" dt="2026-06-08T14:09:23.928" v="12936"/>
          <ac:spMkLst>
            <pc:docMk/>
            <pc:sldMk cId="3323513965" sldId="322"/>
            <ac:spMk id="5" creationId="{9E759F2F-90F2-9575-F173-DEDCE51C9068}"/>
          </ac:spMkLst>
        </pc:spChg>
        <pc:spChg chg="del">
          <ac:chgData name="Hironari Yamada" userId="e57621f8-ec3c-449e-bb19-001fffcc008e" providerId="ADAL" clId="{BC0BD879-F267-5CCA-8DEA-E3B2DD07DA4E}" dt="2026-06-08T14:09:48.848" v="12937" actId="478"/>
          <ac:spMkLst>
            <pc:docMk/>
            <pc:sldMk cId="3323513965" sldId="322"/>
            <ac:spMk id="6" creationId="{D452C50E-409A-1C13-50D0-B720F759DCF3}"/>
          </ac:spMkLst>
        </pc:spChg>
        <pc:spChg chg="add mod">
          <ac:chgData name="Hironari Yamada" userId="e57621f8-ec3c-449e-bb19-001fffcc008e" providerId="ADAL" clId="{BC0BD879-F267-5CCA-8DEA-E3B2DD07DA4E}" dt="2026-06-08T14:09:57.527" v="12938"/>
          <ac:spMkLst>
            <pc:docMk/>
            <pc:sldMk cId="3323513965" sldId="322"/>
            <ac:spMk id="8" creationId="{32A6887B-E751-D5AC-157C-63642226EA36}"/>
          </ac:spMkLst>
        </pc:spChg>
        <pc:spChg chg="mod">
          <ac:chgData name="Hironari Yamada" userId="e57621f8-ec3c-449e-bb19-001fffcc008e" providerId="ADAL" clId="{BC0BD879-F267-5CCA-8DEA-E3B2DD07DA4E}" dt="2026-06-09T06:46:51.071" v="20247" actId="20577"/>
          <ac:spMkLst>
            <pc:docMk/>
            <pc:sldMk cId="3323513965" sldId="322"/>
            <ac:spMk id="9" creationId="{D8D2E260-E9E8-7A06-EC5B-88D9E953A6F5}"/>
          </ac:spMkLst>
        </pc:spChg>
        <pc:spChg chg="add mod">
          <ac:chgData name="Hironari Yamada" userId="e57621f8-ec3c-449e-bb19-001fffcc008e" providerId="ADAL" clId="{BC0BD879-F267-5CCA-8DEA-E3B2DD07DA4E}" dt="2026-06-09T04:22:34.468" v="20166" actId="14100"/>
          <ac:spMkLst>
            <pc:docMk/>
            <pc:sldMk cId="3323513965" sldId="322"/>
            <ac:spMk id="10" creationId="{7C3FD087-0E82-486C-556E-189FB69322A3}"/>
          </ac:spMkLst>
        </pc:spChg>
        <pc:spChg chg="add mod">
          <ac:chgData name="Hironari Yamada" userId="e57621f8-ec3c-449e-bb19-001fffcc008e" providerId="ADAL" clId="{BC0BD879-F267-5CCA-8DEA-E3B2DD07DA4E}" dt="2026-06-09T04:22:34.468" v="20166" actId="14100"/>
          <ac:spMkLst>
            <pc:docMk/>
            <pc:sldMk cId="3323513965" sldId="322"/>
            <ac:spMk id="11" creationId="{D0948D2E-64F8-931E-B430-7E8DBDC46028}"/>
          </ac:spMkLst>
        </pc:spChg>
        <pc:spChg chg="add mod">
          <ac:chgData name="Hironari Yamada" userId="e57621f8-ec3c-449e-bb19-001fffcc008e" providerId="ADAL" clId="{BC0BD879-F267-5CCA-8DEA-E3B2DD07DA4E}" dt="2026-06-08T14:09:57.527" v="12938"/>
          <ac:spMkLst>
            <pc:docMk/>
            <pc:sldMk cId="3323513965" sldId="322"/>
            <ac:spMk id="12" creationId="{55B2D1F5-5E69-BA40-5D3E-B9503393A72C}"/>
          </ac:spMkLst>
        </pc:spChg>
        <pc:spChg chg="add mod">
          <ac:chgData name="Hironari Yamada" userId="e57621f8-ec3c-449e-bb19-001fffcc008e" providerId="ADAL" clId="{BC0BD879-F267-5CCA-8DEA-E3B2DD07DA4E}" dt="2026-06-09T04:17:03.325" v="19342" actId="20577"/>
          <ac:spMkLst>
            <pc:docMk/>
            <pc:sldMk cId="3323513965" sldId="322"/>
            <ac:spMk id="13" creationId="{57201C61-EADF-AD83-EAA9-B433A1EE8872}"/>
          </ac:spMkLst>
        </pc:spChg>
        <pc:spChg chg="add mod">
          <ac:chgData name="Hironari Yamada" userId="e57621f8-ec3c-449e-bb19-001fffcc008e" providerId="ADAL" clId="{BC0BD879-F267-5CCA-8DEA-E3B2DD07DA4E}" dt="2026-06-09T04:22:28.448" v="20165" actId="20577"/>
          <ac:spMkLst>
            <pc:docMk/>
            <pc:sldMk cId="3323513965" sldId="322"/>
            <ac:spMk id="14" creationId="{65CF51F5-208C-5D2E-9307-E71BFEB34FE5}"/>
          </ac:spMkLst>
        </pc:spChg>
        <pc:spChg chg="add del mod">
          <ac:chgData name="Hironari Yamada" userId="e57621f8-ec3c-449e-bb19-001fffcc008e" providerId="ADAL" clId="{BC0BD879-F267-5CCA-8DEA-E3B2DD07DA4E}" dt="2026-06-09T04:16:41.092" v="19281" actId="478"/>
          <ac:spMkLst>
            <pc:docMk/>
            <pc:sldMk cId="3323513965" sldId="322"/>
            <ac:spMk id="15" creationId="{777AE007-D1C3-4ED9-4930-13D80BE089C0}"/>
          </ac:spMkLst>
        </pc:spChg>
        <pc:picChg chg="add mod">
          <ac:chgData name="Hironari Yamada" userId="e57621f8-ec3c-449e-bb19-001fffcc008e" providerId="ADAL" clId="{BC0BD879-F267-5CCA-8DEA-E3B2DD07DA4E}" dt="2026-06-08T14:09:57.527" v="12938"/>
          <ac:picMkLst>
            <pc:docMk/>
            <pc:sldMk cId="3323513965" sldId="322"/>
            <ac:picMk id="7" creationId="{CED18A1D-C7D2-7F3F-1745-A249D03F03C4}"/>
          </ac:picMkLst>
        </pc:picChg>
      </pc:sldChg>
      <pc:sldChg chg="addSp delSp modSp add mod ord">
        <pc:chgData name="Hironari Yamada" userId="e57621f8-ec3c-449e-bb19-001fffcc008e" providerId="ADAL" clId="{BC0BD879-F267-5CCA-8DEA-E3B2DD07DA4E}" dt="2026-06-09T06:47:12.223" v="20249"/>
        <pc:sldMkLst>
          <pc:docMk/>
          <pc:sldMk cId="2082489936" sldId="323"/>
        </pc:sldMkLst>
        <pc:spChg chg="mod">
          <ac:chgData name="Hironari Yamada" userId="e57621f8-ec3c-449e-bb19-001fffcc008e" providerId="ADAL" clId="{BC0BD879-F267-5CCA-8DEA-E3B2DD07DA4E}" dt="2026-06-09T06:45:15.611" v="20209"/>
          <ac:spMkLst>
            <pc:docMk/>
            <pc:sldMk cId="2082489936" sldId="323"/>
            <ac:spMk id="2" creationId="{1981138B-EA67-C349-ACED-11B7F88505F8}"/>
          </ac:spMkLst>
        </pc:spChg>
        <pc:spChg chg="mod">
          <ac:chgData name="Hironari Yamada" userId="e57621f8-ec3c-449e-bb19-001fffcc008e" providerId="ADAL" clId="{BC0BD879-F267-5CCA-8DEA-E3B2DD07DA4E}" dt="2026-06-09T06:47:12.223" v="20249"/>
          <ac:spMkLst>
            <pc:docMk/>
            <pc:sldMk cId="2082489936" sldId="323"/>
            <ac:spMk id="5" creationId="{BFE1331E-46ED-99E8-8077-C0111F8ACC99}"/>
          </ac:spMkLst>
        </pc:spChg>
        <pc:spChg chg="add del mod">
          <ac:chgData name="Hironari Yamada" userId="e57621f8-ec3c-449e-bb19-001fffcc008e" providerId="ADAL" clId="{BC0BD879-F267-5CCA-8DEA-E3B2DD07DA4E}" dt="2026-06-08T14:11:19.404" v="12943" actId="478"/>
          <ac:spMkLst>
            <pc:docMk/>
            <pc:sldMk cId="2082489936" sldId="323"/>
            <ac:spMk id="7" creationId="{C8AD681E-DB42-B1D0-19AC-876C7294858D}"/>
          </ac:spMkLst>
        </pc:spChg>
        <pc:spChg chg="add mod">
          <ac:chgData name="Hironari Yamada" userId="e57621f8-ec3c-449e-bb19-001fffcc008e" providerId="ADAL" clId="{BC0BD879-F267-5CCA-8DEA-E3B2DD07DA4E}" dt="2026-06-08T14:13:21.923" v="13227" actId="14100"/>
          <ac:spMkLst>
            <pc:docMk/>
            <pc:sldMk cId="2082489936" sldId="323"/>
            <ac:spMk id="8" creationId="{8360E8AB-7F81-D44A-D4F3-DFBFDE59BF1F}"/>
          </ac:spMkLst>
        </pc:spChg>
        <pc:spChg chg="mod">
          <ac:chgData name="Hironari Yamada" userId="e57621f8-ec3c-449e-bb19-001fffcc008e" providerId="ADAL" clId="{BC0BD879-F267-5CCA-8DEA-E3B2DD07DA4E}" dt="2026-06-08T14:10:41.706" v="12939"/>
          <ac:spMkLst>
            <pc:docMk/>
            <pc:sldMk cId="2082489936" sldId="323"/>
            <ac:spMk id="9" creationId="{68908760-E2BE-6963-680A-6CC2FD6CCD28}"/>
          </ac:spMkLst>
        </pc:spChg>
        <pc:spChg chg="add mod">
          <ac:chgData name="Hironari Yamada" userId="e57621f8-ec3c-449e-bb19-001fffcc008e" providerId="ADAL" clId="{BC0BD879-F267-5CCA-8DEA-E3B2DD07DA4E}" dt="2026-06-08T14:13:08.378" v="13188" actId="14100"/>
          <ac:spMkLst>
            <pc:docMk/>
            <pc:sldMk cId="2082489936" sldId="323"/>
            <ac:spMk id="10" creationId="{2EC79FD0-7C8D-2ABF-18CD-FF5C42D191A0}"/>
          </ac:spMkLst>
        </pc:spChg>
        <pc:spChg chg="add del mod">
          <ac:chgData name="Hironari Yamada" userId="e57621f8-ec3c-449e-bb19-001fffcc008e" providerId="ADAL" clId="{BC0BD879-F267-5CCA-8DEA-E3B2DD07DA4E}" dt="2026-06-08T14:13:10.183" v="13189" actId="478"/>
          <ac:spMkLst>
            <pc:docMk/>
            <pc:sldMk cId="2082489936" sldId="323"/>
            <ac:spMk id="11" creationId="{F707EEB1-97F3-6186-FEF4-33526D45AEE4}"/>
          </ac:spMkLst>
        </pc:spChg>
        <pc:spChg chg="add mod">
          <ac:chgData name="Hironari Yamada" userId="e57621f8-ec3c-449e-bb19-001fffcc008e" providerId="ADAL" clId="{BC0BD879-F267-5CCA-8DEA-E3B2DD07DA4E}" dt="2026-06-08T14:13:16.391" v="13225" actId="20577"/>
          <ac:spMkLst>
            <pc:docMk/>
            <pc:sldMk cId="2082489936" sldId="323"/>
            <ac:spMk id="12" creationId="{A756A372-4C68-0EE5-59CC-637103C4D088}"/>
          </ac:spMkLst>
        </pc:spChg>
        <pc:spChg chg="add mod">
          <ac:chgData name="Hironari Yamada" userId="e57621f8-ec3c-449e-bb19-001fffcc008e" providerId="ADAL" clId="{BC0BD879-F267-5CCA-8DEA-E3B2DD07DA4E}" dt="2026-06-08T14:14:12.969" v="13309" actId="14100"/>
          <ac:spMkLst>
            <pc:docMk/>
            <pc:sldMk cId="2082489936" sldId="323"/>
            <ac:spMk id="13" creationId="{BDF05C5A-C7F4-B61E-8F86-7F7CAB0CBFF3}"/>
          </ac:spMkLst>
        </pc:spChg>
        <pc:spChg chg="add mod">
          <ac:chgData name="Hironari Yamada" userId="e57621f8-ec3c-449e-bb19-001fffcc008e" providerId="ADAL" clId="{BC0BD879-F267-5CCA-8DEA-E3B2DD07DA4E}" dt="2026-06-08T14:14:07.302" v="13307" actId="20577"/>
          <ac:spMkLst>
            <pc:docMk/>
            <pc:sldMk cId="2082489936" sldId="323"/>
            <ac:spMk id="14" creationId="{060EA345-8EC1-BB3D-A461-4D1E2139CD73}"/>
          </ac:spMkLst>
        </pc:spChg>
        <pc:spChg chg="add mod">
          <ac:chgData name="Hironari Yamada" userId="e57621f8-ec3c-449e-bb19-001fffcc008e" providerId="ADAL" clId="{BC0BD879-F267-5CCA-8DEA-E3B2DD07DA4E}" dt="2026-06-08T14:12:28.835" v="13066" actId="14100"/>
          <ac:spMkLst>
            <pc:docMk/>
            <pc:sldMk cId="2082489936" sldId="323"/>
            <ac:spMk id="15" creationId="{0023803D-F0D8-737D-15B9-9F98CA81A3ED}"/>
          </ac:spMkLst>
        </pc:spChg>
        <pc:spChg chg="add mod">
          <ac:chgData name="Hironari Yamada" userId="e57621f8-ec3c-449e-bb19-001fffcc008e" providerId="ADAL" clId="{BC0BD879-F267-5CCA-8DEA-E3B2DD07DA4E}" dt="2026-06-08T14:12:52.929" v="13184" actId="20577"/>
          <ac:spMkLst>
            <pc:docMk/>
            <pc:sldMk cId="2082489936" sldId="323"/>
            <ac:spMk id="16" creationId="{CD91C0E0-8139-937E-5C54-0ED514B55D19}"/>
          </ac:spMkLst>
        </pc:spChg>
        <pc:spChg chg="add mod">
          <ac:chgData name="Hironari Yamada" userId="e57621f8-ec3c-449e-bb19-001fffcc008e" providerId="ADAL" clId="{BC0BD879-F267-5CCA-8DEA-E3B2DD07DA4E}" dt="2026-06-08T14:13:05.377" v="13187" actId="14100"/>
          <ac:spMkLst>
            <pc:docMk/>
            <pc:sldMk cId="2082489936" sldId="323"/>
            <ac:spMk id="17" creationId="{69DDACEA-6E70-2D34-79C3-75F00D8CB642}"/>
          </ac:spMkLst>
        </pc:spChg>
        <pc:spChg chg="add mod">
          <ac:chgData name="Hironari Yamada" userId="e57621f8-ec3c-449e-bb19-001fffcc008e" providerId="ADAL" clId="{BC0BD879-F267-5CCA-8DEA-E3B2DD07DA4E}" dt="2026-06-08T14:13:01.494" v="13186" actId="1076"/>
          <ac:spMkLst>
            <pc:docMk/>
            <pc:sldMk cId="2082489936" sldId="323"/>
            <ac:spMk id="18" creationId="{4625BC15-A773-300B-EA25-D30D8A6BF0D7}"/>
          </ac:spMkLst>
        </pc:spChg>
        <pc:spChg chg="add mod">
          <ac:chgData name="Hironari Yamada" userId="e57621f8-ec3c-449e-bb19-001fffcc008e" providerId="ADAL" clId="{BC0BD879-F267-5CCA-8DEA-E3B2DD07DA4E}" dt="2026-06-08T14:13:33.161" v="13232" actId="1076"/>
          <ac:spMkLst>
            <pc:docMk/>
            <pc:sldMk cId="2082489936" sldId="323"/>
            <ac:spMk id="19" creationId="{86CFA112-5ECD-FDC3-72FD-854B7F6769B9}"/>
          </ac:spMkLst>
        </pc:spChg>
        <pc:spChg chg="add mod">
          <ac:chgData name="Hironari Yamada" userId="e57621f8-ec3c-449e-bb19-001fffcc008e" providerId="ADAL" clId="{BC0BD879-F267-5CCA-8DEA-E3B2DD07DA4E}" dt="2026-06-08T14:15:32.907" v="13377" actId="14100"/>
          <ac:spMkLst>
            <pc:docMk/>
            <pc:sldMk cId="2082489936" sldId="323"/>
            <ac:spMk id="20" creationId="{62907EA1-39E0-9B4F-3AB6-4036E4E5ACE3}"/>
          </ac:spMkLst>
        </pc:spChg>
        <pc:spChg chg="add mod">
          <ac:chgData name="Hironari Yamada" userId="e57621f8-ec3c-449e-bb19-001fffcc008e" providerId="ADAL" clId="{BC0BD879-F267-5CCA-8DEA-E3B2DD07DA4E}" dt="2026-06-08T14:15:29.471" v="13376" actId="1076"/>
          <ac:spMkLst>
            <pc:docMk/>
            <pc:sldMk cId="2082489936" sldId="323"/>
            <ac:spMk id="21" creationId="{1B5589E7-3C34-8D58-083A-2A28759FB632}"/>
          </ac:spMkLst>
        </pc:spChg>
        <pc:picChg chg="add mod">
          <ac:chgData name="Hironari Yamada" userId="e57621f8-ec3c-449e-bb19-001fffcc008e" providerId="ADAL" clId="{BC0BD879-F267-5CCA-8DEA-E3B2DD07DA4E}" dt="2026-06-08T14:11:01.126" v="12941"/>
          <ac:picMkLst>
            <pc:docMk/>
            <pc:sldMk cId="2082489936" sldId="323"/>
            <ac:picMk id="3" creationId="{E82B9B3A-FD63-1E30-E21F-F43FFD5B1764}"/>
          </ac:picMkLst>
        </pc:picChg>
      </pc:sldChg>
      <pc:sldChg chg="addSp delSp modSp add mod ord">
        <pc:chgData name="Hironari Yamada" userId="e57621f8-ec3c-449e-bb19-001fffcc008e" providerId="ADAL" clId="{BC0BD879-F267-5CCA-8DEA-E3B2DD07DA4E}" dt="2026-06-09T14:42:41.542" v="26214" actId="18331"/>
        <pc:sldMkLst>
          <pc:docMk/>
          <pc:sldMk cId="1715892012" sldId="324"/>
        </pc:sldMkLst>
        <pc:spChg chg="mod">
          <ac:chgData name="Hironari Yamada" userId="e57621f8-ec3c-449e-bb19-001fffcc008e" providerId="ADAL" clId="{BC0BD879-F267-5CCA-8DEA-E3B2DD07DA4E}" dt="2026-06-09T06:45:15.611" v="20209"/>
          <ac:spMkLst>
            <pc:docMk/>
            <pc:sldMk cId="1715892012" sldId="324"/>
            <ac:spMk id="2" creationId="{EC9252E5-1F44-B0CA-CE26-4D2D948AB759}"/>
          </ac:spMkLst>
        </pc:spChg>
        <pc:spChg chg="mod">
          <ac:chgData name="Hironari Yamada" userId="e57621f8-ec3c-449e-bb19-001fffcc008e" providerId="ADAL" clId="{BC0BD879-F267-5CCA-8DEA-E3B2DD07DA4E}" dt="2026-06-09T12:27:36.515" v="22126"/>
          <ac:spMkLst>
            <pc:docMk/>
            <pc:sldMk cId="1715892012" sldId="324"/>
            <ac:spMk id="5" creationId="{0D1E79CC-FF90-5B77-9D91-44991BC54921}"/>
          </ac:spMkLst>
        </pc:spChg>
        <pc:spChg chg="add mod">
          <ac:chgData name="Hironari Yamada" userId="e57621f8-ec3c-449e-bb19-001fffcc008e" providerId="ADAL" clId="{BC0BD879-F267-5CCA-8DEA-E3B2DD07DA4E}" dt="2026-06-09T12:32:12.037" v="22292" actId="1076"/>
          <ac:spMkLst>
            <pc:docMk/>
            <pc:sldMk cId="1715892012" sldId="324"/>
            <ac:spMk id="7" creationId="{7BFCB1DC-7994-42A6-C9BB-FA04B0BBCF53}"/>
          </ac:spMkLst>
        </pc:spChg>
        <pc:spChg chg="add mod">
          <ac:chgData name="Hironari Yamada" userId="e57621f8-ec3c-449e-bb19-001fffcc008e" providerId="ADAL" clId="{BC0BD879-F267-5CCA-8DEA-E3B2DD07DA4E}" dt="2026-06-09T12:32:15.042" v="22301" actId="20577"/>
          <ac:spMkLst>
            <pc:docMk/>
            <pc:sldMk cId="1715892012" sldId="324"/>
            <ac:spMk id="8" creationId="{5635114A-6F0A-3A47-990A-0BDD98F18F6A}"/>
          </ac:spMkLst>
        </pc:spChg>
        <pc:spChg chg="mod">
          <ac:chgData name="Hironari Yamada" userId="e57621f8-ec3c-449e-bb19-001fffcc008e" providerId="ADAL" clId="{BC0BD879-F267-5CCA-8DEA-E3B2DD07DA4E}" dt="2026-06-09T12:27:16.538" v="22061" actId="20577"/>
          <ac:spMkLst>
            <pc:docMk/>
            <pc:sldMk cId="1715892012" sldId="324"/>
            <ac:spMk id="9" creationId="{46302A37-0E91-F0CF-EA71-80D422A78153}"/>
          </ac:spMkLst>
        </pc:spChg>
        <pc:spChg chg="add mod">
          <ac:chgData name="Hironari Yamada" userId="e57621f8-ec3c-449e-bb19-001fffcc008e" providerId="ADAL" clId="{BC0BD879-F267-5CCA-8DEA-E3B2DD07DA4E}" dt="2026-06-09T12:28:31.661" v="22278" actId="14100"/>
          <ac:spMkLst>
            <pc:docMk/>
            <pc:sldMk cId="1715892012" sldId="324"/>
            <ac:spMk id="10" creationId="{ABB964D8-C1CB-83D4-7F06-B6F92AB184FB}"/>
          </ac:spMkLst>
        </pc:spChg>
        <pc:spChg chg="add mod">
          <ac:chgData name="Hironari Yamada" userId="e57621f8-ec3c-449e-bb19-001fffcc008e" providerId="ADAL" clId="{BC0BD879-F267-5CCA-8DEA-E3B2DD07DA4E}" dt="2026-06-09T12:32:22.297" v="22304" actId="14100"/>
          <ac:spMkLst>
            <pc:docMk/>
            <pc:sldMk cId="1715892012" sldId="324"/>
            <ac:spMk id="13" creationId="{2E26ED45-1E16-C0B6-E4AE-891590046A8A}"/>
          </ac:spMkLst>
        </pc:spChg>
        <pc:spChg chg="add mod">
          <ac:chgData name="Hironari Yamada" userId="e57621f8-ec3c-449e-bb19-001fffcc008e" providerId="ADAL" clId="{BC0BD879-F267-5CCA-8DEA-E3B2DD07DA4E}" dt="2026-06-09T12:32:46.533" v="22375" actId="20577"/>
          <ac:spMkLst>
            <pc:docMk/>
            <pc:sldMk cId="1715892012" sldId="324"/>
            <ac:spMk id="14" creationId="{660A526D-4C0C-31AF-6DB4-7DB78DB8EF7C}"/>
          </ac:spMkLst>
        </pc:spChg>
        <pc:picChg chg="add del mod">
          <ac:chgData name="Hironari Yamada" userId="e57621f8-ec3c-449e-bb19-001fffcc008e" providerId="ADAL" clId="{BC0BD879-F267-5CCA-8DEA-E3B2DD07DA4E}" dt="2026-06-09T12:29:11.970" v="22279" actId="478"/>
          <ac:picMkLst>
            <pc:docMk/>
            <pc:sldMk cId="1715892012" sldId="324"/>
            <ac:picMk id="3" creationId="{C1F8DD72-8555-08DF-8476-5B4625EAD159}"/>
          </ac:picMkLst>
        </pc:picChg>
        <pc:picChg chg="add mod">
          <ac:chgData name="Hironari Yamada" userId="e57621f8-ec3c-449e-bb19-001fffcc008e" providerId="ADAL" clId="{BC0BD879-F267-5CCA-8DEA-E3B2DD07DA4E}" dt="2026-06-09T14:42:41.542" v="26214" actId="18331"/>
          <ac:picMkLst>
            <pc:docMk/>
            <pc:sldMk cId="1715892012" sldId="324"/>
            <ac:picMk id="11" creationId="{57AAFE3E-CD39-32BF-9D19-19E2AD79D5E4}"/>
          </ac:picMkLst>
        </pc:picChg>
        <pc:picChg chg="add mod">
          <ac:chgData name="Hironari Yamada" userId="e57621f8-ec3c-449e-bb19-001fffcc008e" providerId="ADAL" clId="{BC0BD879-F267-5CCA-8DEA-E3B2DD07DA4E}" dt="2026-06-09T12:32:08.837" v="22291" actId="1076"/>
          <ac:picMkLst>
            <pc:docMk/>
            <pc:sldMk cId="1715892012" sldId="324"/>
            <ac:picMk id="12" creationId="{906EC57F-789E-728A-E12A-D6E571FCA749}"/>
          </ac:picMkLst>
        </pc:picChg>
      </pc:sldChg>
      <pc:sldChg chg="add del">
        <pc:chgData name="Hironari Yamada" userId="e57621f8-ec3c-449e-bb19-001fffcc008e" providerId="ADAL" clId="{BC0BD879-F267-5CCA-8DEA-E3B2DD07DA4E}" dt="2026-06-08T14:16:38.177" v="13382" actId="2696"/>
        <pc:sldMkLst>
          <pc:docMk/>
          <pc:sldMk cId="742188290" sldId="325"/>
        </pc:sldMkLst>
      </pc:sldChg>
      <pc:sldChg chg="add del">
        <pc:chgData name="Hironari Yamada" userId="e57621f8-ec3c-449e-bb19-001fffcc008e" providerId="ADAL" clId="{BC0BD879-F267-5CCA-8DEA-E3B2DD07DA4E}" dt="2026-06-08T14:16:38.181" v="13384" actId="2696"/>
        <pc:sldMkLst>
          <pc:docMk/>
          <pc:sldMk cId="1224305932" sldId="326"/>
        </pc:sldMkLst>
      </pc:sldChg>
      <pc:sldChg chg="add del">
        <pc:chgData name="Hironari Yamada" userId="e57621f8-ec3c-449e-bb19-001fffcc008e" providerId="ADAL" clId="{BC0BD879-F267-5CCA-8DEA-E3B2DD07DA4E}" dt="2026-06-08T14:16:38.184" v="13385" actId="2696"/>
        <pc:sldMkLst>
          <pc:docMk/>
          <pc:sldMk cId="3254817944" sldId="327"/>
        </pc:sldMkLst>
      </pc:sldChg>
      <pc:sldChg chg="add del">
        <pc:chgData name="Hironari Yamada" userId="e57621f8-ec3c-449e-bb19-001fffcc008e" providerId="ADAL" clId="{BC0BD879-F267-5CCA-8DEA-E3B2DD07DA4E}" dt="2026-06-08T14:16:38.178" v="13383" actId="2696"/>
        <pc:sldMkLst>
          <pc:docMk/>
          <pc:sldMk cId="921633579" sldId="328"/>
        </pc:sldMkLst>
      </pc:sldChg>
      <pc:sldChg chg="add del">
        <pc:chgData name="Hironari Yamada" userId="e57621f8-ec3c-449e-bb19-001fffcc008e" providerId="ADAL" clId="{BC0BD879-F267-5CCA-8DEA-E3B2DD07DA4E}" dt="2026-06-08T13:50:30.306" v="12843" actId="2696"/>
        <pc:sldMkLst>
          <pc:docMk/>
          <pc:sldMk cId="2064088380" sldId="329"/>
        </pc:sldMkLst>
      </pc:sldChg>
      <pc:sldChg chg="add del">
        <pc:chgData name="Hironari Yamada" userId="e57621f8-ec3c-449e-bb19-001fffcc008e" providerId="ADAL" clId="{BC0BD879-F267-5CCA-8DEA-E3B2DD07DA4E}" dt="2026-06-08T13:50:30.285" v="12830" actId="2696"/>
        <pc:sldMkLst>
          <pc:docMk/>
          <pc:sldMk cId="3214741323" sldId="330"/>
        </pc:sldMkLst>
      </pc:sldChg>
      <pc:sldChg chg="add del">
        <pc:chgData name="Hironari Yamada" userId="e57621f8-ec3c-449e-bb19-001fffcc008e" providerId="ADAL" clId="{BC0BD879-F267-5CCA-8DEA-E3B2DD07DA4E}" dt="2026-06-08T13:50:30.292" v="12836" actId="2696"/>
        <pc:sldMkLst>
          <pc:docMk/>
          <pc:sldMk cId="1709254488" sldId="331"/>
        </pc:sldMkLst>
      </pc:sldChg>
      <pc:sldChg chg="add del">
        <pc:chgData name="Hironari Yamada" userId="e57621f8-ec3c-449e-bb19-001fffcc008e" providerId="ADAL" clId="{BC0BD879-F267-5CCA-8DEA-E3B2DD07DA4E}" dt="2026-06-08T13:50:30.294" v="12839" actId="2696"/>
        <pc:sldMkLst>
          <pc:docMk/>
          <pc:sldMk cId="1539864429" sldId="332"/>
        </pc:sldMkLst>
      </pc:sldChg>
      <pc:sldChg chg="add del">
        <pc:chgData name="Hironari Yamada" userId="e57621f8-ec3c-449e-bb19-001fffcc008e" providerId="ADAL" clId="{BC0BD879-F267-5CCA-8DEA-E3B2DD07DA4E}" dt="2026-06-08T13:50:30.293" v="12838" actId="2696"/>
        <pc:sldMkLst>
          <pc:docMk/>
          <pc:sldMk cId="490487582" sldId="333"/>
        </pc:sldMkLst>
      </pc:sldChg>
      <pc:sldChg chg="add del">
        <pc:chgData name="Hironari Yamada" userId="e57621f8-ec3c-449e-bb19-001fffcc008e" providerId="ADAL" clId="{BC0BD879-F267-5CCA-8DEA-E3B2DD07DA4E}" dt="2026-06-08T13:50:30.303" v="12842" actId="2696"/>
        <pc:sldMkLst>
          <pc:docMk/>
          <pc:sldMk cId="749871339" sldId="334"/>
        </pc:sldMkLst>
      </pc:sldChg>
      <pc:sldChg chg="add del">
        <pc:chgData name="Hironari Yamada" userId="e57621f8-ec3c-449e-bb19-001fffcc008e" providerId="ADAL" clId="{BC0BD879-F267-5CCA-8DEA-E3B2DD07DA4E}" dt="2026-06-08T13:50:30.284" v="12829" actId="2696"/>
        <pc:sldMkLst>
          <pc:docMk/>
          <pc:sldMk cId="3705372524" sldId="335"/>
        </pc:sldMkLst>
      </pc:sldChg>
      <pc:sldChg chg="add del">
        <pc:chgData name="Hironari Yamada" userId="e57621f8-ec3c-449e-bb19-001fffcc008e" providerId="ADAL" clId="{BC0BD879-F267-5CCA-8DEA-E3B2DD07DA4E}" dt="2026-06-08T13:50:30.284" v="12828" actId="2696"/>
        <pc:sldMkLst>
          <pc:docMk/>
          <pc:sldMk cId="3137840303" sldId="336"/>
        </pc:sldMkLst>
      </pc:sldChg>
      <pc:sldChg chg="add del">
        <pc:chgData name="Hironari Yamada" userId="e57621f8-ec3c-449e-bb19-001fffcc008e" providerId="ADAL" clId="{BC0BD879-F267-5CCA-8DEA-E3B2DD07DA4E}" dt="2026-06-08T13:50:30.285" v="12831" actId="2696"/>
        <pc:sldMkLst>
          <pc:docMk/>
          <pc:sldMk cId="3647361466" sldId="337"/>
        </pc:sldMkLst>
      </pc:sldChg>
      <pc:sldChg chg="add del">
        <pc:chgData name="Hironari Yamada" userId="e57621f8-ec3c-449e-bb19-001fffcc008e" providerId="ADAL" clId="{BC0BD879-F267-5CCA-8DEA-E3B2DD07DA4E}" dt="2026-06-08T13:50:30.300" v="12841" actId="2696"/>
        <pc:sldMkLst>
          <pc:docMk/>
          <pc:sldMk cId="2339604066" sldId="338"/>
        </pc:sldMkLst>
      </pc:sldChg>
      <pc:sldChg chg="add del">
        <pc:chgData name="Hironari Yamada" userId="e57621f8-ec3c-449e-bb19-001fffcc008e" providerId="ADAL" clId="{BC0BD879-F267-5CCA-8DEA-E3B2DD07DA4E}" dt="2026-06-08T13:50:30.292" v="12837" actId="2696"/>
        <pc:sldMkLst>
          <pc:docMk/>
          <pc:sldMk cId="238186966" sldId="339"/>
        </pc:sldMkLst>
      </pc:sldChg>
      <pc:sldChg chg="add del">
        <pc:chgData name="Hironari Yamada" userId="e57621f8-ec3c-449e-bb19-001fffcc008e" providerId="ADAL" clId="{BC0BD879-F267-5CCA-8DEA-E3B2DD07DA4E}" dt="2026-06-08T13:50:30.291" v="12835" actId="2696"/>
        <pc:sldMkLst>
          <pc:docMk/>
          <pc:sldMk cId="2635061432" sldId="340"/>
        </pc:sldMkLst>
      </pc:sldChg>
      <pc:sldChg chg="add del">
        <pc:chgData name="Hironari Yamada" userId="e57621f8-ec3c-449e-bb19-001fffcc008e" providerId="ADAL" clId="{BC0BD879-F267-5CCA-8DEA-E3B2DD07DA4E}" dt="2026-06-08T13:50:30.297" v="12840" actId="2696"/>
        <pc:sldMkLst>
          <pc:docMk/>
          <pc:sldMk cId="3340859207" sldId="341"/>
        </pc:sldMkLst>
      </pc:sldChg>
      <pc:sldChg chg="add del">
        <pc:chgData name="Hironari Yamada" userId="e57621f8-ec3c-449e-bb19-001fffcc008e" providerId="ADAL" clId="{BC0BD879-F267-5CCA-8DEA-E3B2DD07DA4E}" dt="2026-06-08T13:50:30.278" v="12825" actId="2696"/>
        <pc:sldMkLst>
          <pc:docMk/>
          <pc:sldMk cId="2268676308" sldId="342"/>
        </pc:sldMkLst>
      </pc:sldChg>
      <pc:sldChg chg="add del">
        <pc:chgData name="Hironari Yamada" userId="e57621f8-ec3c-449e-bb19-001fffcc008e" providerId="ADAL" clId="{BC0BD879-F267-5CCA-8DEA-E3B2DD07DA4E}" dt="2026-06-08T13:50:30.279" v="12826" actId="2696"/>
        <pc:sldMkLst>
          <pc:docMk/>
          <pc:sldMk cId="287385854" sldId="343"/>
        </pc:sldMkLst>
      </pc:sldChg>
      <pc:sldChg chg="add del">
        <pc:chgData name="Hironari Yamada" userId="e57621f8-ec3c-449e-bb19-001fffcc008e" providerId="ADAL" clId="{BC0BD879-F267-5CCA-8DEA-E3B2DD07DA4E}" dt="2026-06-08T13:50:30.287" v="12833" actId="2696"/>
        <pc:sldMkLst>
          <pc:docMk/>
          <pc:sldMk cId="3883086783" sldId="344"/>
        </pc:sldMkLst>
      </pc:sldChg>
      <pc:sldChg chg="add del">
        <pc:chgData name="Hironari Yamada" userId="e57621f8-ec3c-449e-bb19-001fffcc008e" providerId="ADAL" clId="{BC0BD879-F267-5CCA-8DEA-E3B2DD07DA4E}" dt="2026-06-08T13:50:30.286" v="12832" actId="2696"/>
        <pc:sldMkLst>
          <pc:docMk/>
          <pc:sldMk cId="569820613" sldId="345"/>
        </pc:sldMkLst>
      </pc:sldChg>
      <pc:sldChg chg="add del">
        <pc:chgData name="Hironari Yamada" userId="e57621f8-ec3c-449e-bb19-001fffcc008e" providerId="ADAL" clId="{BC0BD879-F267-5CCA-8DEA-E3B2DD07DA4E}" dt="2026-06-08T13:50:30.290" v="12834" actId="2696"/>
        <pc:sldMkLst>
          <pc:docMk/>
          <pc:sldMk cId="1141536092" sldId="346"/>
        </pc:sldMkLst>
      </pc:sldChg>
      <pc:sldChg chg="add del">
        <pc:chgData name="Hironari Yamada" userId="e57621f8-ec3c-449e-bb19-001fffcc008e" providerId="ADAL" clId="{BC0BD879-F267-5CCA-8DEA-E3B2DD07DA4E}" dt="2026-06-08T13:50:30.283" v="12827" actId="2696"/>
        <pc:sldMkLst>
          <pc:docMk/>
          <pc:sldMk cId="890870516" sldId="347"/>
        </pc:sldMkLst>
      </pc:sldChg>
      <pc:sldChg chg="add del">
        <pc:chgData name="Hironari Yamada" userId="e57621f8-ec3c-449e-bb19-001fffcc008e" providerId="ADAL" clId="{BC0BD879-F267-5CCA-8DEA-E3B2DD07DA4E}" dt="2026-06-08T13:50:30.277" v="12824" actId="2696"/>
        <pc:sldMkLst>
          <pc:docMk/>
          <pc:sldMk cId="2608968762" sldId="348"/>
        </pc:sldMkLst>
      </pc:sldChg>
      <pc:sldChg chg="addSp delSp modSp add del mod">
        <pc:chgData name="Hironari Yamada" userId="e57621f8-ec3c-449e-bb19-001fffcc008e" providerId="ADAL" clId="{BC0BD879-F267-5CCA-8DEA-E3B2DD07DA4E}" dt="2026-06-09T06:48:04.158" v="20257" actId="2696"/>
        <pc:sldMkLst>
          <pc:docMk/>
          <pc:sldMk cId="3075192525" sldId="349"/>
        </pc:sldMkLst>
        <pc:spChg chg="mod">
          <ac:chgData name="Hironari Yamada" userId="e57621f8-ec3c-449e-bb19-001fffcc008e" providerId="ADAL" clId="{BC0BD879-F267-5CCA-8DEA-E3B2DD07DA4E}" dt="2026-06-09T06:45:15.611" v="20209"/>
          <ac:spMkLst>
            <pc:docMk/>
            <pc:sldMk cId="3075192525" sldId="349"/>
            <ac:spMk id="2" creationId="{BAC9EDD6-2AEE-390E-D8AF-DB7BD4ABB854}"/>
          </ac:spMkLst>
        </pc:spChg>
      </pc:sldChg>
      <pc:sldChg chg="addSp delSp modSp add del mod">
        <pc:chgData name="Hironari Yamada" userId="e57621f8-ec3c-449e-bb19-001fffcc008e" providerId="ADAL" clId="{BC0BD879-F267-5CCA-8DEA-E3B2DD07DA4E}" dt="2026-06-09T06:48:04.174" v="20260" actId="2696"/>
        <pc:sldMkLst>
          <pc:docMk/>
          <pc:sldMk cId="615457542" sldId="350"/>
        </pc:sldMkLst>
        <pc:spChg chg="mod">
          <ac:chgData name="Hironari Yamada" userId="e57621f8-ec3c-449e-bb19-001fffcc008e" providerId="ADAL" clId="{BC0BD879-F267-5CCA-8DEA-E3B2DD07DA4E}" dt="2026-06-09T06:45:15.611" v="20209"/>
          <ac:spMkLst>
            <pc:docMk/>
            <pc:sldMk cId="615457542" sldId="350"/>
            <ac:spMk id="2" creationId="{26A08CAB-8341-0447-E9BA-2E458AE9A7A0}"/>
          </ac:spMkLst>
        </pc:spChg>
      </pc:sldChg>
      <pc:sldChg chg="addSp delSp modSp add del mod">
        <pc:chgData name="Hironari Yamada" userId="e57621f8-ec3c-449e-bb19-001fffcc008e" providerId="ADAL" clId="{BC0BD879-F267-5CCA-8DEA-E3B2DD07DA4E}" dt="2026-06-09T06:48:04.148" v="20252" actId="2696"/>
        <pc:sldMkLst>
          <pc:docMk/>
          <pc:sldMk cId="2508540928" sldId="351"/>
        </pc:sldMkLst>
        <pc:spChg chg="mod">
          <ac:chgData name="Hironari Yamada" userId="e57621f8-ec3c-449e-bb19-001fffcc008e" providerId="ADAL" clId="{BC0BD879-F267-5CCA-8DEA-E3B2DD07DA4E}" dt="2026-06-09T06:45:15.611" v="20209"/>
          <ac:spMkLst>
            <pc:docMk/>
            <pc:sldMk cId="2508540928" sldId="351"/>
            <ac:spMk id="2" creationId="{033E4418-5725-ED64-8FA6-DC0CF644AB29}"/>
          </ac:spMkLst>
        </pc:spChg>
      </pc:sldChg>
      <pc:sldChg chg="addSp delSp modSp add del mod">
        <pc:chgData name="Hironari Yamada" userId="e57621f8-ec3c-449e-bb19-001fffcc008e" providerId="ADAL" clId="{BC0BD879-F267-5CCA-8DEA-E3B2DD07DA4E}" dt="2026-06-09T06:48:04.150" v="20254" actId="2696"/>
        <pc:sldMkLst>
          <pc:docMk/>
          <pc:sldMk cId="103018201" sldId="352"/>
        </pc:sldMkLst>
        <pc:spChg chg="mod">
          <ac:chgData name="Hironari Yamada" userId="e57621f8-ec3c-449e-bb19-001fffcc008e" providerId="ADAL" clId="{BC0BD879-F267-5CCA-8DEA-E3B2DD07DA4E}" dt="2026-06-09T06:45:15.611" v="20209"/>
          <ac:spMkLst>
            <pc:docMk/>
            <pc:sldMk cId="103018201" sldId="352"/>
            <ac:spMk id="2" creationId="{720B4B58-0DF1-12C5-971B-32D750545205}"/>
          </ac:spMkLst>
        </pc:spChg>
      </pc:sldChg>
      <pc:sldChg chg="modSp add del mod modNotesTx">
        <pc:chgData name="Hironari Yamada" userId="e57621f8-ec3c-449e-bb19-001fffcc008e" providerId="ADAL" clId="{BC0BD879-F267-5CCA-8DEA-E3B2DD07DA4E}" dt="2026-06-09T14:36:28.693" v="25959" actId="2696"/>
        <pc:sldMkLst>
          <pc:docMk/>
          <pc:sldMk cId="4116125106" sldId="353"/>
        </pc:sldMkLst>
        <pc:spChg chg="mod">
          <ac:chgData name="Hironari Yamada" userId="e57621f8-ec3c-449e-bb19-001fffcc008e" providerId="ADAL" clId="{BC0BD879-F267-5CCA-8DEA-E3B2DD07DA4E}" dt="2026-06-09T06:45:15.611" v="20209"/>
          <ac:spMkLst>
            <pc:docMk/>
            <pc:sldMk cId="4116125106" sldId="353"/>
            <ac:spMk id="2" creationId="{F87B6B67-ABBB-4798-AC69-92B461DBCB18}"/>
          </ac:spMkLst>
        </pc:spChg>
      </pc:sldChg>
      <pc:sldChg chg="modSp add del mod modNotesTx">
        <pc:chgData name="Hironari Yamada" userId="e57621f8-ec3c-449e-bb19-001fffcc008e" providerId="ADAL" clId="{BC0BD879-F267-5CCA-8DEA-E3B2DD07DA4E}" dt="2026-06-09T14:36:28.700" v="25962" actId="2696"/>
        <pc:sldMkLst>
          <pc:docMk/>
          <pc:sldMk cId="989975386" sldId="354"/>
        </pc:sldMkLst>
        <pc:spChg chg="mod">
          <ac:chgData name="Hironari Yamada" userId="e57621f8-ec3c-449e-bb19-001fffcc008e" providerId="ADAL" clId="{BC0BD879-F267-5CCA-8DEA-E3B2DD07DA4E}" dt="2026-06-09T06:45:15.611" v="20209"/>
          <ac:spMkLst>
            <pc:docMk/>
            <pc:sldMk cId="989975386" sldId="354"/>
            <ac:spMk id="2" creationId="{32E4FF9D-6AFD-BE56-8B7E-3C45754AB356}"/>
          </ac:spMkLst>
        </pc:spChg>
      </pc:sldChg>
      <pc:sldChg chg="modSp add del mod modNotesTx">
        <pc:chgData name="Hironari Yamada" userId="e57621f8-ec3c-449e-bb19-001fffcc008e" providerId="ADAL" clId="{BC0BD879-F267-5CCA-8DEA-E3B2DD07DA4E}" dt="2026-06-09T14:36:28.710" v="25970" actId="2696"/>
        <pc:sldMkLst>
          <pc:docMk/>
          <pc:sldMk cId="2949765170" sldId="355"/>
        </pc:sldMkLst>
        <pc:spChg chg="mod">
          <ac:chgData name="Hironari Yamada" userId="e57621f8-ec3c-449e-bb19-001fffcc008e" providerId="ADAL" clId="{BC0BD879-F267-5CCA-8DEA-E3B2DD07DA4E}" dt="2026-06-09T06:45:15.611" v="20209"/>
          <ac:spMkLst>
            <pc:docMk/>
            <pc:sldMk cId="2949765170" sldId="355"/>
            <ac:spMk id="2" creationId="{F9EE1852-F29B-4E05-913D-6372838D7E31}"/>
          </ac:spMkLst>
        </pc:spChg>
        <pc:spChg chg="mod">
          <ac:chgData name="Hironari Yamada" userId="e57621f8-ec3c-449e-bb19-001fffcc008e" providerId="ADAL" clId="{BC0BD879-F267-5CCA-8DEA-E3B2DD07DA4E}" dt="2026-06-09T04:19:13.098" v="19572" actId="20577"/>
          <ac:spMkLst>
            <pc:docMk/>
            <pc:sldMk cId="2949765170" sldId="355"/>
            <ac:spMk id="17" creationId="{D0C99BE1-226C-F43E-5D93-9B1FF78DA374}"/>
          </ac:spMkLst>
        </pc:spChg>
      </pc:sldChg>
      <pc:sldChg chg="addSp delSp modSp add mod ord">
        <pc:chgData name="Hironari Yamada" userId="e57621f8-ec3c-449e-bb19-001fffcc008e" providerId="ADAL" clId="{BC0BD879-F267-5CCA-8DEA-E3B2DD07DA4E}" dt="2026-06-09T07:05:04.852" v="20529" actId="20577"/>
        <pc:sldMkLst>
          <pc:docMk/>
          <pc:sldMk cId="3756741499" sldId="356"/>
        </pc:sldMkLst>
        <pc:spChg chg="mod">
          <ac:chgData name="Hironari Yamada" userId="e57621f8-ec3c-449e-bb19-001fffcc008e" providerId="ADAL" clId="{BC0BD879-F267-5CCA-8DEA-E3B2DD07DA4E}" dt="2026-06-09T06:45:15.611" v="20209"/>
          <ac:spMkLst>
            <pc:docMk/>
            <pc:sldMk cId="3756741499" sldId="356"/>
            <ac:spMk id="2" creationId="{AAF2740F-0941-DD4B-C979-456039719E5E}"/>
          </ac:spMkLst>
        </pc:spChg>
        <pc:spChg chg="mod">
          <ac:chgData name="Hironari Yamada" userId="e57621f8-ec3c-449e-bb19-001fffcc008e" providerId="ADAL" clId="{BC0BD879-F267-5CCA-8DEA-E3B2DD07DA4E}" dt="2026-06-09T06:48:29.685" v="20263"/>
          <ac:spMkLst>
            <pc:docMk/>
            <pc:sldMk cId="3756741499" sldId="356"/>
            <ac:spMk id="5" creationId="{DDA4289A-CC45-8497-DAC7-F94F51F5E5A6}"/>
          </ac:spMkLst>
        </pc:spChg>
        <pc:spChg chg="add mod">
          <ac:chgData name="Hironari Yamada" userId="e57621f8-ec3c-449e-bb19-001fffcc008e" providerId="ADAL" clId="{BC0BD879-F267-5CCA-8DEA-E3B2DD07DA4E}" dt="2026-06-09T06:48:39.309" v="20265"/>
          <ac:spMkLst>
            <pc:docMk/>
            <pc:sldMk cId="3756741499" sldId="356"/>
            <ac:spMk id="6" creationId="{7DCC9113-CEF4-4969-42D6-60DB3E707906}"/>
          </ac:spMkLst>
        </pc:spChg>
        <pc:spChg chg="add mod">
          <ac:chgData name="Hironari Yamada" userId="e57621f8-ec3c-449e-bb19-001fffcc008e" providerId="ADAL" clId="{BC0BD879-F267-5CCA-8DEA-E3B2DD07DA4E}" dt="2026-06-09T06:48:39.309" v="20265"/>
          <ac:spMkLst>
            <pc:docMk/>
            <pc:sldMk cId="3756741499" sldId="356"/>
            <ac:spMk id="7" creationId="{7A3400BB-BAF1-D56D-4D87-A9D838D643D3}"/>
          </ac:spMkLst>
        </pc:spChg>
        <pc:spChg chg="mod">
          <ac:chgData name="Hironari Yamada" userId="e57621f8-ec3c-449e-bb19-001fffcc008e" providerId="ADAL" clId="{BC0BD879-F267-5CCA-8DEA-E3B2DD07DA4E}" dt="2026-06-09T06:48:25.750" v="20262"/>
          <ac:spMkLst>
            <pc:docMk/>
            <pc:sldMk cId="3756741499" sldId="356"/>
            <ac:spMk id="9" creationId="{B3444497-8F0A-6710-5820-64935D6D5433}"/>
          </ac:spMkLst>
        </pc:spChg>
        <pc:spChg chg="del">
          <ac:chgData name="Hironari Yamada" userId="e57621f8-ec3c-449e-bb19-001fffcc008e" providerId="ADAL" clId="{BC0BD879-F267-5CCA-8DEA-E3B2DD07DA4E}" dt="2026-06-09T06:48:33.410" v="20264" actId="478"/>
          <ac:spMkLst>
            <pc:docMk/>
            <pc:sldMk cId="3756741499" sldId="356"/>
            <ac:spMk id="10" creationId="{403EFE6F-FEEA-8031-409E-5564717340F2}"/>
          </ac:spMkLst>
        </pc:spChg>
        <pc:spChg chg="mod">
          <ac:chgData name="Hironari Yamada" userId="e57621f8-ec3c-449e-bb19-001fffcc008e" providerId="ADAL" clId="{BC0BD879-F267-5CCA-8DEA-E3B2DD07DA4E}" dt="2026-06-09T06:48:45.190" v="20270" actId="20577"/>
          <ac:spMkLst>
            <pc:docMk/>
            <pc:sldMk cId="3756741499" sldId="356"/>
            <ac:spMk id="14" creationId="{C1F00B3B-C211-A96B-5029-13A89C081E2A}"/>
          </ac:spMkLst>
        </pc:spChg>
        <pc:spChg chg="mod">
          <ac:chgData name="Hironari Yamada" userId="e57621f8-ec3c-449e-bb19-001fffcc008e" providerId="ADAL" clId="{BC0BD879-F267-5CCA-8DEA-E3B2DD07DA4E}" dt="2026-06-09T06:49:02.648" v="20286"/>
          <ac:spMkLst>
            <pc:docMk/>
            <pc:sldMk cId="3756741499" sldId="356"/>
            <ac:spMk id="17" creationId="{055AECD1-681C-4BEB-B404-C7852832AF1F}"/>
          </ac:spMkLst>
        </pc:spChg>
        <pc:spChg chg="mod">
          <ac:chgData name="Hironari Yamada" userId="e57621f8-ec3c-449e-bb19-001fffcc008e" providerId="ADAL" clId="{BC0BD879-F267-5CCA-8DEA-E3B2DD07DA4E}" dt="2026-06-09T06:49:06.729" v="20287"/>
          <ac:spMkLst>
            <pc:docMk/>
            <pc:sldMk cId="3756741499" sldId="356"/>
            <ac:spMk id="18" creationId="{9B1E4B4A-D98A-EA90-522B-B45E3772B616}"/>
          </ac:spMkLst>
        </pc:spChg>
        <pc:spChg chg="add mod">
          <ac:chgData name="Hironari Yamada" userId="e57621f8-ec3c-449e-bb19-001fffcc008e" providerId="ADAL" clId="{BC0BD879-F267-5CCA-8DEA-E3B2DD07DA4E}" dt="2026-06-09T06:48:39.309" v="20265"/>
          <ac:spMkLst>
            <pc:docMk/>
            <pc:sldMk cId="3756741499" sldId="356"/>
            <ac:spMk id="19" creationId="{30C0D22C-4EB5-F751-81F1-087F9F07FC66}"/>
          </ac:spMkLst>
        </pc:spChg>
        <pc:spChg chg="mod">
          <ac:chgData name="Hironari Yamada" userId="e57621f8-ec3c-449e-bb19-001fffcc008e" providerId="ADAL" clId="{BC0BD879-F267-5CCA-8DEA-E3B2DD07DA4E}" dt="2026-06-09T06:48:48.251" v="20275" actId="20577"/>
          <ac:spMkLst>
            <pc:docMk/>
            <pc:sldMk cId="3756741499" sldId="356"/>
            <ac:spMk id="23" creationId="{D11B8462-72FD-28D2-A71A-25CB2A8CD289}"/>
          </ac:spMkLst>
        </pc:spChg>
        <pc:spChg chg="del">
          <ac:chgData name="Hironari Yamada" userId="e57621f8-ec3c-449e-bb19-001fffcc008e" providerId="ADAL" clId="{BC0BD879-F267-5CCA-8DEA-E3B2DD07DA4E}" dt="2026-06-09T06:48:33.410" v="20264" actId="478"/>
          <ac:spMkLst>
            <pc:docMk/>
            <pc:sldMk cId="3756741499" sldId="356"/>
            <ac:spMk id="26" creationId="{23A59D72-89C1-3DB7-29F4-7C70FC07D825}"/>
          </ac:spMkLst>
        </pc:spChg>
        <pc:spChg chg="add mod">
          <ac:chgData name="Hironari Yamada" userId="e57621f8-ec3c-449e-bb19-001fffcc008e" providerId="ADAL" clId="{BC0BD879-F267-5CCA-8DEA-E3B2DD07DA4E}" dt="2026-06-09T07:03:55.998" v="20445" actId="20577"/>
          <ac:spMkLst>
            <pc:docMk/>
            <pc:sldMk cId="3756741499" sldId="356"/>
            <ac:spMk id="27" creationId="{F3339B6C-160E-0B36-29A2-55E09F9814DE}"/>
          </ac:spMkLst>
        </pc:spChg>
        <pc:spChg chg="mod">
          <ac:chgData name="Hironari Yamada" userId="e57621f8-ec3c-449e-bb19-001fffcc008e" providerId="ADAL" clId="{BC0BD879-F267-5CCA-8DEA-E3B2DD07DA4E}" dt="2026-06-09T07:04:07.126" v="20464" actId="1076"/>
          <ac:spMkLst>
            <pc:docMk/>
            <pc:sldMk cId="3756741499" sldId="356"/>
            <ac:spMk id="28" creationId="{B049614F-5EDD-8EC1-670C-CEE1B5A025A5}"/>
          </ac:spMkLst>
        </pc:spChg>
        <pc:spChg chg="add mod">
          <ac:chgData name="Hironari Yamada" userId="e57621f8-ec3c-449e-bb19-001fffcc008e" providerId="ADAL" clId="{BC0BD879-F267-5CCA-8DEA-E3B2DD07DA4E}" dt="2026-06-09T06:48:39.309" v="20265"/>
          <ac:spMkLst>
            <pc:docMk/>
            <pc:sldMk cId="3756741499" sldId="356"/>
            <ac:spMk id="32" creationId="{A3226F0E-02C2-9400-6919-CBB1BD226942}"/>
          </ac:spMkLst>
        </pc:spChg>
        <pc:spChg chg="del">
          <ac:chgData name="Hironari Yamada" userId="e57621f8-ec3c-449e-bb19-001fffcc008e" providerId="ADAL" clId="{BC0BD879-F267-5CCA-8DEA-E3B2DD07DA4E}" dt="2026-06-09T06:48:33.410" v="20264" actId="478"/>
          <ac:spMkLst>
            <pc:docMk/>
            <pc:sldMk cId="3756741499" sldId="356"/>
            <ac:spMk id="35" creationId="{569CB4CD-4FC7-F208-317F-7806DC013C30}"/>
          </ac:spMkLst>
        </pc:spChg>
        <pc:spChg chg="add mod">
          <ac:chgData name="Hironari Yamada" userId="e57621f8-ec3c-449e-bb19-001fffcc008e" providerId="ADAL" clId="{BC0BD879-F267-5CCA-8DEA-E3B2DD07DA4E}" dt="2026-06-09T06:48:51.953" v="20280" actId="20577"/>
          <ac:spMkLst>
            <pc:docMk/>
            <pc:sldMk cId="3756741499" sldId="356"/>
            <ac:spMk id="38" creationId="{E4D2D84B-8C90-8C48-D7C4-9C68A1AAF19C}"/>
          </ac:spMkLst>
        </pc:spChg>
        <pc:spChg chg="mod">
          <ac:chgData name="Hironari Yamada" userId="e57621f8-ec3c-449e-bb19-001fffcc008e" providerId="ADAL" clId="{BC0BD879-F267-5CCA-8DEA-E3B2DD07DA4E}" dt="2026-06-09T07:04:50.644" v="20499" actId="20577"/>
          <ac:spMkLst>
            <pc:docMk/>
            <pc:sldMk cId="3756741499" sldId="356"/>
            <ac:spMk id="39" creationId="{1579C806-3CDB-4825-7052-35A7D6109A2B}"/>
          </ac:spMkLst>
        </pc:spChg>
        <pc:spChg chg="add mod">
          <ac:chgData name="Hironari Yamada" userId="e57621f8-ec3c-449e-bb19-001fffcc008e" providerId="ADAL" clId="{BC0BD879-F267-5CCA-8DEA-E3B2DD07DA4E}" dt="2026-06-09T07:05:04.852" v="20529" actId="20577"/>
          <ac:spMkLst>
            <pc:docMk/>
            <pc:sldMk cId="3756741499" sldId="356"/>
            <ac:spMk id="40" creationId="{5494DF93-CF15-EB16-65C0-8012B5793A53}"/>
          </ac:spMkLst>
        </pc:spChg>
        <pc:spChg chg="add del mod">
          <ac:chgData name="Hironari Yamada" userId="e57621f8-ec3c-449e-bb19-001fffcc008e" providerId="ADAL" clId="{BC0BD879-F267-5CCA-8DEA-E3B2DD07DA4E}" dt="2026-06-09T07:04:41.571" v="20467" actId="478"/>
          <ac:spMkLst>
            <pc:docMk/>
            <pc:sldMk cId="3756741499" sldId="356"/>
            <ac:spMk id="41" creationId="{80A7DC22-1CC3-2279-F546-B86B7599373C}"/>
          </ac:spMkLst>
        </pc:spChg>
        <pc:spChg chg="del">
          <ac:chgData name="Hironari Yamada" userId="e57621f8-ec3c-449e-bb19-001fffcc008e" providerId="ADAL" clId="{BC0BD879-F267-5CCA-8DEA-E3B2DD07DA4E}" dt="2026-06-09T07:04:41.571" v="20467" actId="478"/>
          <ac:spMkLst>
            <pc:docMk/>
            <pc:sldMk cId="3756741499" sldId="356"/>
            <ac:spMk id="42" creationId="{A31B7CC6-6EA5-75EF-DD32-2AA72C765A52}"/>
          </ac:spMkLst>
        </pc:spChg>
        <pc:spChg chg="add del mod">
          <ac:chgData name="Hironari Yamada" userId="e57621f8-ec3c-449e-bb19-001fffcc008e" providerId="ADAL" clId="{BC0BD879-F267-5CCA-8DEA-E3B2DD07DA4E}" dt="2026-06-09T07:04:41.571" v="20467" actId="478"/>
          <ac:spMkLst>
            <pc:docMk/>
            <pc:sldMk cId="3756741499" sldId="356"/>
            <ac:spMk id="43" creationId="{63426EB0-3A2E-C322-19E2-C399A3B06F8B}"/>
          </ac:spMkLst>
        </pc:spChg>
        <pc:spChg chg="del">
          <ac:chgData name="Hironari Yamada" userId="e57621f8-ec3c-449e-bb19-001fffcc008e" providerId="ADAL" clId="{BC0BD879-F267-5CCA-8DEA-E3B2DD07DA4E}" dt="2026-06-09T07:04:41.571" v="20467" actId="478"/>
          <ac:spMkLst>
            <pc:docMk/>
            <pc:sldMk cId="3756741499" sldId="356"/>
            <ac:spMk id="47" creationId="{7B31A6DB-55E0-12FC-47D3-F49F315F6594}"/>
          </ac:spMkLst>
        </pc:spChg>
        <pc:spChg chg="add del mod">
          <ac:chgData name="Hironari Yamada" userId="e57621f8-ec3c-449e-bb19-001fffcc008e" providerId="ADAL" clId="{BC0BD879-F267-5CCA-8DEA-E3B2DD07DA4E}" dt="2026-06-09T07:04:41.571" v="20467" actId="478"/>
          <ac:spMkLst>
            <pc:docMk/>
            <pc:sldMk cId="3756741499" sldId="356"/>
            <ac:spMk id="48" creationId="{DC95A6A0-3363-4386-8F4A-B8BDA4B18207}"/>
          </ac:spMkLst>
        </pc:spChg>
        <pc:spChg chg="del">
          <ac:chgData name="Hironari Yamada" userId="e57621f8-ec3c-449e-bb19-001fffcc008e" providerId="ADAL" clId="{BC0BD879-F267-5CCA-8DEA-E3B2DD07DA4E}" dt="2026-06-09T06:48:33.410" v="20264" actId="478"/>
          <ac:spMkLst>
            <pc:docMk/>
            <pc:sldMk cId="3756741499" sldId="356"/>
            <ac:spMk id="50" creationId="{EDF436F0-38CE-043F-2F4D-837D113D0556}"/>
          </ac:spMkLst>
        </pc:spChg>
        <pc:spChg chg="del">
          <ac:chgData name="Hironari Yamada" userId="e57621f8-ec3c-449e-bb19-001fffcc008e" providerId="ADAL" clId="{BC0BD879-F267-5CCA-8DEA-E3B2DD07DA4E}" dt="2026-06-09T06:48:33.410" v="20264" actId="478"/>
          <ac:spMkLst>
            <pc:docMk/>
            <pc:sldMk cId="3756741499" sldId="356"/>
            <ac:spMk id="51" creationId="{93C594E7-4EF9-A19D-5CFC-B0E40E0E01CA}"/>
          </ac:spMkLst>
        </pc:spChg>
        <pc:spChg chg="del">
          <ac:chgData name="Hironari Yamada" userId="e57621f8-ec3c-449e-bb19-001fffcc008e" providerId="ADAL" clId="{BC0BD879-F267-5CCA-8DEA-E3B2DD07DA4E}" dt="2026-06-09T06:48:33.410" v="20264" actId="478"/>
          <ac:spMkLst>
            <pc:docMk/>
            <pc:sldMk cId="3756741499" sldId="356"/>
            <ac:spMk id="54" creationId="{6D04E402-0635-186D-7ACE-32167E545088}"/>
          </ac:spMkLst>
        </pc:spChg>
        <pc:spChg chg="del">
          <ac:chgData name="Hironari Yamada" userId="e57621f8-ec3c-449e-bb19-001fffcc008e" providerId="ADAL" clId="{BC0BD879-F267-5CCA-8DEA-E3B2DD07DA4E}" dt="2026-06-09T06:48:33.410" v="20264" actId="478"/>
          <ac:spMkLst>
            <pc:docMk/>
            <pc:sldMk cId="3756741499" sldId="356"/>
            <ac:spMk id="61" creationId="{E38E5673-3F2A-3371-AF2E-40CCD09C360D}"/>
          </ac:spMkLst>
        </pc:spChg>
        <pc:spChg chg="del">
          <ac:chgData name="Hironari Yamada" userId="e57621f8-ec3c-449e-bb19-001fffcc008e" providerId="ADAL" clId="{BC0BD879-F267-5CCA-8DEA-E3B2DD07DA4E}" dt="2026-06-09T06:48:33.410" v="20264" actId="478"/>
          <ac:spMkLst>
            <pc:docMk/>
            <pc:sldMk cId="3756741499" sldId="356"/>
            <ac:spMk id="67" creationId="{DA6D9991-B71C-B4A2-1D47-D29F4ACC7584}"/>
          </ac:spMkLst>
        </pc:spChg>
        <pc:spChg chg="del">
          <ac:chgData name="Hironari Yamada" userId="e57621f8-ec3c-449e-bb19-001fffcc008e" providerId="ADAL" clId="{BC0BD879-F267-5CCA-8DEA-E3B2DD07DA4E}" dt="2026-06-09T06:48:33.410" v="20264" actId="478"/>
          <ac:spMkLst>
            <pc:docMk/>
            <pc:sldMk cId="3756741499" sldId="356"/>
            <ac:spMk id="68" creationId="{4F1D9A84-B506-8BB4-7BE4-9B3114A6688C}"/>
          </ac:spMkLst>
        </pc:spChg>
        <pc:spChg chg="del">
          <ac:chgData name="Hironari Yamada" userId="e57621f8-ec3c-449e-bb19-001fffcc008e" providerId="ADAL" clId="{BC0BD879-F267-5CCA-8DEA-E3B2DD07DA4E}" dt="2026-06-09T06:48:33.410" v="20264" actId="478"/>
          <ac:spMkLst>
            <pc:docMk/>
            <pc:sldMk cId="3756741499" sldId="356"/>
            <ac:spMk id="74" creationId="{22D71E23-CA26-5F09-44EE-A133C8FA42A7}"/>
          </ac:spMkLst>
        </pc:spChg>
      </pc:sldChg>
      <pc:sldChg chg="addSp delSp modSp add del mod modNotesTx">
        <pc:chgData name="Hironari Yamada" userId="e57621f8-ec3c-449e-bb19-001fffcc008e" providerId="ADAL" clId="{BC0BD879-F267-5CCA-8DEA-E3B2DD07DA4E}" dt="2026-06-09T14:36:28.728" v="25982" actId="2696"/>
        <pc:sldMkLst>
          <pc:docMk/>
          <pc:sldMk cId="729290414" sldId="357"/>
        </pc:sldMkLst>
        <pc:spChg chg="mod">
          <ac:chgData name="Hironari Yamada" userId="e57621f8-ec3c-449e-bb19-001fffcc008e" providerId="ADAL" clId="{BC0BD879-F267-5CCA-8DEA-E3B2DD07DA4E}" dt="2026-06-09T06:45:15.611" v="20209"/>
          <ac:spMkLst>
            <pc:docMk/>
            <pc:sldMk cId="729290414" sldId="357"/>
            <ac:spMk id="2" creationId="{221CEAFE-DFD7-BDF1-2663-E14194C290E0}"/>
          </ac:spMkLst>
        </pc:spChg>
        <pc:spChg chg="add mod">
          <ac:chgData name="Hironari Yamada" userId="e57621f8-ec3c-449e-bb19-001fffcc008e" providerId="ADAL" clId="{BC0BD879-F267-5CCA-8DEA-E3B2DD07DA4E}" dt="2026-06-08T14:34:13.311" v="13451" actId="1076"/>
          <ac:spMkLst>
            <pc:docMk/>
            <pc:sldMk cId="729290414" sldId="357"/>
            <ac:spMk id="6" creationId="{695FCD3F-1488-B0D3-BC6C-7A7AD0557B38}"/>
          </ac:spMkLst>
        </pc:spChg>
        <pc:spChg chg="add mod">
          <ac:chgData name="Hironari Yamada" userId="e57621f8-ec3c-449e-bb19-001fffcc008e" providerId="ADAL" clId="{BC0BD879-F267-5CCA-8DEA-E3B2DD07DA4E}" dt="2026-06-08T14:34:19.220" v="13452" actId="1076"/>
          <ac:spMkLst>
            <pc:docMk/>
            <pc:sldMk cId="729290414" sldId="357"/>
            <ac:spMk id="7" creationId="{6C89C1F4-38CF-1E1D-51B2-3F400AB27ACC}"/>
          </ac:spMkLst>
        </pc:spChg>
        <pc:spChg chg="add mod">
          <ac:chgData name="Hironari Yamada" userId="e57621f8-ec3c-449e-bb19-001fffcc008e" providerId="ADAL" clId="{BC0BD879-F267-5CCA-8DEA-E3B2DD07DA4E}" dt="2026-06-08T14:34:26.004" v="13485" actId="20577"/>
          <ac:spMkLst>
            <pc:docMk/>
            <pc:sldMk cId="729290414" sldId="357"/>
            <ac:spMk id="8" creationId="{161F0D3F-3F5E-C5D3-5EDE-B8FCB4C72EDF}"/>
          </ac:spMkLst>
        </pc:spChg>
        <pc:spChg chg="add mod">
          <ac:chgData name="Hironari Yamada" userId="e57621f8-ec3c-449e-bb19-001fffcc008e" providerId="ADAL" clId="{BC0BD879-F267-5CCA-8DEA-E3B2DD07DA4E}" dt="2026-06-08T14:34:30.181" v="13502" actId="20577"/>
          <ac:spMkLst>
            <pc:docMk/>
            <pc:sldMk cId="729290414" sldId="357"/>
            <ac:spMk id="9" creationId="{010FCE22-DC84-6614-CDF3-1AE4BB788E86}"/>
          </ac:spMkLst>
        </pc:spChg>
        <pc:spChg chg="add mod">
          <ac:chgData name="Hironari Yamada" userId="e57621f8-ec3c-449e-bb19-001fffcc008e" providerId="ADAL" clId="{BC0BD879-F267-5CCA-8DEA-E3B2DD07DA4E}" dt="2026-06-08T14:34:42.485" v="13504" actId="1076"/>
          <ac:spMkLst>
            <pc:docMk/>
            <pc:sldMk cId="729290414" sldId="357"/>
            <ac:spMk id="10" creationId="{97CAAB5E-3C0A-A3F4-D36F-7A0268E65185}"/>
          </ac:spMkLst>
        </pc:spChg>
        <pc:spChg chg="add mod">
          <ac:chgData name="Hironari Yamada" userId="e57621f8-ec3c-449e-bb19-001fffcc008e" providerId="ADAL" clId="{BC0BD879-F267-5CCA-8DEA-E3B2DD07DA4E}" dt="2026-06-08T14:34:42.485" v="13504" actId="1076"/>
          <ac:spMkLst>
            <pc:docMk/>
            <pc:sldMk cId="729290414" sldId="357"/>
            <ac:spMk id="11" creationId="{6787A77E-24FD-DAE3-FE3A-C7F8FA24CDD2}"/>
          </ac:spMkLst>
        </pc:spChg>
      </pc:sldChg>
      <pc:sldChg chg="addSp delSp modSp add del mod modNotesTx">
        <pc:chgData name="Hironari Yamada" userId="e57621f8-ec3c-449e-bb19-001fffcc008e" providerId="ADAL" clId="{BC0BD879-F267-5CCA-8DEA-E3B2DD07DA4E}" dt="2026-06-09T14:36:28.696" v="25961" actId="2696"/>
        <pc:sldMkLst>
          <pc:docMk/>
          <pc:sldMk cId="243478719" sldId="358"/>
        </pc:sldMkLst>
        <pc:spChg chg="mod">
          <ac:chgData name="Hironari Yamada" userId="e57621f8-ec3c-449e-bb19-001fffcc008e" providerId="ADAL" clId="{BC0BD879-F267-5CCA-8DEA-E3B2DD07DA4E}" dt="2026-06-09T06:45:15.611" v="20209"/>
          <ac:spMkLst>
            <pc:docMk/>
            <pc:sldMk cId="243478719" sldId="358"/>
            <ac:spMk id="2" creationId="{FD11DBFF-2189-C259-127D-3535C711D76C}"/>
          </ac:spMkLst>
        </pc:spChg>
        <pc:spChg chg="add mod">
          <ac:chgData name="Hironari Yamada" userId="e57621f8-ec3c-449e-bb19-001fffcc008e" providerId="ADAL" clId="{BC0BD879-F267-5CCA-8DEA-E3B2DD07DA4E}" dt="2026-06-09T01:05:27.630" v="13507" actId="14100"/>
          <ac:spMkLst>
            <pc:docMk/>
            <pc:sldMk cId="243478719" sldId="358"/>
            <ac:spMk id="9" creationId="{CDD47F40-EFEE-8B03-1530-F5FC7FBDF728}"/>
          </ac:spMkLst>
        </pc:spChg>
        <pc:spChg chg="add mod">
          <ac:chgData name="Hironari Yamada" userId="e57621f8-ec3c-449e-bb19-001fffcc008e" providerId="ADAL" clId="{BC0BD879-F267-5CCA-8DEA-E3B2DD07DA4E}" dt="2026-06-09T01:05:44.971" v="13509" actId="1076"/>
          <ac:spMkLst>
            <pc:docMk/>
            <pc:sldMk cId="243478719" sldId="358"/>
            <ac:spMk id="10" creationId="{E28B6D18-CF76-005C-A6EA-6B18D7AAC461}"/>
          </ac:spMkLst>
        </pc:spChg>
        <pc:spChg chg="add mod">
          <ac:chgData name="Hironari Yamada" userId="e57621f8-ec3c-449e-bb19-001fffcc008e" providerId="ADAL" clId="{BC0BD879-F267-5CCA-8DEA-E3B2DD07DA4E}" dt="2026-06-09T01:06:00.578" v="13515" actId="1076"/>
          <ac:spMkLst>
            <pc:docMk/>
            <pc:sldMk cId="243478719" sldId="358"/>
            <ac:spMk id="11" creationId="{6FDD91F3-618C-2A81-2082-B6A1F8E08508}"/>
          </ac:spMkLst>
        </pc:spChg>
        <pc:spChg chg="add mod">
          <ac:chgData name="Hironari Yamada" userId="e57621f8-ec3c-449e-bb19-001fffcc008e" providerId="ADAL" clId="{BC0BD879-F267-5CCA-8DEA-E3B2DD07DA4E}" dt="2026-06-09T01:54:13.119" v="14853" actId="20577"/>
          <ac:spMkLst>
            <pc:docMk/>
            <pc:sldMk cId="243478719" sldId="358"/>
            <ac:spMk id="12" creationId="{1E4F4D4F-4DC6-4DE5-BA7F-D99616A34843}"/>
          </ac:spMkLst>
        </pc:spChg>
        <pc:spChg chg="add mod">
          <ac:chgData name="Hironari Yamada" userId="e57621f8-ec3c-449e-bb19-001fffcc008e" providerId="ADAL" clId="{BC0BD879-F267-5CCA-8DEA-E3B2DD07DA4E}" dt="2026-06-09T01:06:09.213" v="13516" actId="1076"/>
          <ac:spMkLst>
            <pc:docMk/>
            <pc:sldMk cId="243478719" sldId="358"/>
            <ac:spMk id="13" creationId="{5D6087F7-E78B-D29E-CAD4-4E2FCE260816}"/>
          </ac:spMkLst>
        </pc:spChg>
        <pc:spChg chg="add mod">
          <ac:chgData name="Hironari Yamada" userId="e57621f8-ec3c-449e-bb19-001fffcc008e" providerId="ADAL" clId="{BC0BD879-F267-5CCA-8DEA-E3B2DD07DA4E}" dt="2026-06-09T01:06:12.321" v="13518" actId="1076"/>
          <ac:spMkLst>
            <pc:docMk/>
            <pc:sldMk cId="243478719" sldId="358"/>
            <ac:spMk id="16" creationId="{914582C2-F288-E953-DF67-B1DD9613F816}"/>
          </ac:spMkLst>
        </pc:spChg>
        <pc:spChg chg="add mod">
          <ac:chgData name="Hironari Yamada" userId="e57621f8-ec3c-449e-bb19-001fffcc008e" providerId="ADAL" clId="{BC0BD879-F267-5CCA-8DEA-E3B2DD07DA4E}" dt="2026-06-09T04:19:33.713" v="19607" actId="14100"/>
          <ac:spMkLst>
            <pc:docMk/>
            <pc:sldMk cId="243478719" sldId="358"/>
            <ac:spMk id="17" creationId="{86C143E8-58FA-178C-6773-13B905F15B92}"/>
          </ac:spMkLst>
        </pc:spChg>
        <pc:spChg chg="add del mod">
          <ac:chgData name="Hironari Yamada" userId="e57621f8-ec3c-449e-bb19-001fffcc008e" providerId="ADAL" clId="{BC0BD879-F267-5CCA-8DEA-E3B2DD07DA4E}" dt="2026-06-09T01:06:48.004" v="13563" actId="478"/>
          <ac:spMkLst>
            <pc:docMk/>
            <pc:sldMk cId="243478719" sldId="358"/>
            <ac:spMk id="19" creationId="{FA201F92-5408-42A0-9E13-D47BC9295F59}"/>
          </ac:spMkLst>
        </pc:spChg>
        <pc:spChg chg="add del mod">
          <ac:chgData name="Hironari Yamada" userId="e57621f8-ec3c-449e-bb19-001fffcc008e" providerId="ADAL" clId="{BC0BD879-F267-5CCA-8DEA-E3B2DD07DA4E}" dt="2026-06-09T01:07:04.583" v="13566" actId="478"/>
          <ac:spMkLst>
            <pc:docMk/>
            <pc:sldMk cId="243478719" sldId="358"/>
            <ac:spMk id="20" creationId="{039BCBAC-6CFB-3765-A67D-8D02220609C7}"/>
          </ac:spMkLst>
        </pc:spChg>
        <pc:spChg chg="add mod">
          <ac:chgData name="Hironari Yamada" userId="e57621f8-ec3c-449e-bb19-001fffcc008e" providerId="ADAL" clId="{BC0BD879-F267-5CCA-8DEA-E3B2DD07DA4E}" dt="2026-06-09T01:07:08.114" v="13568" actId="14100"/>
          <ac:spMkLst>
            <pc:docMk/>
            <pc:sldMk cId="243478719" sldId="358"/>
            <ac:spMk id="21" creationId="{CE05463F-68CA-B1F7-18ED-459A79A583C3}"/>
          </ac:spMkLst>
        </pc:spChg>
      </pc:sldChg>
      <pc:sldChg chg="addSp delSp modSp add del mod modNotesTx">
        <pc:chgData name="Hironari Yamada" userId="e57621f8-ec3c-449e-bb19-001fffcc008e" providerId="ADAL" clId="{BC0BD879-F267-5CCA-8DEA-E3B2DD07DA4E}" dt="2026-06-09T14:36:28.736" v="25985" actId="2696"/>
        <pc:sldMkLst>
          <pc:docMk/>
          <pc:sldMk cId="160591426" sldId="359"/>
        </pc:sldMkLst>
        <pc:spChg chg="mod">
          <ac:chgData name="Hironari Yamada" userId="e57621f8-ec3c-449e-bb19-001fffcc008e" providerId="ADAL" clId="{BC0BD879-F267-5CCA-8DEA-E3B2DD07DA4E}" dt="2026-06-09T06:45:15.611" v="20209"/>
          <ac:spMkLst>
            <pc:docMk/>
            <pc:sldMk cId="160591426" sldId="359"/>
            <ac:spMk id="2" creationId="{A328BAAA-3480-FC7E-128D-9266D9C6F868}"/>
          </ac:spMkLst>
        </pc:spChg>
        <pc:spChg chg="add mod">
          <ac:chgData name="Hironari Yamada" userId="e57621f8-ec3c-449e-bb19-001fffcc008e" providerId="ADAL" clId="{BC0BD879-F267-5CCA-8DEA-E3B2DD07DA4E}" dt="2026-06-09T01:07:37.544" v="13571" actId="14100"/>
          <ac:spMkLst>
            <pc:docMk/>
            <pc:sldMk cId="160591426" sldId="359"/>
            <ac:spMk id="6" creationId="{A564F8F3-6480-CEBA-48CB-76A789FF0199}"/>
          </ac:spMkLst>
        </pc:spChg>
        <pc:spChg chg="add mod">
          <ac:chgData name="Hironari Yamada" userId="e57621f8-ec3c-449e-bb19-001fffcc008e" providerId="ADAL" clId="{BC0BD879-F267-5CCA-8DEA-E3B2DD07DA4E}" dt="2026-06-08T04:01:17.749" v="11459" actId="20577"/>
          <ac:spMkLst>
            <pc:docMk/>
            <pc:sldMk cId="160591426" sldId="359"/>
            <ac:spMk id="9" creationId="{8EBCED12-701A-B8BE-D7F7-98F6E2EA511D}"/>
          </ac:spMkLst>
        </pc:spChg>
        <pc:spChg chg="add mod">
          <ac:chgData name="Hironari Yamada" userId="e57621f8-ec3c-449e-bb19-001fffcc008e" providerId="ADAL" clId="{BC0BD879-F267-5CCA-8DEA-E3B2DD07DA4E}" dt="2026-06-09T01:08:47.269" v="13691" actId="20577"/>
          <ac:spMkLst>
            <pc:docMk/>
            <pc:sldMk cId="160591426" sldId="359"/>
            <ac:spMk id="10" creationId="{8E4893C4-80E3-15E2-4E0C-400CCC1315D2}"/>
          </ac:spMkLst>
        </pc:spChg>
        <pc:spChg chg="add mod">
          <ac:chgData name="Hironari Yamada" userId="e57621f8-ec3c-449e-bb19-001fffcc008e" providerId="ADAL" clId="{BC0BD879-F267-5CCA-8DEA-E3B2DD07DA4E}" dt="2026-06-08T03:59:30.687" v="11230" actId="14100"/>
          <ac:spMkLst>
            <pc:docMk/>
            <pc:sldMk cId="160591426" sldId="359"/>
            <ac:spMk id="12" creationId="{CDAF6A4B-1DE8-FDAE-8F79-12FCC9E0361A}"/>
          </ac:spMkLst>
        </pc:spChg>
        <pc:spChg chg="add mod">
          <ac:chgData name="Hironari Yamada" userId="e57621f8-ec3c-449e-bb19-001fffcc008e" providerId="ADAL" clId="{BC0BD879-F267-5CCA-8DEA-E3B2DD07DA4E}" dt="2026-06-08T03:59:36.746" v="11232" actId="1076"/>
          <ac:spMkLst>
            <pc:docMk/>
            <pc:sldMk cId="160591426" sldId="359"/>
            <ac:spMk id="13" creationId="{6FAC7A86-6D74-F1CC-89EC-841BD6E33540}"/>
          </ac:spMkLst>
        </pc:spChg>
        <pc:spChg chg="add mod">
          <ac:chgData name="Hironari Yamada" userId="e57621f8-ec3c-449e-bb19-001fffcc008e" providerId="ADAL" clId="{BC0BD879-F267-5CCA-8DEA-E3B2DD07DA4E}" dt="2026-06-08T04:00:49.333" v="11368" actId="20577"/>
          <ac:spMkLst>
            <pc:docMk/>
            <pc:sldMk cId="160591426" sldId="359"/>
            <ac:spMk id="16" creationId="{76B74195-AFA7-01CA-E88B-7AD94430C401}"/>
          </ac:spMkLst>
        </pc:spChg>
        <pc:spChg chg="add mod">
          <ac:chgData name="Hironari Yamada" userId="e57621f8-ec3c-449e-bb19-001fffcc008e" providerId="ADAL" clId="{BC0BD879-F267-5CCA-8DEA-E3B2DD07DA4E}" dt="2026-06-08T04:00:56.134" v="11371" actId="14100"/>
          <ac:spMkLst>
            <pc:docMk/>
            <pc:sldMk cId="160591426" sldId="359"/>
            <ac:spMk id="17" creationId="{7A924104-FE7A-1F2A-6878-FC5CE5FF9EBE}"/>
          </ac:spMkLst>
        </pc:spChg>
        <pc:spChg chg="add del mod">
          <ac:chgData name="Hironari Yamada" userId="e57621f8-ec3c-449e-bb19-001fffcc008e" providerId="ADAL" clId="{BC0BD879-F267-5CCA-8DEA-E3B2DD07DA4E}" dt="2026-06-08T04:01:21.673" v="11460" actId="478"/>
          <ac:spMkLst>
            <pc:docMk/>
            <pc:sldMk cId="160591426" sldId="359"/>
            <ac:spMk id="18" creationId="{3221D3EA-F15B-D24E-857F-706409E48D09}"/>
          </ac:spMkLst>
        </pc:spChg>
        <pc:spChg chg="add mod">
          <ac:chgData name="Hironari Yamada" userId="e57621f8-ec3c-449e-bb19-001fffcc008e" providerId="ADAL" clId="{BC0BD879-F267-5CCA-8DEA-E3B2DD07DA4E}" dt="2026-06-09T01:08:12.285" v="13656" actId="14100"/>
          <ac:spMkLst>
            <pc:docMk/>
            <pc:sldMk cId="160591426" sldId="359"/>
            <ac:spMk id="18" creationId="{5B7CA880-EAFE-FCB7-EFF8-D5D3797630FE}"/>
          </ac:spMkLst>
        </pc:spChg>
        <pc:spChg chg="add mod">
          <ac:chgData name="Hironari Yamada" userId="e57621f8-ec3c-449e-bb19-001fffcc008e" providerId="ADAL" clId="{BC0BD879-F267-5CCA-8DEA-E3B2DD07DA4E}" dt="2026-06-08T04:01:33.699" v="11484" actId="14100"/>
          <ac:spMkLst>
            <pc:docMk/>
            <pc:sldMk cId="160591426" sldId="359"/>
            <ac:spMk id="19" creationId="{047177EC-D1BE-21B7-53CA-8ACAA4523DD0}"/>
          </ac:spMkLst>
        </pc:spChg>
        <pc:spChg chg="add mod">
          <ac:chgData name="Hironari Yamada" userId="e57621f8-ec3c-449e-bb19-001fffcc008e" providerId="ADAL" clId="{BC0BD879-F267-5CCA-8DEA-E3B2DD07DA4E}" dt="2026-06-08T04:02:06.542" v="11604" actId="14100"/>
          <ac:spMkLst>
            <pc:docMk/>
            <pc:sldMk cId="160591426" sldId="359"/>
            <ac:spMk id="20" creationId="{ACABE43E-1DA1-5094-CD92-B391146AF93A}"/>
          </ac:spMkLst>
        </pc:spChg>
      </pc:sldChg>
      <pc:sldChg chg="modSp add del mod">
        <pc:chgData name="Hironari Yamada" userId="e57621f8-ec3c-449e-bb19-001fffcc008e" providerId="ADAL" clId="{BC0BD879-F267-5CCA-8DEA-E3B2DD07DA4E}" dt="2026-06-08T03:58:22.726" v="11206" actId="2696"/>
        <pc:sldMkLst>
          <pc:docMk/>
          <pc:sldMk cId="3052247311" sldId="360"/>
        </pc:sldMkLst>
      </pc:sldChg>
      <pc:sldChg chg="addSp delSp modSp add del mod">
        <pc:chgData name="Hironari Yamada" userId="e57621f8-ec3c-449e-bb19-001fffcc008e" providerId="ADAL" clId="{BC0BD879-F267-5CCA-8DEA-E3B2DD07DA4E}" dt="2026-06-09T14:36:28.706" v="25969" actId="2696"/>
        <pc:sldMkLst>
          <pc:docMk/>
          <pc:sldMk cId="3460732621" sldId="361"/>
        </pc:sldMkLst>
        <pc:spChg chg="mod">
          <ac:chgData name="Hironari Yamada" userId="e57621f8-ec3c-449e-bb19-001fffcc008e" providerId="ADAL" clId="{BC0BD879-F267-5CCA-8DEA-E3B2DD07DA4E}" dt="2026-06-09T06:45:15.611" v="20209"/>
          <ac:spMkLst>
            <pc:docMk/>
            <pc:sldMk cId="3460732621" sldId="361"/>
            <ac:spMk id="2" creationId="{B4D16210-8646-B3E5-4B3B-EAD758B58A2C}"/>
          </ac:spMkLst>
        </pc:spChg>
        <pc:spChg chg="add mod">
          <ac:chgData name="Hironari Yamada" userId="e57621f8-ec3c-449e-bb19-001fffcc008e" providerId="ADAL" clId="{BC0BD879-F267-5CCA-8DEA-E3B2DD07DA4E}" dt="2026-06-09T01:11:23.956" v="13765" actId="1076"/>
          <ac:spMkLst>
            <pc:docMk/>
            <pc:sldMk cId="3460732621" sldId="361"/>
            <ac:spMk id="3" creationId="{FD7B60D1-1857-F323-BBC4-A1068C70D257}"/>
          </ac:spMkLst>
        </pc:spChg>
        <pc:spChg chg="add mod">
          <ac:chgData name="Hironari Yamada" userId="e57621f8-ec3c-449e-bb19-001fffcc008e" providerId="ADAL" clId="{BC0BD879-F267-5CCA-8DEA-E3B2DD07DA4E}" dt="2026-06-09T01:11:23.956" v="13765" actId="1076"/>
          <ac:spMkLst>
            <pc:docMk/>
            <pc:sldMk cId="3460732621" sldId="361"/>
            <ac:spMk id="7" creationId="{4F5B17F6-CF0D-6E8B-E5E9-58BE6EE63A59}"/>
          </ac:spMkLst>
        </pc:spChg>
        <pc:spChg chg="add mod">
          <ac:chgData name="Hironari Yamada" userId="e57621f8-ec3c-449e-bb19-001fffcc008e" providerId="ADAL" clId="{BC0BD879-F267-5CCA-8DEA-E3B2DD07DA4E}" dt="2026-06-08T04:03:34.558" v="11628" actId="1076"/>
          <ac:spMkLst>
            <pc:docMk/>
            <pc:sldMk cId="3460732621" sldId="361"/>
            <ac:spMk id="11" creationId="{0102F029-5FA9-F81E-984F-67DA16C5D05D}"/>
          </ac:spMkLst>
        </pc:spChg>
        <pc:spChg chg="add mod">
          <ac:chgData name="Hironari Yamada" userId="e57621f8-ec3c-449e-bb19-001fffcc008e" providerId="ADAL" clId="{BC0BD879-F267-5CCA-8DEA-E3B2DD07DA4E}" dt="2026-06-09T01:22:00.221" v="14416" actId="1076"/>
          <ac:spMkLst>
            <pc:docMk/>
            <pc:sldMk cId="3460732621" sldId="361"/>
            <ac:spMk id="12" creationId="{670EF8E0-1EAD-B6C3-B7BF-EB62092306C0}"/>
          </ac:spMkLst>
        </pc:spChg>
        <pc:spChg chg="add mod">
          <ac:chgData name="Hironari Yamada" userId="e57621f8-ec3c-449e-bb19-001fffcc008e" providerId="ADAL" clId="{BC0BD879-F267-5CCA-8DEA-E3B2DD07DA4E}" dt="2026-06-09T01:11:23.956" v="13765" actId="1076"/>
          <ac:spMkLst>
            <pc:docMk/>
            <pc:sldMk cId="3460732621" sldId="361"/>
            <ac:spMk id="13" creationId="{D863C6D4-C1C7-382D-24C6-F90843ABA834}"/>
          </ac:spMkLst>
        </pc:spChg>
        <pc:spChg chg="add mod">
          <ac:chgData name="Hironari Yamada" userId="e57621f8-ec3c-449e-bb19-001fffcc008e" providerId="ADAL" clId="{BC0BD879-F267-5CCA-8DEA-E3B2DD07DA4E}" dt="2026-06-09T01:54:03.409" v="14841" actId="20577"/>
          <ac:spMkLst>
            <pc:docMk/>
            <pc:sldMk cId="3460732621" sldId="361"/>
            <ac:spMk id="14" creationId="{306423FB-62D6-209F-8F2C-85B71138E2E5}"/>
          </ac:spMkLst>
        </pc:spChg>
        <pc:spChg chg="add mod">
          <ac:chgData name="Hironari Yamada" userId="e57621f8-ec3c-449e-bb19-001fffcc008e" providerId="ADAL" clId="{BC0BD879-F267-5CCA-8DEA-E3B2DD07DA4E}" dt="2026-06-09T01:11:33.705" v="13766" actId="1076"/>
          <ac:spMkLst>
            <pc:docMk/>
            <pc:sldMk cId="3460732621" sldId="361"/>
            <ac:spMk id="15" creationId="{62F7EEF7-8AB4-4AB9-7F34-D7D392E23067}"/>
          </ac:spMkLst>
        </pc:spChg>
        <pc:spChg chg="add mod">
          <ac:chgData name="Hironari Yamada" userId="e57621f8-ec3c-449e-bb19-001fffcc008e" providerId="ADAL" clId="{BC0BD879-F267-5CCA-8DEA-E3B2DD07DA4E}" dt="2026-06-09T01:12:54.643" v="13792" actId="14100"/>
          <ac:spMkLst>
            <pc:docMk/>
            <pc:sldMk cId="3460732621" sldId="361"/>
            <ac:spMk id="16" creationId="{E6BFE3C3-6B5A-F262-B0D0-22F937CC8A30}"/>
          </ac:spMkLst>
        </pc:spChg>
        <pc:spChg chg="add mod">
          <ac:chgData name="Hironari Yamada" userId="e57621f8-ec3c-449e-bb19-001fffcc008e" providerId="ADAL" clId="{BC0BD879-F267-5CCA-8DEA-E3B2DD07DA4E}" dt="2026-06-09T01:11:53.027" v="13773" actId="14100"/>
          <ac:spMkLst>
            <pc:docMk/>
            <pc:sldMk cId="3460732621" sldId="361"/>
            <ac:spMk id="17" creationId="{FDDCA879-0418-3027-F1F4-7D8CD2D9AC9C}"/>
          </ac:spMkLst>
        </pc:spChg>
        <pc:spChg chg="add mod">
          <ac:chgData name="Hironari Yamada" userId="e57621f8-ec3c-449e-bb19-001fffcc008e" providerId="ADAL" clId="{BC0BD879-F267-5CCA-8DEA-E3B2DD07DA4E}" dt="2026-06-09T01:12:12.793" v="13790" actId="14100"/>
          <ac:spMkLst>
            <pc:docMk/>
            <pc:sldMk cId="3460732621" sldId="361"/>
            <ac:spMk id="18" creationId="{1595CCD8-35F1-F838-4648-BCDA0CC04414}"/>
          </ac:spMkLst>
        </pc:spChg>
        <pc:spChg chg="add mod">
          <ac:chgData name="Hironari Yamada" userId="e57621f8-ec3c-449e-bb19-001fffcc008e" providerId="ADAL" clId="{BC0BD879-F267-5CCA-8DEA-E3B2DD07DA4E}" dt="2026-06-09T01:13:02.911" v="13794" actId="1076"/>
          <ac:spMkLst>
            <pc:docMk/>
            <pc:sldMk cId="3460732621" sldId="361"/>
            <ac:spMk id="19" creationId="{EE6EBF0B-374D-EC4B-A396-354A4D227A14}"/>
          </ac:spMkLst>
        </pc:spChg>
        <pc:spChg chg="add mod">
          <ac:chgData name="Hironari Yamada" userId="e57621f8-ec3c-449e-bb19-001fffcc008e" providerId="ADAL" clId="{BC0BD879-F267-5CCA-8DEA-E3B2DD07DA4E}" dt="2026-06-09T01:13:20.105" v="13833" actId="20577"/>
          <ac:spMkLst>
            <pc:docMk/>
            <pc:sldMk cId="3460732621" sldId="361"/>
            <ac:spMk id="20" creationId="{EDBBD0C8-D658-78D8-6ED4-300FD5984AB6}"/>
          </ac:spMkLst>
        </pc:spChg>
        <pc:spChg chg="add mod">
          <ac:chgData name="Hironari Yamada" userId="e57621f8-ec3c-449e-bb19-001fffcc008e" providerId="ADAL" clId="{BC0BD879-F267-5CCA-8DEA-E3B2DD07DA4E}" dt="2026-06-09T01:14:47.953" v="13865" actId="122"/>
          <ac:spMkLst>
            <pc:docMk/>
            <pc:sldMk cId="3460732621" sldId="361"/>
            <ac:spMk id="21" creationId="{6F02CA54-7242-55DD-8AD1-7442EE0DBD45}"/>
          </ac:spMkLst>
        </pc:spChg>
        <pc:spChg chg="add mod">
          <ac:chgData name="Hironari Yamada" userId="e57621f8-ec3c-449e-bb19-001fffcc008e" providerId="ADAL" clId="{BC0BD879-F267-5CCA-8DEA-E3B2DD07DA4E}" dt="2026-06-09T01:15:11.580" v="13870" actId="14100"/>
          <ac:spMkLst>
            <pc:docMk/>
            <pc:sldMk cId="3460732621" sldId="361"/>
            <ac:spMk id="22" creationId="{70421ED3-AE8A-3518-37CB-96B783CD81BB}"/>
          </ac:spMkLst>
        </pc:spChg>
        <pc:spChg chg="add mod">
          <ac:chgData name="Hironari Yamada" userId="e57621f8-ec3c-449e-bb19-001fffcc008e" providerId="ADAL" clId="{BC0BD879-F267-5CCA-8DEA-E3B2DD07DA4E}" dt="2026-06-09T01:18:52.767" v="14045" actId="14100"/>
          <ac:spMkLst>
            <pc:docMk/>
            <pc:sldMk cId="3460732621" sldId="361"/>
            <ac:spMk id="23" creationId="{ECB742E5-CE1E-9570-28FE-75B3A85122B4}"/>
          </ac:spMkLst>
        </pc:spChg>
        <pc:spChg chg="add mod">
          <ac:chgData name="Hironari Yamada" userId="e57621f8-ec3c-449e-bb19-001fffcc008e" providerId="ADAL" clId="{BC0BD879-F267-5CCA-8DEA-E3B2DD07DA4E}" dt="2026-06-09T01:16:05.957" v="13964" actId="14100"/>
          <ac:spMkLst>
            <pc:docMk/>
            <pc:sldMk cId="3460732621" sldId="361"/>
            <ac:spMk id="24" creationId="{9E7ACA14-0273-2B74-A29C-14ED91A2DF44}"/>
          </ac:spMkLst>
        </pc:spChg>
        <pc:spChg chg="add mod">
          <ac:chgData name="Hironari Yamada" userId="e57621f8-ec3c-449e-bb19-001fffcc008e" providerId="ADAL" clId="{BC0BD879-F267-5CCA-8DEA-E3B2DD07DA4E}" dt="2026-06-09T01:18:57.434" v="14047" actId="14100"/>
          <ac:spMkLst>
            <pc:docMk/>
            <pc:sldMk cId="3460732621" sldId="361"/>
            <ac:spMk id="25" creationId="{5DBBC683-A27B-B5AD-8557-8BC83EA3E1A2}"/>
          </ac:spMkLst>
        </pc:spChg>
        <pc:spChg chg="add mod">
          <ac:chgData name="Hironari Yamada" userId="e57621f8-ec3c-449e-bb19-001fffcc008e" providerId="ADAL" clId="{BC0BD879-F267-5CCA-8DEA-E3B2DD07DA4E}" dt="2026-06-09T01:18:36.927" v="14039" actId="14100"/>
          <ac:spMkLst>
            <pc:docMk/>
            <pc:sldMk cId="3460732621" sldId="361"/>
            <ac:spMk id="26" creationId="{91595467-560B-E5BB-3ABB-1BECE9E89E5A}"/>
          </ac:spMkLst>
        </pc:spChg>
        <pc:spChg chg="add mod">
          <ac:chgData name="Hironari Yamada" userId="e57621f8-ec3c-449e-bb19-001fffcc008e" providerId="ADAL" clId="{BC0BD879-F267-5CCA-8DEA-E3B2DD07DA4E}" dt="2026-06-09T01:19:20.926" v="14137" actId="20577"/>
          <ac:spMkLst>
            <pc:docMk/>
            <pc:sldMk cId="3460732621" sldId="361"/>
            <ac:spMk id="27" creationId="{8A375D09-1F71-16F3-E9B1-B6956A36E10A}"/>
          </ac:spMkLst>
        </pc:spChg>
        <pc:spChg chg="add mod">
          <ac:chgData name="Hironari Yamada" userId="e57621f8-ec3c-449e-bb19-001fffcc008e" providerId="ADAL" clId="{BC0BD879-F267-5CCA-8DEA-E3B2DD07DA4E}" dt="2026-06-09T01:19:43.266" v="14140" actId="14100"/>
          <ac:spMkLst>
            <pc:docMk/>
            <pc:sldMk cId="3460732621" sldId="361"/>
            <ac:spMk id="28" creationId="{8B99396F-6AA7-F44E-634D-E9B040EA65F0}"/>
          </ac:spMkLst>
        </pc:spChg>
        <pc:spChg chg="add mod">
          <ac:chgData name="Hironari Yamada" userId="e57621f8-ec3c-449e-bb19-001fffcc008e" providerId="ADAL" clId="{BC0BD879-F267-5CCA-8DEA-E3B2DD07DA4E}" dt="2026-06-09T01:20:15.449" v="14209" actId="14100"/>
          <ac:spMkLst>
            <pc:docMk/>
            <pc:sldMk cId="3460732621" sldId="361"/>
            <ac:spMk id="29" creationId="{804D5AA9-98CF-9B79-EC22-67C342FACFF2}"/>
          </ac:spMkLst>
        </pc:spChg>
        <pc:spChg chg="add mod">
          <ac:chgData name="Hironari Yamada" userId="e57621f8-ec3c-449e-bb19-001fffcc008e" providerId="ADAL" clId="{BC0BD879-F267-5CCA-8DEA-E3B2DD07DA4E}" dt="2026-06-09T01:20:39.537" v="14212" actId="14100"/>
          <ac:spMkLst>
            <pc:docMk/>
            <pc:sldMk cId="3460732621" sldId="361"/>
            <ac:spMk id="30" creationId="{01F481D2-A590-919C-9178-81CAE7C7B142}"/>
          </ac:spMkLst>
        </pc:spChg>
        <pc:spChg chg="add mod">
          <ac:chgData name="Hironari Yamada" userId="e57621f8-ec3c-449e-bb19-001fffcc008e" providerId="ADAL" clId="{BC0BD879-F267-5CCA-8DEA-E3B2DD07DA4E}" dt="2026-06-09T01:21:23.338" v="14404" actId="1076"/>
          <ac:spMkLst>
            <pc:docMk/>
            <pc:sldMk cId="3460732621" sldId="361"/>
            <ac:spMk id="31" creationId="{E55502E8-3F14-7133-EC90-41D23873DE75}"/>
          </ac:spMkLst>
        </pc:spChg>
        <pc:spChg chg="add mod">
          <ac:chgData name="Hironari Yamada" userId="e57621f8-ec3c-449e-bb19-001fffcc008e" providerId="ADAL" clId="{BC0BD879-F267-5CCA-8DEA-E3B2DD07DA4E}" dt="2026-06-09T01:22:18.761" v="14420" actId="14100"/>
          <ac:spMkLst>
            <pc:docMk/>
            <pc:sldMk cId="3460732621" sldId="361"/>
            <ac:spMk id="32" creationId="{A7EE2C16-3FCF-4D04-694E-64E94E44DE4A}"/>
          </ac:spMkLst>
        </pc:spChg>
        <pc:spChg chg="add mod">
          <ac:chgData name="Hironari Yamada" userId="e57621f8-ec3c-449e-bb19-001fffcc008e" providerId="ADAL" clId="{BC0BD879-F267-5CCA-8DEA-E3B2DD07DA4E}" dt="2026-06-09T01:22:47.117" v="14517" actId="20577"/>
          <ac:spMkLst>
            <pc:docMk/>
            <pc:sldMk cId="3460732621" sldId="361"/>
            <ac:spMk id="33" creationId="{204BBC6F-C3EB-6476-0BC9-409A3363FF3B}"/>
          </ac:spMkLst>
        </pc:spChg>
        <pc:picChg chg="add mod">
          <ac:chgData name="Hironari Yamada" userId="e57621f8-ec3c-449e-bb19-001fffcc008e" providerId="ADAL" clId="{BC0BD879-F267-5CCA-8DEA-E3B2DD07DA4E}" dt="2026-06-09T01:15:03.052" v="13868" actId="1076"/>
          <ac:picMkLst>
            <pc:docMk/>
            <pc:sldMk cId="3460732621" sldId="361"/>
            <ac:picMk id="10" creationId="{CA7D92E0-F8FB-F2A3-613A-7C0E12014159}"/>
          </ac:picMkLst>
        </pc:picChg>
      </pc:sldChg>
      <pc:sldChg chg="addSp delSp modSp add del mod">
        <pc:chgData name="Hironari Yamada" userId="e57621f8-ec3c-449e-bb19-001fffcc008e" providerId="ADAL" clId="{BC0BD879-F267-5CCA-8DEA-E3B2DD07DA4E}" dt="2026-06-08T11:58:03.613" v="12512" actId="2696"/>
        <pc:sldMkLst>
          <pc:docMk/>
          <pc:sldMk cId="2246015655" sldId="362"/>
        </pc:sldMkLst>
        <pc:picChg chg="del">
          <ac:chgData name="Hironari Yamada" userId="e57621f8-ec3c-449e-bb19-001fffcc008e" providerId="ADAL" clId="{BC0BD879-F267-5CCA-8DEA-E3B2DD07DA4E}" dt="2026-06-08T11:56:51.108" v="12497" actId="478"/>
          <ac:picMkLst>
            <pc:docMk/>
            <pc:sldMk cId="2246015655" sldId="362"/>
            <ac:picMk id="7" creationId="{320C821D-A1CB-55B7-E063-4CCC3B1DB483}"/>
          </ac:picMkLst>
        </pc:picChg>
        <pc:picChg chg="add del mod">
          <ac:chgData name="Hironari Yamada" userId="e57621f8-ec3c-449e-bb19-001fffcc008e" providerId="ADAL" clId="{BC0BD879-F267-5CCA-8DEA-E3B2DD07DA4E}" dt="2026-06-08T11:58:00.234" v="12510" actId="21"/>
          <ac:picMkLst>
            <pc:docMk/>
            <pc:sldMk cId="2246015655" sldId="362"/>
            <ac:picMk id="8" creationId="{9528352F-F09C-62E6-5B6C-EC4795FE8CEB}"/>
          </ac:picMkLst>
        </pc:picChg>
        <pc:picChg chg="del">
          <ac:chgData name="Hironari Yamada" userId="e57621f8-ec3c-449e-bb19-001fffcc008e" providerId="ADAL" clId="{BC0BD879-F267-5CCA-8DEA-E3B2DD07DA4E}" dt="2026-06-08T11:56:51.108" v="12497" actId="478"/>
          <ac:picMkLst>
            <pc:docMk/>
            <pc:sldMk cId="2246015655" sldId="362"/>
            <ac:picMk id="10" creationId="{F129CFA9-69FF-C123-683B-5CDA09040C3F}"/>
          </ac:picMkLst>
        </pc:picChg>
        <pc:picChg chg="add del mod">
          <ac:chgData name="Hironari Yamada" userId="e57621f8-ec3c-449e-bb19-001fffcc008e" providerId="ADAL" clId="{BC0BD879-F267-5CCA-8DEA-E3B2DD07DA4E}" dt="2026-06-08T11:58:00.234" v="12510" actId="21"/>
          <ac:picMkLst>
            <pc:docMk/>
            <pc:sldMk cId="2246015655" sldId="362"/>
            <ac:picMk id="12" creationId="{F24AE0F7-92B3-7C73-6031-9268D3F382FF}"/>
          </ac:picMkLst>
        </pc:picChg>
      </pc:sldChg>
      <pc:sldChg chg="addSp delSp modSp add del mod">
        <pc:chgData name="Hironari Yamada" userId="e57621f8-ec3c-449e-bb19-001fffcc008e" providerId="ADAL" clId="{BC0BD879-F267-5CCA-8DEA-E3B2DD07DA4E}" dt="2026-06-09T14:36:28.703" v="25965" actId="2696"/>
        <pc:sldMkLst>
          <pc:docMk/>
          <pc:sldMk cId="3348869154" sldId="363"/>
        </pc:sldMkLst>
        <pc:spChg chg="mod">
          <ac:chgData name="Hironari Yamada" userId="e57621f8-ec3c-449e-bb19-001fffcc008e" providerId="ADAL" clId="{BC0BD879-F267-5CCA-8DEA-E3B2DD07DA4E}" dt="2026-06-09T06:45:15.611" v="20209"/>
          <ac:spMkLst>
            <pc:docMk/>
            <pc:sldMk cId="3348869154" sldId="363"/>
            <ac:spMk id="2" creationId="{40A2FA8D-BA24-9787-5DF6-B7A8F3906B16}"/>
          </ac:spMkLst>
        </pc:spChg>
        <pc:spChg chg="add mod">
          <ac:chgData name="Hironari Yamada" userId="e57621f8-ec3c-449e-bb19-001fffcc008e" providerId="ADAL" clId="{BC0BD879-F267-5CCA-8DEA-E3B2DD07DA4E}" dt="2026-06-09T01:58:49.427" v="15040" actId="14100"/>
          <ac:spMkLst>
            <pc:docMk/>
            <pc:sldMk cId="3348869154" sldId="363"/>
            <ac:spMk id="3" creationId="{798F6453-F971-C788-B1B2-E0BD49EB7222}"/>
          </ac:spMkLst>
        </pc:spChg>
        <pc:spChg chg="add mod">
          <ac:chgData name="Hironari Yamada" userId="e57621f8-ec3c-449e-bb19-001fffcc008e" providerId="ADAL" clId="{BC0BD879-F267-5CCA-8DEA-E3B2DD07DA4E}" dt="2026-06-09T01:58:58.051" v="15072" actId="20577"/>
          <ac:spMkLst>
            <pc:docMk/>
            <pc:sldMk cId="3348869154" sldId="363"/>
            <ac:spMk id="7" creationId="{782B7E7A-E5D9-5B14-EB50-F434406F8184}"/>
          </ac:spMkLst>
        </pc:spChg>
        <pc:spChg chg="add mod">
          <ac:chgData name="Hironari Yamada" userId="e57621f8-ec3c-449e-bb19-001fffcc008e" providerId="ADAL" clId="{BC0BD879-F267-5CCA-8DEA-E3B2DD07DA4E}" dt="2026-06-09T01:58:42.779" v="15038" actId="20577"/>
          <ac:spMkLst>
            <pc:docMk/>
            <pc:sldMk cId="3348869154" sldId="363"/>
            <ac:spMk id="8" creationId="{F50D163A-C30B-F006-847D-7F140F564059}"/>
          </ac:spMkLst>
        </pc:spChg>
        <pc:spChg chg="add mod">
          <ac:chgData name="Hironari Yamada" userId="e57621f8-ec3c-449e-bb19-001fffcc008e" providerId="ADAL" clId="{BC0BD879-F267-5CCA-8DEA-E3B2DD07DA4E}" dt="2026-06-09T01:59:38.388" v="15078" actId="14100"/>
          <ac:spMkLst>
            <pc:docMk/>
            <pc:sldMk cId="3348869154" sldId="363"/>
            <ac:spMk id="10" creationId="{40D85F9B-962B-79F8-5AB8-2C06E04E0F7E}"/>
          </ac:spMkLst>
        </pc:spChg>
        <pc:spChg chg="add mod">
          <ac:chgData name="Hironari Yamada" userId="e57621f8-ec3c-449e-bb19-001fffcc008e" providerId="ADAL" clId="{BC0BD879-F267-5CCA-8DEA-E3B2DD07DA4E}" dt="2026-06-09T01:59:52.267" v="15108" actId="20577"/>
          <ac:spMkLst>
            <pc:docMk/>
            <pc:sldMk cId="3348869154" sldId="363"/>
            <ac:spMk id="11" creationId="{D68D81B1-6E54-BBFD-C0B3-88FFA98EDF33}"/>
          </ac:spMkLst>
        </pc:spChg>
        <pc:spChg chg="add mod">
          <ac:chgData name="Hironari Yamada" userId="e57621f8-ec3c-449e-bb19-001fffcc008e" providerId="ADAL" clId="{BC0BD879-F267-5CCA-8DEA-E3B2DD07DA4E}" dt="2026-06-09T02:00:28.354" v="15131" actId="14100"/>
          <ac:spMkLst>
            <pc:docMk/>
            <pc:sldMk cId="3348869154" sldId="363"/>
            <ac:spMk id="12" creationId="{1D4F5C88-1BA5-D903-B7A0-F48A148E17D8}"/>
          </ac:spMkLst>
        </pc:spChg>
        <pc:spChg chg="add mod">
          <ac:chgData name="Hironari Yamada" userId="e57621f8-ec3c-449e-bb19-001fffcc008e" providerId="ADAL" clId="{BC0BD879-F267-5CCA-8DEA-E3B2DD07DA4E}" dt="2026-06-09T02:02:23.193" v="15433" actId="14100"/>
          <ac:spMkLst>
            <pc:docMk/>
            <pc:sldMk cId="3348869154" sldId="363"/>
            <ac:spMk id="15" creationId="{D72BB63B-D825-4E97-FBEB-F1DD7596B780}"/>
          </ac:spMkLst>
        </pc:spChg>
        <pc:spChg chg="add mod">
          <ac:chgData name="Hironari Yamada" userId="e57621f8-ec3c-449e-bb19-001fffcc008e" providerId="ADAL" clId="{BC0BD879-F267-5CCA-8DEA-E3B2DD07DA4E}" dt="2026-06-09T02:02:39.040" v="15444" actId="20577"/>
          <ac:spMkLst>
            <pc:docMk/>
            <pc:sldMk cId="3348869154" sldId="363"/>
            <ac:spMk id="16" creationId="{9D609978-A17C-7BDA-9C8A-381E38533E09}"/>
          </ac:spMkLst>
        </pc:spChg>
        <pc:spChg chg="add mod">
          <ac:chgData name="Hironari Yamada" userId="e57621f8-ec3c-449e-bb19-001fffcc008e" providerId="ADAL" clId="{BC0BD879-F267-5CCA-8DEA-E3B2DD07DA4E}" dt="2026-06-09T02:02:35.777" v="15437" actId="1076"/>
          <ac:spMkLst>
            <pc:docMk/>
            <pc:sldMk cId="3348869154" sldId="363"/>
            <ac:spMk id="17" creationId="{95D9E3B9-EFC5-8479-9F08-D9180D7E5F4B}"/>
          </ac:spMkLst>
        </pc:spChg>
        <pc:spChg chg="add mod">
          <ac:chgData name="Hironari Yamada" userId="e57621f8-ec3c-449e-bb19-001fffcc008e" providerId="ADAL" clId="{BC0BD879-F267-5CCA-8DEA-E3B2DD07DA4E}" dt="2026-06-09T02:02:52.971" v="15470" actId="14100"/>
          <ac:spMkLst>
            <pc:docMk/>
            <pc:sldMk cId="3348869154" sldId="363"/>
            <ac:spMk id="18" creationId="{06C5C265-9789-017B-A7B4-1E80F48A6E7D}"/>
          </ac:spMkLst>
        </pc:spChg>
        <pc:picChg chg="add del mod">
          <ac:chgData name="Hironari Yamada" userId="e57621f8-ec3c-449e-bb19-001fffcc008e" providerId="ADAL" clId="{BC0BD879-F267-5CCA-8DEA-E3B2DD07DA4E}" dt="2026-06-08T12:29:32.576" v="12549" actId="478"/>
          <ac:picMkLst>
            <pc:docMk/>
            <pc:sldMk cId="3348869154" sldId="363"/>
            <ac:picMk id="3" creationId="{E34873F7-9890-529C-35CD-15685CA4D10C}"/>
          </ac:picMkLst>
        </pc:picChg>
        <pc:picChg chg="del">
          <ac:chgData name="Hironari Yamada" userId="e57621f8-ec3c-449e-bb19-001fffcc008e" providerId="ADAL" clId="{BC0BD879-F267-5CCA-8DEA-E3B2DD07DA4E}" dt="2026-06-08T11:57:57.529" v="12509" actId="478"/>
          <ac:picMkLst>
            <pc:docMk/>
            <pc:sldMk cId="3348869154" sldId="363"/>
            <ac:picMk id="7" creationId="{376B0A71-974D-C6FF-51F9-11E425C517CB}"/>
          </ac:picMkLst>
        </pc:picChg>
        <pc:picChg chg="add del mod">
          <ac:chgData name="Hironari Yamada" userId="e57621f8-ec3c-449e-bb19-001fffcc008e" providerId="ADAL" clId="{BC0BD879-F267-5CCA-8DEA-E3B2DD07DA4E}" dt="2026-06-08T12:28:50.596" v="12543" actId="478"/>
          <ac:picMkLst>
            <pc:docMk/>
            <pc:sldMk cId="3348869154" sldId="363"/>
            <ac:picMk id="8" creationId="{E3EC40B1-6E0E-ED88-03C7-CEBB6B05672B}"/>
          </ac:picMkLst>
        </pc:picChg>
        <pc:picChg chg="del">
          <ac:chgData name="Hironari Yamada" userId="e57621f8-ec3c-449e-bb19-001fffcc008e" providerId="ADAL" clId="{BC0BD879-F267-5CCA-8DEA-E3B2DD07DA4E}" dt="2026-06-08T11:57:57.529" v="12509" actId="478"/>
          <ac:picMkLst>
            <pc:docMk/>
            <pc:sldMk cId="3348869154" sldId="363"/>
            <ac:picMk id="10" creationId="{AB36B218-9EFA-49E4-F1AF-60EBE06608CA}"/>
          </ac:picMkLst>
        </pc:picChg>
        <pc:picChg chg="add mod">
          <ac:chgData name="Hironari Yamada" userId="e57621f8-ec3c-449e-bb19-001fffcc008e" providerId="ADAL" clId="{BC0BD879-F267-5CCA-8DEA-E3B2DD07DA4E}" dt="2026-06-08T11:59:41.955" v="12515"/>
          <ac:picMkLst>
            <pc:docMk/>
            <pc:sldMk cId="3348869154" sldId="363"/>
            <ac:picMk id="11" creationId="{1928D0CA-DF15-B04C-0D50-D9006FC3E336}"/>
          </ac:picMkLst>
        </pc:picChg>
        <pc:picChg chg="add mod">
          <ac:chgData name="Hironari Yamada" userId="e57621f8-ec3c-449e-bb19-001fffcc008e" providerId="ADAL" clId="{BC0BD879-F267-5CCA-8DEA-E3B2DD07DA4E}" dt="2026-06-08T11:59:41.955" v="12515"/>
          <ac:picMkLst>
            <pc:docMk/>
            <pc:sldMk cId="3348869154" sldId="363"/>
            <ac:picMk id="12" creationId="{AB674D36-1B35-0416-3FB9-9A8A85533472}"/>
          </ac:picMkLst>
        </pc:picChg>
        <pc:picChg chg="add mod">
          <ac:chgData name="Hironari Yamada" userId="e57621f8-ec3c-449e-bb19-001fffcc008e" providerId="ADAL" clId="{BC0BD879-F267-5CCA-8DEA-E3B2DD07DA4E}" dt="2026-06-08T12:29:05.878" v="12548" actId="14100"/>
          <ac:picMkLst>
            <pc:docMk/>
            <pc:sldMk cId="3348869154" sldId="363"/>
            <ac:picMk id="13" creationId="{A913EB39-6F00-E38D-B226-E891E582D0E7}"/>
          </ac:picMkLst>
        </pc:picChg>
        <pc:picChg chg="add mod">
          <ac:chgData name="Hironari Yamada" userId="e57621f8-ec3c-449e-bb19-001fffcc008e" providerId="ADAL" clId="{BC0BD879-F267-5CCA-8DEA-E3B2DD07DA4E}" dt="2026-06-09T01:59:06.613" v="15076" actId="1076"/>
          <ac:picMkLst>
            <pc:docMk/>
            <pc:sldMk cId="3348869154" sldId="363"/>
            <ac:picMk id="14" creationId="{A3FB1049-41D1-F265-D99D-E2B35D98B05D}"/>
          </ac:picMkLst>
        </pc:picChg>
      </pc:sldChg>
      <pc:sldChg chg="addSp delSp modSp add del mod">
        <pc:chgData name="Hironari Yamada" userId="e57621f8-ec3c-449e-bb19-001fffcc008e" providerId="ADAL" clId="{BC0BD879-F267-5CCA-8DEA-E3B2DD07DA4E}" dt="2026-06-09T14:36:28.713" v="25973" actId="2696"/>
        <pc:sldMkLst>
          <pc:docMk/>
          <pc:sldMk cId="1196311790" sldId="364"/>
        </pc:sldMkLst>
        <pc:spChg chg="mod">
          <ac:chgData name="Hironari Yamada" userId="e57621f8-ec3c-449e-bb19-001fffcc008e" providerId="ADAL" clId="{BC0BD879-F267-5CCA-8DEA-E3B2DD07DA4E}" dt="2026-06-09T06:45:15.611" v="20209"/>
          <ac:spMkLst>
            <pc:docMk/>
            <pc:sldMk cId="1196311790" sldId="364"/>
            <ac:spMk id="2" creationId="{1AB2B00D-7B34-268B-BAF8-9D25127430AA}"/>
          </ac:spMkLst>
        </pc:spChg>
        <pc:spChg chg="add mod">
          <ac:chgData name="Hironari Yamada" userId="e57621f8-ec3c-449e-bb19-001fffcc008e" providerId="ADAL" clId="{BC0BD879-F267-5CCA-8DEA-E3B2DD07DA4E}" dt="2026-06-09T02:08:06.738" v="15810" actId="14100"/>
          <ac:spMkLst>
            <pc:docMk/>
            <pc:sldMk cId="1196311790" sldId="364"/>
            <ac:spMk id="3" creationId="{D6F7E1C5-8C8B-1AD7-E668-084CBB2FDD15}"/>
          </ac:spMkLst>
        </pc:spChg>
        <pc:spChg chg="mod">
          <ac:chgData name="Hironari Yamada" userId="e57621f8-ec3c-449e-bb19-001fffcc008e" providerId="ADAL" clId="{BC0BD879-F267-5CCA-8DEA-E3B2DD07DA4E}" dt="2026-06-09T02:03:03.793" v="15475" actId="1076"/>
          <ac:spMkLst>
            <pc:docMk/>
            <pc:sldMk cId="1196311790" sldId="364"/>
            <ac:spMk id="6" creationId="{5FC345B5-EF29-0435-42E0-30C6091DCA80}"/>
          </ac:spMkLst>
        </pc:spChg>
        <pc:spChg chg="add mod">
          <ac:chgData name="Hironari Yamada" userId="e57621f8-ec3c-449e-bb19-001fffcc008e" providerId="ADAL" clId="{BC0BD879-F267-5CCA-8DEA-E3B2DD07DA4E}" dt="2026-06-09T02:03:17.182" v="15517" actId="20577"/>
          <ac:spMkLst>
            <pc:docMk/>
            <pc:sldMk cId="1196311790" sldId="364"/>
            <ac:spMk id="7" creationId="{E5A37F2C-3D4B-C1B0-E6C9-EA8108602A9B}"/>
          </ac:spMkLst>
        </pc:spChg>
        <pc:spChg chg="add mod">
          <ac:chgData name="Hironari Yamada" userId="e57621f8-ec3c-449e-bb19-001fffcc008e" providerId="ADAL" clId="{BC0BD879-F267-5CCA-8DEA-E3B2DD07DA4E}" dt="2026-06-09T02:07:03.768" v="15770" actId="1076"/>
          <ac:spMkLst>
            <pc:docMk/>
            <pc:sldMk cId="1196311790" sldId="364"/>
            <ac:spMk id="8" creationId="{092788BF-E4CC-711C-560C-B1E6C91E440C}"/>
          </ac:spMkLst>
        </pc:spChg>
        <pc:spChg chg="add mod">
          <ac:chgData name="Hironari Yamada" userId="e57621f8-ec3c-449e-bb19-001fffcc008e" providerId="ADAL" clId="{BC0BD879-F267-5CCA-8DEA-E3B2DD07DA4E}" dt="2026-06-09T02:07:03.768" v="15770" actId="1076"/>
          <ac:spMkLst>
            <pc:docMk/>
            <pc:sldMk cId="1196311790" sldId="364"/>
            <ac:spMk id="10" creationId="{5F70202B-73DA-F1B5-7292-32E53E38D795}"/>
          </ac:spMkLst>
        </pc:spChg>
        <pc:spChg chg="add mod">
          <ac:chgData name="Hironari Yamada" userId="e57621f8-ec3c-449e-bb19-001fffcc008e" providerId="ADAL" clId="{BC0BD879-F267-5CCA-8DEA-E3B2DD07DA4E}" dt="2026-06-09T02:07:03.768" v="15770" actId="1076"/>
          <ac:spMkLst>
            <pc:docMk/>
            <pc:sldMk cId="1196311790" sldId="364"/>
            <ac:spMk id="11" creationId="{C476DE8A-87AD-33EB-3A48-CDCE93227F3B}"/>
          </ac:spMkLst>
        </pc:spChg>
        <pc:spChg chg="add mod">
          <ac:chgData name="Hironari Yamada" userId="e57621f8-ec3c-449e-bb19-001fffcc008e" providerId="ADAL" clId="{BC0BD879-F267-5CCA-8DEA-E3B2DD07DA4E}" dt="2026-06-09T02:07:50.931" v="15807" actId="20577"/>
          <ac:spMkLst>
            <pc:docMk/>
            <pc:sldMk cId="1196311790" sldId="364"/>
            <ac:spMk id="12" creationId="{B21EC8C6-08D4-010D-FF0F-93B1AF51A4F8}"/>
          </ac:spMkLst>
        </pc:spChg>
        <pc:spChg chg="add del mod">
          <ac:chgData name="Hironari Yamada" userId="e57621f8-ec3c-449e-bb19-001fffcc008e" providerId="ADAL" clId="{BC0BD879-F267-5CCA-8DEA-E3B2DD07DA4E}" dt="2026-06-09T02:05:39.760" v="15636" actId="478"/>
          <ac:spMkLst>
            <pc:docMk/>
            <pc:sldMk cId="1196311790" sldId="364"/>
            <ac:spMk id="13" creationId="{B373BE5C-A2C4-3DD7-2233-CD97E4AC3C16}"/>
          </ac:spMkLst>
        </pc:spChg>
        <pc:spChg chg="add mod">
          <ac:chgData name="Hironari Yamada" userId="e57621f8-ec3c-449e-bb19-001fffcc008e" providerId="ADAL" clId="{BC0BD879-F267-5CCA-8DEA-E3B2DD07DA4E}" dt="2026-06-09T02:08:21.471" v="15873" actId="20577"/>
          <ac:spMkLst>
            <pc:docMk/>
            <pc:sldMk cId="1196311790" sldId="364"/>
            <ac:spMk id="14" creationId="{606F6413-2CBF-F8B4-03FA-989DD4545012}"/>
          </ac:spMkLst>
        </pc:spChg>
        <pc:spChg chg="add mod">
          <ac:chgData name="Hironari Yamada" userId="e57621f8-ec3c-449e-bb19-001fffcc008e" providerId="ADAL" clId="{BC0BD879-F267-5CCA-8DEA-E3B2DD07DA4E}" dt="2026-06-08T12:47:43.408" v="12593" actId="14100"/>
          <ac:spMkLst>
            <pc:docMk/>
            <pc:sldMk cId="1196311790" sldId="364"/>
            <ac:spMk id="17" creationId="{BA1E2A97-A563-739B-E222-A15F8BF27DE2}"/>
          </ac:spMkLst>
        </pc:spChg>
        <pc:picChg chg="del">
          <ac:chgData name="Hironari Yamada" userId="e57621f8-ec3c-449e-bb19-001fffcc008e" providerId="ADAL" clId="{BC0BD879-F267-5CCA-8DEA-E3B2DD07DA4E}" dt="2026-06-08T11:59:45.782" v="12517" actId="478"/>
          <ac:picMkLst>
            <pc:docMk/>
            <pc:sldMk cId="1196311790" sldId="364"/>
            <ac:picMk id="3" creationId="{4198D675-4B61-A443-407F-76FDD2008873}"/>
          </ac:picMkLst>
        </pc:picChg>
        <pc:picChg chg="del">
          <ac:chgData name="Hironari Yamada" userId="e57621f8-ec3c-449e-bb19-001fffcc008e" providerId="ADAL" clId="{BC0BD879-F267-5CCA-8DEA-E3B2DD07DA4E}" dt="2026-06-08T11:59:45.782" v="12517" actId="478"/>
          <ac:picMkLst>
            <pc:docMk/>
            <pc:sldMk cId="1196311790" sldId="364"/>
            <ac:picMk id="8" creationId="{D1BA198D-4CAF-CBA2-EAC7-2D0AF5CA5152}"/>
          </ac:picMkLst>
        </pc:picChg>
        <pc:picChg chg="add del mod">
          <ac:chgData name="Hironari Yamada" userId="e57621f8-ec3c-449e-bb19-001fffcc008e" providerId="ADAL" clId="{BC0BD879-F267-5CCA-8DEA-E3B2DD07DA4E}" dt="2026-06-08T12:46:32.282" v="12583" actId="478"/>
          <ac:picMkLst>
            <pc:docMk/>
            <pc:sldMk cId="1196311790" sldId="364"/>
            <ac:picMk id="10" creationId="{10ACB4E5-FF9B-5D40-00C1-786C6694DB43}"/>
          </ac:picMkLst>
        </pc:picChg>
        <pc:picChg chg="add del mod">
          <ac:chgData name="Hironari Yamada" userId="e57621f8-ec3c-449e-bb19-001fffcc008e" providerId="ADAL" clId="{BC0BD879-F267-5CCA-8DEA-E3B2DD07DA4E}" dt="2026-06-08T12:31:55.843" v="12556" actId="478"/>
          <ac:picMkLst>
            <pc:docMk/>
            <pc:sldMk cId="1196311790" sldId="364"/>
            <ac:picMk id="12" creationId="{0F05EA35-23C3-52A5-6C5A-7D00FA75C484}"/>
          </ac:picMkLst>
        </pc:picChg>
        <pc:picChg chg="add del mod">
          <ac:chgData name="Hironari Yamada" userId="e57621f8-ec3c-449e-bb19-001fffcc008e" providerId="ADAL" clId="{BC0BD879-F267-5CCA-8DEA-E3B2DD07DA4E}" dt="2026-06-08T12:46:35.150" v="12585" actId="478"/>
          <ac:picMkLst>
            <pc:docMk/>
            <pc:sldMk cId="1196311790" sldId="364"/>
            <ac:picMk id="14" creationId="{7C9143EC-B87D-850D-19D1-36471D7E93AD}"/>
          </ac:picMkLst>
        </pc:picChg>
        <pc:picChg chg="add mod">
          <ac:chgData name="Hironari Yamada" userId="e57621f8-ec3c-449e-bb19-001fffcc008e" providerId="ADAL" clId="{BC0BD879-F267-5CCA-8DEA-E3B2DD07DA4E}" dt="2026-06-08T12:47:29.578" v="12589" actId="1076"/>
          <ac:picMkLst>
            <pc:docMk/>
            <pc:sldMk cId="1196311790" sldId="364"/>
            <ac:picMk id="16" creationId="{3587B43D-6C38-9CD9-6549-AEECA7CE6A6D}"/>
          </ac:picMkLst>
        </pc:picChg>
        <pc:picChg chg="add del mod">
          <ac:chgData name="Hironari Yamada" userId="e57621f8-ec3c-449e-bb19-001fffcc008e" providerId="ADAL" clId="{BC0BD879-F267-5CCA-8DEA-E3B2DD07DA4E}" dt="2026-06-08T12:47:54.270" v="12598" actId="478"/>
          <ac:picMkLst>
            <pc:docMk/>
            <pc:sldMk cId="1196311790" sldId="364"/>
            <ac:picMk id="19" creationId="{F56E2B90-8349-D7FD-FE6A-D420ABE67B2A}"/>
          </ac:picMkLst>
        </pc:picChg>
        <pc:picChg chg="add mod">
          <ac:chgData name="Hironari Yamada" userId="e57621f8-ec3c-449e-bb19-001fffcc008e" providerId="ADAL" clId="{BC0BD879-F267-5CCA-8DEA-E3B2DD07DA4E}" dt="2026-06-09T02:07:03.768" v="15770" actId="1076"/>
          <ac:picMkLst>
            <pc:docMk/>
            <pc:sldMk cId="1196311790" sldId="364"/>
            <ac:picMk id="20" creationId="{22FB839F-070B-3047-3955-7AB2E89CD0DD}"/>
          </ac:picMkLst>
        </pc:picChg>
      </pc:sldChg>
      <pc:sldChg chg="addSp delSp modSp add del mod">
        <pc:chgData name="Hironari Yamada" userId="e57621f8-ec3c-449e-bb19-001fffcc008e" providerId="ADAL" clId="{BC0BD879-F267-5CCA-8DEA-E3B2DD07DA4E}" dt="2026-06-09T14:36:28.729" v="25983" actId="2696"/>
        <pc:sldMkLst>
          <pc:docMk/>
          <pc:sldMk cId="568791093" sldId="365"/>
        </pc:sldMkLst>
        <pc:spChg chg="mod">
          <ac:chgData name="Hironari Yamada" userId="e57621f8-ec3c-449e-bb19-001fffcc008e" providerId="ADAL" clId="{BC0BD879-F267-5CCA-8DEA-E3B2DD07DA4E}" dt="2026-06-09T06:45:15.611" v="20209"/>
          <ac:spMkLst>
            <pc:docMk/>
            <pc:sldMk cId="568791093" sldId="365"/>
            <ac:spMk id="2" creationId="{F2F28004-3AD7-E9E7-EFF6-8FA9CA94AF63}"/>
          </ac:spMkLst>
        </pc:spChg>
        <pc:spChg chg="add mod">
          <ac:chgData name="Hironari Yamada" userId="e57621f8-ec3c-449e-bb19-001fffcc008e" providerId="ADAL" clId="{BC0BD879-F267-5CCA-8DEA-E3B2DD07DA4E}" dt="2026-06-09T02:08:38" v="15876" actId="14100"/>
          <ac:spMkLst>
            <pc:docMk/>
            <pc:sldMk cId="568791093" sldId="365"/>
            <ac:spMk id="3" creationId="{69BC632F-6C09-ED1C-2246-BD70C8BF111B}"/>
          </ac:spMkLst>
        </pc:spChg>
        <pc:spChg chg="mod">
          <ac:chgData name="Hironari Yamada" userId="e57621f8-ec3c-449e-bb19-001fffcc008e" providerId="ADAL" clId="{BC0BD879-F267-5CCA-8DEA-E3B2DD07DA4E}" dt="2026-06-08T12:48:59.626" v="12603"/>
          <ac:spMkLst>
            <pc:docMk/>
            <pc:sldMk cId="568791093" sldId="365"/>
            <ac:spMk id="5" creationId="{D9F258DB-2D44-E41A-419F-6D443321A902}"/>
          </ac:spMkLst>
        </pc:spChg>
        <pc:spChg chg="mod">
          <ac:chgData name="Hironari Yamada" userId="e57621f8-ec3c-449e-bb19-001fffcc008e" providerId="ADAL" clId="{BC0BD879-F267-5CCA-8DEA-E3B2DD07DA4E}" dt="2026-06-08T12:49:12.679" v="12608" actId="1076"/>
          <ac:spMkLst>
            <pc:docMk/>
            <pc:sldMk cId="568791093" sldId="365"/>
            <ac:spMk id="6" creationId="{5FA7AC02-BF9E-36F9-5EFF-99D5C8B6D607}"/>
          </ac:spMkLst>
        </pc:spChg>
        <pc:spChg chg="add mod">
          <ac:chgData name="Hironari Yamada" userId="e57621f8-ec3c-449e-bb19-001fffcc008e" providerId="ADAL" clId="{BC0BD879-F267-5CCA-8DEA-E3B2DD07DA4E}" dt="2026-06-09T02:08:53.135" v="15903" actId="14100"/>
          <ac:spMkLst>
            <pc:docMk/>
            <pc:sldMk cId="568791093" sldId="365"/>
            <ac:spMk id="7" creationId="{ECA15C7E-8A8A-2260-5BCA-34A0BB0035B6}"/>
          </ac:spMkLst>
        </pc:spChg>
        <pc:spChg chg="add mod">
          <ac:chgData name="Hironari Yamada" userId="e57621f8-ec3c-449e-bb19-001fffcc008e" providerId="ADAL" clId="{BC0BD879-F267-5CCA-8DEA-E3B2DD07DA4E}" dt="2026-06-09T02:09:30.698" v="15907" actId="14100"/>
          <ac:spMkLst>
            <pc:docMk/>
            <pc:sldMk cId="568791093" sldId="365"/>
            <ac:spMk id="11" creationId="{0E0BF708-D1D5-CE01-A706-96F58B3EE8CD}"/>
          </ac:spMkLst>
        </pc:spChg>
        <pc:spChg chg="add mod">
          <ac:chgData name="Hironari Yamada" userId="e57621f8-ec3c-449e-bb19-001fffcc008e" providerId="ADAL" clId="{BC0BD879-F267-5CCA-8DEA-E3B2DD07DA4E}" dt="2026-06-08T12:49:06.188" v="12604"/>
          <ac:spMkLst>
            <pc:docMk/>
            <pc:sldMk cId="568791093" sldId="365"/>
            <ac:spMk id="11" creationId="{1E9EC9D4-C59E-E291-1D6A-63E9097A3FDD}"/>
          </ac:spMkLst>
        </pc:spChg>
        <pc:spChg chg="add mod">
          <ac:chgData name="Hironari Yamada" userId="e57621f8-ec3c-449e-bb19-001fffcc008e" providerId="ADAL" clId="{BC0BD879-F267-5CCA-8DEA-E3B2DD07DA4E}" dt="2026-06-08T12:49:26.742" v="12611" actId="14100"/>
          <ac:spMkLst>
            <pc:docMk/>
            <pc:sldMk cId="568791093" sldId="365"/>
            <ac:spMk id="12" creationId="{9A621549-B63A-4E62-2132-FBD74568377D}"/>
          </ac:spMkLst>
        </pc:spChg>
        <pc:spChg chg="add mod">
          <ac:chgData name="Hironari Yamada" userId="e57621f8-ec3c-449e-bb19-001fffcc008e" providerId="ADAL" clId="{BC0BD879-F267-5CCA-8DEA-E3B2DD07DA4E}" dt="2026-06-09T02:09:44.793" v="15933" actId="14100"/>
          <ac:spMkLst>
            <pc:docMk/>
            <pc:sldMk cId="568791093" sldId="365"/>
            <ac:spMk id="13" creationId="{F94BF752-4FF0-4DFA-FB09-7F73311F792D}"/>
          </ac:spMkLst>
        </pc:spChg>
        <pc:spChg chg="add mod">
          <ac:chgData name="Hironari Yamada" userId="e57621f8-ec3c-449e-bb19-001fffcc008e" providerId="ADAL" clId="{BC0BD879-F267-5CCA-8DEA-E3B2DD07DA4E}" dt="2026-06-09T02:10:01.939" v="15935" actId="1076"/>
          <ac:spMkLst>
            <pc:docMk/>
            <pc:sldMk cId="568791093" sldId="365"/>
            <ac:spMk id="14" creationId="{51D76A33-97E0-7B68-5C4B-5165C8455759}"/>
          </ac:spMkLst>
        </pc:spChg>
        <pc:spChg chg="add mod">
          <ac:chgData name="Hironari Yamada" userId="e57621f8-ec3c-449e-bb19-001fffcc008e" providerId="ADAL" clId="{BC0BD879-F267-5CCA-8DEA-E3B2DD07DA4E}" dt="2026-06-09T02:10:11.070" v="15938" actId="14100"/>
          <ac:spMkLst>
            <pc:docMk/>
            <pc:sldMk cId="568791093" sldId="365"/>
            <ac:spMk id="15" creationId="{6C113D2A-C7D4-404F-D4E4-B8A43682F22B}"/>
          </ac:spMkLst>
        </pc:spChg>
        <pc:spChg chg="add mod">
          <ac:chgData name="Hironari Yamada" userId="e57621f8-ec3c-449e-bb19-001fffcc008e" providerId="ADAL" clId="{BC0BD879-F267-5CCA-8DEA-E3B2DD07DA4E}" dt="2026-06-09T02:10:35.787" v="16016" actId="14100"/>
          <ac:spMkLst>
            <pc:docMk/>
            <pc:sldMk cId="568791093" sldId="365"/>
            <ac:spMk id="16" creationId="{8AF4C7FC-938A-37B7-13F0-05C0AC47B79D}"/>
          </ac:spMkLst>
        </pc:spChg>
        <pc:spChg chg="add del mod">
          <ac:chgData name="Hironari Yamada" userId="e57621f8-ec3c-449e-bb19-001fffcc008e" providerId="ADAL" clId="{BC0BD879-F267-5CCA-8DEA-E3B2DD07DA4E}" dt="2026-06-09T02:10:44.761" v="16019" actId="478"/>
          <ac:spMkLst>
            <pc:docMk/>
            <pc:sldMk cId="568791093" sldId="365"/>
            <ac:spMk id="17" creationId="{76532471-6796-3102-8024-64074A58FB20}"/>
          </ac:spMkLst>
        </pc:spChg>
        <pc:spChg chg="add mod">
          <ac:chgData name="Hironari Yamada" userId="e57621f8-ec3c-449e-bb19-001fffcc008e" providerId="ADAL" clId="{BC0BD879-F267-5CCA-8DEA-E3B2DD07DA4E}" dt="2026-06-09T02:11:18.152" v="16176" actId="20577"/>
          <ac:spMkLst>
            <pc:docMk/>
            <pc:sldMk cId="568791093" sldId="365"/>
            <ac:spMk id="18" creationId="{B88ABAF7-7551-9131-1E78-8F0E7FA5D0EA}"/>
          </ac:spMkLst>
        </pc:spChg>
        <pc:picChg chg="add del mod">
          <ac:chgData name="Hironari Yamada" userId="e57621f8-ec3c-449e-bb19-001fffcc008e" providerId="ADAL" clId="{BC0BD879-F267-5CCA-8DEA-E3B2DD07DA4E}" dt="2026-06-08T12:45:51.787" v="12578" actId="478"/>
          <ac:picMkLst>
            <pc:docMk/>
            <pc:sldMk cId="568791093" sldId="365"/>
            <ac:picMk id="7" creationId="{D93AE07B-C14E-472B-8560-403E7F29DE0D}"/>
          </ac:picMkLst>
        </pc:picChg>
        <pc:picChg chg="add mod">
          <ac:chgData name="Hironari Yamada" userId="e57621f8-ec3c-449e-bb19-001fffcc008e" providerId="ADAL" clId="{BC0BD879-F267-5CCA-8DEA-E3B2DD07DA4E}" dt="2026-06-08T12:45:16.530" v="12577" actId="14100"/>
          <ac:picMkLst>
            <pc:docMk/>
            <pc:sldMk cId="568791093" sldId="365"/>
            <ac:picMk id="8" creationId="{E8FC135A-A1A7-27A0-D866-2AA899B1C0A4}"/>
          </ac:picMkLst>
        </pc:picChg>
        <pc:picChg chg="add mod">
          <ac:chgData name="Hironari Yamada" userId="e57621f8-ec3c-449e-bb19-001fffcc008e" providerId="ADAL" clId="{BC0BD879-F267-5CCA-8DEA-E3B2DD07DA4E}" dt="2026-06-09T02:08:42.880" v="15879" actId="1076"/>
          <ac:picMkLst>
            <pc:docMk/>
            <pc:sldMk cId="568791093" sldId="365"/>
            <ac:picMk id="10" creationId="{D3A1A1E3-5675-07A4-E899-12818A5BEECA}"/>
          </ac:picMkLst>
        </pc:picChg>
        <pc:picChg chg="del">
          <ac:chgData name="Hironari Yamada" userId="e57621f8-ec3c-449e-bb19-001fffcc008e" providerId="ADAL" clId="{BC0BD879-F267-5CCA-8DEA-E3B2DD07DA4E}" dt="2026-06-08T12:33:53.956" v="12567" actId="478"/>
          <ac:picMkLst>
            <pc:docMk/>
            <pc:sldMk cId="568791093" sldId="365"/>
            <ac:picMk id="13" creationId="{38724EA3-4811-E11F-93E4-753D316CC9EB}"/>
          </ac:picMkLst>
        </pc:picChg>
        <pc:picChg chg="del">
          <ac:chgData name="Hironari Yamada" userId="e57621f8-ec3c-449e-bb19-001fffcc008e" providerId="ADAL" clId="{BC0BD879-F267-5CCA-8DEA-E3B2DD07DA4E}" dt="2026-06-08T12:33:53.956" v="12567" actId="478"/>
          <ac:picMkLst>
            <pc:docMk/>
            <pc:sldMk cId="568791093" sldId="365"/>
            <ac:picMk id="14" creationId="{C6808C9C-1D50-0E8D-AD35-617FB36405F2}"/>
          </ac:picMkLst>
        </pc:picChg>
      </pc:sldChg>
      <pc:sldChg chg="addSp delSp modSp add del mod">
        <pc:chgData name="Hironari Yamada" userId="e57621f8-ec3c-449e-bb19-001fffcc008e" providerId="ADAL" clId="{BC0BD879-F267-5CCA-8DEA-E3B2DD07DA4E}" dt="2026-06-09T14:36:28.695" v="25960" actId="2696"/>
        <pc:sldMkLst>
          <pc:docMk/>
          <pc:sldMk cId="1647474252" sldId="366"/>
        </pc:sldMkLst>
        <pc:spChg chg="mod">
          <ac:chgData name="Hironari Yamada" userId="e57621f8-ec3c-449e-bb19-001fffcc008e" providerId="ADAL" clId="{BC0BD879-F267-5CCA-8DEA-E3B2DD07DA4E}" dt="2026-06-09T06:45:15.611" v="20209"/>
          <ac:spMkLst>
            <pc:docMk/>
            <pc:sldMk cId="1647474252" sldId="366"/>
            <ac:spMk id="2" creationId="{0DF21889-3000-AC06-078D-C68508070004}"/>
          </ac:spMkLst>
        </pc:spChg>
        <pc:spChg chg="add del mod">
          <ac:chgData name="Hironari Yamada" userId="e57621f8-ec3c-449e-bb19-001fffcc008e" providerId="ADAL" clId="{BC0BD879-F267-5CCA-8DEA-E3B2DD07DA4E}" dt="2026-06-09T02:12:17.343" v="16178" actId="478"/>
          <ac:spMkLst>
            <pc:docMk/>
            <pc:sldMk cId="1647474252" sldId="366"/>
            <ac:spMk id="3" creationId="{84210392-EC1A-4C7B-6CF0-5EE57F0A2340}"/>
          </ac:spMkLst>
        </pc:spChg>
        <pc:spChg chg="mod">
          <ac:chgData name="Hironari Yamada" userId="e57621f8-ec3c-449e-bb19-001fffcc008e" providerId="ADAL" clId="{BC0BD879-F267-5CCA-8DEA-E3B2DD07DA4E}" dt="2026-06-08T12:49:54.723" v="12614"/>
          <ac:spMkLst>
            <pc:docMk/>
            <pc:sldMk cId="1647474252" sldId="366"/>
            <ac:spMk id="5" creationId="{BA0CA475-4046-A6E7-7FEC-63F1DB882796}"/>
          </ac:spMkLst>
        </pc:spChg>
        <pc:spChg chg="add mod">
          <ac:chgData name="Hironari Yamada" userId="e57621f8-ec3c-449e-bb19-001fffcc008e" providerId="ADAL" clId="{BC0BD879-F267-5CCA-8DEA-E3B2DD07DA4E}" dt="2026-06-09T02:12:13.903" v="16177"/>
          <ac:spMkLst>
            <pc:docMk/>
            <pc:sldMk cId="1647474252" sldId="366"/>
            <ac:spMk id="8" creationId="{D34C0EAC-42B3-D60E-0F92-B30EDE4830CF}"/>
          </ac:spMkLst>
        </pc:spChg>
        <pc:spChg chg="mod">
          <ac:chgData name="Hironari Yamada" userId="e57621f8-ec3c-449e-bb19-001fffcc008e" providerId="ADAL" clId="{BC0BD879-F267-5CCA-8DEA-E3B2DD07DA4E}" dt="2026-06-08T12:49:50.456" v="12613"/>
          <ac:spMkLst>
            <pc:docMk/>
            <pc:sldMk cId="1647474252" sldId="366"/>
            <ac:spMk id="9" creationId="{09E9410A-6926-9D65-8FBE-33F0CEB36EC3}"/>
          </ac:spMkLst>
        </pc:spChg>
        <pc:spChg chg="add mod">
          <ac:chgData name="Hironari Yamada" userId="e57621f8-ec3c-449e-bb19-001fffcc008e" providerId="ADAL" clId="{BC0BD879-F267-5CCA-8DEA-E3B2DD07DA4E}" dt="2026-06-09T02:15:18.942" v="16440" actId="1076"/>
          <ac:spMkLst>
            <pc:docMk/>
            <pc:sldMk cId="1647474252" sldId="366"/>
            <ac:spMk id="10" creationId="{7AC00416-104D-ED56-DFC5-BCC91DDFEFEC}"/>
          </ac:spMkLst>
        </pc:spChg>
        <pc:spChg chg="add mod">
          <ac:chgData name="Hironari Yamada" userId="e57621f8-ec3c-449e-bb19-001fffcc008e" providerId="ADAL" clId="{BC0BD879-F267-5CCA-8DEA-E3B2DD07DA4E}" dt="2026-06-09T02:12:13.903" v="16177"/>
          <ac:spMkLst>
            <pc:docMk/>
            <pc:sldMk cId="1647474252" sldId="366"/>
            <ac:spMk id="11" creationId="{AA5F46E3-75F8-36A3-8697-BB07502F01C8}"/>
          </ac:spMkLst>
        </pc:spChg>
        <pc:spChg chg="add mod">
          <ac:chgData name="Hironari Yamada" userId="e57621f8-ec3c-449e-bb19-001fffcc008e" providerId="ADAL" clId="{BC0BD879-F267-5CCA-8DEA-E3B2DD07DA4E}" dt="2026-06-09T02:15:30.268" v="16444" actId="14100"/>
          <ac:spMkLst>
            <pc:docMk/>
            <pc:sldMk cId="1647474252" sldId="366"/>
            <ac:spMk id="13" creationId="{D243E6E4-EE6E-0547-528F-BF08E35FA66B}"/>
          </ac:spMkLst>
        </pc:spChg>
        <pc:spChg chg="add mod">
          <ac:chgData name="Hironari Yamada" userId="e57621f8-ec3c-449e-bb19-001fffcc008e" providerId="ADAL" clId="{BC0BD879-F267-5CCA-8DEA-E3B2DD07DA4E}" dt="2026-06-09T02:12:13.903" v="16177"/>
          <ac:spMkLst>
            <pc:docMk/>
            <pc:sldMk cId="1647474252" sldId="366"/>
            <ac:spMk id="14" creationId="{FBAE46EA-10CD-00DC-6C4D-8D2CCFB2E576}"/>
          </ac:spMkLst>
        </pc:spChg>
        <pc:spChg chg="add mod">
          <ac:chgData name="Hironari Yamada" userId="e57621f8-ec3c-449e-bb19-001fffcc008e" providerId="ADAL" clId="{BC0BD879-F267-5CCA-8DEA-E3B2DD07DA4E}" dt="2026-06-09T02:30:49.339" v="16722" actId="14100"/>
          <ac:spMkLst>
            <pc:docMk/>
            <pc:sldMk cId="1647474252" sldId="366"/>
            <ac:spMk id="15" creationId="{F3FF4889-FC46-5DCE-EC48-37E5A31C4098}"/>
          </ac:spMkLst>
        </pc:spChg>
        <pc:spChg chg="add mod">
          <ac:chgData name="Hironari Yamada" userId="e57621f8-ec3c-449e-bb19-001fffcc008e" providerId="ADAL" clId="{BC0BD879-F267-5CCA-8DEA-E3B2DD07DA4E}" dt="2026-06-09T02:13:28.796" v="16304" actId="14100"/>
          <ac:spMkLst>
            <pc:docMk/>
            <pc:sldMk cId="1647474252" sldId="366"/>
            <ac:spMk id="16" creationId="{7012F055-59C7-93F9-76BB-4133C2F40421}"/>
          </ac:spMkLst>
        </pc:spChg>
        <pc:spChg chg="add mod">
          <ac:chgData name="Hironari Yamada" userId="e57621f8-ec3c-449e-bb19-001fffcc008e" providerId="ADAL" clId="{BC0BD879-F267-5CCA-8DEA-E3B2DD07DA4E}" dt="2026-06-09T02:15:24.949" v="16441" actId="1076"/>
          <ac:spMkLst>
            <pc:docMk/>
            <pc:sldMk cId="1647474252" sldId="366"/>
            <ac:spMk id="17" creationId="{29F0799F-9ECA-29EF-DE5B-6F65DF62B194}"/>
          </ac:spMkLst>
        </pc:spChg>
        <pc:spChg chg="add mod">
          <ac:chgData name="Hironari Yamada" userId="e57621f8-ec3c-449e-bb19-001fffcc008e" providerId="ADAL" clId="{BC0BD879-F267-5CCA-8DEA-E3B2DD07DA4E}" dt="2026-06-09T02:13:34.245" v="16306" actId="1076"/>
          <ac:spMkLst>
            <pc:docMk/>
            <pc:sldMk cId="1647474252" sldId="366"/>
            <ac:spMk id="18" creationId="{58574A74-BFEE-3E30-1C78-45B7A807E2BD}"/>
          </ac:spMkLst>
        </pc:spChg>
        <pc:spChg chg="add mod">
          <ac:chgData name="Hironari Yamada" userId="e57621f8-ec3c-449e-bb19-001fffcc008e" providerId="ADAL" clId="{BC0BD879-F267-5CCA-8DEA-E3B2DD07DA4E}" dt="2026-06-09T02:13:47.652" v="16374" actId="14100"/>
          <ac:spMkLst>
            <pc:docMk/>
            <pc:sldMk cId="1647474252" sldId="366"/>
            <ac:spMk id="19" creationId="{CFD78628-C9F4-F51C-41BE-885D8E027FE9}"/>
          </ac:spMkLst>
        </pc:spChg>
        <pc:spChg chg="add mod">
          <ac:chgData name="Hironari Yamada" userId="e57621f8-ec3c-449e-bb19-001fffcc008e" providerId="ADAL" clId="{BC0BD879-F267-5CCA-8DEA-E3B2DD07DA4E}" dt="2026-06-09T02:13:07.590" v="16300" actId="14100"/>
          <ac:spMkLst>
            <pc:docMk/>
            <pc:sldMk cId="1647474252" sldId="366"/>
            <ac:spMk id="20" creationId="{61AE2A2A-2367-6143-4131-B6A70651D7F7}"/>
          </ac:spMkLst>
        </pc:spChg>
        <pc:spChg chg="add mod">
          <ac:chgData name="Hironari Yamada" userId="e57621f8-ec3c-449e-bb19-001fffcc008e" providerId="ADAL" clId="{BC0BD879-F267-5CCA-8DEA-E3B2DD07DA4E}" dt="2026-06-09T02:15:41.217" v="16446" actId="1076"/>
          <ac:spMkLst>
            <pc:docMk/>
            <pc:sldMk cId="1647474252" sldId="366"/>
            <ac:spMk id="21" creationId="{37C1671B-4F08-9DE6-7CDA-B80924297B8B}"/>
          </ac:spMkLst>
        </pc:spChg>
        <pc:spChg chg="add mod">
          <ac:chgData name="Hironari Yamada" userId="e57621f8-ec3c-449e-bb19-001fffcc008e" providerId="ADAL" clId="{BC0BD879-F267-5CCA-8DEA-E3B2DD07DA4E}" dt="2026-06-09T02:17:00.132" v="16511" actId="14100"/>
          <ac:spMkLst>
            <pc:docMk/>
            <pc:sldMk cId="1647474252" sldId="366"/>
            <ac:spMk id="22" creationId="{F765DB9F-C883-8C62-4978-E81C17BC12B6}"/>
          </ac:spMkLst>
        </pc:spChg>
        <pc:spChg chg="add mod">
          <ac:chgData name="Hironari Yamada" userId="e57621f8-ec3c-449e-bb19-001fffcc008e" providerId="ADAL" clId="{BC0BD879-F267-5CCA-8DEA-E3B2DD07DA4E}" dt="2026-06-09T02:15:41.217" v="16446" actId="1076"/>
          <ac:spMkLst>
            <pc:docMk/>
            <pc:sldMk cId="1647474252" sldId="366"/>
            <ac:spMk id="23" creationId="{CE50201D-D2ED-E50D-57F6-4A7CAACD5B80}"/>
          </ac:spMkLst>
        </pc:spChg>
        <pc:spChg chg="add mod">
          <ac:chgData name="Hironari Yamada" userId="e57621f8-ec3c-449e-bb19-001fffcc008e" providerId="ADAL" clId="{BC0BD879-F267-5CCA-8DEA-E3B2DD07DA4E}" dt="2026-06-09T02:15:48.782" v="16464" actId="20577"/>
          <ac:spMkLst>
            <pc:docMk/>
            <pc:sldMk cId="1647474252" sldId="366"/>
            <ac:spMk id="24" creationId="{A27DC703-49EF-0B60-D1BB-50986D6DF1A9}"/>
          </ac:spMkLst>
        </pc:spChg>
        <pc:spChg chg="add mod">
          <ac:chgData name="Hironari Yamada" userId="e57621f8-ec3c-449e-bb19-001fffcc008e" providerId="ADAL" clId="{BC0BD879-F267-5CCA-8DEA-E3B2DD07DA4E}" dt="2026-06-09T02:15:41.217" v="16446" actId="1076"/>
          <ac:spMkLst>
            <pc:docMk/>
            <pc:sldMk cId="1647474252" sldId="366"/>
            <ac:spMk id="25" creationId="{A9A386CA-DE14-44BD-6EA4-0E45CD1BE095}"/>
          </ac:spMkLst>
        </pc:spChg>
        <pc:spChg chg="add mod">
          <ac:chgData name="Hironari Yamada" userId="e57621f8-ec3c-449e-bb19-001fffcc008e" providerId="ADAL" clId="{BC0BD879-F267-5CCA-8DEA-E3B2DD07DA4E}" dt="2026-06-09T02:15:41.217" v="16446" actId="1076"/>
          <ac:spMkLst>
            <pc:docMk/>
            <pc:sldMk cId="1647474252" sldId="366"/>
            <ac:spMk id="26" creationId="{DBDDF5BE-331B-C5A3-D151-67A5928D2A46}"/>
          </ac:spMkLst>
        </pc:spChg>
        <pc:spChg chg="add mod">
          <ac:chgData name="Hironari Yamada" userId="e57621f8-ec3c-449e-bb19-001fffcc008e" providerId="ADAL" clId="{BC0BD879-F267-5CCA-8DEA-E3B2DD07DA4E}" dt="2026-06-09T02:16:12.178" v="16466" actId="1076"/>
          <ac:spMkLst>
            <pc:docMk/>
            <pc:sldMk cId="1647474252" sldId="366"/>
            <ac:spMk id="27" creationId="{19D6383B-574D-C69C-3726-EDDA1EC7C379}"/>
          </ac:spMkLst>
        </pc:spChg>
        <pc:spChg chg="add mod">
          <ac:chgData name="Hironari Yamada" userId="e57621f8-ec3c-449e-bb19-001fffcc008e" providerId="ADAL" clId="{BC0BD879-F267-5CCA-8DEA-E3B2DD07DA4E}" dt="2026-06-09T02:16:45.566" v="16507"/>
          <ac:spMkLst>
            <pc:docMk/>
            <pc:sldMk cId="1647474252" sldId="366"/>
            <ac:spMk id="28" creationId="{7C158826-4EC1-B80F-AF3A-C1942E6C5648}"/>
          </ac:spMkLst>
        </pc:spChg>
        <pc:picChg chg="add mod">
          <ac:chgData name="Hironari Yamada" userId="e57621f8-ec3c-449e-bb19-001fffcc008e" providerId="ADAL" clId="{BC0BD879-F267-5CCA-8DEA-E3B2DD07DA4E}" dt="2026-06-09T02:15:41.217" v="16446" actId="1076"/>
          <ac:picMkLst>
            <pc:docMk/>
            <pc:sldMk cId="1647474252" sldId="366"/>
            <ac:picMk id="7" creationId="{283A01F8-23E1-7944-6BFD-83400E56F806}"/>
          </ac:picMkLst>
        </pc:picChg>
        <pc:picChg chg="del">
          <ac:chgData name="Hironari Yamada" userId="e57621f8-ec3c-449e-bb19-001fffcc008e" providerId="ADAL" clId="{BC0BD879-F267-5CCA-8DEA-E3B2DD07DA4E}" dt="2026-06-08T12:50:11.615" v="12615" actId="478"/>
          <ac:picMkLst>
            <pc:docMk/>
            <pc:sldMk cId="1647474252" sldId="366"/>
            <ac:picMk id="13" creationId="{1BF23EF6-F2BD-F90D-5D77-98CFBB2E8F6F}"/>
          </ac:picMkLst>
        </pc:picChg>
      </pc:sldChg>
      <pc:sldChg chg="addSp delSp modSp add del mod">
        <pc:chgData name="Hironari Yamada" userId="e57621f8-ec3c-449e-bb19-001fffcc008e" providerId="ADAL" clId="{BC0BD879-F267-5CCA-8DEA-E3B2DD07DA4E}" dt="2026-06-09T14:36:28.714" v="25974" actId="2696"/>
        <pc:sldMkLst>
          <pc:docMk/>
          <pc:sldMk cId="4141715362" sldId="367"/>
        </pc:sldMkLst>
        <pc:spChg chg="mod">
          <ac:chgData name="Hironari Yamada" userId="e57621f8-ec3c-449e-bb19-001fffcc008e" providerId="ADAL" clId="{BC0BD879-F267-5CCA-8DEA-E3B2DD07DA4E}" dt="2026-06-09T06:45:15.611" v="20209"/>
          <ac:spMkLst>
            <pc:docMk/>
            <pc:sldMk cId="4141715362" sldId="367"/>
            <ac:spMk id="2" creationId="{426E0620-E381-CA3D-708F-2090DF9730E1}"/>
          </ac:spMkLst>
        </pc:spChg>
        <pc:spChg chg="mod">
          <ac:chgData name="Hironari Yamada" userId="e57621f8-ec3c-449e-bb19-001fffcc008e" providerId="ADAL" clId="{BC0BD879-F267-5CCA-8DEA-E3B2DD07DA4E}" dt="2026-06-08T12:51:32.735" v="12625" actId="20577"/>
          <ac:spMkLst>
            <pc:docMk/>
            <pc:sldMk cId="4141715362" sldId="367"/>
            <ac:spMk id="5" creationId="{B31CEC97-43CE-5200-DCCA-DEC78CACDAF3}"/>
          </ac:spMkLst>
        </pc:spChg>
        <pc:spChg chg="mod">
          <ac:chgData name="Hironari Yamada" userId="e57621f8-ec3c-449e-bb19-001fffcc008e" providerId="ADAL" clId="{BC0BD879-F267-5CCA-8DEA-E3B2DD07DA4E}" dt="2026-06-08T12:53:23.707" v="12627" actId="167"/>
          <ac:spMkLst>
            <pc:docMk/>
            <pc:sldMk cId="4141715362" sldId="367"/>
            <ac:spMk id="6" creationId="{0AC1602E-296A-23F8-B85A-F41E9E6F1BED}"/>
          </ac:spMkLst>
        </pc:spChg>
        <pc:spChg chg="add mod">
          <ac:chgData name="Hironari Yamada" userId="e57621f8-ec3c-449e-bb19-001fffcc008e" providerId="ADAL" clId="{BC0BD879-F267-5CCA-8DEA-E3B2DD07DA4E}" dt="2026-06-09T02:17:07.261" v="16513" actId="1076"/>
          <ac:spMkLst>
            <pc:docMk/>
            <pc:sldMk cId="4141715362" sldId="367"/>
            <ac:spMk id="7" creationId="{3AF8B7FB-3220-5A7D-4920-CE6961E51E2A}"/>
          </ac:spMkLst>
        </pc:spChg>
        <pc:spChg chg="add mod">
          <ac:chgData name="Hironari Yamada" userId="e57621f8-ec3c-449e-bb19-001fffcc008e" providerId="ADAL" clId="{BC0BD879-F267-5CCA-8DEA-E3B2DD07DA4E}" dt="2026-06-09T02:17:11.432" v="16526" actId="20577"/>
          <ac:spMkLst>
            <pc:docMk/>
            <pc:sldMk cId="4141715362" sldId="367"/>
            <ac:spMk id="8" creationId="{034FA4D9-CCA6-9106-471B-971A55A72127}"/>
          </ac:spMkLst>
        </pc:spChg>
        <pc:spChg chg="mod">
          <ac:chgData name="Hironari Yamada" userId="e57621f8-ec3c-449e-bb19-001fffcc008e" providerId="ADAL" clId="{BC0BD879-F267-5CCA-8DEA-E3B2DD07DA4E}" dt="2026-06-08T12:51:03.144" v="12620"/>
          <ac:spMkLst>
            <pc:docMk/>
            <pc:sldMk cId="4141715362" sldId="367"/>
            <ac:spMk id="9" creationId="{63BDFEFC-57E4-5E52-3B7B-D43E16929513}"/>
          </ac:spMkLst>
        </pc:spChg>
        <pc:spChg chg="add mod">
          <ac:chgData name="Hironari Yamada" userId="e57621f8-ec3c-449e-bb19-001fffcc008e" providerId="ADAL" clId="{BC0BD879-F267-5CCA-8DEA-E3B2DD07DA4E}" dt="2026-06-09T02:17:37.341" v="16527"/>
          <ac:spMkLst>
            <pc:docMk/>
            <pc:sldMk cId="4141715362" sldId="367"/>
            <ac:spMk id="11" creationId="{7A639EC4-4604-030A-9DB1-D795EF2109EA}"/>
          </ac:spMkLst>
        </pc:spChg>
        <pc:spChg chg="mod">
          <ac:chgData name="Hironari Yamada" userId="e57621f8-ec3c-449e-bb19-001fffcc008e" providerId="ADAL" clId="{BC0BD879-F267-5CCA-8DEA-E3B2DD07DA4E}" dt="2026-06-08T12:53:39.007" v="12631" actId="14100"/>
          <ac:spMkLst>
            <pc:docMk/>
            <pc:sldMk cId="4141715362" sldId="367"/>
            <ac:spMk id="12" creationId="{A90AAED7-6B48-4FC8-AD8D-427260B36114}"/>
          </ac:spMkLst>
        </pc:spChg>
        <pc:spChg chg="add mod">
          <ac:chgData name="Hironari Yamada" userId="e57621f8-ec3c-449e-bb19-001fffcc008e" providerId="ADAL" clId="{BC0BD879-F267-5CCA-8DEA-E3B2DD07DA4E}" dt="2026-06-09T02:17:37.341" v="16527"/>
          <ac:spMkLst>
            <pc:docMk/>
            <pc:sldMk cId="4141715362" sldId="367"/>
            <ac:spMk id="13" creationId="{288B0E81-D2A0-E58F-28C5-D9833A7FD50E}"/>
          </ac:spMkLst>
        </pc:spChg>
        <pc:spChg chg="add mod">
          <ac:chgData name="Hironari Yamada" userId="e57621f8-ec3c-449e-bb19-001fffcc008e" providerId="ADAL" clId="{BC0BD879-F267-5CCA-8DEA-E3B2DD07DA4E}" dt="2026-06-09T02:17:37.341" v="16527"/>
          <ac:spMkLst>
            <pc:docMk/>
            <pc:sldMk cId="4141715362" sldId="367"/>
            <ac:spMk id="14" creationId="{3F24E607-DEBB-800D-E24A-B8A08B7629C5}"/>
          </ac:spMkLst>
        </pc:spChg>
        <pc:spChg chg="add mod">
          <ac:chgData name="Hironari Yamada" userId="e57621f8-ec3c-449e-bb19-001fffcc008e" providerId="ADAL" clId="{BC0BD879-F267-5CCA-8DEA-E3B2DD07DA4E}" dt="2026-06-09T02:17:37.341" v="16527"/>
          <ac:spMkLst>
            <pc:docMk/>
            <pc:sldMk cId="4141715362" sldId="367"/>
            <ac:spMk id="15" creationId="{4192E065-2929-966E-38DD-B7DD44E7159E}"/>
          </ac:spMkLst>
        </pc:spChg>
        <pc:spChg chg="add mod">
          <ac:chgData name="Hironari Yamada" userId="e57621f8-ec3c-449e-bb19-001fffcc008e" providerId="ADAL" clId="{BC0BD879-F267-5CCA-8DEA-E3B2DD07DA4E}" dt="2026-06-09T02:17:37.341" v="16527"/>
          <ac:spMkLst>
            <pc:docMk/>
            <pc:sldMk cId="4141715362" sldId="367"/>
            <ac:spMk id="16" creationId="{9539A79B-10BD-9960-28BF-163FF7D952B3}"/>
          </ac:spMkLst>
        </pc:spChg>
        <pc:spChg chg="add mod">
          <ac:chgData name="Hironari Yamada" userId="e57621f8-ec3c-449e-bb19-001fffcc008e" providerId="ADAL" clId="{BC0BD879-F267-5CCA-8DEA-E3B2DD07DA4E}" dt="2026-06-09T02:17:37.341" v="16527"/>
          <ac:spMkLst>
            <pc:docMk/>
            <pc:sldMk cId="4141715362" sldId="367"/>
            <ac:spMk id="17" creationId="{0AF2B350-4C7A-7F7D-AAFF-5D7A134B0807}"/>
          </ac:spMkLst>
        </pc:spChg>
        <pc:spChg chg="add mod">
          <ac:chgData name="Hironari Yamada" userId="e57621f8-ec3c-449e-bb19-001fffcc008e" providerId="ADAL" clId="{BC0BD879-F267-5CCA-8DEA-E3B2DD07DA4E}" dt="2026-06-09T02:17:37.341" v="16527"/>
          <ac:spMkLst>
            <pc:docMk/>
            <pc:sldMk cId="4141715362" sldId="367"/>
            <ac:spMk id="18" creationId="{430C2BF2-632A-F256-2283-452855A04AFA}"/>
          </ac:spMkLst>
        </pc:spChg>
        <pc:spChg chg="add mod">
          <ac:chgData name="Hironari Yamada" userId="e57621f8-ec3c-449e-bb19-001fffcc008e" providerId="ADAL" clId="{BC0BD879-F267-5CCA-8DEA-E3B2DD07DA4E}" dt="2026-06-09T02:17:49.692" v="16529" actId="1076"/>
          <ac:spMkLst>
            <pc:docMk/>
            <pc:sldMk cId="4141715362" sldId="367"/>
            <ac:spMk id="19" creationId="{64ADAE84-A2B4-7CF0-C9DC-35689D074FA5}"/>
          </ac:spMkLst>
        </pc:spChg>
        <pc:spChg chg="add mod">
          <ac:chgData name="Hironari Yamada" userId="e57621f8-ec3c-449e-bb19-001fffcc008e" providerId="ADAL" clId="{BC0BD879-F267-5CCA-8DEA-E3B2DD07DA4E}" dt="2026-06-09T02:18:16.444" v="16596" actId="20577"/>
          <ac:spMkLst>
            <pc:docMk/>
            <pc:sldMk cId="4141715362" sldId="367"/>
            <ac:spMk id="20" creationId="{53A850CD-925B-462D-696F-FFE5A79159E9}"/>
          </ac:spMkLst>
        </pc:spChg>
        <pc:spChg chg="add mod">
          <ac:chgData name="Hironari Yamada" userId="e57621f8-ec3c-449e-bb19-001fffcc008e" providerId="ADAL" clId="{BC0BD879-F267-5CCA-8DEA-E3B2DD07DA4E}" dt="2026-06-09T02:18:40.201" v="16613" actId="20577"/>
          <ac:spMkLst>
            <pc:docMk/>
            <pc:sldMk cId="4141715362" sldId="367"/>
            <ac:spMk id="21" creationId="{DA30E5AE-F6CC-B267-A6DF-7A44997E0A3C}"/>
          </ac:spMkLst>
        </pc:spChg>
        <pc:picChg chg="add mod">
          <ac:chgData name="Hironari Yamada" userId="e57621f8-ec3c-449e-bb19-001fffcc008e" providerId="ADAL" clId="{BC0BD879-F267-5CCA-8DEA-E3B2DD07DA4E}" dt="2026-06-08T12:53:31.028" v="12629" actId="1076"/>
          <ac:picMkLst>
            <pc:docMk/>
            <pc:sldMk cId="4141715362" sldId="367"/>
            <ac:picMk id="3" creationId="{6BF8560D-F108-47C2-D814-D6383C7C5BB2}"/>
          </ac:picMkLst>
        </pc:picChg>
        <pc:picChg chg="del">
          <ac:chgData name="Hironari Yamada" userId="e57621f8-ec3c-449e-bb19-001fffcc008e" providerId="ADAL" clId="{BC0BD879-F267-5CCA-8DEA-E3B2DD07DA4E}" dt="2026-06-08T12:51:19.034" v="12622" actId="478"/>
          <ac:picMkLst>
            <pc:docMk/>
            <pc:sldMk cId="4141715362" sldId="367"/>
            <ac:picMk id="8" creationId="{604ED1D8-5AF6-41D2-15B1-3E64E59EBEED}"/>
          </ac:picMkLst>
        </pc:picChg>
      </pc:sldChg>
      <pc:sldChg chg="addSp delSp modSp add del mod">
        <pc:chgData name="Hironari Yamada" userId="e57621f8-ec3c-449e-bb19-001fffcc008e" providerId="ADAL" clId="{BC0BD879-F267-5CCA-8DEA-E3B2DD07DA4E}" dt="2026-06-09T14:36:28.701" v="25963" actId="2696"/>
        <pc:sldMkLst>
          <pc:docMk/>
          <pc:sldMk cId="1898380952" sldId="368"/>
        </pc:sldMkLst>
        <pc:spChg chg="mod">
          <ac:chgData name="Hironari Yamada" userId="e57621f8-ec3c-449e-bb19-001fffcc008e" providerId="ADAL" clId="{BC0BD879-F267-5CCA-8DEA-E3B2DD07DA4E}" dt="2026-06-09T06:45:15.611" v="20209"/>
          <ac:spMkLst>
            <pc:docMk/>
            <pc:sldMk cId="1898380952" sldId="368"/>
            <ac:spMk id="2" creationId="{39175A6F-1DF6-DB52-CE31-4ADDCF3413C9}"/>
          </ac:spMkLst>
        </pc:spChg>
        <pc:spChg chg="add mod">
          <ac:chgData name="Hironari Yamada" userId="e57621f8-ec3c-449e-bb19-001fffcc008e" providerId="ADAL" clId="{BC0BD879-F267-5CCA-8DEA-E3B2DD07DA4E}" dt="2026-06-09T02:31:04.308" v="16725" actId="14100"/>
          <ac:spMkLst>
            <pc:docMk/>
            <pc:sldMk cId="1898380952" sldId="368"/>
            <ac:spMk id="3" creationId="{9DF94139-CA8A-668E-6AFC-BEB276A42C58}"/>
          </ac:spMkLst>
        </pc:spChg>
        <pc:spChg chg="add mod">
          <ac:chgData name="Hironari Yamada" userId="e57621f8-ec3c-449e-bb19-001fffcc008e" providerId="ADAL" clId="{BC0BD879-F267-5CCA-8DEA-E3B2DD07DA4E}" dt="2026-06-09T02:30:59.857" v="16724" actId="1076"/>
          <ac:spMkLst>
            <pc:docMk/>
            <pc:sldMk cId="1898380952" sldId="368"/>
            <ac:spMk id="6" creationId="{01867C29-5197-4B23-D595-F9F3442DCB9F}"/>
          </ac:spMkLst>
        </pc:spChg>
        <pc:spChg chg="del">
          <ac:chgData name="Hironari Yamada" userId="e57621f8-ec3c-449e-bb19-001fffcc008e" providerId="ADAL" clId="{BC0BD879-F267-5CCA-8DEA-E3B2DD07DA4E}" dt="2026-06-08T13:07:32.343" v="12647" actId="478"/>
          <ac:spMkLst>
            <pc:docMk/>
            <pc:sldMk cId="1898380952" sldId="368"/>
            <ac:spMk id="6" creationId="{5D3434D5-03B2-59EA-9E86-9EBF07305A4C}"/>
          </ac:spMkLst>
        </pc:spChg>
        <pc:spChg chg="add mod">
          <ac:chgData name="Hironari Yamada" userId="e57621f8-ec3c-449e-bb19-001fffcc008e" providerId="ADAL" clId="{BC0BD879-F267-5CCA-8DEA-E3B2DD07DA4E}" dt="2026-06-09T02:31:09.450" v="16727" actId="14100"/>
          <ac:spMkLst>
            <pc:docMk/>
            <pc:sldMk cId="1898380952" sldId="368"/>
            <ac:spMk id="7" creationId="{AE5AB1C2-D67C-F7C0-4301-510766AB2E00}"/>
          </ac:spMkLst>
        </pc:spChg>
        <pc:spChg chg="add mod">
          <ac:chgData name="Hironari Yamada" userId="e57621f8-ec3c-449e-bb19-001fffcc008e" providerId="ADAL" clId="{BC0BD879-F267-5CCA-8DEA-E3B2DD07DA4E}" dt="2026-06-08T13:07:32.774" v="12648"/>
          <ac:spMkLst>
            <pc:docMk/>
            <pc:sldMk cId="1898380952" sldId="368"/>
            <ac:spMk id="8" creationId="{D25DF84F-5CCA-2188-C644-F4DAC5EC8C9F}"/>
          </ac:spMkLst>
        </pc:spChg>
        <pc:spChg chg="add mod">
          <ac:chgData name="Hironari Yamada" userId="e57621f8-ec3c-449e-bb19-001fffcc008e" providerId="ADAL" clId="{BC0BD879-F267-5CCA-8DEA-E3B2DD07DA4E}" dt="2026-06-09T02:36:29.793" v="16734" actId="14100"/>
          <ac:spMkLst>
            <pc:docMk/>
            <pc:sldMk cId="1898380952" sldId="368"/>
            <ac:spMk id="12" creationId="{F5F33780-D8E7-0174-F2B9-FF200C96BD42}"/>
          </ac:spMkLst>
        </pc:spChg>
        <pc:spChg chg="add mod">
          <ac:chgData name="Hironari Yamada" userId="e57621f8-ec3c-449e-bb19-001fffcc008e" providerId="ADAL" clId="{BC0BD879-F267-5CCA-8DEA-E3B2DD07DA4E}" dt="2026-06-09T02:36:37.338" v="16737" actId="14100"/>
          <ac:spMkLst>
            <pc:docMk/>
            <pc:sldMk cId="1898380952" sldId="368"/>
            <ac:spMk id="13" creationId="{EDA84354-2399-13ED-BBB4-0F8D1A430754}"/>
          </ac:spMkLst>
        </pc:spChg>
        <pc:spChg chg="add mod">
          <ac:chgData name="Hironari Yamada" userId="e57621f8-ec3c-449e-bb19-001fffcc008e" providerId="ADAL" clId="{BC0BD879-F267-5CCA-8DEA-E3B2DD07DA4E}" dt="2026-06-09T02:37:22.070" v="16798" actId="1035"/>
          <ac:spMkLst>
            <pc:docMk/>
            <pc:sldMk cId="1898380952" sldId="368"/>
            <ac:spMk id="14" creationId="{22A0FD5B-D38D-D5E1-DEDC-E446DD8910B0}"/>
          </ac:spMkLst>
        </pc:spChg>
        <pc:spChg chg="add mod">
          <ac:chgData name="Hironari Yamada" userId="e57621f8-ec3c-449e-bb19-001fffcc008e" providerId="ADAL" clId="{BC0BD879-F267-5CCA-8DEA-E3B2DD07DA4E}" dt="2026-06-09T02:36:44.412" v="16739" actId="1076"/>
          <ac:spMkLst>
            <pc:docMk/>
            <pc:sldMk cId="1898380952" sldId="368"/>
            <ac:spMk id="15" creationId="{E2AAAB42-D9DC-3093-CF93-4D37FD5FD7EB}"/>
          </ac:spMkLst>
        </pc:spChg>
        <pc:spChg chg="add mod">
          <ac:chgData name="Hironari Yamada" userId="e57621f8-ec3c-449e-bb19-001fffcc008e" providerId="ADAL" clId="{BC0BD879-F267-5CCA-8DEA-E3B2DD07DA4E}" dt="2026-06-09T02:37:18.365" v="16796" actId="20577"/>
          <ac:spMkLst>
            <pc:docMk/>
            <pc:sldMk cId="1898380952" sldId="368"/>
            <ac:spMk id="16" creationId="{08BBB400-5FD5-BF1D-824F-369C7D272F8B}"/>
          </ac:spMkLst>
        </pc:spChg>
        <pc:spChg chg="add mod">
          <ac:chgData name="Hironari Yamada" userId="e57621f8-ec3c-449e-bb19-001fffcc008e" providerId="ADAL" clId="{BC0BD879-F267-5CCA-8DEA-E3B2DD07DA4E}" dt="2026-06-09T02:37:33.942" v="16801" actId="1038"/>
          <ac:spMkLst>
            <pc:docMk/>
            <pc:sldMk cId="1898380952" sldId="368"/>
            <ac:spMk id="17" creationId="{A7DF1BFE-DC7F-A473-09C9-57FBA8DAC7F9}"/>
          </ac:spMkLst>
        </pc:spChg>
        <pc:spChg chg="add mod">
          <ac:chgData name="Hironari Yamada" userId="e57621f8-ec3c-449e-bb19-001fffcc008e" providerId="ADAL" clId="{BC0BD879-F267-5CCA-8DEA-E3B2DD07DA4E}" dt="2026-06-09T02:37:50.748" v="16823" actId="14100"/>
          <ac:spMkLst>
            <pc:docMk/>
            <pc:sldMk cId="1898380952" sldId="368"/>
            <ac:spMk id="18" creationId="{4FD4A606-D5BD-891C-20F0-312F348A62A2}"/>
          </ac:spMkLst>
        </pc:spChg>
        <pc:spChg chg="add mod">
          <ac:chgData name="Hironari Yamada" userId="e57621f8-ec3c-449e-bb19-001fffcc008e" providerId="ADAL" clId="{BC0BD879-F267-5CCA-8DEA-E3B2DD07DA4E}" dt="2026-06-09T02:38:06.390" v="16827" actId="14100"/>
          <ac:spMkLst>
            <pc:docMk/>
            <pc:sldMk cId="1898380952" sldId="368"/>
            <ac:spMk id="19" creationId="{5FB57491-25BB-28C5-F6E2-2B53D81F4B31}"/>
          </ac:spMkLst>
        </pc:spChg>
        <pc:spChg chg="add mod">
          <ac:chgData name="Hironari Yamada" userId="e57621f8-ec3c-449e-bb19-001fffcc008e" providerId="ADAL" clId="{BC0BD879-F267-5CCA-8DEA-E3B2DD07DA4E}" dt="2026-06-09T02:38:32.953" v="16887" actId="14100"/>
          <ac:spMkLst>
            <pc:docMk/>
            <pc:sldMk cId="1898380952" sldId="368"/>
            <ac:spMk id="20" creationId="{51A3A816-51D0-57CB-E68F-559D013D4A0B}"/>
          </ac:spMkLst>
        </pc:spChg>
        <pc:spChg chg="add mod">
          <ac:chgData name="Hironari Yamada" userId="e57621f8-ec3c-449e-bb19-001fffcc008e" providerId="ADAL" clId="{BC0BD879-F267-5CCA-8DEA-E3B2DD07DA4E}" dt="2026-06-09T02:39:54.386" v="16963" actId="1076"/>
          <ac:spMkLst>
            <pc:docMk/>
            <pc:sldMk cId="1898380952" sldId="368"/>
            <ac:spMk id="21" creationId="{2A6804A8-305A-F1B4-2139-6CCEC9256503}"/>
          </ac:spMkLst>
        </pc:spChg>
        <pc:spChg chg="add mod">
          <ac:chgData name="Hironari Yamada" userId="e57621f8-ec3c-449e-bb19-001fffcc008e" providerId="ADAL" clId="{BC0BD879-F267-5CCA-8DEA-E3B2DD07DA4E}" dt="2026-06-09T02:40:57.757" v="17093" actId="14100"/>
          <ac:spMkLst>
            <pc:docMk/>
            <pc:sldMk cId="1898380952" sldId="368"/>
            <ac:spMk id="22" creationId="{173F6B6D-CABD-509C-97F8-27F579A62C49}"/>
          </ac:spMkLst>
        </pc:spChg>
        <pc:spChg chg="add mod">
          <ac:chgData name="Hironari Yamada" userId="e57621f8-ec3c-449e-bb19-001fffcc008e" providerId="ADAL" clId="{BC0BD879-F267-5CCA-8DEA-E3B2DD07DA4E}" dt="2026-06-09T02:39:57.969" v="16964" actId="1076"/>
          <ac:spMkLst>
            <pc:docMk/>
            <pc:sldMk cId="1898380952" sldId="368"/>
            <ac:spMk id="23" creationId="{7C5AED50-9A75-52B5-C7FA-AB9C4EA17727}"/>
          </ac:spMkLst>
        </pc:spChg>
        <pc:spChg chg="add mod">
          <ac:chgData name="Hironari Yamada" userId="e57621f8-ec3c-449e-bb19-001fffcc008e" providerId="ADAL" clId="{BC0BD879-F267-5CCA-8DEA-E3B2DD07DA4E}" dt="2026-06-09T02:40:55.274" v="17092" actId="14100"/>
          <ac:spMkLst>
            <pc:docMk/>
            <pc:sldMk cId="1898380952" sldId="368"/>
            <ac:spMk id="24" creationId="{F8313281-F115-D26F-B91B-2F8C2D5C5194}"/>
          </ac:spMkLst>
        </pc:spChg>
        <pc:spChg chg="add mod">
          <ac:chgData name="Hironari Yamada" userId="e57621f8-ec3c-449e-bb19-001fffcc008e" providerId="ADAL" clId="{BC0BD879-F267-5CCA-8DEA-E3B2DD07DA4E}" dt="2026-06-09T02:41:04.822" v="17096" actId="14100"/>
          <ac:spMkLst>
            <pc:docMk/>
            <pc:sldMk cId="1898380952" sldId="368"/>
            <ac:spMk id="25" creationId="{747D6105-B35B-AA46-1599-B968315F9259}"/>
          </ac:spMkLst>
        </pc:spChg>
        <pc:spChg chg="add mod">
          <ac:chgData name="Hironari Yamada" userId="e57621f8-ec3c-449e-bb19-001fffcc008e" providerId="ADAL" clId="{BC0BD879-F267-5CCA-8DEA-E3B2DD07DA4E}" dt="2026-06-09T02:41:16.943" v="17124" actId="14100"/>
          <ac:spMkLst>
            <pc:docMk/>
            <pc:sldMk cId="1898380952" sldId="368"/>
            <ac:spMk id="26" creationId="{4E2C7334-9B31-485C-4D21-C1AF505136A1}"/>
          </ac:spMkLst>
        </pc:spChg>
        <pc:picChg chg="del">
          <ac:chgData name="Hironari Yamada" userId="e57621f8-ec3c-449e-bb19-001fffcc008e" providerId="ADAL" clId="{BC0BD879-F267-5CCA-8DEA-E3B2DD07DA4E}" dt="2026-06-08T13:07:32.343" v="12647" actId="478"/>
          <ac:picMkLst>
            <pc:docMk/>
            <pc:sldMk cId="1898380952" sldId="368"/>
            <ac:picMk id="3" creationId="{6FF93A30-EA3D-C4BF-97B4-42DA00EC78BA}"/>
          </ac:picMkLst>
        </pc:picChg>
        <pc:picChg chg="del">
          <ac:chgData name="Hironari Yamada" userId="e57621f8-ec3c-449e-bb19-001fffcc008e" providerId="ADAL" clId="{BC0BD879-F267-5CCA-8DEA-E3B2DD07DA4E}" dt="2026-06-08T13:07:32.343" v="12647" actId="478"/>
          <ac:picMkLst>
            <pc:docMk/>
            <pc:sldMk cId="1898380952" sldId="368"/>
            <ac:picMk id="7" creationId="{9687F37E-28E0-703A-1478-C2C1006E6D1A}"/>
          </ac:picMkLst>
        </pc:picChg>
        <pc:picChg chg="add mod">
          <ac:chgData name="Hironari Yamada" userId="e57621f8-ec3c-449e-bb19-001fffcc008e" providerId="ADAL" clId="{BC0BD879-F267-5CCA-8DEA-E3B2DD07DA4E}" dt="2026-06-08T13:09:39.519" v="12653" actId="1076"/>
          <ac:picMkLst>
            <pc:docMk/>
            <pc:sldMk cId="1898380952" sldId="368"/>
            <ac:picMk id="10" creationId="{CADC2DB9-EAF7-B663-12C3-B319646C4F6F}"/>
          </ac:picMkLst>
        </pc:picChg>
        <pc:picChg chg="add mod">
          <ac:chgData name="Hironari Yamada" userId="e57621f8-ec3c-449e-bb19-001fffcc008e" providerId="ADAL" clId="{BC0BD879-F267-5CCA-8DEA-E3B2DD07DA4E}" dt="2026-06-08T13:10:26.713" v="12657" actId="14100"/>
          <ac:picMkLst>
            <pc:docMk/>
            <pc:sldMk cId="1898380952" sldId="368"/>
            <ac:picMk id="11" creationId="{ADB30B0C-3AC9-0A53-0BB9-0C67A0F9DAB1}"/>
          </ac:picMkLst>
        </pc:picChg>
      </pc:sldChg>
      <pc:sldChg chg="addSp delSp modSp add del mod">
        <pc:chgData name="Hironari Yamada" userId="e57621f8-ec3c-449e-bb19-001fffcc008e" providerId="ADAL" clId="{BC0BD879-F267-5CCA-8DEA-E3B2DD07DA4E}" dt="2026-06-09T14:36:28.705" v="25967" actId="2696"/>
        <pc:sldMkLst>
          <pc:docMk/>
          <pc:sldMk cId="3759437501" sldId="369"/>
        </pc:sldMkLst>
        <pc:spChg chg="mod">
          <ac:chgData name="Hironari Yamada" userId="e57621f8-ec3c-449e-bb19-001fffcc008e" providerId="ADAL" clId="{BC0BD879-F267-5CCA-8DEA-E3B2DD07DA4E}" dt="2026-06-09T06:45:15.611" v="20209"/>
          <ac:spMkLst>
            <pc:docMk/>
            <pc:sldMk cId="3759437501" sldId="369"/>
            <ac:spMk id="2" creationId="{1E4FF78D-8FBA-3B78-EB59-A8C09C4ABF66}"/>
          </ac:spMkLst>
        </pc:spChg>
        <pc:spChg chg="mod">
          <ac:chgData name="Hironari Yamada" userId="e57621f8-ec3c-449e-bb19-001fffcc008e" providerId="ADAL" clId="{BC0BD879-F267-5CCA-8DEA-E3B2DD07DA4E}" dt="2026-06-08T13:12:06.164" v="12659"/>
          <ac:spMkLst>
            <pc:docMk/>
            <pc:sldMk cId="3759437501" sldId="369"/>
            <ac:spMk id="5" creationId="{269BAFF1-AA96-AA0A-9094-78F2229F07C5}"/>
          </ac:spMkLst>
        </pc:spChg>
        <pc:spChg chg="add mod">
          <ac:chgData name="Hironari Yamada" userId="e57621f8-ec3c-449e-bb19-001fffcc008e" providerId="ADAL" clId="{BC0BD879-F267-5CCA-8DEA-E3B2DD07DA4E}" dt="2026-06-09T02:41:45.755" v="17127" actId="14100"/>
          <ac:spMkLst>
            <pc:docMk/>
            <pc:sldMk cId="3759437501" sldId="369"/>
            <ac:spMk id="7" creationId="{BFBB6C24-66D4-C749-6A13-10872C4DE208}"/>
          </ac:spMkLst>
        </pc:spChg>
        <pc:spChg chg="add mod">
          <ac:chgData name="Hironari Yamada" userId="e57621f8-ec3c-449e-bb19-001fffcc008e" providerId="ADAL" clId="{BC0BD879-F267-5CCA-8DEA-E3B2DD07DA4E}" dt="2026-06-09T02:45:23.218" v="17692" actId="14100"/>
          <ac:spMkLst>
            <pc:docMk/>
            <pc:sldMk cId="3759437501" sldId="369"/>
            <ac:spMk id="10" creationId="{3507FA25-EC22-8BEE-72C2-B80B96547B46}"/>
          </ac:spMkLst>
        </pc:spChg>
        <pc:spChg chg="add mod">
          <ac:chgData name="Hironari Yamada" userId="e57621f8-ec3c-449e-bb19-001fffcc008e" providerId="ADAL" clId="{BC0BD879-F267-5CCA-8DEA-E3B2DD07DA4E}" dt="2026-06-09T02:43:56.267" v="17481" actId="14100"/>
          <ac:spMkLst>
            <pc:docMk/>
            <pc:sldMk cId="3759437501" sldId="369"/>
            <ac:spMk id="11" creationId="{FFAF3D9F-E984-1269-84E7-3AC76842F7EE}"/>
          </ac:spMkLst>
        </pc:spChg>
        <pc:spChg chg="add mod">
          <ac:chgData name="Hironari Yamada" userId="e57621f8-ec3c-449e-bb19-001fffcc008e" providerId="ADAL" clId="{BC0BD879-F267-5CCA-8DEA-E3B2DD07DA4E}" dt="2026-06-09T02:44:27.556" v="17603" actId="14100"/>
          <ac:spMkLst>
            <pc:docMk/>
            <pc:sldMk cId="3759437501" sldId="369"/>
            <ac:spMk id="12" creationId="{45AAEBA5-7E0A-C61C-2050-1F71471F23D4}"/>
          </ac:spMkLst>
        </pc:spChg>
        <pc:spChg chg="add mod">
          <ac:chgData name="Hironari Yamada" userId="e57621f8-ec3c-449e-bb19-001fffcc008e" providerId="ADAL" clId="{BC0BD879-F267-5CCA-8DEA-E3B2DD07DA4E}" dt="2026-06-09T02:45:55.226" v="17705" actId="14100"/>
          <ac:spMkLst>
            <pc:docMk/>
            <pc:sldMk cId="3759437501" sldId="369"/>
            <ac:spMk id="13" creationId="{A60104EE-BE96-B442-A850-71D6D362C915}"/>
          </ac:spMkLst>
        </pc:spChg>
        <pc:spChg chg="add mod">
          <ac:chgData name="Hironari Yamada" userId="e57621f8-ec3c-449e-bb19-001fffcc008e" providerId="ADAL" clId="{BC0BD879-F267-5CCA-8DEA-E3B2DD07DA4E}" dt="2026-06-09T02:46:06.853" v="17731" actId="14100"/>
          <ac:spMkLst>
            <pc:docMk/>
            <pc:sldMk cId="3759437501" sldId="369"/>
            <ac:spMk id="14" creationId="{056C5C14-D280-5C30-CE9F-217357A60CB8}"/>
          </ac:spMkLst>
        </pc:spChg>
        <pc:picChg chg="add mod">
          <ac:chgData name="Hironari Yamada" userId="e57621f8-ec3c-449e-bb19-001fffcc008e" providerId="ADAL" clId="{BC0BD879-F267-5CCA-8DEA-E3B2DD07DA4E}" dt="2026-06-08T13:34:35.163" v="12665" actId="1076"/>
          <ac:picMkLst>
            <pc:docMk/>
            <pc:sldMk cId="3759437501" sldId="369"/>
            <ac:picMk id="3" creationId="{C70C7BF0-E2A2-D8BE-85DF-F536755C33EF}"/>
          </ac:picMkLst>
        </pc:picChg>
        <pc:picChg chg="add mod">
          <ac:chgData name="Hironari Yamada" userId="e57621f8-ec3c-449e-bb19-001fffcc008e" providerId="ADAL" clId="{BC0BD879-F267-5CCA-8DEA-E3B2DD07DA4E}" dt="2026-06-08T13:36:29.072" v="12668" actId="1076"/>
          <ac:picMkLst>
            <pc:docMk/>
            <pc:sldMk cId="3759437501" sldId="369"/>
            <ac:picMk id="6" creationId="{507E3E44-7E5C-95F5-F09F-ED22426B0C38}"/>
          </ac:picMkLst>
        </pc:picChg>
        <pc:picChg chg="del">
          <ac:chgData name="Hironari Yamada" userId="e57621f8-ec3c-449e-bb19-001fffcc008e" providerId="ADAL" clId="{BC0BD879-F267-5CCA-8DEA-E3B2DD07DA4E}" dt="2026-06-08T13:12:09.505" v="12660" actId="478"/>
          <ac:picMkLst>
            <pc:docMk/>
            <pc:sldMk cId="3759437501" sldId="369"/>
            <ac:picMk id="10" creationId="{4531E1B5-1398-26FE-E789-18AE494E845E}"/>
          </ac:picMkLst>
        </pc:picChg>
        <pc:picChg chg="del">
          <ac:chgData name="Hironari Yamada" userId="e57621f8-ec3c-449e-bb19-001fffcc008e" providerId="ADAL" clId="{BC0BD879-F267-5CCA-8DEA-E3B2DD07DA4E}" dt="2026-06-08T13:12:09.505" v="12660" actId="478"/>
          <ac:picMkLst>
            <pc:docMk/>
            <pc:sldMk cId="3759437501" sldId="369"/>
            <ac:picMk id="11" creationId="{35652F70-39AB-DD8C-7ECA-3B23EC2EB378}"/>
          </ac:picMkLst>
        </pc:picChg>
      </pc:sldChg>
      <pc:sldChg chg="addSp delSp modSp add del mod">
        <pc:chgData name="Hironari Yamada" userId="e57621f8-ec3c-449e-bb19-001fffcc008e" providerId="ADAL" clId="{BC0BD879-F267-5CCA-8DEA-E3B2DD07DA4E}" dt="2026-06-09T14:36:28.718" v="25979" actId="2696"/>
        <pc:sldMkLst>
          <pc:docMk/>
          <pc:sldMk cId="3454499660" sldId="370"/>
        </pc:sldMkLst>
        <pc:spChg chg="mod">
          <ac:chgData name="Hironari Yamada" userId="e57621f8-ec3c-449e-bb19-001fffcc008e" providerId="ADAL" clId="{BC0BD879-F267-5CCA-8DEA-E3B2DD07DA4E}" dt="2026-06-09T06:45:15.611" v="20209"/>
          <ac:spMkLst>
            <pc:docMk/>
            <pc:sldMk cId="3454499660" sldId="370"/>
            <ac:spMk id="2" creationId="{6B90B83C-9F06-0087-0EAA-82DA1DAD352D}"/>
          </ac:spMkLst>
        </pc:spChg>
        <pc:spChg chg="add mod">
          <ac:chgData name="Hironari Yamada" userId="e57621f8-ec3c-449e-bb19-001fffcc008e" providerId="ADAL" clId="{BC0BD879-F267-5CCA-8DEA-E3B2DD07DA4E}" dt="2026-06-09T02:48:44.188" v="17733" actId="1076"/>
          <ac:spMkLst>
            <pc:docMk/>
            <pc:sldMk cId="3454499660" sldId="370"/>
            <ac:spMk id="3" creationId="{FBF10213-5721-25CD-C11D-4839B070C140}"/>
          </ac:spMkLst>
        </pc:spChg>
        <pc:spChg chg="mod">
          <ac:chgData name="Hironari Yamada" userId="e57621f8-ec3c-449e-bb19-001fffcc008e" providerId="ADAL" clId="{BC0BD879-F267-5CCA-8DEA-E3B2DD07DA4E}" dt="2026-06-08T13:38:50.102" v="12775" actId="20577"/>
          <ac:spMkLst>
            <pc:docMk/>
            <pc:sldMk cId="3454499660" sldId="370"/>
            <ac:spMk id="5" creationId="{4E36574B-62A8-9FE8-53AE-DA090C02A4A0}"/>
          </ac:spMkLst>
        </pc:spChg>
        <pc:spChg chg="add mod">
          <ac:chgData name="Hironari Yamada" userId="e57621f8-ec3c-449e-bb19-001fffcc008e" providerId="ADAL" clId="{BC0BD879-F267-5CCA-8DEA-E3B2DD07DA4E}" dt="2026-06-09T02:49:15.037" v="17788" actId="20577"/>
          <ac:spMkLst>
            <pc:docMk/>
            <pc:sldMk cId="3454499660" sldId="370"/>
            <ac:spMk id="7" creationId="{816F9719-B609-04B1-65BC-625A226B4B2F}"/>
          </ac:spMkLst>
        </pc:spChg>
        <pc:spChg chg="add mod">
          <ac:chgData name="Hironari Yamada" userId="e57621f8-ec3c-449e-bb19-001fffcc008e" providerId="ADAL" clId="{BC0BD879-F267-5CCA-8DEA-E3B2DD07DA4E}" dt="2026-06-09T02:48:51.274" v="17737" actId="14100"/>
          <ac:spMkLst>
            <pc:docMk/>
            <pc:sldMk cId="3454499660" sldId="370"/>
            <ac:spMk id="8" creationId="{F2BC41B8-C26F-56ED-F244-0745B7771430}"/>
          </ac:spMkLst>
        </pc:spChg>
        <pc:spChg chg="mod">
          <ac:chgData name="Hironari Yamada" userId="e57621f8-ec3c-449e-bb19-001fffcc008e" providerId="ADAL" clId="{BC0BD879-F267-5CCA-8DEA-E3B2DD07DA4E}" dt="2026-06-08T13:38:31.164" v="12737" actId="20577"/>
          <ac:spMkLst>
            <pc:docMk/>
            <pc:sldMk cId="3454499660" sldId="370"/>
            <ac:spMk id="9" creationId="{85FEA2FB-6F7D-787B-0335-BE402169E815}"/>
          </ac:spMkLst>
        </pc:spChg>
        <pc:spChg chg="add mod">
          <ac:chgData name="Hironari Yamada" userId="e57621f8-ec3c-449e-bb19-001fffcc008e" providerId="ADAL" clId="{BC0BD879-F267-5CCA-8DEA-E3B2DD07DA4E}" dt="2026-06-09T02:49:41.462" v="17808" actId="14100"/>
          <ac:spMkLst>
            <pc:docMk/>
            <pc:sldMk cId="3454499660" sldId="370"/>
            <ac:spMk id="10" creationId="{1DC44540-C658-BEB4-0B2E-D4062B64E542}"/>
          </ac:spMkLst>
        </pc:spChg>
        <pc:spChg chg="add mod">
          <ac:chgData name="Hironari Yamada" userId="e57621f8-ec3c-449e-bb19-001fffcc008e" providerId="ADAL" clId="{BC0BD879-F267-5CCA-8DEA-E3B2DD07DA4E}" dt="2026-06-09T02:48:44.188" v="17733" actId="1076"/>
          <ac:spMkLst>
            <pc:docMk/>
            <pc:sldMk cId="3454499660" sldId="370"/>
            <ac:spMk id="13" creationId="{E4777327-795C-8632-B860-4B23946ADDA2}"/>
          </ac:spMkLst>
        </pc:spChg>
        <pc:spChg chg="add mod">
          <ac:chgData name="Hironari Yamada" userId="e57621f8-ec3c-449e-bb19-001fffcc008e" providerId="ADAL" clId="{BC0BD879-F267-5CCA-8DEA-E3B2DD07DA4E}" dt="2026-06-09T02:48:44.188" v="17733" actId="1076"/>
          <ac:spMkLst>
            <pc:docMk/>
            <pc:sldMk cId="3454499660" sldId="370"/>
            <ac:spMk id="14" creationId="{D5AC2CAB-D3CC-CBBC-7F2A-B218491681F5}"/>
          </ac:spMkLst>
        </pc:spChg>
        <pc:picChg chg="del">
          <ac:chgData name="Hironari Yamada" userId="e57621f8-ec3c-449e-bb19-001fffcc008e" providerId="ADAL" clId="{BC0BD879-F267-5CCA-8DEA-E3B2DD07DA4E}" dt="2026-06-08T13:38:52.460" v="12776" actId="478"/>
          <ac:picMkLst>
            <pc:docMk/>
            <pc:sldMk cId="3454499660" sldId="370"/>
            <ac:picMk id="3" creationId="{36E304DA-611E-4932-0B49-E67B4E41D5CF}"/>
          </ac:picMkLst>
        </pc:picChg>
        <pc:picChg chg="del">
          <ac:chgData name="Hironari Yamada" userId="e57621f8-ec3c-449e-bb19-001fffcc008e" providerId="ADAL" clId="{BC0BD879-F267-5CCA-8DEA-E3B2DD07DA4E}" dt="2026-06-08T13:38:52.460" v="12776" actId="478"/>
          <ac:picMkLst>
            <pc:docMk/>
            <pc:sldMk cId="3454499660" sldId="370"/>
            <ac:picMk id="7" creationId="{29741CD4-EFD8-8DC0-88D4-4D6615949026}"/>
          </ac:picMkLst>
        </pc:picChg>
        <pc:picChg chg="add del mod">
          <ac:chgData name="Hironari Yamada" userId="e57621f8-ec3c-449e-bb19-001fffcc008e" providerId="ADAL" clId="{BC0BD879-F267-5CCA-8DEA-E3B2DD07DA4E}" dt="2026-06-08T13:39:58.035" v="12784" actId="478"/>
          <ac:picMkLst>
            <pc:docMk/>
            <pc:sldMk cId="3454499660" sldId="370"/>
            <ac:picMk id="10" creationId="{264B17C9-40BB-7ABE-8E7E-744564253C2D}"/>
          </ac:picMkLst>
        </pc:picChg>
        <pc:picChg chg="add mod">
          <ac:chgData name="Hironari Yamada" userId="e57621f8-ec3c-449e-bb19-001fffcc008e" providerId="ADAL" clId="{BC0BD879-F267-5CCA-8DEA-E3B2DD07DA4E}" dt="2026-06-09T02:48:47.081" v="17735" actId="1076"/>
          <ac:picMkLst>
            <pc:docMk/>
            <pc:sldMk cId="3454499660" sldId="370"/>
            <ac:picMk id="11" creationId="{2EB5AF17-AFDA-7FFC-1C3B-0B14A3279780}"/>
          </ac:picMkLst>
        </pc:picChg>
        <pc:picChg chg="add mod">
          <ac:chgData name="Hironari Yamada" userId="e57621f8-ec3c-449e-bb19-001fffcc008e" providerId="ADAL" clId="{BC0BD879-F267-5CCA-8DEA-E3B2DD07DA4E}" dt="2026-06-08T13:42:14.806" v="12794" actId="14100"/>
          <ac:picMkLst>
            <pc:docMk/>
            <pc:sldMk cId="3454499660" sldId="370"/>
            <ac:picMk id="12" creationId="{A6279250-7B96-DDE5-E61B-87189FF31B1B}"/>
          </ac:picMkLst>
        </pc:picChg>
      </pc:sldChg>
      <pc:sldChg chg="add del">
        <pc:chgData name="Hironari Yamada" userId="e57621f8-ec3c-449e-bb19-001fffcc008e" providerId="ADAL" clId="{BC0BD879-F267-5CCA-8DEA-E3B2DD07DA4E}" dt="2026-06-08T13:37:45.039" v="12670"/>
        <pc:sldMkLst>
          <pc:docMk/>
          <pc:sldMk cId="3899450758" sldId="370"/>
        </pc:sldMkLst>
      </pc:sldChg>
      <pc:sldChg chg="addSp delSp modSp add del mod">
        <pc:chgData name="Hironari Yamada" userId="e57621f8-ec3c-449e-bb19-001fffcc008e" providerId="ADAL" clId="{BC0BD879-F267-5CCA-8DEA-E3B2DD07DA4E}" dt="2026-06-09T14:36:28.704" v="25966" actId="2696"/>
        <pc:sldMkLst>
          <pc:docMk/>
          <pc:sldMk cId="3223680743" sldId="371"/>
        </pc:sldMkLst>
        <pc:spChg chg="mod">
          <ac:chgData name="Hironari Yamada" userId="e57621f8-ec3c-449e-bb19-001fffcc008e" providerId="ADAL" clId="{BC0BD879-F267-5CCA-8DEA-E3B2DD07DA4E}" dt="2026-06-09T06:45:15.611" v="20209"/>
          <ac:spMkLst>
            <pc:docMk/>
            <pc:sldMk cId="3223680743" sldId="371"/>
            <ac:spMk id="2" creationId="{ED1422AF-1C2E-FF60-1911-32AA284BFC55}"/>
          </ac:spMkLst>
        </pc:spChg>
        <pc:spChg chg="mod">
          <ac:chgData name="Hironari Yamada" userId="e57621f8-ec3c-449e-bb19-001fffcc008e" providerId="ADAL" clId="{BC0BD879-F267-5CCA-8DEA-E3B2DD07DA4E}" dt="2026-06-08T13:50:12.562" v="12822" actId="20577"/>
          <ac:spMkLst>
            <pc:docMk/>
            <pc:sldMk cId="3223680743" sldId="371"/>
            <ac:spMk id="5" creationId="{72B4B8CE-0DE3-727E-AE46-33C60A228FA5}"/>
          </ac:spMkLst>
        </pc:spChg>
        <pc:spChg chg="add mod">
          <ac:chgData name="Hironari Yamada" userId="e57621f8-ec3c-449e-bb19-001fffcc008e" providerId="ADAL" clId="{BC0BD879-F267-5CCA-8DEA-E3B2DD07DA4E}" dt="2026-06-09T02:50:10.921" v="17811" actId="14100"/>
          <ac:spMkLst>
            <pc:docMk/>
            <pc:sldMk cId="3223680743" sldId="371"/>
            <ac:spMk id="7" creationId="{EC5BE427-51EE-576E-60A2-F2272C6F11AF}"/>
          </ac:spMkLst>
        </pc:spChg>
        <pc:spChg chg="add mod">
          <ac:chgData name="Hironari Yamada" userId="e57621f8-ec3c-449e-bb19-001fffcc008e" providerId="ADAL" clId="{BC0BD879-F267-5CCA-8DEA-E3B2DD07DA4E}" dt="2026-06-09T02:50:04.219" v="17810" actId="1076"/>
          <ac:spMkLst>
            <pc:docMk/>
            <pc:sldMk cId="3223680743" sldId="371"/>
            <ac:spMk id="8" creationId="{668BA19D-12FB-939B-05D8-A0ABB0F6D062}"/>
          </ac:spMkLst>
        </pc:spChg>
        <pc:spChg chg="add mod">
          <ac:chgData name="Hironari Yamada" userId="e57621f8-ec3c-449e-bb19-001fffcc008e" providerId="ADAL" clId="{BC0BD879-F267-5CCA-8DEA-E3B2DD07DA4E}" dt="2026-06-09T02:50:10.921" v="17811" actId="14100"/>
          <ac:spMkLst>
            <pc:docMk/>
            <pc:sldMk cId="3223680743" sldId="371"/>
            <ac:spMk id="11" creationId="{1FF1C890-D8F3-A436-09E3-195DCAF1DC45}"/>
          </ac:spMkLst>
        </pc:spChg>
        <pc:spChg chg="add mod">
          <ac:chgData name="Hironari Yamada" userId="e57621f8-ec3c-449e-bb19-001fffcc008e" providerId="ADAL" clId="{BC0BD879-F267-5CCA-8DEA-E3B2DD07DA4E}" dt="2026-06-09T02:50:13.276" v="17812" actId="1076"/>
          <ac:spMkLst>
            <pc:docMk/>
            <pc:sldMk cId="3223680743" sldId="371"/>
            <ac:spMk id="12" creationId="{18EE1223-4D37-2C61-9576-6B2A073DB830}"/>
          </ac:spMkLst>
        </pc:spChg>
        <pc:spChg chg="add mod">
          <ac:chgData name="Hironari Yamada" userId="e57621f8-ec3c-449e-bb19-001fffcc008e" providerId="ADAL" clId="{BC0BD879-F267-5CCA-8DEA-E3B2DD07DA4E}" dt="2026-06-09T02:50:32.432" v="17818" actId="14100"/>
          <ac:spMkLst>
            <pc:docMk/>
            <pc:sldMk cId="3223680743" sldId="371"/>
            <ac:spMk id="13" creationId="{25B079E4-DB5D-4086-8564-41AF80651FB9}"/>
          </ac:spMkLst>
        </pc:spChg>
        <pc:spChg chg="add mod">
          <ac:chgData name="Hironari Yamada" userId="e57621f8-ec3c-449e-bb19-001fffcc008e" providerId="ADAL" clId="{BC0BD879-F267-5CCA-8DEA-E3B2DD07DA4E}" dt="2026-06-09T02:50:23.400" v="17815" actId="14100"/>
          <ac:spMkLst>
            <pc:docMk/>
            <pc:sldMk cId="3223680743" sldId="371"/>
            <ac:spMk id="14" creationId="{8059F01C-0330-8D4D-78B6-A60101795E9C}"/>
          </ac:spMkLst>
        </pc:spChg>
        <pc:spChg chg="add mod">
          <ac:chgData name="Hironari Yamada" userId="e57621f8-ec3c-449e-bb19-001fffcc008e" providerId="ADAL" clId="{BC0BD879-F267-5CCA-8DEA-E3B2DD07DA4E}" dt="2026-06-09T02:50:39.287" v="17820" actId="1076"/>
          <ac:spMkLst>
            <pc:docMk/>
            <pc:sldMk cId="3223680743" sldId="371"/>
            <ac:spMk id="15" creationId="{BE4A6648-F72F-8E32-10CA-DA3363560F1C}"/>
          </ac:spMkLst>
        </pc:spChg>
        <pc:spChg chg="add mod">
          <ac:chgData name="Hironari Yamada" userId="e57621f8-ec3c-449e-bb19-001fffcc008e" providerId="ADAL" clId="{BC0BD879-F267-5CCA-8DEA-E3B2DD07DA4E}" dt="2026-06-09T02:51:08.325" v="17850" actId="14100"/>
          <ac:spMkLst>
            <pc:docMk/>
            <pc:sldMk cId="3223680743" sldId="371"/>
            <ac:spMk id="16" creationId="{E38F2196-3013-9AD7-8CDA-69AB24DEF467}"/>
          </ac:spMkLst>
        </pc:spChg>
        <pc:spChg chg="add mod">
          <ac:chgData name="Hironari Yamada" userId="e57621f8-ec3c-449e-bb19-001fffcc008e" providerId="ADAL" clId="{BC0BD879-F267-5CCA-8DEA-E3B2DD07DA4E}" dt="2026-06-09T02:51:19.770" v="17853" actId="14100"/>
          <ac:spMkLst>
            <pc:docMk/>
            <pc:sldMk cId="3223680743" sldId="371"/>
            <ac:spMk id="17" creationId="{CD2C1499-1FCF-EBF2-81D2-F21AA3566D4E}"/>
          </ac:spMkLst>
        </pc:spChg>
        <pc:spChg chg="add mod">
          <ac:chgData name="Hironari Yamada" userId="e57621f8-ec3c-449e-bb19-001fffcc008e" providerId="ADAL" clId="{BC0BD879-F267-5CCA-8DEA-E3B2DD07DA4E}" dt="2026-06-09T02:51:32.045" v="17888" actId="20577"/>
          <ac:spMkLst>
            <pc:docMk/>
            <pc:sldMk cId="3223680743" sldId="371"/>
            <ac:spMk id="18" creationId="{21558AE1-9A6D-3054-3293-9E3C2832CF07}"/>
          </ac:spMkLst>
        </pc:spChg>
        <pc:spChg chg="add mod">
          <ac:chgData name="Hironari Yamada" userId="e57621f8-ec3c-449e-bb19-001fffcc008e" providerId="ADAL" clId="{BC0BD879-F267-5CCA-8DEA-E3B2DD07DA4E}" dt="2026-06-09T02:57:20.776" v="17909" actId="14100"/>
          <ac:spMkLst>
            <pc:docMk/>
            <pc:sldMk cId="3223680743" sldId="371"/>
            <ac:spMk id="19" creationId="{FCDD57EF-A8C3-5E0F-D8AE-51D817994E93}"/>
          </ac:spMkLst>
        </pc:spChg>
        <pc:spChg chg="add mod">
          <ac:chgData name="Hironari Yamada" userId="e57621f8-ec3c-449e-bb19-001fffcc008e" providerId="ADAL" clId="{BC0BD879-F267-5CCA-8DEA-E3B2DD07DA4E}" dt="2026-06-09T03:00:05.378" v="17935" actId="14100"/>
          <ac:spMkLst>
            <pc:docMk/>
            <pc:sldMk cId="3223680743" sldId="371"/>
            <ac:spMk id="20" creationId="{A5B836F1-4E9B-48E3-5241-FB2260E7657A}"/>
          </ac:spMkLst>
        </pc:spChg>
        <pc:picChg chg="add mod">
          <ac:chgData name="Hironari Yamada" userId="e57621f8-ec3c-449e-bb19-001fffcc008e" providerId="ADAL" clId="{BC0BD879-F267-5CCA-8DEA-E3B2DD07DA4E}" dt="2026-06-08T13:45:59.563" v="12808" actId="1076"/>
          <ac:picMkLst>
            <pc:docMk/>
            <pc:sldMk cId="3223680743" sldId="371"/>
            <ac:picMk id="3" creationId="{90EB4503-B18D-79B7-CCDF-E81FB4D0189C}"/>
          </ac:picMkLst>
        </pc:picChg>
        <pc:picChg chg="add del mod">
          <ac:chgData name="Hironari Yamada" userId="e57621f8-ec3c-449e-bb19-001fffcc008e" providerId="ADAL" clId="{BC0BD879-F267-5CCA-8DEA-E3B2DD07DA4E}" dt="2026-06-08T13:46:42.378" v="12814" actId="478"/>
          <ac:picMkLst>
            <pc:docMk/>
            <pc:sldMk cId="3223680743" sldId="371"/>
            <ac:picMk id="8" creationId="{96A9A10E-8D9A-5084-C7CB-0D2BFF48EC12}"/>
          </ac:picMkLst>
        </pc:picChg>
        <pc:picChg chg="add mod">
          <ac:chgData name="Hironari Yamada" userId="e57621f8-ec3c-449e-bb19-001fffcc008e" providerId="ADAL" clId="{BC0BD879-F267-5CCA-8DEA-E3B2DD07DA4E}" dt="2026-06-08T13:47:53.998" v="12819" actId="1076"/>
          <ac:picMkLst>
            <pc:docMk/>
            <pc:sldMk cId="3223680743" sldId="371"/>
            <ac:picMk id="10" creationId="{749616D7-3274-75AB-5761-08278F97C080}"/>
          </ac:picMkLst>
        </pc:picChg>
        <pc:picChg chg="del">
          <ac:chgData name="Hironari Yamada" userId="e57621f8-ec3c-449e-bb19-001fffcc008e" providerId="ADAL" clId="{BC0BD879-F267-5CCA-8DEA-E3B2DD07DA4E}" dt="2026-06-08T13:42:51.291" v="12796" actId="478"/>
          <ac:picMkLst>
            <pc:docMk/>
            <pc:sldMk cId="3223680743" sldId="371"/>
            <ac:picMk id="11" creationId="{E5BB8FBB-BA51-034A-25E5-A4D9B4F5FE9F}"/>
          </ac:picMkLst>
        </pc:picChg>
        <pc:picChg chg="del">
          <ac:chgData name="Hironari Yamada" userId="e57621f8-ec3c-449e-bb19-001fffcc008e" providerId="ADAL" clId="{BC0BD879-F267-5CCA-8DEA-E3B2DD07DA4E}" dt="2026-06-08T13:42:51.291" v="12796" actId="478"/>
          <ac:picMkLst>
            <pc:docMk/>
            <pc:sldMk cId="3223680743" sldId="371"/>
            <ac:picMk id="12" creationId="{F0839A8B-D915-DDD9-520A-5EA4CF4FF021}"/>
          </ac:picMkLst>
        </pc:picChg>
      </pc:sldChg>
      <pc:sldChg chg="addSp delSp modSp add del mod">
        <pc:chgData name="Hironari Yamada" userId="e57621f8-ec3c-449e-bb19-001fffcc008e" providerId="ADAL" clId="{BC0BD879-F267-5CCA-8DEA-E3B2DD07DA4E}" dt="2026-06-09T14:36:28.702" v="25964" actId="2696"/>
        <pc:sldMkLst>
          <pc:docMk/>
          <pc:sldMk cId="1787057414" sldId="372"/>
        </pc:sldMkLst>
        <pc:spChg chg="mod">
          <ac:chgData name="Hironari Yamada" userId="e57621f8-ec3c-449e-bb19-001fffcc008e" providerId="ADAL" clId="{BC0BD879-F267-5CCA-8DEA-E3B2DD07DA4E}" dt="2026-06-09T06:45:15.611" v="20209"/>
          <ac:spMkLst>
            <pc:docMk/>
            <pc:sldMk cId="1787057414" sldId="372"/>
            <ac:spMk id="2" creationId="{CC7F7799-ECDB-95EF-6E50-363EA81C8AED}"/>
          </ac:spMkLst>
        </pc:spChg>
        <pc:spChg chg="add mod">
          <ac:chgData name="Hironari Yamada" userId="e57621f8-ec3c-449e-bb19-001fffcc008e" providerId="ADAL" clId="{BC0BD879-F267-5CCA-8DEA-E3B2DD07DA4E}" dt="2026-06-09T04:07:26.152" v="18680" actId="1076"/>
          <ac:spMkLst>
            <pc:docMk/>
            <pc:sldMk cId="1787057414" sldId="372"/>
            <ac:spMk id="3" creationId="{906DF170-D627-6029-46B9-97CA644C9B6A}"/>
          </ac:spMkLst>
        </pc:spChg>
        <pc:spChg chg="add mod">
          <ac:chgData name="Hironari Yamada" userId="e57621f8-ec3c-449e-bb19-001fffcc008e" providerId="ADAL" clId="{BC0BD879-F267-5CCA-8DEA-E3B2DD07DA4E}" dt="2026-06-09T04:07:18.403" v="18677" actId="14100"/>
          <ac:spMkLst>
            <pc:docMk/>
            <pc:sldMk cId="1787057414" sldId="372"/>
            <ac:spMk id="7" creationId="{6D9D633E-4D6A-03BB-D4E2-406C1D1F1237}"/>
          </ac:spMkLst>
        </pc:spChg>
        <pc:spChg chg="add mod">
          <ac:chgData name="Hironari Yamada" userId="e57621f8-ec3c-449e-bb19-001fffcc008e" providerId="ADAL" clId="{BC0BD879-F267-5CCA-8DEA-E3B2DD07DA4E}" dt="2026-06-09T04:07:36.509" v="18682" actId="14100"/>
          <ac:spMkLst>
            <pc:docMk/>
            <pc:sldMk cId="1787057414" sldId="372"/>
            <ac:spMk id="11" creationId="{7AE42AD9-9879-6846-E40C-E076728A4678}"/>
          </ac:spMkLst>
        </pc:spChg>
        <pc:spChg chg="add mod">
          <ac:chgData name="Hironari Yamada" userId="e57621f8-ec3c-449e-bb19-001fffcc008e" providerId="ADAL" clId="{BC0BD879-F267-5CCA-8DEA-E3B2DD07DA4E}" dt="2026-06-09T04:08:19.559" v="18762" actId="20577"/>
          <ac:spMkLst>
            <pc:docMk/>
            <pc:sldMk cId="1787057414" sldId="372"/>
            <ac:spMk id="12" creationId="{0E1A2D6A-ABD2-C6CE-0190-187D48456916}"/>
          </ac:spMkLst>
        </pc:spChg>
        <pc:spChg chg="add mod">
          <ac:chgData name="Hironari Yamada" userId="e57621f8-ec3c-449e-bb19-001fffcc008e" providerId="ADAL" clId="{BC0BD879-F267-5CCA-8DEA-E3B2DD07DA4E}" dt="2026-06-09T04:07:58.004" v="18725" actId="14100"/>
          <ac:spMkLst>
            <pc:docMk/>
            <pc:sldMk cId="1787057414" sldId="372"/>
            <ac:spMk id="13" creationId="{2A40D38F-D820-9C55-2364-C7582867FD05}"/>
          </ac:spMkLst>
        </pc:spChg>
        <pc:spChg chg="add mod">
          <ac:chgData name="Hironari Yamada" userId="e57621f8-ec3c-449e-bb19-001fffcc008e" providerId="ADAL" clId="{BC0BD879-F267-5CCA-8DEA-E3B2DD07DA4E}" dt="2026-06-09T04:08:27.810" v="18765" actId="14100"/>
          <ac:spMkLst>
            <pc:docMk/>
            <pc:sldMk cId="1787057414" sldId="372"/>
            <ac:spMk id="14" creationId="{6525459F-F9D2-8D0C-3DFE-45694B7BC55F}"/>
          </ac:spMkLst>
        </pc:spChg>
        <pc:spChg chg="add mod">
          <ac:chgData name="Hironari Yamada" userId="e57621f8-ec3c-449e-bb19-001fffcc008e" providerId="ADAL" clId="{BC0BD879-F267-5CCA-8DEA-E3B2DD07DA4E}" dt="2026-06-09T04:09:31.947" v="18840" actId="20577"/>
          <ac:spMkLst>
            <pc:docMk/>
            <pc:sldMk cId="1787057414" sldId="372"/>
            <ac:spMk id="15" creationId="{8418A058-31E9-7711-0D83-AE015BD608AA}"/>
          </ac:spMkLst>
        </pc:spChg>
        <pc:spChg chg="add mod">
          <ac:chgData name="Hironari Yamada" userId="e57621f8-ec3c-449e-bb19-001fffcc008e" providerId="ADAL" clId="{BC0BD879-F267-5CCA-8DEA-E3B2DD07DA4E}" dt="2026-06-09T04:09:41.499" v="18842" actId="1076"/>
          <ac:spMkLst>
            <pc:docMk/>
            <pc:sldMk cId="1787057414" sldId="372"/>
            <ac:spMk id="16" creationId="{55230197-40A4-A067-C985-226DA4C9418F}"/>
          </ac:spMkLst>
        </pc:spChg>
        <pc:spChg chg="add mod">
          <ac:chgData name="Hironari Yamada" userId="e57621f8-ec3c-449e-bb19-001fffcc008e" providerId="ADAL" clId="{BC0BD879-F267-5CCA-8DEA-E3B2DD07DA4E}" dt="2026-06-09T04:09:54.219" v="18866" actId="14100"/>
          <ac:spMkLst>
            <pc:docMk/>
            <pc:sldMk cId="1787057414" sldId="372"/>
            <ac:spMk id="17" creationId="{4D081F0B-D1F1-64A8-BFBA-712C62338815}"/>
          </ac:spMkLst>
        </pc:spChg>
        <pc:spChg chg="add mod">
          <ac:chgData name="Hironari Yamada" userId="e57621f8-ec3c-449e-bb19-001fffcc008e" providerId="ADAL" clId="{BC0BD879-F267-5CCA-8DEA-E3B2DD07DA4E}" dt="2026-06-09T04:21:55.358" v="20052" actId="20577"/>
          <ac:spMkLst>
            <pc:docMk/>
            <pc:sldMk cId="1787057414" sldId="372"/>
            <ac:spMk id="19" creationId="{29B6B4E9-103C-982D-4326-098EB9E897E7}"/>
          </ac:spMkLst>
        </pc:spChg>
        <pc:spChg chg="add mod">
          <ac:chgData name="Hironari Yamada" userId="e57621f8-ec3c-449e-bb19-001fffcc008e" providerId="ADAL" clId="{BC0BD879-F267-5CCA-8DEA-E3B2DD07DA4E}" dt="2026-06-09T04:12:49.129" v="19106" actId="1036"/>
          <ac:spMkLst>
            <pc:docMk/>
            <pc:sldMk cId="1787057414" sldId="372"/>
            <ac:spMk id="20" creationId="{1E27553E-F2EB-9120-58B8-9358BD61666B}"/>
          </ac:spMkLst>
        </pc:spChg>
        <pc:spChg chg="add del mod">
          <ac:chgData name="Hironari Yamada" userId="e57621f8-ec3c-449e-bb19-001fffcc008e" providerId="ADAL" clId="{BC0BD879-F267-5CCA-8DEA-E3B2DD07DA4E}" dt="2026-06-09T04:21:51.678" v="20040" actId="478"/>
          <ac:spMkLst>
            <pc:docMk/>
            <pc:sldMk cId="1787057414" sldId="372"/>
            <ac:spMk id="21" creationId="{C882AFBC-0C3C-0512-4135-438F5C468E0E}"/>
          </ac:spMkLst>
        </pc:spChg>
        <pc:spChg chg="add mod">
          <ac:chgData name="Hironari Yamada" userId="e57621f8-ec3c-449e-bb19-001fffcc008e" providerId="ADAL" clId="{BC0BD879-F267-5CCA-8DEA-E3B2DD07DA4E}" dt="2026-06-09T04:13:13.647" v="19132" actId="1076"/>
          <ac:spMkLst>
            <pc:docMk/>
            <pc:sldMk cId="1787057414" sldId="372"/>
            <ac:spMk id="22" creationId="{87788595-1F15-F5A0-4019-6A2DD3445625}"/>
          </ac:spMkLst>
        </pc:spChg>
        <pc:picChg chg="del">
          <ac:chgData name="Hironari Yamada" userId="e57621f8-ec3c-449e-bb19-001fffcc008e" providerId="ADAL" clId="{BC0BD879-F267-5CCA-8DEA-E3B2DD07DA4E}" dt="2026-06-08T14:00:11.621" v="12920" actId="478"/>
          <ac:picMkLst>
            <pc:docMk/>
            <pc:sldMk cId="1787057414" sldId="372"/>
            <ac:picMk id="3" creationId="{97BB9C49-AFC8-4509-4A9F-3C36D320D94F}"/>
          </ac:picMkLst>
        </pc:picChg>
        <pc:picChg chg="del">
          <ac:chgData name="Hironari Yamada" userId="e57621f8-ec3c-449e-bb19-001fffcc008e" providerId="ADAL" clId="{BC0BD879-F267-5CCA-8DEA-E3B2DD07DA4E}" dt="2026-06-08T14:00:11.621" v="12920" actId="478"/>
          <ac:picMkLst>
            <pc:docMk/>
            <pc:sldMk cId="1787057414" sldId="372"/>
            <ac:picMk id="7" creationId="{33FB9C43-99A5-67F4-E2B8-064B0C4B13CA}"/>
          </ac:picMkLst>
        </pc:picChg>
        <pc:picChg chg="add mod">
          <ac:chgData name="Hironari Yamada" userId="e57621f8-ec3c-449e-bb19-001fffcc008e" providerId="ADAL" clId="{BC0BD879-F267-5CCA-8DEA-E3B2DD07DA4E}" dt="2026-06-08T14:01:55.681" v="12925" actId="1076"/>
          <ac:picMkLst>
            <pc:docMk/>
            <pc:sldMk cId="1787057414" sldId="372"/>
            <ac:picMk id="8" creationId="{0EF82B92-1F0A-D95D-7069-A29ACBCBC878}"/>
          </ac:picMkLst>
        </pc:picChg>
        <pc:picChg chg="add del mod">
          <ac:chgData name="Hironari Yamada" userId="e57621f8-ec3c-449e-bb19-001fffcc008e" providerId="ADAL" clId="{BC0BD879-F267-5CCA-8DEA-E3B2DD07DA4E}" dt="2026-06-09T04:10:47.610" v="18867" actId="478"/>
          <ac:picMkLst>
            <pc:docMk/>
            <pc:sldMk cId="1787057414" sldId="372"/>
            <ac:picMk id="10" creationId="{F96071F9-9323-7541-9E9F-7AB417866229}"/>
          </ac:picMkLst>
        </pc:picChg>
        <pc:picChg chg="add mod">
          <ac:chgData name="Hironari Yamada" userId="e57621f8-ec3c-449e-bb19-001fffcc008e" providerId="ADAL" clId="{BC0BD879-F267-5CCA-8DEA-E3B2DD07DA4E}" dt="2026-06-09T04:10:58.088" v="18872" actId="1076"/>
          <ac:picMkLst>
            <pc:docMk/>
            <pc:sldMk cId="1787057414" sldId="372"/>
            <ac:picMk id="18" creationId="{4A9F2B61-6903-73D6-0E68-73D3EEEBB638}"/>
          </ac:picMkLst>
        </pc:picChg>
      </pc:sldChg>
      <pc:sldChg chg="addSp delSp modSp add del mod">
        <pc:chgData name="Hironari Yamada" userId="e57621f8-ec3c-449e-bb19-001fffcc008e" providerId="ADAL" clId="{BC0BD879-F267-5CCA-8DEA-E3B2DD07DA4E}" dt="2026-06-09T06:48:04.154" v="20256" actId="2696"/>
        <pc:sldMkLst>
          <pc:docMk/>
          <pc:sldMk cId="2661737948" sldId="373"/>
        </pc:sldMkLst>
        <pc:spChg chg="mod">
          <ac:chgData name="Hironari Yamada" userId="e57621f8-ec3c-449e-bb19-001fffcc008e" providerId="ADAL" clId="{BC0BD879-F267-5CCA-8DEA-E3B2DD07DA4E}" dt="2026-06-09T06:45:15.611" v="20209"/>
          <ac:spMkLst>
            <pc:docMk/>
            <pc:sldMk cId="2661737948" sldId="373"/>
            <ac:spMk id="2" creationId="{6EC65A4C-0665-12DC-9722-A9EC3A47ED36}"/>
          </ac:spMkLst>
        </pc:spChg>
        <pc:spChg chg="add mod">
          <ac:chgData name="Hironari Yamada" userId="e57621f8-ec3c-449e-bb19-001fffcc008e" providerId="ADAL" clId="{BC0BD879-F267-5CCA-8DEA-E3B2DD07DA4E}" dt="2026-06-08T14:20:39.921" v="13402" actId="1076"/>
          <ac:spMkLst>
            <pc:docMk/>
            <pc:sldMk cId="2661737948" sldId="373"/>
            <ac:spMk id="3" creationId="{87163045-C3B8-38CF-27F8-2F1BC144F020}"/>
          </ac:spMkLst>
        </pc:spChg>
        <pc:spChg chg="del">
          <ac:chgData name="Hironari Yamada" userId="e57621f8-ec3c-449e-bb19-001fffcc008e" providerId="ADAL" clId="{BC0BD879-F267-5CCA-8DEA-E3B2DD07DA4E}" dt="2026-06-08T14:20:33.788" v="13400" actId="478"/>
          <ac:spMkLst>
            <pc:docMk/>
            <pc:sldMk cId="2661737948" sldId="373"/>
            <ac:spMk id="5" creationId="{2FDA31BD-7633-C414-5290-D58E50DC38BF}"/>
          </ac:spMkLst>
        </pc:spChg>
        <pc:spChg chg="add mod">
          <ac:chgData name="Hironari Yamada" userId="e57621f8-ec3c-449e-bb19-001fffcc008e" providerId="ADAL" clId="{BC0BD879-F267-5CCA-8DEA-E3B2DD07DA4E}" dt="2026-06-08T14:21:08.471" v="13409" actId="207"/>
          <ac:spMkLst>
            <pc:docMk/>
            <pc:sldMk cId="2661737948" sldId="373"/>
            <ac:spMk id="6" creationId="{630B662B-F0C9-619D-DFC0-A9DD4B6E5514}"/>
          </ac:spMkLst>
        </pc:spChg>
        <pc:spChg chg="add mod">
          <ac:chgData name="Hironari Yamada" userId="e57621f8-ec3c-449e-bb19-001fffcc008e" providerId="ADAL" clId="{BC0BD879-F267-5CCA-8DEA-E3B2DD07DA4E}" dt="2026-06-08T14:20:39.921" v="13402" actId="1076"/>
          <ac:spMkLst>
            <pc:docMk/>
            <pc:sldMk cId="2661737948" sldId="373"/>
            <ac:spMk id="7" creationId="{508E380E-3F8D-7059-E988-96B1F8128532}"/>
          </ac:spMkLst>
        </pc:spChg>
        <pc:spChg chg="del">
          <ac:chgData name="Hironari Yamada" userId="e57621f8-ec3c-449e-bb19-001fffcc008e" providerId="ADAL" clId="{BC0BD879-F267-5CCA-8DEA-E3B2DD07DA4E}" dt="2026-06-08T14:20:26.305" v="13399" actId="478"/>
          <ac:spMkLst>
            <pc:docMk/>
            <pc:sldMk cId="2661737948" sldId="373"/>
            <ac:spMk id="10" creationId="{21F5D552-89CF-61F9-924E-DBAA0CB1EBED}"/>
          </ac:spMkLst>
        </pc:spChg>
        <pc:spChg chg="add mod">
          <ac:chgData name="Hironari Yamada" userId="e57621f8-ec3c-449e-bb19-001fffcc008e" providerId="ADAL" clId="{BC0BD879-F267-5CCA-8DEA-E3B2DD07DA4E}" dt="2026-06-08T14:21:08.471" v="13409" actId="207"/>
          <ac:spMkLst>
            <pc:docMk/>
            <pc:sldMk cId="2661737948" sldId="373"/>
            <ac:spMk id="14" creationId="{2166C046-1508-9311-807D-D09996FFD5C3}"/>
          </ac:spMkLst>
        </pc:spChg>
        <pc:spChg chg="del">
          <ac:chgData name="Hironari Yamada" userId="e57621f8-ec3c-449e-bb19-001fffcc008e" providerId="ADAL" clId="{BC0BD879-F267-5CCA-8DEA-E3B2DD07DA4E}" dt="2026-06-08T14:20:26.305" v="13399" actId="478"/>
          <ac:spMkLst>
            <pc:docMk/>
            <pc:sldMk cId="2661737948" sldId="373"/>
            <ac:spMk id="15" creationId="{F92E2D2B-C707-E89A-2A46-B98780D12326}"/>
          </ac:spMkLst>
        </pc:spChg>
        <pc:spChg chg="del">
          <ac:chgData name="Hironari Yamada" userId="e57621f8-ec3c-449e-bb19-001fffcc008e" providerId="ADAL" clId="{BC0BD879-F267-5CCA-8DEA-E3B2DD07DA4E}" dt="2026-06-08T14:20:26.305" v="13399" actId="478"/>
          <ac:spMkLst>
            <pc:docMk/>
            <pc:sldMk cId="2661737948" sldId="373"/>
            <ac:spMk id="16" creationId="{D3DB3983-8619-C641-8792-3391DCC85BFB}"/>
          </ac:spMkLst>
        </pc:spChg>
        <pc:spChg chg="add mod">
          <ac:chgData name="Hironari Yamada" userId="e57621f8-ec3c-449e-bb19-001fffcc008e" providerId="ADAL" clId="{BC0BD879-F267-5CCA-8DEA-E3B2DD07DA4E}" dt="2026-06-08T14:20:39.921" v="13402" actId="1076"/>
          <ac:spMkLst>
            <pc:docMk/>
            <pc:sldMk cId="2661737948" sldId="373"/>
            <ac:spMk id="18" creationId="{7225A012-5ED0-1F41-8860-D3C1F58B5E36}"/>
          </ac:spMkLst>
        </pc:spChg>
        <pc:spChg chg="add mod">
          <ac:chgData name="Hironari Yamada" userId="e57621f8-ec3c-449e-bb19-001fffcc008e" providerId="ADAL" clId="{BC0BD879-F267-5CCA-8DEA-E3B2DD07DA4E}" dt="2026-06-08T14:21:08.471" v="13409" actId="207"/>
          <ac:spMkLst>
            <pc:docMk/>
            <pc:sldMk cId="2661737948" sldId="373"/>
            <ac:spMk id="19" creationId="{AE218B04-C471-38D4-7B71-6EA9327FF738}"/>
          </ac:spMkLst>
        </pc:spChg>
        <pc:spChg chg="add mod">
          <ac:chgData name="Hironari Yamada" userId="e57621f8-ec3c-449e-bb19-001fffcc008e" providerId="ADAL" clId="{BC0BD879-F267-5CCA-8DEA-E3B2DD07DA4E}" dt="2026-06-08T14:20:39.921" v="13402" actId="1076"/>
          <ac:spMkLst>
            <pc:docMk/>
            <pc:sldMk cId="2661737948" sldId="373"/>
            <ac:spMk id="20" creationId="{38BA2F6B-A8DD-F4A3-581D-47F7952EA571}"/>
          </ac:spMkLst>
        </pc:spChg>
        <pc:spChg chg="add del mod">
          <ac:chgData name="Hironari Yamada" userId="e57621f8-ec3c-449e-bb19-001fffcc008e" providerId="ADAL" clId="{BC0BD879-F267-5CCA-8DEA-E3B2DD07DA4E}" dt="2026-06-08T14:20:49.203" v="13405"/>
          <ac:spMkLst>
            <pc:docMk/>
            <pc:sldMk cId="2661737948" sldId="373"/>
            <ac:spMk id="23" creationId="{C2DB27BB-1D3E-2474-F5AE-FD1986371AC7}"/>
          </ac:spMkLst>
        </pc:spChg>
        <pc:spChg chg="add mod">
          <ac:chgData name="Hironari Yamada" userId="e57621f8-ec3c-449e-bb19-001fffcc008e" providerId="ADAL" clId="{BC0BD879-F267-5CCA-8DEA-E3B2DD07DA4E}" dt="2026-06-08T14:20:55.367" v="13408" actId="14100"/>
          <ac:spMkLst>
            <pc:docMk/>
            <pc:sldMk cId="2661737948" sldId="373"/>
            <ac:spMk id="24" creationId="{99471225-C348-4F5B-E943-ED014E5F7EA5}"/>
          </ac:spMkLst>
        </pc:spChg>
        <pc:graphicFrameChg chg="add mod">
          <ac:chgData name="Hironari Yamada" userId="e57621f8-ec3c-449e-bb19-001fffcc008e" providerId="ADAL" clId="{BC0BD879-F267-5CCA-8DEA-E3B2DD07DA4E}" dt="2026-06-08T14:20:39.921" v="13402" actId="1076"/>
          <ac:graphicFrameMkLst>
            <pc:docMk/>
            <pc:sldMk cId="2661737948" sldId="373"/>
            <ac:graphicFrameMk id="21" creationId="{53C411C4-8880-F544-6628-06E834B3CAA7}"/>
          </ac:graphicFrameMkLst>
        </pc:graphicFrameChg>
        <pc:graphicFrameChg chg="add mod">
          <ac:chgData name="Hironari Yamada" userId="e57621f8-ec3c-449e-bb19-001fffcc008e" providerId="ADAL" clId="{BC0BD879-F267-5CCA-8DEA-E3B2DD07DA4E}" dt="2026-06-08T14:20:39.921" v="13402" actId="1076"/>
          <ac:graphicFrameMkLst>
            <pc:docMk/>
            <pc:sldMk cId="2661737948" sldId="373"/>
            <ac:graphicFrameMk id="22" creationId="{08303503-5414-1BC9-3CBD-785947585FA0}"/>
          </ac:graphicFrameMkLst>
        </pc:graphicFrameChg>
        <pc:picChg chg="add mod">
          <ac:chgData name="Hironari Yamada" userId="e57621f8-ec3c-449e-bb19-001fffcc008e" providerId="ADAL" clId="{BC0BD879-F267-5CCA-8DEA-E3B2DD07DA4E}" dt="2026-06-08T14:20:39.921" v="13402" actId="1076"/>
          <ac:picMkLst>
            <pc:docMk/>
            <pc:sldMk cId="2661737948" sldId="373"/>
            <ac:picMk id="12" creationId="{95943E42-7DB2-9290-057B-9B1DCD252FDF}"/>
          </ac:picMkLst>
        </pc:picChg>
        <pc:picChg chg="del">
          <ac:chgData name="Hironari Yamada" userId="e57621f8-ec3c-449e-bb19-001fffcc008e" providerId="ADAL" clId="{BC0BD879-F267-5CCA-8DEA-E3B2DD07DA4E}" dt="2026-06-08T14:20:26.305" v="13399" actId="478"/>
          <ac:picMkLst>
            <pc:docMk/>
            <pc:sldMk cId="2661737948" sldId="373"/>
            <ac:picMk id="17" creationId="{173E9E30-BDCC-9B15-C84D-0437FBF8C469}"/>
          </ac:picMkLst>
        </pc:picChg>
        <pc:cxnChg chg="del">
          <ac:chgData name="Hironari Yamada" userId="e57621f8-ec3c-449e-bb19-001fffcc008e" providerId="ADAL" clId="{BC0BD879-F267-5CCA-8DEA-E3B2DD07DA4E}" dt="2026-06-08T14:20:26.305" v="13399" actId="478"/>
          <ac:cxnSpMkLst>
            <pc:docMk/>
            <pc:sldMk cId="2661737948" sldId="373"/>
            <ac:cxnSpMk id="11" creationId="{6FE6AFBB-A564-6D40-55B4-66F26480DC73}"/>
          </ac:cxnSpMkLst>
        </pc:cxnChg>
      </pc:sldChg>
      <pc:sldChg chg="addSp delSp modSp add del mod">
        <pc:chgData name="Hironari Yamada" userId="e57621f8-ec3c-449e-bb19-001fffcc008e" providerId="ADAL" clId="{BC0BD879-F267-5CCA-8DEA-E3B2DD07DA4E}" dt="2026-06-09T06:48:04.168" v="20259" actId="2696"/>
        <pc:sldMkLst>
          <pc:docMk/>
          <pc:sldMk cId="4011903863" sldId="374"/>
        </pc:sldMkLst>
        <pc:spChg chg="mod">
          <ac:chgData name="Hironari Yamada" userId="e57621f8-ec3c-449e-bb19-001fffcc008e" providerId="ADAL" clId="{BC0BD879-F267-5CCA-8DEA-E3B2DD07DA4E}" dt="2026-06-09T06:45:15.611" v="20209"/>
          <ac:spMkLst>
            <pc:docMk/>
            <pc:sldMk cId="4011903863" sldId="374"/>
            <ac:spMk id="2" creationId="{27CB8761-CB49-0D64-F116-EB9E76389DF9}"/>
          </ac:spMkLst>
        </pc:spChg>
        <pc:spChg chg="del">
          <ac:chgData name="Hironari Yamada" userId="e57621f8-ec3c-449e-bb19-001fffcc008e" providerId="ADAL" clId="{BC0BD879-F267-5CCA-8DEA-E3B2DD07DA4E}" dt="2026-06-08T14:21:25.812" v="13411" actId="478"/>
          <ac:spMkLst>
            <pc:docMk/>
            <pc:sldMk cId="4011903863" sldId="374"/>
            <ac:spMk id="3" creationId="{B09E6549-B79B-1CE7-B8CE-7703166FABB5}"/>
          </ac:spMkLst>
        </pc:spChg>
        <pc:spChg chg="add del">
          <ac:chgData name="Hironari Yamada" userId="e57621f8-ec3c-449e-bb19-001fffcc008e" providerId="ADAL" clId="{BC0BD879-F267-5CCA-8DEA-E3B2DD07DA4E}" dt="2026-06-08T14:21:36.571" v="13414" actId="478"/>
          <ac:spMkLst>
            <pc:docMk/>
            <pc:sldMk cId="4011903863" sldId="374"/>
            <ac:spMk id="5" creationId="{F32DCB07-BEF8-1D48-B22B-8F35C44BB162}"/>
          </ac:spMkLst>
        </pc:spChg>
        <pc:spChg chg="del">
          <ac:chgData name="Hironari Yamada" userId="e57621f8-ec3c-449e-bb19-001fffcc008e" providerId="ADAL" clId="{BC0BD879-F267-5CCA-8DEA-E3B2DD07DA4E}" dt="2026-06-08T14:21:25.812" v="13411" actId="478"/>
          <ac:spMkLst>
            <pc:docMk/>
            <pc:sldMk cId="4011903863" sldId="374"/>
            <ac:spMk id="6" creationId="{5FB722C9-AAA6-5320-571B-1748A36B8010}"/>
          </ac:spMkLst>
        </pc:spChg>
        <pc:spChg chg="del">
          <ac:chgData name="Hironari Yamada" userId="e57621f8-ec3c-449e-bb19-001fffcc008e" providerId="ADAL" clId="{BC0BD879-F267-5CCA-8DEA-E3B2DD07DA4E}" dt="2026-06-08T14:21:25.812" v="13411" actId="478"/>
          <ac:spMkLst>
            <pc:docMk/>
            <pc:sldMk cId="4011903863" sldId="374"/>
            <ac:spMk id="7" creationId="{B7B57DE6-E2CA-C3CD-F023-E2A2141CA5E2}"/>
          </ac:spMkLst>
        </pc:spChg>
        <pc:spChg chg="del">
          <ac:chgData name="Hironari Yamada" userId="e57621f8-ec3c-449e-bb19-001fffcc008e" providerId="ADAL" clId="{BC0BD879-F267-5CCA-8DEA-E3B2DD07DA4E}" dt="2026-06-08T14:21:25.812" v="13411" actId="478"/>
          <ac:spMkLst>
            <pc:docMk/>
            <pc:sldMk cId="4011903863" sldId="374"/>
            <ac:spMk id="14" creationId="{0BABADDB-2771-049A-787C-05360F4A7F0E}"/>
          </ac:spMkLst>
        </pc:spChg>
        <pc:spChg chg="mod">
          <ac:chgData name="Hironari Yamada" userId="e57621f8-ec3c-449e-bb19-001fffcc008e" providerId="ADAL" clId="{BC0BD879-F267-5CCA-8DEA-E3B2DD07DA4E}" dt="2026-06-08T14:21:30.258" v="13412"/>
          <ac:spMkLst>
            <pc:docMk/>
            <pc:sldMk cId="4011903863" sldId="374"/>
            <ac:spMk id="16" creationId="{112B9817-0A17-5EF9-6D97-FE313C25F0DB}"/>
          </ac:spMkLst>
        </pc:spChg>
        <pc:spChg chg="del">
          <ac:chgData name="Hironari Yamada" userId="e57621f8-ec3c-449e-bb19-001fffcc008e" providerId="ADAL" clId="{BC0BD879-F267-5CCA-8DEA-E3B2DD07DA4E}" dt="2026-06-08T14:21:25.812" v="13411" actId="478"/>
          <ac:spMkLst>
            <pc:docMk/>
            <pc:sldMk cId="4011903863" sldId="374"/>
            <ac:spMk id="18" creationId="{8CD1F335-FD13-3C5F-E1A3-6BD587B0FA92}"/>
          </ac:spMkLst>
        </pc:spChg>
        <pc:spChg chg="del">
          <ac:chgData name="Hironari Yamada" userId="e57621f8-ec3c-449e-bb19-001fffcc008e" providerId="ADAL" clId="{BC0BD879-F267-5CCA-8DEA-E3B2DD07DA4E}" dt="2026-06-08T14:21:25.812" v="13411" actId="478"/>
          <ac:spMkLst>
            <pc:docMk/>
            <pc:sldMk cId="4011903863" sldId="374"/>
            <ac:spMk id="19" creationId="{0D1CC05F-04FB-4FF0-2556-0162C79D96AC}"/>
          </ac:spMkLst>
        </pc:spChg>
        <pc:spChg chg="del">
          <ac:chgData name="Hironari Yamada" userId="e57621f8-ec3c-449e-bb19-001fffcc008e" providerId="ADAL" clId="{BC0BD879-F267-5CCA-8DEA-E3B2DD07DA4E}" dt="2026-06-08T14:21:25.812" v="13411" actId="478"/>
          <ac:spMkLst>
            <pc:docMk/>
            <pc:sldMk cId="4011903863" sldId="374"/>
            <ac:spMk id="20" creationId="{FAC78C95-EFE6-6831-55A2-6788B4103F9D}"/>
          </ac:spMkLst>
        </pc:spChg>
        <pc:spChg chg="del">
          <ac:chgData name="Hironari Yamada" userId="e57621f8-ec3c-449e-bb19-001fffcc008e" providerId="ADAL" clId="{BC0BD879-F267-5CCA-8DEA-E3B2DD07DA4E}" dt="2026-06-08T14:21:25.812" v="13411" actId="478"/>
          <ac:spMkLst>
            <pc:docMk/>
            <pc:sldMk cId="4011903863" sldId="374"/>
            <ac:spMk id="24" creationId="{4ECD189F-63E0-CF9C-A380-9DCA3D2E54B6}"/>
          </ac:spMkLst>
        </pc:spChg>
        <pc:spChg chg="mod">
          <ac:chgData name="Hironari Yamada" userId="e57621f8-ec3c-449e-bb19-001fffcc008e" providerId="ADAL" clId="{BC0BD879-F267-5CCA-8DEA-E3B2DD07DA4E}" dt="2026-06-08T14:21:30.258" v="13412"/>
          <ac:spMkLst>
            <pc:docMk/>
            <pc:sldMk cId="4011903863" sldId="374"/>
            <ac:spMk id="26" creationId="{33947563-4D86-988B-DA2C-C2A42872B679}"/>
          </ac:spMkLst>
        </pc:spChg>
        <pc:spChg chg="mod">
          <ac:chgData name="Hironari Yamada" userId="e57621f8-ec3c-449e-bb19-001fffcc008e" providerId="ADAL" clId="{BC0BD879-F267-5CCA-8DEA-E3B2DD07DA4E}" dt="2026-06-08T14:21:30.258" v="13412"/>
          <ac:spMkLst>
            <pc:docMk/>
            <pc:sldMk cId="4011903863" sldId="374"/>
            <ac:spMk id="31" creationId="{19188443-461B-7872-4841-012F4D68052E}"/>
          </ac:spMkLst>
        </pc:spChg>
        <pc:spChg chg="mod">
          <ac:chgData name="Hironari Yamada" userId="e57621f8-ec3c-449e-bb19-001fffcc008e" providerId="ADAL" clId="{BC0BD879-F267-5CCA-8DEA-E3B2DD07DA4E}" dt="2026-06-08T14:21:30.258" v="13412"/>
          <ac:spMkLst>
            <pc:docMk/>
            <pc:sldMk cId="4011903863" sldId="374"/>
            <ac:spMk id="32" creationId="{27BD565D-E6AA-0218-A686-CF2B5C9710C4}"/>
          </ac:spMkLst>
        </pc:spChg>
        <pc:spChg chg="mod">
          <ac:chgData name="Hironari Yamada" userId="e57621f8-ec3c-449e-bb19-001fffcc008e" providerId="ADAL" clId="{BC0BD879-F267-5CCA-8DEA-E3B2DD07DA4E}" dt="2026-06-08T14:21:30.258" v="13412"/>
          <ac:spMkLst>
            <pc:docMk/>
            <pc:sldMk cId="4011903863" sldId="374"/>
            <ac:spMk id="33" creationId="{3E9E6B6A-B504-CAB0-563C-AFFBF27B257F}"/>
          </ac:spMkLst>
        </pc:spChg>
        <pc:spChg chg="mod">
          <ac:chgData name="Hironari Yamada" userId="e57621f8-ec3c-449e-bb19-001fffcc008e" providerId="ADAL" clId="{BC0BD879-F267-5CCA-8DEA-E3B2DD07DA4E}" dt="2026-06-08T14:21:30.258" v="13412"/>
          <ac:spMkLst>
            <pc:docMk/>
            <pc:sldMk cId="4011903863" sldId="374"/>
            <ac:spMk id="34" creationId="{1FE3FEE8-6D80-3AA8-7CD3-F768B599307B}"/>
          </ac:spMkLst>
        </pc:spChg>
        <pc:spChg chg="mod">
          <ac:chgData name="Hironari Yamada" userId="e57621f8-ec3c-449e-bb19-001fffcc008e" providerId="ADAL" clId="{BC0BD879-F267-5CCA-8DEA-E3B2DD07DA4E}" dt="2026-06-08T14:21:30.258" v="13412"/>
          <ac:spMkLst>
            <pc:docMk/>
            <pc:sldMk cId="4011903863" sldId="374"/>
            <ac:spMk id="35" creationId="{016BE31E-C30D-874D-70B1-73C91F5A8A28}"/>
          </ac:spMkLst>
        </pc:spChg>
        <pc:spChg chg="mod">
          <ac:chgData name="Hironari Yamada" userId="e57621f8-ec3c-449e-bb19-001fffcc008e" providerId="ADAL" clId="{BC0BD879-F267-5CCA-8DEA-E3B2DD07DA4E}" dt="2026-06-08T14:21:30.258" v="13412"/>
          <ac:spMkLst>
            <pc:docMk/>
            <pc:sldMk cId="4011903863" sldId="374"/>
            <ac:spMk id="37" creationId="{D057B447-6185-442A-6B2E-773E7E15CE67}"/>
          </ac:spMkLst>
        </pc:spChg>
        <pc:spChg chg="mod">
          <ac:chgData name="Hironari Yamada" userId="e57621f8-ec3c-449e-bb19-001fffcc008e" providerId="ADAL" clId="{BC0BD879-F267-5CCA-8DEA-E3B2DD07DA4E}" dt="2026-06-08T14:21:30.258" v="13412"/>
          <ac:spMkLst>
            <pc:docMk/>
            <pc:sldMk cId="4011903863" sldId="374"/>
            <ac:spMk id="54" creationId="{7A8898FA-E1CD-1C81-C7A3-D3B770C5B133}"/>
          </ac:spMkLst>
        </pc:spChg>
        <pc:spChg chg="mod">
          <ac:chgData name="Hironari Yamada" userId="e57621f8-ec3c-449e-bb19-001fffcc008e" providerId="ADAL" clId="{BC0BD879-F267-5CCA-8DEA-E3B2DD07DA4E}" dt="2026-06-08T14:21:30.258" v="13412"/>
          <ac:spMkLst>
            <pc:docMk/>
            <pc:sldMk cId="4011903863" sldId="374"/>
            <ac:spMk id="55" creationId="{E56A9EF6-DDAE-D054-8E75-2D5301E745A4}"/>
          </ac:spMkLst>
        </pc:spChg>
        <pc:spChg chg="add del mod">
          <ac:chgData name="Hironari Yamada" userId="e57621f8-ec3c-449e-bb19-001fffcc008e" providerId="ADAL" clId="{BC0BD879-F267-5CCA-8DEA-E3B2DD07DA4E}" dt="2026-06-08T14:21:36.571" v="13414" actId="478"/>
          <ac:spMkLst>
            <pc:docMk/>
            <pc:sldMk cId="4011903863" sldId="374"/>
            <ac:spMk id="57" creationId="{669FA846-0999-C241-1D3D-305D7E0EFD98}"/>
          </ac:spMkLst>
        </pc:spChg>
        <pc:spChg chg="add mod">
          <ac:chgData name="Hironari Yamada" userId="e57621f8-ec3c-449e-bb19-001fffcc008e" providerId="ADAL" clId="{BC0BD879-F267-5CCA-8DEA-E3B2DD07DA4E}" dt="2026-06-08T14:21:40.598" v="13415"/>
          <ac:spMkLst>
            <pc:docMk/>
            <pc:sldMk cId="4011903863" sldId="374"/>
            <ac:spMk id="58" creationId="{F548ED0D-188A-65B0-2434-4DCE23C790BA}"/>
          </ac:spMkLst>
        </pc:spChg>
        <pc:spChg chg="mod">
          <ac:chgData name="Hironari Yamada" userId="e57621f8-ec3c-449e-bb19-001fffcc008e" providerId="ADAL" clId="{BC0BD879-F267-5CCA-8DEA-E3B2DD07DA4E}" dt="2026-06-08T14:21:40.598" v="13415"/>
          <ac:spMkLst>
            <pc:docMk/>
            <pc:sldMk cId="4011903863" sldId="374"/>
            <ac:spMk id="60" creationId="{5C9BB82B-1489-4F58-C95A-263A96F8A54D}"/>
          </ac:spMkLst>
        </pc:spChg>
        <pc:spChg chg="mod">
          <ac:chgData name="Hironari Yamada" userId="e57621f8-ec3c-449e-bb19-001fffcc008e" providerId="ADAL" clId="{BC0BD879-F267-5CCA-8DEA-E3B2DD07DA4E}" dt="2026-06-08T14:21:40.598" v="13415"/>
          <ac:spMkLst>
            <pc:docMk/>
            <pc:sldMk cId="4011903863" sldId="374"/>
            <ac:spMk id="64" creationId="{3084C397-933D-3DA7-D0FC-8F97C8FBEF91}"/>
          </ac:spMkLst>
        </pc:spChg>
        <pc:spChg chg="mod">
          <ac:chgData name="Hironari Yamada" userId="e57621f8-ec3c-449e-bb19-001fffcc008e" providerId="ADAL" clId="{BC0BD879-F267-5CCA-8DEA-E3B2DD07DA4E}" dt="2026-06-08T14:21:40.598" v="13415"/>
          <ac:spMkLst>
            <pc:docMk/>
            <pc:sldMk cId="4011903863" sldId="374"/>
            <ac:spMk id="65" creationId="{C6314A03-C909-A508-B603-FC8FAB08F7A7}"/>
          </ac:spMkLst>
        </pc:spChg>
        <pc:spChg chg="mod">
          <ac:chgData name="Hironari Yamada" userId="e57621f8-ec3c-449e-bb19-001fffcc008e" providerId="ADAL" clId="{BC0BD879-F267-5CCA-8DEA-E3B2DD07DA4E}" dt="2026-06-08T14:21:40.598" v="13415"/>
          <ac:spMkLst>
            <pc:docMk/>
            <pc:sldMk cId="4011903863" sldId="374"/>
            <ac:spMk id="68" creationId="{C97EDF73-A99B-C958-A4E0-FA7C12A05B09}"/>
          </ac:spMkLst>
        </pc:spChg>
        <pc:spChg chg="mod">
          <ac:chgData name="Hironari Yamada" userId="e57621f8-ec3c-449e-bb19-001fffcc008e" providerId="ADAL" clId="{BC0BD879-F267-5CCA-8DEA-E3B2DD07DA4E}" dt="2026-06-08T14:21:40.598" v="13415"/>
          <ac:spMkLst>
            <pc:docMk/>
            <pc:sldMk cId="4011903863" sldId="374"/>
            <ac:spMk id="70" creationId="{ABF8D940-DA9E-1DE2-457D-FFE2E58A620B}"/>
          </ac:spMkLst>
        </pc:spChg>
        <pc:spChg chg="mod">
          <ac:chgData name="Hironari Yamada" userId="e57621f8-ec3c-449e-bb19-001fffcc008e" providerId="ADAL" clId="{BC0BD879-F267-5CCA-8DEA-E3B2DD07DA4E}" dt="2026-06-08T14:21:40.598" v="13415"/>
          <ac:spMkLst>
            <pc:docMk/>
            <pc:sldMk cId="4011903863" sldId="374"/>
            <ac:spMk id="71" creationId="{748D354D-56FC-76F0-1679-C5087313C343}"/>
          </ac:spMkLst>
        </pc:spChg>
        <pc:spChg chg="mod">
          <ac:chgData name="Hironari Yamada" userId="e57621f8-ec3c-449e-bb19-001fffcc008e" providerId="ADAL" clId="{BC0BD879-F267-5CCA-8DEA-E3B2DD07DA4E}" dt="2026-06-08T14:21:40.598" v="13415"/>
          <ac:spMkLst>
            <pc:docMk/>
            <pc:sldMk cId="4011903863" sldId="374"/>
            <ac:spMk id="72" creationId="{5B02CBE8-1B7E-B08C-C519-1F311439F4E5}"/>
          </ac:spMkLst>
        </pc:spChg>
        <pc:spChg chg="mod">
          <ac:chgData name="Hironari Yamada" userId="e57621f8-ec3c-449e-bb19-001fffcc008e" providerId="ADAL" clId="{BC0BD879-F267-5CCA-8DEA-E3B2DD07DA4E}" dt="2026-06-08T14:21:40.598" v="13415"/>
          <ac:spMkLst>
            <pc:docMk/>
            <pc:sldMk cId="4011903863" sldId="374"/>
            <ac:spMk id="73" creationId="{91377BAB-6AFB-A5C7-19D2-660A659B0B5D}"/>
          </ac:spMkLst>
        </pc:spChg>
        <pc:spChg chg="mod">
          <ac:chgData name="Hironari Yamada" userId="e57621f8-ec3c-449e-bb19-001fffcc008e" providerId="ADAL" clId="{BC0BD879-F267-5CCA-8DEA-E3B2DD07DA4E}" dt="2026-06-08T14:21:40.598" v="13415"/>
          <ac:spMkLst>
            <pc:docMk/>
            <pc:sldMk cId="4011903863" sldId="374"/>
            <ac:spMk id="90" creationId="{222551F7-88D6-1C26-2313-546F810C912C}"/>
          </ac:spMkLst>
        </pc:spChg>
        <pc:spChg chg="add mod">
          <ac:chgData name="Hironari Yamada" userId="e57621f8-ec3c-449e-bb19-001fffcc008e" providerId="ADAL" clId="{BC0BD879-F267-5CCA-8DEA-E3B2DD07DA4E}" dt="2026-06-08T14:21:45.974" v="13416"/>
          <ac:spMkLst>
            <pc:docMk/>
            <pc:sldMk cId="4011903863" sldId="374"/>
            <ac:spMk id="96" creationId="{B09CE9D8-DDDC-CFFB-4FC3-1EF426DAC3B8}"/>
          </ac:spMkLst>
        </pc:spChg>
        <pc:spChg chg="add mod">
          <ac:chgData name="Hironari Yamada" userId="e57621f8-ec3c-449e-bb19-001fffcc008e" providerId="ADAL" clId="{BC0BD879-F267-5CCA-8DEA-E3B2DD07DA4E}" dt="2026-06-08T14:22:39.394" v="13429" actId="1076"/>
          <ac:spMkLst>
            <pc:docMk/>
            <pc:sldMk cId="4011903863" sldId="374"/>
            <ac:spMk id="97" creationId="{B9BB7BD9-7449-9473-6BE3-85930081FDA8}"/>
          </ac:spMkLst>
        </pc:spChg>
        <pc:grpChg chg="add del">
          <ac:chgData name="Hironari Yamada" userId="e57621f8-ec3c-449e-bb19-001fffcc008e" providerId="ADAL" clId="{BC0BD879-F267-5CCA-8DEA-E3B2DD07DA4E}" dt="2026-06-08T14:21:36.571" v="13414" actId="478"/>
          <ac:grpSpMkLst>
            <pc:docMk/>
            <pc:sldMk cId="4011903863" sldId="374"/>
            <ac:grpSpMk id="10" creationId="{3D1DBB3E-ADD9-F848-C759-A2153007EEB9}"/>
          </ac:grpSpMkLst>
        </pc:grpChg>
        <pc:graphicFrameChg chg="del">
          <ac:chgData name="Hironari Yamada" userId="e57621f8-ec3c-449e-bb19-001fffcc008e" providerId="ADAL" clId="{BC0BD879-F267-5CCA-8DEA-E3B2DD07DA4E}" dt="2026-06-08T14:21:25.812" v="13411" actId="478"/>
          <ac:graphicFrameMkLst>
            <pc:docMk/>
            <pc:sldMk cId="4011903863" sldId="374"/>
            <ac:graphicFrameMk id="22" creationId="{B661E519-8A1E-93EA-D9EC-C5C06A965493}"/>
          </ac:graphicFrameMkLst>
        </pc:graphicFrameChg>
        <pc:picChg chg="del">
          <ac:chgData name="Hironari Yamada" userId="e57621f8-ec3c-449e-bb19-001fffcc008e" providerId="ADAL" clId="{BC0BD879-F267-5CCA-8DEA-E3B2DD07DA4E}" dt="2026-06-08T14:21:25.812" v="13411" actId="478"/>
          <ac:picMkLst>
            <pc:docMk/>
            <pc:sldMk cId="4011903863" sldId="374"/>
            <ac:picMk id="12" creationId="{8EB331CA-BDF2-E2FE-C579-E8CA167E8A9B}"/>
          </ac:picMkLst>
        </pc:picChg>
        <pc:picChg chg="add del">
          <ac:chgData name="Hironari Yamada" userId="e57621f8-ec3c-449e-bb19-001fffcc008e" providerId="ADAL" clId="{BC0BD879-F267-5CCA-8DEA-E3B2DD07DA4E}" dt="2026-06-08T14:22:03.579" v="13420" actId="478"/>
          <ac:picMkLst>
            <pc:docMk/>
            <pc:sldMk cId="4011903863" sldId="374"/>
            <ac:picMk id="98" creationId="{55DCDA24-AE72-358A-2A62-80F9172F8636}"/>
          </ac:picMkLst>
        </pc:picChg>
        <pc:picChg chg="add del">
          <ac:chgData name="Hironari Yamada" userId="e57621f8-ec3c-449e-bb19-001fffcc008e" providerId="ADAL" clId="{BC0BD879-F267-5CCA-8DEA-E3B2DD07DA4E}" dt="2026-06-08T14:22:12.799" v="13422" actId="478"/>
          <ac:picMkLst>
            <pc:docMk/>
            <pc:sldMk cId="4011903863" sldId="374"/>
            <ac:picMk id="99" creationId="{655D84C4-B34A-F434-4FA7-CEFB89543A8E}"/>
          </ac:picMkLst>
        </pc:picChg>
        <pc:picChg chg="add mod">
          <ac:chgData name="Hironari Yamada" userId="e57621f8-ec3c-449e-bb19-001fffcc008e" providerId="ADAL" clId="{BC0BD879-F267-5CCA-8DEA-E3B2DD07DA4E}" dt="2026-06-08T14:22:35.254" v="13428" actId="14100"/>
          <ac:picMkLst>
            <pc:docMk/>
            <pc:sldMk cId="4011903863" sldId="374"/>
            <ac:picMk id="100" creationId="{8E006001-5739-91EB-DE47-95302E5E14A7}"/>
          </ac:picMkLst>
        </pc:picChg>
      </pc:sldChg>
      <pc:sldChg chg="addSp delSp modSp add del mod">
        <pc:chgData name="Hironari Yamada" userId="e57621f8-ec3c-449e-bb19-001fffcc008e" providerId="ADAL" clId="{BC0BD879-F267-5CCA-8DEA-E3B2DD07DA4E}" dt="2026-06-09T06:48:04.151" v="20255" actId="2696"/>
        <pc:sldMkLst>
          <pc:docMk/>
          <pc:sldMk cId="3713043274" sldId="375"/>
        </pc:sldMkLst>
        <pc:spChg chg="mod">
          <ac:chgData name="Hironari Yamada" userId="e57621f8-ec3c-449e-bb19-001fffcc008e" providerId="ADAL" clId="{BC0BD879-F267-5CCA-8DEA-E3B2DD07DA4E}" dt="2026-06-09T06:45:15.611" v="20209"/>
          <ac:spMkLst>
            <pc:docMk/>
            <pc:sldMk cId="3713043274" sldId="375"/>
            <ac:spMk id="2" creationId="{2788B1BA-7442-16D3-6175-D29CA05FD997}"/>
          </ac:spMkLst>
        </pc:spChg>
        <pc:spChg chg="add mod">
          <ac:chgData name="Hironari Yamada" userId="e57621f8-ec3c-449e-bb19-001fffcc008e" providerId="ADAL" clId="{BC0BD879-F267-5CCA-8DEA-E3B2DD07DA4E}" dt="2026-06-08T14:23:21.588" v="13436" actId="404"/>
          <ac:spMkLst>
            <pc:docMk/>
            <pc:sldMk cId="3713043274" sldId="375"/>
            <ac:spMk id="3" creationId="{916B4D2A-1B4C-25D6-D1A9-8B06254CACC3}"/>
          </ac:spMkLst>
        </pc:spChg>
        <pc:spChg chg="add mod">
          <ac:chgData name="Hironari Yamada" userId="e57621f8-ec3c-449e-bb19-001fffcc008e" providerId="ADAL" clId="{BC0BD879-F267-5CCA-8DEA-E3B2DD07DA4E}" dt="2026-06-08T14:23:21.588" v="13436" actId="404"/>
          <ac:spMkLst>
            <pc:docMk/>
            <pc:sldMk cId="3713043274" sldId="375"/>
            <ac:spMk id="6" creationId="{9E80E006-FE5F-5211-5116-B231B4AD65A8}"/>
          </ac:spMkLst>
        </pc:spChg>
        <pc:spChg chg="del">
          <ac:chgData name="Hironari Yamada" userId="e57621f8-ec3c-449e-bb19-001fffcc008e" providerId="ADAL" clId="{BC0BD879-F267-5CCA-8DEA-E3B2DD07DA4E}" dt="2026-06-08T14:22:50.082" v="13431" actId="478"/>
          <ac:spMkLst>
            <pc:docMk/>
            <pc:sldMk cId="3713043274" sldId="375"/>
            <ac:spMk id="97" creationId="{7D5D04F7-AC8C-45AD-CDDA-0144EE6A248E}"/>
          </ac:spMkLst>
        </pc:spChg>
        <pc:graphicFrameChg chg="add mod modGraphic">
          <ac:chgData name="Hironari Yamada" userId="e57621f8-ec3c-449e-bb19-001fffcc008e" providerId="ADAL" clId="{BC0BD879-F267-5CCA-8DEA-E3B2DD07DA4E}" dt="2026-06-08T14:24:26.617" v="13449" actId="14734"/>
          <ac:graphicFrameMkLst>
            <pc:docMk/>
            <pc:sldMk cId="3713043274" sldId="375"/>
            <ac:graphicFrameMk id="5" creationId="{BCC58144-E45F-213B-A8B3-D28E9522F12B}"/>
          </ac:graphicFrameMkLst>
        </pc:graphicFrameChg>
        <pc:picChg chg="del">
          <ac:chgData name="Hironari Yamada" userId="e57621f8-ec3c-449e-bb19-001fffcc008e" providerId="ADAL" clId="{BC0BD879-F267-5CCA-8DEA-E3B2DD07DA4E}" dt="2026-06-08T14:22:50.082" v="13431" actId="478"/>
          <ac:picMkLst>
            <pc:docMk/>
            <pc:sldMk cId="3713043274" sldId="375"/>
            <ac:picMk id="100" creationId="{D922D16C-99BC-2DBA-8446-825FD8A1781E}"/>
          </ac:picMkLst>
        </pc:picChg>
      </pc:sldChg>
      <pc:sldChg chg="addSp delSp modSp add del mod">
        <pc:chgData name="Hironari Yamada" userId="e57621f8-ec3c-449e-bb19-001fffcc008e" providerId="ADAL" clId="{BC0BD879-F267-5CCA-8DEA-E3B2DD07DA4E}" dt="2026-06-09T14:36:28.719" v="25981" actId="2696"/>
        <pc:sldMkLst>
          <pc:docMk/>
          <pc:sldMk cId="1753089993" sldId="376"/>
        </pc:sldMkLst>
        <pc:spChg chg="mod">
          <ac:chgData name="Hironari Yamada" userId="e57621f8-ec3c-449e-bb19-001fffcc008e" providerId="ADAL" clId="{BC0BD879-F267-5CCA-8DEA-E3B2DD07DA4E}" dt="2026-06-09T06:45:15.611" v="20209"/>
          <ac:spMkLst>
            <pc:docMk/>
            <pc:sldMk cId="1753089993" sldId="376"/>
            <ac:spMk id="2" creationId="{7FBF607B-C41E-311E-AF36-A717E2A66CFA}"/>
          </ac:spMkLst>
        </pc:spChg>
        <pc:spChg chg="del">
          <ac:chgData name="Hironari Yamada" userId="e57621f8-ec3c-449e-bb19-001fffcc008e" providerId="ADAL" clId="{BC0BD879-F267-5CCA-8DEA-E3B2DD07DA4E}" dt="2026-06-09T02:57:35.541" v="17929" actId="478"/>
          <ac:spMkLst>
            <pc:docMk/>
            <pc:sldMk cId="1753089993" sldId="376"/>
            <ac:spMk id="7" creationId="{379B35EA-3825-C85C-D7EA-8F84E359DDBE}"/>
          </ac:spMkLst>
        </pc:spChg>
        <pc:spChg chg="del">
          <ac:chgData name="Hironari Yamada" userId="e57621f8-ec3c-449e-bb19-001fffcc008e" providerId="ADAL" clId="{BC0BD879-F267-5CCA-8DEA-E3B2DD07DA4E}" dt="2026-06-09T02:57:35.541" v="17929" actId="478"/>
          <ac:spMkLst>
            <pc:docMk/>
            <pc:sldMk cId="1753089993" sldId="376"/>
            <ac:spMk id="8" creationId="{7EBFD272-62F6-C246-D3AF-F75526AD30AE}"/>
          </ac:spMkLst>
        </pc:spChg>
        <pc:spChg chg="del">
          <ac:chgData name="Hironari Yamada" userId="e57621f8-ec3c-449e-bb19-001fffcc008e" providerId="ADAL" clId="{BC0BD879-F267-5CCA-8DEA-E3B2DD07DA4E}" dt="2026-06-09T02:57:35.541" v="17929" actId="478"/>
          <ac:spMkLst>
            <pc:docMk/>
            <pc:sldMk cId="1753089993" sldId="376"/>
            <ac:spMk id="11" creationId="{0F6A8CC6-66F5-05AA-365F-D5B8AED8AA43}"/>
          </ac:spMkLst>
        </pc:spChg>
        <pc:spChg chg="del">
          <ac:chgData name="Hironari Yamada" userId="e57621f8-ec3c-449e-bb19-001fffcc008e" providerId="ADAL" clId="{BC0BD879-F267-5CCA-8DEA-E3B2DD07DA4E}" dt="2026-06-09T02:57:35.541" v="17929" actId="478"/>
          <ac:spMkLst>
            <pc:docMk/>
            <pc:sldMk cId="1753089993" sldId="376"/>
            <ac:spMk id="12" creationId="{8E74ADCE-E498-FD12-7B9E-388DD54DAFEC}"/>
          </ac:spMkLst>
        </pc:spChg>
        <pc:spChg chg="del">
          <ac:chgData name="Hironari Yamada" userId="e57621f8-ec3c-449e-bb19-001fffcc008e" providerId="ADAL" clId="{BC0BD879-F267-5CCA-8DEA-E3B2DD07DA4E}" dt="2026-06-09T02:57:35.541" v="17929" actId="478"/>
          <ac:spMkLst>
            <pc:docMk/>
            <pc:sldMk cId="1753089993" sldId="376"/>
            <ac:spMk id="13" creationId="{CAFD12AA-3364-8653-B25E-4FE1F52FFC09}"/>
          </ac:spMkLst>
        </pc:spChg>
        <pc:spChg chg="del">
          <ac:chgData name="Hironari Yamada" userId="e57621f8-ec3c-449e-bb19-001fffcc008e" providerId="ADAL" clId="{BC0BD879-F267-5CCA-8DEA-E3B2DD07DA4E}" dt="2026-06-09T02:57:35.541" v="17929" actId="478"/>
          <ac:spMkLst>
            <pc:docMk/>
            <pc:sldMk cId="1753089993" sldId="376"/>
            <ac:spMk id="15" creationId="{0229B779-8B06-59F2-EE3F-D2FC33F8ECA7}"/>
          </ac:spMkLst>
        </pc:spChg>
        <pc:spChg chg="del">
          <ac:chgData name="Hironari Yamada" userId="e57621f8-ec3c-449e-bb19-001fffcc008e" providerId="ADAL" clId="{BC0BD879-F267-5CCA-8DEA-E3B2DD07DA4E}" dt="2026-06-09T02:57:35.541" v="17929" actId="478"/>
          <ac:spMkLst>
            <pc:docMk/>
            <pc:sldMk cId="1753089993" sldId="376"/>
            <ac:spMk id="16" creationId="{9B8A60D3-0585-3AA2-0311-A4D7BF2D4D61}"/>
          </ac:spMkLst>
        </pc:spChg>
        <pc:spChg chg="del">
          <ac:chgData name="Hironari Yamada" userId="e57621f8-ec3c-449e-bb19-001fffcc008e" providerId="ADAL" clId="{BC0BD879-F267-5CCA-8DEA-E3B2DD07DA4E}" dt="2026-06-09T02:57:35.541" v="17929" actId="478"/>
          <ac:spMkLst>
            <pc:docMk/>
            <pc:sldMk cId="1753089993" sldId="376"/>
            <ac:spMk id="17" creationId="{D023646A-4F91-823C-697F-3BC30B50C7FB}"/>
          </ac:spMkLst>
        </pc:spChg>
        <pc:spChg chg="del">
          <ac:chgData name="Hironari Yamada" userId="e57621f8-ec3c-449e-bb19-001fffcc008e" providerId="ADAL" clId="{BC0BD879-F267-5CCA-8DEA-E3B2DD07DA4E}" dt="2026-06-09T02:57:35.541" v="17929" actId="478"/>
          <ac:spMkLst>
            <pc:docMk/>
            <pc:sldMk cId="1753089993" sldId="376"/>
            <ac:spMk id="18" creationId="{4119143B-293A-41AA-509A-41A459C17A0E}"/>
          </ac:spMkLst>
        </pc:spChg>
        <pc:spChg chg="del">
          <ac:chgData name="Hironari Yamada" userId="e57621f8-ec3c-449e-bb19-001fffcc008e" providerId="ADAL" clId="{BC0BD879-F267-5CCA-8DEA-E3B2DD07DA4E}" dt="2026-06-09T02:57:35.541" v="17929" actId="478"/>
          <ac:spMkLst>
            <pc:docMk/>
            <pc:sldMk cId="1753089993" sldId="376"/>
            <ac:spMk id="20" creationId="{B02C4B15-0853-3834-0B83-A50E30187A64}"/>
          </ac:spMkLst>
        </pc:spChg>
        <pc:spChg chg="add mod">
          <ac:chgData name="Hironari Yamada" userId="e57621f8-ec3c-449e-bb19-001fffcc008e" providerId="ADAL" clId="{BC0BD879-F267-5CCA-8DEA-E3B2DD07DA4E}" dt="2026-06-09T03:00:13.589" v="17938" actId="14100"/>
          <ac:spMkLst>
            <pc:docMk/>
            <pc:sldMk cId="1753089993" sldId="376"/>
            <ac:spMk id="22" creationId="{DC1D714F-0E1D-F9E5-60D1-090E18F73BAB}"/>
          </ac:spMkLst>
        </pc:spChg>
        <pc:spChg chg="add mod">
          <ac:chgData name="Hironari Yamada" userId="e57621f8-ec3c-449e-bb19-001fffcc008e" providerId="ADAL" clId="{BC0BD879-F267-5CCA-8DEA-E3B2DD07DA4E}" dt="2026-06-09T03:00:31.539" v="17984" actId="14100"/>
          <ac:spMkLst>
            <pc:docMk/>
            <pc:sldMk cId="1753089993" sldId="376"/>
            <ac:spMk id="23" creationId="{621F2384-65B8-0EB9-2802-ED6721C1B2DB}"/>
          </ac:spMkLst>
        </pc:spChg>
        <pc:spChg chg="add mod">
          <ac:chgData name="Hironari Yamada" userId="e57621f8-ec3c-449e-bb19-001fffcc008e" providerId="ADAL" clId="{BC0BD879-F267-5CCA-8DEA-E3B2DD07DA4E}" dt="2026-06-09T03:00:35.708" v="17986" actId="1076"/>
          <ac:spMkLst>
            <pc:docMk/>
            <pc:sldMk cId="1753089993" sldId="376"/>
            <ac:spMk id="24" creationId="{65C98E31-5CB7-8E18-6AC0-831CA967D920}"/>
          </ac:spMkLst>
        </pc:spChg>
        <pc:spChg chg="add mod">
          <ac:chgData name="Hironari Yamada" userId="e57621f8-ec3c-449e-bb19-001fffcc008e" providerId="ADAL" clId="{BC0BD879-F267-5CCA-8DEA-E3B2DD07DA4E}" dt="2026-06-09T03:00:54.356" v="18034" actId="20577"/>
          <ac:spMkLst>
            <pc:docMk/>
            <pc:sldMk cId="1753089993" sldId="376"/>
            <ac:spMk id="25" creationId="{45451430-509F-414A-406C-DEC6F4E3D14E}"/>
          </ac:spMkLst>
        </pc:spChg>
        <pc:picChg chg="add mod">
          <ac:chgData name="Hironari Yamada" userId="e57621f8-ec3c-449e-bb19-001fffcc008e" providerId="ADAL" clId="{BC0BD879-F267-5CCA-8DEA-E3B2DD07DA4E}" dt="2026-06-09T02:59:41.067" v="17934" actId="1076"/>
          <ac:picMkLst>
            <pc:docMk/>
            <pc:sldMk cId="1753089993" sldId="376"/>
            <ac:picMk id="21" creationId="{1B2C976E-2285-C5C3-DCE6-364DF60CC790}"/>
          </ac:picMkLst>
        </pc:picChg>
      </pc:sldChg>
      <pc:sldChg chg="addSp delSp modSp add mod">
        <pc:chgData name="Hironari Yamada" userId="e57621f8-ec3c-449e-bb19-001fffcc008e" providerId="ADAL" clId="{BC0BD879-F267-5CCA-8DEA-E3B2DD07DA4E}" dt="2026-06-09T12:21:31.528" v="21426" actId="14100"/>
        <pc:sldMkLst>
          <pc:docMk/>
          <pc:sldMk cId="869821592" sldId="377"/>
        </pc:sldMkLst>
        <pc:spChg chg="mod">
          <ac:chgData name="Hironari Yamada" userId="e57621f8-ec3c-449e-bb19-001fffcc008e" providerId="ADAL" clId="{BC0BD879-F267-5CCA-8DEA-E3B2DD07DA4E}" dt="2026-06-09T12:12:10.297" v="21370" actId="20577"/>
          <ac:spMkLst>
            <pc:docMk/>
            <pc:sldMk cId="869821592" sldId="377"/>
            <ac:spMk id="5" creationId="{450176BE-EA43-C92E-F6DC-65BE3243F38D}"/>
          </ac:spMkLst>
        </pc:spChg>
        <pc:spChg chg="add mod">
          <ac:chgData name="Hironari Yamada" userId="e57621f8-ec3c-449e-bb19-001fffcc008e" providerId="ADAL" clId="{BC0BD879-F267-5CCA-8DEA-E3B2DD07DA4E}" dt="2026-06-09T12:06:43.086" v="20755"/>
          <ac:spMkLst>
            <pc:docMk/>
            <pc:sldMk cId="869821592" sldId="377"/>
            <ac:spMk id="7" creationId="{7503895E-E77E-2836-DBCD-B3C27F0B8745}"/>
          </ac:spMkLst>
        </pc:spChg>
        <pc:spChg chg="del">
          <ac:chgData name="Hironari Yamada" userId="e57621f8-ec3c-449e-bb19-001fffcc008e" providerId="ADAL" clId="{BC0BD879-F267-5CCA-8DEA-E3B2DD07DA4E}" dt="2026-06-09T12:05:42.273" v="20607" actId="478"/>
          <ac:spMkLst>
            <pc:docMk/>
            <pc:sldMk cId="869821592" sldId="377"/>
            <ac:spMk id="8" creationId="{9969D1F7-5C8A-4AEB-2ED1-E97EDC297F5C}"/>
          </ac:spMkLst>
        </pc:spChg>
        <pc:spChg chg="mod">
          <ac:chgData name="Hironari Yamada" userId="e57621f8-ec3c-449e-bb19-001fffcc008e" providerId="ADAL" clId="{BC0BD879-F267-5CCA-8DEA-E3B2DD07DA4E}" dt="2026-06-09T12:05:28.756" v="20604" actId="20577"/>
          <ac:spMkLst>
            <pc:docMk/>
            <pc:sldMk cId="869821592" sldId="377"/>
            <ac:spMk id="9" creationId="{2CECBF79-0E7D-096B-7938-EDAA6999EB48}"/>
          </ac:spMkLst>
        </pc:spChg>
        <pc:spChg chg="add del">
          <ac:chgData name="Hironari Yamada" userId="e57621f8-ec3c-449e-bb19-001fffcc008e" providerId="ADAL" clId="{BC0BD879-F267-5CCA-8DEA-E3B2DD07DA4E}" dt="2026-06-09T12:05:48.302" v="20609" actId="478"/>
          <ac:spMkLst>
            <pc:docMk/>
            <pc:sldMk cId="869821592" sldId="377"/>
            <ac:spMk id="10" creationId="{1F756EDB-9BD2-E6B0-A95B-2EF1767A56C8}"/>
          </ac:spMkLst>
        </pc:spChg>
        <pc:spChg chg="add mod">
          <ac:chgData name="Hironari Yamada" userId="e57621f8-ec3c-449e-bb19-001fffcc008e" providerId="ADAL" clId="{BC0BD879-F267-5CCA-8DEA-E3B2DD07DA4E}" dt="2026-06-09T12:10:00.435" v="20948" actId="14100"/>
          <ac:spMkLst>
            <pc:docMk/>
            <pc:sldMk cId="869821592" sldId="377"/>
            <ac:spMk id="11" creationId="{C68BE817-8234-E341-C07D-6EAF099B4C3C}"/>
          </ac:spMkLst>
        </pc:spChg>
        <pc:spChg chg="add del">
          <ac:chgData name="Hironari Yamada" userId="e57621f8-ec3c-449e-bb19-001fffcc008e" providerId="ADAL" clId="{BC0BD879-F267-5CCA-8DEA-E3B2DD07DA4E}" dt="2026-06-09T12:05:42.273" v="20607" actId="478"/>
          <ac:spMkLst>
            <pc:docMk/>
            <pc:sldMk cId="869821592" sldId="377"/>
            <ac:spMk id="12" creationId="{FC35F041-CDF7-71F2-C390-6786002E9D19}"/>
          </ac:spMkLst>
        </pc:spChg>
        <pc:spChg chg="add del">
          <ac:chgData name="Hironari Yamada" userId="e57621f8-ec3c-449e-bb19-001fffcc008e" providerId="ADAL" clId="{BC0BD879-F267-5CCA-8DEA-E3B2DD07DA4E}" dt="2026-06-09T12:05:51.183" v="20610" actId="478"/>
          <ac:spMkLst>
            <pc:docMk/>
            <pc:sldMk cId="869821592" sldId="377"/>
            <ac:spMk id="13" creationId="{C349ADEF-48F1-302A-7350-BB23A544EF9B}"/>
          </ac:spMkLst>
        </pc:spChg>
        <pc:spChg chg="del">
          <ac:chgData name="Hironari Yamada" userId="e57621f8-ec3c-449e-bb19-001fffcc008e" providerId="ADAL" clId="{BC0BD879-F267-5CCA-8DEA-E3B2DD07DA4E}" dt="2026-06-09T12:05:51.183" v="20610" actId="478"/>
          <ac:spMkLst>
            <pc:docMk/>
            <pc:sldMk cId="869821592" sldId="377"/>
            <ac:spMk id="14" creationId="{75D99CFA-A4CB-5C20-D23D-5957B237D875}"/>
          </ac:spMkLst>
        </pc:spChg>
        <pc:spChg chg="mod">
          <ac:chgData name="Hironari Yamada" userId="e57621f8-ec3c-449e-bb19-001fffcc008e" providerId="ADAL" clId="{BC0BD879-F267-5CCA-8DEA-E3B2DD07DA4E}" dt="2026-06-09T12:09:44.611" v="20944" actId="14100"/>
          <ac:spMkLst>
            <pc:docMk/>
            <pc:sldMk cId="869821592" sldId="377"/>
            <ac:spMk id="15" creationId="{8AF25731-595C-2B69-E193-B79AA92DEBB5}"/>
          </ac:spMkLst>
        </pc:spChg>
        <pc:spChg chg="add del mod">
          <ac:chgData name="Hironari Yamada" userId="e57621f8-ec3c-449e-bb19-001fffcc008e" providerId="ADAL" clId="{BC0BD879-F267-5CCA-8DEA-E3B2DD07DA4E}" dt="2026-06-09T12:09:40.726" v="20943" actId="1076"/>
          <ac:spMkLst>
            <pc:docMk/>
            <pc:sldMk cId="869821592" sldId="377"/>
            <ac:spMk id="16" creationId="{9226617B-CEE9-2C6D-4710-57C3AF5BF46A}"/>
          </ac:spMkLst>
        </pc:spChg>
        <pc:spChg chg="del">
          <ac:chgData name="Hironari Yamada" userId="e57621f8-ec3c-449e-bb19-001fffcc008e" providerId="ADAL" clId="{BC0BD879-F267-5CCA-8DEA-E3B2DD07DA4E}" dt="2026-06-09T12:05:44.702" v="20608" actId="478"/>
          <ac:spMkLst>
            <pc:docMk/>
            <pc:sldMk cId="869821592" sldId="377"/>
            <ac:spMk id="17" creationId="{E99812FD-7D49-7223-E30F-DFCB2844FCB2}"/>
          </ac:spMkLst>
        </pc:spChg>
        <pc:spChg chg="add del">
          <ac:chgData name="Hironari Yamada" userId="e57621f8-ec3c-449e-bb19-001fffcc008e" providerId="ADAL" clId="{BC0BD879-F267-5CCA-8DEA-E3B2DD07DA4E}" dt="2026-06-09T12:05:44.702" v="20608" actId="478"/>
          <ac:spMkLst>
            <pc:docMk/>
            <pc:sldMk cId="869821592" sldId="377"/>
            <ac:spMk id="18" creationId="{9043105A-0151-9E7D-206E-BBB1EEB2C168}"/>
          </ac:spMkLst>
        </pc:spChg>
        <pc:spChg chg="add del">
          <ac:chgData name="Hironari Yamada" userId="e57621f8-ec3c-449e-bb19-001fffcc008e" providerId="ADAL" clId="{BC0BD879-F267-5CCA-8DEA-E3B2DD07DA4E}" dt="2026-06-09T12:05:48.302" v="20609" actId="478"/>
          <ac:spMkLst>
            <pc:docMk/>
            <pc:sldMk cId="869821592" sldId="377"/>
            <ac:spMk id="19" creationId="{C18E3DEC-DFBE-8FB9-1376-BC7344F35B18}"/>
          </ac:spMkLst>
        </pc:spChg>
        <pc:spChg chg="add del">
          <ac:chgData name="Hironari Yamada" userId="e57621f8-ec3c-449e-bb19-001fffcc008e" providerId="ADAL" clId="{BC0BD879-F267-5CCA-8DEA-E3B2DD07DA4E}" dt="2026-06-09T12:05:51.183" v="20610" actId="478"/>
          <ac:spMkLst>
            <pc:docMk/>
            <pc:sldMk cId="869821592" sldId="377"/>
            <ac:spMk id="20" creationId="{B0CDECF2-397A-DF10-3253-7C849AAD0D53}"/>
          </ac:spMkLst>
        </pc:spChg>
        <pc:spChg chg="del">
          <ac:chgData name="Hironari Yamada" userId="e57621f8-ec3c-449e-bb19-001fffcc008e" providerId="ADAL" clId="{BC0BD879-F267-5CCA-8DEA-E3B2DD07DA4E}" dt="2026-06-09T12:05:48.302" v="20609" actId="478"/>
          <ac:spMkLst>
            <pc:docMk/>
            <pc:sldMk cId="869821592" sldId="377"/>
            <ac:spMk id="21" creationId="{A28DFA95-2953-2856-D675-D985F9CD8D7F}"/>
          </ac:spMkLst>
        </pc:spChg>
        <pc:spChg chg="add mod">
          <ac:chgData name="Hironari Yamada" userId="e57621f8-ec3c-449e-bb19-001fffcc008e" providerId="ADAL" clId="{BC0BD879-F267-5CCA-8DEA-E3B2DD07DA4E}" dt="2026-06-09T12:09:54.692" v="20947" actId="1076"/>
          <ac:spMkLst>
            <pc:docMk/>
            <pc:sldMk cId="869821592" sldId="377"/>
            <ac:spMk id="22" creationId="{788D08D7-8227-9E1B-6517-1F3BFDCE5C1B}"/>
          </ac:spMkLst>
        </pc:spChg>
        <pc:spChg chg="add mod">
          <ac:chgData name="Hironari Yamada" userId="e57621f8-ec3c-449e-bb19-001fffcc008e" providerId="ADAL" clId="{BC0BD879-F267-5CCA-8DEA-E3B2DD07DA4E}" dt="2026-06-09T12:21:31.528" v="21426" actId="14100"/>
          <ac:spMkLst>
            <pc:docMk/>
            <pc:sldMk cId="869821592" sldId="377"/>
            <ac:spMk id="23" creationId="{95694AAB-0F8E-3748-0BA3-1120AA188ED6}"/>
          </ac:spMkLst>
        </pc:spChg>
        <pc:spChg chg="add mod">
          <ac:chgData name="Hironari Yamada" userId="e57621f8-ec3c-449e-bb19-001fffcc008e" providerId="ADAL" clId="{BC0BD879-F267-5CCA-8DEA-E3B2DD07DA4E}" dt="2026-06-09T12:21:24.631" v="21423" actId="1076"/>
          <ac:spMkLst>
            <pc:docMk/>
            <pc:sldMk cId="869821592" sldId="377"/>
            <ac:spMk id="24" creationId="{306A03C2-E18E-979C-47DD-56BC130DE68F}"/>
          </ac:spMkLst>
        </pc:spChg>
      </pc:sldChg>
      <pc:sldChg chg="addSp modSp add mod">
        <pc:chgData name="Hironari Yamada" userId="e57621f8-ec3c-449e-bb19-001fffcc008e" providerId="ADAL" clId="{BC0BD879-F267-5CCA-8DEA-E3B2DD07DA4E}" dt="2026-06-09T12:26:20.785" v="22045" actId="207"/>
        <pc:sldMkLst>
          <pc:docMk/>
          <pc:sldMk cId="2133621799" sldId="378"/>
        </pc:sldMkLst>
        <pc:spChg chg="add mod">
          <ac:chgData name="Hironari Yamada" userId="e57621f8-ec3c-449e-bb19-001fffcc008e" providerId="ADAL" clId="{BC0BD879-F267-5CCA-8DEA-E3B2DD07DA4E}" dt="2026-06-09T12:22:03.429" v="21464"/>
          <ac:spMkLst>
            <pc:docMk/>
            <pc:sldMk cId="2133621799" sldId="378"/>
            <ac:spMk id="3" creationId="{879B5BFC-1728-B4C6-93D0-74BFAD02E979}"/>
          </ac:spMkLst>
        </pc:spChg>
        <pc:spChg chg="mod">
          <ac:chgData name="Hironari Yamada" userId="e57621f8-ec3c-449e-bb19-001fffcc008e" providerId="ADAL" clId="{BC0BD879-F267-5CCA-8DEA-E3B2DD07DA4E}" dt="2026-06-09T12:21:56.438" v="21463"/>
          <ac:spMkLst>
            <pc:docMk/>
            <pc:sldMk cId="2133621799" sldId="378"/>
            <ac:spMk id="5" creationId="{730D81FB-73F5-1BBE-B688-15ECE3D05D46}"/>
          </ac:spMkLst>
        </pc:spChg>
        <pc:spChg chg="add mod">
          <ac:chgData name="Hironari Yamada" userId="e57621f8-ec3c-449e-bb19-001fffcc008e" providerId="ADAL" clId="{BC0BD879-F267-5CCA-8DEA-E3B2DD07DA4E}" dt="2026-06-09T12:26:13.857" v="22044" actId="207"/>
          <ac:spMkLst>
            <pc:docMk/>
            <pc:sldMk cId="2133621799" sldId="378"/>
            <ac:spMk id="8" creationId="{D28D54E3-488F-0A6A-01EB-7EBFE36F1B22}"/>
          </ac:spMkLst>
        </pc:spChg>
        <pc:spChg chg="mod">
          <ac:chgData name="Hironari Yamada" userId="e57621f8-ec3c-449e-bb19-001fffcc008e" providerId="ADAL" clId="{BC0BD879-F267-5CCA-8DEA-E3B2DD07DA4E}" dt="2026-06-09T12:21:52.193" v="21462" actId="20577"/>
          <ac:spMkLst>
            <pc:docMk/>
            <pc:sldMk cId="2133621799" sldId="378"/>
            <ac:spMk id="9" creationId="{8C8CCDE7-53B9-A9F2-C73A-81ECE671D18E}"/>
          </ac:spMkLst>
        </pc:spChg>
        <pc:spChg chg="add mod">
          <ac:chgData name="Hironari Yamada" userId="e57621f8-ec3c-449e-bb19-001fffcc008e" providerId="ADAL" clId="{BC0BD879-F267-5CCA-8DEA-E3B2DD07DA4E}" dt="2026-06-09T12:26:20.785" v="22045" actId="207"/>
          <ac:spMkLst>
            <pc:docMk/>
            <pc:sldMk cId="2133621799" sldId="378"/>
            <ac:spMk id="10" creationId="{607CB401-25CA-B5EB-BCAE-A73E623ECA96}"/>
          </ac:spMkLst>
        </pc:spChg>
        <pc:spChg chg="add mod">
          <ac:chgData name="Hironari Yamada" userId="e57621f8-ec3c-449e-bb19-001fffcc008e" providerId="ADAL" clId="{BC0BD879-F267-5CCA-8DEA-E3B2DD07DA4E}" dt="2026-06-09T12:25:25.904" v="21908"/>
          <ac:spMkLst>
            <pc:docMk/>
            <pc:sldMk cId="2133621799" sldId="378"/>
            <ac:spMk id="11" creationId="{9DACB5E9-9BAE-4C20-1D6E-B60AC45EFE0F}"/>
          </ac:spMkLst>
        </pc:spChg>
        <pc:spChg chg="add mod">
          <ac:chgData name="Hironari Yamada" userId="e57621f8-ec3c-449e-bb19-001fffcc008e" providerId="ADAL" clId="{BC0BD879-F267-5CCA-8DEA-E3B2DD07DA4E}" dt="2026-06-09T12:25:59.395" v="22043" actId="20577"/>
          <ac:spMkLst>
            <pc:docMk/>
            <pc:sldMk cId="2133621799" sldId="378"/>
            <ac:spMk id="12" creationId="{22D48884-8A9C-E328-0A75-C5AE8425DFEB}"/>
          </ac:spMkLst>
        </pc:spChg>
        <pc:spChg chg="mod">
          <ac:chgData name="Hironari Yamada" userId="e57621f8-ec3c-449e-bb19-001fffcc008e" providerId="ADAL" clId="{BC0BD879-F267-5CCA-8DEA-E3B2DD07DA4E}" dt="2026-06-09T12:23:58.934" v="21708" actId="207"/>
          <ac:spMkLst>
            <pc:docMk/>
            <pc:sldMk cId="2133621799" sldId="378"/>
            <ac:spMk id="14" creationId="{1BF7E596-5695-4401-939E-64865111E0F7}"/>
          </ac:spMkLst>
        </pc:spChg>
        <pc:spChg chg="mod">
          <ac:chgData name="Hironari Yamada" userId="e57621f8-ec3c-449e-bb19-001fffcc008e" providerId="ADAL" clId="{BC0BD879-F267-5CCA-8DEA-E3B2DD07DA4E}" dt="2026-06-09T12:22:33.875" v="21519" actId="20577"/>
          <ac:spMkLst>
            <pc:docMk/>
            <pc:sldMk cId="2133621799" sldId="378"/>
            <ac:spMk id="17" creationId="{9B7D187F-C00E-D0A1-10E4-43C34DA915A8}"/>
          </ac:spMkLst>
        </pc:spChg>
        <pc:spChg chg="mod">
          <ac:chgData name="Hironari Yamada" userId="e57621f8-ec3c-449e-bb19-001fffcc008e" providerId="ADAL" clId="{BC0BD879-F267-5CCA-8DEA-E3B2DD07DA4E}" dt="2026-06-09T12:22:49.550" v="21593" actId="20577"/>
          <ac:spMkLst>
            <pc:docMk/>
            <pc:sldMk cId="2133621799" sldId="378"/>
            <ac:spMk id="18" creationId="{80A8C255-98DC-172A-1656-4CC0171BC0B0}"/>
          </ac:spMkLst>
        </pc:spChg>
        <pc:spChg chg="mod">
          <ac:chgData name="Hironari Yamada" userId="e57621f8-ec3c-449e-bb19-001fffcc008e" providerId="ADAL" clId="{BC0BD879-F267-5CCA-8DEA-E3B2DD07DA4E}" dt="2026-06-09T12:24:14.454" v="21710" actId="207"/>
          <ac:spMkLst>
            <pc:docMk/>
            <pc:sldMk cId="2133621799" sldId="378"/>
            <ac:spMk id="23" creationId="{2C6E0D62-34E2-F4B9-8A70-5F5E70E8174D}"/>
          </ac:spMkLst>
        </pc:spChg>
        <pc:spChg chg="mod">
          <ac:chgData name="Hironari Yamada" userId="e57621f8-ec3c-449e-bb19-001fffcc008e" providerId="ADAL" clId="{BC0BD879-F267-5CCA-8DEA-E3B2DD07DA4E}" dt="2026-06-09T12:23:05.029" v="21595"/>
          <ac:spMkLst>
            <pc:docMk/>
            <pc:sldMk cId="2133621799" sldId="378"/>
            <ac:spMk id="27" creationId="{B7346CEF-8633-0C25-6710-AAB9E66C11DC}"/>
          </ac:spMkLst>
        </pc:spChg>
        <pc:spChg chg="mod">
          <ac:chgData name="Hironari Yamada" userId="e57621f8-ec3c-449e-bb19-001fffcc008e" providerId="ADAL" clId="{BC0BD879-F267-5CCA-8DEA-E3B2DD07DA4E}" dt="2026-06-09T12:23:33.869" v="21707" actId="1076"/>
          <ac:spMkLst>
            <pc:docMk/>
            <pc:sldMk cId="2133621799" sldId="378"/>
            <ac:spMk id="28" creationId="{4C3C6B05-F381-16FA-9F6C-CC9C2AA7CB74}"/>
          </ac:spMkLst>
        </pc:spChg>
        <pc:spChg chg="mod">
          <ac:chgData name="Hironari Yamada" userId="e57621f8-ec3c-449e-bb19-001fffcc008e" providerId="ADAL" clId="{BC0BD879-F267-5CCA-8DEA-E3B2DD07DA4E}" dt="2026-06-09T12:24:19.505" v="21711"/>
          <ac:spMkLst>
            <pc:docMk/>
            <pc:sldMk cId="2133621799" sldId="378"/>
            <ac:spMk id="38" creationId="{0D019F03-7988-8C64-43A4-5B37829D64FB}"/>
          </ac:spMkLst>
        </pc:spChg>
        <pc:spChg chg="mod">
          <ac:chgData name="Hironari Yamada" userId="e57621f8-ec3c-449e-bb19-001fffcc008e" providerId="ADAL" clId="{BC0BD879-F267-5CCA-8DEA-E3B2DD07DA4E}" dt="2026-06-09T12:24:24.459" v="21712"/>
          <ac:spMkLst>
            <pc:docMk/>
            <pc:sldMk cId="2133621799" sldId="378"/>
            <ac:spMk id="39" creationId="{9035D745-8F1B-A98E-7AA5-10892C40D0B2}"/>
          </ac:spMkLst>
        </pc:spChg>
        <pc:spChg chg="mod">
          <ac:chgData name="Hironari Yamada" userId="e57621f8-ec3c-449e-bb19-001fffcc008e" providerId="ADAL" clId="{BC0BD879-F267-5CCA-8DEA-E3B2DD07DA4E}" dt="2026-06-09T12:25:10.082" v="21906" actId="1076"/>
          <ac:spMkLst>
            <pc:docMk/>
            <pc:sldMk cId="2133621799" sldId="378"/>
            <ac:spMk id="40" creationId="{3363D688-1217-F0F8-9A57-0C36A22FF7E9}"/>
          </ac:spMkLst>
        </pc:spChg>
      </pc:sldChg>
      <pc:sldChg chg="modSp add">
        <pc:chgData name="Hironari Yamada" userId="e57621f8-ec3c-449e-bb19-001fffcc008e" providerId="ADAL" clId="{BC0BD879-F267-5CCA-8DEA-E3B2DD07DA4E}" dt="2026-06-09T13:15:21.074" v="23710"/>
        <pc:sldMkLst>
          <pc:docMk/>
          <pc:sldMk cId="2552306723" sldId="379"/>
        </pc:sldMkLst>
        <pc:spChg chg="mod">
          <ac:chgData name="Hironari Yamada" userId="e57621f8-ec3c-449e-bb19-001fffcc008e" providerId="ADAL" clId="{BC0BD879-F267-5CCA-8DEA-E3B2DD07DA4E}" dt="2026-06-09T13:15:21.074" v="23710"/>
          <ac:spMkLst>
            <pc:docMk/>
            <pc:sldMk cId="2552306723" sldId="379"/>
            <ac:spMk id="2" creationId="{54D254BE-AB59-9165-CE7D-B067F77D8866}"/>
          </ac:spMkLst>
        </pc:spChg>
        <pc:spChg chg="mod">
          <ac:chgData name="Hironari Yamada" userId="e57621f8-ec3c-449e-bb19-001fffcc008e" providerId="ADAL" clId="{BC0BD879-F267-5CCA-8DEA-E3B2DD07DA4E}" dt="2026-06-09T12:57:19.309" v="23062"/>
          <ac:spMkLst>
            <pc:docMk/>
            <pc:sldMk cId="2552306723" sldId="379"/>
            <ac:spMk id="32" creationId="{5F0C4A47-8F69-C6C7-5F06-7C1C0AF0A1E8}"/>
          </ac:spMkLst>
        </pc:spChg>
      </pc:sldChg>
      <pc:sldChg chg="addSp delSp modSp add mod">
        <pc:chgData name="Hironari Yamada" userId="e57621f8-ec3c-449e-bb19-001fffcc008e" providerId="ADAL" clId="{BC0BD879-F267-5CCA-8DEA-E3B2DD07DA4E}" dt="2026-06-09T13:15:21.074" v="23710"/>
        <pc:sldMkLst>
          <pc:docMk/>
          <pc:sldMk cId="3317847226" sldId="380"/>
        </pc:sldMkLst>
        <pc:spChg chg="mod">
          <ac:chgData name="Hironari Yamada" userId="e57621f8-ec3c-449e-bb19-001fffcc008e" providerId="ADAL" clId="{BC0BD879-F267-5CCA-8DEA-E3B2DD07DA4E}" dt="2026-06-09T13:15:21.074" v="23710"/>
          <ac:spMkLst>
            <pc:docMk/>
            <pc:sldMk cId="3317847226" sldId="380"/>
            <ac:spMk id="2" creationId="{13E63ECB-2B1F-4525-9BC7-D2243C9A6B2B}"/>
          </ac:spMkLst>
        </pc:spChg>
        <pc:spChg chg="mod">
          <ac:chgData name="Hironari Yamada" userId="e57621f8-ec3c-449e-bb19-001fffcc008e" providerId="ADAL" clId="{BC0BD879-F267-5CCA-8DEA-E3B2DD07DA4E}" dt="2026-06-09T12:57:35.795" v="23064"/>
          <ac:spMkLst>
            <pc:docMk/>
            <pc:sldMk cId="3317847226" sldId="380"/>
            <ac:spMk id="6" creationId="{9279C9E7-0471-4DF4-2281-C4ECE0622393}"/>
          </ac:spMkLst>
        </pc:spChg>
        <pc:spChg chg="add mod">
          <ac:chgData name="Hironari Yamada" userId="e57621f8-ec3c-449e-bb19-001fffcc008e" providerId="ADAL" clId="{BC0BD879-F267-5CCA-8DEA-E3B2DD07DA4E}" dt="2026-06-09T13:00:11.955" v="23117" actId="14100"/>
          <ac:spMkLst>
            <pc:docMk/>
            <pc:sldMk cId="3317847226" sldId="380"/>
            <ac:spMk id="7" creationId="{C424F143-36EF-637C-41D3-A29614DAC515}"/>
          </ac:spMkLst>
        </pc:spChg>
        <pc:spChg chg="add mod">
          <ac:chgData name="Hironari Yamada" userId="e57621f8-ec3c-449e-bb19-001fffcc008e" providerId="ADAL" clId="{BC0BD879-F267-5CCA-8DEA-E3B2DD07DA4E}" dt="2026-06-09T13:00:30.118" v="23190" actId="14100"/>
          <ac:spMkLst>
            <pc:docMk/>
            <pc:sldMk cId="3317847226" sldId="380"/>
            <ac:spMk id="8" creationId="{595C784F-2B8E-8BE7-8F0C-5E2148F6D6A9}"/>
          </ac:spMkLst>
        </pc:spChg>
        <pc:spChg chg="mod">
          <ac:chgData name="Hironari Yamada" userId="e57621f8-ec3c-449e-bb19-001fffcc008e" providerId="ADAL" clId="{BC0BD879-F267-5CCA-8DEA-E3B2DD07DA4E}" dt="2026-06-09T13:02:22.499" v="23324" actId="14100"/>
          <ac:spMkLst>
            <pc:docMk/>
            <pc:sldMk cId="3317847226" sldId="380"/>
            <ac:spMk id="9" creationId="{FA3E28D7-121E-4A14-8709-F6856B467012}"/>
          </ac:spMkLst>
        </pc:spChg>
        <pc:spChg chg="add mod">
          <ac:chgData name="Hironari Yamada" userId="e57621f8-ec3c-449e-bb19-001fffcc008e" providerId="ADAL" clId="{BC0BD879-F267-5CCA-8DEA-E3B2DD07DA4E}" dt="2026-06-09T13:00:38.893" v="23193" actId="14100"/>
          <ac:spMkLst>
            <pc:docMk/>
            <pc:sldMk cId="3317847226" sldId="380"/>
            <ac:spMk id="10" creationId="{94E03FBD-E96C-BFF8-B0B5-2A86A2D4D287}"/>
          </ac:spMkLst>
        </pc:spChg>
        <pc:spChg chg="del">
          <ac:chgData name="Hironari Yamada" userId="e57621f8-ec3c-449e-bb19-001fffcc008e" providerId="ADAL" clId="{BC0BD879-F267-5CCA-8DEA-E3B2DD07DA4E}" dt="2026-06-09T12:57:46.443" v="23065" actId="478"/>
          <ac:spMkLst>
            <pc:docMk/>
            <pc:sldMk cId="3317847226" sldId="380"/>
            <ac:spMk id="12" creationId="{73D504AF-A389-530C-0B09-E2708AF7756B}"/>
          </ac:spMkLst>
        </pc:spChg>
        <pc:spChg chg="del">
          <ac:chgData name="Hironari Yamada" userId="e57621f8-ec3c-449e-bb19-001fffcc008e" providerId="ADAL" clId="{BC0BD879-F267-5CCA-8DEA-E3B2DD07DA4E}" dt="2026-06-09T12:57:58.968" v="23066" actId="478"/>
          <ac:spMkLst>
            <pc:docMk/>
            <pc:sldMk cId="3317847226" sldId="380"/>
            <ac:spMk id="13" creationId="{4FE4BE95-AF47-E4D9-1FCB-01F11F8ACF67}"/>
          </ac:spMkLst>
        </pc:spChg>
        <pc:spChg chg="add mod">
          <ac:chgData name="Hironari Yamada" userId="e57621f8-ec3c-449e-bb19-001fffcc008e" providerId="ADAL" clId="{BC0BD879-F267-5CCA-8DEA-E3B2DD07DA4E}" dt="2026-06-09T13:02:07.470" v="23323" actId="14100"/>
          <ac:spMkLst>
            <pc:docMk/>
            <pc:sldMk cId="3317847226" sldId="380"/>
            <ac:spMk id="14" creationId="{02AFCB86-E830-302C-2D96-2A4227C46067}"/>
          </ac:spMkLst>
        </pc:spChg>
        <pc:spChg chg="mod">
          <ac:chgData name="Hironari Yamada" userId="e57621f8-ec3c-449e-bb19-001fffcc008e" providerId="ADAL" clId="{BC0BD879-F267-5CCA-8DEA-E3B2DD07DA4E}" dt="2026-06-09T12:57:24.745" v="23063"/>
          <ac:spMkLst>
            <pc:docMk/>
            <pc:sldMk cId="3317847226" sldId="380"/>
            <ac:spMk id="15" creationId="{8B58E24A-FE16-1955-ADC6-02939C197ED3}"/>
          </ac:spMkLst>
        </pc:spChg>
        <pc:spChg chg="add mod">
          <ac:chgData name="Hironari Yamada" userId="e57621f8-ec3c-449e-bb19-001fffcc008e" providerId="ADAL" clId="{BC0BD879-F267-5CCA-8DEA-E3B2DD07DA4E}" dt="2026-06-09T13:03:51.112" v="23484" actId="166"/>
          <ac:spMkLst>
            <pc:docMk/>
            <pc:sldMk cId="3317847226" sldId="380"/>
            <ac:spMk id="16" creationId="{489ABB1E-ACA9-9DD3-7821-F4023481C6CB}"/>
          </ac:spMkLst>
        </pc:spChg>
        <pc:spChg chg="add mod">
          <ac:chgData name="Hironari Yamada" userId="e57621f8-ec3c-449e-bb19-001fffcc008e" providerId="ADAL" clId="{BC0BD879-F267-5CCA-8DEA-E3B2DD07DA4E}" dt="2026-06-09T13:04:38.073" v="23627" actId="20577"/>
          <ac:spMkLst>
            <pc:docMk/>
            <pc:sldMk cId="3317847226" sldId="380"/>
            <ac:spMk id="19" creationId="{9C2DC699-389F-7AEF-6E6F-323C10E98FA3}"/>
          </ac:spMkLst>
        </pc:spChg>
        <pc:spChg chg="del">
          <ac:chgData name="Hironari Yamada" userId="e57621f8-ec3c-449e-bb19-001fffcc008e" providerId="ADAL" clId="{BC0BD879-F267-5CCA-8DEA-E3B2DD07DA4E}" dt="2026-06-09T12:57:58.968" v="23066" actId="478"/>
          <ac:spMkLst>
            <pc:docMk/>
            <pc:sldMk cId="3317847226" sldId="380"/>
            <ac:spMk id="26" creationId="{75CED935-1EA4-A768-C716-DE8119F42074}"/>
          </ac:spMkLst>
        </pc:spChg>
        <pc:spChg chg="del">
          <ac:chgData name="Hironari Yamada" userId="e57621f8-ec3c-449e-bb19-001fffcc008e" providerId="ADAL" clId="{BC0BD879-F267-5CCA-8DEA-E3B2DD07DA4E}" dt="2026-06-09T12:57:58.968" v="23066" actId="478"/>
          <ac:spMkLst>
            <pc:docMk/>
            <pc:sldMk cId="3317847226" sldId="380"/>
            <ac:spMk id="27" creationId="{11AA435C-B735-0E04-C5FD-12683071F685}"/>
          </ac:spMkLst>
        </pc:spChg>
        <pc:spChg chg="del">
          <ac:chgData name="Hironari Yamada" userId="e57621f8-ec3c-449e-bb19-001fffcc008e" providerId="ADAL" clId="{BC0BD879-F267-5CCA-8DEA-E3B2DD07DA4E}" dt="2026-06-09T12:57:58.968" v="23066" actId="478"/>
          <ac:spMkLst>
            <pc:docMk/>
            <pc:sldMk cId="3317847226" sldId="380"/>
            <ac:spMk id="28" creationId="{A8F7EA2E-E812-3072-E3BE-D07D437F16FB}"/>
          </ac:spMkLst>
        </pc:spChg>
        <pc:spChg chg="del">
          <ac:chgData name="Hironari Yamada" userId="e57621f8-ec3c-449e-bb19-001fffcc008e" providerId="ADAL" clId="{BC0BD879-F267-5CCA-8DEA-E3B2DD07DA4E}" dt="2026-06-09T12:57:58.968" v="23066" actId="478"/>
          <ac:spMkLst>
            <pc:docMk/>
            <pc:sldMk cId="3317847226" sldId="380"/>
            <ac:spMk id="29" creationId="{D99769FF-273D-6687-ED6E-5F3C984A2739}"/>
          </ac:spMkLst>
        </pc:spChg>
        <pc:spChg chg="del">
          <ac:chgData name="Hironari Yamada" userId="e57621f8-ec3c-449e-bb19-001fffcc008e" providerId="ADAL" clId="{BC0BD879-F267-5CCA-8DEA-E3B2DD07DA4E}" dt="2026-06-09T12:57:58.968" v="23066" actId="478"/>
          <ac:spMkLst>
            <pc:docMk/>
            <pc:sldMk cId="3317847226" sldId="380"/>
            <ac:spMk id="30" creationId="{68832A60-25AA-C17A-4940-C2516087A47E}"/>
          </ac:spMkLst>
        </pc:spChg>
        <pc:spChg chg="del">
          <ac:chgData name="Hironari Yamada" userId="e57621f8-ec3c-449e-bb19-001fffcc008e" providerId="ADAL" clId="{BC0BD879-F267-5CCA-8DEA-E3B2DD07DA4E}" dt="2026-06-09T12:57:58.968" v="23066" actId="478"/>
          <ac:spMkLst>
            <pc:docMk/>
            <pc:sldMk cId="3317847226" sldId="380"/>
            <ac:spMk id="31" creationId="{B9D5E4D3-4343-4C3E-3F61-1179D789D931}"/>
          </ac:spMkLst>
        </pc:spChg>
        <pc:spChg chg="del mod">
          <ac:chgData name="Hironari Yamada" userId="e57621f8-ec3c-449e-bb19-001fffcc008e" providerId="ADAL" clId="{BC0BD879-F267-5CCA-8DEA-E3B2DD07DA4E}" dt="2026-06-09T12:57:58.968" v="23066" actId="478"/>
          <ac:spMkLst>
            <pc:docMk/>
            <pc:sldMk cId="3317847226" sldId="380"/>
            <ac:spMk id="32" creationId="{DDF3402F-9EE7-748E-70B5-8519230DB538}"/>
          </ac:spMkLst>
        </pc:spChg>
        <pc:picChg chg="add mod">
          <ac:chgData name="Hironari Yamada" userId="e57621f8-ec3c-449e-bb19-001fffcc008e" providerId="ADAL" clId="{BC0BD879-F267-5CCA-8DEA-E3B2DD07DA4E}" dt="2026-06-09T12:59:40.111" v="23111" actId="1076"/>
          <ac:picMkLst>
            <pc:docMk/>
            <pc:sldMk cId="3317847226" sldId="380"/>
            <ac:picMk id="5" creationId="{449835FD-143C-F12B-29CA-9408CCD956C8}"/>
          </ac:picMkLst>
        </pc:picChg>
        <pc:picChg chg="del">
          <ac:chgData name="Hironari Yamada" userId="e57621f8-ec3c-449e-bb19-001fffcc008e" providerId="ADAL" clId="{BC0BD879-F267-5CCA-8DEA-E3B2DD07DA4E}" dt="2026-06-09T12:57:46.443" v="23065" actId="478"/>
          <ac:picMkLst>
            <pc:docMk/>
            <pc:sldMk cId="3317847226" sldId="380"/>
            <ac:picMk id="11" creationId="{BDE89E57-5857-EE75-8BCD-82F0D1695ED6}"/>
          </ac:picMkLst>
        </pc:picChg>
        <pc:picChg chg="add mod">
          <ac:chgData name="Hironari Yamada" userId="e57621f8-ec3c-449e-bb19-001fffcc008e" providerId="ADAL" clId="{BC0BD879-F267-5CCA-8DEA-E3B2DD07DA4E}" dt="2026-06-09T13:03:43.079" v="23482" actId="1076"/>
          <ac:picMkLst>
            <pc:docMk/>
            <pc:sldMk cId="3317847226" sldId="380"/>
            <ac:picMk id="18" creationId="{9A484D41-C407-AFE7-23BB-2B86BDB789A9}"/>
          </ac:picMkLst>
        </pc:picChg>
        <pc:picChg chg="del">
          <ac:chgData name="Hironari Yamada" userId="e57621f8-ec3c-449e-bb19-001fffcc008e" providerId="ADAL" clId="{BC0BD879-F267-5CCA-8DEA-E3B2DD07DA4E}" dt="2026-06-09T12:57:58.968" v="23066" actId="478"/>
          <ac:picMkLst>
            <pc:docMk/>
            <pc:sldMk cId="3317847226" sldId="380"/>
            <ac:picMk id="25" creationId="{ADAAB498-4F8C-8345-117A-9F79F44EA2BE}"/>
          </ac:picMkLst>
        </pc:picChg>
      </pc:sldChg>
      <pc:sldChg chg="addSp delSp modSp add mod">
        <pc:chgData name="Hironari Yamada" userId="e57621f8-ec3c-449e-bb19-001fffcc008e" providerId="ADAL" clId="{BC0BD879-F267-5CCA-8DEA-E3B2DD07DA4E}" dt="2026-06-09T13:31:29.011" v="24047"/>
        <pc:sldMkLst>
          <pc:docMk/>
          <pc:sldMk cId="1982739910" sldId="381"/>
        </pc:sldMkLst>
        <pc:spChg chg="mod">
          <ac:chgData name="Hironari Yamada" userId="e57621f8-ec3c-449e-bb19-001fffcc008e" providerId="ADAL" clId="{BC0BD879-F267-5CCA-8DEA-E3B2DD07DA4E}" dt="2026-06-09T13:15:21.074" v="23710"/>
          <ac:spMkLst>
            <pc:docMk/>
            <pc:sldMk cId="1982739910" sldId="381"/>
            <ac:spMk id="2" creationId="{562896E7-BB86-237C-B8BF-60D2EEF07378}"/>
          </ac:spMkLst>
        </pc:spChg>
        <pc:spChg chg="mod">
          <ac:chgData name="Hironari Yamada" userId="e57621f8-ec3c-449e-bb19-001fffcc008e" providerId="ADAL" clId="{BC0BD879-F267-5CCA-8DEA-E3B2DD07DA4E}" dt="2026-06-09T13:20:09.435" v="23763" actId="167"/>
          <ac:spMkLst>
            <pc:docMk/>
            <pc:sldMk cId="1982739910" sldId="381"/>
            <ac:spMk id="3" creationId="{179D94FF-6DDC-DE1D-5860-C6EE5E681E46}"/>
          </ac:spMkLst>
        </pc:spChg>
        <pc:spChg chg="mod">
          <ac:chgData name="Hironari Yamada" userId="e57621f8-ec3c-449e-bb19-001fffcc008e" providerId="ADAL" clId="{BC0BD879-F267-5CCA-8DEA-E3B2DD07DA4E}" dt="2026-06-09T13:31:29.011" v="24047"/>
          <ac:spMkLst>
            <pc:docMk/>
            <pc:sldMk cId="1982739910" sldId="381"/>
            <ac:spMk id="6" creationId="{5D01627A-93E5-AF76-0C37-031CFF13F51C}"/>
          </ac:spMkLst>
        </pc:spChg>
        <pc:spChg chg="mod">
          <ac:chgData name="Hironari Yamada" userId="e57621f8-ec3c-449e-bb19-001fffcc008e" providerId="ADAL" clId="{BC0BD879-F267-5CCA-8DEA-E3B2DD07DA4E}" dt="2026-06-09T13:13:43.445" v="23705" actId="20577"/>
          <ac:spMkLst>
            <pc:docMk/>
            <pc:sldMk cId="1982739910" sldId="381"/>
            <ac:spMk id="9" creationId="{1E73C6BB-B9F5-190A-5625-DDAC1FCECDC6}"/>
          </ac:spMkLst>
        </pc:spChg>
        <pc:spChg chg="add mod">
          <ac:chgData name="Hironari Yamada" userId="e57621f8-ec3c-449e-bb19-001fffcc008e" providerId="ADAL" clId="{BC0BD879-F267-5CCA-8DEA-E3B2DD07DA4E}" dt="2026-06-09T13:20:26.265" v="23770" actId="14100"/>
          <ac:spMkLst>
            <pc:docMk/>
            <pc:sldMk cId="1982739910" sldId="381"/>
            <ac:spMk id="10" creationId="{A6CA0A84-BA19-8956-2F15-83B15089F988}"/>
          </ac:spMkLst>
        </pc:spChg>
        <pc:spChg chg="mod">
          <ac:chgData name="Hironari Yamada" userId="e57621f8-ec3c-449e-bb19-001fffcc008e" providerId="ADAL" clId="{BC0BD879-F267-5CCA-8DEA-E3B2DD07DA4E}" dt="2026-06-09T13:16:42.199" v="23715" actId="14100"/>
          <ac:spMkLst>
            <pc:docMk/>
            <pc:sldMk cId="1982739910" sldId="381"/>
            <ac:spMk id="12" creationId="{8EC5F93F-2640-B684-D747-76FD98AC5BEB}"/>
          </ac:spMkLst>
        </pc:spChg>
        <pc:spChg chg="mod">
          <ac:chgData name="Hironari Yamada" userId="e57621f8-ec3c-449e-bb19-001fffcc008e" providerId="ADAL" clId="{BC0BD879-F267-5CCA-8DEA-E3B2DD07DA4E}" dt="2026-06-09T13:16:56.611" v="23728" actId="14100"/>
          <ac:spMkLst>
            <pc:docMk/>
            <pc:sldMk cId="1982739910" sldId="381"/>
            <ac:spMk id="13" creationId="{2FB488EF-AD95-9429-F289-FD6D4D5AE162}"/>
          </ac:spMkLst>
        </pc:spChg>
        <pc:spChg chg="mod">
          <ac:chgData name="Hironari Yamada" userId="e57621f8-ec3c-449e-bb19-001fffcc008e" providerId="ADAL" clId="{BC0BD879-F267-5CCA-8DEA-E3B2DD07DA4E}" dt="2026-06-09T13:13:15.653" v="23629"/>
          <ac:spMkLst>
            <pc:docMk/>
            <pc:sldMk cId="1982739910" sldId="381"/>
            <ac:spMk id="15" creationId="{9A1E25CA-01E9-B1EA-B6BA-63604AF45982}"/>
          </ac:spMkLst>
        </pc:spChg>
        <pc:spChg chg="del mod">
          <ac:chgData name="Hironari Yamada" userId="e57621f8-ec3c-449e-bb19-001fffcc008e" providerId="ADAL" clId="{BC0BD879-F267-5CCA-8DEA-E3B2DD07DA4E}" dt="2026-06-09T13:20:18.819" v="23767" actId="478"/>
          <ac:spMkLst>
            <pc:docMk/>
            <pc:sldMk cId="1982739910" sldId="381"/>
            <ac:spMk id="26" creationId="{0B7EB435-4BD9-8674-0C88-EDE863AE3E59}"/>
          </ac:spMkLst>
        </pc:spChg>
        <pc:spChg chg="mod">
          <ac:chgData name="Hironari Yamada" userId="e57621f8-ec3c-449e-bb19-001fffcc008e" providerId="ADAL" clId="{BC0BD879-F267-5CCA-8DEA-E3B2DD07DA4E}" dt="2026-06-09T13:20:46.300" v="23845" actId="20577"/>
          <ac:spMkLst>
            <pc:docMk/>
            <pc:sldMk cId="1982739910" sldId="381"/>
            <ac:spMk id="27" creationId="{3C4CDE35-B4F2-5C19-C003-5B7BBB7C0599}"/>
          </ac:spMkLst>
        </pc:spChg>
        <pc:spChg chg="del">
          <ac:chgData name="Hironari Yamada" userId="e57621f8-ec3c-449e-bb19-001fffcc008e" providerId="ADAL" clId="{BC0BD879-F267-5CCA-8DEA-E3B2DD07DA4E}" dt="2026-06-09T13:18:23.257" v="23737" actId="478"/>
          <ac:spMkLst>
            <pc:docMk/>
            <pc:sldMk cId="1982739910" sldId="381"/>
            <ac:spMk id="28" creationId="{9BC3B0B3-146E-AF86-6F3F-9F7FBBAB1478}"/>
          </ac:spMkLst>
        </pc:spChg>
        <pc:spChg chg="del">
          <ac:chgData name="Hironari Yamada" userId="e57621f8-ec3c-449e-bb19-001fffcc008e" providerId="ADAL" clId="{BC0BD879-F267-5CCA-8DEA-E3B2DD07DA4E}" dt="2026-06-09T13:18:23.257" v="23737" actId="478"/>
          <ac:spMkLst>
            <pc:docMk/>
            <pc:sldMk cId="1982739910" sldId="381"/>
            <ac:spMk id="29" creationId="{53ABCD5B-2A19-F01F-6D03-8BE23386DA60}"/>
          </ac:spMkLst>
        </pc:spChg>
        <pc:spChg chg="del">
          <ac:chgData name="Hironari Yamada" userId="e57621f8-ec3c-449e-bb19-001fffcc008e" providerId="ADAL" clId="{BC0BD879-F267-5CCA-8DEA-E3B2DD07DA4E}" dt="2026-06-09T13:18:23.257" v="23737" actId="478"/>
          <ac:spMkLst>
            <pc:docMk/>
            <pc:sldMk cId="1982739910" sldId="381"/>
            <ac:spMk id="30" creationId="{D8CAF61F-543B-6BB0-3814-EA686A849CAB}"/>
          </ac:spMkLst>
        </pc:spChg>
        <pc:spChg chg="del">
          <ac:chgData name="Hironari Yamada" userId="e57621f8-ec3c-449e-bb19-001fffcc008e" providerId="ADAL" clId="{BC0BD879-F267-5CCA-8DEA-E3B2DD07DA4E}" dt="2026-06-09T13:18:23.257" v="23737" actId="478"/>
          <ac:spMkLst>
            <pc:docMk/>
            <pc:sldMk cId="1982739910" sldId="381"/>
            <ac:spMk id="31" creationId="{E8E1A619-B3C1-0FD0-2BDB-38C2BF0FC654}"/>
          </ac:spMkLst>
        </pc:spChg>
        <pc:spChg chg="del">
          <ac:chgData name="Hironari Yamada" userId="e57621f8-ec3c-449e-bb19-001fffcc008e" providerId="ADAL" clId="{BC0BD879-F267-5CCA-8DEA-E3B2DD07DA4E}" dt="2026-06-09T13:18:23.257" v="23737" actId="478"/>
          <ac:spMkLst>
            <pc:docMk/>
            <pc:sldMk cId="1982739910" sldId="381"/>
            <ac:spMk id="32" creationId="{DAB4EF68-2ACC-1AC7-552B-E151AB42FFE0}"/>
          </ac:spMkLst>
        </pc:spChg>
        <pc:picChg chg="add mod">
          <ac:chgData name="Hironari Yamada" userId="e57621f8-ec3c-449e-bb19-001fffcc008e" providerId="ADAL" clId="{BC0BD879-F267-5CCA-8DEA-E3B2DD07DA4E}" dt="2026-06-09T13:16:35.148" v="23713" actId="14100"/>
          <ac:picMkLst>
            <pc:docMk/>
            <pc:sldMk cId="1982739910" sldId="381"/>
            <ac:picMk id="5" creationId="{627601EE-76E7-D0D0-9D66-828825D67613}"/>
          </ac:picMkLst>
        </pc:picChg>
        <pc:picChg chg="add del mod">
          <ac:chgData name="Hironari Yamada" userId="e57621f8-ec3c-449e-bb19-001fffcc008e" providerId="ADAL" clId="{BC0BD879-F267-5CCA-8DEA-E3B2DD07DA4E}" dt="2026-06-09T13:20:04.372" v="23761" actId="478"/>
          <ac:picMkLst>
            <pc:docMk/>
            <pc:sldMk cId="1982739910" sldId="381"/>
            <ac:picMk id="8" creationId="{733D67F3-BE88-D4FB-96E7-747DFEF40462}"/>
          </ac:picMkLst>
        </pc:picChg>
        <pc:picChg chg="del">
          <ac:chgData name="Hironari Yamada" userId="e57621f8-ec3c-449e-bb19-001fffcc008e" providerId="ADAL" clId="{BC0BD879-F267-5CCA-8DEA-E3B2DD07DA4E}" dt="2026-06-09T13:14:00.873" v="23707" actId="478"/>
          <ac:picMkLst>
            <pc:docMk/>
            <pc:sldMk cId="1982739910" sldId="381"/>
            <ac:picMk id="11" creationId="{D2C638E7-2054-4706-DF60-2EDCC556F1F9}"/>
          </ac:picMkLst>
        </pc:picChg>
        <pc:picChg chg="add mod">
          <ac:chgData name="Hironari Yamada" userId="e57621f8-ec3c-449e-bb19-001fffcc008e" providerId="ADAL" clId="{BC0BD879-F267-5CCA-8DEA-E3B2DD07DA4E}" dt="2026-06-09T13:20:11.837" v="23764" actId="1076"/>
          <ac:picMkLst>
            <pc:docMk/>
            <pc:sldMk cId="1982739910" sldId="381"/>
            <ac:picMk id="14" creationId="{0321E204-F6C8-2C0C-1BD7-D36C5FEE9C88}"/>
          </ac:picMkLst>
        </pc:picChg>
        <pc:picChg chg="del">
          <ac:chgData name="Hironari Yamada" userId="e57621f8-ec3c-449e-bb19-001fffcc008e" providerId="ADAL" clId="{BC0BD879-F267-5CCA-8DEA-E3B2DD07DA4E}" dt="2026-06-09T13:17:33.412" v="23729" actId="478"/>
          <ac:picMkLst>
            <pc:docMk/>
            <pc:sldMk cId="1982739910" sldId="381"/>
            <ac:picMk id="25" creationId="{558ABFBB-202A-E1F2-2D3F-1FF9304008E2}"/>
          </ac:picMkLst>
        </pc:picChg>
      </pc:sldChg>
      <pc:sldChg chg="addSp delSp modSp add mod">
        <pc:chgData name="Hironari Yamada" userId="e57621f8-ec3c-449e-bb19-001fffcc008e" providerId="ADAL" clId="{BC0BD879-F267-5CCA-8DEA-E3B2DD07DA4E}" dt="2026-06-09T13:32:21.666" v="24054" actId="1076"/>
        <pc:sldMkLst>
          <pc:docMk/>
          <pc:sldMk cId="3954149654" sldId="382"/>
        </pc:sldMkLst>
        <pc:spChg chg="mod">
          <ac:chgData name="Hironari Yamada" userId="e57621f8-ec3c-449e-bb19-001fffcc008e" providerId="ADAL" clId="{BC0BD879-F267-5CCA-8DEA-E3B2DD07DA4E}" dt="2026-06-09T13:31:38.447" v="24049"/>
          <ac:spMkLst>
            <pc:docMk/>
            <pc:sldMk cId="3954149654" sldId="382"/>
            <ac:spMk id="6" creationId="{EBB80CDF-1AC9-31C1-D3CE-11E166E2C870}"/>
          </ac:spMkLst>
        </pc:spChg>
        <pc:spChg chg="del mod">
          <ac:chgData name="Hironari Yamada" userId="e57621f8-ec3c-449e-bb19-001fffcc008e" providerId="ADAL" clId="{BC0BD879-F267-5CCA-8DEA-E3B2DD07DA4E}" dt="2026-06-09T13:18:52.349" v="23746" actId="478"/>
          <ac:spMkLst>
            <pc:docMk/>
            <pc:sldMk cId="3954149654" sldId="382"/>
            <ac:spMk id="9" creationId="{7D69DEF7-939B-AF7D-0067-8CF8B860B661}"/>
          </ac:spMkLst>
        </pc:spChg>
        <pc:spChg chg="del">
          <ac:chgData name="Hironari Yamada" userId="e57621f8-ec3c-449e-bb19-001fffcc008e" providerId="ADAL" clId="{BC0BD879-F267-5CCA-8DEA-E3B2DD07DA4E}" dt="2026-06-09T13:19:17.002" v="23754" actId="478"/>
          <ac:spMkLst>
            <pc:docMk/>
            <pc:sldMk cId="3954149654" sldId="382"/>
            <ac:spMk id="10" creationId="{8765E667-9B2D-2AD9-07C8-E064925B4BDA}"/>
          </ac:spMkLst>
        </pc:spChg>
        <pc:spChg chg="del">
          <ac:chgData name="Hironari Yamada" userId="e57621f8-ec3c-449e-bb19-001fffcc008e" providerId="ADAL" clId="{BC0BD879-F267-5CCA-8DEA-E3B2DD07DA4E}" dt="2026-06-09T13:18:56.572" v="23747" actId="478"/>
          <ac:spMkLst>
            <pc:docMk/>
            <pc:sldMk cId="3954149654" sldId="382"/>
            <ac:spMk id="12" creationId="{9D34397D-9369-6D70-AB09-B74074B385E2}"/>
          </ac:spMkLst>
        </pc:spChg>
        <pc:spChg chg="del">
          <ac:chgData name="Hironari Yamada" userId="e57621f8-ec3c-449e-bb19-001fffcc008e" providerId="ADAL" clId="{BC0BD879-F267-5CCA-8DEA-E3B2DD07DA4E}" dt="2026-06-09T13:18:56.572" v="23747" actId="478"/>
          <ac:spMkLst>
            <pc:docMk/>
            <pc:sldMk cId="3954149654" sldId="382"/>
            <ac:spMk id="13" creationId="{29076454-808F-6C9B-0AC7-9FCFFE39F02F}"/>
          </ac:spMkLst>
        </pc:spChg>
        <pc:spChg chg="add mod">
          <ac:chgData name="Hironari Yamada" userId="e57621f8-ec3c-449e-bb19-001fffcc008e" providerId="ADAL" clId="{BC0BD879-F267-5CCA-8DEA-E3B2DD07DA4E}" dt="2026-06-09T13:32:21.666" v="24054" actId="1076"/>
          <ac:spMkLst>
            <pc:docMk/>
            <pc:sldMk cId="3954149654" sldId="382"/>
            <ac:spMk id="14" creationId="{826E07D8-E1CE-DE05-243D-579F81CE8F9F}"/>
          </ac:spMkLst>
        </pc:spChg>
        <pc:spChg chg="add mod">
          <ac:chgData name="Hironari Yamada" userId="e57621f8-ec3c-449e-bb19-001fffcc008e" providerId="ADAL" clId="{BC0BD879-F267-5CCA-8DEA-E3B2DD07DA4E}" dt="2026-06-09T13:32:21.666" v="24054" actId="1076"/>
          <ac:spMkLst>
            <pc:docMk/>
            <pc:sldMk cId="3954149654" sldId="382"/>
            <ac:spMk id="16" creationId="{E4B75720-4C67-9681-C511-324C853A09FA}"/>
          </ac:spMkLst>
        </pc:spChg>
        <pc:spChg chg="add mod">
          <ac:chgData name="Hironari Yamada" userId="e57621f8-ec3c-449e-bb19-001fffcc008e" providerId="ADAL" clId="{BC0BD879-F267-5CCA-8DEA-E3B2DD07DA4E}" dt="2026-06-09T13:32:21.666" v="24054" actId="1076"/>
          <ac:spMkLst>
            <pc:docMk/>
            <pc:sldMk cId="3954149654" sldId="382"/>
            <ac:spMk id="17" creationId="{FC0AAC62-8B8D-EF2A-6D23-2DCFC73439B6}"/>
          </ac:spMkLst>
        </pc:spChg>
        <pc:spChg chg="add mod">
          <ac:chgData name="Hironari Yamada" userId="e57621f8-ec3c-449e-bb19-001fffcc008e" providerId="ADAL" clId="{BC0BD879-F267-5CCA-8DEA-E3B2DD07DA4E}" dt="2026-06-09T13:32:21.666" v="24054" actId="1076"/>
          <ac:spMkLst>
            <pc:docMk/>
            <pc:sldMk cId="3954149654" sldId="382"/>
            <ac:spMk id="19" creationId="{98D0C256-737F-CD0B-6939-B930A555D29F}"/>
          </ac:spMkLst>
        </pc:spChg>
        <pc:spChg chg="add mod">
          <ac:chgData name="Hironari Yamada" userId="e57621f8-ec3c-449e-bb19-001fffcc008e" providerId="ADAL" clId="{BC0BD879-F267-5CCA-8DEA-E3B2DD07DA4E}" dt="2026-06-09T13:30:21.910" v="23929"/>
          <ac:spMkLst>
            <pc:docMk/>
            <pc:sldMk cId="3954149654" sldId="382"/>
            <ac:spMk id="20" creationId="{1D9BCA68-BD8B-E642-D940-F9A3F60B9777}"/>
          </ac:spMkLst>
        </pc:spChg>
        <pc:spChg chg="add mod">
          <ac:chgData name="Hironari Yamada" userId="e57621f8-ec3c-449e-bb19-001fffcc008e" providerId="ADAL" clId="{BC0BD879-F267-5CCA-8DEA-E3B2DD07DA4E}" dt="2026-06-09T13:32:21.666" v="24054" actId="1076"/>
          <ac:spMkLst>
            <pc:docMk/>
            <pc:sldMk cId="3954149654" sldId="382"/>
            <ac:spMk id="21" creationId="{F6CF8CE8-7C6C-8A48-8705-0D99B8C7DD6D}"/>
          </ac:spMkLst>
        </pc:spChg>
        <pc:spChg chg="add mod">
          <ac:chgData name="Hironari Yamada" userId="e57621f8-ec3c-449e-bb19-001fffcc008e" providerId="ADAL" clId="{BC0BD879-F267-5CCA-8DEA-E3B2DD07DA4E}" dt="2026-06-09T13:32:21.666" v="24054" actId="1076"/>
          <ac:spMkLst>
            <pc:docMk/>
            <pc:sldMk cId="3954149654" sldId="382"/>
            <ac:spMk id="22" creationId="{5080A1D7-357F-58A5-7039-BEA713F83808}"/>
          </ac:spMkLst>
        </pc:spChg>
        <pc:spChg chg="add mod">
          <ac:chgData name="Hironari Yamada" userId="e57621f8-ec3c-449e-bb19-001fffcc008e" providerId="ADAL" clId="{BC0BD879-F267-5CCA-8DEA-E3B2DD07DA4E}" dt="2026-06-09T13:32:21.666" v="24054" actId="1076"/>
          <ac:spMkLst>
            <pc:docMk/>
            <pc:sldMk cId="3954149654" sldId="382"/>
            <ac:spMk id="23" creationId="{11BC43F8-CB2C-4739-AAD9-9946DD1D756D}"/>
          </ac:spMkLst>
        </pc:spChg>
        <pc:spChg chg="add mod">
          <ac:chgData name="Hironari Yamada" userId="e57621f8-ec3c-449e-bb19-001fffcc008e" providerId="ADAL" clId="{BC0BD879-F267-5CCA-8DEA-E3B2DD07DA4E}" dt="2026-06-09T13:32:21.666" v="24054" actId="1076"/>
          <ac:spMkLst>
            <pc:docMk/>
            <pc:sldMk cId="3954149654" sldId="382"/>
            <ac:spMk id="24" creationId="{799F8559-BC2D-3FC8-75BA-359185E2425E}"/>
          </ac:spMkLst>
        </pc:spChg>
        <pc:spChg chg="mod">
          <ac:chgData name="Hironari Yamada" userId="e57621f8-ec3c-449e-bb19-001fffcc008e" providerId="ADAL" clId="{BC0BD879-F267-5CCA-8DEA-E3B2DD07DA4E}" dt="2026-06-09T13:32:21.666" v="24054" actId="1076"/>
          <ac:spMkLst>
            <pc:docMk/>
            <pc:sldMk cId="3954149654" sldId="382"/>
            <ac:spMk id="26" creationId="{6A3E4232-39E5-B2E7-0863-497167463AD9}"/>
          </ac:spMkLst>
        </pc:spChg>
        <pc:spChg chg="del mod">
          <ac:chgData name="Hironari Yamada" userId="e57621f8-ec3c-449e-bb19-001fffcc008e" providerId="ADAL" clId="{BC0BD879-F267-5CCA-8DEA-E3B2DD07DA4E}" dt="2026-06-09T13:28:39.762" v="23850" actId="478"/>
          <ac:spMkLst>
            <pc:docMk/>
            <pc:sldMk cId="3954149654" sldId="382"/>
            <ac:spMk id="27" creationId="{5D5CA298-4833-02A2-B75A-B858EBCF9408}"/>
          </ac:spMkLst>
        </pc:spChg>
        <pc:picChg chg="del">
          <ac:chgData name="Hironari Yamada" userId="e57621f8-ec3c-449e-bb19-001fffcc008e" providerId="ADAL" clId="{BC0BD879-F267-5CCA-8DEA-E3B2DD07DA4E}" dt="2026-06-09T13:18:48.789" v="23743" actId="478"/>
          <ac:picMkLst>
            <pc:docMk/>
            <pc:sldMk cId="3954149654" sldId="382"/>
            <ac:picMk id="5" creationId="{81A87BDC-547B-77B3-CA1D-739DF0C23FFD}"/>
          </ac:picMkLst>
        </pc:picChg>
        <pc:picChg chg="mod">
          <ac:chgData name="Hironari Yamada" userId="e57621f8-ec3c-449e-bb19-001fffcc008e" providerId="ADAL" clId="{BC0BD879-F267-5CCA-8DEA-E3B2DD07DA4E}" dt="2026-06-09T13:18:59.264" v="23748" actId="1076"/>
          <ac:picMkLst>
            <pc:docMk/>
            <pc:sldMk cId="3954149654" sldId="382"/>
            <ac:picMk id="8" creationId="{7DCCFF6F-A53D-C5AA-7133-1D0DE1C0D195}"/>
          </ac:picMkLst>
        </pc:picChg>
        <pc:picChg chg="add del mod">
          <ac:chgData name="Hironari Yamada" userId="e57621f8-ec3c-449e-bb19-001fffcc008e" providerId="ADAL" clId="{BC0BD879-F267-5CCA-8DEA-E3B2DD07DA4E}" dt="2026-06-09T13:20:02.186" v="23760" actId="21"/>
          <ac:picMkLst>
            <pc:docMk/>
            <pc:sldMk cId="3954149654" sldId="382"/>
            <ac:picMk id="11" creationId="{BD119354-8229-6B4B-026A-350102E4703E}"/>
          </ac:picMkLst>
        </pc:picChg>
        <pc:picChg chg="add mod">
          <ac:chgData name="Hironari Yamada" userId="e57621f8-ec3c-449e-bb19-001fffcc008e" providerId="ADAL" clId="{BC0BD879-F267-5CCA-8DEA-E3B2DD07DA4E}" dt="2026-06-09T13:32:21.666" v="24054" actId="1076"/>
          <ac:picMkLst>
            <pc:docMk/>
            <pc:sldMk cId="3954149654" sldId="382"/>
            <ac:picMk id="18" creationId="{8547636F-3194-7106-8A4E-FF4B6CF604A4}"/>
          </ac:picMkLst>
        </pc:picChg>
      </pc:sldChg>
      <pc:sldChg chg="addSp delSp modSp add mod">
        <pc:chgData name="Hironari Yamada" userId="e57621f8-ec3c-449e-bb19-001fffcc008e" providerId="ADAL" clId="{BC0BD879-F267-5CCA-8DEA-E3B2DD07DA4E}" dt="2026-06-09T13:46:57.267" v="24446" actId="20577"/>
        <pc:sldMkLst>
          <pc:docMk/>
          <pc:sldMk cId="901318871" sldId="383"/>
        </pc:sldMkLst>
        <pc:spChg chg="mod">
          <ac:chgData name="Hironari Yamada" userId="e57621f8-ec3c-449e-bb19-001fffcc008e" providerId="ADAL" clId="{BC0BD879-F267-5CCA-8DEA-E3B2DD07DA4E}" dt="2026-06-09T13:43:56.531" v="24278" actId="14100"/>
          <ac:spMkLst>
            <pc:docMk/>
            <pc:sldMk cId="901318871" sldId="383"/>
            <ac:spMk id="3" creationId="{44B43216-C577-2332-8451-ECD71F5DD8EE}"/>
          </ac:spMkLst>
        </pc:spChg>
        <pc:spChg chg="add mod">
          <ac:chgData name="Hironari Yamada" userId="e57621f8-ec3c-449e-bb19-001fffcc008e" providerId="ADAL" clId="{BC0BD879-F267-5CCA-8DEA-E3B2DD07DA4E}" dt="2026-06-09T13:43:52.984" v="24277" actId="1076"/>
          <ac:spMkLst>
            <pc:docMk/>
            <pc:sldMk cId="901318871" sldId="383"/>
            <ac:spMk id="9" creationId="{3CE2DEF4-5204-AE42-61AA-84CCC831F76E}"/>
          </ac:spMkLst>
        </pc:spChg>
        <pc:spChg chg="add mod">
          <ac:chgData name="Hironari Yamada" userId="e57621f8-ec3c-449e-bb19-001fffcc008e" providerId="ADAL" clId="{BC0BD879-F267-5CCA-8DEA-E3B2DD07DA4E}" dt="2026-06-09T13:43:52.984" v="24277" actId="1076"/>
          <ac:spMkLst>
            <pc:docMk/>
            <pc:sldMk cId="901318871" sldId="383"/>
            <ac:spMk id="10" creationId="{DAB6A280-6925-D371-CB97-21EC8015ACAC}"/>
          </ac:spMkLst>
        </pc:spChg>
        <pc:spChg chg="add mod">
          <ac:chgData name="Hironari Yamada" userId="e57621f8-ec3c-449e-bb19-001fffcc008e" providerId="ADAL" clId="{BC0BD879-F267-5CCA-8DEA-E3B2DD07DA4E}" dt="2026-06-09T13:44:18.410" v="24283" actId="1076"/>
          <ac:spMkLst>
            <pc:docMk/>
            <pc:sldMk cId="901318871" sldId="383"/>
            <ac:spMk id="11" creationId="{63E223F5-6BB7-3EF4-05A1-5E8E1980FA2E}"/>
          </ac:spMkLst>
        </pc:spChg>
        <pc:spChg chg="del">
          <ac:chgData name="Hironari Yamada" userId="e57621f8-ec3c-449e-bb19-001fffcc008e" providerId="ADAL" clId="{BC0BD879-F267-5CCA-8DEA-E3B2DD07DA4E}" dt="2026-06-09T13:32:11.377" v="24053" actId="478"/>
          <ac:spMkLst>
            <pc:docMk/>
            <pc:sldMk cId="901318871" sldId="383"/>
            <ac:spMk id="14" creationId="{E49B8082-7FA4-57B1-826F-FD4D49A08EFC}"/>
          </ac:spMkLst>
        </pc:spChg>
        <pc:spChg chg="mod">
          <ac:chgData name="Hironari Yamada" userId="e57621f8-ec3c-449e-bb19-001fffcc008e" providerId="ADAL" clId="{BC0BD879-F267-5CCA-8DEA-E3B2DD07DA4E}" dt="2026-06-09T13:43:52.984" v="24277" actId="1076"/>
          <ac:spMkLst>
            <pc:docMk/>
            <pc:sldMk cId="901318871" sldId="383"/>
            <ac:spMk id="16" creationId="{F41D58D4-0EA3-E470-111A-E4E72A7D3474}"/>
          </ac:spMkLst>
        </pc:spChg>
        <pc:spChg chg="mod">
          <ac:chgData name="Hironari Yamada" userId="e57621f8-ec3c-449e-bb19-001fffcc008e" providerId="ADAL" clId="{BC0BD879-F267-5CCA-8DEA-E3B2DD07DA4E}" dt="2026-06-09T13:43:52.984" v="24277" actId="1076"/>
          <ac:spMkLst>
            <pc:docMk/>
            <pc:sldMk cId="901318871" sldId="383"/>
            <ac:spMk id="17" creationId="{3B5E6225-282F-8C02-B8B9-A360E48BDD72}"/>
          </ac:spMkLst>
        </pc:spChg>
        <pc:spChg chg="del">
          <ac:chgData name="Hironari Yamada" userId="e57621f8-ec3c-449e-bb19-001fffcc008e" providerId="ADAL" clId="{BC0BD879-F267-5CCA-8DEA-E3B2DD07DA4E}" dt="2026-06-09T13:32:11.377" v="24053" actId="478"/>
          <ac:spMkLst>
            <pc:docMk/>
            <pc:sldMk cId="901318871" sldId="383"/>
            <ac:spMk id="19" creationId="{E7638DA2-5C01-D071-8E06-0668BB58340A}"/>
          </ac:spMkLst>
        </pc:spChg>
        <pc:spChg chg="del">
          <ac:chgData name="Hironari Yamada" userId="e57621f8-ec3c-449e-bb19-001fffcc008e" providerId="ADAL" clId="{BC0BD879-F267-5CCA-8DEA-E3B2DD07DA4E}" dt="2026-06-09T13:32:11.377" v="24053" actId="478"/>
          <ac:spMkLst>
            <pc:docMk/>
            <pc:sldMk cId="901318871" sldId="383"/>
            <ac:spMk id="20" creationId="{9D298988-5F2E-444A-FEF4-8DDC032E36CA}"/>
          </ac:spMkLst>
        </pc:spChg>
        <pc:spChg chg="del">
          <ac:chgData name="Hironari Yamada" userId="e57621f8-ec3c-449e-bb19-001fffcc008e" providerId="ADAL" clId="{BC0BD879-F267-5CCA-8DEA-E3B2DD07DA4E}" dt="2026-06-09T13:32:11.377" v="24053" actId="478"/>
          <ac:spMkLst>
            <pc:docMk/>
            <pc:sldMk cId="901318871" sldId="383"/>
            <ac:spMk id="21" creationId="{2F1622FC-201D-014A-B196-EB553238A3A3}"/>
          </ac:spMkLst>
        </pc:spChg>
        <pc:spChg chg="del">
          <ac:chgData name="Hironari Yamada" userId="e57621f8-ec3c-449e-bb19-001fffcc008e" providerId="ADAL" clId="{BC0BD879-F267-5CCA-8DEA-E3B2DD07DA4E}" dt="2026-06-09T13:32:11.377" v="24053" actId="478"/>
          <ac:spMkLst>
            <pc:docMk/>
            <pc:sldMk cId="901318871" sldId="383"/>
            <ac:spMk id="22" creationId="{C15389F1-2D6C-26F5-1B78-48E07BDBBA0C}"/>
          </ac:spMkLst>
        </pc:spChg>
        <pc:spChg chg="del">
          <ac:chgData name="Hironari Yamada" userId="e57621f8-ec3c-449e-bb19-001fffcc008e" providerId="ADAL" clId="{BC0BD879-F267-5CCA-8DEA-E3B2DD07DA4E}" dt="2026-06-09T13:32:11.377" v="24053" actId="478"/>
          <ac:spMkLst>
            <pc:docMk/>
            <pc:sldMk cId="901318871" sldId="383"/>
            <ac:spMk id="23" creationId="{11CC0A27-AE07-BA98-478F-0C1720F765D7}"/>
          </ac:spMkLst>
        </pc:spChg>
        <pc:spChg chg="del">
          <ac:chgData name="Hironari Yamada" userId="e57621f8-ec3c-449e-bb19-001fffcc008e" providerId="ADAL" clId="{BC0BD879-F267-5CCA-8DEA-E3B2DD07DA4E}" dt="2026-06-09T13:32:11.377" v="24053" actId="478"/>
          <ac:spMkLst>
            <pc:docMk/>
            <pc:sldMk cId="901318871" sldId="383"/>
            <ac:spMk id="24" creationId="{54CF7D09-8462-9116-3A92-69F785E3E565}"/>
          </ac:spMkLst>
        </pc:spChg>
        <pc:spChg chg="del">
          <ac:chgData name="Hironari Yamada" userId="e57621f8-ec3c-449e-bb19-001fffcc008e" providerId="ADAL" clId="{BC0BD879-F267-5CCA-8DEA-E3B2DD07DA4E}" dt="2026-06-09T13:32:11.377" v="24053" actId="478"/>
          <ac:spMkLst>
            <pc:docMk/>
            <pc:sldMk cId="901318871" sldId="383"/>
            <ac:spMk id="26" creationId="{C6214C7F-676C-6B55-D8FF-A8ED0F115E23}"/>
          </ac:spMkLst>
        </pc:spChg>
        <pc:graphicFrameChg chg="add mod modGraphic">
          <ac:chgData name="Hironari Yamada" userId="e57621f8-ec3c-449e-bb19-001fffcc008e" providerId="ADAL" clId="{BC0BD879-F267-5CCA-8DEA-E3B2DD07DA4E}" dt="2026-06-09T13:46:57.267" v="24446" actId="20577"/>
          <ac:graphicFrameMkLst>
            <pc:docMk/>
            <pc:sldMk cId="901318871" sldId="383"/>
            <ac:graphicFrameMk id="25" creationId="{CA7FE761-23C3-659B-F9F0-1E422669063A}"/>
          </ac:graphicFrameMkLst>
        </pc:graphicFrameChg>
        <pc:picChg chg="add mod">
          <ac:chgData name="Hironari Yamada" userId="e57621f8-ec3c-449e-bb19-001fffcc008e" providerId="ADAL" clId="{BC0BD879-F267-5CCA-8DEA-E3B2DD07DA4E}" dt="2026-06-09T13:43:52.984" v="24277" actId="1076"/>
          <ac:picMkLst>
            <pc:docMk/>
            <pc:sldMk cId="901318871" sldId="383"/>
            <ac:picMk id="7" creationId="{61317C4D-4A4C-A9D1-DC89-0733380F722B}"/>
          </ac:picMkLst>
        </pc:picChg>
        <pc:picChg chg="del">
          <ac:chgData name="Hironari Yamada" userId="e57621f8-ec3c-449e-bb19-001fffcc008e" providerId="ADAL" clId="{BC0BD879-F267-5CCA-8DEA-E3B2DD07DA4E}" dt="2026-06-09T13:32:07.419" v="24052" actId="478"/>
          <ac:picMkLst>
            <pc:docMk/>
            <pc:sldMk cId="901318871" sldId="383"/>
            <ac:picMk id="8" creationId="{79EA4ED6-A8D7-FF78-2ABB-6C4F38E41041}"/>
          </ac:picMkLst>
        </pc:picChg>
        <pc:picChg chg="add del mod">
          <ac:chgData name="Hironari Yamada" userId="e57621f8-ec3c-449e-bb19-001fffcc008e" providerId="ADAL" clId="{BC0BD879-F267-5CCA-8DEA-E3B2DD07DA4E}" dt="2026-06-09T13:41:16.001" v="24214" actId="478"/>
          <ac:picMkLst>
            <pc:docMk/>
            <pc:sldMk cId="901318871" sldId="383"/>
            <ac:picMk id="13" creationId="{615BB79E-7C63-CC7C-747A-B658D6AA0F21}"/>
          </ac:picMkLst>
        </pc:picChg>
        <pc:picChg chg="del">
          <ac:chgData name="Hironari Yamada" userId="e57621f8-ec3c-449e-bb19-001fffcc008e" providerId="ADAL" clId="{BC0BD879-F267-5CCA-8DEA-E3B2DD07DA4E}" dt="2026-06-09T13:32:11.377" v="24053" actId="478"/>
          <ac:picMkLst>
            <pc:docMk/>
            <pc:sldMk cId="901318871" sldId="383"/>
            <ac:picMk id="18" creationId="{459DBDC6-2A52-0075-A567-144ABCA86DDE}"/>
          </ac:picMkLst>
        </pc:picChg>
      </pc:sldChg>
      <pc:sldChg chg="addSp delSp modSp add mod">
        <pc:chgData name="Hironari Yamada" userId="e57621f8-ec3c-449e-bb19-001fffcc008e" providerId="ADAL" clId="{BC0BD879-F267-5CCA-8DEA-E3B2DD07DA4E}" dt="2026-06-09T13:50:48.766" v="24585" actId="20577"/>
        <pc:sldMkLst>
          <pc:docMk/>
          <pc:sldMk cId="2732706191" sldId="384"/>
        </pc:sldMkLst>
        <pc:spChg chg="mod">
          <ac:chgData name="Hironari Yamada" userId="e57621f8-ec3c-449e-bb19-001fffcc008e" providerId="ADAL" clId="{BC0BD879-F267-5CCA-8DEA-E3B2DD07DA4E}" dt="2026-06-09T13:50:23.976" v="24486" actId="14100"/>
          <ac:spMkLst>
            <pc:docMk/>
            <pc:sldMk cId="2732706191" sldId="384"/>
            <ac:spMk id="3" creationId="{C16F0E53-F232-E2A5-4FA8-C16091B84335}"/>
          </ac:spMkLst>
        </pc:spChg>
        <pc:spChg chg="mod">
          <ac:chgData name="Hironari Yamada" userId="e57621f8-ec3c-449e-bb19-001fffcc008e" providerId="ADAL" clId="{BC0BD879-F267-5CCA-8DEA-E3B2DD07DA4E}" dt="2026-06-09T13:49:30.581" v="24473" actId="20577"/>
          <ac:spMkLst>
            <pc:docMk/>
            <pc:sldMk cId="2732706191" sldId="384"/>
            <ac:spMk id="6" creationId="{CB2D55B8-56D0-C738-DA5A-EBAB5711B74F}"/>
          </ac:spMkLst>
        </pc:spChg>
        <pc:spChg chg="add mod">
          <ac:chgData name="Hironari Yamada" userId="e57621f8-ec3c-449e-bb19-001fffcc008e" providerId="ADAL" clId="{BC0BD879-F267-5CCA-8DEA-E3B2DD07DA4E}" dt="2026-06-09T13:50:48.766" v="24585" actId="20577"/>
          <ac:spMkLst>
            <pc:docMk/>
            <pc:sldMk cId="2732706191" sldId="384"/>
            <ac:spMk id="13" creationId="{4ED5E7FA-C126-C1C1-6E01-AB3FBE2DEB83}"/>
          </ac:spMkLst>
        </pc:spChg>
        <pc:spChg chg="mod">
          <ac:chgData name="Hironari Yamada" userId="e57621f8-ec3c-449e-bb19-001fffcc008e" providerId="ADAL" clId="{BC0BD879-F267-5CCA-8DEA-E3B2DD07DA4E}" dt="2026-06-09T13:49:11.352" v="24448"/>
          <ac:spMkLst>
            <pc:docMk/>
            <pc:sldMk cId="2732706191" sldId="384"/>
            <ac:spMk id="15" creationId="{E20F7ABF-10B8-6C6E-3836-7B2BD25F401C}"/>
          </ac:spMkLst>
        </pc:spChg>
        <pc:spChg chg="del">
          <ac:chgData name="Hironari Yamada" userId="e57621f8-ec3c-449e-bb19-001fffcc008e" providerId="ADAL" clId="{BC0BD879-F267-5CCA-8DEA-E3B2DD07DA4E}" dt="2026-06-09T13:49:33.824" v="24474" actId="478"/>
          <ac:spMkLst>
            <pc:docMk/>
            <pc:sldMk cId="2732706191" sldId="384"/>
            <ac:spMk id="16" creationId="{DE06E918-F54E-7B18-0DBB-BCBD5AE4A180}"/>
          </ac:spMkLst>
        </pc:spChg>
        <pc:spChg chg="del">
          <ac:chgData name="Hironari Yamada" userId="e57621f8-ec3c-449e-bb19-001fffcc008e" providerId="ADAL" clId="{BC0BD879-F267-5CCA-8DEA-E3B2DD07DA4E}" dt="2026-06-09T13:49:44.549" v="24476" actId="478"/>
          <ac:spMkLst>
            <pc:docMk/>
            <pc:sldMk cId="2732706191" sldId="384"/>
            <ac:spMk id="19" creationId="{791CF46B-3AE6-03C3-0200-DF17FB40C542}"/>
          </ac:spMkLst>
        </pc:spChg>
        <pc:picChg chg="add mod">
          <ac:chgData name="Hironari Yamada" userId="e57621f8-ec3c-449e-bb19-001fffcc008e" providerId="ADAL" clId="{BC0BD879-F267-5CCA-8DEA-E3B2DD07DA4E}" dt="2026-06-09T13:50:21.100" v="24485" actId="14100"/>
          <ac:picMkLst>
            <pc:docMk/>
            <pc:sldMk cId="2732706191" sldId="384"/>
            <ac:picMk id="12" creationId="{B7453DF1-2A8C-5853-2C3D-2C65E72DBE06}"/>
          </ac:picMkLst>
        </pc:picChg>
        <pc:picChg chg="del">
          <ac:chgData name="Hironari Yamada" userId="e57621f8-ec3c-449e-bb19-001fffcc008e" providerId="ADAL" clId="{BC0BD879-F267-5CCA-8DEA-E3B2DD07DA4E}" dt="2026-06-09T13:49:37.315" v="24475" actId="478"/>
          <ac:picMkLst>
            <pc:docMk/>
            <pc:sldMk cId="2732706191" sldId="384"/>
            <ac:picMk id="18" creationId="{15D20EE4-B07E-8FE3-B2F5-0725CD0CFB76}"/>
          </ac:picMkLst>
        </pc:picChg>
      </pc:sldChg>
      <pc:sldChg chg="addSp delSp modSp add mod">
        <pc:chgData name="Hironari Yamada" userId="e57621f8-ec3c-449e-bb19-001fffcc008e" providerId="ADAL" clId="{BC0BD879-F267-5CCA-8DEA-E3B2DD07DA4E}" dt="2026-06-09T14:10:42.224" v="24743"/>
        <pc:sldMkLst>
          <pc:docMk/>
          <pc:sldMk cId="4123935741" sldId="385"/>
        </pc:sldMkLst>
        <pc:spChg chg="mod">
          <ac:chgData name="Hironari Yamada" userId="e57621f8-ec3c-449e-bb19-001fffcc008e" providerId="ADAL" clId="{BC0BD879-F267-5CCA-8DEA-E3B2DD07DA4E}" dt="2026-06-09T14:01:40.962" v="24588"/>
          <ac:spMkLst>
            <pc:docMk/>
            <pc:sldMk cId="4123935741" sldId="385"/>
            <ac:spMk id="6" creationId="{97EFA90D-5CE0-C835-6590-012669BE6F62}"/>
          </ac:spMkLst>
        </pc:spChg>
        <pc:spChg chg="add mod">
          <ac:chgData name="Hironari Yamada" userId="e57621f8-ec3c-449e-bb19-001fffcc008e" providerId="ADAL" clId="{BC0BD879-F267-5CCA-8DEA-E3B2DD07DA4E}" dt="2026-06-09T14:03:21.070" v="24597"/>
          <ac:spMkLst>
            <pc:docMk/>
            <pc:sldMk cId="4123935741" sldId="385"/>
            <ac:spMk id="9" creationId="{D538F3AA-11DA-34CE-79A3-B49C1AB20883}"/>
          </ac:spMkLst>
        </pc:spChg>
        <pc:spChg chg="add mod">
          <ac:chgData name="Hironari Yamada" userId="e57621f8-ec3c-449e-bb19-001fffcc008e" providerId="ADAL" clId="{BC0BD879-F267-5CCA-8DEA-E3B2DD07DA4E}" dt="2026-06-09T14:03:27.976" v="24598" actId="1076"/>
          <ac:spMkLst>
            <pc:docMk/>
            <pc:sldMk cId="4123935741" sldId="385"/>
            <ac:spMk id="10" creationId="{8423E218-A92F-B211-2F9D-9C6D2285791E}"/>
          </ac:spMkLst>
        </pc:spChg>
        <pc:spChg chg="add mod">
          <ac:chgData name="Hironari Yamada" userId="e57621f8-ec3c-449e-bb19-001fffcc008e" providerId="ADAL" clId="{BC0BD879-F267-5CCA-8DEA-E3B2DD07DA4E}" dt="2026-06-09T14:03:36.451" v="24617" actId="20577"/>
          <ac:spMkLst>
            <pc:docMk/>
            <pc:sldMk cId="4123935741" sldId="385"/>
            <ac:spMk id="11" creationId="{90EB65C0-5928-F2D5-B08D-796DA45F0715}"/>
          </ac:spMkLst>
        </pc:spChg>
        <pc:spChg chg="add mod">
          <ac:chgData name="Hironari Yamada" userId="e57621f8-ec3c-449e-bb19-001fffcc008e" providerId="ADAL" clId="{BC0BD879-F267-5CCA-8DEA-E3B2DD07DA4E}" dt="2026-06-09T14:03:43.813" v="24620" actId="14100"/>
          <ac:spMkLst>
            <pc:docMk/>
            <pc:sldMk cId="4123935741" sldId="385"/>
            <ac:spMk id="12" creationId="{B7573570-C843-3D19-C03A-D8074604E77E}"/>
          </ac:spMkLst>
        </pc:spChg>
        <pc:spChg chg="add mod">
          <ac:chgData name="Hironari Yamada" userId="e57621f8-ec3c-449e-bb19-001fffcc008e" providerId="ADAL" clId="{BC0BD879-F267-5CCA-8DEA-E3B2DD07DA4E}" dt="2026-06-09T14:04:10.653" v="24742" actId="20577"/>
          <ac:spMkLst>
            <pc:docMk/>
            <pc:sldMk cId="4123935741" sldId="385"/>
            <ac:spMk id="13" creationId="{EE55CCEC-A612-5795-48F3-59FFCEFF3EE3}"/>
          </ac:spMkLst>
        </pc:spChg>
        <pc:spChg chg="del">
          <ac:chgData name="Hironari Yamada" userId="e57621f8-ec3c-449e-bb19-001fffcc008e" providerId="ADAL" clId="{BC0BD879-F267-5CCA-8DEA-E3B2DD07DA4E}" dt="2026-06-09T14:01:46.332" v="24589" actId="478"/>
          <ac:spMkLst>
            <pc:docMk/>
            <pc:sldMk cId="4123935741" sldId="385"/>
            <ac:spMk id="14" creationId="{BF7DDB62-519E-72AB-C0D9-B6A4E35F0196}"/>
          </ac:spMkLst>
        </pc:spChg>
        <pc:spChg chg="mod">
          <ac:chgData name="Hironari Yamada" userId="e57621f8-ec3c-449e-bb19-001fffcc008e" providerId="ADAL" clId="{BC0BD879-F267-5CCA-8DEA-E3B2DD07DA4E}" dt="2026-06-09T14:01:32.673" v="24587"/>
          <ac:spMkLst>
            <pc:docMk/>
            <pc:sldMk cId="4123935741" sldId="385"/>
            <ac:spMk id="15" creationId="{44430780-5788-1058-33F2-3367D78550C0}"/>
          </ac:spMkLst>
        </pc:spChg>
        <pc:spChg chg="del">
          <ac:chgData name="Hironari Yamada" userId="e57621f8-ec3c-449e-bb19-001fffcc008e" providerId="ADAL" clId="{BC0BD879-F267-5CCA-8DEA-E3B2DD07DA4E}" dt="2026-06-09T14:01:46.332" v="24589" actId="478"/>
          <ac:spMkLst>
            <pc:docMk/>
            <pc:sldMk cId="4123935741" sldId="385"/>
            <ac:spMk id="16" creationId="{C77F7D60-5C45-1864-0FBF-8BDFE3973314}"/>
          </ac:spMkLst>
        </pc:spChg>
        <pc:spChg chg="del">
          <ac:chgData name="Hironari Yamada" userId="e57621f8-ec3c-449e-bb19-001fffcc008e" providerId="ADAL" clId="{BC0BD879-F267-5CCA-8DEA-E3B2DD07DA4E}" dt="2026-06-09T14:01:46.332" v="24589" actId="478"/>
          <ac:spMkLst>
            <pc:docMk/>
            <pc:sldMk cId="4123935741" sldId="385"/>
            <ac:spMk id="17" creationId="{35EF0979-86CA-7C05-0D89-A4D692A5D634}"/>
          </ac:spMkLst>
        </pc:spChg>
        <pc:spChg chg="del">
          <ac:chgData name="Hironari Yamada" userId="e57621f8-ec3c-449e-bb19-001fffcc008e" providerId="ADAL" clId="{BC0BD879-F267-5CCA-8DEA-E3B2DD07DA4E}" dt="2026-06-09T14:01:46.332" v="24589" actId="478"/>
          <ac:spMkLst>
            <pc:docMk/>
            <pc:sldMk cId="4123935741" sldId="385"/>
            <ac:spMk id="19" creationId="{E23374D2-FA88-3227-8244-611536B0E442}"/>
          </ac:spMkLst>
        </pc:spChg>
        <pc:spChg chg="del">
          <ac:chgData name="Hironari Yamada" userId="e57621f8-ec3c-449e-bb19-001fffcc008e" providerId="ADAL" clId="{BC0BD879-F267-5CCA-8DEA-E3B2DD07DA4E}" dt="2026-06-09T14:01:46.332" v="24589" actId="478"/>
          <ac:spMkLst>
            <pc:docMk/>
            <pc:sldMk cId="4123935741" sldId="385"/>
            <ac:spMk id="20" creationId="{B8A299CF-D9CE-C90C-7806-12F558FD8F4F}"/>
          </ac:spMkLst>
        </pc:spChg>
        <pc:spChg chg="del">
          <ac:chgData name="Hironari Yamada" userId="e57621f8-ec3c-449e-bb19-001fffcc008e" providerId="ADAL" clId="{BC0BD879-F267-5CCA-8DEA-E3B2DD07DA4E}" dt="2026-06-09T14:01:46.332" v="24589" actId="478"/>
          <ac:spMkLst>
            <pc:docMk/>
            <pc:sldMk cId="4123935741" sldId="385"/>
            <ac:spMk id="21" creationId="{EE4228CC-E1B0-5BEB-094B-C223089F644C}"/>
          </ac:spMkLst>
        </pc:spChg>
        <pc:spChg chg="del">
          <ac:chgData name="Hironari Yamada" userId="e57621f8-ec3c-449e-bb19-001fffcc008e" providerId="ADAL" clId="{BC0BD879-F267-5CCA-8DEA-E3B2DD07DA4E}" dt="2026-06-09T14:01:46.332" v="24589" actId="478"/>
          <ac:spMkLst>
            <pc:docMk/>
            <pc:sldMk cId="4123935741" sldId="385"/>
            <ac:spMk id="22" creationId="{9132D601-33C5-B667-C80C-3EF14F19E469}"/>
          </ac:spMkLst>
        </pc:spChg>
        <pc:spChg chg="del">
          <ac:chgData name="Hironari Yamada" userId="e57621f8-ec3c-449e-bb19-001fffcc008e" providerId="ADAL" clId="{BC0BD879-F267-5CCA-8DEA-E3B2DD07DA4E}" dt="2026-06-09T14:01:46.332" v="24589" actId="478"/>
          <ac:spMkLst>
            <pc:docMk/>
            <pc:sldMk cId="4123935741" sldId="385"/>
            <ac:spMk id="23" creationId="{52FE68BC-F3EA-ADD3-556C-E9331389A218}"/>
          </ac:spMkLst>
        </pc:spChg>
        <pc:spChg chg="del">
          <ac:chgData name="Hironari Yamada" userId="e57621f8-ec3c-449e-bb19-001fffcc008e" providerId="ADAL" clId="{BC0BD879-F267-5CCA-8DEA-E3B2DD07DA4E}" dt="2026-06-09T14:01:46.332" v="24589" actId="478"/>
          <ac:spMkLst>
            <pc:docMk/>
            <pc:sldMk cId="4123935741" sldId="385"/>
            <ac:spMk id="24" creationId="{61867044-A7ED-32A3-50B0-9D7AA957B779}"/>
          </ac:spMkLst>
        </pc:spChg>
        <pc:spChg chg="add mod">
          <ac:chgData name="Hironari Yamada" userId="e57621f8-ec3c-449e-bb19-001fffcc008e" providerId="ADAL" clId="{BC0BD879-F267-5CCA-8DEA-E3B2DD07DA4E}" dt="2026-06-09T14:10:42.224" v="24743"/>
          <ac:spMkLst>
            <pc:docMk/>
            <pc:sldMk cId="4123935741" sldId="385"/>
            <ac:spMk id="25" creationId="{E18714F1-1323-DEE8-0ADD-892F802120A0}"/>
          </ac:spMkLst>
        </pc:spChg>
        <pc:spChg chg="del">
          <ac:chgData name="Hironari Yamada" userId="e57621f8-ec3c-449e-bb19-001fffcc008e" providerId="ADAL" clId="{BC0BD879-F267-5CCA-8DEA-E3B2DD07DA4E}" dt="2026-06-09T14:01:46.332" v="24589" actId="478"/>
          <ac:spMkLst>
            <pc:docMk/>
            <pc:sldMk cId="4123935741" sldId="385"/>
            <ac:spMk id="26" creationId="{199ABA89-DBEA-717E-0FA6-5A5CABA3B54D}"/>
          </ac:spMkLst>
        </pc:spChg>
        <pc:picChg chg="add mod">
          <ac:chgData name="Hironari Yamada" userId="e57621f8-ec3c-449e-bb19-001fffcc008e" providerId="ADAL" clId="{BC0BD879-F267-5CCA-8DEA-E3B2DD07DA4E}" dt="2026-06-09T14:02:46.630" v="24596" actId="1076"/>
          <ac:picMkLst>
            <pc:docMk/>
            <pc:sldMk cId="4123935741" sldId="385"/>
            <ac:picMk id="7" creationId="{FBF9040C-BC27-A719-AEB6-0BAAF66505C7}"/>
          </ac:picMkLst>
        </pc:picChg>
      </pc:sldChg>
      <pc:sldChg chg="addSp delSp modSp add mod">
        <pc:chgData name="Hironari Yamada" userId="e57621f8-ec3c-449e-bb19-001fffcc008e" providerId="ADAL" clId="{BC0BD879-F267-5CCA-8DEA-E3B2DD07DA4E}" dt="2026-06-09T14:18:35.209" v="25247" actId="20577"/>
        <pc:sldMkLst>
          <pc:docMk/>
          <pc:sldMk cId="821805723" sldId="386"/>
        </pc:sldMkLst>
        <pc:spChg chg="mod">
          <ac:chgData name="Hironari Yamada" userId="e57621f8-ec3c-449e-bb19-001fffcc008e" providerId="ADAL" clId="{BC0BD879-F267-5CCA-8DEA-E3B2DD07DA4E}" dt="2026-06-09T14:14:57.845" v="25015"/>
          <ac:spMkLst>
            <pc:docMk/>
            <pc:sldMk cId="821805723" sldId="386"/>
            <ac:spMk id="6" creationId="{5003EEDF-D1E5-7472-A27F-95C263F1AE0A}"/>
          </ac:spMkLst>
        </pc:spChg>
        <pc:spChg chg="add mod">
          <ac:chgData name="Hironari Yamada" userId="e57621f8-ec3c-449e-bb19-001fffcc008e" providerId="ADAL" clId="{BC0BD879-F267-5CCA-8DEA-E3B2DD07DA4E}" dt="2026-06-09T14:13:40.720" v="24953" actId="1076"/>
          <ac:spMkLst>
            <pc:docMk/>
            <pc:sldMk cId="821805723" sldId="386"/>
            <ac:spMk id="8" creationId="{DDAD8106-758E-2357-4D8B-62AB14A53966}"/>
          </ac:spMkLst>
        </pc:spChg>
        <pc:spChg chg="del">
          <ac:chgData name="Hironari Yamada" userId="e57621f8-ec3c-449e-bb19-001fffcc008e" providerId="ADAL" clId="{BC0BD879-F267-5CCA-8DEA-E3B2DD07DA4E}" dt="2026-06-09T14:11:06.907" v="24747" actId="478"/>
          <ac:spMkLst>
            <pc:docMk/>
            <pc:sldMk cId="821805723" sldId="386"/>
            <ac:spMk id="9" creationId="{6587120E-AEA2-F953-1092-287BE77E5D1D}"/>
          </ac:spMkLst>
        </pc:spChg>
        <pc:spChg chg="del">
          <ac:chgData name="Hironari Yamada" userId="e57621f8-ec3c-449e-bb19-001fffcc008e" providerId="ADAL" clId="{BC0BD879-F267-5CCA-8DEA-E3B2DD07DA4E}" dt="2026-06-09T14:11:10.995" v="24748" actId="478"/>
          <ac:spMkLst>
            <pc:docMk/>
            <pc:sldMk cId="821805723" sldId="386"/>
            <ac:spMk id="10" creationId="{568E88C2-F456-C3FB-7C9B-1393AB32649E}"/>
          </ac:spMkLst>
        </pc:spChg>
        <pc:spChg chg="del">
          <ac:chgData name="Hironari Yamada" userId="e57621f8-ec3c-449e-bb19-001fffcc008e" providerId="ADAL" clId="{BC0BD879-F267-5CCA-8DEA-E3B2DD07DA4E}" dt="2026-06-09T14:11:10.995" v="24748" actId="478"/>
          <ac:spMkLst>
            <pc:docMk/>
            <pc:sldMk cId="821805723" sldId="386"/>
            <ac:spMk id="11" creationId="{F936AFD9-65A0-9908-84E1-4CB41F5DB9DE}"/>
          </ac:spMkLst>
        </pc:spChg>
        <pc:spChg chg="del">
          <ac:chgData name="Hironari Yamada" userId="e57621f8-ec3c-449e-bb19-001fffcc008e" providerId="ADAL" clId="{BC0BD879-F267-5CCA-8DEA-E3B2DD07DA4E}" dt="2026-06-09T14:11:10.995" v="24748" actId="478"/>
          <ac:spMkLst>
            <pc:docMk/>
            <pc:sldMk cId="821805723" sldId="386"/>
            <ac:spMk id="12" creationId="{273702E7-F1A0-91A4-01A6-0B33ABB143BA}"/>
          </ac:spMkLst>
        </pc:spChg>
        <pc:spChg chg="del">
          <ac:chgData name="Hironari Yamada" userId="e57621f8-ec3c-449e-bb19-001fffcc008e" providerId="ADAL" clId="{BC0BD879-F267-5CCA-8DEA-E3B2DD07DA4E}" dt="2026-06-09T14:11:10.995" v="24748" actId="478"/>
          <ac:spMkLst>
            <pc:docMk/>
            <pc:sldMk cId="821805723" sldId="386"/>
            <ac:spMk id="13" creationId="{0DD1E2B9-59BB-9F6B-1B08-DE5CA7FD548F}"/>
          </ac:spMkLst>
        </pc:spChg>
        <pc:spChg chg="add mod">
          <ac:chgData name="Hironari Yamada" userId="e57621f8-ec3c-449e-bb19-001fffcc008e" providerId="ADAL" clId="{BC0BD879-F267-5CCA-8DEA-E3B2DD07DA4E}" dt="2026-06-09T14:12:40.391" v="24838" actId="1076"/>
          <ac:spMkLst>
            <pc:docMk/>
            <pc:sldMk cId="821805723" sldId="386"/>
            <ac:spMk id="14" creationId="{9A6AE8F3-0F3F-65DC-43A6-4E94012B64D2}"/>
          </ac:spMkLst>
        </pc:spChg>
        <pc:spChg chg="mod">
          <ac:chgData name="Hironari Yamada" userId="e57621f8-ec3c-449e-bb19-001fffcc008e" providerId="ADAL" clId="{BC0BD879-F267-5CCA-8DEA-E3B2DD07DA4E}" dt="2026-06-09T14:14:50.187" v="25013" actId="6549"/>
          <ac:spMkLst>
            <pc:docMk/>
            <pc:sldMk cId="821805723" sldId="386"/>
            <ac:spMk id="15" creationId="{337CE511-80D1-5C2F-3857-B4725BD5E48B}"/>
          </ac:spMkLst>
        </pc:spChg>
        <pc:spChg chg="add mod">
          <ac:chgData name="Hironari Yamada" userId="e57621f8-ec3c-449e-bb19-001fffcc008e" providerId="ADAL" clId="{BC0BD879-F267-5CCA-8DEA-E3B2DD07DA4E}" dt="2026-06-09T14:12:46.785" v="24860" actId="20577"/>
          <ac:spMkLst>
            <pc:docMk/>
            <pc:sldMk cId="821805723" sldId="386"/>
            <ac:spMk id="16" creationId="{104BDD3A-F085-F211-FEC4-040DB73D245D}"/>
          </ac:spMkLst>
        </pc:spChg>
        <pc:spChg chg="add mod">
          <ac:chgData name="Hironari Yamada" userId="e57621f8-ec3c-449e-bb19-001fffcc008e" providerId="ADAL" clId="{BC0BD879-F267-5CCA-8DEA-E3B2DD07DA4E}" dt="2026-06-09T14:12:55.856" v="24864" actId="1076"/>
          <ac:spMkLst>
            <pc:docMk/>
            <pc:sldMk cId="821805723" sldId="386"/>
            <ac:spMk id="17" creationId="{8CF42D8F-A4A2-972B-5E21-A3D997A622A7}"/>
          </ac:spMkLst>
        </pc:spChg>
        <pc:spChg chg="add mod">
          <ac:chgData name="Hironari Yamada" userId="e57621f8-ec3c-449e-bb19-001fffcc008e" providerId="ADAL" clId="{BC0BD879-F267-5CCA-8DEA-E3B2DD07DA4E}" dt="2026-06-09T14:12:57.138" v="24865"/>
          <ac:spMkLst>
            <pc:docMk/>
            <pc:sldMk cId="821805723" sldId="386"/>
            <ac:spMk id="18" creationId="{7AD5B6B5-5F9B-9C89-2B10-E8C2207EAD4C}"/>
          </ac:spMkLst>
        </pc:spChg>
        <pc:spChg chg="add mod">
          <ac:chgData name="Hironari Yamada" userId="e57621f8-ec3c-449e-bb19-001fffcc008e" providerId="ADAL" clId="{BC0BD879-F267-5CCA-8DEA-E3B2DD07DA4E}" dt="2026-06-09T14:12:57.138" v="24865"/>
          <ac:spMkLst>
            <pc:docMk/>
            <pc:sldMk cId="821805723" sldId="386"/>
            <ac:spMk id="19" creationId="{95F043FC-EE5E-608B-2A82-4EA0D98350AE}"/>
          </ac:spMkLst>
        </pc:spChg>
        <pc:spChg chg="add mod">
          <ac:chgData name="Hironari Yamada" userId="e57621f8-ec3c-449e-bb19-001fffcc008e" providerId="ADAL" clId="{BC0BD879-F267-5CCA-8DEA-E3B2DD07DA4E}" dt="2026-06-09T14:13:29.501" v="24952" actId="14100"/>
          <ac:spMkLst>
            <pc:docMk/>
            <pc:sldMk cId="821805723" sldId="386"/>
            <ac:spMk id="20" creationId="{713B8712-5952-AA73-96D3-7767D29CC371}"/>
          </ac:spMkLst>
        </pc:spChg>
        <pc:spChg chg="add mod">
          <ac:chgData name="Hironari Yamada" userId="e57621f8-ec3c-449e-bb19-001fffcc008e" providerId="ADAL" clId="{BC0BD879-F267-5CCA-8DEA-E3B2DD07DA4E}" dt="2026-06-09T14:15:04.524" v="25016" actId="166"/>
          <ac:spMkLst>
            <pc:docMk/>
            <pc:sldMk cId="821805723" sldId="386"/>
            <ac:spMk id="21" creationId="{AF9869B5-3F0F-3B0F-C64F-9EFD363DB090}"/>
          </ac:spMkLst>
        </pc:spChg>
        <pc:spChg chg="add mod">
          <ac:chgData name="Hironari Yamada" userId="e57621f8-ec3c-449e-bb19-001fffcc008e" providerId="ADAL" clId="{BC0BD879-F267-5CCA-8DEA-E3B2DD07DA4E}" dt="2026-06-09T14:15:19.686" v="25022" actId="1076"/>
          <ac:spMkLst>
            <pc:docMk/>
            <pc:sldMk cId="821805723" sldId="386"/>
            <ac:spMk id="23" creationId="{915B5778-9393-3C4E-EDAE-6BB1B0BBFBAC}"/>
          </ac:spMkLst>
        </pc:spChg>
        <pc:spChg chg="add mod">
          <ac:chgData name="Hironari Yamada" userId="e57621f8-ec3c-449e-bb19-001fffcc008e" providerId="ADAL" clId="{BC0BD879-F267-5CCA-8DEA-E3B2DD07DA4E}" dt="2026-06-09T14:15:42.069" v="25043" actId="20577"/>
          <ac:spMkLst>
            <pc:docMk/>
            <pc:sldMk cId="821805723" sldId="386"/>
            <ac:spMk id="24" creationId="{75F521EA-1546-36A0-57C8-09C690C0B89B}"/>
          </ac:spMkLst>
        </pc:spChg>
        <pc:spChg chg="add mod">
          <ac:chgData name="Hironari Yamada" userId="e57621f8-ec3c-449e-bb19-001fffcc008e" providerId="ADAL" clId="{BC0BD879-F267-5CCA-8DEA-E3B2DD07DA4E}" dt="2026-06-09T14:15:50.255" v="25046" actId="14100"/>
          <ac:spMkLst>
            <pc:docMk/>
            <pc:sldMk cId="821805723" sldId="386"/>
            <ac:spMk id="25" creationId="{6AF7C1C4-9183-5052-DA09-EB0C59A90B05}"/>
          </ac:spMkLst>
        </pc:spChg>
        <pc:spChg chg="add mod">
          <ac:chgData name="Hironari Yamada" userId="e57621f8-ec3c-449e-bb19-001fffcc008e" providerId="ADAL" clId="{BC0BD879-F267-5CCA-8DEA-E3B2DD07DA4E}" dt="2026-06-09T14:18:35.209" v="25247" actId="20577"/>
          <ac:spMkLst>
            <pc:docMk/>
            <pc:sldMk cId="821805723" sldId="386"/>
            <ac:spMk id="26" creationId="{C54CE7E3-0F0F-2299-84D0-1ADE503D82A4}"/>
          </ac:spMkLst>
        </pc:spChg>
        <pc:picChg chg="add mod">
          <ac:chgData name="Hironari Yamada" userId="e57621f8-ec3c-449e-bb19-001fffcc008e" providerId="ADAL" clId="{BC0BD879-F267-5CCA-8DEA-E3B2DD07DA4E}" dt="2026-06-09T14:15:13.465" v="25021" actId="1076"/>
          <ac:picMkLst>
            <pc:docMk/>
            <pc:sldMk cId="821805723" sldId="386"/>
            <ac:picMk id="5" creationId="{EAF988C0-F15A-2DC5-B62A-B766E279ECCD}"/>
          </ac:picMkLst>
        </pc:picChg>
        <pc:picChg chg="del">
          <ac:chgData name="Hironari Yamada" userId="e57621f8-ec3c-449e-bb19-001fffcc008e" providerId="ADAL" clId="{BC0BD879-F267-5CCA-8DEA-E3B2DD07DA4E}" dt="2026-06-09T14:11:10.995" v="24748" actId="478"/>
          <ac:picMkLst>
            <pc:docMk/>
            <pc:sldMk cId="821805723" sldId="386"/>
            <ac:picMk id="7" creationId="{4D109104-FE52-32B0-35C5-CA4DFD796DE5}"/>
          </ac:picMkLst>
        </pc:picChg>
        <pc:picChg chg="add mod">
          <ac:chgData name="Hironari Yamada" userId="e57621f8-ec3c-449e-bb19-001fffcc008e" providerId="ADAL" clId="{BC0BD879-F267-5CCA-8DEA-E3B2DD07DA4E}" dt="2026-06-09T14:14:33.252" v="25001" actId="1076"/>
          <ac:picMkLst>
            <pc:docMk/>
            <pc:sldMk cId="821805723" sldId="386"/>
            <ac:picMk id="22" creationId="{0AF47F2A-A542-FBCC-6B5E-2B9B2C4052CB}"/>
          </ac:picMkLst>
        </pc:picChg>
      </pc:sldChg>
      <pc:sldChg chg="addSp delSp modSp add mod">
        <pc:chgData name="Hironari Yamada" userId="e57621f8-ec3c-449e-bb19-001fffcc008e" providerId="ADAL" clId="{BC0BD879-F267-5CCA-8DEA-E3B2DD07DA4E}" dt="2026-06-09T14:27:27.448" v="25491"/>
        <pc:sldMkLst>
          <pc:docMk/>
          <pc:sldMk cId="612414634" sldId="387"/>
        </pc:sldMkLst>
        <pc:spChg chg="mod">
          <ac:chgData name="Hironari Yamada" userId="e57621f8-ec3c-449e-bb19-001fffcc008e" providerId="ADAL" clId="{BC0BD879-F267-5CCA-8DEA-E3B2DD07DA4E}" dt="2026-06-09T14:18:59.902" v="25275" actId="20577"/>
          <ac:spMkLst>
            <pc:docMk/>
            <pc:sldMk cId="612414634" sldId="387"/>
            <ac:spMk id="6" creationId="{39B2A84F-B587-47A2-1BB6-CB4AD84DC817}"/>
          </ac:spMkLst>
        </pc:spChg>
        <pc:spChg chg="del">
          <ac:chgData name="Hironari Yamada" userId="e57621f8-ec3c-449e-bb19-001fffcc008e" providerId="ADAL" clId="{BC0BD879-F267-5CCA-8DEA-E3B2DD07DA4E}" dt="2026-06-09T14:19:07.520" v="25277" actId="478"/>
          <ac:spMkLst>
            <pc:docMk/>
            <pc:sldMk cId="612414634" sldId="387"/>
            <ac:spMk id="8" creationId="{B12F193B-2F9A-5AC5-D14D-7571EF303016}"/>
          </ac:spMkLst>
        </pc:spChg>
        <pc:spChg chg="add mod">
          <ac:chgData name="Hironari Yamada" userId="e57621f8-ec3c-449e-bb19-001fffcc008e" providerId="ADAL" clId="{BC0BD879-F267-5CCA-8DEA-E3B2DD07DA4E}" dt="2026-06-09T14:22:44.604" v="25293" actId="14100"/>
          <ac:spMkLst>
            <pc:docMk/>
            <pc:sldMk cId="612414634" sldId="387"/>
            <ac:spMk id="12" creationId="{B3F87B0E-FD38-6B67-7CBF-0A66AD3BB242}"/>
          </ac:spMkLst>
        </pc:spChg>
        <pc:spChg chg="add mod">
          <ac:chgData name="Hironari Yamada" userId="e57621f8-ec3c-449e-bb19-001fffcc008e" providerId="ADAL" clId="{BC0BD879-F267-5CCA-8DEA-E3B2DD07DA4E}" dt="2026-06-09T14:25:37.711" v="25328" actId="14100"/>
          <ac:spMkLst>
            <pc:docMk/>
            <pc:sldMk cId="612414634" sldId="387"/>
            <ac:spMk id="13" creationId="{7ABD6EC7-F5DB-321B-878D-9A066FB87FE6}"/>
          </ac:spMkLst>
        </pc:spChg>
        <pc:spChg chg="del">
          <ac:chgData name="Hironari Yamada" userId="e57621f8-ec3c-449e-bb19-001fffcc008e" providerId="ADAL" clId="{BC0BD879-F267-5CCA-8DEA-E3B2DD07DA4E}" dt="2026-06-09T14:19:04.849" v="25276" actId="478"/>
          <ac:spMkLst>
            <pc:docMk/>
            <pc:sldMk cId="612414634" sldId="387"/>
            <ac:spMk id="14" creationId="{68C1A377-ACFB-C18D-BDD2-5EA7F16597F0}"/>
          </ac:spMkLst>
        </pc:spChg>
        <pc:spChg chg="mod">
          <ac:chgData name="Hironari Yamada" userId="e57621f8-ec3c-449e-bb19-001fffcc008e" providerId="ADAL" clId="{BC0BD879-F267-5CCA-8DEA-E3B2DD07DA4E}" dt="2026-06-09T14:18:45.457" v="25271" actId="20577"/>
          <ac:spMkLst>
            <pc:docMk/>
            <pc:sldMk cId="612414634" sldId="387"/>
            <ac:spMk id="15" creationId="{92145C42-75ED-01E1-A0B7-61993EEBA829}"/>
          </ac:spMkLst>
        </pc:spChg>
        <pc:spChg chg="del">
          <ac:chgData name="Hironari Yamada" userId="e57621f8-ec3c-449e-bb19-001fffcc008e" providerId="ADAL" clId="{BC0BD879-F267-5CCA-8DEA-E3B2DD07DA4E}" dt="2026-06-09T14:19:04.849" v="25276" actId="478"/>
          <ac:spMkLst>
            <pc:docMk/>
            <pc:sldMk cId="612414634" sldId="387"/>
            <ac:spMk id="16" creationId="{605B0589-66A0-6C03-918F-602B947A4A87}"/>
          </ac:spMkLst>
        </pc:spChg>
        <pc:spChg chg="del">
          <ac:chgData name="Hironari Yamada" userId="e57621f8-ec3c-449e-bb19-001fffcc008e" providerId="ADAL" clId="{BC0BD879-F267-5CCA-8DEA-E3B2DD07DA4E}" dt="2026-06-09T14:19:04.849" v="25276" actId="478"/>
          <ac:spMkLst>
            <pc:docMk/>
            <pc:sldMk cId="612414634" sldId="387"/>
            <ac:spMk id="17" creationId="{7D11EDF9-E575-DADF-47D7-7BC91EBCAE88}"/>
          </ac:spMkLst>
        </pc:spChg>
        <pc:spChg chg="add mod">
          <ac:chgData name="Hironari Yamada" userId="e57621f8-ec3c-449e-bb19-001fffcc008e" providerId="ADAL" clId="{BC0BD879-F267-5CCA-8DEA-E3B2DD07DA4E}" dt="2026-06-09T14:25:47.386" v="25331" actId="1076"/>
          <ac:spMkLst>
            <pc:docMk/>
            <pc:sldMk cId="612414634" sldId="387"/>
            <ac:spMk id="18" creationId="{FDEFF55A-9A66-E5BB-0B64-DAC7A9E5C149}"/>
          </ac:spMkLst>
        </pc:spChg>
        <pc:spChg chg="add mod">
          <ac:chgData name="Hironari Yamada" userId="e57621f8-ec3c-449e-bb19-001fffcc008e" providerId="ADAL" clId="{BC0BD879-F267-5CCA-8DEA-E3B2DD07DA4E}" dt="2026-06-09T14:26:04.129" v="25347" actId="20577"/>
          <ac:spMkLst>
            <pc:docMk/>
            <pc:sldMk cId="612414634" sldId="387"/>
            <ac:spMk id="19" creationId="{8A09772A-9260-8F4E-586D-7F072C01C671}"/>
          </ac:spMkLst>
        </pc:spChg>
        <pc:spChg chg="del">
          <ac:chgData name="Hironari Yamada" userId="e57621f8-ec3c-449e-bb19-001fffcc008e" providerId="ADAL" clId="{BC0BD879-F267-5CCA-8DEA-E3B2DD07DA4E}" dt="2026-06-09T14:19:04.849" v="25276" actId="478"/>
          <ac:spMkLst>
            <pc:docMk/>
            <pc:sldMk cId="612414634" sldId="387"/>
            <ac:spMk id="20" creationId="{B280EFEA-02FD-66EF-98D7-FDE14E5742B3}"/>
          </ac:spMkLst>
        </pc:spChg>
        <pc:spChg chg="del">
          <ac:chgData name="Hironari Yamada" userId="e57621f8-ec3c-449e-bb19-001fffcc008e" providerId="ADAL" clId="{BC0BD879-F267-5CCA-8DEA-E3B2DD07DA4E}" dt="2026-06-09T14:19:07.520" v="25277" actId="478"/>
          <ac:spMkLst>
            <pc:docMk/>
            <pc:sldMk cId="612414634" sldId="387"/>
            <ac:spMk id="21" creationId="{BCEF0B92-DA02-2F9B-A254-CAA7243D9C6B}"/>
          </ac:spMkLst>
        </pc:spChg>
        <pc:spChg chg="del">
          <ac:chgData name="Hironari Yamada" userId="e57621f8-ec3c-449e-bb19-001fffcc008e" providerId="ADAL" clId="{BC0BD879-F267-5CCA-8DEA-E3B2DD07DA4E}" dt="2026-06-09T14:19:04.849" v="25276" actId="478"/>
          <ac:spMkLst>
            <pc:docMk/>
            <pc:sldMk cId="612414634" sldId="387"/>
            <ac:spMk id="23" creationId="{3173F4B3-7224-B3DD-E041-235507428DA5}"/>
          </ac:spMkLst>
        </pc:spChg>
        <pc:spChg chg="del">
          <ac:chgData name="Hironari Yamada" userId="e57621f8-ec3c-449e-bb19-001fffcc008e" providerId="ADAL" clId="{BC0BD879-F267-5CCA-8DEA-E3B2DD07DA4E}" dt="2026-06-09T14:19:04.849" v="25276" actId="478"/>
          <ac:spMkLst>
            <pc:docMk/>
            <pc:sldMk cId="612414634" sldId="387"/>
            <ac:spMk id="24" creationId="{36E02B18-70B7-1FCC-6D74-6ABB7F2A76B9}"/>
          </ac:spMkLst>
        </pc:spChg>
        <pc:spChg chg="del">
          <ac:chgData name="Hironari Yamada" userId="e57621f8-ec3c-449e-bb19-001fffcc008e" providerId="ADAL" clId="{BC0BD879-F267-5CCA-8DEA-E3B2DD07DA4E}" dt="2026-06-09T14:19:04.849" v="25276" actId="478"/>
          <ac:spMkLst>
            <pc:docMk/>
            <pc:sldMk cId="612414634" sldId="387"/>
            <ac:spMk id="25" creationId="{D84DE446-26FD-D881-EC8F-B5CBB123A23C}"/>
          </ac:spMkLst>
        </pc:spChg>
        <pc:spChg chg="del">
          <ac:chgData name="Hironari Yamada" userId="e57621f8-ec3c-449e-bb19-001fffcc008e" providerId="ADAL" clId="{BC0BD879-F267-5CCA-8DEA-E3B2DD07DA4E}" dt="2026-06-09T14:19:04.849" v="25276" actId="478"/>
          <ac:spMkLst>
            <pc:docMk/>
            <pc:sldMk cId="612414634" sldId="387"/>
            <ac:spMk id="26" creationId="{825473F2-2E8B-BD5A-4B1F-02D52C3669B5}"/>
          </ac:spMkLst>
        </pc:spChg>
        <pc:spChg chg="add mod">
          <ac:chgData name="Hironari Yamada" userId="e57621f8-ec3c-449e-bb19-001fffcc008e" providerId="ADAL" clId="{BC0BD879-F267-5CCA-8DEA-E3B2DD07DA4E}" dt="2026-06-09T14:26:11.429" v="25350" actId="14100"/>
          <ac:spMkLst>
            <pc:docMk/>
            <pc:sldMk cId="612414634" sldId="387"/>
            <ac:spMk id="27" creationId="{74E98DD7-9204-E135-9DB6-22A5C662FB77}"/>
          </ac:spMkLst>
        </pc:spChg>
        <pc:spChg chg="add mod">
          <ac:chgData name="Hironari Yamada" userId="e57621f8-ec3c-449e-bb19-001fffcc008e" providerId="ADAL" clId="{BC0BD879-F267-5CCA-8DEA-E3B2DD07DA4E}" dt="2026-06-09T14:26:38.549" v="25403" actId="14100"/>
          <ac:spMkLst>
            <pc:docMk/>
            <pc:sldMk cId="612414634" sldId="387"/>
            <ac:spMk id="28" creationId="{F2020DCC-D8AD-FA9E-9FED-5949A09599E4}"/>
          </ac:spMkLst>
        </pc:spChg>
        <pc:spChg chg="add mod">
          <ac:chgData name="Hironari Yamada" userId="e57621f8-ec3c-449e-bb19-001fffcc008e" providerId="ADAL" clId="{BC0BD879-F267-5CCA-8DEA-E3B2DD07DA4E}" dt="2026-06-09T14:27:00.765" v="25407" actId="14100"/>
          <ac:spMkLst>
            <pc:docMk/>
            <pc:sldMk cId="612414634" sldId="387"/>
            <ac:spMk id="29" creationId="{92730AFA-3E67-C3E8-1637-F4D3CD3F0B7E}"/>
          </ac:spMkLst>
        </pc:spChg>
        <pc:spChg chg="add mod">
          <ac:chgData name="Hironari Yamada" userId="e57621f8-ec3c-449e-bb19-001fffcc008e" providerId="ADAL" clId="{BC0BD879-F267-5CCA-8DEA-E3B2DD07DA4E}" dt="2026-06-09T14:27:17.673" v="25490" actId="20577"/>
          <ac:spMkLst>
            <pc:docMk/>
            <pc:sldMk cId="612414634" sldId="387"/>
            <ac:spMk id="30" creationId="{7CBE2E56-6655-525A-65C8-398A3D74B81E}"/>
          </ac:spMkLst>
        </pc:spChg>
        <pc:spChg chg="add mod">
          <ac:chgData name="Hironari Yamada" userId="e57621f8-ec3c-449e-bb19-001fffcc008e" providerId="ADAL" clId="{BC0BD879-F267-5CCA-8DEA-E3B2DD07DA4E}" dt="2026-06-09T14:27:27.448" v="25491"/>
          <ac:spMkLst>
            <pc:docMk/>
            <pc:sldMk cId="612414634" sldId="387"/>
            <ac:spMk id="31" creationId="{A00AD8E4-FDAC-AB92-ACB8-C553A24CC0F8}"/>
          </ac:spMkLst>
        </pc:spChg>
        <pc:picChg chg="del">
          <ac:chgData name="Hironari Yamada" userId="e57621f8-ec3c-449e-bb19-001fffcc008e" providerId="ADAL" clId="{BC0BD879-F267-5CCA-8DEA-E3B2DD07DA4E}" dt="2026-06-09T14:19:04.849" v="25276" actId="478"/>
          <ac:picMkLst>
            <pc:docMk/>
            <pc:sldMk cId="612414634" sldId="387"/>
            <ac:picMk id="5" creationId="{9600B0E0-61C5-B3C8-3125-9CDC482A3DC6}"/>
          </ac:picMkLst>
        </pc:picChg>
        <pc:picChg chg="add mod">
          <ac:chgData name="Hironari Yamada" userId="e57621f8-ec3c-449e-bb19-001fffcc008e" providerId="ADAL" clId="{BC0BD879-F267-5CCA-8DEA-E3B2DD07DA4E}" dt="2026-06-09T14:20:50.921" v="25283" actId="1076"/>
          <ac:picMkLst>
            <pc:docMk/>
            <pc:sldMk cId="612414634" sldId="387"/>
            <ac:picMk id="7" creationId="{0E619DF3-A148-CFA5-DBC2-6E3A6911B589}"/>
          </ac:picMkLst>
        </pc:picChg>
        <pc:picChg chg="add del mod">
          <ac:chgData name="Hironari Yamada" userId="e57621f8-ec3c-449e-bb19-001fffcc008e" providerId="ADAL" clId="{BC0BD879-F267-5CCA-8DEA-E3B2DD07DA4E}" dt="2026-06-09T14:21:53.484" v="25286" actId="478"/>
          <ac:picMkLst>
            <pc:docMk/>
            <pc:sldMk cId="612414634" sldId="387"/>
            <ac:picMk id="10" creationId="{6B94D7D7-B23C-3885-05B2-F710E305C12E}"/>
          </ac:picMkLst>
        </pc:picChg>
        <pc:picChg chg="add mod">
          <ac:chgData name="Hironari Yamada" userId="e57621f8-ec3c-449e-bb19-001fffcc008e" providerId="ADAL" clId="{BC0BD879-F267-5CCA-8DEA-E3B2DD07DA4E}" dt="2026-06-09T14:22:26.842" v="25289" actId="1076"/>
          <ac:picMkLst>
            <pc:docMk/>
            <pc:sldMk cId="612414634" sldId="387"/>
            <ac:picMk id="11" creationId="{FB9BFE81-77D8-F554-D549-577415643A1D}"/>
          </ac:picMkLst>
        </pc:picChg>
        <pc:picChg chg="del">
          <ac:chgData name="Hironari Yamada" userId="e57621f8-ec3c-449e-bb19-001fffcc008e" providerId="ADAL" clId="{BC0BD879-F267-5CCA-8DEA-E3B2DD07DA4E}" dt="2026-06-09T14:19:04.849" v="25276" actId="478"/>
          <ac:picMkLst>
            <pc:docMk/>
            <pc:sldMk cId="612414634" sldId="387"/>
            <ac:picMk id="22" creationId="{4021C498-4145-E10A-175F-76DD34174A1B}"/>
          </ac:picMkLst>
        </pc:picChg>
      </pc:sldChg>
      <pc:sldChg chg="addSp delSp modSp add mod">
        <pc:chgData name="Hironari Yamada" userId="e57621f8-ec3c-449e-bb19-001fffcc008e" providerId="ADAL" clId="{BC0BD879-F267-5CCA-8DEA-E3B2DD07DA4E}" dt="2026-06-09T14:32:33.035" v="25738" actId="20577"/>
        <pc:sldMkLst>
          <pc:docMk/>
          <pc:sldMk cId="250012811" sldId="388"/>
        </pc:sldMkLst>
        <pc:spChg chg="mod">
          <ac:chgData name="Hironari Yamada" userId="e57621f8-ec3c-449e-bb19-001fffcc008e" providerId="ADAL" clId="{BC0BD879-F267-5CCA-8DEA-E3B2DD07DA4E}" dt="2026-06-09T14:30:50.981" v="25663"/>
          <ac:spMkLst>
            <pc:docMk/>
            <pc:sldMk cId="250012811" sldId="388"/>
            <ac:spMk id="6" creationId="{DD1E09A0-415A-8482-257C-E90365D4B2CE}"/>
          </ac:spMkLst>
        </pc:spChg>
        <pc:spChg chg="add mod">
          <ac:chgData name="Hironari Yamada" userId="e57621f8-ec3c-449e-bb19-001fffcc008e" providerId="ADAL" clId="{BC0BD879-F267-5CCA-8DEA-E3B2DD07DA4E}" dt="2026-06-09T14:29:05.300" v="25502" actId="14100"/>
          <ac:spMkLst>
            <pc:docMk/>
            <pc:sldMk cId="250012811" sldId="388"/>
            <ac:spMk id="8" creationId="{BB61F255-05B8-D9F9-602F-923DF712428C}"/>
          </ac:spMkLst>
        </pc:spChg>
        <pc:spChg chg="add mod">
          <ac:chgData name="Hironari Yamada" userId="e57621f8-ec3c-449e-bb19-001fffcc008e" providerId="ADAL" clId="{BC0BD879-F267-5CCA-8DEA-E3B2DD07DA4E}" dt="2026-06-09T14:29:18.720" v="25542" actId="20577"/>
          <ac:spMkLst>
            <pc:docMk/>
            <pc:sldMk cId="250012811" sldId="388"/>
            <ac:spMk id="9" creationId="{0F62F3DE-563B-C5F3-99D3-37363E98CCED}"/>
          </ac:spMkLst>
        </pc:spChg>
        <pc:spChg chg="add mod">
          <ac:chgData name="Hironari Yamada" userId="e57621f8-ec3c-449e-bb19-001fffcc008e" providerId="ADAL" clId="{BC0BD879-F267-5CCA-8DEA-E3B2DD07DA4E}" dt="2026-06-09T14:30:01.420" v="25620" actId="20577"/>
          <ac:spMkLst>
            <pc:docMk/>
            <pc:sldMk cId="250012811" sldId="388"/>
            <ac:spMk id="10" creationId="{8256B6DC-FF49-1F47-92A2-40DD9A75B0BA}"/>
          </ac:spMkLst>
        </pc:spChg>
        <pc:spChg chg="del">
          <ac:chgData name="Hironari Yamada" userId="e57621f8-ec3c-449e-bb19-001fffcc008e" providerId="ADAL" clId="{BC0BD879-F267-5CCA-8DEA-E3B2DD07DA4E}" dt="2026-06-09T14:27:54.438" v="25495" actId="478"/>
          <ac:spMkLst>
            <pc:docMk/>
            <pc:sldMk cId="250012811" sldId="388"/>
            <ac:spMk id="12" creationId="{0AC3A1D2-2000-C53E-675F-48DAD42E59E3}"/>
          </ac:spMkLst>
        </pc:spChg>
        <pc:spChg chg="del">
          <ac:chgData name="Hironari Yamada" userId="e57621f8-ec3c-449e-bb19-001fffcc008e" providerId="ADAL" clId="{BC0BD879-F267-5CCA-8DEA-E3B2DD07DA4E}" dt="2026-06-09T14:27:54.438" v="25495" actId="478"/>
          <ac:spMkLst>
            <pc:docMk/>
            <pc:sldMk cId="250012811" sldId="388"/>
            <ac:spMk id="13" creationId="{397B47DC-8843-2727-8C95-8FED4076F777}"/>
          </ac:spMkLst>
        </pc:spChg>
        <pc:spChg chg="mod">
          <ac:chgData name="Hironari Yamada" userId="e57621f8-ec3c-449e-bb19-001fffcc008e" providerId="ADAL" clId="{BC0BD879-F267-5CCA-8DEA-E3B2DD07DA4E}" dt="2026-06-09T14:30:39.219" v="25662" actId="20577"/>
          <ac:spMkLst>
            <pc:docMk/>
            <pc:sldMk cId="250012811" sldId="388"/>
            <ac:spMk id="15" creationId="{908C7881-3D3A-CC27-DF86-397A00FDB34B}"/>
          </ac:spMkLst>
        </pc:spChg>
        <pc:spChg chg="add mod">
          <ac:chgData name="Hironari Yamada" userId="e57621f8-ec3c-449e-bb19-001fffcc008e" providerId="ADAL" clId="{BC0BD879-F267-5CCA-8DEA-E3B2DD07DA4E}" dt="2026-06-09T14:32:33.035" v="25738" actId="20577"/>
          <ac:spMkLst>
            <pc:docMk/>
            <pc:sldMk cId="250012811" sldId="388"/>
            <ac:spMk id="17" creationId="{EEC122F2-F7D8-2277-449F-203292BAA3F5}"/>
          </ac:spMkLst>
        </pc:spChg>
        <pc:spChg chg="del">
          <ac:chgData name="Hironari Yamada" userId="e57621f8-ec3c-449e-bb19-001fffcc008e" providerId="ADAL" clId="{BC0BD879-F267-5CCA-8DEA-E3B2DD07DA4E}" dt="2026-06-09T14:27:54.438" v="25495" actId="478"/>
          <ac:spMkLst>
            <pc:docMk/>
            <pc:sldMk cId="250012811" sldId="388"/>
            <ac:spMk id="18" creationId="{7D86FFF0-281E-4AAB-317E-9283811C9E1C}"/>
          </ac:spMkLst>
        </pc:spChg>
        <pc:spChg chg="del">
          <ac:chgData name="Hironari Yamada" userId="e57621f8-ec3c-449e-bb19-001fffcc008e" providerId="ADAL" clId="{BC0BD879-F267-5CCA-8DEA-E3B2DD07DA4E}" dt="2026-06-09T14:27:54.438" v="25495" actId="478"/>
          <ac:spMkLst>
            <pc:docMk/>
            <pc:sldMk cId="250012811" sldId="388"/>
            <ac:spMk id="19" creationId="{BFD7D0DA-DE5B-20A9-F3ED-5CE19B12B7FF}"/>
          </ac:spMkLst>
        </pc:spChg>
        <pc:spChg chg="del">
          <ac:chgData name="Hironari Yamada" userId="e57621f8-ec3c-449e-bb19-001fffcc008e" providerId="ADAL" clId="{BC0BD879-F267-5CCA-8DEA-E3B2DD07DA4E}" dt="2026-06-09T14:27:54.438" v="25495" actId="478"/>
          <ac:spMkLst>
            <pc:docMk/>
            <pc:sldMk cId="250012811" sldId="388"/>
            <ac:spMk id="27" creationId="{669F7757-3782-4660-58EF-A1D4B0CF9CBF}"/>
          </ac:spMkLst>
        </pc:spChg>
        <pc:spChg chg="del">
          <ac:chgData name="Hironari Yamada" userId="e57621f8-ec3c-449e-bb19-001fffcc008e" providerId="ADAL" clId="{BC0BD879-F267-5CCA-8DEA-E3B2DD07DA4E}" dt="2026-06-09T14:27:54.438" v="25495" actId="478"/>
          <ac:spMkLst>
            <pc:docMk/>
            <pc:sldMk cId="250012811" sldId="388"/>
            <ac:spMk id="28" creationId="{3538BF6F-7229-E2F0-5D29-6D8777C4E396}"/>
          </ac:spMkLst>
        </pc:spChg>
        <pc:spChg chg="del">
          <ac:chgData name="Hironari Yamada" userId="e57621f8-ec3c-449e-bb19-001fffcc008e" providerId="ADAL" clId="{BC0BD879-F267-5CCA-8DEA-E3B2DD07DA4E}" dt="2026-06-09T14:27:54.438" v="25495" actId="478"/>
          <ac:spMkLst>
            <pc:docMk/>
            <pc:sldMk cId="250012811" sldId="388"/>
            <ac:spMk id="29" creationId="{2A5D0B20-3957-6D73-9220-223F44F6FF7F}"/>
          </ac:spMkLst>
        </pc:spChg>
        <pc:spChg chg="del">
          <ac:chgData name="Hironari Yamada" userId="e57621f8-ec3c-449e-bb19-001fffcc008e" providerId="ADAL" clId="{BC0BD879-F267-5CCA-8DEA-E3B2DD07DA4E}" dt="2026-06-09T14:27:54.438" v="25495" actId="478"/>
          <ac:spMkLst>
            <pc:docMk/>
            <pc:sldMk cId="250012811" sldId="388"/>
            <ac:spMk id="30" creationId="{ADEDDAAE-400F-C8E0-80B5-1AA8533DA3AF}"/>
          </ac:spMkLst>
        </pc:spChg>
        <pc:picChg chg="add mod">
          <ac:chgData name="Hironari Yamada" userId="e57621f8-ec3c-449e-bb19-001fffcc008e" providerId="ADAL" clId="{BC0BD879-F267-5CCA-8DEA-E3B2DD07DA4E}" dt="2026-06-09T14:28:53.401" v="25499" actId="14100"/>
          <ac:picMkLst>
            <pc:docMk/>
            <pc:sldMk cId="250012811" sldId="388"/>
            <ac:picMk id="5" creationId="{55A3D561-84CD-0A07-9882-05836611380A}"/>
          </ac:picMkLst>
        </pc:picChg>
        <pc:picChg chg="del">
          <ac:chgData name="Hironari Yamada" userId="e57621f8-ec3c-449e-bb19-001fffcc008e" providerId="ADAL" clId="{BC0BD879-F267-5CCA-8DEA-E3B2DD07DA4E}" dt="2026-06-09T14:27:54.438" v="25495" actId="478"/>
          <ac:picMkLst>
            <pc:docMk/>
            <pc:sldMk cId="250012811" sldId="388"/>
            <ac:picMk id="7" creationId="{89F45626-B702-E49B-F4C8-B6E15F31907D}"/>
          </ac:picMkLst>
        </pc:picChg>
        <pc:picChg chg="del">
          <ac:chgData name="Hironari Yamada" userId="e57621f8-ec3c-449e-bb19-001fffcc008e" providerId="ADAL" clId="{BC0BD879-F267-5CCA-8DEA-E3B2DD07DA4E}" dt="2026-06-09T14:27:54.438" v="25495" actId="478"/>
          <ac:picMkLst>
            <pc:docMk/>
            <pc:sldMk cId="250012811" sldId="388"/>
            <ac:picMk id="11" creationId="{51D6117C-4CA6-F4BA-9579-7F6197A7FC79}"/>
          </ac:picMkLst>
        </pc:picChg>
        <pc:picChg chg="add mod">
          <ac:chgData name="Hironari Yamada" userId="e57621f8-ec3c-449e-bb19-001fffcc008e" providerId="ADAL" clId="{BC0BD879-F267-5CCA-8DEA-E3B2DD07DA4E}" dt="2026-06-09T14:32:14.237" v="25668" actId="14100"/>
          <ac:picMkLst>
            <pc:docMk/>
            <pc:sldMk cId="250012811" sldId="388"/>
            <ac:picMk id="16" creationId="{EE9D1905-DC65-0E43-ABAD-894F17DA3976}"/>
          </ac:picMkLst>
        </pc:picChg>
      </pc:sldChg>
      <pc:sldChg chg="addSp delSp modSp add mod">
        <pc:chgData name="Hironari Yamada" userId="e57621f8-ec3c-449e-bb19-001fffcc008e" providerId="ADAL" clId="{BC0BD879-F267-5CCA-8DEA-E3B2DD07DA4E}" dt="2026-06-09T14:34:21.721" v="25917" actId="20577"/>
        <pc:sldMkLst>
          <pc:docMk/>
          <pc:sldMk cId="1106191159" sldId="389"/>
        </pc:sldMkLst>
        <pc:spChg chg="mod">
          <ac:chgData name="Hironari Yamada" userId="e57621f8-ec3c-449e-bb19-001fffcc008e" providerId="ADAL" clId="{BC0BD879-F267-5CCA-8DEA-E3B2DD07DA4E}" dt="2026-06-09T14:33:08.302" v="25747" actId="20577"/>
          <ac:spMkLst>
            <pc:docMk/>
            <pc:sldMk cId="1106191159" sldId="389"/>
            <ac:spMk id="6" creationId="{A0016267-6ED0-4CF4-9442-1F8C61F578EB}"/>
          </ac:spMkLst>
        </pc:spChg>
        <pc:spChg chg="del">
          <ac:chgData name="Hironari Yamada" userId="e57621f8-ec3c-449e-bb19-001fffcc008e" providerId="ADAL" clId="{BC0BD879-F267-5CCA-8DEA-E3B2DD07DA4E}" dt="2026-06-09T14:32:54.262" v="25743" actId="478"/>
          <ac:spMkLst>
            <pc:docMk/>
            <pc:sldMk cId="1106191159" sldId="389"/>
            <ac:spMk id="8" creationId="{1217E4B8-0138-1CAA-626F-4727025523AD}"/>
          </ac:spMkLst>
        </pc:spChg>
        <pc:spChg chg="del">
          <ac:chgData name="Hironari Yamada" userId="e57621f8-ec3c-449e-bb19-001fffcc008e" providerId="ADAL" clId="{BC0BD879-F267-5CCA-8DEA-E3B2DD07DA4E}" dt="2026-06-09T14:32:49.550" v="25742" actId="478"/>
          <ac:spMkLst>
            <pc:docMk/>
            <pc:sldMk cId="1106191159" sldId="389"/>
            <ac:spMk id="9" creationId="{D535C494-4ADA-A41D-AAFF-3C1B3417B21D}"/>
          </ac:spMkLst>
        </pc:spChg>
        <pc:spChg chg="del">
          <ac:chgData name="Hironari Yamada" userId="e57621f8-ec3c-449e-bb19-001fffcc008e" providerId="ADAL" clId="{BC0BD879-F267-5CCA-8DEA-E3B2DD07DA4E}" dt="2026-06-09T14:32:54.262" v="25743" actId="478"/>
          <ac:spMkLst>
            <pc:docMk/>
            <pc:sldMk cId="1106191159" sldId="389"/>
            <ac:spMk id="10" creationId="{38FD1878-827C-7844-E45F-28CE48228CCC}"/>
          </ac:spMkLst>
        </pc:spChg>
        <pc:spChg chg="add mod">
          <ac:chgData name="Hironari Yamada" userId="e57621f8-ec3c-449e-bb19-001fffcc008e" providerId="ADAL" clId="{BC0BD879-F267-5CCA-8DEA-E3B2DD07DA4E}" dt="2026-06-09T14:33:26.356" v="25750" actId="14100"/>
          <ac:spMkLst>
            <pc:docMk/>
            <pc:sldMk cId="1106191159" sldId="389"/>
            <ac:spMk id="11" creationId="{E87464AF-6C6C-59D5-673E-34C5615F38C8}"/>
          </ac:spMkLst>
        </pc:spChg>
        <pc:spChg chg="add mod">
          <ac:chgData name="Hironari Yamada" userId="e57621f8-ec3c-449e-bb19-001fffcc008e" providerId="ADAL" clId="{BC0BD879-F267-5CCA-8DEA-E3B2DD07DA4E}" dt="2026-06-09T14:34:01.305" v="25857" actId="14100"/>
          <ac:spMkLst>
            <pc:docMk/>
            <pc:sldMk cId="1106191159" sldId="389"/>
            <ac:spMk id="12" creationId="{84CB7EC6-6EF9-4FF8-9100-0E5609057069}"/>
          </ac:spMkLst>
        </pc:spChg>
        <pc:spChg chg="add mod">
          <ac:chgData name="Hironari Yamada" userId="e57621f8-ec3c-449e-bb19-001fffcc008e" providerId="ADAL" clId="{BC0BD879-F267-5CCA-8DEA-E3B2DD07DA4E}" dt="2026-06-09T14:34:07.664" v="25860" actId="14100"/>
          <ac:spMkLst>
            <pc:docMk/>
            <pc:sldMk cId="1106191159" sldId="389"/>
            <ac:spMk id="13" creationId="{E5B8CE38-D5FD-BE7F-8210-09F162AD0DAA}"/>
          </ac:spMkLst>
        </pc:spChg>
        <pc:spChg chg="add mod">
          <ac:chgData name="Hironari Yamada" userId="e57621f8-ec3c-449e-bb19-001fffcc008e" providerId="ADAL" clId="{BC0BD879-F267-5CCA-8DEA-E3B2DD07DA4E}" dt="2026-06-09T14:34:21.721" v="25917" actId="20577"/>
          <ac:spMkLst>
            <pc:docMk/>
            <pc:sldMk cId="1106191159" sldId="389"/>
            <ac:spMk id="14" creationId="{CAB717C2-DEA7-4033-B603-AA9D51C9D16B}"/>
          </ac:spMkLst>
        </pc:spChg>
        <pc:spChg chg="mod">
          <ac:chgData name="Hironari Yamada" userId="e57621f8-ec3c-449e-bb19-001fffcc008e" providerId="ADAL" clId="{BC0BD879-F267-5CCA-8DEA-E3B2DD07DA4E}" dt="2026-06-09T14:32:42.563" v="25740"/>
          <ac:spMkLst>
            <pc:docMk/>
            <pc:sldMk cId="1106191159" sldId="389"/>
            <ac:spMk id="15" creationId="{D0529230-1C9D-98E4-1338-E48870AAAC8D}"/>
          </ac:spMkLst>
        </pc:spChg>
        <pc:spChg chg="del">
          <ac:chgData name="Hironari Yamada" userId="e57621f8-ec3c-449e-bb19-001fffcc008e" providerId="ADAL" clId="{BC0BD879-F267-5CCA-8DEA-E3B2DD07DA4E}" dt="2026-06-09T14:33:04.117" v="25744" actId="478"/>
          <ac:spMkLst>
            <pc:docMk/>
            <pc:sldMk cId="1106191159" sldId="389"/>
            <ac:spMk id="17" creationId="{7657D5DD-8D85-F0A5-0B6A-B0F82CE3C6B0}"/>
          </ac:spMkLst>
        </pc:spChg>
        <pc:picChg chg="del">
          <ac:chgData name="Hironari Yamada" userId="e57621f8-ec3c-449e-bb19-001fffcc008e" providerId="ADAL" clId="{BC0BD879-F267-5CCA-8DEA-E3B2DD07DA4E}" dt="2026-06-09T14:32:49.550" v="25742" actId="478"/>
          <ac:picMkLst>
            <pc:docMk/>
            <pc:sldMk cId="1106191159" sldId="389"/>
            <ac:picMk id="5" creationId="{7DFE4FC1-F317-85C2-B4D4-E587D4C2CEDE}"/>
          </ac:picMkLst>
        </pc:picChg>
        <pc:picChg chg="add mod">
          <ac:chgData name="Hironari Yamada" userId="e57621f8-ec3c-449e-bb19-001fffcc008e" providerId="ADAL" clId="{BC0BD879-F267-5CCA-8DEA-E3B2DD07DA4E}" dt="2026-06-09T14:33:06.575" v="25746" actId="1076"/>
          <ac:picMkLst>
            <pc:docMk/>
            <pc:sldMk cId="1106191159" sldId="389"/>
            <ac:picMk id="7" creationId="{D4F31387-1F04-2912-44C2-6550F190CAD7}"/>
          </ac:picMkLst>
        </pc:picChg>
        <pc:picChg chg="del">
          <ac:chgData name="Hironari Yamada" userId="e57621f8-ec3c-449e-bb19-001fffcc008e" providerId="ADAL" clId="{BC0BD879-F267-5CCA-8DEA-E3B2DD07DA4E}" dt="2026-06-09T14:33:04.117" v="25744" actId="478"/>
          <ac:picMkLst>
            <pc:docMk/>
            <pc:sldMk cId="1106191159" sldId="389"/>
            <ac:picMk id="16" creationId="{69F44759-BA84-11C8-F577-42194C6AE496}"/>
          </ac:picMkLst>
        </pc:picChg>
      </pc:sldChg>
      <pc:sldChg chg="addSp delSp modSp add mod">
        <pc:chgData name="Hironari Yamada" userId="e57621f8-ec3c-449e-bb19-001fffcc008e" providerId="ADAL" clId="{BC0BD879-F267-5CCA-8DEA-E3B2DD07DA4E}" dt="2026-06-09T14:36:07.425" v="25955" actId="1076"/>
        <pc:sldMkLst>
          <pc:docMk/>
          <pc:sldMk cId="1712752058" sldId="390"/>
        </pc:sldMkLst>
        <pc:spChg chg="mod">
          <ac:chgData name="Hironari Yamada" userId="e57621f8-ec3c-449e-bb19-001fffcc008e" providerId="ADAL" clId="{BC0BD879-F267-5CCA-8DEA-E3B2DD07DA4E}" dt="2026-06-09T14:34:55.915" v="25951"/>
          <ac:spMkLst>
            <pc:docMk/>
            <pc:sldMk cId="1712752058" sldId="390"/>
            <ac:spMk id="6" creationId="{EB1B9130-9BF2-2850-0ACD-657CE47C726B}"/>
          </ac:spMkLst>
        </pc:spChg>
        <pc:spChg chg="del">
          <ac:chgData name="Hironari Yamada" userId="e57621f8-ec3c-449e-bb19-001fffcc008e" providerId="ADAL" clId="{BC0BD879-F267-5CCA-8DEA-E3B2DD07DA4E}" dt="2026-06-09T14:35:22.921" v="25952" actId="478"/>
          <ac:spMkLst>
            <pc:docMk/>
            <pc:sldMk cId="1712752058" sldId="390"/>
            <ac:spMk id="11" creationId="{1D7980B2-A37E-7E78-33FB-D86F6F0DE333}"/>
          </ac:spMkLst>
        </pc:spChg>
        <pc:spChg chg="del">
          <ac:chgData name="Hironari Yamada" userId="e57621f8-ec3c-449e-bb19-001fffcc008e" providerId="ADAL" clId="{BC0BD879-F267-5CCA-8DEA-E3B2DD07DA4E}" dt="2026-06-09T14:35:22.921" v="25952" actId="478"/>
          <ac:spMkLst>
            <pc:docMk/>
            <pc:sldMk cId="1712752058" sldId="390"/>
            <ac:spMk id="12" creationId="{2F8C1AC7-E4CB-01D4-7A5A-4B1C764B87C1}"/>
          </ac:spMkLst>
        </pc:spChg>
        <pc:spChg chg="del">
          <ac:chgData name="Hironari Yamada" userId="e57621f8-ec3c-449e-bb19-001fffcc008e" providerId="ADAL" clId="{BC0BD879-F267-5CCA-8DEA-E3B2DD07DA4E}" dt="2026-06-09T14:35:22.921" v="25952" actId="478"/>
          <ac:spMkLst>
            <pc:docMk/>
            <pc:sldMk cId="1712752058" sldId="390"/>
            <ac:spMk id="13" creationId="{8571BB5B-7ABB-F94A-B4E2-2578014936EB}"/>
          </ac:spMkLst>
        </pc:spChg>
        <pc:spChg chg="del">
          <ac:chgData name="Hironari Yamada" userId="e57621f8-ec3c-449e-bb19-001fffcc008e" providerId="ADAL" clId="{BC0BD879-F267-5CCA-8DEA-E3B2DD07DA4E}" dt="2026-06-09T14:35:22.921" v="25952" actId="478"/>
          <ac:spMkLst>
            <pc:docMk/>
            <pc:sldMk cId="1712752058" sldId="390"/>
            <ac:spMk id="14" creationId="{8DDF9293-3118-6871-8524-2E153D654B93}"/>
          </ac:spMkLst>
        </pc:spChg>
        <pc:spChg chg="mod">
          <ac:chgData name="Hironari Yamada" userId="e57621f8-ec3c-449e-bb19-001fffcc008e" providerId="ADAL" clId="{BC0BD879-F267-5CCA-8DEA-E3B2DD07DA4E}" dt="2026-06-09T14:34:41.122" v="25948" actId="20577"/>
          <ac:spMkLst>
            <pc:docMk/>
            <pc:sldMk cId="1712752058" sldId="390"/>
            <ac:spMk id="15" creationId="{4C20E0CC-2508-ECF8-0456-8626F1A87381}"/>
          </ac:spMkLst>
        </pc:spChg>
        <pc:picChg chg="add mod">
          <ac:chgData name="Hironari Yamada" userId="e57621f8-ec3c-449e-bb19-001fffcc008e" providerId="ADAL" clId="{BC0BD879-F267-5CCA-8DEA-E3B2DD07DA4E}" dt="2026-06-09T14:36:07.425" v="25955" actId="1076"/>
          <ac:picMkLst>
            <pc:docMk/>
            <pc:sldMk cId="1712752058" sldId="390"/>
            <ac:picMk id="5" creationId="{B625AA08-338C-DD04-AAB9-8BD0F0260210}"/>
          </ac:picMkLst>
        </pc:picChg>
        <pc:picChg chg="del">
          <ac:chgData name="Hironari Yamada" userId="e57621f8-ec3c-449e-bb19-001fffcc008e" providerId="ADAL" clId="{BC0BD879-F267-5CCA-8DEA-E3B2DD07DA4E}" dt="2026-06-09T14:35:22.921" v="25952" actId="478"/>
          <ac:picMkLst>
            <pc:docMk/>
            <pc:sldMk cId="1712752058" sldId="390"/>
            <ac:picMk id="7" creationId="{A0F9C2FF-E245-061B-B989-244CE6F05DE7}"/>
          </ac:picMkLst>
        </pc:picChg>
      </pc:sldChg>
      <pc:sldChg chg="modSp add">
        <pc:chgData name="Hironari Yamada" userId="e57621f8-ec3c-449e-bb19-001fffcc008e" providerId="ADAL" clId="{BC0BD879-F267-5CCA-8DEA-E3B2DD07DA4E}" dt="2026-06-09T14:36:24.462" v="25958"/>
        <pc:sldMkLst>
          <pc:docMk/>
          <pc:sldMk cId="2812349212" sldId="391"/>
        </pc:sldMkLst>
        <pc:spChg chg="mod">
          <ac:chgData name="Hironari Yamada" userId="e57621f8-ec3c-449e-bb19-001fffcc008e" providerId="ADAL" clId="{BC0BD879-F267-5CCA-8DEA-E3B2DD07DA4E}" dt="2026-06-09T14:36:24.462" v="25958"/>
          <ac:spMkLst>
            <pc:docMk/>
            <pc:sldMk cId="2812349212" sldId="391"/>
            <ac:spMk id="5" creationId="{BD5D335E-C94D-C9F8-9B9C-0A9152D06C70}"/>
          </ac:spMkLst>
        </pc:spChg>
        <pc:spChg chg="mod">
          <ac:chgData name="Hironari Yamada" userId="e57621f8-ec3c-449e-bb19-001fffcc008e" providerId="ADAL" clId="{BC0BD879-F267-5CCA-8DEA-E3B2DD07DA4E}" dt="2026-06-09T14:36:20.673" v="25957"/>
          <ac:spMkLst>
            <pc:docMk/>
            <pc:sldMk cId="2812349212" sldId="391"/>
            <ac:spMk id="9" creationId="{1090A241-7E22-26A2-344C-A0136B518016}"/>
          </ac:spMkLst>
        </pc:spChg>
      </pc:sldChg>
      <pc:sldChg chg="addSp delSp modSp add mod">
        <pc:chgData name="Hironari Yamada" userId="e57621f8-ec3c-449e-bb19-001fffcc008e" providerId="ADAL" clId="{BC0BD879-F267-5CCA-8DEA-E3B2DD07DA4E}" dt="2026-06-09T14:37:18.963" v="26008"/>
        <pc:sldMkLst>
          <pc:docMk/>
          <pc:sldMk cId="3400104679" sldId="392"/>
        </pc:sldMkLst>
        <pc:spChg chg="mod">
          <ac:chgData name="Hironari Yamada" userId="e57621f8-ec3c-449e-bb19-001fffcc008e" providerId="ADAL" clId="{BC0BD879-F267-5CCA-8DEA-E3B2DD07DA4E}" dt="2026-06-09T14:37:18.963" v="26008"/>
          <ac:spMkLst>
            <pc:docMk/>
            <pc:sldMk cId="3400104679" sldId="392"/>
            <ac:spMk id="5" creationId="{0BD2E6AC-B4A9-1F95-B1E5-AD7D405B7332}"/>
          </ac:spMkLst>
        </pc:spChg>
        <pc:spChg chg="del">
          <ac:chgData name="Hironari Yamada" userId="e57621f8-ec3c-449e-bb19-001fffcc008e" providerId="ADAL" clId="{BC0BD879-F267-5CCA-8DEA-E3B2DD07DA4E}" dt="2026-06-09T14:37:13.258" v="26006" actId="478"/>
          <ac:spMkLst>
            <pc:docMk/>
            <pc:sldMk cId="3400104679" sldId="392"/>
            <ac:spMk id="8" creationId="{C076A8A3-5B0A-B40C-E8CC-445A9E8C35EB}"/>
          </ac:spMkLst>
        </pc:spChg>
        <pc:spChg chg="mod">
          <ac:chgData name="Hironari Yamada" userId="e57621f8-ec3c-449e-bb19-001fffcc008e" providerId="ADAL" clId="{BC0BD879-F267-5CCA-8DEA-E3B2DD07DA4E}" dt="2026-06-09T14:36:53.216" v="26005" actId="20577"/>
          <ac:spMkLst>
            <pc:docMk/>
            <pc:sldMk cId="3400104679" sldId="392"/>
            <ac:spMk id="9" creationId="{C9477EAA-5143-96CB-E4EA-B2F79D0E303E}"/>
          </ac:spMkLst>
        </pc:spChg>
        <pc:spChg chg="del">
          <ac:chgData name="Hironari Yamada" userId="e57621f8-ec3c-449e-bb19-001fffcc008e" providerId="ADAL" clId="{BC0BD879-F267-5CCA-8DEA-E3B2DD07DA4E}" dt="2026-06-09T14:37:13.258" v="26006" actId="478"/>
          <ac:spMkLst>
            <pc:docMk/>
            <pc:sldMk cId="3400104679" sldId="392"/>
            <ac:spMk id="10" creationId="{72A56DDF-F60C-1BF9-747C-579C05E290F5}"/>
          </ac:spMkLst>
        </pc:spChg>
        <pc:spChg chg="del">
          <ac:chgData name="Hironari Yamada" userId="e57621f8-ec3c-449e-bb19-001fffcc008e" providerId="ADAL" clId="{BC0BD879-F267-5CCA-8DEA-E3B2DD07DA4E}" dt="2026-06-09T14:37:13.258" v="26006" actId="478"/>
          <ac:spMkLst>
            <pc:docMk/>
            <pc:sldMk cId="3400104679" sldId="392"/>
            <ac:spMk id="12" creationId="{04B1497D-E77E-7221-08B4-D8449E8D5DCD}"/>
          </ac:spMkLst>
        </pc:spChg>
        <pc:spChg chg="del">
          <ac:chgData name="Hironari Yamada" userId="e57621f8-ec3c-449e-bb19-001fffcc008e" providerId="ADAL" clId="{BC0BD879-F267-5CCA-8DEA-E3B2DD07DA4E}" dt="2026-06-09T14:37:13.258" v="26006" actId="478"/>
          <ac:spMkLst>
            <pc:docMk/>
            <pc:sldMk cId="3400104679" sldId="392"/>
            <ac:spMk id="13" creationId="{2473EA50-CF2D-A605-A664-9C345A9E759A}"/>
          </ac:spMkLst>
        </pc:spChg>
        <pc:spChg chg="del">
          <ac:chgData name="Hironari Yamada" userId="e57621f8-ec3c-449e-bb19-001fffcc008e" providerId="ADAL" clId="{BC0BD879-F267-5CCA-8DEA-E3B2DD07DA4E}" dt="2026-06-09T14:37:13.258" v="26006" actId="478"/>
          <ac:spMkLst>
            <pc:docMk/>
            <pc:sldMk cId="3400104679" sldId="392"/>
            <ac:spMk id="14" creationId="{2CF6172F-2AF0-66FB-4AA1-63D781D19596}"/>
          </ac:spMkLst>
        </pc:spChg>
        <pc:spChg chg="del">
          <ac:chgData name="Hironari Yamada" userId="e57621f8-ec3c-449e-bb19-001fffcc008e" providerId="ADAL" clId="{BC0BD879-F267-5CCA-8DEA-E3B2DD07DA4E}" dt="2026-06-09T14:37:13.258" v="26006" actId="478"/>
          <ac:spMkLst>
            <pc:docMk/>
            <pc:sldMk cId="3400104679" sldId="392"/>
            <ac:spMk id="15" creationId="{388364CF-61DD-F35B-FF71-C3C7AC13AB50}"/>
          </ac:spMkLst>
        </pc:spChg>
        <pc:spChg chg="del">
          <ac:chgData name="Hironari Yamada" userId="e57621f8-ec3c-449e-bb19-001fffcc008e" providerId="ADAL" clId="{BC0BD879-F267-5CCA-8DEA-E3B2DD07DA4E}" dt="2026-06-09T14:37:13.258" v="26006" actId="478"/>
          <ac:spMkLst>
            <pc:docMk/>
            <pc:sldMk cId="3400104679" sldId="392"/>
            <ac:spMk id="16" creationId="{DA62BA9D-59BF-CBF7-C3C1-6E3ADDE3D8EC}"/>
          </ac:spMkLst>
        </pc:spChg>
        <pc:spChg chg="del">
          <ac:chgData name="Hironari Yamada" userId="e57621f8-ec3c-449e-bb19-001fffcc008e" providerId="ADAL" clId="{BC0BD879-F267-5CCA-8DEA-E3B2DD07DA4E}" dt="2026-06-09T14:37:13.258" v="26006" actId="478"/>
          <ac:spMkLst>
            <pc:docMk/>
            <pc:sldMk cId="3400104679" sldId="392"/>
            <ac:spMk id="18" creationId="{F055398A-9D41-325D-835A-92C81B53AAF4}"/>
          </ac:spMkLst>
        </pc:spChg>
        <pc:spChg chg="del">
          <ac:chgData name="Hironari Yamada" userId="e57621f8-ec3c-449e-bb19-001fffcc008e" providerId="ADAL" clId="{BC0BD879-F267-5CCA-8DEA-E3B2DD07DA4E}" dt="2026-06-09T14:37:13.258" v="26006" actId="478"/>
          <ac:spMkLst>
            <pc:docMk/>
            <pc:sldMk cId="3400104679" sldId="392"/>
            <ac:spMk id="19" creationId="{2ABE5B49-5032-8E2B-18E8-FC29810915DF}"/>
          </ac:spMkLst>
        </pc:spChg>
        <pc:spChg chg="del">
          <ac:chgData name="Hironari Yamada" userId="e57621f8-ec3c-449e-bb19-001fffcc008e" providerId="ADAL" clId="{BC0BD879-F267-5CCA-8DEA-E3B2DD07DA4E}" dt="2026-06-09T14:37:13.258" v="26006" actId="478"/>
          <ac:spMkLst>
            <pc:docMk/>
            <pc:sldMk cId="3400104679" sldId="392"/>
            <ac:spMk id="20" creationId="{1A3383BE-048C-5BAA-130F-62637B6A2522}"/>
          </ac:spMkLst>
        </pc:spChg>
        <pc:spChg chg="mod">
          <ac:chgData name="Hironari Yamada" userId="e57621f8-ec3c-449e-bb19-001fffcc008e" providerId="ADAL" clId="{BC0BD879-F267-5CCA-8DEA-E3B2DD07DA4E}" dt="2026-06-09T14:37:13.618" v="26007"/>
          <ac:spMkLst>
            <pc:docMk/>
            <pc:sldMk cId="3400104679" sldId="392"/>
            <ac:spMk id="23" creationId="{F7904D08-16DF-379B-6AF1-F549799788E6}"/>
          </ac:spMkLst>
        </pc:spChg>
        <pc:spChg chg="mod">
          <ac:chgData name="Hironari Yamada" userId="e57621f8-ec3c-449e-bb19-001fffcc008e" providerId="ADAL" clId="{BC0BD879-F267-5CCA-8DEA-E3B2DD07DA4E}" dt="2026-06-09T14:37:13.618" v="26007"/>
          <ac:spMkLst>
            <pc:docMk/>
            <pc:sldMk cId="3400104679" sldId="392"/>
            <ac:spMk id="25" creationId="{49597C6B-3ECF-1562-7B30-70C2748DE637}"/>
          </ac:spMkLst>
        </pc:spChg>
        <pc:spChg chg="mod">
          <ac:chgData name="Hironari Yamada" userId="e57621f8-ec3c-449e-bb19-001fffcc008e" providerId="ADAL" clId="{BC0BD879-F267-5CCA-8DEA-E3B2DD07DA4E}" dt="2026-06-09T14:37:13.618" v="26007"/>
          <ac:spMkLst>
            <pc:docMk/>
            <pc:sldMk cId="3400104679" sldId="392"/>
            <ac:spMk id="26" creationId="{3B520A74-ABC2-6701-3DA7-1686EB94EF40}"/>
          </ac:spMkLst>
        </pc:spChg>
        <pc:spChg chg="mod">
          <ac:chgData name="Hironari Yamada" userId="e57621f8-ec3c-449e-bb19-001fffcc008e" providerId="ADAL" clId="{BC0BD879-F267-5CCA-8DEA-E3B2DD07DA4E}" dt="2026-06-09T14:37:13.618" v="26007"/>
          <ac:spMkLst>
            <pc:docMk/>
            <pc:sldMk cId="3400104679" sldId="392"/>
            <ac:spMk id="29" creationId="{732FAECD-CC98-1B6F-F35C-8A55A61BA54C}"/>
          </ac:spMkLst>
        </pc:spChg>
        <pc:spChg chg="mod">
          <ac:chgData name="Hironari Yamada" userId="e57621f8-ec3c-449e-bb19-001fffcc008e" providerId="ADAL" clId="{BC0BD879-F267-5CCA-8DEA-E3B2DD07DA4E}" dt="2026-06-09T14:37:13.618" v="26007"/>
          <ac:spMkLst>
            <pc:docMk/>
            <pc:sldMk cId="3400104679" sldId="392"/>
            <ac:spMk id="31" creationId="{8B0E9A2F-E965-291C-D01D-89EC58A5013E}"/>
          </ac:spMkLst>
        </pc:spChg>
        <pc:spChg chg="mod">
          <ac:chgData name="Hironari Yamada" userId="e57621f8-ec3c-449e-bb19-001fffcc008e" providerId="ADAL" clId="{BC0BD879-F267-5CCA-8DEA-E3B2DD07DA4E}" dt="2026-06-09T14:37:13.618" v="26007"/>
          <ac:spMkLst>
            <pc:docMk/>
            <pc:sldMk cId="3400104679" sldId="392"/>
            <ac:spMk id="32" creationId="{E3C986D2-247D-8659-0B94-FCC2DB2E31D8}"/>
          </ac:spMkLst>
        </pc:spChg>
        <pc:spChg chg="mod">
          <ac:chgData name="Hironari Yamada" userId="e57621f8-ec3c-449e-bb19-001fffcc008e" providerId="ADAL" clId="{BC0BD879-F267-5CCA-8DEA-E3B2DD07DA4E}" dt="2026-06-09T14:37:13.618" v="26007"/>
          <ac:spMkLst>
            <pc:docMk/>
            <pc:sldMk cId="3400104679" sldId="392"/>
            <ac:spMk id="34" creationId="{599D5CB9-4DC2-02A7-BC20-88FE2C402E5D}"/>
          </ac:spMkLst>
        </pc:spChg>
        <pc:spChg chg="mod">
          <ac:chgData name="Hironari Yamada" userId="e57621f8-ec3c-449e-bb19-001fffcc008e" providerId="ADAL" clId="{BC0BD879-F267-5CCA-8DEA-E3B2DD07DA4E}" dt="2026-06-09T14:37:13.618" v="26007"/>
          <ac:spMkLst>
            <pc:docMk/>
            <pc:sldMk cId="3400104679" sldId="392"/>
            <ac:spMk id="35" creationId="{8DA68E6B-6084-C565-E1E3-433042A1AEC1}"/>
          </ac:spMkLst>
        </pc:spChg>
        <pc:spChg chg="mod">
          <ac:chgData name="Hironari Yamada" userId="e57621f8-ec3c-449e-bb19-001fffcc008e" providerId="ADAL" clId="{BC0BD879-F267-5CCA-8DEA-E3B2DD07DA4E}" dt="2026-06-09T14:37:13.618" v="26007"/>
          <ac:spMkLst>
            <pc:docMk/>
            <pc:sldMk cId="3400104679" sldId="392"/>
            <ac:spMk id="37" creationId="{F65F766A-E61E-308C-9853-3283F43D4396}"/>
          </ac:spMkLst>
        </pc:spChg>
        <pc:spChg chg="mod">
          <ac:chgData name="Hironari Yamada" userId="e57621f8-ec3c-449e-bb19-001fffcc008e" providerId="ADAL" clId="{BC0BD879-F267-5CCA-8DEA-E3B2DD07DA4E}" dt="2026-06-09T14:37:13.618" v="26007"/>
          <ac:spMkLst>
            <pc:docMk/>
            <pc:sldMk cId="3400104679" sldId="392"/>
            <ac:spMk id="38" creationId="{FD992009-0EF3-66B3-2028-FCEC7A6DA212}"/>
          </ac:spMkLst>
        </pc:spChg>
      </pc:sldChg>
      <pc:sldChg chg="addSp delSp modSp add mod">
        <pc:chgData name="Hironari Yamada" userId="e57621f8-ec3c-449e-bb19-001fffcc008e" providerId="ADAL" clId="{BC0BD879-F267-5CCA-8DEA-E3B2DD07DA4E}" dt="2026-06-09T14:41:36.387" v="26213" actId="14100"/>
        <pc:sldMkLst>
          <pc:docMk/>
          <pc:sldMk cId="1191669612" sldId="393"/>
        </pc:sldMkLst>
        <pc:spChg chg="mod">
          <ac:chgData name="Hironari Yamada" userId="e57621f8-ec3c-449e-bb19-001fffcc008e" providerId="ADAL" clId="{BC0BD879-F267-5CCA-8DEA-E3B2DD07DA4E}" dt="2026-06-09T14:38:10.195" v="26098" actId="20577"/>
          <ac:spMkLst>
            <pc:docMk/>
            <pc:sldMk cId="1191669612" sldId="393"/>
            <ac:spMk id="6" creationId="{2E2D229F-9D43-6D60-E6D9-37D8EB023AE0}"/>
          </ac:spMkLst>
        </pc:spChg>
        <pc:spChg chg="del">
          <ac:chgData name="Hironari Yamada" userId="e57621f8-ec3c-449e-bb19-001fffcc008e" providerId="ADAL" clId="{BC0BD879-F267-5CCA-8DEA-E3B2DD07DA4E}" dt="2026-06-09T14:38:16.061" v="26099" actId="478"/>
          <ac:spMkLst>
            <pc:docMk/>
            <pc:sldMk cId="1191669612" sldId="393"/>
            <ac:spMk id="8" creationId="{CF35DAE3-DD34-3B27-1BBF-0AC096222FCB}"/>
          </ac:spMkLst>
        </pc:spChg>
        <pc:spChg chg="mod">
          <ac:chgData name="Hironari Yamada" userId="e57621f8-ec3c-449e-bb19-001fffcc008e" providerId="ADAL" clId="{BC0BD879-F267-5CCA-8DEA-E3B2DD07DA4E}" dt="2026-06-09T14:40:17.893" v="26108" actId="166"/>
          <ac:spMkLst>
            <pc:docMk/>
            <pc:sldMk cId="1191669612" sldId="393"/>
            <ac:spMk id="9" creationId="{11D9D65A-76B0-17B6-B5AF-DAF826A26DD9}"/>
          </ac:spMkLst>
        </pc:spChg>
        <pc:spChg chg="del">
          <ac:chgData name="Hironari Yamada" userId="e57621f8-ec3c-449e-bb19-001fffcc008e" providerId="ADAL" clId="{BC0BD879-F267-5CCA-8DEA-E3B2DD07DA4E}" dt="2026-06-09T14:38:16.061" v="26099" actId="478"/>
          <ac:spMkLst>
            <pc:docMk/>
            <pc:sldMk cId="1191669612" sldId="393"/>
            <ac:spMk id="10" creationId="{49C895C1-CE62-7381-524B-FDC96EE6BC93}"/>
          </ac:spMkLst>
        </pc:spChg>
        <pc:spChg chg="add mod">
          <ac:chgData name="Hironari Yamada" userId="e57621f8-ec3c-449e-bb19-001fffcc008e" providerId="ADAL" clId="{BC0BD879-F267-5CCA-8DEA-E3B2DD07DA4E}" dt="2026-06-09T14:40:39.527" v="26112" actId="14100"/>
          <ac:spMkLst>
            <pc:docMk/>
            <pc:sldMk cId="1191669612" sldId="393"/>
            <ac:spMk id="13" creationId="{E4EA17EB-047C-37D0-7E76-B299A1DB18AA}"/>
          </ac:spMkLst>
        </pc:spChg>
        <pc:spChg chg="add mod">
          <ac:chgData name="Hironari Yamada" userId="e57621f8-ec3c-449e-bb19-001fffcc008e" providerId="ADAL" clId="{BC0BD879-F267-5CCA-8DEA-E3B2DD07DA4E}" dt="2026-06-09T14:40:48.489" v="26145" actId="20577"/>
          <ac:spMkLst>
            <pc:docMk/>
            <pc:sldMk cId="1191669612" sldId="393"/>
            <ac:spMk id="14" creationId="{4EC5056B-C39D-38CA-FD6F-539A3EA97B46}"/>
          </ac:spMkLst>
        </pc:spChg>
        <pc:spChg chg="mod">
          <ac:chgData name="Hironari Yamada" userId="e57621f8-ec3c-449e-bb19-001fffcc008e" providerId="ADAL" clId="{BC0BD879-F267-5CCA-8DEA-E3B2DD07DA4E}" dt="2026-06-09T14:37:53.785" v="26022" actId="20577"/>
          <ac:spMkLst>
            <pc:docMk/>
            <pc:sldMk cId="1191669612" sldId="393"/>
            <ac:spMk id="15" creationId="{3E2F148C-59A4-98F8-56F4-E0DE4FCBBD5C}"/>
          </ac:spMkLst>
        </pc:spChg>
        <pc:spChg chg="del">
          <ac:chgData name="Hironari Yamada" userId="e57621f8-ec3c-449e-bb19-001fffcc008e" providerId="ADAL" clId="{BC0BD879-F267-5CCA-8DEA-E3B2DD07DA4E}" dt="2026-06-09T14:38:17.968" v="26100" actId="478"/>
          <ac:spMkLst>
            <pc:docMk/>
            <pc:sldMk cId="1191669612" sldId="393"/>
            <ac:spMk id="17" creationId="{7A930BBF-A9D4-C72B-7293-392C0BDE0F7C}"/>
          </ac:spMkLst>
        </pc:spChg>
        <pc:spChg chg="add mod">
          <ac:chgData name="Hironari Yamada" userId="e57621f8-ec3c-449e-bb19-001fffcc008e" providerId="ADAL" clId="{BC0BD879-F267-5CCA-8DEA-E3B2DD07DA4E}" dt="2026-06-09T14:41:00.645" v="26150" actId="14100"/>
          <ac:spMkLst>
            <pc:docMk/>
            <pc:sldMk cId="1191669612" sldId="393"/>
            <ac:spMk id="18" creationId="{27A10359-4ED3-0C90-432E-995E467F31D0}"/>
          </ac:spMkLst>
        </pc:spChg>
        <pc:spChg chg="add mod">
          <ac:chgData name="Hironari Yamada" userId="e57621f8-ec3c-449e-bb19-001fffcc008e" providerId="ADAL" clId="{BC0BD879-F267-5CCA-8DEA-E3B2DD07DA4E}" dt="2026-06-09T14:41:16.110" v="26181" actId="14100"/>
          <ac:spMkLst>
            <pc:docMk/>
            <pc:sldMk cId="1191669612" sldId="393"/>
            <ac:spMk id="19" creationId="{34018831-D42D-1EB2-33EC-ABE697C969B2}"/>
          </ac:spMkLst>
        </pc:spChg>
        <pc:spChg chg="add mod">
          <ac:chgData name="Hironari Yamada" userId="e57621f8-ec3c-449e-bb19-001fffcc008e" providerId="ADAL" clId="{BC0BD879-F267-5CCA-8DEA-E3B2DD07DA4E}" dt="2026-06-09T14:41:21.359" v="26184" actId="14100"/>
          <ac:spMkLst>
            <pc:docMk/>
            <pc:sldMk cId="1191669612" sldId="393"/>
            <ac:spMk id="20" creationId="{7E24AF21-703E-3AE3-22D8-4C0C286D098D}"/>
          </ac:spMkLst>
        </pc:spChg>
        <pc:spChg chg="add mod">
          <ac:chgData name="Hironari Yamada" userId="e57621f8-ec3c-449e-bb19-001fffcc008e" providerId="ADAL" clId="{BC0BD879-F267-5CCA-8DEA-E3B2DD07DA4E}" dt="2026-06-09T14:41:36.387" v="26213" actId="14100"/>
          <ac:spMkLst>
            <pc:docMk/>
            <pc:sldMk cId="1191669612" sldId="393"/>
            <ac:spMk id="21" creationId="{D63087B7-C0F4-027D-75CD-138E9EC0D099}"/>
          </ac:spMkLst>
        </pc:spChg>
        <pc:picChg chg="del">
          <ac:chgData name="Hironari Yamada" userId="e57621f8-ec3c-449e-bb19-001fffcc008e" providerId="ADAL" clId="{BC0BD879-F267-5CCA-8DEA-E3B2DD07DA4E}" dt="2026-06-09T14:38:16.061" v="26099" actId="478"/>
          <ac:picMkLst>
            <pc:docMk/>
            <pc:sldMk cId="1191669612" sldId="393"/>
            <ac:picMk id="5" creationId="{DF0507BD-262C-F9BB-83E9-BE4603E71065}"/>
          </ac:picMkLst>
        </pc:picChg>
        <pc:picChg chg="add del mod">
          <ac:chgData name="Hironari Yamada" userId="e57621f8-ec3c-449e-bb19-001fffcc008e" providerId="ADAL" clId="{BC0BD879-F267-5CCA-8DEA-E3B2DD07DA4E}" dt="2026-06-09T14:39:21.293" v="26103" actId="478"/>
          <ac:picMkLst>
            <pc:docMk/>
            <pc:sldMk cId="1191669612" sldId="393"/>
            <ac:picMk id="11" creationId="{5387D50B-BB2D-C6C0-0D0B-71BAD45B6188}"/>
          </ac:picMkLst>
        </pc:picChg>
        <pc:picChg chg="add mod">
          <ac:chgData name="Hironari Yamada" userId="e57621f8-ec3c-449e-bb19-001fffcc008e" providerId="ADAL" clId="{BC0BD879-F267-5CCA-8DEA-E3B2DD07DA4E}" dt="2026-06-09T14:40:53.984" v="26148" actId="1076"/>
          <ac:picMkLst>
            <pc:docMk/>
            <pc:sldMk cId="1191669612" sldId="393"/>
            <ac:picMk id="12" creationId="{0D5651FC-4258-72D2-598E-F13F6C8FA0C6}"/>
          </ac:picMkLst>
        </pc:picChg>
        <pc:picChg chg="del">
          <ac:chgData name="Hironari Yamada" userId="e57621f8-ec3c-449e-bb19-001fffcc008e" providerId="ADAL" clId="{BC0BD879-F267-5CCA-8DEA-E3B2DD07DA4E}" dt="2026-06-09T14:38:16.061" v="26099" actId="478"/>
          <ac:picMkLst>
            <pc:docMk/>
            <pc:sldMk cId="1191669612" sldId="393"/>
            <ac:picMk id="16" creationId="{30947B7D-02F6-3888-9D0D-9A797245D8B1}"/>
          </ac:picMkLst>
        </pc:pic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"/>
          <p:cNvSpPr>
            <a:spLocks noGrp="1"/>
          </p:cNvSpPr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Date Placeholder"/>
          <p:cNvSpPr>
            <a:spLocks noGrp="1"/>
          </p:cNvSpPr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4" name="Slide Image Placeholder"/>
          <p:cNvSpPr>
            <a:spLocks noGrp="1" noRot="1" noChangeAspect="1"/>
          </p:cNvSpPr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" name="Notes Placeholder"/>
          <p:cNvSpPr>
            <a:spLocks noGrp="1"/>
          </p:cNvSpPr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6" name="Footer Placeholder"/>
          <p:cNvSpPr>
            <a:spLocks noGrp="1"/>
          </p:cNvSpPr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7" name="Slide Number Placeholder"/>
          <p:cNvSpPr>
            <a:spLocks noGrp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HTML一次情報: スライド2「今日のゴール」。本文の粒度は HTML に合わせる。</a:t>
            </a:r>
          </a:p>
          <a:p>
            <a:r>
              <a:t>講師メモ: 第3回の VM と第4回のコンテナ/ACI の責任分界と操作体験の違いを強調する。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215DCC4-8228-1197-AD54-C1205BE9EDB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018D1DA-A021-F0BC-6CE8-11D13F1CE4F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B438A33-4B1D-D45A-F547-D75EFE5642C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043952E-CF08-1B45-872D-A5D54EEFED65}"/>
              </a:ext>
            </a:extLst>
          </p:cNvPr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1904175460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C05D7C2-8879-2699-9C03-616B388F996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2CBF6F5-68AB-BA04-B86E-A7830ADD946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1E73636-648A-C1C7-7385-9F86B1259BA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B470301-479A-8B93-B1A2-93B616DBCC7D}"/>
              </a:ext>
            </a:extLst>
          </p:cNvPr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3203454008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25B0F52-DAB6-8D3C-B29F-BF198A19D73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F8C5E52-CD78-D4E2-84C0-F1AC1B1AA01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5B035FC-2BD5-FFD2-328B-6D302228FB0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7525F88-14F6-4AC1-6F47-A5520C97C572}"/>
              </a:ext>
            </a:extLst>
          </p:cNvPr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1268391672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1BD60D0-FCC5-2CB1-9984-72A2083CF01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687C5B0-1BF8-BAD6-5317-88E4827249C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D207711-6187-14DF-BD37-25FA79C4DFC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CD00831-9A0D-09D0-E4CC-2E05DC6A515C}"/>
              </a:ext>
            </a:extLst>
          </p:cNvPr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3181340083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6B5EB77-3388-7202-C9B3-104A6F02EEF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29DEBB9-BE9A-77F3-A36F-E04271424A8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71B2972-8E0A-A2E2-ECD4-1D83B41443A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6EE483C-CD53-67E2-BFAC-7B03DBDD0750}"/>
              </a:ext>
            </a:extLst>
          </p:cNvPr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2910922149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6CB021D-7DBA-26AE-1AA1-8CB09EC0C77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D3878F6-6A3C-9F58-D694-28B22C9B8E9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CA304FD-2011-71AD-4D9A-068EDA925BF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331D53F-125B-54E6-74D1-F3B8D1A53376}"/>
              </a:ext>
            </a:extLst>
          </p:cNvPr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2693344652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9ED2106-B910-ED8C-E30B-211EC6D00B3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66DD299-5CE2-0FB6-6881-ACBF943E938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2C46A72-66AA-CD1C-1D0A-1B71247271A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F071851-3156-3BBF-EDB1-8D3AEA3297FB}"/>
              </a:ext>
            </a:extLst>
          </p:cNvPr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2030348709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2F6C700-660B-0777-F7B0-5FE7AA3E9B2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458C57C-7348-11EE-DB41-175E0FBF817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3BD97B4-CFDA-33B7-CF7E-9E47433D2CB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0ACD30F-7B79-2646-79E2-8AC479E5ACD6}"/>
              </a:ext>
            </a:extLst>
          </p:cNvPr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654603183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EAF00EB-9472-F4EC-BC0F-8D60199D48D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4B8A572-3724-DC4F-5C09-22EBAFCE439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6BACFDB-72A9-D682-8572-61574FF03D0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BD77974-C73B-BFB1-F299-58DB0F359A25}"/>
              </a:ext>
            </a:extLst>
          </p:cNvPr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684452106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75CCD1A-0FC6-B784-645A-4F067039BE6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DA124A8-BCA3-0A59-5768-BAFA649F243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843C737-D8C7-ED90-EFB4-191BB4E336B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2E18175-3ECF-1A4F-75F7-ECDACCAF86B5}"/>
              </a:ext>
            </a:extLst>
          </p:cNvPr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4073057262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F8484E9-3755-F6E8-9B63-8B2EB3C78F5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F9D0DA2-3555-09AA-7B7D-079F984D16F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8881F9C-288C-3BF8-E834-72702D5E5B8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02F4B51-1DBF-427A-75B9-F17FF3D2935D}"/>
              </a:ext>
            </a:extLst>
          </p:cNvPr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1828043124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754F7D6-3F07-781B-ACC5-B3C08C32EB7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552AAC6-B7D0-8A4F-0EAF-7F21B4877D0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1AEFFD0-F13D-348F-C49D-3F7C42A1B55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3929FA9-9CF9-377B-7038-3E0CB5957991}"/>
              </a:ext>
            </a:extLst>
          </p:cNvPr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7885587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E7A458B-54ED-2355-B51C-88541C60F89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2E86832-DDD0-0361-8F9F-A234E5D0872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3E0C552-34B0-45E4-BC40-C0800696CB1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B738064-8718-A514-92AC-CA2F7D074A16}"/>
              </a:ext>
            </a:extLst>
          </p:cNvPr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2594247659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2A7EE99-0852-1621-AC51-807BBD84669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D262DFB-C4D7-0E16-844F-4827B88B79C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75DCEFD-1F1C-94A7-5F76-FC804837394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675BA33-92B7-1EFC-2A64-12C0B4CC1C66}"/>
              </a:ext>
            </a:extLst>
          </p:cNvPr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4121078669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4DB793D-85DC-D543-34C4-25149E4146D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10A237F-B86F-BCEF-5F76-55754995AFC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503A167-F484-0EFA-7149-8FB9DA42D51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ED7159C-AF54-1130-8AC6-5E5492E9657D}"/>
              </a:ext>
            </a:extLst>
          </p:cNvPr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2066255073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9E1ED0F-CE7E-0F29-7029-50FD2FD9A3F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34BB19D-D237-E392-91F8-09D43E07700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D936A5F-EF85-3ACA-2BFA-251110D9596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141C5EA-F966-64A1-6D61-86DB54B550D5}"/>
              </a:ext>
            </a:extLst>
          </p:cNvPr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2368872635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5D44BCA-CEFD-3768-FFBF-ACCF93BD59A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3EB0E4C-FDB1-58E3-B7D6-F2F5DBE6BD5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AA2B631-7166-E5E8-FCED-391E8274C49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B9F1917-D49B-C7D8-71E9-90723F41AA0A}"/>
              </a:ext>
            </a:extLst>
          </p:cNvPr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698667863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8CB5F0E-66A7-2753-D300-A5A39095AA7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265787D-5CB6-E363-E6BA-512484760BF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CE1B4D1-46F3-6C65-6398-38E07B3A1C1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35B07D4-8F5E-6E7C-88CC-829034FB6193}"/>
              </a:ext>
            </a:extLst>
          </p:cNvPr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2252437477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DD69576-CAB3-C93D-3C3D-88CAE65047F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58F0D1D-3F3A-F97E-8B83-4F1CFFEBE1C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6D45C93-19D4-EED8-EF22-EEF2BF3CAB7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A4A179F-F51D-AC86-FEEA-64C0DFDD6754}"/>
              </a:ext>
            </a:extLst>
          </p:cNvPr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306348955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D7333B6-E38C-000D-EA05-4CE0755E2CF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3445048-F492-F681-5755-63E96493BF4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2D28C36-89DD-7D64-61C7-A47E1224E5E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6C01A1F-39B3-B2FD-D122-40CD46D7A5A7}"/>
              </a:ext>
            </a:extLst>
          </p:cNvPr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1716092303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CA4A987-65E0-D9D0-776C-64E440D3503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00B1C09-F497-0952-E1A5-9807E74536F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836AC77-80C0-6CE9-942B-A688CE019BC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B0BD576-ADAF-A3AE-8476-EC767A597B48}"/>
              </a:ext>
            </a:extLst>
          </p:cNvPr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3263161588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5FE097A-3562-B56B-2E85-7A0A5B94B88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1209B2C-F863-D961-6A46-EF927124A89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F7D80FF-17E5-A6C2-27CC-01A67C111FE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8CB4ABC-CEA7-1722-4BE0-53333072088A}"/>
              </a:ext>
            </a:extLst>
          </p:cNvPr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180622935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10CFE6B-22A2-2BA4-C919-D62FEF2B531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BC0964E-46EE-C424-B6BE-5D6ED578B9C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BFE4F96-9D12-8432-9CBC-80A7E5CE9CF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815941F-FCF6-D6EE-31B5-401D3B1F622D}"/>
              </a:ext>
            </a:extLst>
          </p:cNvPr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1372154654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99CD97A-E4C5-9E3C-DE19-22B3985A30D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01C0158-91F5-BED7-3A20-03F5D5EE390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C8595AB-3ECB-C1D9-A6AF-FE32E29B752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0838E21-60DE-035E-81A2-D6E581F5B1D3}"/>
              </a:ext>
            </a:extLst>
          </p:cNvPr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489445852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B9137C2-70AC-2775-52F6-E9C693EA67A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A610B03-DE24-2921-C9FE-75F0EDB5F8F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5A3C4BC-F2F2-795D-3983-3C28D6DC495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A6196CC-AC6F-0482-25E8-FCD3AB448F40}"/>
              </a:ext>
            </a:extLst>
          </p:cNvPr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1588126974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C6DE8AF-5C67-28A3-BEBA-99FDBD963D6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A310260-B815-96E8-202B-C141DE04409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ACE69FC-B3E5-18D0-DD58-0740B6DCA81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3F65B5F-5AA0-8154-41C6-3F6C40A14731}"/>
              </a:ext>
            </a:extLst>
          </p:cNvPr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64062485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標準スライドマスタ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D1A50C14-2547-473E-A140-357F715AE48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549275"/>
          </a:xfrm>
        </p:spPr>
        <p:txBody>
          <a:bodyPr>
            <a:normAutofit/>
          </a:bodyPr>
          <a:lstStyle>
            <a:lvl1pPr>
              <a:buNone/>
              <a:defRPr sz="2400" b="1">
                <a:latin typeface="Yu Gothic UI"/>
                <a:ea typeface="Yu Gothic UI"/>
                <a:cs typeface="Yu Gothic UI"/>
              </a:defRPr>
            </a:lvl1pPr>
          </a:lstStyle>
          <a:p>
            <a:endParaRPr/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1F03BF41-DF74-4F68-832D-3D1CD1DE9B4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162974"/>
            <a:ext cx="10515600" cy="4907625"/>
          </a:xfrm>
        </p:spPr>
        <p:txBody>
          <a:bodyPr>
            <a:normAutofit/>
          </a:bodyPr>
          <a:lstStyle>
            <a:lvl1pPr>
              <a:buNone/>
              <a:defRPr sz="1600">
                <a:latin typeface="Yu Gothic UI"/>
                <a:ea typeface="Yu Gothic UI"/>
                <a:cs typeface="Yu Gothic UI"/>
              </a:defRPr>
            </a:lvl1pPr>
            <a:lvl2pPr>
              <a:buNone/>
              <a:defRPr sz="1600">
                <a:latin typeface="Yu Gothic UI"/>
                <a:ea typeface="Yu Gothic UI"/>
                <a:cs typeface="Yu Gothic UI"/>
              </a:defRPr>
            </a:lvl2pPr>
            <a:lvl3pPr>
              <a:buNone/>
              <a:defRPr sz="1600">
                <a:latin typeface="Yu Gothic UI"/>
                <a:ea typeface="Yu Gothic UI"/>
                <a:cs typeface="Yu Gothic UI"/>
              </a:defRPr>
            </a:lvl3pPr>
            <a:lvl4pPr>
              <a:buNone/>
              <a:defRPr sz="1600">
                <a:latin typeface="Yu Gothic UI"/>
                <a:ea typeface="Yu Gothic UI"/>
                <a:cs typeface="Yu Gothic UI"/>
              </a:defRPr>
            </a:lvl4pPr>
            <a:lvl5pPr>
              <a:buNone/>
              <a:defRPr sz="1600">
                <a:latin typeface="Yu Gothic UI"/>
                <a:ea typeface="Yu Gothic UI"/>
                <a:cs typeface="Yu Gothic UI"/>
              </a:defRPr>
            </a:lvl5pPr>
          </a:lstStyle>
          <a:p>
            <a:endParaRPr/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571E96A7-B217-484F-83E2-7FE34696D7B8}"/>
              </a:ext>
            </a:extLst>
          </p:cNvPr>
          <p:cNvSpPr>
            <a:spLocks noGrp="1"/>
          </p:cNvSpPr>
          <p:nvPr>
            <p:ph type="dt" idx="10"/>
          </p:nvPr>
        </p:nvSpPr>
        <p:spPr>
          <a:xfrm>
            <a:off x="8610600" y="6356348"/>
            <a:ext cx="2743200" cy="365125"/>
          </a:xfrm>
        </p:spPr>
        <p:txBody>
          <a:bodyPr/>
          <a:lstStyle>
            <a:lvl1pPr algn="r">
              <a:buNone/>
              <a:defRPr/>
            </a:lvl1pPr>
          </a:lstStyle>
          <a:p>
            <a:endParaRPr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77737D5D-4FB4-4DA9-9780-D7405A06C353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B576B126-3647-4E8A-BFBE-BD046B834E99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838200" y="6356349"/>
            <a:ext cx="2743200" cy="365125"/>
          </a:xfrm>
        </p:spPr>
        <p:txBody>
          <a:bodyPr/>
          <a:lstStyle>
            <a:lvl1pPr algn="l">
              <a:buNone/>
              <a:defRPr/>
            </a:lvl1pPr>
          </a:lstStyle>
          <a:p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スライド表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タイトル 1">
            <a:extLst>
              <a:ext uri="{FF2B5EF4-FFF2-40B4-BE49-F238E27FC236}">
                <a16:creationId xmlns:a16="http://schemas.microsoft.com/office/drawing/2014/main" id="{AA04A7EC-51A4-2CCD-C19C-6471CA72186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>
            <a:normAutofit/>
          </a:bodyPr>
          <a:lstStyle>
            <a:lvl1pPr algn="ctr">
              <a:buNone/>
              <a:defRPr sz="4000"/>
            </a:lvl1pPr>
          </a:lstStyle>
          <a:p>
            <a:endParaRPr/>
          </a:p>
        </p:txBody>
      </p:sp>
      <p:sp>
        <p:nvSpPr>
          <p:cNvPr id="4" name="字幕 2">
            <a:extLst>
              <a:ext uri="{FF2B5EF4-FFF2-40B4-BE49-F238E27FC236}">
                <a16:creationId xmlns:a16="http://schemas.microsoft.com/office/drawing/2014/main" id="{6FAFA8D3-BD7F-63F6-E03A-E4C1097B0C9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863362"/>
          </a:xfrm>
        </p:spPr>
        <p:txBody>
          <a:bodyPr/>
          <a:lstStyle>
            <a:lvl1pPr marL="0" indent="0" algn="ctr">
              <a:buNone/>
              <a:defRPr sz="32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endParaRPr/>
          </a:p>
        </p:txBody>
      </p:sp>
      <p:sp>
        <p:nvSpPr>
          <p:cNvPr id="9" name="テキスト プレースホルダー 8">
            <a:extLst>
              <a:ext uri="{FF2B5EF4-FFF2-40B4-BE49-F238E27FC236}">
                <a16:creationId xmlns:a16="http://schemas.microsoft.com/office/drawing/2014/main" id="{CFB302AD-8C05-763D-CA33-038DD291D42B}"/>
              </a:ext>
            </a:extLst>
          </p:cNvPr>
          <p:cNvSpPr>
            <a:spLocks noGrp="1"/>
          </p:cNvSpPr>
          <p:nvPr>
            <p:ph type="body" idx="10"/>
          </p:nvPr>
        </p:nvSpPr>
        <p:spPr>
          <a:xfrm>
            <a:off x="577356" y="5155452"/>
            <a:ext cx="5184775" cy="1221390"/>
          </a:xfrm>
        </p:spPr>
        <p:txBody>
          <a:bodyPr/>
          <a:lstStyle>
            <a:lvl1pPr>
              <a:spcBef>
                <a:spcPts val="400"/>
              </a:spcBef>
              <a:buNone/>
              <a:defRPr sz="2400"/>
            </a:lvl1pPr>
          </a:lstStyle>
          <a:p>
            <a:endParaRPr/>
          </a:p>
        </p:txBody>
      </p:sp>
      <p:sp>
        <p:nvSpPr>
          <p:cNvPr id="12" name="テキスト プレースホルダー 11">
            <a:extLst>
              <a:ext uri="{FF2B5EF4-FFF2-40B4-BE49-F238E27FC236}">
                <a16:creationId xmlns:a16="http://schemas.microsoft.com/office/drawing/2014/main" id="{C5F34568-844A-6D62-99C6-A28EF2F3CC14}"/>
              </a:ext>
            </a:extLst>
          </p:cNvPr>
          <p:cNvSpPr>
            <a:spLocks noGrp="1"/>
          </p:cNvSpPr>
          <p:nvPr>
            <p:ph type="body" idx="11"/>
          </p:nvPr>
        </p:nvSpPr>
        <p:spPr>
          <a:xfrm>
            <a:off x="9282113" y="5919642"/>
            <a:ext cx="2572430" cy="457200"/>
          </a:xfrm>
        </p:spPr>
        <p:txBody>
          <a:bodyPr>
            <a:noAutofit/>
          </a:bodyPr>
          <a:lstStyle>
            <a:lvl1pPr algn="r">
              <a:buNone/>
              <a:defRPr sz="2400"/>
            </a:lvl1pPr>
          </a:lstStyle>
          <a:p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D1A50C14-2547-473E-A140-357F715AE48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549275"/>
          </a:xfrm>
        </p:spPr>
        <p:txBody>
          <a:bodyPr>
            <a:normAutofit/>
          </a:bodyPr>
          <a:lstStyle>
            <a:lvl1pPr>
              <a:buNone/>
              <a:defRPr sz="2400" b="1">
                <a:latin typeface="Yu Gothic UI"/>
                <a:ea typeface="Yu Gothic UI"/>
                <a:cs typeface="Yu Gothic UI"/>
              </a:defRPr>
            </a:lvl1pPr>
          </a:lstStyle>
          <a:p>
            <a:endParaRPr/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1F03BF41-DF74-4F68-832D-3D1CD1DE9B4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162974"/>
            <a:ext cx="10515600" cy="1173825"/>
          </a:xfrm>
        </p:spPr>
        <p:txBody>
          <a:bodyPr>
            <a:noAutofit/>
          </a:bodyPr>
          <a:lstStyle>
            <a:lvl1pPr marL="9525" indent="-9525">
              <a:buNone/>
              <a:defRPr sz="1800">
                <a:latin typeface="Yu Gothic UI"/>
                <a:ea typeface="Yu Gothic UI"/>
                <a:cs typeface="Yu Gothic UI"/>
              </a:defRPr>
            </a:lvl1pPr>
            <a:lvl2pPr marL="449263" indent="0">
              <a:buNone/>
              <a:defRPr sz="1800">
                <a:latin typeface="Yu Gothic UI"/>
                <a:ea typeface="Yu Gothic UI"/>
                <a:cs typeface="Yu Gothic UI"/>
              </a:defRPr>
            </a:lvl2pPr>
            <a:lvl3pPr marL="890588" indent="0">
              <a:buNone/>
              <a:defRPr sz="1800">
                <a:latin typeface="Yu Gothic UI"/>
                <a:ea typeface="Yu Gothic UI"/>
                <a:cs typeface="Yu Gothic UI"/>
              </a:defRPr>
            </a:lvl3pPr>
            <a:lvl4pPr marL="1341438" indent="0">
              <a:buNone/>
              <a:defRPr sz="1800">
                <a:latin typeface="Yu Gothic UI"/>
                <a:ea typeface="Yu Gothic UI"/>
                <a:cs typeface="Yu Gothic UI"/>
              </a:defRPr>
            </a:lvl4pPr>
            <a:lvl5pPr marL="1822450" indent="0">
              <a:buNone/>
              <a:defRPr sz="1800">
                <a:latin typeface="Yu Gothic UI"/>
                <a:ea typeface="Yu Gothic UI"/>
                <a:cs typeface="Yu Gothic UI"/>
              </a:defRPr>
            </a:lvl5pPr>
          </a:lstStyle>
          <a:p>
            <a:endParaRPr/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571E96A7-B217-484F-83E2-7FE34696D7B8}"/>
              </a:ext>
            </a:extLst>
          </p:cNvPr>
          <p:cNvSpPr>
            <a:spLocks noGrp="1"/>
          </p:cNvSpPr>
          <p:nvPr>
            <p:ph type="dt" idx="10"/>
          </p:nvPr>
        </p:nvSpPr>
        <p:spPr>
          <a:xfrm>
            <a:off x="8610600" y="6356348"/>
            <a:ext cx="2743200" cy="365125"/>
          </a:xfrm>
        </p:spPr>
        <p:txBody>
          <a:bodyPr/>
          <a:lstStyle>
            <a:lvl1pPr algn="r">
              <a:buNone/>
              <a:defRPr/>
            </a:lvl1pPr>
          </a:lstStyle>
          <a:p>
            <a:endParaRPr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77737D5D-4FB4-4DA9-9780-D7405A06C353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B576B126-3647-4E8A-BFBE-BD046B834E99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838200" y="6356349"/>
            <a:ext cx="2743200" cy="365125"/>
          </a:xfrm>
        </p:spPr>
        <p:txBody>
          <a:bodyPr/>
          <a:lstStyle>
            <a:lvl1pPr algn="l">
              <a:buNone/>
              <a:defRPr/>
            </a:lvl1pPr>
          </a:lstStyle>
          <a:p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エンドクレジッ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セクションタイトル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付プレースホルダー 1">
            <a:extLst>
              <a:ext uri="{FF2B5EF4-FFF2-40B4-BE49-F238E27FC236}">
                <a16:creationId xmlns:a16="http://schemas.microsoft.com/office/drawing/2014/main" id="{7D02FB24-493B-4123-A0B6-09180120D3D5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endParaRPr/>
          </a:p>
        </p:txBody>
      </p:sp>
      <p:sp>
        <p:nvSpPr>
          <p:cNvPr id="3" name="フッター プレースホルダー 2">
            <a:extLst>
              <a:ext uri="{FF2B5EF4-FFF2-40B4-BE49-F238E27FC236}">
                <a16:creationId xmlns:a16="http://schemas.microsoft.com/office/drawing/2014/main" id="{8890D093-FE2F-4604-946C-D15AB7EBF10A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9D7F2009-FCEB-48FE-8C7A-B8C659F513DD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endParaRPr/>
          </a:p>
        </p:txBody>
      </p:sp>
      <p:sp>
        <p:nvSpPr>
          <p:cNvPr id="7" name="テキスト プレースホルダー 6">
            <a:extLst>
              <a:ext uri="{FF2B5EF4-FFF2-40B4-BE49-F238E27FC236}">
                <a16:creationId xmlns:a16="http://schemas.microsoft.com/office/drawing/2014/main" id="{C8DCFE20-2760-245C-6805-9307FDD861B2}"/>
              </a:ext>
            </a:extLst>
          </p:cNvPr>
          <p:cNvSpPr>
            <a:spLocks noGrp="1"/>
          </p:cNvSpPr>
          <p:nvPr>
            <p:ph type="body" idx="13"/>
          </p:nvPr>
        </p:nvSpPr>
        <p:spPr>
          <a:xfrm>
            <a:off x="838200" y="2716213"/>
            <a:ext cx="10374313" cy="2262187"/>
          </a:xfrm>
        </p:spPr>
        <p:txBody>
          <a:bodyPr/>
          <a:lstStyle>
            <a:lvl1pPr>
              <a:buNone/>
              <a:defRPr sz="3600"/>
            </a:lvl1pPr>
          </a:lstStyle>
          <a:p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リード文な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D1A50C14-2547-473E-A140-357F715AE48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549275"/>
          </a:xfrm>
        </p:spPr>
        <p:txBody>
          <a:bodyPr>
            <a:normAutofit/>
          </a:bodyPr>
          <a:lstStyle>
            <a:lvl1pPr>
              <a:buNone/>
              <a:defRPr sz="2400" b="1">
                <a:latin typeface="Yu Gothic UI"/>
                <a:ea typeface="Yu Gothic UI"/>
                <a:cs typeface="Yu Gothic UI"/>
              </a:defRPr>
            </a:lvl1pPr>
          </a:lstStyle>
          <a:p>
            <a:endParaRPr/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571E96A7-B217-484F-83E2-7FE34696D7B8}"/>
              </a:ext>
            </a:extLst>
          </p:cNvPr>
          <p:cNvSpPr>
            <a:spLocks noGrp="1"/>
          </p:cNvSpPr>
          <p:nvPr>
            <p:ph type="dt" idx="10"/>
          </p:nvPr>
        </p:nvSpPr>
        <p:spPr>
          <a:xfrm>
            <a:off x="8610600" y="6356348"/>
            <a:ext cx="2743200" cy="365125"/>
          </a:xfrm>
        </p:spPr>
        <p:txBody>
          <a:bodyPr/>
          <a:lstStyle>
            <a:lvl1pPr algn="r">
              <a:buNone/>
              <a:defRPr/>
            </a:lvl1pPr>
          </a:lstStyle>
          <a:p>
            <a:endParaRPr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77737D5D-4FB4-4DA9-9780-D7405A06C353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B576B126-3647-4E8A-BFBE-BD046B834E99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838200" y="6356349"/>
            <a:ext cx="2743200" cy="365125"/>
          </a:xfrm>
        </p:spPr>
        <p:txBody>
          <a:bodyPr/>
          <a:lstStyle>
            <a:lvl1pPr algn="l">
              <a:buNone/>
              <a:defRPr/>
            </a:lvl1pPr>
          </a:lstStyle>
          <a:p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CFC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プレースホルダー 1">
            <a:extLst>
              <a:ext uri="{FF2B5EF4-FFF2-40B4-BE49-F238E27FC236}">
                <a16:creationId xmlns:a16="http://schemas.microsoft.com/office/drawing/2014/main" id="{1B48D7FF-B78B-44FF-983F-50666A1D5F7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anchor="ctr">
            <a:normAutofit/>
          </a:bodyPr>
          <a:lstStyle/>
          <a:p>
            <a:endParaRPr/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E698EC68-E480-458A-B36D-265A18218A8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>
            <a:normAutofit/>
          </a:bodyPr>
          <a:lstStyle/>
          <a:p>
            <a:endParaRPr/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F91653D7-C620-4352-A865-1F041D89FB04}"/>
              </a:ext>
            </a:extLst>
          </p:cNvPr>
          <p:cNvSpPr>
            <a:spLocks noGrp="1"/>
          </p:cNvSpPr>
          <p:nvPr>
            <p:ph type="dt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anchor="ctr"/>
          <a:lstStyle>
            <a:lvl1pPr algn="l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56603EA2-4A43-4B89-B70F-998BB42EEB64}"/>
              </a:ext>
            </a:extLst>
          </p:cNvPr>
          <p:cNvSpPr>
            <a:spLocks noGrp="1"/>
          </p:cNvSpPr>
          <p:nvPr>
            <p:ph type="ft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anchor="ctr"/>
          <a:lstStyle>
            <a:lvl1pPr algn="ctr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D9C29C83-EA4C-4F10-BAC0-CA53A8B36BC8}"/>
              </a:ext>
            </a:extLst>
          </p:cNvPr>
          <p:cNvSpPr>
            <a:spLocks noGrp="1"/>
          </p:cNvSpPr>
          <p:nvPr>
            <p:ph type="sldNum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anchor="ctr"/>
          <a:lstStyle>
            <a:lvl1pPr algn="r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</p:sldLayoutIdLst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Yu Gothic UI"/>
          <a:ea typeface="Yu Gothic UI"/>
          <a:cs typeface="Yu Gothic UI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Yu Gothic UI"/>
          <a:ea typeface="Yu Gothic UI"/>
          <a:cs typeface="Yu Gothic UI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Yu Gothic UI"/>
          <a:ea typeface="Yu Gothic UI"/>
          <a:cs typeface="Yu Gothic UI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Yu Gothic UI"/>
          <a:ea typeface="Yu Gothic UI"/>
          <a:cs typeface="Yu Gothic UI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Yu Gothic UI"/>
          <a:ea typeface="Yu Gothic UI"/>
          <a:cs typeface="Yu Gothic UI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Yu Gothic UI"/>
          <a:ea typeface="Yu Gothic UI"/>
          <a:cs typeface="Yu Gothic UI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sv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4.svg"/><Relationship Id="rId5" Type="http://schemas.openxmlformats.org/officeDocument/2006/relationships/image" Target="../media/image3.svg"/><Relationship Id="rId4" Type="http://schemas.openxmlformats.org/officeDocument/2006/relationships/image" Target="../media/image2.sv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Liminghao0922/todomanagement" TargetMode="External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6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4.svg"/><Relationship Id="rId3" Type="http://schemas.openxmlformats.org/officeDocument/2006/relationships/image" Target="../media/image7.svg"/><Relationship Id="rId7" Type="http://schemas.openxmlformats.org/officeDocument/2006/relationships/image" Target="../media/image3.svg"/><Relationship Id="rId12" Type="http://schemas.openxmlformats.org/officeDocument/2006/relationships/image" Target="../media/image14.sv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10.svg"/><Relationship Id="rId11" Type="http://schemas.openxmlformats.org/officeDocument/2006/relationships/image" Target="../media/image13.png"/><Relationship Id="rId5" Type="http://schemas.openxmlformats.org/officeDocument/2006/relationships/image" Target="../media/image9.svg"/><Relationship Id="rId10" Type="http://schemas.openxmlformats.org/officeDocument/2006/relationships/image" Target="../media/image12.svg"/><Relationship Id="rId4" Type="http://schemas.openxmlformats.org/officeDocument/2006/relationships/image" Target="../media/image8.svg"/><Relationship Id="rId9" Type="http://schemas.openxmlformats.org/officeDocument/2006/relationships/image" Target="../media/image11.sv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Liminghao0922/todomanagement/blob/main/handson/DEPLOY_GUIDE_GUI-ja_JP.md#%E3%82%B9%E3%83%86%E3%83%83%E3%83%97-19-%E3%82%B5%E3%83%9E%E3%83%AA%E3%83%BC---%E3%81%99%E3%81%B9%E3%81%A6%E3%81%AE%E3%83%AA%E3%82%BD%E3%83%BC%E3%82%B9%E8%A9%B3%E7%B4%B0%E3%82%92%E5%8F%8E%E9%9B%86" TargetMode="External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16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18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20.png"/><Relationship Id="rId4" Type="http://schemas.openxmlformats.org/officeDocument/2006/relationships/hyperlink" Target="https://github.com/Liminghao0922/todomanagement" TargetMode="Externa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3.xml"/><Relationship Id="rId5" Type="http://schemas.openxmlformats.org/officeDocument/2006/relationships/hyperlink" Target="https://github.com/Liminghao0922/todomanagement/blob/main/handson/DEPLOY_GUIDE_GUI-ja_JP.md#%E3%82%B9%E3%83%86%E3%83%83%E3%83%97-31-azure-service-principal-%E3%81%A8%E8%AA%8D%E8%A8%BC%E6%83%85%E5%A0%B1%E3%82%92%E4%BD%9C%E6%88%90" TargetMode="External"/><Relationship Id="rId4" Type="http://schemas.openxmlformats.org/officeDocument/2006/relationships/image" Target="../media/image22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24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26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3.xml"/><Relationship Id="rId4" Type="http://schemas.openxmlformats.org/officeDocument/2006/relationships/hyperlink" Target="https://github.com/Liminghao0922/todomanagement/blob/main/handson/DEPLOY_GUIDE_GUI-ja_JP.md#%E3%82%B9%E3%83%86%E3%83%83%E3%83%97-33-github-repository-%E5%A4%89%E6%95%B0%E3%82%92%E8%BF%BD%E5%8A%A0" TargetMode="Externa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3.xml"/><Relationship Id="rId5" Type="http://schemas.openxmlformats.org/officeDocument/2006/relationships/hyperlink" Target="https://github.com/Liminghao0922/todomanagement/blob/main/handson/DEPLOY_GUIDE_GUI-ja_JP.md#%E3%82%B9%E3%83%86%E3%83%83%E3%83%97-34-%E3%83%AF%E3%83%BC%E3%82%AF%E3%83%95%E3%83%AD%E3%83%BC%E3%83%95%E3%82%A1%E3%82%A4%E3%83%AB%E3%82%92%E6%BA%96%E5%82%99" TargetMode="External"/><Relationship Id="rId4" Type="http://schemas.openxmlformats.org/officeDocument/2006/relationships/image" Target="../media/image28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3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31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33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35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3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3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3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pn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3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pn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正方形/長方形 11">
            <a:extLst>
              <a:ext uri="{FF2B5EF4-FFF2-40B4-BE49-F238E27FC236}">
                <a16:creationId xmlns:a16="http://schemas.microsoft.com/office/drawing/2014/main" id="{7B3DB332-4829-430D-ABF8-AAA02D2E2F20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2" name="正方形/長方形 1">
            <a:extLst>
              <a:ext uri="{FF2B5EF4-FFF2-40B4-BE49-F238E27FC236}">
                <a16:creationId xmlns:a16="http://schemas.microsoft.com/office/drawing/2014/main" id="{3C3942EC-8BBF-4694-8E7D-18483F43DB53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4629150" cy="6858000"/>
          </a:xfrm>
          <a:prstGeom prst="rect">
            <a:avLst/>
          </a:prstGeom>
          <a:solidFill>
            <a:srgbClr val="EAF1FB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3" name="正方形/長方形 2">
            <a:extLst>
              <a:ext uri="{FF2B5EF4-FFF2-40B4-BE49-F238E27FC236}">
                <a16:creationId xmlns:a16="http://schemas.microsoft.com/office/drawing/2014/main" id="{828025D4-9544-4FF2-83EA-C8F94EFBD6C1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71450" cy="6858000"/>
          </a:xfrm>
          <a:prstGeom prst="rect">
            <a:avLst/>
          </a:prstGeom>
          <a:solidFill>
            <a:srgbClr val="4472C4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4" name="正方形/長方形 3">
            <a:extLst>
              <a:ext uri="{FF2B5EF4-FFF2-40B4-BE49-F238E27FC236}">
                <a16:creationId xmlns:a16="http://schemas.microsoft.com/office/drawing/2014/main" id="{50685B20-1434-48E7-9A60-CCE22EA4A975}"/>
              </a:ext>
            </a:extLst>
          </p:cNvPr>
          <p:cNvSpPr>
            <a:spLocks noGrp="1"/>
          </p:cNvSpPr>
          <p:nvPr/>
        </p:nvSpPr>
        <p:spPr>
          <a:xfrm>
            <a:off x="742950" y="819150"/>
            <a:ext cx="3429000" cy="8191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875" b="1">
                <a:solidFill>
                  <a:srgbClr val="244A8F"/>
                </a:solidFill>
                <a:latin typeface="Meiryo UI"/>
                <a:ea typeface="Meiryo UI"/>
                <a:cs typeface="Meiryo UI"/>
              </a:defRPr>
            </a:pPr>
            <a:r>
              <a:rPr sz="1875" b="1">
                <a:solidFill>
                  <a:srgbClr val="244A8F"/>
                </a:solidFill>
                <a:latin typeface="Meiryo UI"/>
                <a:ea typeface="Meiryo UI"/>
                <a:cs typeface="Meiryo UI"/>
              </a:rPr>
              <a:t>Azure Workshop</a:t>
            </a:r>
          </a:p>
          <a:p>
            <a:pPr algn="l">
              <a:defRPr sz="1875" b="1">
                <a:solidFill>
                  <a:srgbClr val="244A8F"/>
                </a:solidFill>
                <a:latin typeface="Meiryo UI"/>
                <a:ea typeface="Meiryo UI"/>
                <a:cs typeface="Meiryo UI"/>
              </a:defRPr>
            </a:pPr>
            <a:r>
              <a:rPr sz="1875" b="1">
                <a:solidFill>
                  <a:srgbClr val="244A8F"/>
                </a:solidFill>
                <a:latin typeface="Meiryo UI"/>
                <a:ea typeface="Meiryo UI"/>
                <a:cs typeface="Meiryo UI"/>
              </a:rPr>
              <a:t>for Beginners</a:t>
            </a:r>
          </a:p>
        </p:txBody>
      </p:sp>
      <p:sp>
        <p:nvSpPr>
          <p:cNvPr id="5" name="正方形/長方形 4">
            <a:extLst>
              <a:ext uri="{FF2B5EF4-FFF2-40B4-BE49-F238E27FC236}">
                <a16:creationId xmlns:a16="http://schemas.microsoft.com/office/drawing/2014/main" id="{9DBD5B95-C9F5-4638-96D9-A8CE4A155095}"/>
              </a:ext>
            </a:extLst>
          </p:cNvPr>
          <p:cNvSpPr>
            <a:spLocks noGrp="1"/>
          </p:cNvSpPr>
          <p:nvPr/>
        </p:nvSpPr>
        <p:spPr>
          <a:xfrm>
            <a:off x="5219700" y="1200150"/>
            <a:ext cx="5810250" cy="11239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>
              <a:defRPr sz="3300" b="1">
                <a:solidFill>
                  <a:srgbClr val="1F2937"/>
                </a:solidFill>
                <a:latin typeface="Yu Gothic"/>
                <a:ea typeface="Yu Gothic"/>
                <a:cs typeface="Yu Gothic"/>
              </a:defRPr>
            </a:pPr>
            <a:r>
              <a:rPr lang="en" altLang="ja-JP" sz="2800" b="1" dirty="0">
                <a:solidFill>
                  <a:srgbClr val="1F2937"/>
                </a:solidFill>
                <a:latin typeface="Yu Gothic"/>
                <a:ea typeface="Yu Gothic"/>
                <a:cs typeface="Yu Gothic"/>
              </a:rPr>
              <a:t>Todo </a:t>
            </a:r>
            <a:r>
              <a:rPr lang="ja-JP" altLang="en-US" sz="2800" b="1">
                <a:solidFill>
                  <a:srgbClr val="1F2937"/>
                </a:solidFill>
                <a:latin typeface="Yu Gothic"/>
                <a:ea typeface="Yu Gothic"/>
                <a:cs typeface="Yu Gothic"/>
              </a:rPr>
              <a:t>アプリの構築 </a:t>
            </a:r>
            <a:r>
              <a:rPr lang="en-US" altLang="ja-JP" sz="2800" b="1" dirty="0">
                <a:solidFill>
                  <a:srgbClr val="1F2937"/>
                </a:solidFill>
                <a:latin typeface="Yu Gothic"/>
                <a:ea typeface="Yu Gothic"/>
                <a:cs typeface="Yu Gothic"/>
              </a:rPr>
              <a:t>2</a:t>
            </a:r>
          </a:p>
        </p:txBody>
      </p:sp>
      <p:sp>
        <p:nvSpPr>
          <p:cNvPr id="6" name="正方形/長方形 5">
            <a:extLst>
              <a:ext uri="{FF2B5EF4-FFF2-40B4-BE49-F238E27FC236}">
                <a16:creationId xmlns:a16="http://schemas.microsoft.com/office/drawing/2014/main" id="{2769FC6D-0B0A-4C37-8C6D-9B70639859DC}"/>
              </a:ext>
            </a:extLst>
          </p:cNvPr>
          <p:cNvSpPr>
            <a:spLocks noGrp="1"/>
          </p:cNvSpPr>
          <p:nvPr/>
        </p:nvSpPr>
        <p:spPr>
          <a:xfrm>
            <a:off x="5257800" y="2590800"/>
            <a:ext cx="5524500" cy="11049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>
              <a:defRPr sz="1575" b="0">
                <a:solidFill>
                  <a:srgbClr val="64748B"/>
                </a:solidFill>
                <a:latin typeface="Yu Gothic"/>
                <a:ea typeface="Yu Gothic"/>
                <a:cs typeface="Yu Gothic"/>
              </a:defRPr>
            </a:pPr>
            <a:r>
              <a:rPr lang="ja-JP" altLang="en-US" sz="1400">
                <a:solidFill>
                  <a:srgbClr val="64748B"/>
                </a:solidFill>
                <a:latin typeface="Yu Gothic"/>
                <a:ea typeface="Yu Gothic"/>
                <a:cs typeface="Yu Gothic"/>
              </a:rPr>
              <a:t>この回では、第</a:t>
            </a:r>
            <a:r>
              <a:rPr lang="en-US" altLang="ja-JP" sz="1400" dirty="0">
                <a:solidFill>
                  <a:srgbClr val="64748B"/>
                </a:solidFill>
                <a:latin typeface="Yu Gothic"/>
                <a:ea typeface="Yu Gothic"/>
                <a:cs typeface="Yu Gothic"/>
              </a:rPr>
              <a:t>5</a:t>
            </a:r>
            <a:r>
              <a:rPr lang="ja-JP" altLang="en-US" sz="1400">
                <a:solidFill>
                  <a:srgbClr val="64748B"/>
                </a:solidFill>
                <a:latin typeface="Yu Gothic"/>
                <a:ea typeface="Yu Gothic"/>
                <a:cs typeface="Yu Gothic"/>
              </a:rPr>
              <a:t>回で作成した </a:t>
            </a:r>
            <a:r>
              <a:rPr lang="en" altLang="ja-JP" sz="1400" dirty="0">
                <a:solidFill>
                  <a:srgbClr val="64748B"/>
                </a:solidFill>
                <a:latin typeface="Yu Gothic"/>
                <a:ea typeface="Yu Gothic"/>
                <a:cs typeface="Yu Gothic"/>
              </a:rPr>
              <a:t>Azure </a:t>
            </a:r>
            <a:r>
              <a:rPr lang="ja-JP" altLang="en-US" sz="1400">
                <a:solidFill>
                  <a:srgbClr val="64748B"/>
                </a:solidFill>
                <a:latin typeface="Yu Gothic"/>
                <a:ea typeface="Yu Gothic"/>
                <a:cs typeface="Yu Gothic"/>
              </a:rPr>
              <a:t>リソースへ </a:t>
            </a:r>
            <a:r>
              <a:rPr lang="en" altLang="ja-JP" sz="1400" dirty="0">
                <a:solidFill>
                  <a:srgbClr val="64748B"/>
                </a:solidFill>
                <a:latin typeface="Yu Gothic"/>
                <a:ea typeface="Yu Gothic"/>
                <a:cs typeface="Yu Gothic"/>
              </a:rPr>
              <a:t>Todo </a:t>
            </a:r>
            <a:r>
              <a:rPr lang="ja-JP" altLang="en-US" sz="1400">
                <a:solidFill>
                  <a:srgbClr val="64748B"/>
                </a:solidFill>
                <a:latin typeface="Yu Gothic"/>
                <a:ea typeface="Yu Gothic"/>
                <a:cs typeface="Yu Gothic"/>
              </a:rPr>
              <a:t>アプリをデプロイし、</a:t>
            </a:r>
            <a:r>
              <a:rPr lang="en" altLang="ja-JP" sz="1400" dirty="0">
                <a:solidFill>
                  <a:srgbClr val="64748B"/>
                </a:solidFill>
                <a:latin typeface="Yu Gothic"/>
                <a:ea typeface="Yu Gothic"/>
                <a:cs typeface="Yu Gothic"/>
              </a:rPr>
              <a:t>Web</a:t>
            </a:r>
            <a:r>
              <a:rPr lang="ja-JP" altLang="en" sz="1400">
                <a:solidFill>
                  <a:srgbClr val="64748B"/>
                </a:solidFill>
                <a:latin typeface="Yu Gothic"/>
                <a:ea typeface="Yu Gothic"/>
                <a:cs typeface="Yu Gothic"/>
              </a:rPr>
              <a:t>、</a:t>
            </a:r>
            <a:r>
              <a:rPr lang="en" altLang="ja-JP" sz="1400" dirty="0">
                <a:solidFill>
                  <a:srgbClr val="64748B"/>
                </a:solidFill>
                <a:latin typeface="Yu Gothic"/>
                <a:ea typeface="Yu Gothic"/>
                <a:cs typeface="Yu Gothic"/>
              </a:rPr>
              <a:t>API</a:t>
            </a:r>
            <a:r>
              <a:rPr lang="ja-JP" altLang="en" sz="1400">
                <a:solidFill>
                  <a:srgbClr val="64748B"/>
                </a:solidFill>
                <a:latin typeface="Yu Gothic"/>
                <a:ea typeface="Yu Gothic"/>
                <a:cs typeface="Yu Gothic"/>
              </a:rPr>
              <a:t>、</a:t>
            </a:r>
            <a:r>
              <a:rPr lang="en" altLang="ja-JP" sz="1400" dirty="0">
                <a:solidFill>
                  <a:srgbClr val="64748B"/>
                </a:solidFill>
                <a:latin typeface="Yu Gothic"/>
                <a:ea typeface="Yu Gothic"/>
                <a:cs typeface="Yu Gothic"/>
              </a:rPr>
              <a:t>DB </a:t>
            </a:r>
            <a:r>
              <a:rPr lang="ja-JP" altLang="en-US" sz="1400">
                <a:solidFill>
                  <a:srgbClr val="64748B"/>
                </a:solidFill>
                <a:latin typeface="Yu Gothic"/>
                <a:ea typeface="Yu Gothic"/>
                <a:cs typeface="Yu Gothic"/>
              </a:rPr>
              <a:t>が連携して動く完成形を確認します。</a:t>
            </a:r>
            <a:endParaRPr lang="en-US" altLang="ja-JP" sz="1400" dirty="0">
              <a:solidFill>
                <a:srgbClr val="64748B"/>
              </a:solidFill>
              <a:latin typeface="Yu Gothic"/>
              <a:ea typeface="Yu Gothic"/>
              <a:cs typeface="Yu Gothic"/>
            </a:endParaRPr>
          </a:p>
          <a:p>
            <a:pPr>
              <a:defRPr sz="1575" b="0">
                <a:solidFill>
                  <a:srgbClr val="64748B"/>
                </a:solidFill>
                <a:latin typeface="Yu Gothic"/>
                <a:ea typeface="Yu Gothic"/>
                <a:cs typeface="Yu Gothic"/>
              </a:defRPr>
            </a:pPr>
            <a:r>
              <a:rPr lang="en" altLang="ja-JP" sz="1400" dirty="0">
                <a:solidFill>
                  <a:srgbClr val="64748B"/>
                </a:solidFill>
                <a:latin typeface="Yu Gothic"/>
                <a:ea typeface="Yu Gothic"/>
                <a:cs typeface="Yu Gothic"/>
              </a:rPr>
              <a:t>GitHub Actions </a:t>
            </a:r>
            <a:r>
              <a:rPr lang="ja-JP" altLang="en-US" sz="1400">
                <a:solidFill>
                  <a:srgbClr val="64748B"/>
                </a:solidFill>
                <a:latin typeface="Yu Gothic"/>
                <a:ea typeface="Yu Gothic"/>
                <a:cs typeface="Yu Gothic"/>
              </a:rPr>
              <a:t>で実イメージをデプロイし、</a:t>
            </a:r>
            <a:r>
              <a:rPr lang="en" altLang="ja-JP" sz="1400" dirty="0">
                <a:solidFill>
                  <a:srgbClr val="64748B"/>
                </a:solidFill>
                <a:latin typeface="Yu Gothic"/>
                <a:ea typeface="Yu Gothic"/>
                <a:cs typeface="Yu Gothic"/>
              </a:rPr>
              <a:t>Todo </a:t>
            </a:r>
            <a:r>
              <a:rPr lang="ja-JP" altLang="en-US" sz="1400">
                <a:solidFill>
                  <a:srgbClr val="64748B"/>
                </a:solidFill>
                <a:latin typeface="Yu Gothic"/>
                <a:ea typeface="Yu Gothic"/>
                <a:cs typeface="Yu Gothic"/>
              </a:rPr>
              <a:t>操作と後片付けまで確認します。</a:t>
            </a:r>
          </a:p>
          <a:p>
            <a:pPr>
              <a:defRPr sz="1575" b="0">
                <a:solidFill>
                  <a:srgbClr val="64748B"/>
                </a:solidFill>
                <a:latin typeface="Yu Gothic"/>
                <a:ea typeface="Yu Gothic"/>
                <a:cs typeface="Yu Gothic"/>
              </a:defRPr>
            </a:pPr>
            <a:endParaRPr lang="ja-JP" altLang="en-US" sz="1400" dirty="0">
              <a:solidFill>
                <a:srgbClr val="64748B"/>
              </a:solidFill>
              <a:latin typeface="Yu Gothic"/>
              <a:ea typeface="Yu Gothic"/>
              <a:cs typeface="Yu Gothic"/>
            </a:endParaRPr>
          </a:p>
        </p:txBody>
      </p:sp>
      <p:sp>
        <p:nvSpPr>
          <p:cNvPr id="7" name="正方形/長方形 6">
            <a:extLst>
              <a:ext uri="{FF2B5EF4-FFF2-40B4-BE49-F238E27FC236}">
                <a16:creationId xmlns:a16="http://schemas.microsoft.com/office/drawing/2014/main" id="{DFE36B7A-5E3C-45E7-B5C6-DD919C94A7E7}"/>
              </a:ext>
            </a:extLst>
          </p:cNvPr>
          <p:cNvSpPr>
            <a:spLocks noGrp="1"/>
          </p:cNvSpPr>
          <p:nvPr/>
        </p:nvSpPr>
        <p:spPr>
          <a:xfrm>
            <a:off x="5257800" y="4057650"/>
            <a:ext cx="800100" cy="285750"/>
          </a:xfrm>
          <a:prstGeom prst="rect">
            <a:avLst/>
          </a:prstGeom>
          <a:solidFill>
            <a:srgbClr val="4472C4"/>
          </a:solidFill>
          <a:ln w="0">
            <a:solidFill>
              <a:srgbClr val="4472C4"/>
            </a:solidFill>
            <a:prstDash val="solid"/>
          </a:ln>
        </p:spPr>
        <p:txBody>
          <a:bodyPr lIns="76200" tIns="38100" rIns="76200" bIns="38100" anchor="ctr"/>
          <a:lstStyle/>
          <a:p>
            <a:pPr algn="ctr">
              <a:defRPr sz="765" b="1">
                <a:solidFill>
                  <a:srgbClr val="FFFFFF"/>
                </a:solidFill>
                <a:latin typeface="Yu Gothic UI"/>
                <a:ea typeface="Yu Gothic UI"/>
                <a:cs typeface="Yu Gothic UI"/>
              </a:defRPr>
            </a:pPr>
            <a:r>
              <a:rPr sz="765" b="1" dirty="0">
                <a:solidFill>
                  <a:srgbClr val="FFFFFF"/>
                </a:solidFill>
                <a:latin typeface="Yu Gothic UI"/>
                <a:ea typeface="Yu Gothic UI"/>
                <a:cs typeface="Yu Gothic UI"/>
              </a:rPr>
              <a:t>第</a:t>
            </a:r>
            <a:r>
              <a:rPr lang="en-US" sz="765" b="1" dirty="0">
                <a:solidFill>
                  <a:srgbClr val="FFFFFF"/>
                </a:solidFill>
                <a:latin typeface="Yu Gothic UI"/>
                <a:ea typeface="Yu Gothic UI"/>
                <a:cs typeface="Yu Gothic UI"/>
              </a:rPr>
              <a:t>5</a:t>
            </a:r>
            <a:r>
              <a:rPr sz="765" b="1" dirty="0">
                <a:solidFill>
                  <a:srgbClr val="FFFFFF"/>
                </a:solidFill>
                <a:latin typeface="Yu Gothic UI"/>
                <a:ea typeface="Yu Gothic UI"/>
                <a:cs typeface="Yu Gothic UI"/>
              </a:rPr>
              <a:t>回</a:t>
            </a:r>
          </a:p>
        </p:txBody>
      </p:sp>
      <p:sp>
        <p:nvSpPr>
          <p:cNvPr id="8" name="正方形/長方形 7">
            <a:extLst>
              <a:ext uri="{FF2B5EF4-FFF2-40B4-BE49-F238E27FC236}">
                <a16:creationId xmlns:a16="http://schemas.microsoft.com/office/drawing/2014/main" id="{BFE25AC2-4ACC-4216-8714-96B55FB68F91}"/>
              </a:ext>
            </a:extLst>
          </p:cNvPr>
          <p:cNvSpPr>
            <a:spLocks noGrp="1"/>
          </p:cNvSpPr>
          <p:nvPr/>
        </p:nvSpPr>
        <p:spPr>
          <a:xfrm>
            <a:off x="6191250" y="4057650"/>
            <a:ext cx="2076450" cy="285750"/>
          </a:xfrm>
          <a:prstGeom prst="rect">
            <a:avLst/>
          </a:prstGeom>
          <a:solidFill>
            <a:srgbClr val="70AD47"/>
          </a:solidFill>
          <a:ln w="0">
            <a:solidFill>
              <a:srgbClr val="70AD47"/>
            </a:solidFill>
            <a:prstDash val="solid"/>
          </a:ln>
        </p:spPr>
        <p:txBody>
          <a:bodyPr lIns="76200" tIns="38100" rIns="76200" bIns="38100" anchor="ctr"/>
          <a:lstStyle/>
          <a:p>
            <a:pPr algn="ctr">
              <a:defRPr sz="765" b="1">
                <a:solidFill>
                  <a:srgbClr val="FFFFFF"/>
                </a:solidFill>
                <a:latin typeface="Yu Gothic UI"/>
                <a:ea typeface="Yu Gothic UI"/>
                <a:cs typeface="Yu Gothic UI"/>
              </a:defRPr>
            </a:pPr>
            <a:r>
              <a:rPr sz="765" b="1">
                <a:solidFill>
                  <a:srgbClr val="FFFFFF"/>
                </a:solidFill>
                <a:latin typeface="Yu Gothic UI"/>
                <a:ea typeface="Yu Gothic UI"/>
                <a:cs typeface="Yu Gothic UI"/>
              </a:rPr>
              <a:t>オンライン座学 + ハンズオン</a:t>
            </a:r>
          </a:p>
        </p:txBody>
      </p:sp>
      <p:sp>
        <p:nvSpPr>
          <p:cNvPr id="9" name="正方形/長方形 8">
            <a:extLst>
              <a:ext uri="{FF2B5EF4-FFF2-40B4-BE49-F238E27FC236}">
                <a16:creationId xmlns:a16="http://schemas.microsoft.com/office/drawing/2014/main" id="{357FDBAC-8BBB-46B1-A819-9FBE30EC418A}"/>
              </a:ext>
            </a:extLst>
          </p:cNvPr>
          <p:cNvSpPr>
            <a:spLocks noGrp="1"/>
          </p:cNvSpPr>
          <p:nvPr/>
        </p:nvSpPr>
        <p:spPr>
          <a:xfrm>
            <a:off x="8401050" y="4057650"/>
            <a:ext cx="1352550" cy="285750"/>
          </a:xfrm>
          <a:prstGeom prst="rect">
            <a:avLst/>
          </a:prstGeom>
          <a:solidFill>
            <a:srgbClr val="ED7D31"/>
          </a:solidFill>
          <a:ln w="0">
            <a:solidFill>
              <a:srgbClr val="ED7D31"/>
            </a:solidFill>
            <a:prstDash val="solid"/>
          </a:ln>
        </p:spPr>
        <p:txBody>
          <a:bodyPr lIns="76200" tIns="38100" rIns="76200" bIns="38100" anchor="ctr"/>
          <a:lstStyle/>
          <a:p>
            <a:pPr algn="ctr">
              <a:defRPr sz="765" b="1">
                <a:solidFill>
                  <a:srgbClr val="FFFFFF"/>
                </a:solidFill>
                <a:latin typeface="Yu Gothic UI"/>
                <a:ea typeface="Yu Gothic UI"/>
                <a:cs typeface="Yu Gothic UI"/>
              </a:defRPr>
            </a:pPr>
            <a:r>
              <a:rPr sz="765" b="1">
                <a:solidFill>
                  <a:srgbClr val="FFFFFF"/>
                </a:solidFill>
                <a:latin typeface="Yu Gothic UI"/>
                <a:ea typeface="Yu Gothic UI"/>
                <a:cs typeface="Yu Gothic UI"/>
              </a:rPr>
              <a:t>50分 + 10分 QA</a:t>
            </a:r>
          </a:p>
        </p:txBody>
      </p:sp>
      <p:sp>
        <p:nvSpPr>
          <p:cNvPr id="10" name="正方形/長方形 9">
            <a:extLst>
              <a:ext uri="{FF2B5EF4-FFF2-40B4-BE49-F238E27FC236}">
                <a16:creationId xmlns:a16="http://schemas.microsoft.com/office/drawing/2014/main" id="{E22E1A59-BBE7-499C-B63A-23D32A401642}"/>
              </a:ext>
            </a:extLst>
          </p:cNvPr>
          <p:cNvSpPr>
            <a:spLocks noGrp="1"/>
          </p:cNvSpPr>
          <p:nvPr/>
        </p:nvSpPr>
        <p:spPr>
          <a:xfrm>
            <a:off x="9886950" y="4057650"/>
            <a:ext cx="1295400" cy="285750"/>
          </a:xfrm>
          <a:prstGeom prst="rect">
            <a:avLst/>
          </a:prstGeom>
          <a:solidFill>
            <a:srgbClr val="0F766E"/>
          </a:solidFill>
          <a:ln w="0">
            <a:solidFill>
              <a:srgbClr val="0F766E"/>
            </a:solidFill>
            <a:prstDash val="solid"/>
          </a:ln>
        </p:spPr>
        <p:txBody>
          <a:bodyPr lIns="76200" tIns="38100" rIns="76200" bIns="38100" anchor="ctr"/>
          <a:lstStyle/>
          <a:p>
            <a:pPr algn="ctr">
              <a:defRPr sz="765" b="1">
                <a:solidFill>
                  <a:srgbClr val="FFFFFF"/>
                </a:solidFill>
                <a:latin typeface="Yu Gothic UI"/>
                <a:ea typeface="Yu Gothic UI"/>
                <a:cs typeface="Yu Gothic UI"/>
              </a:defRPr>
            </a:pPr>
            <a:r>
              <a:rPr sz="765" b="1" dirty="0">
                <a:solidFill>
                  <a:srgbClr val="FFFFFF"/>
                </a:solidFill>
                <a:latin typeface="Yu Gothic UI"/>
                <a:ea typeface="Yu Gothic UI"/>
                <a:cs typeface="Yu Gothic UI"/>
              </a:rPr>
              <a:t>2026年7月</a:t>
            </a:r>
            <a:r>
              <a:rPr lang="en-US" sz="765" b="1" dirty="0">
                <a:solidFill>
                  <a:srgbClr val="FFFFFF"/>
                </a:solidFill>
                <a:latin typeface="Yu Gothic UI"/>
                <a:ea typeface="Yu Gothic UI"/>
                <a:cs typeface="Yu Gothic UI"/>
              </a:rPr>
              <a:t>23</a:t>
            </a:r>
            <a:r>
              <a:rPr sz="765" b="1" dirty="0">
                <a:solidFill>
                  <a:srgbClr val="FFFFFF"/>
                </a:solidFill>
                <a:latin typeface="Yu Gothic UI"/>
                <a:ea typeface="Yu Gothic UI"/>
                <a:cs typeface="Yu Gothic UI"/>
              </a:rPr>
              <a:t>日</a:t>
            </a:r>
          </a:p>
        </p:txBody>
      </p:sp>
    </p:spTree>
    <p:extLst>
      <p:ext uri="{BB962C8B-B14F-4D97-AF65-F5344CB8AC3E}">
        <p14:creationId xmlns:p14="http://schemas.microsoft.com/office/powerpoint/2010/main" val="18816902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正方形/長方形 8">
            <a:extLst>
              <a:ext uri="{FF2B5EF4-FFF2-40B4-BE49-F238E27FC236}">
                <a16:creationId xmlns:a16="http://schemas.microsoft.com/office/drawing/2014/main" id="{C9AA6572-0246-49F6-8808-D5E268117F2A}"/>
              </a:ext>
            </a:extLst>
          </p:cNvPr>
          <p:cNvSpPr>
            <a:spLocks noGrp="1"/>
          </p:cNvSpPr>
          <p:nvPr/>
        </p:nvSpPr>
        <p:spPr>
          <a:xfrm>
            <a:off x="685800" y="400050"/>
            <a:ext cx="8953500" cy="4953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025" b="1">
                <a:solidFill>
                  <a:srgbClr val="1F2937"/>
                </a:solidFill>
                <a:latin typeface="Meiryo UI"/>
                <a:ea typeface="Meiryo UI"/>
                <a:cs typeface="Meiryo UI"/>
              </a:defRPr>
            </a:pPr>
            <a:r>
              <a:rPr sz="2025" b="1">
                <a:solidFill>
                  <a:srgbClr val="1F2937"/>
                </a:solidFill>
                <a:latin typeface="Meiryo UI"/>
                <a:ea typeface="Meiryo UI"/>
                <a:cs typeface="Meiryo UI"/>
              </a:rPr>
              <a:t>今日のゴール</a:t>
            </a:r>
          </a:p>
        </p:txBody>
      </p:sp>
      <p:sp>
        <p:nvSpPr>
          <p:cNvPr id="2" name="正方形/長方形 1">
            <a:extLst>
              <a:ext uri="{FF2B5EF4-FFF2-40B4-BE49-F238E27FC236}">
                <a16:creationId xmlns:a16="http://schemas.microsoft.com/office/drawing/2014/main" id="{09603FD4-D301-438E-8486-12311D034221}"/>
              </a:ext>
            </a:extLst>
          </p:cNvPr>
          <p:cNvSpPr>
            <a:spLocks noGrp="1"/>
          </p:cNvSpPr>
          <p:nvPr/>
        </p:nvSpPr>
        <p:spPr>
          <a:xfrm>
            <a:off x="685800" y="876300"/>
            <a:ext cx="36195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13" b="0">
                <a:solidFill>
                  <a:srgbClr val="667085"/>
                </a:solidFill>
                <a:latin typeface="Yu Gothic UI"/>
                <a:ea typeface="Yu Gothic UI"/>
                <a:cs typeface="Yu Gothic UI"/>
              </a:defRPr>
            </a:pPr>
            <a:r>
              <a:rPr sz="713" b="0" dirty="0">
                <a:solidFill>
                  <a:srgbClr val="667085"/>
                </a:solidFill>
                <a:latin typeface="Yu Gothic UI"/>
                <a:ea typeface="Yu Gothic UI"/>
                <a:cs typeface="Yu Gothic UI"/>
              </a:rPr>
              <a:t>Azure Workshop for Beginners </a:t>
            </a:r>
            <a:r>
              <a:rPr lang="ja-JP" altLang="en-US" sz="713" b="0">
                <a:solidFill>
                  <a:srgbClr val="667085"/>
                </a:solidFill>
                <a:latin typeface="Yu Gothic UI"/>
                <a:ea typeface="Yu Gothic UI"/>
                <a:cs typeface="Yu Gothic UI"/>
              </a:rPr>
              <a:t> </a:t>
            </a:r>
            <a:r>
              <a:rPr lang="en-US" altLang="ja-JP" sz="713" b="0" dirty="0">
                <a:solidFill>
                  <a:srgbClr val="667085"/>
                </a:solidFill>
                <a:latin typeface="Yu Gothic UI"/>
                <a:ea typeface="Yu Gothic UI"/>
                <a:cs typeface="Yu Gothic UI"/>
              </a:rPr>
              <a:t>| </a:t>
            </a:r>
            <a:r>
              <a:rPr lang="ja-JP" altLang="en-US" sz="713" b="0">
                <a:solidFill>
                  <a:srgbClr val="667085"/>
                </a:solidFill>
                <a:latin typeface="Yu Gothic UI"/>
                <a:ea typeface="Yu Gothic UI"/>
                <a:cs typeface="Yu Gothic UI"/>
              </a:rPr>
              <a:t>第</a:t>
            </a:r>
            <a:r>
              <a:rPr lang="en-US" altLang="ja-JP" sz="713" b="0" dirty="0">
                <a:solidFill>
                  <a:srgbClr val="667085"/>
                </a:solidFill>
                <a:latin typeface="Yu Gothic UI"/>
                <a:ea typeface="Yu Gothic UI"/>
                <a:cs typeface="Yu Gothic UI"/>
              </a:rPr>
              <a:t>6</a:t>
            </a:r>
            <a:r>
              <a:rPr lang="ja-JP" altLang="en-US" sz="713" b="0">
                <a:solidFill>
                  <a:srgbClr val="667085"/>
                </a:solidFill>
                <a:latin typeface="Yu Gothic UI"/>
                <a:ea typeface="Yu Gothic UI"/>
                <a:cs typeface="Yu Gothic UI"/>
              </a:rPr>
              <a:t>回</a:t>
            </a:r>
            <a:endParaRPr sz="713" b="0" dirty="0">
              <a:solidFill>
                <a:srgbClr val="667085"/>
              </a:solidFill>
              <a:latin typeface="Yu Gothic UI"/>
              <a:ea typeface="Yu Gothic UI"/>
              <a:cs typeface="Yu Gothic UI"/>
            </a:endParaRPr>
          </a:p>
        </p:txBody>
      </p:sp>
      <p:sp>
        <p:nvSpPr>
          <p:cNvPr id="4" name="正方形/長方形 3">
            <a:extLst>
              <a:ext uri="{FF2B5EF4-FFF2-40B4-BE49-F238E27FC236}">
                <a16:creationId xmlns:a16="http://schemas.microsoft.com/office/drawing/2014/main" id="{677765BF-B68F-418C-AE34-F72DD54EB634}"/>
              </a:ext>
            </a:extLst>
          </p:cNvPr>
          <p:cNvSpPr>
            <a:spLocks noGrp="1"/>
          </p:cNvSpPr>
          <p:nvPr/>
        </p:nvSpPr>
        <p:spPr>
          <a:xfrm>
            <a:off x="685800" y="1200150"/>
            <a:ext cx="10820400" cy="14288"/>
          </a:xfrm>
          <a:prstGeom prst="rect">
            <a:avLst/>
          </a:prstGeom>
          <a:solidFill>
            <a:srgbClr val="D0D5DD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5" name="正方形/長方形 4">
            <a:extLst>
              <a:ext uri="{FF2B5EF4-FFF2-40B4-BE49-F238E27FC236}">
                <a16:creationId xmlns:a16="http://schemas.microsoft.com/office/drawing/2014/main" id="{197161D9-5697-427A-A34A-5CD11A5A6657}"/>
              </a:ext>
            </a:extLst>
          </p:cNvPr>
          <p:cNvSpPr>
            <a:spLocks noGrp="1"/>
          </p:cNvSpPr>
          <p:nvPr/>
        </p:nvSpPr>
        <p:spPr>
          <a:xfrm>
            <a:off x="685800" y="1352550"/>
            <a:ext cx="10820400" cy="552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19050" rIns="0" bIns="0" anchor="t"/>
          <a:lstStyle/>
          <a:p>
            <a:pPr>
              <a:defRPr sz="1350" b="0">
                <a:solidFill>
                  <a:srgbClr val="64748B"/>
                </a:solidFill>
                <a:latin typeface="Yu Gothic"/>
                <a:ea typeface="Yu Gothic"/>
                <a:cs typeface="Yu Gothic"/>
              </a:defRPr>
            </a:pPr>
            <a:r>
              <a:rPr lang="ja-JP" altLang="en-US" sz="1200">
                <a:solidFill>
                  <a:srgbClr val="64748B"/>
                </a:solidFill>
                <a:latin typeface="Yu Gothic"/>
                <a:ea typeface="Yu Gothic"/>
                <a:cs typeface="Yu Gothic"/>
              </a:rPr>
              <a:t>今日はアプリを完成させる日ではありません。完成に必要な </a:t>
            </a:r>
            <a:r>
              <a:rPr lang="en" altLang="ja-JP" sz="1200" dirty="0">
                <a:solidFill>
                  <a:srgbClr val="64748B"/>
                </a:solidFill>
                <a:latin typeface="Yu Gothic"/>
                <a:ea typeface="Yu Gothic"/>
                <a:cs typeface="Yu Gothic"/>
              </a:rPr>
              <a:t>Azure </a:t>
            </a:r>
            <a:r>
              <a:rPr lang="ja-JP" altLang="en-US" sz="1200">
                <a:solidFill>
                  <a:srgbClr val="64748B"/>
                </a:solidFill>
                <a:latin typeface="Yu Gothic"/>
                <a:ea typeface="Yu Gothic"/>
                <a:cs typeface="Yu Gothic"/>
              </a:rPr>
              <a:t>リソースを作り、名前、</a:t>
            </a:r>
            <a:r>
              <a:rPr lang="en" altLang="ja-JP" sz="1200" dirty="0">
                <a:solidFill>
                  <a:srgbClr val="64748B"/>
                </a:solidFill>
                <a:latin typeface="Yu Gothic"/>
                <a:ea typeface="Yu Gothic"/>
                <a:cs typeface="Yu Gothic"/>
              </a:rPr>
              <a:t>URL</a:t>
            </a:r>
            <a:r>
              <a:rPr lang="ja-JP" altLang="en" sz="1200">
                <a:solidFill>
                  <a:srgbClr val="64748B"/>
                </a:solidFill>
                <a:latin typeface="Yu Gothic"/>
                <a:ea typeface="Yu Gothic"/>
                <a:cs typeface="Yu Gothic"/>
              </a:rPr>
              <a:t>、</a:t>
            </a:r>
            <a:r>
              <a:rPr lang="en" altLang="ja-JP" sz="1200" dirty="0">
                <a:solidFill>
                  <a:srgbClr val="64748B"/>
                </a:solidFill>
                <a:latin typeface="Yu Gothic"/>
                <a:ea typeface="Yu Gothic"/>
                <a:cs typeface="Yu Gothic"/>
              </a:rPr>
              <a:t>ID</a:t>
            </a:r>
            <a:r>
              <a:rPr lang="ja-JP" altLang="en" sz="1200">
                <a:solidFill>
                  <a:srgbClr val="64748B"/>
                </a:solidFill>
                <a:latin typeface="Yu Gothic"/>
                <a:ea typeface="Yu Gothic"/>
                <a:cs typeface="Yu Gothic"/>
              </a:rPr>
              <a:t>、</a:t>
            </a:r>
            <a:r>
              <a:rPr lang="en" altLang="ja-JP" sz="1200" dirty="0">
                <a:solidFill>
                  <a:srgbClr val="64748B"/>
                </a:solidFill>
                <a:latin typeface="Yu Gothic"/>
                <a:ea typeface="Yu Gothic"/>
                <a:cs typeface="Yu Gothic"/>
              </a:rPr>
              <a:t>DB </a:t>
            </a:r>
            <a:r>
              <a:rPr lang="ja-JP" altLang="en-US" sz="1200">
                <a:solidFill>
                  <a:srgbClr val="64748B"/>
                </a:solidFill>
                <a:latin typeface="Yu Gothic"/>
                <a:ea typeface="Yu Gothic"/>
                <a:cs typeface="Yu Gothic"/>
              </a:rPr>
              <a:t>の状態を第</a:t>
            </a:r>
            <a:r>
              <a:rPr lang="en-US" altLang="ja-JP" sz="1200" dirty="0">
                <a:solidFill>
                  <a:srgbClr val="64748B"/>
                </a:solidFill>
                <a:latin typeface="Yu Gothic"/>
                <a:ea typeface="Yu Gothic"/>
                <a:cs typeface="Yu Gothic"/>
              </a:rPr>
              <a:t>6</a:t>
            </a:r>
            <a:r>
              <a:rPr lang="ja-JP" altLang="en-US" sz="1200">
                <a:solidFill>
                  <a:srgbClr val="64748B"/>
                </a:solidFill>
                <a:latin typeface="Yu Gothic"/>
                <a:ea typeface="Yu Gothic"/>
                <a:cs typeface="Yu Gothic"/>
              </a:rPr>
              <a:t>回へ引き継げるようにします。</a:t>
            </a:r>
            <a:endParaRPr lang="ja-JP" altLang="en-US" sz="1200" dirty="0">
              <a:solidFill>
                <a:srgbClr val="64748B"/>
              </a:solidFill>
              <a:latin typeface="Yu Gothic"/>
              <a:ea typeface="Yu Gothic"/>
              <a:cs typeface="Yu Gothic"/>
            </a:endParaRPr>
          </a:p>
        </p:txBody>
      </p:sp>
      <p:sp>
        <p:nvSpPr>
          <p:cNvPr id="3" name="正方形/長方形 2">
            <a:extLst>
              <a:ext uri="{FF2B5EF4-FFF2-40B4-BE49-F238E27FC236}">
                <a16:creationId xmlns:a16="http://schemas.microsoft.com/office/drawing/2014/main" id="{6A12F0C9-DD7D-D8D3-EF45-7E9D67379124}"/>
              </a:ext>
            </a:extLst>
          </p:cNvPr>
          <p:cNvSpPr>
            <a:spLocks noGrp="1"/>
          </p:cNvSpPr>
          <p:nvPr/>
        </p:nvSpPr>
        <p:spPr>
          <a:xfrm>
            <a:off x="895350" y="2114550"/>
            <a:ext cx="4953000" cy="1295400"/>
          </a:xfrm>
          <a:prstGeom prst="rect">
            <a:avLst/>
          </a:prstGeom>
          <a:solidFill>
            <a:srgbClr val="FFFFFF"/>
          </a:solidFill>
          <a:ln w="9525">
            <a:solidFill>
              <a:srgbClr val="D0D5DD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7" name="正方形/長方形 6">
            <a:extLst>
              <a:ext uri="{FF2B5EF4-FFF2-40B4-BE49-F238E27FC236}">
                <a16:creationId xmlns:a16="http://schemas.microsoft.com/office/drawing/2014/main" id="{F5E230B2-7B7F-53F9-9606-44291B860400}"/>
              </a:ext>
            </a:extLst>
          </p:cNvPr>
          <p:cNvSpPr>
            <a:spLocks noGrp="1"/>
          </p:cNvSpPr>
          <p:nvPr/>
        </p:nvSpPr>
        <p:spPr>
          <a:xfrm>
            <a:off x="895350" y="2114550"/>
            <a:ext cx="76200" cy="1295400"/>
          </a:xfrm>
          <a:prstGeom prst="rect">
            <a:avLst/>
          </a:prstGeom>
          <a:solidFill>
            <a:srgbClr val="0F766E"/>
          </a:solidFill>
          <a:ln w="0">
            <a:solidFill>
              <a:srgbClr val="0F766E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8" name="正方形/長方形 7">
            <a:extLst>
              <a:ext uri="{FF2B5EF4-FFF2-40B4-BE49-F238E27FC236}">
                <a16:creationId xmlns:a16="http://schemas.microsoft.com/office/drawing/2014/main" id="{59D2B922-0021-8F48-DAD1-BA6A1C836F74}"/>
              </a:ext>
            </a:extLst>
          </p:cNvPr>
          <p:cNvSpPr>
            <a:spLocks noGrp="1"/>
          </p:cNvSpPr>
          <p:nvPr/>
        </p:nvSpPr>
        <p:spPr>
          <a:xfrm>
            <a:off x="1104900" y="2257425"/>
            <a:ext cx="455295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05" b="1">
                <a:solidFill>
                  <a:srgbClr val="0F766E"/>
                </a:solidFill>
                <a:latin typeface="Yu Gothic UI"/>
                <a:ea typeface="Yu Gothic UI"/>
                <a:cs typeface="Yu Gothic UI"/>
              </a:defRPr>
            </a:pPr>
            <a:r>
              <a:rPr lang="en-US" sz="705" b="1" dirty="0">
                <a:solidFill>
                  <a:srgbClr val="0F766E"/>
                </a:solidFill>
                <a:latin typeface="Yu Gothic UI"/>
                <a:ea typeface="Yu Gothic UI"/>
                <a:cs typeface="Yu Gothic UI"/>
              </a:rPr>
              <a:t>Goal </a:t>
            </a:r>
            <a:r>
              <a:rPr sz="705" b="1" dirty="0">
                <a:solidFill>
                  <a:srgbClr val="0F766E"/>
                </a:solidFill>
                <a:latin typeface="Yu Gothic UI"/>
                <a:ea typeface="Yu Gothic UI"/>
                <a:cs typeface="Yu Gothic UI"/>
              </a:rPr>
              <a:t>1</a:t>
            </a:r>
          </a:p>
        </p:txBody>
      </p:sp>
      <p:sp>
        <p:nvSpPr>
          <p:cNvPr id="10" name="正方形/長方形 9">
            <a:extLst>
              <a:ext uri="{FF2B5EF4-FFF2-40B4-BE49-F238E27FC236}">
                <a16:creationId xmlns:a16="http://schemas.microsoft.com/office/drawing/2014/main" id="{5A000D35-880E-DA2C-0F55-535AA70DB468}"/>
              </a:ext>
            </a:extLst>
          </p:cNvPr>
          <p:cNvSpPr>
            <a:spLocks noGrp="1"/>
          </p:cNvSpPr>
          <p:nvPr/>
        </p:nvSpPr>
        <p:spPr>
          <a:xfrm>
            <a:off x="1104900" y="2505075"/>
            <a:ext cx="455295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>
              <a:defRPr sz="1500" b="1">
                <a:solidFill>
                  <a:srgbClr val="1F2937"/>
                </a:solidFill>
                <a:latin typeface="Yu Gothic"/>
                <a:ea typeface="Yu Gothic"/>
                <a:cs typeface="Yu Gothic"/>
              </a:defRPr>
            </a:pPr>
            <a:r>
              <a:rPr lang="en" altLang="ja-JP" sz="1200" b="1" dirty="0">
                <a:solidFill>
                  <a:srgbClr val="1F2937"/>
                </a:solidFill>
                <a:latin typeface="Yu Gothic"/>
                <a:ea typeface="Yu Gothic"/>
                <a:cs typeface="Yu Gothic"/>
              </a:rPr>
              <a:t>DB </a:t>
            </a:r>
            <a:r>
              <a:rPr lang="ja-JP" altLang="en-US" sz="1200" b="1">
                <a:solidFill>
                  <a:srgbClr val="1F2937"/>
                </a:solidFill>
                <a:latin typeface="Yu Gothic"/>
                <a:ea typeface="Yu Gothic"/>
                <a:cs typeface="Yu Gothic"/>
              </a:rPr>
              <a:t>を再開する</a:t>
            </a:r>
            <a:endParaRPr lang="ja-JP" altLang="en-US" sz="1200" b="1" dirty="0">
              <a:solidFill>
                <a:srgbClr val="1F2937"/>
              </a:solidFill>
              <a:latin typeface="Yu Gothic"/>
              <a:ea typeface="Yu Gothic"/>
              <a:cs typeface="Yu Gothic"/>
            </a:endParaRPr>
          </a:p>
        </p:txBody>
      </p:sp>
      <p:sp>
        <p:nvSpPr>
          <p:cNvPr id="11" name="正方形/長方形 10">
            <a:extLst>
              <a:ext uri="{FF2B5EF4-FFF2-40B4-BE49-F238E27FC236}">
                <a16:creationId xmlns:a16="http://schemas.microsoft.com/office/drawing/2014/main" id="{59D15100-2B3E-D76B-A75F-975C0850074F}"/>
              </a:ext>
            </a:extLst>
          </p:cNvPr>
          <p:cNvSpPr>
            <a:spLocks noGrp="1"/>
          </p:cNvSpPr>
          <p:nvPr/>
        </p:nvSpPr>
        <p:spPr>
          <a:xfrm>
            <a:off x="1104900" y="2895600"/>
            <a:ext cx="4552950" cy="4000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>
              <a:defRPr sz="1125" b="0">
                <a:solidFill>
                  <a:srgbClr val="1F2937"/>
                </a:solidFill>
                <a:latin typeface="Yu Gothic"/>
                <a:ea typeface="Yu Gothic"/>
                <a:cs typeface="Yu Gothic"/>
              </a:defRPr>
            </a:pPr>
            <a:r>
              <a:rPr lang="ja-JP" altLang="en-US" sz="900">
                <a:solidFill>
                  <a:srgbClr val="1F2937"/>
                </a:solidFill>
                <a:latin typeface="Yu Gothic"/>
                <a:ea typeface="Yu Gothic"/>
                <a:cs typeface="Yu Gothic"/>
              </a:rPr>
              <a:t>第</a:t>
            </a:r>
            <a:r>
              <a:rPr lang="en-US" altLang="ja-JP" sz="900" dirty="0">
                <a:solidFill>
                  <a:srgbClr val="1F2937"/>
                </a:solidFill>
                <a:latin typeface="Yu Gothic"/>
                <a:ea typeface="Yu Gothic"/>
                <a:cs typeface="Yu Gothic"/>
              </a:rPr>
              <a:t>5</a:t>
            </a:r>
            <a:r>
              <a:rPr lang="ja-JP" altLang="en-US" sz="900">
                <a:solidFill>
                  <a:srgbClr val="1F2937"/>
                </a:solidFill>
                <a:latin typeface="Yu Gothic"/>
                <a:ea typeface="Yu Gothic"/>
                <a:cs typeface="Yu Gothic"/>
              </a:rPr>
              <a:t>回で停止した </a:t>
            </a:r>
            <a:r>
              <a:rPr lang="en" altLang="ja-JP" sz="900" dirty="0">
                <a:solidFill>
                  <a:srgbClr val="1F2937"/>
                </a:solidFill>
                <a:latin typeface="Yu Gothic"/>
                <a:ea typeface="Yu Gothic"/>
                <a:cs typeface="Yu Gothic"/>
              </a:rPr>
              <a:t>PostgreSQL </a:t>
            </a:r>
            <a:r>
              <a:rPr lang="ja-JP" altLang="en-US" sz="900">
                <a:solidFill>
                  <a:srgbClr val="1F2937"/>
                </a:solidFill>
                <a:latin typeface="Yu Gothic"/>
                <a:ea typeface="Yu Gothic"/>
                <a:cs typeface="Yu Gothic"/>
              </a:rPr>
              <a:t>を </a:t>
            </a:r>
            <a:r>
              <a:rPr lang="en" altLang="ja-JP" sz="900" dirty="0">
                <a:solidFill>
                  <a:srgbClr val="1F2937"/>
                </a:solidFill>
                <a:latin typeface="Yu Gothic"/>
                <a:ea typeface="Yu Gothic"/>
                <a:cs typeface="Yu Gothic"/>
              </a:rPr>
              <a:t>Running </a:t>
            </a:r>
            <a:r>
              <a:rPr lang="ja-JP" altLang="en-US" sz="900">
                <a:solidFill>
                  <a:srgbClr val="1F2937"/>
                </a:solidFill>
                <a:latin typeface="Yu Gothic"/>
                <a:ea typeface="Yu Gothic"/>
                <a:cs typeface="Yu Gothic"/>
              </a:rPr>
              <a:t>に戻します。</a:t>
            </a:r>
            <a:endParaRPr lang="ja-JP" altLang="en-US" sz="900" dirty="0">
              <a:solidFill>
                <a:srgbClr val="1F2937"/>
              </a:solidFill>
              <a:latin typeface="Yu Gothic"/>
              <a:ea typeface="Yu Gothic"/>
              <a:cs typeface="Yu Gothic"/>
            </a:endParaRPr>
          </a:p>
        </p:txBody>
      </p:sp>
      <p:sp>
        <p:nvSpPr>
          <p:cNvPr id="12" name="正方形/長方形 11">
            <a:extLst>
              <a:ext uri="{FF2B5EF4-FFF2-40B4-BE49-F238E27FC236}">
                <a16:creationId xmlns:a16="http://schemas.microsoft.com/office/drawing/2014/main" id="{8CA164CB-27AE-C85D-A3B9-BC0246961991}"/>
              </a:ext>
            </a:extLst>
          </p:cNvPr>
          <p:cNvSpPr>
            <a:spLocks noGrp="1"/>
          </p:cNvSpPr>
          <p:nvPr/>
        </p:nvSpPr>
        <p:spPr>
          <a:xfrm>
            <a:off x="6115050" y="2114550"/>
            <a:ext cx="4953000" cy="1295400"/>
          </a:xfrm>
          <a:prstGeom prst="rect">
            <a:avLst/>
          </a:prstGeom>
          <a:solidFill>
            <a:srgbClr val="FFFFFF"/>
          </a:solidFill>
          <a:ln w="9525">
            <a:solidFill>
              <a:srgbClr val="D0D5DD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3" name="正方形/長方形 12">
            <a:extLst>
              <a:ext uri="{FF2B5EF4-FFF2-40B4-BE49-F238E27FC236}">
                <a16:creationId xmlns:a16="http://schemas.microsoft.com/office/drawing/2014/main" id="{D1830EAD-CA4D-EF13-2C77-E05986271290}"/>
              </a:ext>
            </a:extLst>
          </p:cNvPr>
          <p:cNvSpPr>
            <a:spLocks noGrp="1"/>
          </p:cNvSpPr>
          <p:nvPr/>
        </p:nvSpPr>
        <p:spPr>
          <a:xfrm>
            <a:off x="6115050" y="2114550"/>
            <a:ext cx="76200" cy="1295400"/>
          </a:xfrm>
          <a:prstGeom prst="rect">
            <a:avLst/>
          </a:prstGeom>
          <a:solidFill>
            <a:srgbClr val="70AD47"/>
          </a:solidFill>
          <a:ln w="0">
            <a:solidFill>
              <a:srgbClr val="70AD47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4" name="正方形/長方形 13">
            <a:extLst>
              <a:ext uri="{FF2B5EF4-FFF2-40B4-BE49-F238E27FC236}">
                <a16:creationId xmlns:a16="http://schemas.microsoft.com/office/drawing/2014/main" id="{E766275E-AE64-6EE4-94A2-0F42DB17EB22}"/>
              </a:ext>
            </a:extLst>
          </p:cNvPr>
          <p:cNvSpPr>
            <a:spLocks noGrp="1"/>
          </p:cNvSpPr>
          <p:nvPr/>
        </p:nvSpPr>
        <p:spPr>
          <a:xfrm>
            <a:off x="6324600" y="2257425"/>
            <a:ext cx="455295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05" b="1">
                <a:solidFill>
                  <a:srgbClr val="70AD47"/>
                </a:solidFill>
                <a:latin typeface="Yu Gothic UI"/>
                <a:ea typeface="Yu Gothic UI"/>
                <a:cs typeface="Yu Gothic UI"/>
              </a:defRPr>
            </a:pPr>
            <a:r>
              <a:rPr lang="en-US" altLang="ja-JP" sz="705" b="1" dirty="0">
                <a:solidFill>
                  <a:srgbClr val="70AD47"/>
                </a:solidFill>
                <a:latin typeface="Yu Gothic UI"/>
                <a:ea typeface="Yu Gothic UI"/>
                <a:cs typeface="Yu Gothic UI"/>
              </a:rPr>
              <a:t>Goal 2</a:t>
            </a:r>
          </a:p>
        </p:txBody>
      </p:sp>
      <p:sp>
        <p:nvSpPr>
          <p:cNvPr id="15" name="正方形/長方形 14">
            <a:extLst>
              <a:ext uri="{FF2B5EF4-FFF2-40B4-BE49-F238E27FC236}">
                <a16:creationId xmlns:a16="http://schemas.microsoft.com/office/drawing/2014/main" id="{58A0C133-AA37-4CB8-71FC-829264814E1B}"/>
              </a:ext>
            </a:extLst>
          </p:cNvPr>
          <p:cNvSpPr>
            <a:spLocks noGrp="1"/>
          </p:cNvSpPr>
          <p:nvPr/>
        </p:nvSpPr>
        <p:spPr>
          <a:xfrm>
            <a:off x="6324600" y="2505075"/>
            <a:ext cx="455295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>
              <a:defRPr sz="1500" b="1">
                <a:solidFill>
                  <a:srgbClr val="1F2937"/>
                </a:solidFill>
                <a:latin typeface="Yu Gothic"/>
                <a:ea typeface="Yu Gothic"/>
                <a:cs typeface="Yu Gothic"/>
              </a:defRPr>
            </a:pPr>
            <a:r>
              <a:rPr lang="en" altLang="ja-JP" sz="1200" b="1" dirty="0">
                <a:solidFill>
                  <a:srgbClr val="1F2937"/>
                </a:solidFill>
                <a:latin typeface="Yu Gothic"/>
                <a:ea typeface="Yu Gothic"/>
                <a:cs typeface="Yu Gothic"/>
              </a:rPr>
              <a:t>GitHub Actions </a:t>
            </a:r>
            <a:r>
              <a:rPr lang="ja-JP" altLang="en-US" sz="1200" b="1">
                <a:solidFill>
                  <a:srgbClr val="1F2937"/>
                </a:solidFill>
                <a:latin typeface="Yu Gothic"/>
                <a:ea typeface="Yu Gothic"/>
                <a:cs typeface="Yu Gothic"/>
              </a:rPr>
              <a:t>を設定</a:t>
            </a:r>
            <a:endParaRPr lang="ja-JP" altLang="en-US" sz="1200" b="1" dirty="0">
              <a:solidFill>
                <a:srgbClr val="1F2937"/>
              </a:solidFill>
              <a:latin typeface="Yu Gothic"/>
              <a:ea typeface="Yu Gothic"/>
              <a:cs typeface="Yu Gothic"/>
            </a:endParaRPr>
          </a:p>
        </p:txBody>
      </p:sp>
      <p:sp>
        <p:nvSpPr>
          <p:cNvPr id="16" name="正方形/長方形 15">
            <a:extLst>
              <a:ext uri="{FF2B5EF4-FFF2-40B4-BE49-F238E27FC236}">
                <a16:creationId xmlns:a16="http://schemas.microsoft.com/office/drawing/2014/main" id="{2E920776-BF7C-5874-F27E-7BEC0B67D3F2}"/>
              </a:ext>
            </a:extLst>
          </p:cNvPr>
          <p:cNvSpPr>
            <a:spLocks noGrp="1"/>
          </p:cNvSpPr>
          <p:nvPr/>
        </p:nvSpPr>
        <p:spPr>
          <a:xfrm>
            <a:off x="6324600" y="2895600"/>
            <a:ext cx="4552950" cy="4000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>
              <a:defRPr sz="1125" b="0">
                <a:solidFill>
                  <a:srgbClr val="1F2937"/>
                </a:solidFill>
                <a:latin typeface="Yu Gothic"/>
                <a:ea typeface="Yu Gothic"/>
                <a:cs typeface="Yu Gothic"/>
              </a:defRPr>
            </a:pPr>
            <a:r>
              <a:rPr lang="en" altLang="ja-JP" sz="900" dirty="0">
                <a:solidFill>
                  <a:srgbClr val="1F2937"/>
                </a:solidFill>
                <a:latin typeface="Yu Gothic"/>
                <a:ea typeface="Yu Gothic"/>
                <a:cs typeface="Yu Gothic"/>
              </a:rPr>
              <a:t>Secret </a:t>
            </a:r>
            <a:r>
              <a:rPr lang="ja-JP" altLang="en-US" sz="900">
                <a:solidFill>
                  <a:srgbClr val="1F2937"/>
                </a:solidFill>
                <a:latin typeface="Yu Gothic"/>
                <a:ea typeface="Yu Gothic"/>
                <a:cs typeface="Yu Gothic"/>
              </a:rPr>
              <a:t>と </a:t>
            </a:r>
            <a:r>
              <a:rPr lang="en" altLang="ja-JP" sz="900" dirty="0">
                <a:solidFill>
                  <a:srgbClr val="1F2937"/>
                </a:solidFill>
                <a:latin typeface="Yu Gothic"/>
                <a:ea typeface="Yu Gothic"/>
                <a:cs typeface="Yu Gothic"/>
              </a:rPr>
              <a:t>variables </a:t>
            </a:r>
            <a:r>
              <a:rPr lang="ja-JP" altLang="en-US" sz="900">
                <a:solidFill>
                  <a:srgbClr val="1F2937"/>
                </a:solidFill>
                <a:latin typeface="Yu Gothic"/>
                <a:ea typeface="Yu Gothic"/>
                <a:cs typeface="Yu Gothic"/>
              </a:rPr>
              <a:t>を登録し、</a:t>
            </a:r>
            <a:r>
              <a:rPr lang="en" altLang="ja-JP" sz="900" dirty="0">
                <a:solidFill>
                  <a:srgbClr val="1F2937"/>
                </a:solidFill>
                <a:latin typeface="Yu Gothic"/>
                <a:ea typeface="Yu Gothic"/>
                <a:cs typeface="Yu Gothic"/>
              </a:rPr>
              <a:t>workflow </a:t>
            </a:r>
            <a:r>
              <a:rPr lang="ja-JP" altLang="en-US" sz="900">
                <a:solidFill>
                  <a:srgbClr val="1F2937"/>
                </a:solidFill>
                <a:latin typeface="Yu Gothic"/>
                <a:ea typeface="Yu Gothic"/>
                <a:cs typeface="Yu Gothic"/>
              </a:rPr>
              <a:t>を有効化します。</a:t>
            </a:r>
            <a:endParaRPr lang="ja-JP" altLang="en-US" sz="900" dirty="0">
              <a:solidFill>
                <a:srgbClr val="1F2937"/>
              </a:solidFill>
              <a:latin typeface="Yu Gothic"/>
              <a:ea typeface="Yu Gothic"/>
              <a:cs typeface="Yu Gothic"/>
            </a:endParaRPr>
          </a:p>
        </p:txBody>
      </p:sp>
      <p:sp>
        <p:nvSpPr>
          <p:cNvPr id="17" name="正方形/長方形 16">
            <a:extLst>
              <a:ext uri="{FF2B5EF4-FFF2-40B4-BE49-F238E27FC236}">
                <a16:creationId xmlns:a16="http://schemas.microsoft.com/office/drawing/2014/main" id="{0E9C0F30-AFAA-3A7E-939A-51646CE60B24}"/>
              </a:ext>
            </a:extLst>
          </p:cNvPr>
          <p:cNvSpPr>
            <a:spLocks noGrp="1"/>
          </p:cNvSpPr>
          <p:nvPr/>
        </p:nvSpPr>
        <p:spPr>
          <a:xfrm>
            <a:off x="895350" y="3714750"/>
            <a:ext cx="4953000" cy="1295400"/>
          </a:xfrm>
          <a:prstGeom prst="rect">
            <a:avLst/>
          </a:prstGeom>
          <a:solidFill>
            <a:srgbClr val="FFFFFF"/>
          </a:solidFill>
          <a:ln w="9525">
            <a:solidFill>
              <a:srgbClr val="D0D5DD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8" name="正方形/長方形 17">
            <a:extLst>
              <a:ext uri="{FF2B5EF4-FFF2-40B4-BE49-F238E27FC236}">
                <a16:creationId xmlns:a16="http://schemas.microsoft.com/office/drawing/2014/main" id="{456DDBC7-B2AE-43DA-AD86-55CE19C3B27E}"/>
              </a:ext>
            </a:extLst>
          </p:cNvPr>
          <p:cNvSpPr>
            <a:spLocks noGrp="1"/>
          </p:cNvSpPr>
          <p:nvPr/>
        </p:nvSpPr>
        <p:spPr>
          <a:xfrm>
            <a:off x="895350" y="3714750"/>
            <a:ext cx="76200" cy="1295400"/>
          </a:xfrm>
          <a:prstGeom prst="rect">
            <a:avLst/>
          </a:prstGeom>
          <a:solidFill>
            <a:srgbClr val="ED7D31"/>
          </a:solidFill>
          <a:ln w="0">
            <a:solidFill>
              <a:srgbClr val="ED7D31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9" name="正方形/長方形 18">
            <a:extLst>
              <a:ext uri="{FF2B5EF4-FFF2-40B4-BE49-F238E27FC236}">
                <a16:creationId xmlns:a16="http://schemas.microsoft.com/office/drawing/2014/main" id="{A7C52EFC-73D5-286E-4B8E-8170947F7854}"/>
              </a:ext>
            </a:extLst>
          </p:cNvPr>
          <p:cNvSpPr>
            <a:spLocks noGrp="1"/>
          </p:cNvSpPr>
          <p:nvPr/>
        </p:nvSpPr>
        <p:spPr>
          <a:xfrm>
            <a:off x="1104900" y="3857625"/>
            <a:ext cx="455295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>
              <a:defRPr sz="900" b="1">
                <a:solidFill>
                  <a:srgbClr val="EA580C"/>
                </a:solidFill>
                <a:latin typeface="Yu Gothic"/>
                <a:ea typeface="Yu Gothic"/>
                <a:cs typeface="Yu Gothic"/>
              </a:defRPr>
            </a:pPr>
            <a:r>
              <a:rPr lang="en" altLang="ja-JP" sz="800" b="1" dirty="0">
                <a:solidFill>
                  <a:srgbClr val="EA580C"/>
                </a:solidFill>
                <a:latin typeface="Yu Gothic"/>
                <a:ea typeface="Yu Gothic"/>
                <a:cs typeface="Yu Gothic"/>
              </a:rPr>
              <a:t>Goal 3</a:t>
            </a:r>
          </a:p>
        </p:txBody>
      </p:sp>
      <p:sp>
        <p:nvSpPr>
          <p:cNvPr id="20" name="正方形/長方形 19">
            <a:extLst>
              <a:ext uri="{FF2B5EF4-FFF2-40B4-BE49-F238E27FC236}">
                <a16:creationId xmlns:a16="http://schemas.microsoft.com/office/drawing/2014/main" id="{062FE2C4-AD2A-1546-20E3-5F5EB12C4302}"/>
              </a:ext>
            </a:extLst>
          </p:cNvPr>
          <p:cNvSpPr>
            <a:spLocks noGrp="1"/>
          </p:cNvSpPr>
          <p:nvPr/>
        </p:nvSpPr>
        <p:spPr>
          <a:xfrm>
            <a:off x="1104900" y="4105275"/>
            <a:ext cx="455295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>
              <a:defRPr sz="1500" b="1">
                <a:solidFill>
                  <a:srgbClr val="1F2937"/>
                </a:solidFill>
                <a:latin typeface="Yu Gothic"/>
                <a:ea typeface="Yu Gothic"/>
                <a:cs typeface="Yu Gothic"/>
              </a:defRPr>
            </a:pPr>
            <a:r>
              <a:rPr lang="ja-JP" altLang="en-US" sz="1200" b="1">
                <a:solidFill>
                  <a:srgbClr val="1F2937"/>
                </a:solidFill>
                <a:latin typeface="Yu Gothic"/>
                <a:ea typeface="Yu Gothic"/>
                <a:cs typeface="Yu Gothic"/>
              </a:rPr>
              <a:t>デプロイを確認</a:t>
            </a:r>
            <a:endParaRPr lang="ja-JP" altLang="en-US" sz="1200" b="1" dirty="0">
              <a:solidFill>
                <a:srgbClr val="1F2937"/>
              </a:solidFill>
              <a:latin typeface="Yu Gothic"/>
              <a:ea typeface="Yu Gothic"/>
              <a:cs typeface="Yu Gothic"/>
            </a:endParaRPr>
          </a:p>
        </p:txBody>
      </p:sp>
      <p:sp>
        <p:nvSpPr>
          <p:cNvPr id="21" name="正方形/長方形 20">
            <a:extLst>
              <a:ext uri="{FF2B5EF4-FFF2-40B4-BE49-F238E27FC236}">
                <a16:creationId xmlns:a16="http://schemas.microsoft.com/office/drawing/2014/main" id="{D663B096-C082-72F5-FB5E-5091626679AD}"/>
              </a:ext>
            </a:extLst>
          </p:cNvPr>
          <p:cNvSpPr>
            <a:spLocks noGrp="1"/>
          </p:cNvSpPr>
          <p:nvPr/>
        </p:nvSpPr>
        <p:spPr>
          <a:xfrm>
            <a:off x="1104900" y="4495800"/>
            <a:ext cx="4552950" cy="4000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>
              <a:defRPr sz="1125" b="0">
                <a:solidFill>
                  <a:srgbClr val="1F2937"/>
                </a:solidFill>
                <a:latin typeface="Yu Gothic"/>
                <a:ea typeface="Yu Gothic"/>
                <a:cs typeface="Yu Gothic"/>
              </a:defRPr>
            </a:pPr>
            <a:r>
              <a:rPr lang="en" altLang="ja-JP" sz="900" dirty="0">
                <a:solidFill>
                  <a:srgbClr val="1F2937"/>
                </a:solidFill>
                <a:latin typeface="Yu Gothic"/>
                <a:ea typeface="Yu Gothic"/>
                <a:cs typeface="Yu Gothic"/>
              </a:rPr>
              <a:t>ACR </a:t>
            </a:r>
            <a:r>
              <a:rPr lang="ja-JP" altLang="en-US" sz="900">
                <a:solidFill>
                  <a:srgbClr val="1F2937"/>
                </a:solidFill>
                <a:latin typeface="Yu Gothic"/>
                <a:ea typeface="Yu Gothic"/>
                <a:cs typeface="Yu Gothic"/>
              </a:rPr>
              <a:t>のイメージと </a:t>
            </a:r>
            <a:r>
              <a:rPr lang="en" altLang="ja-JP" sz="900" dirty="0">
                <a:solidFill>
                  <a:srgbClr val="1F2937"/>
                </a:solidFill>
                <a:latin typeface="Yu Gothic"/>
                <a:ea typeface="Yu Gothic"/>
                <a:cs typeface="Yu Gothic"/>
              </a:rPr>
              <a:t>Container Apps </a:t>
            </a:r>
            <a:r>
              <a:rPr lang="ja-JP" altLang="en-US" sz="900">
                <a:solidFill>
                  <a:srgbClr val="1F2937"/>
                </a:solidFill>
                <a:latin typeface="Yu Gothic"/>
                <a:ea typeface="Yu Gothic"/>
                <a:cs typeface="Yu Gothic"/>
              </a:rPr>
              <a:t>の </a:t>
            </a:r>
            <a:r>
              <a:rPr lang="en" altLang="ja-JP" sz="900" dirty="0">
                <a:solidFill>
                  <a:srgbClr val="1F2937"/>
                </a:solidFill>
                <a:latin typeface="Yu Gothic"/>
                <a:ea typeface="Yu Gothic"/>
                <a:cs typeface="Yu Gothic"/>
              </a:rPr>
              <a:t>revision </a:t>
            </a:r>
            <a:r>
              <a:rPr lang="ja-JP" altLang="en-US" sz="900">
                <a:solidFill>
                  <a:srgbClr val="1F2937"/>
                </a:solidFill>
                <a:latin typeface="Yu Gothic"/>
                <a:ea typeface="Yu Gothic"/>
                <a:cs typeface="Yu Gothic"/>
              </a:rPr>
              <a:t>を確認します。</a:t>
            </a:r>
            <a:endParaRPr lang="ja-JP" altLang="en-US" sz="900" dirty="0">
              <a:solidFill>
                <a:srgbClr val="1F2937"/>
              </a:solidFill>
              <a:latin typeface="Yu Gothic"/>
              <a:ea typeface="Yu Gothic"/>
              <a:cs typeface="Yu Gothic"/>
            </a:endParaRPr>
          </a:p>
        </p:txBody>
      </p:sp>
      <p:sp>
        <p:nvSpPr>
          <p:cNvPr id="22" name="正方形/長方形 21">
            <a:extLst>
              <a:ext uri="{FF2B5EF4-FFF2-40B4-BE49-F238E27FC236}">
                <a16:creationId xmlns:a16="http://schemas.microsoft.com/office/drawing/2014/main" id="{3B3D6044-9DD0-10DD-E152-A6C35D38A440}"/>
              </a:ext>
            </a:extLst>
          </p:cNvPr>
          <p:cNvSpPr>
            <a:spLocks noGrp="1"/>
          </p:cNvSpPr>
          <p:nvPr/>
        </p:nvSpPr>
        <p:spPr>
          <a:xfrm>
            <a:off x="6115050" y="3714750"/>
            <a:ext cx="4953000" cy="1295400"/>
          </a:xfrm>
          <a:prstGeom prst="rect">
            <a:avLst/>
          </a:prstGeom>
          <a:solidFill>
            <a:srgbClr val="FFFFFF"/>
          </a:solidFill>
          <a:ln w="9525">
            <a:solidFill>
              <a:srgbClr val="D0D5DD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23" name="正方形/長方形 22">
            <a:extLst>
              <a:ext uri="{FF2B5EF4-FFF2-40B4-BE49-F238E27FC236}">
                <a16:creationId xmlns:a16="http://schemas.microsoft.com/office/drawing/2014/main" id="{89D8B656-4DBD-9065-D5D7-99270063E194}"/>
              </a:ext>
            </a:extLst>
          </p:cNvPr>
          <p:cNvSpPr>
            <a:spLocks noGrp="1"/>
          </p:cNvSpPr>
          <p:nvPr/>
        </p:nvSpPr>
        <p:spPr>
          <a:xfrm>
            <a:off x="6115050" y="3714750"/>
            <a:ext cx="76200" cy="1295400"/>
          </a:xfrm>
          <a:prstGeom prst="rect">
            <a:avLst/>
          </a:prstGeom>
          <a:solidFill>
            <a:srgbClr val="4472C4"/>
          </a:solidFill>
          <a:ln w="0">
            <a:solidFill>
              <a:srgbClr val="4472C4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24" name="正方形/長方形 23">
            <a:extLst>
              <a:ext uri="{FF2B5EF4-FFF2-40B4-BE49-F238E27FC236}">
                <a16:creationId xmlns:a16="http://schemas.microsoft.com/office/drawing/2014/main" id="{9B566873-F1D4-1901-58C4-EFB407791D26}"/>
              </a:ext>
            </a:extLst>
          </p:cNvPr>
          <p:cNvSpPr>
            <a:spLocks noGrp="1"/>
          </p:cNvSpPr>
          <p:nvPr/>
        </p:nvSpPr>
        <p:spPr>
          <a:xfrm>
            <a:off x="6324600" y="3857625"/>
            <a:ext cx="455295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05" b="1">
                <a:solidFill>
                  <a:srgbClr val="4472C4"/>
                </a:solidFill>
                <a:latin typeface="Yu Gothic UI"/>
                <a:ea typeface="Yu Gothic UI"/>
                <a:cs typeface="Yu Gothic UI"/>
              </a:defRPr>
            </a:pPr>
            <a:r>
              <a:rPr lang="en-US" altLang="ja-JP" sz="705" b="1" dirty="0">
                <a:solidFill>
                  <a:srgbClr val="4472C4"/>
                </a:solidFill>
                <a:latin typeface="Yu Gothic UI"/>
                <a:ea typeface="Yu Gothic UI"/>
                <a:cs typeface="Yu Gothic UI"/>
              </a:rPr>
              <a:t>Goal 4</a:t>
            </a:r>
          </a:p>
        </p:txBody>
      </p:sp>
      <p:sp>
        <p:nvSpPr>
          <p:cNvPr id="25" name="正方形/長方形 24">
            <a:extLst>
              <a:ext uri="{FF2B5EF4-FFF2-40B4-BE49-F238E27FC236}">
                <a16:creationId xmlns:a16="http://schemas.microsoft.com/office/drawing/2014/main" id="{F7BCAA9E-1C07-A9E3-46A3-32AE3FFA10B1}"/>
              </a:ext>
            </a:extLst>
          </p:cNvPr>
          <p:cNvSpPr>
            <a:spLocks noGrp="1"/>
          </p:cNvSpPr>
          <p:nvPr/>
        </p:nvSpPr>
        <p:spPr>
          <a:xfrm>
            <a:off x="6324600" y="4105275"/>
            <a:ext cx="455295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>
              <a:defRPr sz="1500" b="1">
                <a:solidFill>
                  <a:srgbClr val="1F2937"/>
                </a:solidFill>
                <a:latin typeface="Yu Gothic"/>
                <a:ea typeface="Yu Gothic"/>
                <a:cs typeface="Yu Gothic"/>
              </a:defRPr>
            </a:pPr>
            <a:r>
              <a:rPr lang="ja-JP" altLang="en-US" sz="1200" b="1">
                <a:solidFill>
                  <a:srgbClr val="1F2937"/>
                </a:solidFill>
                <a:latin typeface="Yu Gothic"/>
                <a:ea typeface="Yu Gothic"/>
                <a:cs typeface="Yu Gothic"/>
              </a:rPr>
              <a:t>動作と後片付け</a:t>
            </a:r>
            <a:endParaRPr lang="ja-JP" altLang="en-US" sz="1200" b="1" dirty="0">
              <a:solidFill>
                <a:srgbClr val="1F2937"/>
              </a:solidFill>
              <a:latin typeface="Yu Gothic"/>
              <a:ea typeface="Yu Gothic"/>
              <a:cs typeface="Yu Gothic"/>
            </a:endParaRPr>
          </a:p>
        </p:txBody>
      </p:sp>
      <p:sp>
        <p:nvSpPr>
          <p:cNvPr id="26" name="正方形/長方形 25">
            <a:extLst>
              <a:ext uri="{FF2B5EF4-FFF2-40B4-BE49-F238E27FC236}">
                <a16:creationId xmlns:a16="http://schemas.microsoft.com/office/drawing/2014/main" id="{6FD26045-C6A5-27C9-19E2-F69981563EFA}"/>
              </a:ext>
            </a:extLst>
          </p:cNvPr>
          <p:cNvSpPr>
            <a:spLocks noGrp="1"/>
          </p:cNvSpPr>
          <p:nvPr/>
        </p:nvSpPr>
        <p:spPr>
          <a:xfrm>
            <a:off x="6324600" y="4495800"/>
            <a:ext cx="4552950" cy="4000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>
              <a:defRPr sz="1125" b="0">
                <a:solidFill>
                  <a:srgbClr val="1F2937"/>
                </a:solidFill>
                <a:latin typeface="Yu Gothic"/>
                <a:ea typeface="Yu Gothic"/>
                <a:cs typeface="Yu Gothic"/>
              </a:defRPr>
            </a:pPr>
            <a:r>
              <a:rPr lang="en" altLang="ja-JP" sz="900" dirty="0">
                <a:solidFill>
                  <a:srgbClr val="1F2937"/>
                </a:solidFill>
                <a:latin typeface="Yu Gothic"/>
                <a:ea typeface="Yu Gothic"/>
                <a:cs typeface="Yu Gothic"/>
              </a:rPr>
              <a:t>Todo </a:t>
            </a:r>
            <a:r>
              <a:rPr lang="ja-JP" altLang="en-US" sz="900">
                <a:solidFill>
                  <a:srgbClr val="1F2937"/>
                </a:solidFill>
                <a:latin typeface="Yu Gothic"/>
                <a:ea typeface="Yu Gothic"/>
                <a:cs typeface="Yu Gothic"/>
              </a:rPr>
              <a:t>操作を確認し、停止または削除方針を決めます。</a:t>
            </a:r>
            <a:endParaRPr lang="ja-JP" altLang="en-US" sz="900" dirty="0">
              <a:solidFill>
                <a:srgbClr val="1F2937"/>
              </a:solidFill>
              <a:latin typeface="Yu Gothic"/>
              <a:ea typeface="Yu Gothic"/>
              <a:cs typeface="Yu Gothic"/>
            </a:endParaRPr>
          </a:p>
        </p:txBody>
      </p:sp>
    </p:spTree>
    <p:extLst>
      <p:ext uri="{BB962C8B-B14F-4D97-AF65-F5344CB8AC3E}">
        <p14:creationId xmlns:p14="http://schemas.microsoft.com/office/powerpoint/2010/main" val="118607714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903E94A-053A-0A97-2807-A7A45FAF8B4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正方形/長方形 8">
            <a:extLst>
              <a:ext uri="{FF2B5EF4-FFF2-40B4-BE49-F238E27FC236}">
                <a16:creationId xmlns:a16="http://schemas.microsoft.com/office/drawing/2014/main" id="{2B772637-E583-BDD6-D2DA-B8015780D89C}"/>
              </a:ext>
            </a:extLst>
          </p:cNvPr>
          <p:cNvSpPr>
            <a:spLocks noGrp="1"/>
          </p:cNvSpPr>
          <p:nvPr/>
        </p:nvSpPr>
        <p:spPr>
          <a:xfrm>
            <a:off x="685800" y="400050"/>
            <a:ext cx="8953500" cy="4953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>
              <a:defRPr sz="2025" b="1">
                <a:solidFill>
                  <a:srgbClr val="1F2937"/>
                </a:solidFill>
                <a:latin typeface="Meiryo UI"/>
                <a:ea typeface="Meiryo UI"/>
                <a:cs typeface="Meiryo UI"/>
              </a:defRPr>
            </a:pPr>
            <a:r>
              <a:rPr lang="ja-JP" altLang="en-US" sz="2000" b="1">
                <a:solidFill>
                  <a:srgbClr val="1F2937"/>
                </a:solidFill>
                <a:latin typeface="Yu Gothic"/>
                <a:ea typeface="Yu Gothic"/>
                <a:cs typeface="Yu Gothic"/>
              </a:rPr>
              <a:t>第</a:t>
            </a:r>
            <a:r>
              <a:rPr lang="en-US" altLang="ja-JP" sz="2000" b="1" dirty="0">
                <a:solidFill>
                  <a:srgbClr val="1F2937"/>
                </a:solidFill>
                <a:latin typeface="Yu Gothic"/>
                <a:ea typeface="Yu Gothic"/>
                <a:cs typeface="Yu Gothic"/>
              </a:rPr>
              <a:t>5</a:t>
            </a:r>
            <a:r>
              <a:rPr lang="ja-JP" altLang="en-US" sz="2000" b="1">
                <a:solidFill>
                  <a:srgbClr val="1F2937"/>
                </a:solidFill>
                <a:latin typeface="Yu Gothic"/>
                <a:ea typeface="Yu Gothic"/>
                <a:cs typeface="Yu Gothic"/>
              </a:rPr>
              <a:t>回までの振り返り</a:t>
            </a:r>
          </a:p>
        </p:txBody>
      </p:sp>
      <p:sp>
        <p:nvSpPr>
          <p:cNvPr id="2" name="正方形/長方形 1">
            <a:extLst>
              <a:ext uri="{FF2B5EF4-FFF2-40B4-BE49-F238E27FC236}">
                <a16:creationId xmlns:a16="http://schemas.microsoft.com/office/drawing/2014/main" id="{1005CF27-108E-2387-65B6-7F33F5C28E23}"/>
              </a:ext>
            </a:extLst>
          </p:cNvPr>
          <p:cNvSpPr>
            <a:spLocks noGrp="1"/>
          </p:cNvSpPr>
          <p:nvPr/>
        </p:nvSpPr>
        <p:spPr>
          <a:xfrm>
            <a:off x="685800" y="876300"/>
            <a:ext cx="36195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13" b="0">
                <a:solidFill>
                  <a:srgbClr val="667085"/>
                </a:solidFill>
                <a:latin typeface="Yu Gothic UI"/>
                <a:ea typeface="Yu Gothic UI"/>
                <a:cs typeface="Yu Gothic UI"/>
              </a:defRPr>
            </a:pPr>
            <a:r>
              <a:rPr sz="713" b="0" dirty="0">
                <a:solidFill>
                  <a:srgbClr val="667085"/>
                </a:solidFill>
                <a:latin typeface="Yu Gothic UI"/>
                <a:ea typeface="Yu Gothic UI"/>
                <a:cs typeface="Yu Gothic UI"/>
              </a:rPr>
              <a:t>Azure Workshop for Beginners </a:t>
            </a:r>
            <a:r>
              <a:rPr lang="ja-JP" altLang="en-US" sz="713" b="0">
                <a:solidFill>
                  <a:srgbClr val="667085"/>
                </a:solidFill>
                <a:latin typeface="Yu Gothic UI"/>
                <a:ea typeface="Yu Gothic UI"/>
                <a:cs typeface="Yu Gothic UI"/>
              </a:rPr>
              <a:t> </a:t>
            </a:r>
            <a:r>
              <a:rPr lang="en-US" altLang="ja-JP" sz="713" b="0" dirty="0">
                <a:solidFill>
                  <a:srgbClr val="667085"/>
                </a:solidFill>
                <a:latin typeface="Yu Gothic UI"/>
                <a:ea typeface="Yu Gothic UI"/>
                <a:cs typeface="Yu Gothic UI"/>
              </a:rPr>
              <a:t>| </a:t>
            </a:r>
            <a:r>
              <a:rPr lang="ja-JP" altLang="en-US" sz="713" b="0">
                <a:solidFill>
                  <a:srgbClr val="667085"/>
                </a:solidFill>
                <a:latin typeface="Yu Gothic UI"/>
                <a:ea typeface="Yu Gothic UI"/>
                <a:cs typeface="Yu Gothic UI"/>
              </a:rPr>
              <a:t>第</a:t>
            </a:r>
            <a:r>
              <a:rPr lang="en-US" altLang="ja-JP" sz="713" b="0" dirty="0">
                <a:solidFill>
                  <a:srgbClr val="667085"/>
                </a:solidFill>
                <a:latin typeface="Yu Gothic UI"/>
                <a:ea typeface="Yu Gothic UI"/>
                <a:cs typeface="Yu Gothic UI"/>
              </a:rPr>
              <a:t>6</a:t>
            </a:r>
            <a:r>
              <a:rPr lang="ja-JP" altLang="en-US" sz="713" b="0">
                <a:solidFill>
                  <a:srgbClr val="667085"/>
                </a:solidFill>
                <a:latin typeface="Yu Gothic UI"/>
                <a:ea typeface="Yu Gothic UI"/>
                <a:cs typeface="Yu Gothic UI"/>
              </a:rPr>
              <a:t>回</a:t>
            </a:r>
            <a:endParaRPr sz="713" b="0" dirty="0">
              <a:solidFill>
                <a:srgbClr val="667085"/>
              </a:solidFill>
              <a:latin typeface="Yu Gothic UI"/>
              <a:ea typeface="Yu Gothic UI"/>
              <a:cs typeface="Yu Gothic UI"/>
            </a:endParaRPr>
          </a:p>
        </p:txBody>
      </p:sp>
      <p:sp>
        <p:nvSpPr>
          <p:cNvPr id="4" name="正方形/長方形 3">
            <a:extLst>
              <a:ext uri="{FF2B5EF4-FFF2-40B4-BE49-F238E27FC236}">
                <a16:creationId xmlns:a16="http://schemas.microsoft.com/office/drawing/2014/main" id="{68076495-C7B6-00A7-F13A-025105E44A08}"/>
              </a:ext>
            </a:extLst>
          </p:cNvPr>
          <p:cNvSpPr>
            <a:spLocks noGrp="1"/>
          </p:cNvSpPr>
          <p:nvPr/>
        </p:nvSpPr>
        <p:spPr>
          <a:xfrm>
            <a:off x="685800" y="1200150"/>
            <a:ext cx="10820400" cy="14288"/>
          </a:xfrm>
          <a:prstGeom prst="rect">
            <a:avLst/>
          </a:prstGeom>
          <a:solidFill>
            <a:srgbClr val="D0D5DD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5" name="正方形/長方形 4">
            <a:extLst>
              <a:ext uri="{FF2B5EF4-FFF2-40B4-BE49-F238E27FC236}">
                <a16:creationId xmlns:a16="http://schemas.microsoft.com/office/drawing/2014/main" id="{36BD4C64-BCF4-4271-A449-B6094AA890D3}"/>
              </a:ext>
            </a:extLst>
          </p:cNvPr>
          <p:cNvSpPr>
            <a:spLocks noGrp="1"/>
          </p:cNvSpPr>
          <p:nvPr/>
        </p:nvSpPr>
        <p:spPr>
          <a:xfrm>
            <a:off x="685800" y="1352550"/>
            <a:ext cx="10820400" cy="552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19050" rIns="0" bIns="0" anchor="t"/>
          <a:lstStyle/>
          <a:p>
            <a:pPr>
              <a:defRPr sz="1350" b="0">
                <a:solidFill>
                  <a:srgbClr val="64748B"/>
                </a:solidFill>
                <a:latin typeface="Yu Gothic"/>
                <a:ea typeface="Yu Gothic"/>
                <a:cs typeface="Yu Gothic"/>
              </a:defRPr>
            </a:pPr>
            <a:r>
              <a:rPr lang="ja-JP" altLang="en-US" sz="1200">
                <a:solidFill>
                  <a:srgbClr val="64748B"/>
                </a:solidFill>
                <a:latin typeface="Yu Gothic"/>
                <a:ea typeface="Yu Gothic"/>
                <a:cs typeface="Yu Gothic"/>
              </a:rPr>
              <a:t>これまでは </a:t>
            </a:r>
            <a:r>
              <a:rPr lang="en" altLang="ja-JP" sz="1200" dirty="0">
                <a:solidFill>
                  <a:srgbClr val="64748B"/>
                </a:solidFill>
                <a:latin typeface="Yu Gothic"/>
                <a:ea typeface="Yu Gothic"/>
                <a:cs typeface="Yu Gothic"/>
              </a:rPr>
              <a:t>Web </a:t>
            </a:r>
            <a:r>
              <a:rPr lang="ja-JP" altLang="en-US" sz="1200">
                <a:solidFill>
                  <a:srgbClr val="64748B"/>
                </a:solidFill>
                <a:latin typeface="Yu Gothic"/>
                <a:ea typeface="Yu Gothic"/>
                <a:cs typeface="Yu Gothic"/>
              </a:rPr>
              <a:t>サーバ単体を </a:t>
            </a:r>
            <a:r>
              <a:rPr lang="en" altLang="ja-JP" sz="1200" dirty="0">
                <a:solidFill>
                  <a:srgbClr val="64748B"/>
                </a:solidFill>
                <a:latin typeface="Yu Gothic"/>
                <a:ea typeface="Yu Gothic"/>
                <a:cs typeface="Yu Gothic"/>
              </a:rPr>
              <a:t>VM </a:t>
            </a:r>
            <a:r>
              <a:rPr lang="ja-JP" altLang="en-US" sz="1200">
                <a:solidFill>
                  <a:srgbClr val="64748B"/>
                </a:solidFill>
                <a:latin typeface="Yu Gothic"/>
                <a:ea typeface="Yu Gothic"/>
                <a:cs typeface="Yu Gothic"/>
              </a:rPr>
              <a:t>と </a:t>
            </a:r>
            <a:r>
              <a:rPr lang="en" altLang="ja-JP" sz="1200" dirty="0">
                <a:solidFill>
                  <a:srgbClr val="64748B"/>
                </a:solidFill>
                <a:latin typeface="Yu Gothic"/>
                <a:ea typeface="Yu Gothic"/>
                <a:cs typeface="Yu Gothic"/>
              </a:rPr>
              <a:t>ACI </a:t>
            </a:r>
            <a:r>
              <a:rPr lang="ja-JP" altLang="en-US" sz="1200">
                <a:solidFill>
                  <a:srgbClr val="64748B"/>
                </a:solidFill>
                <a:latin typeface="Yu Gothic"/>
                <a:ea typeface="Yu Gothic"/>
                <a:cs typeface="Yu Gothic"/>
              </a:rPr>
              <a:t>で動かしました。今回は </a:t>
            </a:r>
            <a:r>
              <a:rPr lang="en" altLang="ja-JP" sz="1200" dirty="0">
                <a:solidFill>
                  <a:srgbClr val="64748B"/>
                </a:solidFill>
                <a:latin typeface="Yu Gothic"/>
                <a:ea typeface="Yu Gothic"/>
                <a:cs typeface="Yu Gothic"/>
              </a:rPr>
              <a:t>Web </a:t>
            </a:r>
            <a:r>
              <a:rPr lang="ja-JP" altLang="en-US" sz="1200">
                <a:solidFill>
                  <a:srgbClr val="64748B"/>
                </a:solidFill>
                <a:latin typeface="Yu Gothic"/>
                <a:ea typeface="Yu Gothic"/>
                <a:cs typeface="Yu Gothic"/>
              </a:rPr>
              <a:t>だけでなく、</a:t>
            </a:r>
            <a:r>
              <a:rPr lang="en" altLang="ja-JP" sz="1200" dirty="0">
                <a:solidFill>
                  <a:srgbClr val="64748B"/>
                </a:solidFill>
                <a:latin typeface="Yu Gothic"/>
                <a:ea typeface="Yu Gothic"/>
                <a:cs typeface="Yu Gothic"/>
              </a:rPr>
              <a:t>API </a:t>
            </a:r>
            <a:r>
              <a:rPr lang="ja-JP" altLang="en-US" sz="1200">
                <a:solidFill>
                  <a:srgbClr val="64748B"/>
                </a:solidFill>
                <a:latin typeface="Yu Gothic"/>
                <a:ea typeface="Yu Gothic"/>
                <a:cs typeface="Yu Gothic"/>
              </a:rPr>
              <a:t>と </a:t>
            </a:r>
            <a:r>
              <a:rPr lang="en" altLang="ja-JP" sz="1200" dirty="0">
                <a:solidFill>
                  <a:srgbClr val="64748B"/>
                </a:solidFill>
                <a:latin typeface="Yu Gothic"/>
                <a:ea typeface="Yu Gothic"/>
                <a:cs typeface="Yu Gothic"/>
              </a:rPr>
              <a:t>DB </a:t>
            </a:r>
            <a:r>
              <a:rPr lang="ja-JP" altLang="en-US" sz="1200">
                <a:solidFill>
                  <a:srgbClr val="64748B"/>
                </a:solidFill>
                <a:latin typeface="Yu Gothic"/>
                <a:ea typeface="Yu Gothic"/>
                <a:cs typeface="Yu Gothic"/>
              </a:rPr>
              <a:t>を含む複合アプリへ進みます。</a:t>
            </a:r>
            <a:endParaRPr lang="ja-JP" altLang="en-US" sz="1200" dirty="0">
              <a:solidFill>
                <a:srgbClr val="64748B"/>
              </a:solidFill>
              <a:latin typeface="Yu Gothic"/>
              <a:ea typeface="Yu Gothic"/>
              <a:cs typeface="Yu Gothic"/>
            </a:endParaRPr>
          </a:p>
        </p:txBody>
      </p:sp>
      <p:sp>
        <p:nvSpPr>
          <p:cNvPr id="27" name="角丸四角形 26">
            <a:extLst>
              <a:ext uri="{FF2B5EF4-FFF2-40B4-BE49-F238E27FC236}">
                <a16:creationId xmlns:a16="http://schemas.microsoft.com/office/drawing/2014/main" id="{6436675C-5455-F43F-6E95-33C4F64F1BAA}"/>
              </a:ext>
            </a:extLst>
          </p:cNvPr>
          <p:cNvSpPr/>
          <p:nvPr/>
        </p:nvSpPr>
        <p:spPr>
          <a:xfrm>
            <a:off x="1084729" y="2728505"/>
            <a:ext cx="1724366" cy="2929345"/>
          </a:xfrm>
          <a:prstGeom prst="roundRect">
            <a:avLst>
              <a:gd name="adj" fmla="val 5697"/>
            </a:avLst>
          </a:prstGeom>
          <a:noFill/>
          <a:ln w="19050">
            <a:solidFill>
              <a:schemeClr val="bg2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8" name="角丸四角形 27">
            <a:extLst>
              <a:ext uri="{FF2B5EF4-FFF2-40B4-BE49-F238E27FC236}">
                <a16:creationId xmlns:a16="http://schemas.microsoft.com/office/drawing/2014/main" id="{3B6BB7CB-4DD4-2BCD-08FF-42C774FF3389}"/>
              </a:ext>
            </a:extLst>
          </p:cNvPr>
          <p:cNvSpPr/>
          <p:nvPr/>
        </p:nvSpPr>
        <p:spPr>
          <a:xfrm>
            <a:off x="3159273" y="2732664"/>
            <a:ext cx="1724366" cy="2929345"/>
          </a:xfrm>
          <a:prstGeom prst="roundRect">
            <a:avLst>
              <a:gd name="adj" fmla="val 5697"/>
            </a:avLst>
          </a:prstGeom>
          <a:noFill/>
          <a:ln w="19050">
            <a:solidFill>
              <a:schemeClr val="bg2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9" name="角丸四角形 28">
            <a:extLst>
              <a:ext uri="{FF2B5EF4-FFF2-40B4-BE49-F238E27FC236}">
                <a16:creationId xmlns:a16="http://schemas.microsoft.com/office/drawing/2014/main" id="{7D4308C6-C378-D647-DC99-46CEFC62D75D}"/>
              </a:ext>
            </a:extLst>
          </p:cNvPr>
          <p:cNvSpPr/>
          <p:nvPr/>
        </p:nvSpPr>
        <p:spPr>
          <a:xfrm>
            <a:off x="5233817" y="2728505"/>
            <a:ext cx="1724366" cy="2929345"/>
          </a:xfrm>
          <a:prstGeom prst="roundRect">
            <a:avLst>
              <a:gd name="adj" fmla="val 5697"/>
            </a:avLst>
          </a:prstGeom>
          <a:noFill/>
          <a:ln w="19050">
            <a:solidFill>
              <a:schemeClr val="bg2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30" name="角丸四角形 29">
            <a:extLst>
              <a:ext uri="{FF2B5EF4-FFF2-40B4-BE49-F238E27FC236}">
                <a16:creationId xmlns:a16="http://schemas.microsoft.com/office/drawing/2014/main" id="{26D5115A-B995-F28B-E5ED-C80A5613C7E0}"/>
              </a:ext>
            </a:extLst>
          </p:cNvPr>
          <p:cNvSpPr/>
          <p:nvPr/>
        </p:nvSpPr>
        <p:spPr>
          <a:xfrm>
            <a:off x="7374146" y="2728505"/>
            <a:ext cx="1724366" cy="2929345"/>
          </a:xfrm>
          <a:prstGeom prst="roundRect">
            <a:avLst>
              <a:gd name="adj" fmla="val 5697"/>
            </a:avLst>
          </a:prstGeom>
          <a:noFill/>
          <a:ln w="1905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31" name="角丸四角形 30">
            <a:extLst>
              <a:ext uri="{FF2B5EF4-FFF2-40B4-BE49-F238E27FC236}">
                <a16:creationId xmlns:a16="http://schemas.microsoft.com/office/drawing/2014/main" id="{6D6CFB9D-1BAD-C84E-E8D0-F2B95DB9374F}"/>
              </a:ext>
            </a:extLst>
          </p:cNvPr>
          <p:cNvSpPr/>
          <p:nvPr/>
        </p:nvSpPr>
        <p:spPr>
          <a:xfrm>
            <a:off x="9524659" y="2728505"/>
            <a:ext cx="1724366" cy="2929345"/>
          </a:xfrm>
          <a:prstGeom prst="roundRect">
            <a:avLst>
              <a:gd name="adj" fmla="val 5697"/>
            </a:avLst>
          </a:prstGeom>
          <a:noFill/>
          <a:ln w="1905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32" name="テキスト ボックス 31">
            <a:extLst>
              <a:ext uri="{FF2B5EF4-FFF2-40B4-BE49-F238E27FC236}">
                <a16:creationId xmlns:a16="http://schemas.microsoft.com/office/drawing/2014/main" id="{132200E8-0BE3-004D-ED09-443FA1C66685}"/>
              </a:ext>
            </a:extLst>
          </p:cNvPr>
          <p:cNvSpPr txBox="1"/>
          <p:nvPr/>
        </p:nvSpPr>
        <p:spPr>
          <a:xfrm>
            <a:off x="1263468" y="2818614"/>
            <a:ext cx="136688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ja-JP" altLang="en-US">
                <a:latin typeface="Yu Gothic UI" panose="020B0500000000000000" pitchFamily="34" charset="-128"/>
                <a:ea typeface="Yu Gothic UI" panose="020B0500000000000000" pitchFamily="34" charset="-128"/>
              </a:rPr>
              <a:t>第</a:t>
            </a:r>
            <a:r>
              <a:rPr kumimoji="1" lang="en-US" altLang="ja-JP">
                <a:latin typeface="Yu Gothic UI" panose="020B0500000000000000" pitchFamily="34" charset="-128"/>
                <a:ea typeface="Yu Gothic UI" panose="020B0500000000000000" pitchFamily="34" charset="-128"/>
              </a:rPr>
              <a:t>2</a:t>
            </a:r>
            <a:r>
              <a:rPr kumimoji="1" lang="ja-JP" altLang="en-US">
                <a:latin typeface="Yu Gothic UI" panose="020B0500000000000000" pitchFamily="34" charset="-128"/>
                <a:ea typeface="Yu Gothic UI" panose="020B0500000000000000" pitchFamily="34" charset="-128"/>
              </a:rPr>
              <a:t>回</a:t>
            </a:r>
          </a:p>
        </p:txBody>
      </p:sp>
      <p:sp>
        <p:nvSpPr>
          <p:cNvPr id="33" name="テキスト ボックス 32">
            <a:extLst>
              <a:ext uri="{FF2B5EF4-FFF2-40B4-BE49-F238E27FC236}">
                <a16:creationId xmlns:a16="http://schemas.microsoft.com/office/drawing/2014/main" id="{B04B3C73-2917-B1A8-F04C-41EA28F46E8C}"/>
              </a:ext>
            </a:extLst>
          </p:cNvPr>
          <p:cNvSpPr txBox="1"/>
          <p:nvPr/>
        </p:nvSpPr>
        <p:spPr>
          <a:xfrm>
            <a:off x="1094913" y="3508769"/>
            <a:ext cx="171418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ja-JP" sz="1400">
                <a:latin typeface="Yu Gothic UI" panose="020B0500000000000000" pitchFamily="34" charset="-128"/>
                <a:ea typeface="Yu Gothic UI" panose="020B0500000000000000" pitchFamily="34" charset="-128"/>
              </a:rPr>
              <a:t>Web 3</a:t>
            </a:r>
            <a:r>
              <a:rPr kumimoji="1" lang="ja-JP" altLang="en-US" sz="1400">
                <a:latin typeface="Yu Gothic UI" panose="020B0500000000000000" pitchFamily="34" charset="-128"/>
                <a:ea typeface="Yu Gothic UI" panose="020B0500000000000000" pitchFamily="34" charset="-128"/>
              </a:rPr>
              <a:t>層アーキテクチャの解説</a:t>
            </a:r>
          </a:p>
        </p:txBody>
      </p:sp>
      <p:sp>
        <p:nvSpPr>
          <p:cNvPr id="34" name="テキスト ボックス 33">
            <a:extLst>
              <a:ext uri="{FF2B5EF4-FFF2-40B4-BE49-F238E27FC236}">
                <a16:creationId xmlns:a16="http://schemas.microsoft.com/office/drawing/2014/main" id="{2BBE286D-1B93-8A11-8ED7-4BA838F94924}"/>
              </a:ext>
            </a:extLst>
          </p:cNvPr>
          <p:cNvSpPr txBox="1"/>
          <p:nvPr/>
        </p:nvSpPr>
        <p:spPr>
          <a:xfrm>
            <a:off x="3338012" y="2818614"/>
            <a:ext cx="136688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ja-JP" altLang="en-US">
                <a:latin typeface="Yu Gothic UI" panose="020B0500000000000000" pitchFamily="34" charset="-128"/>
                <a:ea typeface="Yu Gothic UI" panose="020B0500000000000000" pitchFamily="34" charset="-128"/>
              </a:rPr>
              <a:t>第</a:t>
            </a:r>
            <a:r>
              <a:rPr kumimoji="1" lang="en-US" altLang="ja-JP">
                <a:latin typeface="Yu Gothic UI" panose="020B0500000000000000" pitchFamily="34" charset="-128"/>
                <a:ea typeface="Yu Gothic UI" panose="020B0500000000000000" pitchFamily="34" charset="-128"/>
              </a:rPr>
              <a:t>3</a:t>
            </a:r>
            <a:r>
              <a:rPr kumimoji="1" lang="ja-JP" altLang="en-US">
                <a:latin typeface="Yu Gothic UI" panose="020B0500000000000000" pitchFamily="34" charset="-128"/>
                <a:ea typeface="Yu Gothic UI" panose="020B0500000000000000" pitchFamily="34" charset="-128"/>
              </a:rPr>
              <a:t>回</a:t>
            </a:r>
          </a:p>
        </p:txBody>
      </p:sp>
      <p:sp>
        <p:nvSpPr>
          <p:cNvPr id="35" name="テキスト ボックス 34">
            <a:extLst>
              <a:ext uri="{FF2B5EF4-FFF2-40B4-BE49-F238E27FC236}">
                <a16:creationId xmlns:a16="http://schemas.microsoft.com/office/drawing/2014/main" id="{55AB1CAB-7EB8-42ED-13C0-0D210D83242F}"/>
              </a:ext>
            </a:extLst>
          </p:cNvPr>
          <p:cNvSpPr txBox="1"/>
          <p:nvPr/>
        </p:nvSpPr>
        <p:spPr>
          <a:xfrm>
            <a:off x="3169457" y="3508769"/>
            <a:ext cx="171418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ja-JP" sz="1400">
                <a:latin typeface="Yu Gothic UI" panose="020B0500000000000000" pitchFamily="34" charset="-128"/>
                <a:ea typeface="Yu Gothic UI" panose="020B0500000000000000" pitchFamily="34" charset="-128"/>
              </a:rPr>
              <a:t>Azure VM </a:t>
            </a:r>
            <a:r>
              <a:rPr kumimoji="1" lang="ja-JP" altLang="en-US" sz="1400">
                <a:latin typeface="Yu Gothic UI" panose="020B0500000000000000" pitchFamily="34" charset="-128"/>
                <a:ea typeface="Yu Gothic UI" panose="020B0500000000000000" pitchFamily="34" charset="-128"/>
              </a:rPr>
              <a:t>を使った</a:t>
            </a:r>
            <a:r>
              <a:rPr kumimoji="1" lang="en-US" altLang="ja-JP" sz="1400">
                <a:latin typeface="Yu Gothic UI" panose="020B0500000000000000" pitchFamily="34" charset="-128"/>
                <a:ea typeface="Yu Gothic UI" panose="020B0500000000000000" pitchFamily="34" charset="-128"/>
              </a:rPr>
              <a:t>Web </a:t>
            </a:r>
            <a:r>
              <a:rPr kumimoji="1" lang="ja-JP" altLang="en-US" sz="1400">
                <a:latin typeface="Yu Gothic UI" panose="020B0500000000000000" pitchFamily="34" charset="-128"/>
                <a:ea typeface="Yu Gothic UI" panose="020B0500000000000000" pitchFamily="34" charset="-128"/>
              </a:rPr>
              <a:t>サーバの構築</a:t>
            </a:r>
            <a:endParaRPr kumimoji="1" lang="en-US" altLang="ja-JP" sz="1400">
              <a:latin typeface="Yu Gothic UI" panose="020B0500000000000000" pitchFamily="34" charset="-128"/>
              <a:ea typeface="Yu Gothic UI" panose="020B0500000000000000" pitchFamily="34" charset="-128"/>
            </a:endParaRPr>
          </a:p>
        </p:txBody>
      </p:sp>
      <p:sp>
        <p:nvSpPr>
          <p:cNvPr id="36" name="テキスト ボックス 35">
            <a:extLst>
              <a:ext uri="{FF2B5EF4-FFF2-40B4-BE49-F238E27FC236}">
                <a16:creationId xmlns:a16="http://schemas.microsoft.com/office/drawing/2014/main" id="{7F40F05B-493E-0C2D-3B81-55F3B52F6653}"/>
              </a:ext>
            </a:extLst>
          </p:cNvPr>
          <p:cNvSpPr txBox="1"/>
          <p:nvPr/>
        </p:nvSpPr>
        <p:spPr>
          <a:xfrm>
            <a:off x="5412556" y="2818614"/>
            <a:ext cx="136688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ja-JP" altLang="en-US">
                <a:latin typeface="Yu Gothic UI" panose="020B0500000000000000" pitchFamily="34" charset="-128"/>
                <a:ea typeface="Yu Gothic UI" panose="020B0500000000000000" pitchFamily="34" charset="-128"/>
              </a:rPr>
              <a:t>第</a:t>
            </a:r>
            <a:r>
              <a:rPr kumimoji="1" lang="en-US" altLang="ja-JP">
                <a:latin typeface="Yu Gothic UI" panose="020B0500000000000000" pitchFamily="34" charset="-128"/>
                <a:ea typeface="Yu Gothic UI" panose="020B0500000000000000" pitchFamily="34" charset="-128"/>
              </a:rPr>
              <a:t>4</a:t>
            </a:r>
            <a:r>
              <a:rPr kumimoji="1" lang="ja-JP" altLang="en-US">
                <a:latin typeface="Yu Gothic UI" panose="020B0500000000000000" pitchFamily="34" charset="-128"/>
                <a:ea typeface="Yu Gothic UI" panose="020B0500000000000000" pitchFamily="34" charset="-128"/>
              </a:rPr>
              <a:t>回</a:t>
            </a:r>
          </a:p>
        </p:txBody>
      </p:sp>
      <p:sp>
        <p:nvSpPr>
          <p:cNvPr id="37" name="テキスト ボックス 36">
            <a:extLst>
              <a:ext uri="{FF2B5EF4-FFF2-40B4-BE49-F238E27FC236}">
                <a16:creationId xmlns:a16="http://schemas.microsoft.com/office/drawing/2014/main" id="{469BD770-3D49-B5FD-3C2C-0D4224F07DF6}"/>
              </a:ext>
            </a:extLst>
          </p:cNvPr>
          <p:cNvSpPr txBox="1"/>
          <p:nvPr/>
        </p:nvSpPr>
        <p:spPr>
          <a:xfrm>
            <a:off x="5244001" y="3508769"/>
            <a:ext cx="1714181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ja-JP" sz="1400">
                <a:latin typeface="Yu Gothic UI" panose="020B0500000000000000" pitchFamily="34" charset="-128"/>
                <a:ea typeface="Yu Gothic UI" panose="020B0500000000000000" pitchFamily="34" charset="-128"/>
              </a:rPr>
              <a:t>Azure Container Instances </a:t>
            </a:r>
            <a:r>
              <a:rPr kumimoji="1" lang="ja-JP" altLang="en-US" sz="1400">
                <a:latin typeface="Yu Gothic UI" panose="020B0500000000000000" pitchFamily="34" charset="-128"/>
                <a:ea typeface="Yu Gothic UI" panose="020B0500000000000000" pitchFamily="34" charset="-128"/>
              </a:rPr>
              <a:t>を使った</a:t>
            </a:r>
            <a:r>
              <a:rPr kumimoji="1" lang="en-US" altLang="ja-JP" sz="1400">
                <a:latin typeface="Yu Gothic UI" panose="020B0500000000000000" pitchFamily="34" charset="-128"/>
                <a:ea typeface="Yu Gothic UI" panose="020B0500000000000000" pitchFamily="34" charset="-128"/>
              </a:rPr>
              <a:t>Web </a:t>
            </a:r>
            <a:r>
              <a:rPr kumimoji="1" lang="ja-JP" altLang="en-US" sz="1400">
                <a:latin typeface="Yu Gothic UI" panose="020B0500000000000000" pitchFamily="34" charset="-128"/>
                <a:ea typeface="Yu Gothic UI" panose="020B0500000000000000" pitchFamily="34" charset="-128"/>
              </a:rPr>
              <a:t>サーバの構築</a:t>
            </a:r>
            <a:endParaRPr kumimoji="1" lang="en-US" altLang="ja-JP" sz="1400">
              <a:latin typeface="Yu Gothic UI" panose="020B0500000000000000" pitchFamily="34" charset="-128"/>
              <a:ea typeface="Yu Gothic UI" panose="020B0500000000000000" pitchFamily="34" charset="-128"/>
            </a:endParaRPr>
          </a:p>
        </p:txBody>
      </p:sp>
      <p:cxnSp>
        <p:nvCxnSpPr>
          <p:cNvPr id="38" name="直線矢印コネクタ 37">
            <a:extLst>
              <a:ext uri="{FF2B5EF4-FFF2-40B4-BE49-F238E27FC236}">
                <a16:creationId xmlns:a16="http://schemas.microsoft.com/office/drawing/2014/main" id="{1E6841B5-5BB8-6735-0D78-CEA5FE8ED03E}"/>
              </a:ext>
            </a:extLst>
          </p:cNvPr>
          <p:cNvCxnSpPr>
            <a:stCxn id="27" idx="3"/>
            <a:endCxn id="28" idx="1"/>
          </p:cNvCxnSpPr>
          <p:nvPr/>
        </p:nvCxnSpPr>
        <p:spPr>
          <a:xfrm>
            <a:off x="2809095" y="4193178"/>
            <a:ext cx="350178" cy="415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直線矢印コネクタ 38">
            <a:extLst>
              <a:ext uri="{FF2B5EF4-FFF2-40B4-BE49-F238E27FC236}">
                <a16:creationId xmlns:a16="http://schemas.microsoft.com/office/drawing/2014/main" id="{B696FBA8-B236-88BD-563C-39FC8D36F49D}"/>
              </a:ext>
            </a:extLst>
          </p:cNvPr>
          <p:cNvCxnSpPr>
            <a:cxnSpLocks/>
            <a:stCxn id="28" idx="3"/>
            <a:endCxn id="29" idx="1"/>
          </p:cNvCxnSpPr>
          <p:nvPr/>
        </p:nvCxnSpPr>
        <p:spPr>
          <a:xfrm flipV="1">
            <a:off x="4883639" y="4193178"/>
            <a:ext cx="350178" cy="415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" name="直線矢印コネクタ 39">
            <a:extLst>
              <a:ext uri="{FF2B5EF4-FFF2-40B4-BE49-F238E27FC236}">
                <a16:creationId xmlns:a16="http://schemas.microsoft.com/office/drawing/2014/main" id="{F2D8D4C0-7C83-8A58-FDA7-27526A67B5EA}"/>
              </a:ext>
            </a:extLst>
          </p:cNvPr>
          <p:cNvCxnSpPr>
            <a:cxnSpLocks/>
            <a:stCxn id="29" idx="3"/>
            <a:endCxn id="30" idx="1"/>
          </p:cNvCxnSpPr>
          <p:nvPr/>
        </p:nvCxnSpPr>
        <p:spPr>
          <a:xfrm>
            <a:off x="6958183" y="4193178"/>
            <a:ext cx="415963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直線矢印コネクタ 40">
            <a:extLst>
              <a:ext uri="{FF2B5EF4-FFF2-40B4-BE49-F238E27FC236}">
                <a16:creationId xmlns:a16="http://schemas.microsoft.com/office/drawing/2014/main" id="{65CC56BD-34BA-3960-0EA5-065B7CBAFCAC}"/>
              </a:ext>
            </a:extLst>
          </p:cNvPr>
          <p:cNvCxnSpPr>
            <a:cxnSpLocks/>
            <a:endCxn id="31" idx="1"/>
          </p:cNvCxnSpPr>
          <p:nvPr/>
        </p:nvCxnSpPr>
        <p:spPr>
          <a:xfrm>
            <a:off x="9098512" y="4193178"/>
            <a:ext cx="426147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2" name="テキスト ボックス 41">
            <a:extLst>
              <a:ext uri="{FF2B5EF4-FFF2-40B4-BE49-F238E27FC236}">
                <a16:creationId xmlns:a16="http://schemas.microsoft.com/office/drawing/2014/main" id="{187E16C8-A2B1-0176-5355-E852A4026239}"/>
              </a:ext>
            </a:extLst>
          </p:cNvPr>
          <p:cNvSpPr txBox="1"/>
          <p:nvPr/>
        </p:nvSpPr>
        <p:spPr>
          <a:xfrm>
            <a:off x="7552885" y="2818614"/>
            <a:ext cx="136688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ja-JP" altLang="en-US">
                <a:latin typeface="Yu Gothic UI" panose="020B0500000000000000" pitchFamily="34" charset="-128"/>
                <a:ea typeface="Yu Gothic UI" panose="020B0500000000000000" pitchFamily="34" charset="-128"/>
              </a:rPr>
              <a:t>第</a:t>
            </a:r>
            <a:r>
              <a:rPr kumimoji="1" lang="en-US" altLang="ja-JP">
                <a:latin typeface="Yu Gothic UI" panose="020B0500000000000000" pitchFamily="34" charset="-128"/>
                <a:ea typeface="Yu Gothic UI" panose="020B0500000000000000" pitchFamily="34" charset="-128"/>
              </a:rPr>
              <a:t>5</a:t>
            </a:r>
            <a:r>
              <a:rPr kumimoji="1" lang="ja-JP" altLang="en-US">
                <a:latin typeface="Yu Gothic UI" panose="020B0500000000000000" pitchFamily="34" charset="-128"/>
                <a:ea typeface="Yu Gothic UI" panose="020B0500000000000000" pitchFamily="34" charset="-128"/>
              </a:rPr>
              <a:t>回</a:t>
            </a:r>
          </a:p>
        </p:txBody>
      </p:sp>
      <p:sp>
        <p:nvSpPr>
          <p:cNvPr id="43" name="テキスト ボックス 42">
            <a:extLst>
              <a:ext uri="{FF2B5EF4-FFF2-40B4-BE49-F238E27FC236}">
                <a16:creationId xmlns:a16="http://schemas.microsoft.com/office/drawing/2014/main" id="{9BAACE14-A842-8007-EABB-BABE79F99510}"/>
              </a:ext>
            </a:extLst>
          </p:cNvPr>
          <p:cNvSpPr txBox="1"/>
          <p:nvPr/>
        </p:nvSpPr>
        <p:spPr>
          <a:xfrm>
            <a:off x="7384330" y="3508769"/>
            <a:ext cx="1714181" cy="116955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ja-JP" sz="1400">
                <a:latin typeface="Yu Gothic UI" panose="020B0500000000000000" pitchFamily="34" charset="-128"/>
                <a:ea typeface="Yu Gothic UI" panose="020B0500000000000000" pitchFamily="34" charset="-128"/>
              </a:rPr>
              <a:t>Azure Container Apps </a:t>
            </a:r>
            <a:r>
              <a:rPr kumimoji="1" lang="ja-JP" altLang="en-US" sz="1400">
                <a:latin typeface="Yu Gothic UI" panose="020B0500000000000000" pitchFamily="34" charset="-128"/>
                <a:ea typeface="Yu Gothic UI" panose="020B0500000000000000" pitchFamily="34" charset="-128"/>
              </a:rPr>
              <a:t>と</a:t>
            </a:r>
            <a:r>
              <a:rPr kumimoji="1" lang="en-US" altLang="ja-JP" sz="1400">
                <a:latin typeface="Yu Gothic UI" panose="020B0500000000000000" pitchFamily="34" charset="-128"/>
                <a:ea typeface="Yu Gothic UI" panose="020B0500000000000000" pitchFamily="34" charset="-128"/>
              </a:rPr>
              <a:t> Postgres Flexible Server </a:t>
            </a:r>
            <a:r>
              <a:rPr kumimoji="1" lang="ja-JP" altLang="en-US" sz="1400">
                <a:latin typeface="Yu Gothic UI" panose="020B0500000000000000" pitchFamily="34" charset="-128"/>
                <a:ea typeface="Yu Gothic UI" panose="020B0500000000000000" pitchFamily="34" charset="-128"/>
              </a:rPr>
              <a:t>を使った</a:t>
            </a:r>
            <a:r>
              <a:rPr kumimoji="1" lang="en-US" altLang="ja-JP" sz="1400">
                <a:latin typeface="Yu Gothic UI" panose="020B0500000000000000" pitchFamily="34" charset="-128"/>
                <a:ea typeface="Yu Gothic UI" panose="020B0500000000000000" pitchFamily="34" charset="-128"/>
              </a:rPr>
              <a:t> Web </a:t>
            </a:r>
            <a:r>
              <a:rPr kumimoji="1" lang="ja-JP" altLang="en-US" sz="1400">
                <a:latin typeface="Yu Gothic UI" panose="020B0500000000000000" pitchFamily="34" charset="-128"/>
                <a:ea typeface="Yu Gothic UI" panose="020B0500000000000000" pitchFamily="34" charset="-128"/>
              </a:rPr>
              <a:t>アプリケーション構築</a:t>
            </a:r>
            <a:r>
              <a:rPr kumimoji="1" lang="en-US" altLang="ja-JP" sz="1400">
                <a:latin typeface="Yu Gothic UI" panose="020B0500000000000000" pitchFamily="34" charset="-128"/>
                <a:ea typeface="Yu Gothic UI" panose="020B0500000000000000" pitchFamily="34" charset="-128"/>
              </a:rPr>
              <a:t> (</a:t>
            </a:r>
            <a:r>
              <a:rPr kumimoji="1" lang="ja-JP" altLang="en-US" sz="1400">
                <a:latin typeface="Yu Gothic UI" panose="020B0500000000000000" pitchFamily="34" charset="-128"/>
                <a:ea typeface="Yu Gothic UI" panose="020B0500000000000000" pitchFamily="34" charset="-128"/>
              </a:rPr>
              <a:t>前半</a:t>
            </a:r>
            <a:r>
              <a:rPr kumimoji="1" lang="en-US" altLang="ja-JP" sz="1400">
                <a:latin typeface="Yu Gothic UI" panose="020B0500000000000000" pitchFamily="34" charset="-128"/>
                <a:ea typeface="Yu Gothic UI" panose="020B0500000000000000" pitchFamily="34" charset="-128"/>
              </a:rPr>
              <a:t>)</a:t>
            </a:r>
          </a:p>
        </p:txBody>
      </p:sp>
      <p:sp>
        <p:nvSpPr>
          <p:cNvPr id="44" name="テキスト ボックス 43">
            <a:extLst>
              <a:ext uri="{FF2B5EF4-FFF2-40B4-BE49-F238E27FC236}">
                <a16:creationId xmlns:a16="http://schemas.microsoft.com/office/drawing/2014/main" id="{1C17FB58-AE6C-C3D3-22E7-18F278C8C411}"/>
              </a:ext>
            </a:extLst>
          </p:cNvPr>
          <p:cNvSpPr txBox="1"/>
          <p:nvPr/>
        </p:nvSpPr>
        <p:spPr>
          <a:xfrm>
            <a:off x="9703399" y="2818614"/>
            <a:ext cx="136688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ja-JP" altLang="en-US">
                <a:latin typeface="Yu Gothic UI" panose="020B0500000000000000" pitchFamily="34" charset="-128"/>
                <a:ea typeface="Yu Gothic UI" panose="020B0500000000000000" pitchFamily="34" charset="-128"/>
              </a:rPr>
              <a:t>第</a:t>
            </a:r>
            <a:r>
              <a:rPr kumimoji="1" lang="en-US" altLang="ja-JP">
                <a:latin typeface="Yu Gothic UI" panose="020B0500000000000000" pitchFamily="34" charset="-128"/>
                <a:ea typeface="Yu Gothic UI" panose="020B0500000000000000" pitchFamily="34" charset="-128"/>
              </a:rPr>
              <a:t>6</a:t>
            </a:r>
            <a:r>
              <a:rPr kumimoji="1" lang="ja-JP" altLang="en-US">
                <a:latin typeface="Yu Gothic UI" panose="020B0500000000000000" pitchFamily="34" charset="-128"/>
                <a:ea typeface="Yu Gothic UI" panose="020B0500000000000000" pitchFamily="34" charset="-128"/>
              </a:rPr>
              <a:t>回</a:t>
            </a:r>
          </a:p>
        </p:txBody>
      </p:sp>
      <p:sp>
        <p:nvSpPr>
          <p:cNvPr id="45" name="テキスト ボックス 44">
            <a:extLst>
              <a:ext uri="{FF2B5EF4-FFF2-40B4-BE49-F238E27FC236}">
                <a16:creationId xmlns:a16="http://schemas.microsoft.com/office/drawing/2014/main" id="{1EF689A7-F21F-E94A-4CDE-9B5A3BDC24B9}"/>
              </a:ext>
            </a:extLst>
          </p:cNvPr>
          <p:cNvSpPr txBox="1"/>
          <p:nvPr/>
        </p:nvSpPr>
        <p:spPr>
          <a:xfrm>
            <a:off x="9534844" y="3508769"/>
            <a:ext cx="1714181" cy="116955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ja-JP" sz="1400">
                <a:latin typeface="Yu Gothic UI" panose="020B0500000000000000" pitchFamily="34" charset="-128"/>
                <a:ea typeface="Yu Gothic UI" panose="020B0500000000000000" pitchFamily="34" charset="-128"/>
              </a:rPr>
              <a:t>Azure Container Apps </a:t>
            </a:r>
            <a:r>
              <a:rPr kumimoji="1" lang="ja-JP" altLang="en-US" sz="1400">
                <a:latin typeface="Yu Gothic UI" panose="020B0500000000000000" pitchFamily="34" charset="-128"/>
                <a:ea typeface="Yu Gothic UI" panose="020B0500000000000000" pitchFamily="34" charset="-128"/>
              </a:rPr>
              <a:t>と</a:t>
            </a:r>
            <a:r>
              <a:rPr kumimoji="1" lang="en-US" altLang="ja-JP" sz="1400">
                <a:latin typeface="Yu Gothic UI" panose="020B0500000000000000" pitchFamily="34" charset="-128"/>
                <a:ea typeface="Yu Gothic UI" panose="020B0500000000000000" pitchFamily="34" charset="-128"/>
              </a:rPr>
              <a:t> Postgres Flexible Server </a:t>
            </a:r>
            <a:r>
              <a:rPr kumimoji="1" lang="ja-JP" altLang="en-US" sz="1400">
                <a:latin typeface="Yu Gothic UI" panose="020B0500000000000000" pitchFamily="34" charset="-128"/>
                <a:ea typeface="Yu Gothic UI" panose="020B0500000000000000" pitchFamily="34" charset="-128"/>
              </a:rPr>
              <a:t>を使った</a:t>
            </a:r>
            <a:r>
              <a:rPr kumimoji="1" lang="en-US" altLang="ja-JP" sz="1400">
                <a:latin typeface="Yu Gothic UI" panose="020B0500000000000000" pitchFamily="34" charset="-128"/>
                <a:ea typeface="Yu Gothic UI" panose="020B0500000000000000" pitchFamily="34" charset="-128"/>
              </a:rPr>
              <a:t> Web </a:t>
            </a:r>
            <a:r>
              <a:rPr kumimoji="1" lang="ja-JP" altLang="en-US" sz="1400">
                <a:latin typeface="Yu Gothic UI" panose="020B0500000000000000" pitchFamily="34" charset="-128"/>
                <a:ea typeface="Yu Gothic UI" panose="020B0500000000000000" pitchFamily="34" charset="-128"/>
              </a:rPr>
              <a:t>アプリケーション構築</a:t>
            </a:r>
            <a:r>
              <a:rPr kumimoji="1" lang="en-US" altLang="ja-JP" sz="1400">
                <a:latin typeface="Yu Gothic UI" panose="020B0500000000000000" pitchFamily="34" charset="-128"/>
                <a:ea typeface="Yu Gothic UI" panose="020B0500000000000000" pitchFamily="34" charset="-128"/>
              </a:rPr>
              <a:t> (</a:t>
            </a:r>
            <a:r>
              <a:rPr kumimoji="1" lang="ja-JP" altLang="en-US" sz="1400">
                <a:latin typeface="Yu Gothic UI" panose="020B0500000000000000" pitchFamily="34" charset="-128"/>
                <a:ea typeface="Yu Gothic UI" panose="020B0500000000000000" pitchFamily="34" charset="-128"/>
              </a:rPr>
              <a:t>後半</a:t>
            </a:r>
            <a:r>
              <a:rPr kumimoji="1" lang="en-US" altLang="ja-JP" sz="1400">
                <a:latin typeface="Yu Gothic UI" panose="020B0500000000000000" pitchFamily="34" charset="-128"/>
                <a:ea typeface="Yu Gothic UI" panose="020B0500000000000000" pitchFamily="34" charset="-128"/>
              </a:rPr>
              <a:t>)</a:t>
            </a:r>
          </a:p>
        </p:txBody>
      </p:sp>
      <p:pic>
        <p:nvPicPr>
          <p:cNvPr id="46" name="グラフィックス 45">
            <a:extLst>
              <a:ext uri="{FF2B5EF4-FFF2-40B4-BE49-F238E27FC236}">
                <a16:creationId xmlns:a16="http://schemas.microsoft.com/office/drawing/2014/main" id="{0A71BC69-62D9-0212-129F-A391E658D2F1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790073" y="4892446"/>
            <a:ext cx="462764" cy="462764"/>
          </a:xfrm>
          <a:prstGeom prst="rect">
            <a:avLst/>
          </a:prstGeom>
        </p:spPr>
      </p:pic>
      <p:pic>
        <p:nvPicPr>
          <p:cNvPr id="47" name="グラフィックス 46">
            <a:extLst>
              <a:ext uri="{FF2B5EF4-FFF2-40B4-BE49-F238E27FC236}">
                <a16:creationId xmlns:a16="http://schemas.microsoft.com/office/drawing/2014/main" id="{A1F8DBD1-A825-BFCA-D81D-26F248F98CCC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847396" y="4858002"/>
            <a:ext cx="497208" cy="497208"/>
          </a:xfrm>
          <a:prstGeom prst="rect">
            <a:avLst/>
          </a:prstGeom>
        </p:spPr>
      </p:pic>
      <p:pic>
        <p:nvPicPr>
          <p:cNvPr id="48" name="グラフィックス 47">
            <a:extLst>
              <a:ext uri="{FF2B5EF4-FFF2-40B4-BE49-F238E27FC236}">
                <a16:creationId xmlns:a16="http://schemas.microsoft.com/office/drawing/2014/main" id="{867D6FA4-E693-6720-4570-C40935573381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7644286" y="4892446"/>
            <a:ext cx="452065" cy="452065"/>
          </a:xfrm>
          <a:prstGeom prst="rect">
            <a:avLst/>
          </a:prstGeom>
        </p:spPr>
      </p:pic>
      <p:pic>
        <p:nvPicPr>
          <p:cNvPr id="49" name="グラフィックス 48">
            <a:extLst>
              <a:ext uri="{FF2B5EF4-FFF2-40B4-BE49-F238E27FC236}">
                <a16:creationId xmlns:a16="http://schemas.microsoft.com/office/drawing/2014/main" id="{2601A58F-26E5-6EFC-C431-85762E991E23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8320668" y="4881747"/>
            <a:ext cx="462764" cy="462764"/>
          </a:xfrm>
          <a:prstGeom prst="rect">
            <a:avLst/>
          </a:prstGeom>
        </p:spPr>
      </p:pic>
      <p:pic>
        <p:nvPicPr>
          <p:cNvPr id="50" name="図 49">
            <a:extLst>
              <a:ext uri="{FF2B5EF4-FFF2-40B4-BE49-F238E27FC236}">
                <a16:creationId xmlns:a16="http://schemas.microsoft.com/office/drawing/2014/main" id="{CF9CCA93-0CE3-B7C5-17D9-B1DF8AF695C5}"/>
              </a:ext>
            </a:extLst>
          </p:cNvPr>
          <p:cNvPicPr>
            <a:picLocks noChangeAspect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189449" y="4930463"/>
            <a:ext cx="394786" cy="3867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2474702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E3B97CA-D94F-9E0F-0C78-38ADA559A79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正方形/長方形 8">
            <a:extLst>
              <a:ext uri="{FF2B5EF4-FFF2-40B4-BE49-F238E27FC236}">
                <a16:creationId xmlns:a16="http://schemas.microsoft.com/office/drawing/2014/main" id="{667CD011-3D21-C42B-1EC6-54A3CCB078E9}"/>
              </a:ext>
            </a:extLst>
          </p:cNvPr>
          <p:cNvSpPr>
            <a:spLocks noGrp="1"/>
          </p:cNvSpPr>
          <p:nvPr/>
        </p:nvSpPr>
        <p:spPr>
          <a:xfrm>
            <a:off x="685800" y="400050"/>
            <a:ext cx="8953500" cy="4953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025" b="1">
                <a:solidFill>
                  <a:srgbClr val="1F2937"/>
                </a:solidFill>
                <a:latin typeface="Meiryo UI"/>
                <a:ea typeface="Meiryo UI"/>
                <a:cs typeface="Meiryo UI"/>
              </a:defRPr>
            </a:pPr>
            <a:r>
              <a:rPr lang="ja-JP" altLang="en-US" sz="2025" b="1">
                <a:solidFill>
                  <a:srgbClr val="1F2937"/>
                </a:solidFill>
                <a:latin typeface="Meiryo UI"/>
                <a:ea typeface="Meiryo UI"/>
                <a:cs typeface="Meiryo UI"/>
              </a:rPr>
              <a:t>単体 </a:t>
            </a:r>
            <a:r>
              <a:rPr lang="en" altLang="ja-JP" sz="2025" b="1" dirty="0">
                <a:solidFill>
                  <a:srgbClr val="1F2937"/>
                </a:solidFill>
                <a:latin typeface="Meiryo UI"/>
                <a:ea typeface="Meiryo UI"/>
                <a:cs typeface="Meiryo UI"/>
              </a:rPr>
              <a:t>Web </a:t>
            </a:r>
            <a:r>
              <a:rPr lang="ja-JP" altLang="en-US" sz="2025" b="1">
                <a:solidFill>
                  <a:srgbClr val="1F2937"/>
                </a:solidFill>
                <a:latin typeface="Meiryo UI"/>
                <a:ea typeface="Meiryo UI"/>
                <a:cs typeface="Meiryo UI"/>
              </a:rPr>
              <a:t>サーバから複合アプリへ</a:t>
            </a:r>
          </a:p>
        </p:txBody>
      </p:sp>
      <p:sp>
        <p:nvSpPr>
          <p:cNvPr id="2" name="正方形/長方形 1">
            <a:extLst>
              <a:ext uri="{FF2B5EF4-FFF2-40B4-BE49-F238E27FC236}">
                <a16:creationId xmlns:a16="http://schemas.microsoft.com/office/drawing/2014/main" id="{280D0AA5-FDAC-CF32-6571-64D3E3FF3E4C}"/>
              </a:ext>
            </a:extLst>
          </p:cNvPr>
          <p:cNvSpPr>
            <a:spLocks noGrp="1"/>
          </p:cNvSpPr>
          <p:nvPr/>
        </p:nvSpPr>
        <p:spPr>
          <a:xfrm>
            <a:off x="685800" y="876300"/>
            <a:ext cx="36195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13" b="0">
                <a:solidFill>
                  <a:srgbClr val="667085"/>
                </a:solidFill>
                <a:latin typeface="Yu Gothic UI"/>
                <a:ea typeface="Yu Gothic UI"/>
                <a:cs typeface="Yu Gothic UI"/>
              </a:defRPr>
            </a:pPr>
            <a:r>
              <a:rPr sz="713" b="0" dirty="0">
                <a:solidFill>
                  <a:srgbClr val="667085"/>
                </a:solidFill>
                <a:latin typeface="Yu Gothic UI"/>
                <a:ea typeface="Yu Gothic UI"/>
                <a:cs typeface="Yu Gothic UI"/>
              </a:rPr>
              <a:t>Azure Workshop for Beginners </a:t>
            </a:r>
            <a:r>
              <a:rPr lang="ja-JP" altLang="en-US" sz="713" b="0">
                <a:solidFill>
                  <a:srgbClr val="667085"/>
                </a:solidFill>
                <a:latin typeface="Yu Gothic UI"/>
                <a:ea typeface="Yu Gothic UI"/>
                <a:cs typeface="Yu Gothic UI"/>
              </a:rPr>
              <a:t> </a:t>
            </a:r>
            <a:r>
              <a:rPr lang="en-US" altLang="ja-JP" sz="713" b="0" dirty="0">
                <a:solidFill>
                  <a:srgbClr val="667085"/>
                </a:solidFill>
                <a:latin typeface="Yu Gothic UI"/>
                <a:ea typeface="Yu Gothic UI"/>
                <a:cs typeface="Yu Gothic UI"/>
              </a:rPr>
              <a:t>| </a:t>
            </a:r>
            <a:r>
              <a:rPr lang="ja-JP" altLang="en-US" sz="713" b="0">
                <a:solidFill>
                  <a:srgbClr val="667085"/>
                </a:solidFill>
                <a:latin typeface="Yu Gothic UI"/>
                <a:ea typeface="Yu Gothic UI"/>
                <a:cs typeface="Yu Gothic UI"/>
              </a:rPr>
              <a:t>第</a:t>
            </a:r>
            <a:r>
              <a:rPr lang="en-US" altLang="ja-JP" sz="713" b="0" dirty="0">
                <a:solidFill>
                  <a:srgbClr val="667085"/>
                </a:solidFill>
                <a:latin typeface="Yu Gothic UI"/>
                <a:ea typeface="Yu Gothic UI"/>
                <a:cs typeface="Yu Gothic UI"/>
              </a:rPr>
              <a:t>6</a:t>
            </a:r>
            <a:r>
              <a:rPr lang="ja-JP" altLang="en-US" sz="713" b="0">
                <a:solidFill>
                  <a:srgbClr val="667085"/>
                </a:solidFill>
                <a:latin typeface="Yu Gothic UI"/>
                <a:ea typeface="Yu Gothic UI"/>
                <a:cs typeface="Yu Gothic UI"/>
              </a:rPr>
              <a:t>回</a:t>
            </a:r>
            <a:endParaRPr sz="713" b="0" dirty="0">
              <a:solidFill>
                <a:srgbClr val="667085"/>
              </a:solidFill>
              <a:latin typeface="Yu Gothic UI"/>
              <a:ea typeface="Yu Gothic UI"/>
              <a:cs typeface="Yu Gothic UI"/>
            </a:endParaRPr>
          </a:p>
        </p:txBody>
      </p:sp>
      <p:sp>
        <p:nvSpPr>
          <p:cNvPr id="4" name="正方形/長方形 3">
            <a:extLst>
              <a:ext uri="{FF2B5EF4-FFF2-40B4-BE49-F238E27FC236}">
                <a16:creationId xmlns:a16="http://schemas.microsoft.com/office/drawing/2014/main" id="{4CF39CF7-C6DA-173C-9D68-2741E2AB16FE}"/>
              </a:ext>
            </a:extLst>
          </p:cNvPr>
          <p:cNvSpPr>
            <a:spLocks noGrp="1"/>
          </p:cNvSpPr>
          <p:nvPr/>
        </p:nvSpPr>
        <p:spPr>
          <a:xfrm>
            <a:off x="685800" y="1200150"/>
            <a:ext cx="10820400" cy="14288"/>
          </a:xfrm>
          <a:prstGeom prst="rect">
            <a:avLst/>
          </a:prstGeom>
          <a:solidFill>
            <a:srgbClr val="D0D5DD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5" name="正方形/長方形 4">
            <a:extLst>
              <a:ext uri="{FF2B5EF4-FFF2-40B4-BE49-F238E27FC236}">
                <a16:creationId xmlns:a16="http://schemas.microsoft.com/office/drawing/2014/main" id="{3D42F9CE-B715-7AFC-78A1-1E991CB4A145}"/>
              </a:ext>
            </a:extLst>
          </p:cNvPr>
          <p:cNvSpPr>
            <a:spLocks noGrp="1"/>
          </p:cNvSpPr>
          <p:nvPr/>
        </p:nvSpPr>
        <p:spPr>
          <a:xfrm>
            <a:off x="685800" y="1352550"/>
            <a:ext cx="10820400" cy="552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19050" rIns="0" bIns="0" anchor="t"/>
          <a:lstStyle/>
          <a:p>
            <a:pPr>
              <a:defRPr sz="1350" b="0">
                <a:solidFill>
                  <a:srgbClr val="64748B"/>
                </a:solidFill>
                <a:latin typeface="Yu Gothic"/>
                <a:ea typeface="Yu Gothic"/>
                <a:cs typeface="Yu Gothic"/>
              </a:defRPr>
            </a:pPr>
            <a:r>
              <a:rPr lang="en" altLang="ja-JP" sz="1200" dirty="0">
                <a:solidFill>
                  <a:srgbClr val="64748B"/>
                </a:solidFill>
                <a:latin typeface="Yu Gothic"/>
                <a:ea typeface="Yu Gothic"/>
                <a:cs typeface="Yu Gothic"/>
              </a:rPr>
              <a:t>Todo </a:t>
            </a:r>
            <a:r>
              <a:rPr lang="ja-JP" altLang="en-US" sz="1200">
                <a:solidFill>
                  <a:srgbClr val="64748B"/>
                </a:solidFill>
                <a:latin typeface="Yu Gothic"/>
                <a:ea typeface="Yu Gothic"/>
                <a:cs typeface="Yu Gothic"/>
              </a:rPr>
              <a:t>アプリでは画面を表示するだけでなく、</a:t>
            </a:r>
            <a:r>
              <a:rPr lang="en" altLang="ja-JP" sz="1200" dirty="0">
                <a:solidFill>
                  <a:srgbClr val="64748B"/>
                </a:solidFill>
                <a:latin typeface="Yu Gothic"/>
                <a:ea typeface="Yu Gothic"/>
                <a:cs typeface="Yu Gothic"/>
              </a:rPr>
              <a:t>Todo </a:t>
            </a:r>
            <a:r>
              <a:rPr lang="ja-JP" altLang="en-US" sz="1200">
                <a:solidFill>
                  <a:srgbClr val="64748B"/>
                </a:solidFill>
                <a:latin typeface="Yu Gothic"/>
                <a:ea typeface="Yu Gothic"/>
                <a:cs typeface="Yu Gothic"/>
              </a:rPr>
              <a:t>の保存、更新、削除、サインイン、デプロイの自動化まで複数サービスが連携します。</a:t>
            </a:r>
            <a:endParaRPr lang="ja-JP" altLang="en-US" sz="1200" dirty="0">
              <a:solidFill>
                <a:srgbClr val="64748B"/>
              </a:solidFill>
              <a:latin typeface="Yu Gothic"/>
              <a:ea typeface="Yu Gothic"/>
              <a:cs typeface="Yu Gothic"/>
            </a:endParaRPr>
          </a:p>
        </p:txBody>
      </p:sp>
      <p:sp>
        <p:nvSpPr>
          <p:cNvPr id="6" name="正方形/長方形 5">
            <a:extLst>
              <a:ext uri="{FF2B5EF4-FFF2-40B4-BE49-F238E27FC236}">
                <a16:creationId xmlns:a16="http://schemas.microsoft.com/office/drawing/2014/main" id="{B1951A04-E863-3CFF-511D-AACFC9C000DD}"/>
              </a:ext>
            </a:extLst>
          </p:cNvPr>
          <p:cNvSpPr>
            <a:spLocks noGrp="1"/>
          </p:cNvSpPr>
          <p:nvPr/>
        </p:nvSpPr>
        <p:spPr>
          <a:xfrm>
            <a:off x="550606" y="2157412"/>
            <a:ext cx="11080955" cy="3886200"/>
          </a:xfrm>
          <a:prstGeom prst="rect">
            <a:avLst/>
          </a:prstGeom>
          <a:solidFill>
            <a:srgbClr val="FFFFFF"/>
          </a:solidFill>
          <a:ln w="9525">
            <a:solidFill>
              <a:srgbClr val="D0D5DD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27" name="角丸四角形 26">
            <a:extLst>
              <a:ext uri="{FF2B5EF4-FFF2-40B4-BE49-F238E27FC236}">
                <a16:creationId xmlns:a16="http://schemas.microsoft.com/office/drawing/2014/main" id="{0EFC5A5A-DE22-0968-A7F7-DA9E867B0F3F}"/>
              </a:ext>
            </a:extLst>
          </p:cNvPr>
          <p:cNvSpPr/>
          <p:nvPr/>
        </p:nvSpPr>
        <p:spPr>
          <a:xfrm>
            <a:off x="4919201" y="3288044"/>
            <a:ext cx="6421244" cy="2475106"/>
          </a:xfrm>
          <a:prstGeom prst="roundRect">
            <a:avLst>
              <a:gd name="adj" fmla="val 8334"/>
            </a:avLst>
          </a:prstGeom>
          <a:noFill/>
          <a:ln w="15875">
            <a:solidFill>
              <a:schemeClr val="bg2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8" name="角丸四角形 27">
            <a:extLst>
              <a:ext uri="{FF2B5EF4-FFF2-40B4-BE49-F238E27FC236}">
                <a16:creationId xmlns:a16="http://schemas.microsoft.com/office/drawing/2014/main" id="{79BD942B-087B-5B5B-A3E4-7F134F95CF5A}"/>
              </a:ext>
            </a:extLst>
          </p:cNvPr>
          <p:cNvSpPr/>
          <p:nvPr/>
        </p:nvSpPr>
        <p:spPr>
          <a:xfrm>
            <a:off x="5084094" y="3640096"/>
            <a:ext cx="1755586" cy="1491979"/>
          </a:xfrm>
          <a:prstGeom prst="roundRect">
            <a:avLst>
              <a:gd name="adj" fmla="val 8334"/>
            </a:avLst>
          </a:prstGeom>
          <a:noFill/>
          <a:ln w="15875">
            <a:solidFill>
              <a:schemeClr val="bg2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9" name="テキスト ボックス 28">
            <a:extLst>
              <a:ext uri="{FF2B5EF4-FFF2-40B4-BE49-F238E27FC236}">
                <a16:creationId xmlns:a16="http://schemas.microsoft.com/office/drawing/2014/main" id="{9D652083-CF19-C49C-167E-B4579B8D55F1}"/>
              </a:ext>
            </a:extLst>
          </p:cNvPr>
          <p:cNvSpPr txBox="1"/>
          <p:nvPr/>
        </p:nvSpPr>
        <p:spPr>
          <a:xfrm>
            <a:off x="6486997" y="5299461"/>
            <a:ext cx="278367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ja-JP">
                <a:solidFill>
                  <a:schemeClr val="tx1">
                    <a:lumMod val="75000"/>
                    <a:lumOff val="25000"/>
                  </a:schemeClr>
                </a:solidFill>
                <a:latin typeface="Yu Gothic UI" panose="020B0500000000000000" pitchFamily="34" charset="-128"/>
                <a:ea typeface="Yu Gothic UI" panose="020B0500000000000000" pitchFamily="34" charset="-128"/>
              </a:rPr>
              <a:t>Web </a:t>
            </a:r>
            <a:r>
              <a:rPr kumimoji="1" lang="ja-JP" altLang="en-US">
                <a:solidFill>
                  <a:schemeClr val="tx1">
                    <a:lumMod val="75000"/>
                    <a:lumOff val="25000"/>
                  </a:schemeClr>
                </a:solidFill>
                <a:latin typeface="Yu Gothic UI" panose="020B0500000000000000" pitchFamily="34" charset="-128"/>
                <a:ea typeface="Yu Gothic UI" panose="020B0500000000000000" pitchFamily="34" charset="-128"/>
              </a:rPr>
              <a:t>アプリケーション</a:t>
            </a:r>
          </a:p>
        </p:txBody>
      </p:sp>
      <p:sp>
        <p:nvSpPr>
          <p:cNvPr id="30" name="角丸四角形 29">
            <a:extLst>
              <a:ext uri="{FF2B5EF4-FFF2-40B4-BE49-F238E27FC236}">
                <a16:creationId xmlns:a16="http://schemas.microsoft.com/office/drawing/2014/main" id="{D55F2005-A0C8-94DB-4D16-71C5563FD87B}"/>
              </a:ext>
            </a:extLst>
          </p:cNvPr>
          <p:cNvSpPr/>
          <p:nvPr/>
        </p:nvSpPr>
        <p:spPr>
          <a:xfrm>
            <a:off x="7252679" y="3640096"/>
            <a:ext cx="1755586" cy="1491979"/>
          </a:xfrm>
          <a:prstGeom prst="roundRect">
            <a:avLst>
              <a:gd name="adj" fmla="val 8334"/>
            </a:avLst>
          </a:prstGeom>
          <a:noFill/>
          <a:ln w="15875">
            <a:solidFill>
              <a:schemeClr val="bg2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31" name="角丸四角形 30">
            <a:extLst>
              <a:ext uri="{FF2B5EF4-FFF2-40B4-BE49-F238E27FC236}">
                <a16:creationId xmlns:a16="http://schemas.microsoft.com/office/drawing/2014/main" id="{61C05106-3A54-47E7-511B-76A40D8B10AA}"/>
              </a:ext>
            </a:extLst>
          </p:cNvPr>
          <p:cNvSpPr/>
          <p:nvPr/>
        </p:nvSpPr>
        <p:spPr>
          <a:xfrm>
            <a:off x="9421265" y="3640096"/>
            <a:ext cx="1755586" cy="1491979"/>
          </a:xfrm>
          <a:prstGeom prst="roundRect">
            <a:avLst>
              <a:gd name="adj" fmla="val 8334"/>
            </a:avLst>
          </a:prstGeom>
          <a:noFill/>
          <a:ln w="15875">
            <a:solidFill>
              <a:schemeClr val="bg2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32" name="テキスト ボックス 31">
            <a:extLst>
              <a:ext uri="{FF2B5EF4-FFF2-40B4-BE49-F238E27FC236}">
                <a16:creationId xmlns:a16="http://schemas.microsoft.com/office/drawing/2014/main" id="{F95D47B7-4F39-AD7D-4F7C-4A55DAFC644A}"/>
              </a:ext>
            </a:extLst>
          </p:cNvPr>
          <p:cNvSpPr txBox="1"/>
          <p:nvPr/>
        </p:nvSpPr>
        <p:spPr>
          <a:xfrm>
            <a:off x="5485786" y="3773058"/>
            <a:ext cx="100095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ja-JP">
                <a:solidFill>
                  <a:schemeClr val="tx1">
                    <a:lumMod val="75000"/>
                    <a:lumOff val="25000"/>
                  </a:schemeClr>
                </a:solidFill>
                <a:latin typeface="Yu Gothic UI" panose="020B0500000000000000" pitchFamily="34" charset="-128"/>
                <a:ea typeface="Yu Gothic UI" panose="020B0500000000000000" pitchFamily="34" charset="-128"/>
              </a:rPr>
              <a:t>Web </a:t>
            </a:r>
            <a:r>
              <a:rPr kumimoji="1" lang="ja-JP" altLang="en-US">
                <a:solidFill>
                  <a:schemeClr val="tx1">
                    <a:lumMod val="75000"/>
                    <a:lumOff val="25000"/>
                  </a:schemeClr>
                </a:solidFill>
                <a:latin typeface="Yu Gothic UI" panose="020B0500000000000000" pitchFamily="34" charset="-128"/>
                <a:ea typeface="Yu Gothic UI" panose="020B0500000000000000" pitchFamily="34" charset="-128"/>
              </a:rPr>
              <a:t>層</a:t>
            </a:r>
          </a:p>
        </p:txBody>
      </p:sp>
      <p:sp>
        <p:nvSpPr>
          <p:cNvPr id="33" name="テキスト ボックス 32">
            <a:extLst>
              <a:ext uri="{FF2B5EF4-FFF2-40B4-BE49-F238E27FC236}">
                <a16:creationId xmlns:a16="http://schemas.microsoft.com/office/drawing/2014/main" id="{04D2041A-A1BF-3946-6D98-875A327FF652}"/>
              </a:ext>
            </a:extLst>
          </p:cNvPr>
          <p:cNvSpPr txBox="1"/>
          <p:nvPr/>
        </p:nvSpPr>
        <p:spPr>
          <a:xfrm>
            <a:off x="7583646" y="3742306"/>
            <a:ext cx="114903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ja-JP">
                <a:solidFill>
                  <a:schemeClr val="tx1">
                    <a:lumMod val="75000"/>
                    <a:lumOff val="25000"/>
                  </a:schemeClr>
                </a:solidFill>
                <a:latin typeface="Yu Gothic UI" panose="020B0500000000000000" pitchFamily="34" charset="-128"/>
                <a:ea typeface="Yu Gothic UI" panose="020B0500000000000000" pitchFamily="34" charset="-128"/>
              </a:rPr>
              <a:t>AP </a:t>
            </a:r>
            <a:r>
              <a:rPr kumimoji="1" lang="ja-JP" altLang="en-US">
                <a:solidFill>
                  <a:schemeClr val="tx1">
                    <a:lumMod val="75000"/>
                    <a:lumOff val="25000"/>
                  </a:schemeClr>
                </a:solidFill>
                <a:latin typeface="Yu Gothic UI" panose="020B0500000000000000" pitchFamily="34" charset="-128"/>
                <a:ea typeface="Yu Gothic UI" panose="020B0500000000000000" pitchFamily="34" charset="-128"/>
              </a:rPr>
              <a:t>層</a:t>
            </a:r>
          </a:p>
        </p:txBody>
      </p:sp>
      <p:sp>
        <p:nvSpPr>
          <p:cNvPr id="34" name="テキスト ボックス 33">
            <a:extLst>
              <a:ext uri="{FF2B5EF4-FFF2-40B4-BE49-F238E27FC236}">
                <a16:creationId xmlns:a16="http://schemas.microsoft.com/office/drawing/2014/main" id="{854F0716-5241-4DFE-0F44-D4D9CDBC2E90}"/>
              </a:ext>
            </a:extLst>
          </p:cNvPr>
          <p:cNvSpPr txBox="1"/>
          <p:nvPr/>
        </p:nvSpPr>
        <p:spPr>
          <a:xfrm>
            <a:off x="9849024" y="3734236"/>
            <a:ext cx="100095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ja-JP">
                <a:solidFill>
                  <a:schemeClr val="tx1">
                    <a:lumMod val="75000"/>
                    <a:lumOff val="25000"/>
                  </a:schemeClr>
                </a:solidFill>
                <a:latin typeface="Yu Gothic UI" panose="020B0500000000000000" pitchFamily="34" charset="-128"/>
                <a:ea typeface="Yu Gothic UI" panose="020B0500000000000000" pitchFamily="34" charset="-128"/>
              </a:rPr>
              <a:t>DB </a:t>
            </a:r>
            <a:r>
              <a:rPr kumimoji="1" lang="ja-JP" altLang="en-US">
                <a:solidFill>
                  <a:schemeClr val="tx1">
                    <a:lumMod val="75000"/>
                    <a:lumOff val="25000"/>
                  </a:schemeClr>
                </a:solidFill>
                <a:latin typeface="Yu Gothic UI" panose="020B0500000000000000" pitchFamily="34" charset="-128"/>
                <a:ea typeface="Yu Gothic UI" panose="020B0500000000000000" pitchFamily="34" charset="-128"/>
              </a:rPr>
              <a:t>層</a:t>
            </a:r>
          </a:p>
        </p:txBody>
      </p:sp>
      <p:sp>
        <p:nvSpPr>
          <p:cNvPr id="35" name="角丸四角形 34">
            <a:extLst>
              <a:ext uri="{FF2B5EF4-FFF2-40B4-BE49-F238E27FC236}">
                <a16:creationId xmlns:a16="http://schemas.microsoft.com/office/drawing/2014/main" id="{60848A03-8187-81F6-FFA8-F36A045DB27E}"/>
              </a:ext>
            </a:extLst>
          </p:cNvPr>
          <p:cNvSpPr/>
          <p:nvPr/>
        </p:nvSpPr>
        <p:spPr>
          <a:xfrm>
            <a:off x="1117861" y="4075252"/>
            <a:ext cx="1553851" cy="556181"/>
          </a:xfrm>
          <a:prstGeom prst="roundRect">
            <a:avLst>
              <a:gd name="adj" fmla="val 8334"/>
            </a:avLst>
          </a:prstGeom>
          <a:noFill/>
          <a:ln w="15875">
            <a:solidFill>
              <a:schemeClr val="bg2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36" name="テキスト ボックス 35">
            <a:extLst>
              <a:ext uri="{FF2B5EF4-FFF2-40B4-BE49-F238E27FC236}">
                <a16:creationId xmlns:a16="http://schemas.microsoft.com/office/drawing/2014/main" id="{CBB46A7C-312E-C8F9-8B30-D8C61296740E}"/>
              </a:ext>
            </a:extLst>
          </p:cNvPr>
          <p:cNvSpPr txBox="1"/>
          <p:nvPr/>
        </p:nvSpPr>
        <p:spPr>
          <a:xfrm>
            <a:off x="1225484" y="4168676"/>
            <a:ext cx="133860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ja-JP" altLang="en-US">
                <a:solidFill>
                  <a:schemeClr val="tx1">
                    <a:lumMod val="75000"/>
                    <a:lumOff val="25000"/>
                  </a:schemeClr>
                </a:solidFill>
                <a:latin typeface="Yu Gothic UI" panose="020B0500000000000000" pitchFamily="34" charset="-128"/>
                <a:ea typeface="Yu Gothic UI" panose="020B0500000000000000" pitchFamily="34" charset="-128"/>
              </a:rPr>
              <a:t>ブラウザ</a:t>
            </a:r>
          </a:p>
        </p:txBody>
      </p:sp>
      <p:cxnSp>
        <p:nvCxnSpPr>
          <p:cNvPr id="37" name="直線コネクタ 36">
            <a:extLst>
              <a:ext uri="{FF2B5EF4-FFF2-40B4-BE49-F238E27FC236}">
                <a16:creationId xmlns:a16="http://schemas.microsoft.com/office/drawing/2014/main" id="{889016C0-837D-C9DF-3F4B-EC76569BD059}"/>
              </a:ext>
            </a:extLst>
          </p:cNvPr>
          <p:cNvCxnSpPr>
            <a:cxnSpLocks/>
          </p:cNvCxnSpPr>
          <p:nvPr/>
        </p:nvCxnSpPr>
        <p:spPr>
          <a:xfrm>
            <a:off x="2770735" y="4204311"/>
            <a:ext cx="2244325" cy="0"/>
          </a:xfrm>
          <a:prstGeom prst="line">
            <a:avLst/>
          </a:prstGeom>
          <a:ln w="444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8" name="テキスト ボックス 37">
            <a:extLst>
              <a:ext uri="{FF2B5EF4-FFF2-40B4-BE49-F238E27FC236}">
                <a16:creationId xmlns:a16="http://schemas.microsoft.com/office/drawing/2014/main" id="{BEFE9036-37E8-523A-353A-438D09CA4FF1}"/>
              </a:ext>
            </a:extLst>
          </p:cNvPr>
          <p:cNvSpPr txBox="1"/>
          <p:nvPr/>
        </p:nvSpPr>
        <p:spPr>
          <a:xfrm>
            <a:off x="3232722" y="3942417"/>
            <a:ext cx="1295665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ja-JP" sz="1100">
                <a:solidFill>
                  <a:schemeClr val="tx1">
                    <a:lumMod val="50000"/>
                    <a:lumOff val="50000"/>
                  </a:schemeClr>
                </a:solidFill>
                <a:latin typeface="Yu Gothic UI" panose="020B0500000000000000" pitchFamily="34" charset="-128"/>
                <a:ea typeface="Yu Gothic UI" panose="020B0500000000000000" pitchFamily="34" charset="-128"/>
              </a:rPr>
              <a:t>HTTP </a:t>
            </a:r>
            <a:r>
              <a:rPr kumimoji="1" lang="ja-JP" altLang="en-US" sz="1100">
                <a:solidFill>
                  <a:schemeClr val="tx1">
                    <a:lumMod val="50000"/>
                    <a:lumOff val="50000"/>
                  </a:schemeClr>
                </a:solidFill>
                <a:latin typeface="Yu Gothic UI" panose="020B0500000000000000" pitchFamily="34" charset="-128"/>
                <a:ea typeface="Yu Gothic UI" panose="020B0500000000000000" pitchFamily="34" charset="-128"/>
              </a:rPr>
              <a:t>リクエスト</a:t>
            </a:r>
          </a:p>
        </p:txBody>
      </p:sp>
      <p:sp>
        <p:nvSpPr>
          <p:cNvPr id="39" name="テキスト ボックス 38">
            <a:extLst>
              <a:ext uri="{FF2B5EF4-FFF2-40B4-BE49-F238E27FC236}">
                <a16:creationId xmlns:a16="http://schemas.microsoft.com/office/drawing/2014/main" id="{495B3080-C676-9EB5-AF8B-EBD945C135B8}"/>
              </a:ext>
            </a:extLst>
          </p:cNvPr>
          <p:cNvSpPr txBox="1"/>
          <p:nvPr/>
        </p:nvSpPr>
        <p:spPr>
          <a:xfrm>
            <a:off x="5088834" y="4244117"/>
            <a:ext cx="1708657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kumimoji="1" lang="en-US" altLang="ja-JP" sz="1100">
                <a:solidFill>
                  <a:schemeClr val="tx1">
                    <a:lumMod val="75000"/>
                    <a:lumOff val="25000"/>
                  </a:schemeClr>
                </a:solidFill>
                <a:latin typeface="Yu Gothic UI" panose="020B0500000000000000" pitchFamily="34" charset="-128"/>
                <a:ea typeface="Yu Gothic UI" panose="020B0500000000000000" pitchFamily="34" charset="-128"/>
              </a:rPr>
              <a:t>HTTP </a:t>
            </a:r>
            <a:r>
              <a:rPr kumimoji="1" lang="ja-JP" altLang="en-US" sz="1100">
                <a:solidFill>
                  <a:schemeClr val="tx1">
                    <a:lumMod val="75000"/>
                    <a:lumOff val="25000"/>
                  </a:schemeClr>
                </a:solidFill>
                <a:latin typeface="Yu Gothic UI" panose="020B0500000000000000" pitchFamily="34" charset="-128"/>
                <a:ea typeface="Yu Gothic UI" panose="020B0500000000000000" pitchFamily="34" charset="-128"/>
              </a:rPr>
              <a:t>リクエストの受付</a:t>
            </a:r>
            <a:endParaRPr kumimoji="1" lang="en-US" altLang="ja-JP" sz="1100">
              <a:solidFill>
                <a:schemeClr val="tx1">
                  <a:lumMod val="75000"/>
                  <a:lumOff val="25000"/>
                </a:schemeClr>
              </a:solidFill>
              <a:latin typeface="Yu Gothic UI" panose="020B0500000000000000" pitchFamily="34" charset="-128"/>
              <a:ea typeface="Yu Gothic UI" panose="020B0500000000000000" pitchFamily="34" charset="-128"/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kumimoji="1" lang="ja-JP" altLang="en-US" sz="1100">
                <a:solidFill>
                  <a:schemeClr val="tx1">
                    <a:lumMod val="75000"/>
                    <a:lumOff val="25000"/>
                  </a:schemeClr>
                </a:solidFill>
                <a:latin typeface="Yu Gothic UI" panose="020B0500000000000000" pitchFamily="34" charset="-128"/>
                <a:ea typeface="Yu Gothic UI" panose="020B0500000000000000" pitchFamily="34" charset="-128"/>
              </a:rPr>
              <a:t>リクエストごとに静的、動的レスポンスの判断</a:t>
            </a:r>
            <a:endParaRPr kumimoji="1" lang="en-US" altLang="ja-JP" sz="1100">
              <a:solidFill>
                <a:schemeClr val="tx1">
                  <a:lumMod val="75000"/>
                  <a:lumOff val="25000"/>
                </a:schemeClr>
              </a:solidFill>
              <a:latin typeface="Yu Gothic UI" panose="020B0500000000000000" pitchFamily="34" charset="-128"/>
              <a:ea typeface="Yu Gothic UI" panose="020B0500000000000000" pitchFamily="34" charset="-128"/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kumimoji="1" lang="ja-JP" altLang="en-US" sz="1100">
                <a:solidFill>
                  <a:schemeClr val="tx1">
                    <a:lumMod val="75000"/>
                    <a:lumOff val="25000"/>
                  </a:schemeClr>
                </a:solidFill>
                <a:latin typeface="Yu Gothic UI" panose="020B0500000000000000" pitchFamily="34" charset="-128"/>
                <a:ea typeface="Yu Gothic UI" panose="020B0500000000000000" pitchFamily="34" charset="-128"/>
              </a:rPr>
              <a:t>レスポンスの返却</a:t>
            </a:r>
          </a:p>
        </p:txBody>
      </p:sp>
      <p:sp>
        <p:nvSpPr>
          <p:cNvPr id="40" name="テキスト ボックス 39">
            <a:extLst>
              <a:ext uri="{FF2B5EF4-FFF2-40B4-BE49-F238E27FC236}">
                <a16:creationId xmlns:a16="http://schemas.microsoft.com/office/drawing/2014/main" id="{E7E4942F-1BE5-72A2-C92F-4AF83784BECA}"/>
              </a:ext>
            </a:extLst>
          </p:cNvPr>
          <p:cNvSpPr txBox="1"/>
          <p:nvPr/>
        </p:nvSpPr>
        <p:spPr>
          <a:xfrm>
            <a:off x="7276143" y="4237136"/>
            <a:ext cx="1708657" cy="6001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kumimoji="1" lang="ja-JP" altLang="en-US" sz="1100">
                <a:solidFill>
                  <a:schemeClr val="tx1">
                    <a:lumMod val="75000"/>
                    <a:lumOff val="25000"/>
                  </a:schemeClr>
                </a:solidFill>
                <a:latin typeface="Yu Gothic UI" panose="020B0500000000000000" pitchFamily="34" charset="-128"/>
                <a:ea typeface="Yu Gothic UI" panose="020B0500000000000000" pitchFamily="34" charset="-128"/>
              </a:rPr>
              <a:t>ビジネスロジック</a:t>
            </a:r>
            <a:r>
              <a:rPr kumimoji="1" lang="en-US" altLang="ja-JP" sz="1100">
                <a:solidFill>
                  <a:schemeClr val="tx1">
                    <a:lumMod val="75000"/>
                    <a:lumOff val="25000"/>
                  </a:schemeClr>
                </a:solidFill>
                <a:latin typeface="Yu Gothic UI" panose="020B0500000000000000" pitchFamily="34" charset="-128"/>
                <a:ea typeface="Yu Gothic UI" panose="020B0500000000000000" pitchFamily="34" charset="-128"/>
              </a:rPr>
              <a:t> (</a:t>
            </a:r>
            <a:r>
              <a:rPr kumimoji="1" lang="ja-JP" altLang="en-US" sz="1100">
                <a:solidFill>
                  <a:schemeClr val="tx1">
                    <a:lumMod val="75000"/>
                    <a:lumOff val="25000"/>
                  </a:schemeClr>
                </a:solidFill>
                <a:latin typeface="Yu Gothic UI" panose="020B0500000000000000" pitchFamily="34" charset="-128"/>
                <a:ea typeface="Yu Gothic UI" panose="020B0500000000000000" pitchFamily="34" charset="-128"/>
              </a:rPr>
              <a:t>プログラム</a:t>
            </a:r>
            <a:r>
              <a:rPr kumimoji="1" lang="en-US" altLang="ja-JP" sz="1100">
                <a:solidFill>
                  <a:schemeClr val="tx1">
                    <a:lumMod val="75000"/>
                    <a:lumOff val="25000"/>
                  </a:schemeClr>
                </a:solidFill>
                <a:latin typeface="Yu Gothic UI" panose="020B0500000000000000" pitchFamily="34" charset="-128"/>
                <a:ea typeface="Yu Gothic UI" panose="020B0500000000000000" pitchFamily="34" charset="-128"/>
              </a:rPr>
              <a:t>) </a:t>
            </a:r>
            <a:r>
              <a:rPr kumimoji="1" lang="ja-JP" altLang="en-US" sz="1100">
                <a:solidFill>
                  <a:schemeClr val="tx1">
                    <a:lumMod val="75000"/>
                    <a:lumOff val="25000"/>
                  </a:schemeClr>
                </a:solidFill>
                <a:latin typeface="Yu Gothic UI" panose="020B0500000000000000" pitchFamily="34" charset="-128"/>
                <a:ea typeface="Yu Gothic UI" panose="020B0500000000000000" pitchFamily="34" charset="-128"/>
              </a:rPr>
              <a:t>に従った処理による動的レスポンスの作成</a:t>
            </a:r>
          </a:p>
        </p:txBody>
      </p:sp>
      <p:cxnSp>
        <p:nvCxnSpPr>
          <p:cNvPr id="41" name="直線コネクタ 40">
            <a:extLst>
              <a:ext uri="{FF2B5EF4-FFF2-40B4-BE49-F238E27FC236}">
                <a16:creationId xmlns:a16="http://schemas.microsoft.com/office/drawing/2014/main" id="{5C916569-6442-AC40-CB0A-2A71930AF462}"/>
              </a:ext>
            </a:extLst>
          </p:cNvPr>
          <p:cNvCxnSpPr>
            <a:cxnSpLocks/>
          </p:cNvCxnSpPr>
          <p:nvPr/>
        </p:nvCxnSpPr>
        <p:spPr>
          <a:xfrm>
            <a:off x="6839680" y="4196957"/>
            <a:ext cx="412999" cy="0"/>
          </a:xfrm>
          <a:prstGeom prst="line">
            <a:avLst/>
          </a:prstGeom>
          <a:ln w="444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2" name="テキスト ボックス 41">
            <a:extLst>
              <a:ext uri="{FF2B5EF4-FFF2-40B4-BE49-F238E27FC236}">
                <a16:creationId xmlns:a16="http://schemas.microsoft.com/office/drawing/2014/main" id="{9AF5A3D8-6B52-2653-D4EF-D05788BA12A7}"/>
              </a:ext>
            </a:extLst>
          </p:cNvPr>
          <p:cNvSpPr txBox="1"/>
          <p:nvPr/>
        </p:nvSpPr>
        <p:spPr>
          <a:xfrm>
            <a:off x="6454097" y="3711503"/>
            <a:ext cx="1134795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ja-JP" altLang="en-US" sz="1050">
                <a:solidFill>
                  <a:schemeClr val="tx1">
                    <a:lumMod val="50000"/>
                    <a:lumOff val="50000"/>
                  </a:schemeClr>
                </a:solidFill>
                <a:latin typeface="Yu Gothic UI" panose="020B0500000000000000" pitchFamily="34" charset="-128"/>
                <a:ea typeface="Yu Gothic UI" panose="020B0500000000000000" pitchFamily="34" charset="-128"/>
              </a:rPr>
              <a:t>ビジネスロジック</a:t>
            </a:r>
            <a:endParaRPr kumimoji="1" lang="en-US" altLang="ja-JP" sz="1050">
              <a:solidFill>
                <a:schemeClr val="tx1">
                  <a:lumMod val="50000"/>
                  <a:lumOff val="50000"/>
                </a:schemeClr>
              </a:solidFill>
              <a:latin typeface="Yu Gothic UI" panose="020B0500000000000000" pitchFamily="34" charset="-128"/>
              <a:ea typeface="Yu Gothic UI" panose="020B0500000000000000" pitchFamily="34" charset="-128"/>
            </a:endParaRPr>
          </a:p>
          <a:p>
            <a:pPr algn="ctr"/>
            <a:r>
              <a:rPr kumimoji="1" lang="ja-JP" altLang="en-US" sz="1050">
                <a:solidFill>
                  <a:schemeClr val="tx1">
                    <a:lumMod val="50000"/>
                    <a:lumOff val="50000"/>
                  </a:schemeClr>
                </a:solidFill>
                <a:latin typeface="Yu Gothic UI" panose="020B0500000000000000" pitchFamily="34" charset="-128"/>
                <a:ea typeface="Yu Gothic UI" panose="020B0500000000000000" pitchFamily="34" charset="-128"/>
              </a:rPr>
              <a:t>処理依頼</a:t>
            </a:r>
          </a:p>
        </p:txBody>
      </p:sp>
      <p:cxnSp>
        <p:nvCxnSpPr>
          <p:cNvPr id="43" name="直線コネクタ 42">
            <a:extLst>
              <a:ext uri="{FF2B5EF4-FFF2-40B4-BE49-F238E27FC236}">
                <a16:creationId xmlns:a16="http://schemas.microsoft.com/office/drawing/2014/main" id="{9FC721CE-1657-693F-4D05-CA34AB57BFD5}"/>
              </a:ext>
            </a:extLst>
          </p:cNvPr>
          <p:cNvCxnSpPr>
            <a:cxnSpLocks/>
          </p:cNvCxnSpPr>
          <p:nvPr/>
        </p:nvCxnSpPr>
        <p:spPr>
          <a:xfrm>
            <a:off x="9008266" y="4204311"/>
            <a:ext cx="412999" cy="0"/>
          </a:xfrm>
          <a:prstGeom prst="line">
            <a:avLst/>
          </a:prstGeom>
          <a:ln w="444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4" name="テキスト ボックス 43">
            <a:extLst>
              <a:ext uri="{FF2B5EF4-FFF2-40B4-BE49-F238E27FC236}">
                <a16:creationId xmlns:a16="http://schemas.microsoft.com/office/drawing/2014/main" id="{278A3F4A-3936-C150-799C-E892F24B5E73}"/>
              </a:ext>
            </a:extLst>
          </p:cNvPr>
          <p:cNvSpPr txBox="1"/>
          <p:nvPr/>
        </p:nvSpPr>
        <p:spPr>
          <a:xfrm>
            <a:off x="8683727" y="3590445"/>
            <a:ext cx="1000958" cy="5770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ja-JP" altLang="en-US" sz="1050">
                <a:solidFill>
                  <a:schemeClr val="tx1">
                    <a:lumMod val="50000"/>
                    <a:lumOff val="50000"/>
                  </a:schemeClr>
                </a:solidFill>
                <a:latin typeface="Yu Gothic UI" panose="020B0500000000000000" pitchFamily="34" charset="-128"/>
                <a:ea typeface="Yu Gothic UI" panose="020B0500000000000000" pitchFamily="34" charset="-128"/>
              </a:rPr>
              <a:t>データ処理</a:t>
            </a:r>
            <a:endParaRPr kumimoji="1" lang="en-US" altLang="ja-JP" sz="1050">
              <a:solidFill>
                <a:schemeClr val="tx1">
                  <a:lumMod val="50000"/>
                  <a:lumOff val="50000"/>
                </a:schemeClr>
              </a:solidFill>
              <a:latin typeface="Yu Gothic UI" panose="020B0500000000000000" pitchFamily="34" charset="-128"/>
              <a:ea typeface="Yu Gothic UI" panose="020B0500000000000000" pitchFamily="34" charset="-128"/>
            </a:endParaRPr>
          </a:p>
          <a:p>
            <a:pPr algn="ctr"/>
            <a:r>
              <a:rPr kumimoji="1" lang="ja-JP" altLang="en-US" sz="1050">
                <a:solidFill>
                  <a:schemeClr val="tx1">
                    <a:lumMod val="50000"/>
                    <a:lumOff val="50000"/>
                  </a:schemeClr>
                </a:solidFill>
                <a:latin typeface="Yu Gothic UI" panose="020B0500000000000000" pitchFamily="34" charset="-128"/>
                <a:ea typeface="Yu Gothic UI" panose="020B0500000000000000" pitchFamily="34" charset="-128"/>
              </a:rPr>
              <a:t>リクエスト</a:t>
            </a:r>
            <a:endParaRPr kumimoji="1" lang="en-US" altLang="ja-JP" sz="1050">
              <a:solidFill>
                <a:schemeClr val="tx1">
                  <a:lumMod val="50000"/>
                  <a:lumOff val="50000"/>
                </a:schemeClr>
              </a:solidFill>
              <a:latin typeface="Yu Gothic UI" panose="020B0500000000000000" pitchFamily="34" charset="-128"/>
              <a:ea typeface="Yu Gothic UI" panose="020B0500000000000000" pitchFamily="34" charset="-128"/>
            </a:endParaRPr>
          </a:p>
          <a:p>
            <a:pPr algn="ctr"/>
            <a:r>
              <a:rPr kumimoji="1" lang="en-US" altLang="ja-JP" sz="1050">
                <a:solidFill>
                  <a:schemeClr val="tx1">
                    <a:lumMod val="50000"/>
                    <a:lumOff val="50000"/>
                  </a:schemeClr>
                </a:solidFill>
                <a:latin typeface="Yu Gothic UI" panose="020B0500000000000000" pitchFamily="34" charset="-128"/>
                <a:ea typeface="Yu Gothic UI" panose="020B0500000000000000" pitchFamily="34" charset="-128"/>
              </a:rPr>
              <a:t> (CRUD</a:t>
            </a:r>
            <a:r>
              <a:rPr kumimoji="1" lang="ja-JP" altLang="en-US" sz="1050">
                <a:solidFill>
                  <a:schemeClr val="tx1">
                    <a:lumMod val="50000"/>
                    <a:lumOff val="50000"/>
                  </a:schemeClr>
                </a:solidFill>
                <a:latin typeface="Yu Gothic UI" panose="020B0500000000000000" pitchFamily="34" charset="-128"/>
                <a:ea typeface="Yu Gothic UI" panose="020B0500000000000000" pitchFamily="34" charset="-128"/>
              </a:rPr>
              <a:t>操作</a:t>
            </a:r>
            <a:r>
              <a:rPr kumimoji="1" lang="en-US" altLang="ja-JP" sz="1050">
                <a:solidFill>
                  <a:schemeClr val="tx1">
                    <a:lumMod val="50000"/>
                    <a:lumOff val="50000"/>
                  </a:schemeClr>
                </a:solidFill>
                <a:latin typeface="Yu Gothic UI" panose="020B0500000000000000" pitchFamily="34" charset="-128"/>
                <a:ea typeface="Yu Gothic UI" panose="020B0500000000000000" pitchFamily="34" charset="-128"/>
              </a:rPr>
              <a:t>)</a:t>
            </a:r>
          </a:p>
        </p:txBody>
      </p:sp>
      <p:cxnSp>
        <p:nvCxnSpPr>
          <p:cNvPr id="45" name="直線コネクタ 44">
            <a:extLst>
              <a:ext uri="{FF2B5EF4-FFF2-40B4-BE49-F238E27FC236}">
                <a16:creationId xmlns:a16="http://schemas.microsoft.com/office/drawing/2014/main" id="{E4180A4C-9BD7-79C7-4A2F-31B212F85914}"/>
              </a:ext>
            </a:extLst>
          </p:cNvPr>
          <p:cNvCxnSpPr>
            <a:cxnSpLocks/>
          </p:cNvCxnSpPr>
          <p:nvPr/>
        </p:nvCxnSpPr>
        <p:spPr>
          <a:xfrm flipH="1">
            <a:off x="9008265" y="4714930"/>
            <a:ext cx="413000" cy="0"/>
          </a:xfrm>
          <a:prstGeom prst="line">
            <a:avLst/>
          </a:prstGeom>
          <a:ln w="444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" name="直線コネクタ 45">
            <a:extLst>
              <a:ext uri="{FF2B5EF4-FFF2-40B4-BE49-F238E27FC236}">
                <a16:creationId xmlns:a16="http://schemas.microsoft.com/office/drawing/2014/main" id="{6D7AC0EB-4A67-2148-94D8-74F5831A7282}"/>
              </a:ext>
            </a:extLst>
          </p:cNvPr>
          <p:cNvCxnSpPr>
            <a:cxnSpLocks/>
          </p:cNvCxnSpPr>
          <p:nvPr/>
        </p:nvCxnSpPr>
        <p:spPr>
          <a:xfrm flipH="1">
            <a:off x="6827174" y="4714930"/>
            <a:ext cx="413000" cy="0"/>
          </a:xfrm>
          <a:prstGeom prst="line">
            <a:avLst/>
          </a:prstGeom>
          <a:ln w="444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7" name="直線コネクタ 46">
            <a:extLst>
              <a:ext uri="{FF2B5EF4-FFF2-40B4-BE49-F238E27FC236}">
                <a16:creationId xmlns:a16="http://schemas.microsoft.com/office/drawing/2014/main" id="{BBC5E447-ED69-2587-DD84-487C32FE88EE}"/>
              </a:ext>
            </a:extLst>
          </p:cNvPr>
          <p:cNvCxnSpPr>
            <a:cxnSpLocks/>
          </p:cNvCxnSpPr>
          <p:nvPr/>
        </p:nvCxnSpPr>
        <p:spPr>
          <a:xfrm flipH="1">
            <a:off x="2746050" y="4518254"/>
            <a:ext cx="2269010" cy="0"/>
          </a:xfrm>
          <a:prstGeom prst="line">
            <a:avLst/>
          </a:prstGeom>
          <a:ln w="444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8" name="テキスト ボックス 47">
            <a:extLst>
              <a:ext uri="{FF2B5EF4-FFF2-40B4-BE49-F238E27FC236}">
                <a16:creationId xmlns:a16="http://schemas.microsoft.com/office/drawing/2014/main" id="{6CF16026-1436-44FE-D3DB-6954176A1444}"/>
              </a:ext>
            </a:extLst>
          </p:cNvPr>
          <p:cNvSpPr txBox="1"/>
          <p:nvPr/>
        </p:nvSpPr>
        <p:spPr>
          <a:xfrm>
            <a:off x="3232721" y="4581820"/>
            <a:ext cx="1295665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ja-JP" sz="1100">
                <a:solidFill>
                  <a:schemeClr val="tx1">
                    <a:lumMod val="50000"/>
                    <a:lumOff val="50000"/>
                  </a:schemeClr>
                </a:solidFill>
                <a:latin typeface="Yu Gothic UI" panose="020B0500000000000000" pitchFamily="34" charset="-128"/>
                <a:ea typeface="Yu Gothic UI" panose="020B0500000000000000" pitchFamily="34" charset="-128"/>
              </a:rPr>
              <a:t>HTTP </a:t>
            </a:r>
            <a:r>
              <a:rPr kumimoji="1" lang="ja-JP" altLang="en-US" sz="1100">
                <a:solidFill>
                  <a:schemeClr val="tx1">
                    <a:lumMod val="50000"/>
                    <a:lumOff val="50000"/>
                  </a:schemeClr>
                </a:solidFill>
                <a:latin typeface="Yu Gothic UI" panose="020B0500000000000000" pitchFamily="34" charset="-128"/>
                <a:ea typeface="Yu Gothic UI" panose="020B0500000000000000" pitchFamily="34" charset="-128"/>
              </a:rPr>
              <a:t>レスポンス</a:t>
            </a:r>
          </a:p>
        </p:txBody>
      </p:sp>
      <p:sp>
        <p:nvSpPr>
          <p:cNvPr id="49" name="テキスト ボックス 48">
            <a:extLst>
              <a:ext uri="{FF2B5EF4-FFF2-40B4-BE49-F238E27FC236}">
                <a16:creationId xmlns:a16="http://schemas.microsoft.com/office/drawing/2014/main" id="{5A657DE6-39AE-A009-8574-550B237EAE5F}"/>
              </a:ext>
            </a:extLst>
          </p:cNvPr>
          <p:cNvSpPr txBox="1"/>
          <p:nvPr/>
        </p:nvSpPr>
        <p:spPr>
          <a:xfrm>
            <a:off x="9397928" y="4217177"/>
            <a:ext cx="1708657" cy="9387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kumimoji="1" lang="ja-JP" altLang="en-US" sz="1100">
                <a:solidFill>
                  <a:schemeClr val="tx1">
                    <a:lumMod val="75000"/>
                    <a:lumOff val="25000"/>
                  </a:schemeClr>
                </a:solidFill>
                <a:latin typeface="Yu Gothic UI" panose="020B0500000000000000" pitchFamily="34" charset="-128"/>
                <a:ea typeface="Yu Gothic UI" panose="020B0500000000000000" pitchFamily="34" charset="-128"/>
              </a:rPr>
              <a:t>データの永続化、保存</a:t>
            </a:r>
            <a:endParaRPr kumimoji="1" lang="en-US" altLang="ja-JP" sz="1100">
              <a:solidFill>
                <a:schemeClr val="tx1">
                  <a:lumMod val="75000"/>
                  <a:lumOff val="25000"/>
                </a:schemeClr>
              </a:solidFill>
              <a:latin typeface="Yu Gothic UI" panose="020B0500000000000000" pitchFamily="34" charset="-128"/>
              <a:ea typeface="Yu Gothic UI" panose="020B0500000000000000" pitchFamily="34" charset="-128"/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kumimoji="1" lang="ja-JP" altLang="en-US" sz="1100">
                <a:solidFill>
                  <a:schemeClr val="tx1">
                    <a:lumMod val="75000"/>
                    <a:lumOff val="25000"/>
                  </a:schemeClr>
                </a:solidFill>
                <a:latin typeface="Yu Gothic UI" panose="020B0500000000000000" pitchFamily="34" charset="-128"/>
                <a:ea typeface="Yu Gothic UI" panose="020B0500000000000000" pitchFamily="34" charset="-128"/>
              </a:rPr>
              <a:t>データの検索</a:t>
            </a:r>
            <a:endParaRPr kumimoji="1" lang="en-US" altLang="ja-JP" sz="1100">
              <a:solidFill>
                <a:schemeClr val="tx1">
                  <a:lumMod val="75000"/>
                  <a:lumOff val="25000"/>
                </a:schemeClr>
              </a:solidFill>
              <a:latin typeface="Yu Gothic UI" panose="020B0500000000000000" pitchFamily="34" charset="-128"/>
              <a:ea typeface="Yu Gothic UI" panose="020B0500000000000000" pitchFamily="34" charset="-128"/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kumimoji="1" lang="ja-JP" altLang="en-US" sz="1100">
                <a:solidFill>
                  <a:schemeClr val="tx1">
                    <a:lumMod val="75000"/>
                    <a:lumOff val="25000"/>
                  </a:schemeClr>
                </a:solidFill>
                <a:latin typeface="Yu Gothic UI" panose="020B0500000000000000" pitchFamily="34" charset="-128"/>
                <a:ea typeface="Yu Gothic UI" panose="020B0500000000000000" pitchFamily="34" charset="-128"/>
              </a:rPr>
              <a:t>データの作成</a:t>
            </a:r>
            <a:endParaRPr kumimoji="1" lang="en-US" altLang="ja-JP" sz="1100">
              <a:solidFill>
                <a:schemeClr val="tx1">
                  <a:lumMod val="75000"/>
                  <a:lumOff val="25000"/>
                </a:schemeClr>
              </a:solidFill>
              <a:latin typeface="Yu Gothic UI" panose="020B0500000000000000" pitchFamily="34" charset="-128"/>
              <a:ea typeface="Yu Gothic UI" panose="020B0500000000000000" pitchFamily="34" charset="-128"/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kumimoji="1" lang="ja-JP" altLang="en-US" sz="1100">
                <a:solidFill>
                  <a:schemeClr val="tx1">
                    <a:lumMod val="75000"/>
                    <a:lumOff val="25000"/>
                  </a:schemeClr>
                </a:solidFill>
                <a:latin typeface="Yu Gothic UI" panose="020B0500000000000000" pitchFamily="34" charset="-128"/>
                <a:ea typeface="Yu Gothic UI" panose="020B0500000000000000" pitchFamily="34" charset="-128"/>
              </a:rPr>
              <a:t>データの更新</a:t>
            </a:r>
            <a:endParaRPr kumimoji="1" lang="en-US" altLang="ja-JP" sz="1100">
              <a:solidFill>
                <a:schemeClr val="tx1">
                  <a:lumMod val="75000"/>
                  <a:lumOff val="25000"/>
                </a:schemeClr>
              </a:solidFill>
              <a:latin typeface="Yu Gothic UI" panose="020B0500000000000000" pitchFamily="34" charset="-128"/>
              <a:ea typeface="Yu Gothic UI" panose="020B0500000000000000" pitchFamily="34" charset="-128"/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kumimoji="1" lang="ja-JP" altLang="en-US" sz="1100">
                <a:solidFill>
                  <a:schemeClr val="tx1">
                    <a:lumMod val="75000"/>
                    <a:lumOff val="25000"/>
                  </a:schemeClr>
                </a:solidFill>
                <a:latin typeface="Yu Gothic UI" panose="020B0500000000000000" pitchFamily="34" charset="-128"/>
                <a:ea typeface="Yu Gothic UI" panose="020B0500000000000000" pitchFamily="34" charset="-128"/>
              </a:rPr>
              <a:t>データの削除</a:t>
            </a:r>
            <a:endParaRPr kumimoji="1" lang="en-US" altLang="ja-JP" sz="1100">
              <a:solidFill>
                <a:schemeClr val="tx1">
                  <a:lumMod val="75000"/>
                  <a:lumOff val="25000"/>
                </a:schemeClr>
              </a:solidFill>
              <a:latin typeface="Yu Gothic UI" panose="020B0500000000000000" pitchFamily="34" charset="-128"/>
              <a:ea typeface="Yu Gothic UI" panose="020B0500000000000000" pitchFamily="34" charset="-128"/>
            </a:endParaRPr>
          </a:p>
        </p:txBody>
      </p:sp>
      <p:sp>
        <p:nvSpPr>
          <p:cNvPr id="50" name="テキスト ボックス 49">
            <a:extLst>
              <a:ext uri="{FF2B5EF4-FFF2-40B4-BE49-F238E27FC236}">
                <a16:creationId xmlns:a16="http://schemas.microsoft.com/office/drawing/2014/main" id="{C0C4C41A-715C-C138-0516-EBF214D7CDDD}"/>
              </a:ext>
            </a:extLst>
          </p:cNvPr>
          <p:cNvSpPr txBox="1"/>
          <p:nvPr/>
        </p:nvSpPr>
        <p:spPr>
          <a:xfrm>
            <a:off x="8863473" y="4777749"/>
            <a:ext cx="678096" cy="2539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ja-JP" altLang="en-US" sz="1050">
                <a:solidFill>
                  <a:schemeClr val="tx1">
                    <a:lumMod val="50000"/>
                    <a:lumOff val="50000"/>
                  </a:schemeClr>
                </a:solidFill>
                <a:latin typeface="Yu Gothic UI" panose="020B0500000000000000" pitchFamily="34" charset="-128"/>
                <a:ea typeface="Yu Gothic UI" panose="020B0500000000000000" pitchFamily="34" charset="-128"/>
              </a:rPr>
              <a:t>データ</a:t>
            </a:r>
          </a:p>
        </p:txBody>
      </p:sp>
      <p:sp>
        <p:nvSpPr>
          <p:cNvPr id="51" name="テキスト ボックス 50">
            <a:extLst>
              <a:ext uri="{FF2B5EF4-FFF2-40B4-BE49-F238E27FC236}">
                <a16:creationId xmlns:a16="http://schemas.microsoft.com/office/drawing/2014/main" id="{9B4B01BB-581A-EE41-3169-14B69E9F5124}"/>
              </a:ext>
            </a:extLst>
          </p:cNvPr>
          <p:cNvSpPr txBox="1"/>
          <p:nvPr/>
        </p:nvSpPr>
        <p:spPr>
          <a:xfrm>
            <a:off x="6727111" y="4788547"/>
            <a:ext cx="719626" cy="2539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ja-JP" altLang="en-US" sz="1050">
                <a:solidFill>
                  <a:schemeClr val="tx1">
                    <a:lumMod val="50000"/>
                    <a:lumOff val="50000"/>
                  </a:schemeClr>
                </a:solidFill>
                <a:latin typeface="Yu Gothic UI" panose="020B0500000000000000" pitchFamily="34" charset="-128"/>
                <a:ea typeface="Yu Gothic UI" panose="020B0500000000000000" pitchFamily="34" charset="-128"/>
              </a:rPr>
              <a:t>処理結果</a:t>
            </a:r>
          </a:p>
        </p:txBody>
      </p:sp>
      <p:sp>
        <p:nvSpPr>
          <p:cNvPr id="52" name="四角形吹き出し 51">
            <a:extLst>
              <a:ext uri="{FF2B5EF4-FFF2-40B4-BE49-F238E27FC236}">
                <a16:creationId xmlns:a16="http://schemas.microsoft.com/office/drawing/2014/main" id="{E6B292BC-971A-9274-9579-C3DC6D971C03}"/>
              </a:ext>
            </a:extLst>
          </p:cNvPr>
          <p:cNvSpPr/>
          <p:nvPr/>
        </p:nvSpPr>
        <p:spPr>
          <a:xfrm>
            <a:off x="5015060" y="2240650"/>
            <a:ext cx="1755587" cy="1180977"/>
          </a:xfrm>
          <a:prstGeom prst="wedgeRectCallout">
            <a:avLst/>
          </a:prstGeom>
          <a:solidFill>
            <a:schemeClr val="bg1"/>
          </a:solidFill>
          <a:ln w="15875">
            <a:solidFill>
              <a:schemeClr val="bg2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>
              <a:solidFill>
                <a:schemeClr val="tx1"/>
              </a:solidFill>
            </a:endParaRPr>
          </a:p>
        </p:txBody>
      </p:sp>
      <p:sp>
        <p:nvSpPr>
          <p:cNvPr id="53" name="テキスト ボックス 52">
            <a:extLst>
              <a:ext uri="{FF2B5EF4-FFF2-40B4-BE49-F238E27FC236}">
                <a16:creationId xmlns:a16="http://schemas.microsoft.com/office/drawing/2014/main" id="{7B6A5D23-1035-5998-1517-EBB654B417A6}"/>
              </a:ext>
            </a:extLst>
          </p:cNvPr>
          <p:cNvSpPr txBox="1"/>
          <p:nvPr/>
        </p:nvSpPr>
        <p:spPr>
          <a:xfrm>
            <a:off x="5002890" y="2244645"/>
            <a:ext cx="145120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ja-JP" altLang="en-US" sz="1400" b="1">
                <a:solidFill>
                  <a:srgbClr val="1F2937"/>
                </a:solidFill>
                <a:latin typeface="Yu Gothic UI" panose="020B0500000000000000" pitchFamily="34" charset="-128"/>
                <a:ea typeface="Yu Gothic UI" panose="020B0500000000000000" pitchFamily="34" charset="-128"/>
                <a:cs typeface="Yu Gothic"/>
              </a:rPr>
              <a:t>画面と入口</a:t>
            </a:r>
            <a:endParaRPr kumimoji="1" lang="ja-JP" altLang="en-US" sz="1400">
              <a:solidFill>
                <a:schemeClr val="tx1">
                  <a:lumMod val="75000"/>
                  <a:lumOff val="25000"/>
                </a:schemeClr>
              </a:solidFill>
              <a:latin typeface="Yu Gothic UI" panose="020B0500000000000000" pitchFamily="34" charset="-128"/>
              <a:ea typeface="Yu Gothic UI" panose="020B0500000000000000" pitchFamily="34" charset="-128"/>
            </a:endParaRPr>
          </a:p>
        </p:txBody>
      </p:sp>
      <p:sp>
        <p:nvSpPr>
          <p:cNvPr id="54" name="テキスト ボックス 53">
            <a:extLst>
              <a:ext uri="{FF2B5EF4-FFF2-40B4-BE49-F238E27FC236}">
                <a16:creationId xmlns:a16="http://schemas.microsoft.com/office/drawing/2014/main" id="{AEDD08FF-314D-CECC-1A25-69C2D5B11F75}"/>
              </a:ext>
            </a:extLst>
          </p:cNvPr>
          <p:cNvSpPr txBox="1"/>
          <p:nvPr/>
        </p:nvSpPr>
        <p:spPr>
          <a:xfrm>
            <a:off x="5002889" y="2623220"/>
            <a:ext cx="175558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defRPr sz="1125" b="0">
                <a:solidFill>
                  <a:srgbClr val="1F2937"/>
                </a:solidFill>
                <a:latin typeface="Yu Gothic"/>
                <a:ea typeface="Yu Gothic"/>
                <a:cs typeface="Yu Gothic"/>
              </a:defRPr>
            </a:pPr>
            <a:r>
              <a:rPr lang="ja-JP" altLang="en-US" sz="1400">
                <a:solidFill>
                  <a:srgbClr val="1F2937"/>
                </a:solidFill>
                <a:latin typeface="Yu Gothic UI" panose="020B0500000000000000" pitchFamily="34" charset="-128"/>
                <a:ea typeface="Yu Gothic UI" panose="020B0500000000000000" pitchFamily="34" charset="-128"/>
                <a:cs typeface="Yu Gothic"/>
              </a:rPr>
              <a:t>利用者がアクセスする画面を提供します。</a:t>
            </a:r>
            <a:endParaRPr lang="ja-JP" altLang="en-US" sz="1400" dirty="0">
              <a:solidFill>
                <a:srgbClr val="1F2937"/>
              </a:solidFill>
              <a:latin typeface="Yu Gothic UI" panose="020B0500000000000000" pitchFamily="34" charset="-128"/>
              <a:ea typeface="Yu Gothic UI" panose="020B0500000000000000" pitchFamily="34" charset="-128"/>
              <a:cs typeface="Yu Gothic"/>
            </a:endParaRPr>
          </a:p>
        </p:txBody>
      </p:sp>
      <p:sp>
        <p:nvSpPr>
          <p:cNvPr id="55" name="四角形吹き出し 54">
            <a:extLst>
              <a:ext uri="{FF2B5EF4-FFF2-40B4-BE49-F238E27FC236}">
                <a16:creationId xmlns:a16="http://schemas.microsoft.com/office/drawing/2014/main" id="{2BB5773D-9862-E885-3FD8-BA7A93601B0E}"/>
              </a:ext>
            </a:extLst>
          </p:cNvPr>
          <p:cNvSpPr/>
          <p:nvPr/>
        </p:nvSpPr>
        <p:spPr>
          <a:xfrm>
            <a:off x="7201444" y="2244645"/>
            <a:ext cx="1755587" cy="1180977"/>
          </a:xfrm>
          <a:prstGeom prst="wedgeRectCallout">
            <a:avLst/>
          </a:prstGeom>
          <a:solidFill>
            <a:schemeClr val="bg1"/>
          </a:solidFill>
          <a:ln w="15875">
            <a:solidFill>
              <a:schemeClr val="bg2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>
              <a:solidFill>
                <a:schemeClr val="tx1"/>
              </a:solidFill>
            </a:endParaRPr>
          </a:p>
        </p:txBody>
      </p:sp>
      <p:sp>
        <p:nvSpPr>
          <p:cNvPr id="56" name="テキスト ボックス 55">
            <a:extLst>
              <a:ext uri="{FF2B5EF4-FFF2-40B4-BE49-F238E27FC236}">
                <a16:creationId xmlns:a16="http://schemas.microsoft.com/office/drawing/2014/main" id="{44D89A9F-0DCB-A9FC-6FB6-7AEDBEE25560}"/>
              </a:ext>
            </a:extLst>
          </p:cNvPr>
          <p:cNvSpPr txBox="1"/>
          <p:nvPr/>
        </p:nvSpPr>
        <p:spPr>
          <a:xfrm>
            <a:off x="7189274" y="2248640"/>
            <a:ext cx="145120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defRPr sz="1500" b="1">
                <a:solidFill>
                  <a:srgbClr val="1F2937"/>
                </a:solidFill>
                <a:latin typeface="Yu Gothic"/>
                <a:ea typeface="Yu Gothic"/>
                <a:cs typeface="Yu Gothic"/>
              </a:defRPr>
            </a:pPr>
            <a:r>
              <a:rPr lang="ja-JP" altLang="en-US" sz="1400" b="1">
                <a:solidFill>
                  <a:srgbClr val="1F2937"/>
                </a:solidFill>
                <a:latin typeface="Yu Gothic UI" panose="020B0500000000000000" pitchFamily="34" charset="-128"/>
                <a:ea typeface="Yu Gothic UI" panose="020B0500000000000000" pitchFamily="34" charset="-128"/>
                <a:cs typeface="Yu Gothic"/>
              </a:rPr>
              <a:t>業務処理</a:t>
            </a:r>
            <a:endParaRPr lang="ja-JP" altLang="en-US" sz="1400" b="1" dirty="0">
              <a:solidFill>
                <a:srgbClr val="1F2937"/>
              </a:solidFill>
              <a:latin typeface="Yu Gothic UI" panose="020B0500000000000000" pitchFamily="34" charset="-128"/>
              <a:ea typeface="Yu Gothic UI" panose="020B0500000000000000" pitchFamily="34" charset="-128"/>
              <a:cs typeface="Yu Gothic"/>
            </a:endParaRPr>
          </a:p>
        </p:txBody>
      </p:sp>
      <p:sp>
        <p:nvSpPr>
          <p:cNvPr id="57" name="テキスト ボックス 56">
            <a:extLst>
              <a:ext uri="{FF2B5EF4-FFF2-40B4-BE49-F238E27FC236}">
                <a16:creationId xmlns:a16="http://schemas.microsoft.com/office/drawing/2014/main" id="{FB57085E-1DE7-0786-D3AF-44BCE0FFBCFB}"/>
              </a:ext>
            </a:extLst>
          </p:cNvPr>
          <p:cNvSpPr txBox="1"/>
          <p:nvPr/>
        </p:nvSpPr>
        <p:spPr>
          <a:xfrm>
            <a:off x="7189273" y="2627215"/>
            <a:ext cx="175558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defRPr sz="1125" b="0">
                <a:solidFill>
                  <a:srgbClr val="1F2937"/>
                </a:solidFill>
                <a:latin typeface="Yu Gothic"/>
                <a:ea typeface="Yu Gothic"/>
                <a:cs typeface="Yu Gothic"/>
              </a:defRPr>
            </a:pPr>
            <a:r>
              <a:rPr lang="en" altLang="ja-JP" sz="1400" dirty="0">
                <a:solidFill>
                  <a:srgbClr val="1F2937"/>
                </a:solidFill>
                <a:latin typeface="Yu Gothic UI" panose="020B0500000000000000" pitchFamily="34" charset="-128"/>
                <a:ea typeface="Yu Gothic UI" panose="020B0500000000000000" pitchFamily="34" charset="-128"/>
                <a:cs typeface="Yu Gothic"/>
              </a:rPr>
              <a:t>Todo </a:t>
            </a:r>
            <a:r>
              <a:rPr lang="ja-JP" altLang="en-US" sz="1400">
                <a:solidFill>
                  <a:srgbClr val="1F2937"/>
                </a:solidFill>
                <a:latin typeface="Yu Gothic UI" panose="020B0500000000000000" pitchFamily="34" charset="-128"/>
                <a:ea typeface="Yu Gothic UI" panose="020B0500000000000000" pitchFamily="34" charset="-128"/>
                <a:cs typeface="Yu Gothic"/>
              </a:rPr>
              <a:t>の作成、更新、削除を処理します。</a:t>
            </a:r>
            <a:endParaRPr lang="ja-JP" altLang="en-US" sz="1400" dirty="0">
              <a:solidFill>
                <a:srgbClr val="1F2937"/>
              </a:solidFill>
              <a:latin typeface="Yu Gothic UI" panose="020B0500000000000000" pitchFamily="34" charset="-128"/>
              <a:ea typeface="Yu Gothic UI" panose="020B0500000000000000" pitchFamily="34" charset="-128"/>
              <a:cs typeface="Yu Gothic"/>
            </a:endParaRPr>
          </a:p>
        </p:txBody>
      </p:sp>
      <p:sp>
        <p:nvSpPr>
          <p:cNvPr id="58" name="四角形吹き出し 57">
            <a:extLst>
              <a:ext uri="{FF2B5EF4-FFF2-40B4-BE49-F238E27FC236}">
                <a16:creationId xmlns:a16="http://schemas.microsoft.com/office/drawing/2014/main" id="{5A9BF735-30D6-4EDA-5E50-A98234921BF8}"/>
              </a:ext>
            </a:extLst>
          </p:cNvPr>
          <p:cNvSpPr/>
          <p:nvPr/>
        </p:nvSpPr>
        <p:spPr>
          <a:xfrm>
            <a:off x="9407532" y="2240650"/>
            <a:ext cx="1755587" cy="1180977"/>
          </a:xfrm>
          <a:prstGeom prst="wedgeRectCallout">
            <a:avLst/>
          </a:prstGeom>
          <a:solidFill>
            <a:schemeClr val="bg1"/>
          </a:solidFill>
          <a:ln w="15875">
            <a:solidFill>
              <a:schemeClr val="bg2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>
              <a:solidFill>
                <a:schemeClr val="tx1"/>
              </a:solidFill>
            </a:endParaRPr>
          </a:p>
        </p:txBody>
      </p:sp>
      <p:sp>
        <p:nvSpPr>
          <p:cNvPr id="59" name="テキスト ボックス 58">
            <a:extLst>
              <a:ext uri="{FF2B5EF4-FFF2-40B4-BE49-F238E27FC236}">
                <a16:creationId xmlns:a16="http://schemas.microsoft.com/office/drawing/2014/main" id="{48723F98-B811-6032-86EC-AC7A5CA34CDE}"/>
              </a:ext>
            </a:extLst>
          </p:cNvPr>
          <p:cNvSpPr txBox="1"/>
          <p:nvPr/>
        </p:nvSpPr>
        <p:spPr>
          <a:xfrm>
            <a:off x="9395362" y="2244645"/>
            <a:ext cx="145120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defRPr sz="1500" b="1">
                <a:solidFill>
                  <a:srgbClr val="1F2937"/>
                </a:solidFill>
                <a:latin typeface="Yu Gothic"/>
                <a:ea typeface="Yu Gothic"/>
                <a:cs typeface="Yu Gothic"/>
              </a:defRPr>
            </a:pPr>
            <a:r>
              <a:rPr lang="ja-JP" altLang="en-US" sz="1400" b="1">
                <a:solidFill>
                  <a:srgbClr val="1F2937"/>
                </a:solidFill>
                <a:latin typeface="Yu Gothic UI" panose="020B0500000000000000" pitchFamily="34" charset="-128"/>
                <a:ea typeface="Yu Gothic UI" panose="020B0500000000000000" pitchFamily="34" charset="-128"/>
                <a:cs typeface="Yu Gothic"/>
              </a:rPr>
              <a:t>データ保持</a:t>
            </a:r>
          </a:p>
        </p:txBody>
      </p:sp>
      <p:sp>
        <p:nvSpPr>
          <p:cNvPr id="60" name="テキスト ボックス 59">
            <a:extLst>
              <a:ext uri="{FF2B5EF4-FFF2-40B4-BE49-F238E27FC236}">
                <a16:creationId xmlns:a16="http://schemas.microsoft.com/office/drawing/2014/main" id="{762AD4CC-BAF3-2F32-8F22-D8558F34582E}"/>
              </a:ext>
            </a:extLst>
          </p:cNvPr>
          <p:cNvSpPr txBox="1"/>
          <p:nvPr/>
        </p:nvSpPr>
        <p:spPr>
          <a:xfrm>
            <a:off x="9395361" y="2623220"/>
            <a:ext cx="1755587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defRPr sz="1125" b="0">
                <a:solidFill>
                  <a:srgbClr val="1F2937"/>
                </a:solidFill>
                <a:latin typeface="Yu Gothic"/>
                <a:ea typeface="Yu Gothic"/>
                <a:cs typeface="Yu Gothic"/>
              </a:defRPr>
            </a:pPr>
            <a:r>
              <a:rPr lang="en" altLang="ja-JP" sz="1400" dirty="0">
                <a:solidFill>
                  <a:srgbClr val="1F2937"/>
                </a:solidFill>
                <a:latin typeface="Yu Gothic UI" panose="020B0500000000000000" pitchFamily="34" charset="-128"/>
                <a:ea typeface="Yu Gothic UI" panose="020B0500000000000000" pitchFamily="34" charset="-128"/>
                <a:cs typeface="Yu Gothic"/>
              </a:rPr>
              <a:t>Todo </a:t>
            </a:r>
            <a:r>
              <a:rPr lang="ja-JP" altLang="en-US" sz="1400">
                <a:solidFill>
                  <a:srgbClr val="1F2937"/>
                </a:solidFill>
                <a:latin typeface="Yu Gothic UI" panose="020B0500000000000000" pitchFamily="34" charset="-128"/>
                <a:ea typeface="Yu Gothic UI" panose="020B0500000000000000" pitchFamily="34" charset="-128"/>
                <a:cs typeface="Yu Gothic"/>
              </a:rPr>
              <a:t>の状態を </a:t>
            </a:r>
            <a:r>
              <a:rPr lang="en" altLang="ja-JP" sz="1400" dirty="0">
                <a:solidFill>
                  <a:srgbClr val="1F2937"/>
                </a:solidFill>
                <a:latin typeface="Yu Gothic UI" panose="020B0500000000000000" pitchFamily="34" charset="-128"/>
                <a:ea typeface="Yu Gothic UI" panose="020B0500000000000000" pitchFamily="34" charset="-128"/>
                <a:cs typeface="Yu Gothic"/>
              </a:rPr>
              <a:t>PostgreSQL </a:t>
            </a:r>
            <a:r>
              <a:rPr lang="ja-JP" altLang="en-US" sz="1400">
                <a:solidFill>
                  <a:srgbClr val="1F2937"/>
                </a:solidFill>
                <a:latin typeface="Yu Gothic UI" panose="020B0500000000000000" pitchFamily="34" charset="-128"/>
                <a:ea typeface="Yu Gothic UI" panose="020B0500000000000000" pitchFamily="34" charset="-128"/>
                <a:cs typeface="Yu Gothic"/>
              </a:rPr>
              <a:t>に保存します。</a:t>
            </a:r>
          </a:p>
        </p:txBody>
      </p:sp>
    </p:spTree>
    <p:extLst>
      <p:ext uri="{BB962C8B-B14F-4D97-AF65-F5344CB8AC3E}">
        <p14:creationId xmlns:p14="http://schemas.microsoft.com/office/powerpoint/2010/main" val="222394647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8106CF9-85B1-A441-815E-8F12F30087E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正方形/長方形 8">
            <a:extLst>
              <a:ext uri="{FF2B5EF4-FFF2-40B4-BE49-F238E27FC236}">
                <a16:creationId xmlns:a16="http://schemas.microsoft.com/office/drawing/2014/main" id="{D5E0A10A-6CAC-072C-ADF4-1B13862AF756}"/>
              </a:ext>
            </a:extLst>
          </p:cNvPr>
          <p:cNvSpPr>
            <a:spLocks noGrp="1"/>
          </p:cNvSpPr>
          <p:nvPr/>
        </p:nvSpPr>
        <p:spPr>
          <a:xfrm>
            <a:off x="685800" y="400050"/>
            <a:ext cx="8953500" cy="4953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>
              <a:defRPr sz="2325" b="1">
                <a:solidFill>
                  <a:srgbClr val="1F2937"/>
                </a:solidFill>
                <a:latin typeface="Yu Gothic"/>
                <a:ea typeface="Yu Gothic"/>
                <a:cs typeface="Yu Gothic"/>
              </a:defRPr>
            </a:pPr>
            <a:r>
              <a:rPr lang="ja-JP" altLang="en-US" sz="2000" b="1">
                <a:solidFill>
                  <a:srgbClr val="1F2937"/>
                </a:solidFill>
                <a:latin typeface="Yu Gothic"/>
                <a:ea typeface="Yu Gothic"/>
                <a:cs typeface="Yu Gothic"/>
              </a:rPr>
              <a:t>第</a:t>
            </a:r>
            <a:r>
              <a:rPr lang="en-US" altLang="ja-JP" sz="2000" b="1" dirty="0">
                <a:solidFill>
                  <a:srgbClr val="1F2937"/>
                </a:solidFill>
                <a:latin typeface="Yu Gothic"/>
                <a:ea typeface="Yu Gothic"/>
                <a:cs typeface="Yu Gothic"/>
              </a:rPr>
              <a:t>5</a:t>
            </a:r>
            <a:r>
              <a:rPr lang="ja-JP" altLang="en-US" sz="2000" b="1">
                <a:solidFill>
                  <a:srgbClr val="1F2937"/>
                </a:solidFill>
                <a:latin typeface="Yu Gothic"/>
                <a:ea typeface="Yu Gothic"/>
                <a:cs typeface="Yu Gothic"/>
              </a:rPr>
              <a:t>回、第</a:t>
            </a:r>
            <a:r>
              <a:rPr lang="en-US" altLang="ja-JP" sz="2000" b="1" dirty="0">
                <a:solidFill>
                  <a:srgbClr val="1F2937"/>
                </a:solidFill>
                <a:latin typeface="Yu Gothic"/>
                <a:ea typeface="Yu Gothic"/>
                <a:cs typeface="Yu Gothic"/>
              </a:rPr>
              <a:t>6</a:t>
            </a:r>
            <a:r>
              <a:rPr lang="ja-JP" altLang="en-US" sz="2000" b="1">
                <a:solidFill>
                  <a:srgbClr val="1F2937"/>
                </a:solidFill>
                <a:latin typeface="Yu Gothic"/>
                <a:ea typeface="Yu Gothic"/>
                <a:cs typeface="Yu Gothic"/>
              </a:rPr>
              <a:t>回で利用するサンプルアプリのリポジトリ</a:t>
            </a:r>
            <a:endParaRPr lang="ja-JP" altLang="en-US" sz="2000" b="1" dirty="0">
              <a:solidFill>
                <a:srgbClr val="1F2937"/>
              </a:solidFill>
              <a:latin typeface="Yu Gothic"/>
              <a:ea typeface="Yu Gothic"/>
              <a:cs typeface="Yu Gothic"/>
            </a:endParaRPr>
          </a:p>
        </p:txBody>
      </p:sp>
      <p:sp>
        <p:nvSpPr>
          <p:cNvPr id="2" name="正方形/長方形 1">
            <a:extLst>
              <a:ext uri="{FF2B5EF4-FFF2-40B4-BE49-F238E27FC236}">
                <a16:creationId xmlns:a16="http://schemas.microsoft.com/office/drawing/2014/main" id="{87280CEB-5198-62BF-36FB-E7BEF5741433}"/>
              </a:ext>
            </a:extLst>
          </p:cNvPr>
          <p:cNvSpPr>
            <a:spLocks noGrp="1"/>
          </p:cNvSpPr>
          <p:nvPr/>
        </p:nvSpPr>
        <p:spPr>
          <a:xfrm>
            <a:off x="685800" y="876300"/>
            <a:ext cx="36195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13" b="0">
                <a:solidFill>
                  <a:srgbClr val="667085"/>
                </a:solidFill>
                <a:latin typeface="Yu Gothic UI"/>
                <a:ea typeface="Yu Gothic UI"/>
                <a:cs typeface="Yu Gothic UI"/>
              </a:defRPr>
            </a:pPr>
            <a:r>
              <a:rPr sz="713" b="0" dirty="0">
                <a:solidFill>
                  <a:srgbClr val="667085"/>
                </a:solidFill>
                <a:latin typeface="Yu Gothic UI"/>
                <a:ea typeface="Yu Gothic UI"/>
                <a:cs typeface="Yu Gothic UI"/>
              </a:rPr>
              <a:t>Azure Workshop for Beginners </a:t>
            </a:r>
            <a:r>
              <a:rPr lang="ja-JP" altLang="en-US" sz="713" b="0">
                <a:solidFill>
                  <a:srgbClr val="667085"/>
                </a:solidFill>
                <a:latin typeface="Yu Gothic UI"/>
                <a:ea typeface="Yu Gothic UI"/>
                <a:cs typeface="Yu Gothic UI"/>
              </a:rPr>
              <a:t> </a:t>
            </a:r>
            <a:r>
              <a:rPr lang="en-US" altLang="ja-JP" sz="713" b="0" dirty="0">
                <a:solidFill>
                  <a:srgbClr val="667085"/>
                </a:solidFill>
                <a:latin typeface="Yu Gothic UI"/>
                <a:ea typeface="Yu Gothic UI"/>
                <a:cs typeface="Yu Gothic UI"/>
              </a:rPr>
              <a:t>| </a:t>
            </a:r>
            <a:r>
              <a:rPr lang="ja-JP" altLang="en-US" sz="713" b="0">
                <a:solidFill>
                  <a:srgbClr val="667085"/>
                </a:solidFill>
                <a:latin typeface="Yu Gothic UI"/>
                <a:ea typeface="Yu Gothic UI"/>
                <a:cs typeface="Yu Gothic UI"/>
              </a:rPr>
              <a:t>第</a:t>
            </a:r>
            <a:r>
              <a:rPr lang="en-US" altLang="ja-JP" sz="713" b="0" dirty="0">
                <a:solidFill>
                  <a:srgbClr val="667085"/>
                </a:solidFill>
                <a:latin typeface="Yu Gothic UI"/>
                <a:ea typeface="Yu Gothic UI"/>
                <a:cs typeface="Yu Gothic UI"/>
              </a:rPr>
              <a:t>6</a:t>
            </a:r>
            <a:r>
              <a:rPr lang="ja-JP" altLang="en-US" sz="713" b="0">
                <a:solidFill>
                  <a:srgbClr val="667085"/>
                </a:solidFill>
                <a:latin typeface="Yu Gothic UI"/>
                <a:ea typeface="Yu Gothic UI"/>
                <a:cs typeface="Yu Gothic UI"/>
              </a:rPr>
              <a:t>回</a:t>
            </a:r>
            <a:endParaRPr sz="713" b="0" dirty="0">
              <a:solidFill>
                <a:srgbClr val="667085"/>
              </a:solidFill>
              <a:latin typeface="Yu Gothic UI"/>
              <a:ea typeface="Yu Gothic UI"/>
              <a:cs typeface="Yu Gothic UI"/>
            </a:endParaRPr>
          </a:p>
        </p:txBody>
      </p:sp>
      <p:sp>
        <p:nvSpPr>
          <p:cNvPr id="4" name="正方形/長方形 3">
            <a:extLst>
              <a:ext uri="{FF2B5EF4-FFF2-40B4-BE49-F238E27FC236}">
                <a16:creationId xmlns:a16="http://schemas.microsoft.com/office/drawing/2014/main" id="{5E5F8FAE-8F7E-44BD-99F9-A8E73DE15B28}"/>
              </a:ext>
            </a:extLst>
          </p:cNvPr>
          <p:cNvSpPr>
            <a:spLocks noGrp="1"/>
          </p:cNvSpPr>
          <p:nvPr/>
        </p:nvSpPr>
        <p:spPr>
          <a:xfrm>
            <a:off x="685800" y="1200150"/>
            <a:ext cx="10820400" cy="14288"/>
          </a:xfrm>
          <a:prstGeom prst="rect">
            <a:avLst/>
          </a:prstGeom>
          <a:solidFill>
            <a:srgbClr val="D0D5DD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5" name="正方形/長方形 4">
            <a:extLst>
              <a:ext uri="{FF2B5EF4-FFF2-40B4-BE49-F238E27FC236}">
                <a16:creationId xmlns:a16="http://schemas.microsoft.com/office/drawing/2014/main" id="{FCBA067F-B402-5553-E017-26B79DB20E8F}"/>
              </a:ext>
            </a:extLst>
          </p:cNvPr>
          <p:cNvSpPr>
            <a:spLocks noGrp="1"/>
          </p:cNvSpPr>
          <p:nvPr/>
        </p:nvSpPr>
        <p:spPr>
          <a:xfrm>
            <a:off x="685800" y="1352550"/>
            <a:ext cx="10820400" cy="552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19050" rIns="0" bIns="0" anchor="t"/>
          <a:lstStyle/>
          <a:p>
            <a:pPr>
              <a:defRPr sz="1350" b="0">
                <a:solidFill>
                  <a:srgbClr val="64748B"/>
                </a:solidFill>
                <a:latin typeface="Yu Gothic"/>
                <a:ea typeface="Yu Gothic"/>
                <a:cs typeface="Yu Gothic"/>
              </a:defRPr>
            </a:pPr>
            <a:r>
              <a:rPr lang="ja-JP" altLang="en-US" sz="1200">
                <a:solidFill>
                  <a:srgbClr val="64748B"/>
                </a:solidFill>
                <a:latin typeface="Yu Gothic"/>
                <a:ea typeface="Yu Gothic"/>
                <a:cs typeface="Yu Gothic"/>
              </a:rPr>
              <a:t>第</a:t>
            </a:r>
            <a:r>
              <a:rPr lang="en-US" altLang="ja-JP" sz="1200" dirty="0">
                <a:solidFill>
                  <a:srgbClr val="64748B"/>
                </a:solidFill>
                <a:latin typeface="Yu Gothic"/>
                <a:ea typeface="Yu Gothic"/>
                <a:cs typeface="Yu Gothic"/>
              </a:rPr>
              <a:t>5</a:t>
            </a:r>
            <a:r>
              <a:rPr lang="ja-JP" altLang="en-US" sz="1200">
                <a:solidFill>
                  <a:srgbClr val="64748B"/>
                </a:solidFill>
                <a:latin typeface="Yu Gothic"/>
                <a:ea typeface="Yu Gothic"/>
                <a:cs typeface="Yu Gothic"/>
              </a:rPr>
              <a:t>回、第</a:t>
            </a:r>
            <a:r>
              <a:rPr lang="en-US" altLang="ja-JP" sz="1200" dirty="0">
                <a:solidFill>
                  <a:srgbClr val="64748B"/>
                </a:solidFill>
                <a:latin typeface="Yu Gothic"/>
                <a:ea typeface="Yu Gothic"/>
                <a:cs typeface="Yu Gothic"/>
              </a:rPr>
              <a:t>6</a:t>
            </a:r>
            <a:r>
              <a:rPr lang="ja-JP" altLang="en-US" sz="1200">
                <a:solidFill>
                  <a:srgbClr val="64748B"/>
                </a:solidFill>
                <a:latin typeface="Yu Gothic"/>
                <a:ea typeface="Yu Gothic"/>
                <a:cs typeface="Yu Gothic"/>
              </a:rPr>
              <a:t>回のハンズオンでは下記の</a:t>
            </a:r>
            <a:r>
              <a:rPr lang="en-US" altLang="ja-JP" sz="1200" dirty="0">
                <a:solidFill>
                  <a:srgbClr val="64748B"/>
                </a:solidFill>
                <a:latin typeface="Yu Gothic"/>
                <a:ea typeface="Yu Gothic"/>
                <a:cs typeface="Yu Gothic"/>
              </a:rPr>
              <a:t> </a:t>
            </a:r>
            <a:r>
              <a:rPr lang="en-US" altLang="ja-JP" sz="1200" dirty="0" err="1">
                <a:solidFill>
                  <a:srgbClr val="64748B"/>
                </a:solidFill>
                <a:latin typeface="Yu Gothic"/>
                <a:ea typeface="Yu Gothic"/>
                <a:cs typeface="Yu Gothic"/>
              </a:rPr>
              <a:t>GtiHub</a:t>
            </a:r>
            <a:r>
              <a:rPr lang="en-US" altLang="ja-JP" sz="1200" dirty="0">
                <a:solidFill>
                  <a:srgbClr val="64748B"/>
                </a:solidFill>
                <a:latin typeface="Yu Gothic"/>
                <a:ea typeface="Yu Gothic"/>
                <a:cs typeface="Yu Gothic"/>
              </a:rPr>
              <a:t> </a:t>
            </a:r>
            <a:r>
              <a:rPr lang="ja-JP" altLang="en-US" sz="1200">
                <a:solidFill>
                  <a:srgbClr val="64748B"/>
                </a:solidFill>
                <a:latin typeface="Yu Gothic"/>
                <a:ea typeface="Yu Gothic"/>
                <a:cs typeface="Yu Gothic"/>
              </a:rPr>
              <a:t>リポジトリで公開されているサンプルアプリを利用します。</a:t>
            </a:r>
            <a:endParaRPr lang="en-US" altLang="ja-JP" sz="1200" dirty="0">
              <a:solidFill>
                <a:srgbClr val="64748B"/>
              </a:solidFill>
              <a:latin typeface="Yu Gothic"/>
              <a:ea typeface="Yu Gothic"/>
              <a:cs typeface="Yu Gothic"/>
            </a:endParaRPr>
          </a:p>
          <a:p>
            <a:pPr>
              <a:defRPr sz="1350" b="0">
                <a:solidFill>
                  <a:srgbClr val="64748B"/>
                </a:solidFill>
                <a:latin typeface="Yu Gothic"/>
                <a:ea typeface="Yu Gothic"/>
                <a:cs typeface="Yu Gothic"/>
              </a:defRPr>
            </a:pPr>
            <a:endParaRPr lang="en-US" altLang="ja-JP" sz="1200" dirty="0">
              <a:solidFill>
                <a:srgbClr val="64748B"/>
              </a:solidFill>
              <a:latin typeface="Yu Gothic"/>
              <a:ea typeface="Yu Gothic"/>
              <a:cs typeface="Yu Gothic"/>
            </a:endParaRPr>
          </a:p>
          <a:p>
            <a:pPr>
              <a:defRPr sz="1350" b="0">
                <a:solidFill>
                  <a:srgbClr val="64748B"/>
                </a:solidFill>
                <a:latin typeface="Yu Gothic"/>
                <a:ea typeface="Yu Gothic"/>
                <a:cs typeface="Yu Gothic"/>
              </a:defRPr>
            </a:pPr>
            <a:r>
              <a:rPr lang="ja-JP" altLang="en-US" sz="1200">
                <a:solidFill>
                  <a:srgbClr val="64748B"/>
                </a:solidFill>
                <a:latin typeface="Yu Gothic"/>
                <a:ea typeface="Yu Gothic"/>
                <a:cs typeface="Yu Gothic"/>
              </a:rPr>
              <a:t>リポジトリ</a:t>
            </a:r>
            <a:r>
              <a:rPr lang="en-US" altLang="ja-JP" sz="1200" dirty="0">
                <a:solidFill>
                  <a:srgbClr val="64748B"/>
                </a:solidFill>
                <a:latin typeface="Yu Gothic"/>
                <a:ea typeface="Yu Gothic"/>
                <a:cs typeface="Yu Gothic"/>
              </a:rPr>
              <a:t>: </a:t>
            </a:r>
            <a:r>
              <a:rPr lang="en-US" altLang="ja-JP" sz="1200" dirty="0">
                <a:solidFill>
                  <a:srgbClr val="64748B"/>
                </a:solidFill>
                <a:latin typeface="Yu Gothic"/>
                <a:ea typeface="Yu Gothic"/>
                <a:cs typeface="Yu Gothic"/>
                <a:hlinkClick r:id="rId3"/>
              </a:rPr>
              <a:t>https://</a:t>
            </a:r>
            <a:r>
              <a:rPr lang="en-US" altLang="ja-JP" sz="1200" dirty="0" err="1">
                <a:solidFill>
                  <a:srgbClr val="64748B"/>
                </a:solidFill>
                <a:latin typeface="Yu Gothic"/>
                <a:ea typeface="Yu Gothic"/>
                <a:cs typeface="Yu Gothic"/>
                <a:hlinkClick r:id="rId3"/>
              </a:rPr>
              <a:t>github.com</a:t>
            </a:r>
            <a:r>
              <a:rPr lang="en-US" altLang="ja-JP" sz="1200" dirty="0">
                <a:solidFill>
                  <a:srgbClr val="64748B"/>
                </a:solidFill>
                <a:latin typeface="Yu Gothic"/>
                <a:ea typeface="Yu Gothic"/>
                <a:cs typeface="Yu Gothic"/>
                <a:hlinkClick r:id="rId3"/>
              </a:rPr>
              <a:t>/Liminghao0922/</a:t>
            </a:r>
            <a:r>
              <a:rPr lang="en-US" altLang="ja-JP" sz="1200" dirty="0" err="1">
                <a:solidFill>
                  <a:srgbClr val="64748B"/>
                </a:solidFill>
                <a:latin typeface="Yu Gothic"/>
                <a:ea typeface="Yu Gothic"/>
                <a:cs typeface="Yu Gothic"/>
                <a:hlinkClick r:id="rId3"/>
              </a:rPr>
              <a:t>todomanagement</a:t>
            </a:r>
            <a:endParaRPr lang="ja-JP" altLang="en-US" sz="1200" dirty="0">
              <a:solidFill>
                <a:srgbClr val="64748B"/>
              </a:solidFill>
              <a:latin typeface="Yu Gothic"/>
              <a:ea typeface="Yu Gothic"/>
              <a:cs typeface="Yu Gothic"/>
            </a:endParaRPr>
          </a:p>
        </p:txBody>
      </p:sp>
      <p:pic>
        <p:nvPicPr>
          <p:cNvPr id="7" name="図 6">
            <a:extLst>
              <a:ext uri="{FF2B5EF4-FFF2-40B4-BE49-F238E27FC236}">
                <a16:creationId xmlns:a16="http://schemas.microsoft.com/office/drawing/2014/main" id="{DA80FDF9-68F3-47F7-8749-84E33F0D2DF1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2428568" y="2043112"/>
            <a:ext cx="7334863" cy="45842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0289338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94053C7-CEE3-D65A-340C-779BC7B31CB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正方形/長方形 8">
            <a:extLst>
              <a:ext uri="{FF2B5EF4-FFF2-40B4-BE49-F238E27FC236}">
                <a16:creationId xmlns:a16="http://schemas.microsoft.com/office/drawing/2014/main" id="{F7E21676-1E53-3FB8-4E35-B11021D8F40A}"/>
              </a:ext>
            </a:extLst>
          </p:cNvPr>
          <p:cNvSpPr>
            <a:spLocks noGrp="1"/>
          </p:cNvSpPr>
          <p:nvPr/>
        </p:nvSpPr>
        <p:spPr>
          <a:xfrm>
            <a:off x="685800" y="400050"/>
            <a:ext cx="8953500" cy="4953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>
              <a:defRPr sz="2025" b="1">
                <a:solidFill>
                  <a:srgbClr val="1F2937"/>
                </a:solidFill>
                <a:latin typeface="Meiryo UI"/>
                <a:ea typeface="Meiryo UI"/>
                <a:cs typeface="Meiryo UI"/>
              </a:defRPr>
            </a:pPr>
            <a:r>
              <a:rPr lang="ja-JP" altLang="en-US" sz="2000" b="1">
                <a:solidFill>
                  <a:srgbClr val="1F2937"/>
                </a:solidFill>
                <a:latin typeface="Yu Gothic"/>
                <a:ea typeface="Yu Gothic"/>
                <a:cs typeface="Yu Gothic"/>
              </a:rPr>
              <a:t>第</a:t>
            </a:r>
            <a:r>
              <a:rPr lang="en-US" altLang="ja-JP" sz="2000" b="1" dirty="0">
                <a:solidFill>
                  <a:srgbClr val="1F2937"/>
                </a:solidFill>
                <a:latin typeface="Yu Gothic"/>
                <a:ea typeface="Yu Gothic"/>
                <a:cs typeface="Yu Gothic"/>
              </a:rPr>
              <a:t>5</a:t>
            </a:r>
            <a:r>
              <a:rPr lang="ja-JP" altLang="en-US" sz="2000" b="1">
                <a:solidFill>
                  <a:srgbClr val="1F2937"/>
                </a:solidFill>
                <a:latin typeface="Yu Gothic"/>
                <a:ea typeface="Yu Gothic"/>
                <a:cs typeface="Yu Gothic"/>
              </a:rPr>
              <a:t>回と第</a:t>
            </a:r>
            <a:r>
              <a:rPr lang="en-US" altLang="ja-JP" sz="2000" b="1" dirty="0">
                <a:solidFill>
                  <a:srgbClr val="1F2937"/>
                </a:solidFill>
                <a:latin typeface="Yu Gothic"/>
                <a:ea typeface="Yu Gothic"/>
                <a:cs typeface="Yu Gothic"/>
              </a:rPr>
              <a:t>6</a:t>
            </a:r>
            <a:r>
              <a:rPr lang="ja-JP" altLang="en-US" sz="2000" b="1">
                <a:solidFill>
                  <a:srgbClr val="1F2937"/>
                </a:solidFill>
                <a:latin typeface="Yu Gothic"/>
                <a:ea typeface="Yu Gothic"/>
                <a:cs typeface="Yu Gothic"/>
              </a:rPr>
              <a:t>回の分担</a:t>
            </a:r>
          </a:p>
        </p:txBody>
      </p:sp>
      <p:sp>
        <p:nvSpPr>
          <p:cNvPr id="2" name="正方形/長方形 1">
            <a:extLst>
              <a:ext uri="{FF2B5EF4-FFF2-40B4-BE49-F238E27FC236}">
                <a16:creationId xmlns:a16="http://schemas.microsoft.com/office/drawing/2014/main" id="{E52E35EF-46A6-B750-3D0A-4D1EA85FCD69}"/>
              </a:ext>
            </a:extLst>
          </p:cNvPr>
          <p:cNvSpPr>
            <a:spLocks noGrp="1"/>
          </p:cNvSpPr>
          <p:nvPr/>
        </p:nvSpPr>
        <p:spPr>
          <a:xfrm>
            <a:off x="685800" y="876300"/>
            <a:ext cx="36195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13" b="0">
                <a:solidFill>
                  <a:srgbClr val="667085"/>
                </a:solidFill>
                <a:latin typeface="Yu Gothic UI"/>
                <a:ea typeface="Yu Gothic UI"/>
                <a:cs typeface="Yu Gothic UI"/>
              </a:defRPr>
            </a:pPr>
            <a:r>
              <a:rPr sz="713" b="0" dirty="0">
                <a:solidFill>
                  <a:srgbClr val="667085"/>
                </a:solidFill>
                <a:latin typeface="Yu Gothic UI"/>
                <a:ea typeface="Yu Gothic UI"/>
                <a:cs typeface="Yu Gothic UI"/>
              </a:rPr>
              <a:t>Azure Workshop for Beginners </a:t>
            </a:r>
            <a:r>
              <a:rPr lang="ja-JP" altLang="en-US" sz="713" b="0">
                <a:solidFill>
                  <a:srgbClr val="667085"/>
                </a:solidFill>
                <a:latin typeface="Yu Gothic UI"/>
                <a:ea typeface="Yu Gothic UI"/>
                <a:cs typeface="Yu Gothic UI"/>
              </a:rPr>
              <a:t> </a:t>
            </a:r>
            <a:r>
              <a:rPr lang="en-US" altLang="ja-JP" sz="713" b="0" dirty="0">
                <a:solidFill>
                  <a:srgbClr val="667085"/>
                </a:solidFill>
                <a:latin typeface="Yu Gothic UI"/>
                <a:ea typeface="Yu Gothic UI"/>
                <a:cs typeface="Yu Gothic UI"/>
              </a:rPr>
              <a:t>| </a:t>
            </a:r>
            <a:r>
              <a:rPr lang="ja-JP" altLang="en-US" sz="713" b="0">
                <a:solidFill>
                  <a:srgbClr val="667085"/>
                </a:solidFill>
                <a:latin typeface="Yu Gothic UI"/>
                <a:ea typeface="Yu Gothic UI"/>
                <a:cs typeface="Yu Gothic UI"/>
              </a:rPr>
              <a:t>第</a:t>
            </a:r>
            <a:r>
              <a:rPr lang="en-US" altLang="ja-JP" sz="713" b="0" dirty="0">
                <a:solidFill>
                  <a:srgbClr val="667085"/>
                </a:solidFill>
                <a:latin typeface="Yu Gothic UI"/>
                <a:ea typeface="Yu Gothic UI"/>
                <a:cs typeface="Yu Gothic UI"/>
              </a:rPr>
              <a:t>6</a:t>
            </a:r>
            <a:r>
              <a:rPr lang="ja-JP" altLang="en-US" sz="713" b="0">
                <a:solidFill>
                  <a:srgbClr val="667085"/>
                </a:solidFill>
                <a:latin typeface="Yu Gothic UI"/>
                <a:ea typeface="Yu Gothic UI"/>
                <a:cs typeface="Yu Gothic UI"/>
              </a:rPr>
              <a:t>回</a:t>
            </a:r>
            <a:endParaRPr sz="713" b="0" dirty="0">
              <a:solidFill>
                <a:srgbClr val="667085"/>
              </a:solidFill>
              <a:latin typeface="Yu Gothic UI"/>
              <a:ea typeface="Yu Gothic UI"/>
              <a:cs typeface="Yu Gothic UI"/>
            </a:endParaRPr>
          </a:p>
        </p:txBody>
      </p:sp>
      <p:sp>
        <p:nvSpPr>
          <p:cNvPr id="4" name="正方形/長方形 3">
            <a:extLst>
              <a:ext uri="{FF2B5EF4-FFF2-40B4-BE49-F238E27FC236}">
                <a16:creationId xmlns:a16="http://schemas.microsoft.com/office/drawing/2014/main" id="{EEBD567C-4634-4790-5A66-BCD2D07C2811}"/>
              </a:ext>
            </a:extLst>
          </p:cNvPr>
          <p:cNvSpPr>
            <a:spLocks noGrp="1"/>
          </p:cNvSpPr>
          <p:nvPr/>
        </p:nvSpPr>
        <p:spPr>
          <a:xfrm>
            <a:off x="685800" y="1200150"/>
            <a:ext cx="10820400" cy="14288"/>
          </a:xfrm>
          <a:prstGeom prst="rect">
            <a:avLst/>
          </a:prstGeom>
          <a:solidFill>
            <a:srgbClr val="D0D5DD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5" name="正方形/長方形 4">
            <a:extLst>
              <a:ext uri="{FF2B5EF4-FFF2-40B4-BE49-F238E27FC236}">
                <a16:creationId xmlns:a16="http://schemas.microsoft.com/office/drawing/2014/main" id="{F7215B81-7CF3-B043-DFA0-36DCB924BEEC}"/>
              </a:ext>
            </a:extLst>
          </p:cNvPr>
          <p:cNvSpPr>
            <a:spLocks noGrp="1"/>
          </p:cNvSpPr>
          <p:nvPr/>
        </p:nvSpPr>
        <p:spPr>
          <a:xfrm>
            <a:off x="685800" y="1352550"/>
            <a:ext cx="10820400" cy="552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19050" rIns="0" bIns="0" anchor="t"/>
          <a:lstStyle/>
          <a:p>
            <a:pPr>
              <a:defRPr sz="1350" b="0">
                <a:solidFill>
                  <a:srgbClr val="64748B"/>
                </a:solidFill>
                <a:latin typeface="Yu Gothic"/>
                <a:ea typeface="Yu Gothic"/>
                <a:cs typeface="Yu Gothic"/>
              </a:defRPr>
            </a:pPr>
            <a:r>
              <a:rPr lang="en-US" altLang="ja-JP" sz="1200" dirty="0">
                <a:solidFill>
                  <a:srgbClr val="64748B"/>
                </a:solidFill>
                <a:latin typeface="Yu Gothic"/>
                <a:ea typeface="Yu Gothic"/>
                <a:cs typeface="Yu Gothic"/>
              </a:rPr>
              <a:t>2</a:t>
            </a:r>
            <a:r>
              <a:rPr lang="ja-JP" altLang="en-US" sz="1200">
                <a:solidFill>
                  <a:srgbClr val="64748B"/>
                </a:solidFill>
                <a:latin typeface="Yu Gothic"/>
                <a:ea typeface="Yu Gothic"/>
                <a:cs typeface="Yu Gothic"/>
              </a:rPr>
              <a:t>回続きのハンズオンなので、今日は土台を作って引き継ぐ日、第</a:t>
            </a:r>
            <a:r>
              <a:rPr lang="en-US" altLang="ja-JP" sz="1200" dirty="0">
                <a:solidFill>
                  <a:srgbClr val="64748B"/>
                </a:solidFill>
                <a:latin typeface="Yu Gothic"/>
                <a:ea typeface="Yu Gothic"/>
                <a:cs typeface="Yu Gothic"/>
              </a:rPr>
              <a:t>6</a:t>
            </a:r>
            <a:r>
              <a:rPr lang="ja-JP" altLang="en-US" sz="1200">
                <a:solidFill>
                  <a:srgbClr val="64748B"/>
                </a:solidFill>
                <a:latin typeface="Yu Gothic"/>
                <a:ea typeface="Yu Gothic"/>
                <a:cs typeface="Yu Gothic"/>
              </a:rPr>
              <a:t>回は </a:t>
            </a:r>
            <a:r>
              <a:rPr lang="en" altLang="ja-JP" sz="1200" dirty="0">
                <a:solidFill>
                  <a:srgbClr val="64748B"/>
                </a:solidFill>
                <a:latin typeface="Yu Gothic"/>
                <a:ea typeface="Yu Gothic"/>
                <a:cs typeface="Yu Gothic"/>
              </a:rPr>
              <a:t>GitHub Actions </a:t>
            </a:r>
            <a:r>
              <a:rPr lang="ja-JP" altLang="en-US" sz="1200">
                <a:solidFill>
                  <a:srgbClr val="64748B"/>
                </a:solidFill>
                <a:latin typeface="Yu Gothic"/>
                <a:ea typeface="Yu Gothic"/>
                <a:cs typeface="Yu Gothic"/>
              </a:rPr>
              <a:t>で実アプリをデプロイして動作確認する日、と分けて考えます。</a:t>
            </a:r>
            <a:endParaRPr lang="ja-JP" altLang="en-US" sz="1200" dirty="0">
              <a:solidFill>
                <a:srgbClr val="64748B"/>
              </a:solidFill>
              <a:latin typeface="Yu Gothic"/>
              <a:ea typeface="Yu Gothic"/>
              <a:cs typeface="Yu Gothic"/>
            </a:endParaRPr>
          </a:p>
        </p:txBody>
      </p:sp>
      <p:sp>
        <p:nvSpPr>
          <p:cNvPr id="3" name="角丸四角形 2">
            <a:extLst>
              <a:ext uri="{FF2B5EF4-FFF2-40B4-BE49-F238E27FC236}">
                <a16:creationId xmlns:a16="http://schemas.microsoft.com/office/drawing/2014/main" id="{A3778EB9-7232-FFD1-6D12-02EE2A424EDF}"/>
              </a:ext>
            </a:extLst>
          </p:cNvPr>
          <p:cNvSpPr/>
          <p:nvPr/>
        </p:nvSpPr>
        <p:spPr>
          <a:xfrm>
            <a:off x="1199535" y="2099855"/>
            <a:ext cx="4621161" cy="3881845"/>
          </a:xfrm>
          <a:prstGeom prst="roundRect">
            <a:avLst>
              <a:gd name="adj" fmla="val 5697"/>
            </a:avLst>
          </a:prstGeom>
          <a:noFill/>
          <a:ln w="19050">
            <a:solidFill>
              <a:schemeClr val="bg2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8" name="テキスト ボックス 7">
            <a:extLst>
              <a:ext uri="{FF2B5EF4-FFF2-40B4-BE49-F238E27FC236}">
                <a16:creationId xmlns:a16="http://schemas.microsoft.com/office/drawing/2014/main" id="{3367D66E-4C78-9042-9DE6-96C6D1A36FBA}"/>
              </a:ext>
            </a:extLst>
          </p:cNvPr>
          <p:cNvSpPr txBox="1"/>
          <p:nvPr/>
        </p:nvSpPr>
        <p:spPr>
          <a:xfrm>
            <a:off x="2826671" y="2191636"/>
            <a:ext cx="136688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ja-JP" altLang="en-US">
                <a:latin typeface="Yu Gothic UI" panose="020B0500000000000000" pitchFamily="34" charset="-128"/>
                <a:ea typeface="Yu Gothic UI" panose="020B0500000000000000" pitchFamily="34" charset="-128"/>
              </a:rPr>
              <a:t>第</a:t>
            </a:r>
            <a:r>
              <a:rPr kumimoji="1" lang="en-US" altLang="ja-JP" dirty="0">
                <a:latin typeface="Yu Gothic UI" panose="020B0500000000000000" pitchFamily="34" charset="-128"/>
                <a:ea typeface="Yu Gothic UI" panose="020B0500000000000000" pitchFamily="34" charset="-128"/>
              </a:rPr>
              <a:t>5</a:t>
            </a:r>
            <a:r>
              <a:rPr kumimoji="1" lang="ja-JP" altLang="en-US">
                <a:latin typeface="Yu Gothic UI" panose="020B0500000000000000" pitchFamily="34" charset="-128"/>
                <a:ea typeface="Yu Gothic UI" panose="020B0500000000000000" pitchFamily="34" charset="-128"/>
              </a:rPr>
              <a:t>回</a:t>
            </a:r>
          </a:p>
        </p:txBody>
      </p:sp>
      <p:sp>
        <p:nvSpPr>
          <p:cNvPr id="10" name="テキスト ボックス 9">
            <a:extLst>
              <a:ext uri="{FF2B5EF4-FFF2-40B4-BE49-F238E27FC236}">
                <a16:creationId xmlns:a16="http://schemas.microsoft.com/office/drawing/2014/main" id="{C20B20C8-46BC-36B5-C67D-84DDC2F83D7E}"/>
              </a:ext>
            </a:extLst>
          </p:cNvPr>
          <p:cNvSpPr txBox="1"/>
          <p:nvPr/>
        </p:nvSpPr>
        <p:spPr>
          <a:xfrm>
            <a:off x="7998440" y="2191636"/>
            <a:ext cx="136688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ja-JP" altLang="en-US">
                <a:latin typeface="Yu Gothic UI" panose="020B0500000000000000" pitchFamily="34" charset="-128"/>
                <a:ea typeface="Yu Gothic UI" panose="020B0500000000000000" pitchFamily="34" charset="-128"/>
              </a:rPr>
              <a:t>第</a:t>
            </a:r>
            <a:r>
              <a:rPr kumimoji="1" lang="en-US" altLang="ja-JP" dirty="0">
                <a:latin typeface="Yu Gothic UI" panose="020B0500000000000000" pitchFamily="34" charset="-128"/>
                <a:ea typeface="Yu Gothic UI" panose="020B0500000000000000" pitchFamily="34" charset="-128"/>
              </a:rPr>
              <a:t>6</a:t>
            </a:r>
            <a:r>
              <a:rPr kumimoji="1" lang="ja-JP" altLang="en-US">
                <a:latin typeface="Yu Gothic UI" panose="020B0500000000000000" pitchFamily="34" charset="-128"/>
                <a:ea typeface="Yu Gothic UI" panose="020B0500000000000000" pitchFamily="34" charset="-128"/>
              </a:rPr>
              <a:t>回</a:t>
            </a:r>
          </a:p>
        </p:txBody>
      </p:sp>
      <p:sp>
        <p:nvSpPr>
          <p:cNvPr id="11" name="角丸四角形 10">
            <a:extLst>
              <a:ext uri="{FF2B5EF4-FFF2-40B4-BE49-F238E27FC236}">
                <a16:creationId xmlns:a16="http://schemas.microsoft.com/office/drawing/2014/main" id="{579A1590-9F42-468A-6E46-E91847178196}"/>
              </a:ext>
            </a:extLst>
          </p:cNvPr>
          <p:cNvSpPr/>
          <p:nvPr/>
        </p:nvSpPr>
        <p:spPr>
          <a:xfrm>
            <a:off x="6371304" y="2099855"/>
            <a:ext cx="4621161" cy="3881845"/>
          </a:xfrm>
          <a:prstGeom prst="roundRect">
            <a:avLst>
              <a:gd name="adj" fmla="val 5697"/>
            </a:avLst>
          </a:prstGeom>
          <a:noFill/>
          <a:ln w="19050">
            <a:solidFill>
              <a:schemeClr val="bg2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2" name="角丸四角形 11">
            <a:extLst>
              <a:ext uri="{FF2B5EF4-FFF2-40B4-BE49-F238E27FC236}">
                <a16:creationId xmlns:a16="http://schemas.microsoft.com/office/drawing/2014/main" id="{19A78566-53BD-534A-5932-1F2A748D51C9}"/>
              </a:ext>
            </a:extLst>
          </p:cNvPr>
          <p:cNvSpPr/>
          <p:nvPr/>
        </p:nvSpPr>
        <p:spPr>
          <a:xfrm>
            <a:off x="1358437" y="2690812"/>
            <a:ext cx="1312607" cy="861192"/>
          </a:xfrm>
          <a:prstGeom prst="roundRect">
            <a:avLst>
              <a:gd name="adj" fmla="val 5697"/>
            </a:avLst>
          </a:prstGeom>
          <a:noFill/>
          <a:ln w="19050">
            <a:solidFill>
              <a:schemeClr val="bg2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3" name="テキスト ボックス 12">
            <a:extLst>
              <a:ext uri="{FF2B5EF4-FFF2-40B4-BE49-F238E27FC236}">
                <a16:creationId xmlns:a16="http://schemas.microsoft.com/office/drawing/2014/main" id="{81993D2B-A13A-8EDC-A5D9-B9C7F2ADCF9D}"/>
              </a:ext>
            </a:extLst>
          </p:cNvPr>
          <p:cNvSpPr txBox="1"/>
          <p:nvPr/>
        </p:nvSpPr>
        <p:spPr>
          <a:xfrm>
            <a:off x="1358437" y="3048552"/>
            <a:ext cx="131260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ja-JP" sz="1200" dirty="0">
                <a:latin typeface="Yu Gothic UI" panose="020B0500000000000000" pitchFamily="34" charset="-128"/>
                <a:ea typeface="Yu Gothic UI" panose="020B0500000000000000" pitchFamily="34" charset="-128"/>
              </a:rPr>
              <a:t>1. </a:t>
            </a:r>
            <a:r>
              <a:rPr kumimoji="1" lang="ja-JP" altLang="en-US" sz="1200">
                <a:latin typeface="Yu Gothic UI" panose="020B0500000000000000" pitchFamily="34" charset="-128"/>
                <a:ea typeface="Yu Gothic UI" panose="020B0500000000000000" pitchFamily="34" charset="-128"/>
              </a:rPr>
              <a:t>リソースグループの作成</a:t>
            </a:r>
          </a:p>
        </p:txBody>
      </p:sp>
      <p:pic>
        <p:nvPicPr>
          <p:cNvPr id="15" name="グラフィックス 14">
            <a:extLst>
              <a:ext uri="{FF2B5EF4-FFF2-40B4-BE49-F238E27FC236}">
                <a16:creationId xmlns:a16="http://schemas.microsoft.com/office/drawing/2014/main" id="{1DA34847-5DE7-A933-8A49-A06AE9979F91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870226" y="2727570"/>
            <a:ext cx="289027" cy="289027"/>
          </a:xfrm>
          <a:prstGeom prst="rect">
            <a:avLst/>
          </a:prstGeom>
        </p:spPr>
      </p:pic>
      <p:sp>
        <p:nvSpPr>
          <p:cNvPr id="16" name="角丸四角形 15">
            <a:extLst>
              <a:ext uri="{FF2B5EF4-FFF2-40B4-BE49-F238E27FC236}">
                <a16:creationId xmlns:a16="http://schemas.microsoft.com/office/drawing/2014/main" id="{256515AF-6D1F-5ED8-CBE1-F3DA05D08F2C}"/>
              </a:ext>
            </a:extLst>
          </p:cNvPr>
          <p:cNvSpPr/>
          <p:nvPr/>
        </p:nvSpPr>
        <p:spPr>
          <a:xfrm>
            <a:off x="2866589" y="2690812"/>
            <a:ext cx="1312607" cy="861192"/>
          </a:xfrm>
          <a:prstGeom prst="roundRect">
            <a:avLst>
              <a:gd name="adj" fmla="val 5697"/>
            </a:avLst>
          </a:prstGeom>
          <a:noFill/>
          <a:ln w="19050">
            <a:solidFill>
              <a:schemeClr val="bg2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0" name="テキスト ボックス 19">
            <a:extLst>
              <a:ext uri="{FF2B5EF4-FFF2-40B4-BE49-F238E27FC236}">
                <a16:creationId xmlns:a16="http://schemas.microsoft.com/office/drawing/2014/main" id="{A65030A1-8044-6164-7D47-0788648A1CFC}"/>
              </a:ext>
            </a:extLst>
          </p:cNvPr>
          <p:cNvSpPr txBox="1"/>
          <p:nvPr/>
        </p:nvSpPr>
        <p:spPr>
          <a:xfrm>
            <a:off x="2866589" y="3042277"/>
            <a:ext cx="131260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ja-JP" sz="1200" dirty="0">
                <a:latin typeface="Yu Gothic UI" panose="020B0500000000000000" pitchFamily="34" charset="-128"/>
                <a:ea typeface="Yu Gothic UI" panose="020B0500000000000000" pitchFamily="34" charset="-128"/>
              </a:rPr>
              <a:t>2. </a:t>
            </a:r>
            <a:r>
              <a:rPr kumimoji="1" lang="en-US" altLang="ja-JP" sz="1200" dirty="0" err="1">
                <a:latin typeface="Yu Gothic UI" panose="020B0500000000000000" pitchFamily="34" charset="-128"/>
                <a:ea typeface="Yu Gothic UI" panose="020B0500000000000000" pitchFamily="34" charset="-128"/>
              </a:rPr>
              <a:t>VNet</a:t>
            </a:r>
            <a:r>
              <a:rPr kumimoji="1" lang="ja-JP" altLang="en-US" sz="1200">
                <a:latin typeface="Yu Gothic UI" panose="020B0500000000000000" pitchFamily="34" charset="-128"/>
                <a:ea typeface="Yu Gothic UI" panose="020B0500000000000000" pitchFamily="34" charset="-128"/>
              </a:rPr>
              <a:t>、サブネットの作成</a:t>
            </a:r>
          </a:p>
        </p:txBody>
      </p:sp>
      <p:pic>
        <p:nvPicPr>
          <p:cNvPr id="22" name="グラフィックス 21">
            <a:extLst>
              <a:ext uri="{FF2B5EF4-FFF2-40B4-BE49-F238E27FC236}">
                <a16:creationId xmlns:a16="http://schemas.microsoft.com/office/drawing/2014/main" id="{D0128124-5AC0-3208-FE05-9C09F9E5C293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098777" y="2723242"/>
            <a:ext cx="319035" cy="319035"/>
          </a:xfrm>
          <a:prstGeom prst="rect">
            <a:avLst/>
          </a:prstGeom>
        </p:spPr>
      </p:pic>
      <p:pic>
        <p:nvPicPr>
          <p:cNvPr id="24" name="グラフィックス 23">
            <a:extLst>
              <a:ext uri="{FF2B5EF4-FFF2-40B4-BE49-F238E27FC236}">
                <a16:creationId xmlns:a16="http://schemas.microsoft.com/office/drawing/2014/main" id="{BE5B98FD-E35C-7CA3-A334-1E3FA3DFA34B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3576714" y="2725637"/>
            <a:ext cx="319035" cy="319035"/>
          </a:xfrm>
          <a:prstGeom prst="rect">
            <a:avLst/>
          </a:prstGeom>
        </p:spPr>
      </p:pic>
      <p:sp>
        <p:nvSpPr>
          <p:cNvPr id="25" name="角丸四角形 24">
            <a:extLst>
              <a:ext uri="{FF2B5EF4-FFF2-40B4-BE49-F238E27FC236}">
                <a16:creationId xmlns:a16="http://schemas.microsoft.com/office/drawing/2014/main" id="{B5D2C8D1-28FE-2AC4-379B-74F671B29FB6}"/>
              </a:ext>
            </a:extLst>
          </p:cNvPr>
          <p:cNvSpPr/>
          <p:nvPr/>
        </p:nvSpPr>
        <p:spPr>
          <a:xfrm>
            <a:off x="4374741" y="2690812"/>
            <a:ext cx="1312607" cy="861192"/>
          </a:xfrm>
          <a:prstGeom prst="roundRect">
            <a:avLst>
              <a:gd name="adj" fmla="val 5697"/>
            </a:avLst>
          </a:prstGeom>
          <a:noFill/>
          <a:ln w="19050">
            <a:solidFill>
              <a:schemeClr val="bg2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6" name="テキスト ボックス 25">
            <a:extLst>
              <a:ext uri="{FF2B5EF4-FFF2-40B4-BE49-F238E27FC236}">
                <a16:creationId xmlns:a16="http://schemas.microsoft.com/office/drawing/2014/main" id="{58C831F3-2CCA-065E-CF33-F992055A07CD}"/>
              </a:ext>
            </a:extLst>
          </p:cNvPr>
          <p:cNvSpPr txBox="1"/>
          <p:nvPr/>
        </p:nvSpPr>
        <p:spPr>
          <a:xfrm>
            <a:off x="4374741" y="3048552"/>
            <a:ext cx="1312607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ja-JP" sz="1200" dirty="0">
                <a:latin typeface="Yu Gothic UI" panose="020B0500000000000000" pitchFamily="34" charset="-128"/>
                <a:ea typeface="Yu Gothic UI" panose="020B0500000000000000" pitchFamily="34" charset="-128"/>
              </a:rPr>
              <a:t>3. ACR </a:t>
            </a:r>
            <a:r>
              <a:rPr kumimoji="1" lang="ja-JP" altLang="en-US" sz="1200">
                <a:latin typeface="Yu Gothic UI" panose="020B0500000000000000" pitchFamily="34" charset="-128"/>
                <a:ea typeface="Yu Gothic UI" panose="020B0500000000000000" pitchFamily="34" charset="-128"/>
              </a:rPr>
              <a:t>の作成</a:t>
            </a:r>
          </a:p>
        </p:txBody>
      </p:sp>
      <p:pic>
        <p:nvPicPr>
          <p:cNvPr id="29" name="グラフィックス 28">
            <a:extLst>
              <a:ext uri="{FF2B5EF4-FFF2-40B4-BE49-F238E27FC236}">
                <a16:creationId xmlns:a16="http://schemas.microsoft.com/office/drawing/2014/main" id="{A0A31B48-B0A2-FFB9-A2B3-C1F257F8F5B0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4892544" y="2744259"/>
            <a:ext cx="277000" cy="277000"/>
          </a:xfrm>
          <a:prstGeom prst="rect">
            <a:avLst/>
          </a:prstGeom>
        </p:spPr>
      </p:pic>
      <p:sp>
        <p:nvSpPr>
          <p:cNvPr id="30" name="角丸四角形 29">
            <a:extLst>
              <a:ext uri="{FF2B5EF4-FFF2-40B4-BE49-F238E27FC236}">
                <a16:creationId xmlns:a16="http://schemas.microsoft.com/office/drawing/2014/main" id="{62CEB75E-5210-A5F7-35F6-92F90830939E}"/>
              </a:ext>
            </a:extLst>
          </p:cNvPr>
          <p:cNvSpPr/>
          <p:nvPr/>
        </p:nvSpPr>
        <p:spPr>
          <a:xfrm>
            <a:off x="1358437" y="3904700"/>
            <a:ext cx="1312607" cy="861192"/>
          </a:xfrm>
          <a:prstGeom prst="roundRect">
            <a:avLst>
              <a:gd name="adj" fmla="val 5697"/>
            </a:avLst>
          </a:prstGeom>
          <a:noFill/>
          <a:ln w="19050">
            <a:solidFill>
              <a:schemeClr val="bg2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31" name="テキスト ボックス 30">
            <a:extLst>
              <a:ext uri="{FF2B5EF4-FFF2-40B4-BE49-F238E27FC236}">
                <a16:creationId xmlns:a16="http://schemas.microsoft.com/office/drawing/2014/main" id="{099545B6-F106-967F-EA8F-B0E37E8F8140}"/>
              </a:ext>
            </a:extLst>
          </p:cNvPr>
          <p:cNvSpPr txBox="1"/>
          <p:nvPr/>
        </p:nvSpPr>
        <p:spPr>
          <a:xfrm>
            <a:off x="1358437" y="4262440"/>
            <a:ext cx="1312607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ja-JP" sz="1100" dirty="0">
                <a:latin typeface="Yu Gothic UI" panose="020B0500000000000000" pitchFamily="34" charset="-128"/>
                <a:ea typeface="Yu Gothic UI" panose="020B0500000000000000" pitchFamily="34" charset="-128"/>
              </a:rPr>
              <a:t>4. AP </a:t>
            </a:r>
            <a:r>
              <a:rPr kumimoji="1" lang="ja-JP" altLang="en-US" sz="1100">
                <a:latin typeface="Yu Gothic UI" panose="020B0500000000000000" pitchFamily="34" charset="-128"/>
                <a:ea typeface="Yu Gothic UI" panose="020B0500000000000000" pitchFamily="34" charset="-128"/>
              </a:rPr>
              <a:t>層、</a:t>
            </a:r>
            <a:r>
              <a:rPr kumimoji="1" lang="en-US" altLang="ja-JP" sz="1100" dirty="0">
                <a:latin typeface="Yu Gothic UI" panose="020B0500000000000000" pitchFamily="34" charset="-128"/>
                <a:ea typeface="Yu Gothic UI" panose="020B0500000000000000" pitchFamily="34" charset="-128"/>
              </a:rPr>
              <a:t>Web </a:t>
            </a:r>
            <a:r>
              <a:rPr kumimoji="1" lang="ja-JP" altLang="en-US" sz="1100">
                <a:latin typeface="Yu Gothic UI" panose="020B0500000000000000" pitchFamily="34" charset="-128"/>
                <a:ea typeface="Yu Gothic UI" panose="020B0500000000000000" pitchFamily="34" charset="-128"/>
              </a:rPr>
              <a:t>層用の</a:t>
            </a:r>
            <a:r>
              <a:rPr kumimoji="1" lang="en-US" altLang="ja-JP" sz="1100" dirty="0">
                <a:latin typeface="Yu Gothic UI" panose="020B0500000000000000" pitchFamily="34" charset="-128"/>
                <a:ea typeface="Yu Gothic UI" panose="020B0500000000000000" pitchFamily="34" charset="-128"/>
              </a:rPr>
              <a:t> ACA </a:t>
            </a:r>
            <a:r>
              <a:rPr kumimoji="1" lang="ja-JP" altLang="en-US" sz="1100">
                <a:latin typeface="Yu Gothic UI" panose="020B0500000000000000" pitchFamily="34" charset="-128"/>
                <a:ea typeface="Yu Gothic UI" panose="020B0500000000000000" pitchFamily="34" charset="-128"/>
              </a:rPr>
              <a:t>の作成</a:t>
            </a:r>
          </a:p>
        </p:txBody>
      </p:sp>
      <p:pic>
        <p:nvPicPr>
          <p:cNvPr id="33" name="グラフィックス 32">
            <a:extLst>
              <a:ext uri="{FF2B5EF4-FFF2-40B4-BE49-F238E27FC236}">
                <a16:creationId xmlns:a16="http://schemas.microsoft.com/office/drawing/2014/main" id="{1D19CB2F-EAE1-A8F5-DF01-16A711C9BD53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1581054" y="3936284"/>
            <a:ext cx="354154" cy="354154"/>
          </a:xfrm>
          <a:prstGeom prst="rect">
            <a:avLst/>
          </a:prstGeom>
        </p:spPr>
      </p:pic>
      <p:pic>
        <p:nvPicPr>
          <p:cNvPr id="34" name="グラフィックス 33">
            <a:extLst>
              <a:ext uri="{FF2B5EF4-FFF2-40B4-BE49-F238E27FC236}">
                <a16:creationId xmlns:a16="http://schemas.microsoft.com/office/drawing/2014/main" id="{B3AE8558-DFB6-E42D-56D0-75F3949EF471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2094110" y="3936284"/>
            <a:ext cx="354154" cy="354154"/>
          </a:xfrm>
          <a:prstGeom prst="rect">
            <a:avLst/>
          </a:prstGeom>
        </p:spPr>
      </p:pic>
      <p:sp>
        <p:nvSpPr>
          <p:cNvPr id="35" name="角丸四角形 34">
            <a:extLst>
              <a:ext uri="{FF2B5EF4-FFF2-40B4-BE49-F238E27FC236}">
                <a16:creationId xmlns:a16="http://schemas.microsoft.com/office/drawing/2014/main" id="{EE67B90D-FF18-643B-85BB-44D145211C90}"/>
              </a:ext>
            </a:extLst>
          </p:cNvPr>
          <p:cNvSpPr/>
          <p:nvPr/>
        </p:nvSpPr>
        <p:spPr>
          <a:xfrm>
            <a:off x="2860834" y="3905660"/>
            <a:ext cx="1312607" cy="861192"/>
          </a:xfrm>
          <a:prstGeom prst="roundRect">
            <a:avLst>
              <a:gd name="adj" fmla="val 5697"/>
            </a:avLst>
          </a:prstGeom>
          <a:noFill/>
          <a:ln w="19050">
            <a:solidFill>
              <a:schemeClr val="bg2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36" name="テキスト ボックス 35">
            <a:extLst>
              <a:ext uri="{FF2B5EF4-FFF2-40B4-BE49-F238E27FC236}">
                <a16:creationId xmlns:a16="http://schemas.microsoft.com/office/drawing/2014/main" id="{37AD2320-66E4-9F2D-410A-9ECCB52C30BE}"/>
              </a:ext>
            </a:extLst>
          </p:cNvPr>
          <p:cNvSpPr txBox="1"/>
          <p:nvPr/>
        </p:nvSpPr>
        <p:spPr>
          <a:xfrm>
            <a:off x="2860834" y="4263400"/>
            <a:ext cx="131260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ja-JP" sz="900" dirty="0">
                <a:latin typeface="Yu Gothic UI" panose="020B0500000000000000" pitchFamily="34" charset="-128"/>
                <a:ea typeface="Yu Gothic UI" panose="020B0500000000000000" pitchFamily="34" charset="-128"/>
              </a:rPr>
              <a:t>5. PostgreSQL Flexible Server </a:t>
            </a:r>
            <a:r>
              <a:rPr kumimoji="1" lang="ja-JP" altLang="en-US" sz="900">
                <a:latin typeface="Yu Gothic UI" panose="020B0500000000000000" pitchFamily="34" charset="-128"/>
                <a:ea typeface="Yu Gothic UI" panose="020B0500000000000000" pitchFamily="34" charset="-128"/>
              </a:rPr>
              <a:t>の作成</a:t>
            </a:r>
          </a:p>
        </p:txBody>
      </p:sp>
      <p:pic>
        <p:nvPicPr>
          <p:cNvPr id="44" name="グラフィックス 43">
            <a:extLst>
              <a:ext uri="{FF2B5EF4-FFF2-40B4-BE49-F238E27FC236}">
                <a16:creationId xmlns:a16="http://schemas.microsoft.com/office/drawing/2014/main" id="{65DD5477-745C-AB00-1FE9-4FCFF84BDCD2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3348979" y="3943890"/>
            <a:ext cx="326184" cy="326184"/>
          </a:xfrm>
          <a:prstGeom prst="rect">
            <a:avLst/>
          </a:prstGeom>
        </p:spPr>
      </p:pic>
      <p:sp>
        <p:nvSpPr>
          <p:cNvPr id="45" name="角丸四角形 44">
            <a:extLst>
              <a:ext uri="{FF2B5EF4-FFF2-40B4-BE49-F238E27FC236}">
                <a16:creationId xmlns:a16="http://schemas.microsoft.com/office/drawing/2014/main" id="{87F974B9-194A-703A-2921-BD98EB17E193}"/>
              </a:ext>
            </a:extLst>
          </p:cNvPr>
          <p:cNvSpPr/>
          <p:nvPr/>
        </p:nvSpPr>
        <p:spPr>
          <a:xfrm>
            <a:off x="4374741" y="3905660"/>
            <a:ext cx="1312607" cy="861192"/>
          </a:xfrm>
          <a:prstGeom prst="roundRect">
            <a:avLst>
              <a:gd name="adj" fmla="val 5697"/>
            </a:avLst>
          </a:prstGeom>
          <a:noFill/>
          <a:ln w="19050">
            <a:solidFill>
              <a:schemeClr val="bg2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46" name="テキスト ボックス 45">
            <a:extLst>
              <a:ext uri="{FF2B5EF4-FFF2-40B4-BE49-F238E27FC236}">
                <a16:creationId xmlns:a16="http://schemas.microsoft.com/office/drawing/2014/main" id="{5CF0A05C-4427-7C5D-727A-66F6CBA9C00C}"/>
              </a:ext>
            </a:extLst>
          </p:cNvPr>
          <p:cNvSpPr txBox="1"/>
          <p:nvPr/>
        </p:nvSpPr>
        <p:spPr>
          <a:xfrm>
            <a:off x="4374741" y="4263400"/>
            <a:ext cx="1312607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ja-JP" sz="1100" dirty="0">
                <a:latin typeface="Yu Gothic UI" panose="020B0500000000000000" pitchFamily="34" charset="-128"/>
                <a:ea typeface="Yu Gothic UI" panose="020B0500000000000000" pitchFamily="34" charset="-128"/>
              </a:rPr>
              <a:t>6. AP </a:t>
            </a:r>
            <a:r>
              <a:rPr kumimoji="1" lang="ja-JP" altLang="en-US" sz="1100">
                <a:latin typeface="Yu Gothic UI" panose="020B0500000000000000" pitchFamily="34" charset="-128"/>
                <a:ea typeface="Yu Gothic UI" panose="020B0500000000000000" pitchFamily="34" charset="-128"/>
              </a:rPr>
              <a:t>コンテナ用</a:t>
            </a:r>
            <a:r>
              <a:rPr kumimoji="1" lang="en-US" altLang="ja-JP" sz="1100" dirty="0">
                <a:latin typeface="Yu Gothic UI" panose="020B0500000000000000" pitchFamily="34" charset="-128"/>
                <a:ea typeface="Yu Gothic UI" panose="020B0500000000000000" pitchFamily="34" charset="-128"/>
              </a:rPr>
              <a:t> </a:t>
            </a:r>
            <a:r>
              <a:rPr kumimoji="1" lang="ja-JP" altLang="en-US" sz="1100">
                <a:latin typeface="Yu Gothic UI" panose="020B0500000000000000" pitchFamily="34" charset="-128"/>
                <a:ea typeface="Yu Gothic UI" panose="020B0500000000000000" pitchFamily="34" charset="-128"/>
              </a:rPr>
              <a:t>マネージド</a:t>
            </a:r>
            <a:r>
              <a:rPr kumimoji="1" lang="en-US" altLang="ja-JP" sz="1100" dirty="0">
                <a:latin typeface="Yu Gothic UI" panose="020B0500000000000000" pitchFamily="34" charset="-128"/>
                <a:ea typeface="Yu Gothic UI" panose="020B0500000000000000" pitchFamily="34" charset="-128"/>
              </a:rPr>
              <a:t> ID </a:t>
            </a:r>
            <a:r>
              <a:rPr kumimoji="1" lang="ja-JP" altLang="en-US" sz="1100">
                <a:latin typeface="Yu Gothic UI" panose="020B0500000000000000" pitchFamily="34" charset="-128"/>
                <a:ea typeface="Yu Gothic UI" panose="020B0500000000000000" pitchFamily="34" charset="-128"/>
              </a:rPr>
              <a:t>の作成</a:t>
            </a:r>
          </a:p>
        </p:txBody>
      </p:sp>
      <p:sp>
        <p:nvSpPr>
          <p:cNvPr id="50" name="角丸四角形 49">
            <a:extLst>
              <a:ext uri="{FF2B5EF4-FFF2-40B4-BE49-F238E27FC236}">
                <a16:creationId xmlns:a16="http://schemas.microsoft.com/office/drawing/2014/main" id="{52B5CCBA-DE8A-DBF8-368E-D7F0574053F4}"/>
              </a:ext>
            </a:extLst>
          </p:cNvPr>
          <p:cNvSpPr/>
          <p:nvPr/>
        </p:nvSpPr>
        <p:spPr>
          <a:xfrm>
            <a:off x="1358437" y="5019483"/>
            <a:ext cx="1312607" cy="861192"/>
          </a:xfrm>
          <a:prstGeom prst="roundRect">
            <a:avLst>
              <a:gd name="adj" fmla="val 5697"/>
            </a:avLst>
          </a:prstGeom>
          <a:noFill/>
          <a:ln w="19050">
            <a:solidFill>
              <a:schemeClr val="bg2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51" name="テキスト ボックス 50">
            <a:extLst>
              <a:ext uri="{FF2B5EF4-FFF2-40B4-BE49-F238E27FC236}">
                <a16:creationId xmlns:a16="http://schemas.microsoft.com/office/drawing/2014/main" id="{B473A719-F599-3B1C-72DE-50CC1AB25932}"/>
              </a:ext>
            </a:extLst>
          </p:cNvPr>
          <p:cNvSpPr txBox="1"/>
          <p:nvPr/>
        </p:nvSpPr>
        <p:spPr>
          <a:xfrm>
            <a:off x="1358437" y="5377223"/>
            <a:ext cx="1312607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ja-JP" sz="1100" dirty="0">
                <a:latin typeface="Yu Gothic UI" panose="020B0500000000000000" pitchFamily="34" charset="-128"/>
                <a:ea typeface="Yu Gothic UI" panose="020B0500000000000000" pitchFamily="34" charset="-128"/>
              </a:rPr>
              <a:t>7. DB </a:t>
            </a:r>
            <a:r>
              <a:rPr kumimoji="1" lang="ja-JP" altLang="en-US" sz="1100">
                <a:latin typeface="Yu Gothic UI" panose="020B0500000000000000" pitchFamily="34" charset="-128"/>
                <a:ea typeface="Yu Gothic UI" panose="020B0500000000000000" pitchFamily="34" charset="-128"/>
              </a:rPr>
              <a:t>のデータベース、パーミッション設定</a:t>
            </a:r>
          </a:p>
        </p:txBody>
      </p:sp>
      <p:pic>
        <p:nvPicPr>
          <p:cNvPr id="53" name="グラフィックス 52">
            <a:extLst>
              <a:ext uri="{FF2B5EF4-FFF2-40B4-BE49-F238E27FC236}">
                <a16:creationId xmlns:a16="http://schemas.microsoft.com/office/drawing/2014/main" id="{A78AD50D-BFD5-1B1F-F75E-E641AB50D979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1838501" y="5051039"/>
            <a:ext cx="326184" cy="326184"/>
          </a:xfrm>
          <a:prstGeom prst="rect">
            <a:avLst/>
          </a:prstGeom>
        </p:spPr>
      </p:pic>
      <p:sp>
        <p:nvSpPr>
          <p:cNvPr id="54" name="角丸四角形 53">
            <a:extLst>
              <a:ext uri="{FF2B5EF4-FFF2-40B4-BE49-F238E27FC236}">
                <a16:creationId xmlns:a16="http://schemas.microsoft.com/office/drawing/2014/main" id="{3E8DD808-1A8C-4D6A-F0BC-2FFFA9B09922}"/>
              </a:ext>
            </a:extLst>
          </p:cNvPr>
          <p:cNvSpPr/>
          <p:nvPr/>
        </p:nvSpPr>
        <p:spPr>
          <a:xfrm>
            <a:off x="2860834" y="5019483"/>
            <a:ext cx="1312607" cy="861192"/>
          </a:xfrm>
          <a:prstGeom prst="roundRect">
            <a:avLst>
              <a:gd name="adj" fmla="val 5697"/>
            </a:avLst>
          </a:prstGeom>
          <a:noFill/>
          <a:ln w="19050">
            <a:solidFill>
              <a:schemeClr val="bg2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55" name="テキスト ボックス 54">
            <a:extLst>
              <a:ext uri="{FF2B5EF4-FFF2-40B4-BE49-F238E27FC236}">
                <a16:creationId xmlns:a16="http://schemas.microsoft.com/office/drawing/2014/main" id="{356C4F31-EF61-E3C7-5DD9-2CEBF8FEA779}"/>
              </a:ext>
            </a:extLst>
          </p:cNvPr>
          <p:cNvSpPr txBox="1"/>
          <p:nvPr/>
        </p:nvSpPr>
        <p:spPr>
          <a:xfrm>
            <a:off x="2860834" y="5377223"/>
            <a:ext cx="1312607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ja-JP" sz="1100" dirty="0">
                <a:latin typeface="Yu Gothic UI" panose="020B0500000000000000" pitchFamily="34" charset="-128"/>
                <a:ea typeface="Yu Gothic UI" panose="020B0500000000000000" pitchFamily="34" charset="-128"/>
              </a:rPr>
              <a:t>8. Web </a:t>
            </a:r>
            <a:r>
              <a:rPr kumimoji="1" lang="ja-JP" altLang="en-US" sz="1100">
                <a:latin typeface="Yu Gothic UI" panose="020B0500000000000000" pitchFamily="34" charset="-128"/>
                <a:ea typeface="Yu Gothic UI" panose="020B0500000000000000" pitchFamily="34" charset="-128"/>
              </a:rPr>
              <a:t>層用</a:t>
            </a:r>
            <a:r>
              <a:rPr kumimoji="1" lang="en-US" altLang="ja-JP" sz="1100" dirty="0">
                <a:latin typeface="Yu Gothic UI" panose="020B0500000000000000" pitchFamily="34" charset="-128"/>
                <a:ea typeface="Yu Gothic UI" panose="020B0500000000000000" pitchFamily="34" charset="-128"/>
              </a:rPr>
              <a:t> Entra ID </a:t>
            </a:r>
            <a:r>
              <a:rPr kumimoji="1" lang="ja-JP" altLang="en-US" sz="1100">
                <a:latin typeface="Yu Gothic UI" panose="020B0500000000000000" pitchFamily="34" charset="-128"/>
                <a:ea typeface="Yu Gothic UI" panose="020B0500000000000000" pitchFamily="34" charset="-128"/>
              </a:rPr>
              <a:t>アプリ登録</a:t>
            </a:r>
          </a:p>
        </p:txBody>
      </p:sp>
      <p:pic>
        <p:nvPicPr>
          <p:cNvPr id="58" name="グラフィックス 57">
            <a:extLst>
              <a:ext uri="{FF2B5EF4-FFF2-40B4-BE49-F238E27FC236}">
                <a16:creationId xmlns:a16="http://schemas.microsoft.com/office/drawing/2014/main" id="{9512AEB2-7F16-4701-6DFD-545AEDBC05DE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3317309" y="5051039"/>
            <a:ext cx="326184" cy="326184"/>
          </a:xfrm>
          <a:prstGeom prst="rect">
            <a:avLst/>
          </a:prstGeom>
        </p:spPr>
      </p:pic>
      <p:pic>
        <p:nvPicPr>
          <p:cNvPr id="60" name="グラフィックス 59">
            <a:extLst>
              <a:ext uri="{FF2B5EF4-FFF2-40B4-BE49-F238E27FC236}">
                <a16:creationId xmlns:a16="http://schemas.microsoft.com/office/drawing/2014/main" id="{374DEDBB-A7C1-6D8F-A963-206855C9782F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4852117" y="3936284"/>
            <a:ext cx="357854" cy="357854"/>
          </a:xfrm>
          <a:prstGeom prst="rect">
            <a:avLst/>
          </a:prstGeom>
        </p:spPr>
      </p:pic>
      <p:sp>
        <p:nvSpPr>
          <p:cNvPr id="61" name="角丸四角形 60">
            <a:extLst>
              <a:ext uri="{FF2B5EF4-FFF2-40B4-BE49-F238E27FC236}">
                <a16:creationId xmlns:a16="http://schemas.microsoft.com/office/drawing/2014/main" id="{6DC97341-5BB0-3D4E-4855-0E1C42B0B0CB}"/>
              </a:ext>
            </a:extLst>
          </p:cNvPr>
          <p:cNvSpPr/>
          <p:nvPr/>
        </p:nvSpPr>
        <p:spPr>
          <a:xfrm>
            <a:off x="4374741" y="5023735"/>
            <a:ext cx="1312607" cy="861192"/>
          </a:xfrm>
          <a:prstGeom prst="roundRect">
            <a:avLst>
              <a:gd name="adj" fmla="val 5697"/>
            </a:avLst>
          </a:prstGeom>
          <a:noFill/>
          <a:ln w="19050">
            <a:solidFill>
              <a:schemeClr val="bg2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62" name="テキスト ボックス 61">
            <a:extLst>
              <a:ext uri="{FF2B5EF4-FFF2-40B4-BE49-F238E27FC236}">
                <a16:creationId xmlns:a16="http://schemas.microsoft.com/office/drawing/2014/main" id="{38542EFB-9752-F3CB-064D-F6EF9302487D}"/>
              </a:ext>
            </a:extLst>
          </p:cNvPr>
          <p:cNvSpPr txBox="1"/>
          <p:nvPr/>
        </p:nvSpPr>
        <p:spPr>
          <a:xfrm>
            <a:off x="4374741" y="5381475"/>
            <a:ext cx="1312607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ja-JP" sz="1100" dirty="0">
                <a:latin typeface="Yu Gothic UI" panose="020B0500000000000000" pitchFamily="34" charset="-128"/>
                <a:ea typeface="Yu Gothic UI" panose="020B0500000000000000" pitchFamily="34" charset="-128"/>
              </a:rPr>
              <a:t>9. </a:t>
            </a:r>
            <a:r>
              <a:rPr kumimoji="1" lang="ja-JP" altLang="en-US" sz="1100">
                <a:latin typeface="Yu Gothic UI" panose="020B0500000000000000" pitchFamily="34" charset="-128"/>
                <a:ea typeface="Yu Gothic UI" panose="020B0500000000000000" pitchFamily="34" charset="-128"/>
              </a:rPr>
              <a:t>第</a:t>
            </a:r>
            <a:r>
              <a:rPr kumimoji="1" lang="en-US" altLang="ja-JP" sz="1100" dirty="0">
                <a:latin typeface="Yu Gothic UI" panose="020B0500000000000000" pitchFamily="34" charset="-128"/>
                <a:ea typeface="Yu Gothic UI" panose="020B0500000000000000" pitchFamily="34" charset="-128"/>
              </a:rPr>
              <a:t>6</a:t>
            </a:r>
            <a:r>
              <a:rPr kumimoji="1" lang="ja-JP" altLang="en-US" sz="1100">
                <a:latin typeface="Yu Gothic UI" panose="020B0500000000000000" pitchFamily="34" charset="-128"/>
                <a:ea typeface="Yu Gothic UI" panose="020B0500000000000000" pitchFamily="34" charset="-128"/>
              </a:rPr>
              <a:t>回用パラメータ収集</a:t>
            </a:r>
          </a:p>
        </p:txBody>
      </p:sp>
      <p:sp>
        <p:nvSpPr>
          <p:cNvPr id="63" name="角丸四角形 62">
            <a:extLst>
              <a:ext uri="{FF2B5EF4-FFF2-40B4-BE49-F238E27FC236}">
                <a16:creationId xmlns:a16="http://schemas.microsoft.com/office/drawing/2014/main" id="{50C02B63-5ABC-8B40-18CE-54D4C433E931}"/>
              </a:ext>
            </a:extLst>
          </p:cNvPr>
          <p:cNvSpPr/>
          <p:nvPr/>
        </p:nvSpPr>
        <p:spPr>
          <a:xfrm>
            <a:off x="6530821" y="2690812"/>
            <a:ext cx="1312607" cy="861192"/>
          </a:xfrm>
          <a:prstGeom prst="roundRect">
            <a:avLst>
              <a:gd name="adj" fmla="val 5697"/>
            </a:avLst>
          </a:prstGeom>
          <a:noFill/>
          <a:ln w="19050">
            <a:solidFill>
              <a:schemeClr val="bg2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64" name="テキスト ボックス 63">
            <a:extLst>
              <a:ext uri="{FF2B5EF4-FFF2-40B4-BE49-F238E27FC236}">
                <a16:creationId xmlns:a16="http://schemas.microsoft.com/office/drawing/2014/main" id="{A21577C1-E214-E65B-5F91-E07883452D46}"/>
              </a:ext>
            </a:extLst>
          </p:cNvPr>
          <p:cNvSpPr txBox="1"/>
          <p:nvPr/>
        </p:nvSpPr>
        <p:spPr>
          <a:xfrm>
            <a:off x="6530821" y="3048552"/>
            <a:ext cx="131260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ja-JP" sz="1200" dirty="0">
                <a:latin typeface="Yu Gothic UI" panose="020B0500000000000000" pitchFamily="34" charset="-128"/>
                <a:ea typeface="Yu Gothic UI" panose="020B0500000000000000" pitchFamily="34" charset="-128"/>
              </a:rPr>
              <a:t>1. GitHub </a:t>
            </a:r>
            <a:r>
              <a:rPr kumimoji="1" lang="ja-JP" altLang="en-US" sz="1200">
                <a:latin typeface="Yu Gothic UI" panose="020B0500000000000000" pitchFamily="34" charset="-128"/>
                <a:ea typeface="Yu Gothic UI" panose="020B0500000000000000" pitchFamily="34" charset="-128"/>
              </a:rPr>
              <a:t>リポジトリ作成</a:t>
            </a:r>
          </a:p>
        </p:txBody>
      </p:sp>
      <p:pic>
        <p:nvPicPr>
          <p:cNvPr id="66" name="図 65">
            <a:extLst>
              <a:ext uri="{FF2B5EF4-FFF2-40B4-BE49-F238E27FC236}">
                <a16:creationId xmlns:a16="http://schemas.microsoft.com/office/drawing/2014/main" id="{64386138-A54C-2102-CB41-08FAD2C4CCEA}"/>
              </a:ext>
            </a:extLst>
          </p:cNvPr>
          <p:cNvPicPr>
            <a:picLocks noChangeAspect="1"/>
          </p:cNvPicPr>
          <p:nvPr/>
        </p:nvPicPr>
        <p:blipFill>
          <a:blip r:embed="rId11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7045739" y="2763372"/>
            <a:ext cx="282770" cy="276999"/>
          </a:xfrm>
          <a:prstGeom prst="rect">
            <a:avLst/>
          </a:prstGeom>
        </p:spPr>
      </p:pic>
      <p:sp>
        <p:nvSpPr>
          <p:cNvPr id="67" name="角丸四角形 66">
            <a:extLst>
              <a:ext uri="{FF2B5EF4-FFF2-40B4-BE49-F238E27FC236}">
                <a16:creationId xmlns:a16="http://schemas.microsoft.com/office/drawing/2014/main" id="{73DF5E6A-C397-32D7-0955-F6E59253E431}"/>
              </a:ext>
            </a:extLst>
          </p:cNvPr>
          <p:cNvSpPr/>
          <p:nvPr/>
        </p:nvSpPr>
        <p:spPr>
          <a:xfrm>
            <a:off x="8052720" y="2693142"/>
            <a:ext cx="1312607" cy="861192"/>
          </a:xfrm>
          <a:prstGeom prst="roundRect">
            <a:avLst>
              <a:gd name="adj" fmla="val 5697"/>
            </a:avLst>
          </a:prstGeom>
          <a:noFill/>
          <a:ln w="19050">
            <a:solidFill>
              <a:schemeClr val="bg2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68" name="テキスト ボックス 67">
            <a:extLst>
              <a:ext uri="{FF2B5EF4-FFF2-40B4-BE49-F238E27FC236}">
                <a16:creationId xmlns:a16="http://schemas.microsoft.com/office/drawing/2014/main" id="{5C6567BC-9DBA-0093-D58C-04CBC652E7FD}"/>
              </a:ext>
            </a:extLst>
          </p:cNvPr>
          <p:cNvSpPr txBox="1"/>
          <p:nvPr/>
        </p:nvSpPr>
        <p:spPr>
          <a:xfrm>
            <a:off x="8052720" y="3050882"/>
            <a:ext cx="131260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ja-JP" sz="1200" dirty="0">
                <a:latin typeface="Yu Gothic UI" panose="020B0500000000000000" pitchFamily="34" charset="-128"/>
                <a:ea typeface="Yu Gothic UI" panose="020B0500000000000000" pitchFamily="34" charset="-128"/>
              </a:rPr>
              <a:t>2. Service Principal </a:t>
            </a:r>
            <a:r>
              <a:rPr kumimoji="1" lang="ja-JP" altLang="en-US" sz="1200">
                <a:latin typeface="Yu Gothic UI" panose="020B0500000000000000" pitchFamily="34" charset="-128"/>
                <a:ea typeface="Yu Gothic UI" panose="020B0500000000000000" pitchFamily="34" charset="-128"/>
              </a:rPr>
              <a:t>の作成</a:t>
            </a:r>
          </a:p>
        </p:txBody>
      </p:sp>
      <p:pic>
        <p:nvPicPr>
          <p:cNvPr id="69" name="グラフィックス 68">
            <a:extLst>
              <a:ext uri="{FF2B5EF4-FFF2-40B4-BE49-F238E27FC236}">
                <a16:creationId xmlns:a16="http://schemas.microsoft.com/office/drawing/2014/main" id="{902ABDA1-7A60-141B-209C-36A2620D33E6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8545931" y="2744259"/>
            <a:ext cx="326184" cy="326184"/>
          </a:xfrm>
          <a:prstGeom prst="rect">
            <a:avLst/>
          </a:prstGeom>
        </p:spPr>
      </p:pic>
      <p:sp>
        <p:nvSpPr>
          <p:cNvPr id="70" name="角丸四角形 69">
            <a:extLst>
              <a:ext uri="{FF2B5EF4-FFF2-40B4-BE49-F238E27FC236}">
                <a16:creationId xmlns:a16="http://schemas.microsoft.com/office/drawing/2014/main" id="{FC44DEAE-3308-01DE-6301-34AB304C04BC}"/>
              </a:ext>
            </a:extLst>
          </p:cNvPr>
          <p:cNvSpPr/>
          <p:nvPr/>
        </p:nvSpPr>
        <p:spPr>
          <a:xfrm>
            <a:off x="9579636" y="2690812"/>
            <a:ext cx="1312607" cy="861192"/>
          </a:xfrm>
          <a:prstGeom prst="roundRect">
            <a:avLst>
              <a:gd name="adj" fmla="val 5697"/>
            </a:avLst>
          </a:prstGeom>
          <a:noFill/>
          <a:ln w="19050">
            <a:solidFill>
              <a:schemeClr val="bg2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71" name="テキスト ボックス 70">
            <a:extLst>
              <a:ext uri="{FF2B5EF4-FFF2-40B4-BE49-F238E27FC236}">
                <a16:creationId xmlns:a16="http://schemas.microsoft.com/office/drawing/2014/main" id="{4A3344A8-D775-B705-8857-4821A973F9D1}"/>
              </a:ext>
            </a:extLst>
          </p:cNvPr>
          <p:cNvSpPr txBox="1"/>
          <p:nvPr/>
        </p:nvSpPr>
        <p:spPr>
          <a:xfrm>
            <a:off x="9579636" y="3048552"/>
            <a:ext cx="1312607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ja-JP" sz="1000" dirty="0">
                <a:latin typeface="Yu Gothic UI" panose="020B0500000000000000" pitchFamily="34" charset="-128"/>
                <a:ea typeface="Yu Gothic UI" panose="020B0500000000000000" pitchFamily="34" charset="-128"/>
              </a:rPr>
              <a:t>3. GitHub Actions </a:t>
            </a:r>
            <a:r>
              <a:rPr kumimoji="1" lang="ja-JP" altLang="en-US" sz="1000">
                <a:latin typeface="Yu Gothic UI" panose="020B0500000000000000" pitchFamily="34" charset="-128"/>
                <a:ea typeface="Yu Gothic UI" panose="020B0500000000000000" pitchFamily="34" charset="-128"/>
              </a:rPr>
              <a:t>変数、シークレット設定</a:t>
            </a:r>
          </a:p>
        </p:txBody>
      </p:sp>
      <p:pic>
        <p:nvPicPr>
          <p:cNvPr id="73" name="グラフィックス 72" descr="github-actions.svg">
            <a:extLst>
              <a:ext uri="{FF2B5EF4-FFF2-40B4-BE49-F238E27FC236}">
                <a16:creationId xmlns:a16="http://schemas.microsoft.com/office/drawing/2014/main" id="{7838A793-4E36-F284-FD49-528ECA567260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10041830" y="2744259"/>
            <a:ext cx="304293" cy="304293"/>
          </a:xfrm>
          <a:prstGeom prst="rect">
            <a:avLst/>
          </a:prstGeom>
        </p:spPr>
      </p:pic>
      <p:sp>
        <p:nvSpPr>
          <p:cNvPr id="74" name="角丸四角形 73">
            <a:extLst>
              <a:ext uri="{FF2B5EF4-FFF2-40B4-BE49-F238E27FC236}">
                <a16:creationId xmlns:a16="http://schemas.microsoft.com/office/drawing/2014/main" id="{C019B69D-8FFD-4754-12D3-CBC788FB3180}"/>
              </a:ext>
            </a:extLst>
          </p:cNvPr>
          <p:cNvSpPr/>
          <p:nvPr/>
        </p:nvSpPr>
        <p:spPr>
          <a:xfrm>
            <a:off x="6530821" y="3904700"/>
            <a:ext cx="1312607" cy="861192"/>
          </a:xfrm>
          <a:prstGeom prst="roundRect">
            <a:avLst>
              <a:gd name="adj" fmla="val 5697"/>
            </a:avLst>
          </a:prstGeom>
          <a:noFill/>
          <a:ln w="19050">
            <a:solidFill>
              <a:schemeClr val="bg2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75" name="テキスト ボックス 74">
            <a:extLst>
              <a:ext uri="{FF2B5EF4-FFF2-40B4-BE49-F238E27FC236}">
                <a16:creationId xmlns:a16="http://schemas.microsoft.com/office/drawing/2014/main" id="{D8C0AE74-88BF-7C74-DE54-035FDC0BE181}"/>
              </a:ext>
            </a:extLst>
          </p:cNvPr>
          <p:cNvSpPr txBox="1"/>
          <p:nvPr/>
        </p:nvSpPr>
        <p:spPr>
          <a:xfrm>
            <a:off x="6530821" y="4262440"/>
            <a:ext cx="1312607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ja-JP" sz="1000" dirty="0">
                <a:latin typeface="Yu Gothic UI" panose="020B0500000000000000" pitchFamily="34" charset="-128"/>
                <a:ea typeface="Yu Gothic UI" panose="020B0500000000000000" pitchFamily="34" charset="-128"/>
              </a:rPr>
              <a:t>4. GitHub Actions </a:t>
            </a:r>
            <a:r>
              <a:rPr kumimoji="1" lang="ja-JP" altLang="en-US" sz="1000">
                <a:latin typeface="Yu Gothic UI" panose="020B0500000000000000" pitchFamily="34" charset="-128"/>
                <a:ea typeface="Yu Gothic UI" panose="020B0500000000000000" pitchFamily="34" charset="-128"/>
              </a:rPr>
              <a:t>ワークフローファイル設定、実行</a:t>
            </a:r>
          </a:p>
        </p:txBody>
      </p:sp>
      <p:pic>
        <p:nvPicPr>
          <p:cNvPr id="76" name="グラフィックス 75" descr="github-actions.svg">
            <a:extLst>
              <a:ext uri="{FF2B5EF4-FFF2-40B4-BE49-F238E27FC236}">
                <a16:creationId xmlns:a16="http://schemas.microsoft.com/office/drawing/2014/main" id="{5C8DB6AD-8FE2-BA48-1B0D-F82B1773F518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6993015" y="3958147"/>
            <a:ext cx="304293" cy="304293"/>
          </a:xfrm>
          <a:prstGeom prst="rect">
            <a:avLst/>
          </a:prstGeom>
        </p:spPr>
      </p:pic>
      <p:sp>
        <p:nvSpPr>
          <p:cNvPr id="77" name="角丸四角形 76">
            <a:extLst>
              <a:ext uri="{FF2B5EF4-FFF2-40B4-BE49-F238E27FC236}">
                <a16:creationId xmlns:a16="http://schemas.microsoft.com/office/drawing/2014/main" id="{5BD25BDC-856D-FB46-F547-E2EC04889C34}"/>
              </a:ext>
            </a:extLst>
          </p:cNvPr>
          <p:cNvSpPr/>
          <p:nvPr/>
        </p:nvSpPr>
        <p:spPr>
          <a:xfrm>
            <a:off x="8052720" y="3912074"/>
            <a:ext cx="1312607" cy="861192"/>
          </a:xfrm>
          <a:prstGeom prst="roundRect">
            <a:avLst>
              <a:gd name="adj" fmla="val 5697"/>
            </a:avLst>
          </a:prstGeom>
          <a:noFill/>
          <a:ln w="19050">
            <a:solidFill>
              <a:schemeClr val="bg2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78" name="テキスト ボックス 77">
            <a:extLst>
              <a:ext uri="{FF2B5EF4-FFF2-40B4-BE49-F238E27FC236}">
                <a16:creationId xmlns:a16="http://schemas.microsoft.com/office/drawing/2014/main" id="{6CD04DEF-C53A-791C-395F-EC9C46314CA6}"/>
              </a:ext>
            </a:extLst>
          </p:cNvPr>
          <p:cNvSpPr txBox="1"/>
          <p:nvPr/>
        </p:nvSpPr>
        <p:spPr>
          <a:xfrm>
            <a:off x="8052720" y="4269814"/>
            <a:ext cx="1312607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ja-JP" sz="1100" dirty="0">
                <a:latin typeface="Yu Gothic UI" panose="020B0500000000000000" pitchFamily="34" charset="-128"/>
                <a:ea typeface="Yu Gothic UI" panose="020B0500000000000000" pitchFamily="34" charset="-128"/>
              </a:rPr>
              <a:t>5. </a:t>
            </a:r>
            <a:r>
              <a:rPr kumimoji="1" lang="ja-JP" altLang="en-US" sz="1100">
                <a:latin typeface="Yu Gothic UI" panose="020B0500000000000000" pitchFamily="34" charset="-128"/>
                <a:ea typeface="Yu Gothic UI" panose="020B0500000000000000" pitchFamily="34" charset="-128"/>
              </a:rPr>
              <a:t>ブラウザからアクセスし、動作確認</a:t>
            </a:r>
          </a:p>
        </p:txBody>
      </p:sp>
    </p:spTree>
    <p:extLst>
      <p:ext uri="{BB962C8B-B14F-4D97-AF65-F5344CB8AC3E}">
        <p14:creationId xmlns:p14="http://schemas.microsoft.com/office/powerpoint/2010/main" val="277876293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0FD616F-4C83-8AF5-1EC2-55217F10D19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正方形/長方形 8">
            <a:extLst>
              <a:ext uri="{FF2B5EF4-FFF2-40B4-BE49-F238E27FC236}">
                <a16:creationId xmlns:a16="http://schemas.microsoft.com/office/drawing/2014/main" id="{68908760-E2BE-6963-680A-6CC2FD6CCD28}"/>
              </a:ext>
            </a:extLst>
          </p:cNvPr>
          <p:cNvSpPr>
            <a:spLocks noGrp="1"/>
          </p:cNvSpPr>
          <p:nvPr/>
        </p:nvSpPr>
        <p:spPr>
          <a:xfrm>
            <a:off x="685800" y="400050"/>
            <a:ext cx="8953500" cy="4953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>
              <a:defRPr sz="2325" b="1">
                <a:solidFill>
                  <a:srgbClr val="1F2937"/>
                </a:solidFill>
                <a:latin typeface="Yu Gothic"/>
                <a:ea typeface="Yu Gothic"/>
                <a:cs typeface="Yu Gothic"/>
              </a:defRPr>
            </a:pPr>
            <a:r>
              <a:rPr lang="ja-JP" altLang="en-US" sz="2000" b="1">
                <a:solidFill>
                  <a:srgbClr val="1F2937"/>
                </a:solidFill>
                <a:latin typeface="Yu Gothic"/>
                <a:ea typeface="Yu Gothic"/>
                <a:cs typeface="Yu Gothic"/>
              </a:rPr>
              <a:t>第</a:t>
            </a:r>
            <a:r>
              <a:rPr lang="en-US" altLang="ja-JP" sz="2000" b="1" dirty="0">
                <a:solidFill>
                  <a:srgbClr val="1F2937"/>
                </a:solidFill>
                <a:latin typeface="Yu Gothic"/>
                <a:ea typeface="Yu Gothic"/>
                <a:cs typeface="Yu Gothic"/>
              </a:rPr>
              <a:t>5</a:t>
            </a:r>
            <a:r>
              <a:rPr lang="ja-JP" altLang="en-US" sz="2000" b="1">
                <a:solidFill>
                  <a:srgbClr val="1F2937"/>
                </a:solidFill>
                <a:latin typeface="Yu Gothic"/>
                <a:ea typeface="Yu Gothic"/>
                <a:cs typeface="Yu Gothic"/>
              </a:rPr>
              <a:t>回終了時点のアーキテクチャ</a:t>
            </a:r>
            <a:endParaRPr lang="ja-JP" altLang="en-US" sz="2000" b="1" dirty="0">
              <a:solidFill>
                <a:srgbClr val="1F2937"/>
              </a:solidFill>
              <a:latin typeface="Yu Gothic"/>
              <a:ea typeface="Yu Gothic"/>
              <a:cs typeface="Yu Gothic"/>
            </a:endParaRPr>
          </a:p>
        </p:txBody>
      </p:sp>
      <p:sp>
        <p:nvSpPr>
          <p:cNvPr id="2" name="正方形/長方形 1">
            <a:extLst>
              <a:ext uri="{FF2B5EF4-FFF2-40B4-BE49-F238E27FC236}">
                <a16:creationId xmlns:a16="http://schemas.microsoft.com/office/drawing/2014/main" id="{1981138B-EA67-C349-ACED-11B7F88505F8}"/>
              </a:ext>
            </a:extLst>
          </p:cNvPr>
          <p:cNvSpPr>
            <a:spLocks noGrp="1"/>
          </p:cNvSpPr>
          <p:nvPr/>
        </p:nvSpPr>
        <p:spPr>
          <a:xfrm>
            <a:off x="685800" y="876300"/>
            <a:ext cx="36195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13" b="0">
                <a:solidFill>
                  <a:srgbClr val="667085"/>
                </a:solidFill>
                <a:latin typeface="Yu Gothic UI"/>
                <a:ea typeface="Yu Gothic UI"/>
                <a:cs typeface="Yu Gothic UI"/>
              </a:defRPr>
            </a:pPr>
            <a:r>
              <a:rPr sz="713" b="0" dirty="0">
                <a:solidFill>
                  <a:srgbClr val="667085"/>
                </a:solidFill>
                <a:latin typeface="Yu Gothic UI"/>
                <a:ea typeface="Yu Gothic UI"/>
                <a:cs typeface="Yu Gothic UI"/>
              </a:rPr>
              <a:t>Azure Workshop for Beginners </a:t>
            </a:r>
            <a:r>
              <a:rPr lang="ja-JP" altLang="en-US" sz="713" b="0">
                <a:solidFill>
                  <a:srgbClr val="667085"/>
                </a:solidFill>
                <a:latin typeface="Yu Gothic UI"/>
                <a:ea typeface="Yu Gothic UI"/>
                <a:cs typeface="Yu Gothic UI"/>
              </a:rPr>
              <a:t> </a:t>
            </a:r>
            <a:r>
              <a:rPr lang="en-US" altLang="ja-JP" sz="713" b="0" dirty="0">
                <a:solidFill>
                  <a:srgbClr val="667085"/>
                </a:solidFill>
                <a:latin typeface="Yu Gothic UI"/>
                <a:ea typeface="Yu Gothic UI"/>
                <a:cs typeface="Yu Gothic UI"/>
              </a:rPr>
              <a:t>| </a:t>
            </a:r>
            <a:r>
              <a:rPr lang="ja-JP" altLang="en-US" sz="713" b="0">
                <a:solidFill>
                  <a:srgbClr val="667085"/>
                </a:solidFill>
                <a:latin typeface="Yu Gothic UI"/>
                <a:ea typeface="Yu Gothic UI"/>
                <a:cs typeface="Yu Gothic UI"/>
              </a:rPr>
              <a:t>第</a:t>
            </a:r>
            <a:r>
              <a:rPr lang="en-US" altLang="ja-JP" sz="713" b="0" dirty="0">
                <a:solidFill>
                  <a:srgbClr val="667085"/>
                </a:solidFill>
                <a:latin typeface="Yu Gothic UI"/>
                <a:ea typeface="Yu Gothic UI"/>
                <a:cs typeface="Yu Gothic UI"/>
              </a:rPr>
              <a:t>6</a:t>
            </a:r>
            <a:r>
              <a:rPr lang="ja-JP" altLang="en-US" sz="713" b="0">
                <a:solidFill>
                  <a:srgbClr val="667085"/>
                </a:solidFill>
                <a:latin typeface="Yu Gothic UI"/>
                <a:ea typeface="Yu Gothic UI"/>
                <a:cs typeface="Yu Gothic UI"/>
              </a:rPr>
              <a:t>回</a:t>
            </a:r>
            <a:endParaRPr sz="713" b="0" dirty="0">
              <a:solidFill>
                <a:srgbClr val="667085"/>
              </a:solidFill>
              <a:latin typeface="Yu Gothic UI"/>
              <a:ea typeface="Yu Gothic UI"/>
              <a:cs typeface="Yu Gothic UI"/>
            </a:endParaRPr>
          </a:p>
        </p:txBody>
      </p:sp>
      <p:sp>
        <p:nvSpPr>
          <p:cNvPr id="4" name="正方形/長方形 3">
            <a:extLst>
              <a:ext uri="{FF2B5EF4-FFF2-40B4-BE49-F238E27FC236}">
                <a16:creationId xmlns:a16="http://schemas.microsoft.com/office/drawing/2014/main" id="{6F45005B-13B3-815D-60EA-A9725F64CAB1}"/>
              </a:ext>
            </a:extLst>
          </p:cNvPr>
          <p:cNvSpPr>
            <a:spLocks noGrp="1"/>
          </p:cNvSpPr>
          <p:nvPr/>
        </p:nvSpPr>
        <p:spPr>
          <a:xfrm>
            <a:off x="685800" y="1200150"/>
            <a:ext cx="10820400" cy="14288"/>
          </a:xfrm>
          <a:prstGeom prst="rect">
            <a:avLst/>
          </a:prstGeom>
          <a:solidFill>
            <a:srgbClr val="D0D5DD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5" name="正方形/長方形 4">
            <a:extLst>
              <a:ext uri="{FF2B5EF4-FFF2-40B4-BE49-F238E27FC236}">
                <a16:creationId xmlns:a16="http://schemas.microsoft.com/office/drawing/2014/main" id="{BFE1331E-46ED-99E8-8077-C0111F8ACC99}"/>
              </a:ext>
            </a:extLst>
          </p:cNvPr>
          <p:cNvSpPr>
            <a:spLocks noGrp="1"/>
          </p:cNvSpPr>
          <p:nvPr/>
        </p:nvSpPr>
        <p:spPr>
          <a:xfrm>
            <a:off x="685800" y="1352550"/>
            <a:ext cx="10820400" cy="552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19050" rIns="0" bIns="0" anchor="t"/>
          <a:lstStyle/>
          <a:p>
            <a:pPr>
              <a:defRPr sz="1350" b="0">
                <a:solidFill>
                  <a:srgbClr val="64748B"/>
                </a:solidFill>
                <a:latin typeface="Yu Gothic"/>
                <a:ea typeface="Yu Gothic"/>
                <a:cs typeface="Yu Gothic"/>
              </a:defRPr>
            </a:pPr>
            <a:r>
              <a:rPr lang="ja-JP" altLang="en-US" sz="1200">
                <a:solidFill>
                  <a:srgbClr val="64748B"/>
                </a:solidFill>
                <a:latin typeface="Yu Gothic"/>
                <a:ea typeface="Yu Gothic"/>
                <a:cs typeface="Yu Gothic"/>
              </a:rPr>
              <a:t>前回は </a:t>
            </a:r>
            <a:r>
              <a:rPr lang="en" altLang="ja-JP" sz="1200" dirty="0">
                <a:solidFill>
                  <a:srgbClr val="64748B"/>
                </a:solidFill>
                <a:latin typeface="Yu Gothic"/>
                <a:ea typeface="Yu Gothic"/>
                <a:cs typeface="Yu Gothic"/>
              </a:rPr>
              <a:t>Azure </a:t>
            </a:r>
            <a:r>
              <a:rPr lang="ja-JP" altLang="en-US" sz="1200">
                <a:solidFill>
                  <a:srgbClr val="64748B"/>
                </a:solidFill>
                <a:latin typeface="Yu Gothic"/>
                <a:ea typeface="Yu Gothic"/>
                <a:cs typeface="Yu Gothic"/>
              </a:rPr>
              <a:t>側の土台を作り、</a:t>
            </a:r>
            <a:r>
              <a:rPr lang="en" altLang="ja-JP" sz="1200" dirty="0">
                <a:solidFill>
                  <a:srgbClr val="64748B"/>
                </a:solidFill>
                <a:latin typeface="Yu Gothic"/>
                <a:ea typeface="Yu Gothic"/>
                <a:cs typeface="Yu Gothic"/>
              </a:rPr>
              <a:t>PostgreSQL </a:t>
            </a:r>
            <a:r>
              <a:rPr lang="ja-JP" altLang="en-US" sz="1200">
                <a:solidFill>
                  <a:srgbClr val="64748B"/>
                </a:solidFill>
                <a:latin typeface="Yu Gothic"/>
                <a:ea typeface="Yu Gothic"/>
                <a:cs typeface="Yu Gothic"/>
              </a:rPr>
              <a:t>を停止して引き継ぎました。本回はその状態から再開します。</a:t>
            </a:r>
            <a:endParaRPr lang="ja-JP" altLang="en-US" sz="1200" dirty="0">
              <a:solidFill>
                <a:srgbClr val="64748B"/>
              </a:solidFill>
              <a:latin typeface="Yu Gothic"/>
              <a:ea typeface="Yu Gothic"/>
              <a:cs typeface="Yu Gothic"/>
            </a:endParaRPr>
          </a:p>
        </p:txBody>
      </p:sp>
      <p:sp>
        <p:nvSpPr>
          <p:cNvPr id="6" name="正方形/長方形 5">
            <a:extLst>
              <a:ext uri="{FF2B5EF4-FFF2-40B4-BE49-F238E27FC236}">
                <a16:creationId xmlns:a16="http://schemas.microsoft.com/office/drawing/2014/main" id="{5B38C8C4-A00C-3037-526A-0012698F3F5F}"/>
              </a:ext>
            </a:extLst>
          </p:cNvPr>
          <p:cNvSpPr>
            <a:spLocks noGrp="1"/>
          </p:cNvSpPr>
          <p:nvPr/>
        </p:nvSpPr>
        <p:spPr>
          <a:xfrm>
            <a:off x="550606" y="2157412"/>
            <a:ext cx="11080955" cy="3886200"/>
          </a:xfrm>
          <a:prstGeom prst="rect">
            <a:avLst/>
          </a:prstGeom>
          <a:solidFill>
            <a:srgbClr val="FFFFFF"/>
          </a:solidFill>
          <a:ln w="9525">
            <a:solidFill>
              <a:srgbClr val="D0D5DD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pic>
        <p:nvPicPr>
          <p:cNvPr id="3" name="図 2" descr="Architecture">
            <a:extLst>
              <a:ext uri="{FF2B5EF4-FFF2-40B4-BE49-F238E27FC236}">
                <a16:creationId xmlns:a16="http://schemas.microsoft.com/office/drawing/2014/main" id="{E82B9B3A-FD63-1E30-E21F-F43FFD5B176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84309" y="2262648"/>
            <a:ext cx="4377083" cy="3719052"/>
          </a:xfrm>
          <a:prstGeom prst="rect">
            <a:avLst/>
          </a:prstGeom>
        </p:spPr>
      </p:pic>
      <p:sp>
        <p:nvSpPr>
          <p:cNvPr id="8" name="四角形吹き出し 7">
            <a:extLst>
              <a:ext uri="{FF2B5EF4-FFF2-40B4-BE49-F238E27FC236}">
                <a16:creationId xmlns:a16="http://schemas.microsoft.com/office/drawing/2014/main" id="{8360E8AB-7F81-D44A-D4F3-DFBFDE59BF1F}"/>
              </a:ext>
            </a:extLst>
          </p:cNvPr>
          <p:cNvSpPr/>
          <p:nvPr/>
        </p:nvSpPr>
        <p:spPr>
          <a:xfrm>
            <a:off x="1170775" y="3783807"/>
            <a:ext cx="2271253" cy="1169551"/>
          </a:xfrm>
          <a:prstGeom prst="wedgeRectCallout">
            <a:avLst>
              <a:gd name="adj1" fmla="val 115355"/>
              <a:gd name="adj2" fmla="val 14466"/>
            </a:avLst>
          </a:prstGeom>
          <a:solidFill>
            <a:schemeClr val="bg1"/>
          </a:solidFill>
          <a:ln w="15875">
            <a:solidFill>
              <a:schemeClr val="bg2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>
              <a:solidFill>
                <a:schemeClr val="tx1"/>
              </a:solidFill>
            </a:endParaRPr>
          </a:p>
        </p:txBody>
      </p:sp>
      <p:sp>
        <p:nvSpPr>
          <p:cNvPr id="10" name="正方形/長方形 9">
            <a:extLst>
              <a:ext uri="{FF2B5EF4-FFF2-40B4-BE49-F238E27FC236}">
                <a16:creationId xmlns:a16="http://schemas.microsoft.com/office/drawing/2014/main" id="{2EC79FD0-7C8D-2ABF-18CD-FF5C42D191A0}"/>
              </a:ext>
            </a:extLst>
          </p:cNvPr>
          <p:cNvSpPr/>
          <p:nvPr/>
        </p:nvSpPr>
        <p:spPr>
          <a:xfrm>
            <a:off x="4861744" y="3460290"/>
            <a:ext cx="2266643" cy="1524000"/>
          </a:xfrm>
          <a:prstGeom prst="rect">
            <a:avLst/>
          </a:prstGeom>
          <a:solidFill>
            <a:schemeClr val="accent1">
              <a:alpha val="34973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2" name="テキスト ボックス 11">
            <a:extLst>
              <a:ext uri="{FF2B5EF4-FFF2-40B4-BE49-F238E27FC236}">
                <a16:creationId xmlns:a16="http://schemas.microsoft.com/office/drawing/2014/main" id="{A756A372-4C68-0EE5-59CC-637103C4D088}"/>
              </a:ext>
            </a:extLst>
          </p:cNvPr>
          <p:cNvSpPr txBox="1"/>
          <p:nvPr/>
        </p:nvSpPr>
        <p:spPr>
          <a:xfrm>
            <a:off x="1170775" y="3786162"/>
            <a:ext cx="2271253" cy="116955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defRPr sz="1125" b="0">
                <a:solidFill>
                  <a:srgbClr val="1F2937"/>
                </a:solidFill>
                <a:latin typeface="Yu Gothic"/>
                <a:ea typeface="Yu Gothic"/>
                <a:cs typeface="Yu Gothic"/>
              </a:defRPr>
            </a:pPr>
            <a:r>
              <a:rPr lang="en-US" altLang="ja-JP" sz="1400" dirty="0">
                <a:solidFill>
                  <a:srgbClr val="1F2937"/>
                </a:solidFill>
                <a:latin typeface="Yu Gothic UI" panose="020B0500000000000000" pitchFamily="34" charset="-128"/>
                <a:ea typeface="Yu Gothic UI" panose="020B0500000000000000" pitchFamily="34" charset="-128"/>
                <a:cs typeface="Yu Gothic"/>
              </a:rPr>
              <a:t>ACA </a:t>
            </a:r>
            <a:r>
              <a:rPr lang="ja-JP" altLang="en-US" sz="1400">
                <a:solidFill>
                  <a:srgbClr val="1F2937"/>
                </a:solidFill>
                <a:latin typeface="Yu Gothic UI" panose="020B0500000000000000" pitchFamily="34" charset="-128"/>
                <a:ea typeface="Yu Gothic UI" panose="020B0500000000000000" pitchFamily="34" charset="-128"/>
                <a:cs typeface="Yu Gothic"/>
              </a:rPr>
              <a:t>の</a:t>
            </a:r>
            <a:r>
              <a:rPr lang="en-US" altLang="ja-JP" sz="1400" dirty="0">
                <a:solidFill>
                  <a:srgbClr val="1F2937"/>
                </a:solidFill>
                <a:latin typeface="Yu Gothic UI" panose="020B0500000000000000" pitchFamily="34" charset="-128"/>
                <a:ea typeface="Yu Gothic UI" panose="020B0500000000000000" pitchFamily="34" charset="-128"/>
                <a:cs typeface="Yu Gothic"/>
              </a:rPr>
              <a:t> Environment, </a:t>
            </a:r>
            <a:r>
              <a:rPr lang="ja-JP" altLang="en-US" sz="1400">
                <a:solidFill>
                  <a:srgbClr val="1F2937"/>
                </a:solidFill>
                <a:latin typeface="Yu Gothic UI" panose="020B0500000000000000" pitchFamily="34" charset="-128"/>
                <a:ea typeface="Yu Gothic UI" panose="020B0500000000000000" pitchFamily="34" charset="-128"/>
                <a:cs typeface="Yu Gothic"/>
              </a:rPr>
              <a:t>プレースホルダとなるコンテナアプリ、</a:t>
            </a:r>
            <a:r>
              <a:rPr lang="en-US" altLang="ja-JP" sz="1400" dirty="0">
                <a:solidFill>
                  <a:srgbClr val="1F2937"/>
                </a:solidFill>
                <a:latin typeface="Yu Gothic UI" panose="020B0500000000000000" pitchFamily="34" charset="-128"/>
                <a:ea typeface="Yu Gothic UI" panose="020B0500000000000000" pitchFamily="34" charset="-128"/>
                <a:cs typeface="Yu Gothic"/>
              </a:rPr>
              <a:t>PostgreSQL Flexible Server </a:t>
            </a:r>
            <a:r>
              <a:rPr lang="ja-JP" altLang="en-US" sz="1400">
                <a:solidFill>
                  <a:srgbClr val="1F2937"/>
                </a:solidFill>
                <a:latin typeface="Yu Gothic UI" panose="020B0500000000000000" pitchFamily="34" charset="-128"/>
                <a:ea typeface="Yu Gothic UI" panose="020B0500000000000000" pitchFamily="34" charset="-128"/>
                <a:cs typeface="Yu Gothic"/>
              </a:rPr>
              <a:t>はデプロイ済み。ネットワーク関連も設定済み</a:t>
            </a:r>
            <a:endParaRPr lang="ja-JP" altLang="en-US" sz="1400" dirty="0">
              <a:solidFill>
                <a:srgbClr val="1F2937"/>
              </a:solidFill>
              <a:latin typeface="Yu Gothic UI" panose="020B0500000000000000" pitchFamily="34" charset="-128"/>
              <a:ea typeface="Yu Gothic UI" panose="020B0500000000000000" pitchFamily="34" charset="-128"/>
              <a:cs typeface="Yu Gothic"/>
            </a:endParaRPr>
          </a:p>
        </p:txBody>
      </p:sp>
      <p:sp>
        <p:nvSpPr>
          <p:cNvPr id="15" name="四角形吹き出し 14">
            <a:extLst>
              <a:ext uri="{FF2B5EF4-FFF2-40B4-BE49-F238E27FC236}">
                <a16:creationId xmlns:a16="http://schemas.microsoft.com/office/drawing/2014/main" id="{0023803D-F0D8-737D-15B9-9F98CA81A3ED}"/>
              </a:ext>
            </a:extLst>
          </p:cNvPr>
          <p:cNvSpPr/>
          <p:nvPr/>
        </p:nvSpPr>
        <p:spPr>
          <a:xfrm>
            <a:off x="1170775" y="2345557"/>
            <a:ext cx="2271253" cy="954107"/>
          </a:xfrm>
          <a:prstGeom prst="wedgeRectCallout">
            <a:avLst>
              <a:gd name="adj1" fmla="val 105189"/>
              <a:gd name="adj2" fmla="val -19213"/>
            </a:avLst>
          </a:prstGeom>
          <a:solidFill>
            <a:schemeClr val="bg1"/>
          </a:solidFill>
          <a:ln w="15875">
            <a:solidFill>
              <a:schemeClr val="bg2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>
              <a:solidFill>
                <a:schemeClr val="tx1"/>
              </a:solidFill>
            </a:endParaRPr>
          </a:p>
        </p:txBody>
      </p:sp>
      <p:sp>
        <p:nvSpPr>
          <p:cNvPr id="16" name="テキスト ボックス 15">
            <a:extLst>
              <a:ext uri="{FF2B5EF4-FFF2-40B4-BE49-F238E27FC236}">
                <a16:creationId xmlns:a16="http://schemas.microsoft.com/office/drawing/2014/main" id="{CD91C0E0-8139-937E-5C54-0ED514B55D19}"/>
              </a:ext>
            </a:extLst>
          </p:cNvPr>
          <p:cNvSpPr txBox="1"/>
          <p:nvPr/>
        </p:nvSpPr>
        <p:spPr>
          <a:xfrm>
            <a:off x="1170775" y="2347912"/>
            <a:ext cx="2271253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defRPr sz="1125" b="0">
                <a:solidFill>
                  <a:srgbClr val="1F2937"/>
                </a:solidFill>
                <a:latin typeface="Yu Gothic"/>
                <a:ea typeface="Yu Gothic"/>
                <a:cs typeface="Yu Gothic"/>
              </a:defRPr>
            </a:pPr>
            <a:r>
              <a:rPr lang="en-US" altLang="ja-JP" sz="1400" dirty="0">
                <a:solidFill>
                  <a:srgbClr val="1F2937"/>
                </a:solidFill>
                <a:latin typeface="Yu Gothic UI" panose="020B0500000000000000" pitchFamily="34" charset="-128"/>
                <a:ea typeface="Yu Gothic UI" panose="020B0500000000000000" pitchFamily="34" charset="-128"/>
                <a:cs typeface="Yu Gothic"/>
              </a:rPr>
              <a:t>ACA </a:t>
            </a:r>
            <a:r>
              <a:rPr lang="ja-JP" altLang="en-US" sz="1400">
                <a:solidFill>
                  <a:srgbClr val="1F2937"/>
                </a:solidFill>
                <a:latin typeface="Yu Gothic UI" panose="020B0500000000000000" pitchFamily="34" charset="-128"/>
                <a:ea typeface="Yu Gothic UI" panose="020B0500000000000000" pitchFamily="34" charset="-128"/>
                <a:cs typeface="Yu Gothic"/>
              </a:rPr>
              <a:t>の</a:t>
            </a:r>
            <a:r>
              <a:rPr lang="en-US" altLang="ja-JP" sz="1400" dirty="0">
                <a:solidFill>
                  <a:srgbClr val="1F2937"/>
                </a:solidFill>
                <a:latin typeface="Yu Gothic UI" panose="020B0500000000000000" pitchFamily="34" charset="-128"/>
                <a:ea typeface="Yu Gothic UI" panose="020B0500000000000000" pitchFamily="34" charset="-128"/>
                <a:cs typeface="Yu Gothic"/>
              </a:rPr>
              <a:t> Web </a:t>
            </a:r>
            <a:r>
              <a:rPr lang="ja-JP" altLang="en-US" sz="1400">
                <a:solidFill>
                  <a:srgbClr val="1F2937"/>
                </a:solidFill>
                <a:latin typeface="Yu Gothic UI" panose="020B0500000000000000" pitchFamily="34" charset="-128"/>
                <a:ea typeface="Yu Gothic UI" panose="020B0500000000000000" pitchFamily="34" charset="-128"/>
                <a:cs typeface="Yu Gothic"/>
              </a:rPr>
              <a:t>アプリコンテナ用のアプリ登録は実施済み。</a:t>
            </a:r>
            <a:endParaRPr lang="en-US" altLang="ja-JP" sz="1400" dirty="0">
              <a:solidFill>
                <a:srgbClr val="1F2937"/>
              </a:solidFill>
              <a:latin typeface="Yu Gothic UI" panose="020B0500000000000000" pitchFamily="34" charset="-128"/>
              <a:ea typeface="Yu Gothic UI" panose="020B0500000000000000" pitchFamily="34" charset="-128"/>
              <a:cs typeface="Yu Gothic"/>
            </a:endParaRPr>
          </a:p>
          <a:p>
            <a:pPr>
              <a:defRPr sz="1125" b="0">
                <a:solidFill>
                  <a:srgbClr val="1F2937"/>
                </a:solidFill>
                <a:latin typeface="Yu Gothic"/>
                <a:ea typeface="Yu Gothic"/>
                <a:cs typeface="Yu Gothic"/>
              </a:defRPr>
            </a:pPr>
            <a:r>
              <a:rPr lang="en-US" altLang="ja-JP" sz="1400" dirty="0">
                <a:solidFill>
                  <a:srgbClr val="1F2937"/>
                </a:solidFill>
                <a:latin typeface="Yu Gothic UI" panose="020B0500000000000000" pitchFamily="34" charset="-128"/>
                <a:ea typeface="Yu Gothic UI" panose="020B0500000000000000" pitchFamily="34" charset="-128"/>
                <a:cs typeface="Yu Gothic"/>
              </a:rPr>
              <a:t>GitHub Actions </a:t>
            </a:r>
            <a:r>
              <a:rPr lang="ja-JP" altLang="en-US" sz="1400">
                <a:solidFill>
                  <a:srgbClr val="1F2937"/>
                </a:solidFill>
                <a:latin typeface="Yu Gothic UI" panose="020B0500000000000000" pitchFamily="34" charset="-128"/>
                <a:ea typeface="Yu Gothic UI" panose="020B0500000000000000" pitchFamily="34" charset="-128"/>
                <a:cs typeface="Yu Gothic"/>
              </a:rPr>
              <a:t>用のサービスプリンシパルは未作成</a:t>
            </a:r>
            <a:endParaRPr lang="ja-JP" altLang="en-US" sz="1400" dirty="0">
              <a:solidFill>
                <a:srgbClr val="1F2937"/>
              </a:solidFill>
              <a:latin typeface="Yu Gothic UI" panose="020B0500000000000000" pitchFamily="34" charset="-128"/>
              <a:ea typeface="Yu Gothic UI" panose="020B0500000000000000" pitchFamily="34" charset="-128"/>
              <a:cs typeface="Yu Gothic"/>
            </a:endParaRPr>
          </a:p>
        </p:txBody>
      </p:sp>
      <p:sp>
        <p:nvSpPr>
          <p:cNvPr id="17" name="四角形吹き出し 16">
            <a:extLst>
              <a:ext uri="{FF2B5EF4-FFF2-40B4-BE49-F238E27FC236}">
                <a16:creationId xmlns:a16="http://schemas.microsoft.com/office/drawing/2014/main" id="{69DDACEA-6E70-2D34-79C3-75F00D8CB642}"/>
              </a:ext>
            </a:extLst>
          </p:cNvPr>
          <p:cNvSpPr/>
          <p:nvPr/>
        </p:nvSpPr>
        <p:spPr>
          <a:xfrm>
            <a:off x="1170775" y="5219702"/>
            <a:ext cx="2271253" cy="954107"/>
          </a:xfrm>
          <a:prstGeom prst="wedgeRectCallout">
            <a:avLst>
              <a:gd name="adj1" fmla="val 145449"/>
              <a:gd name="adj2" fmla="val 3052"/>
            </a:avLst>
          </a:prstGeom>
          <a:solidFill>
            <a:schemeClr val="bg1"/>
          </a:solidFill>
          <a:ln w="15875">
            <a:solidFill>
              <a:schemeClr val="bg2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>
              <a:solidFill>
                <a:schemeClr val="tx1"/>
              </a:solidFill>
            </a:endParaRPr>
          </a:p>
        </p:txBody>
      </p:sp>
      <p:sp>
        <p:nvSpPr>
          <p:cNvPr id="18" name="テキスト ボックス 17">
            <a:extLst>
              <a:ext uri="{FF2B5EF4-FFF2-40B4-BE49-F238E27FC236}">
                <a16:creationId xmlns:a16="http://schemas.microsoft.com/office/drawing/2014/main" id="{4625BC15-A773-300B-EA25-D30D8A6BF0D7}"/>
              </a:ext>
            </a:extLst>
          </p:cNvPr>
          <p:cNvSpPr txBox="1"/>
          <p:nvPr/>
        </p:nvSpPr>
        <p:spPr>
          <a:xfrm>
            <a:off x="1170775" y="5222057"/>
            <a:ext cx="2271253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defRPr sz="1125" b="0">
                <a:solidFill>
                  <a:srgbClr val="1F2937"/>
                </a:solidFill>
                <a:latin typeface="Yu Gothic"/>
                <a:ea typeface="Yu Gothic"/>
                <a:cs typeface="Yu Gothic"/>
              </a:defRPr>
            </a:pPr>
            <a:r>
              <a:rPr lang="en-US" altLang="ja-JP" sz="1400" dirty="0">
                <a:solidFill>
                  <a:srgbClr val="1F2937"/>
                </a:solidFill>
                <a:latin typeface="Yu Gothic UI" panose="020B0500000000000000" pitchFamily="34" charset="-128"/>
                <a:ea typeface="Yu Gothic UI" panose="020B0500000000000000" pitchFamily="34" charset="-128"/>
                <a:cs typeface="Yu Gothic"/>
              </a:rPr>
              <a:t>ACA </a:t>
            </a:r>
            <a:r>
              <a:rPr lang="ja-JP" altLang="en-US" sz="1400">
                <a:solidFill>
                  <a:srgbClr val="1F2937"/>
                </a:solidFill>
                <a:latin typeface="Yu Gothic UI" panose="020B0500000000000000" pitchFamily="34" charset="-128"/>
                <a:ea typeface="Yu Gothic UI" panose="020B0500000000000000" pitchFamily="34" charset="-128"/>
                <a:cs typeface="Yu Gothic"/>
              </a:rPr>
              <a:t>の</a:t>
            </a:r>
            <a:r>
              <a:rPr lang="en-US" altLang="ja-JP" sz="1400" dirty="0">
                <a:solidFill>
                  <a:srgbClr val="1F2937"/>
                </a:solidFill>
                <a:latin typeface="Yu Gothic UI" panose="020B0500000000000000" pitchFamily="34" charset="-128"/>
                <a:ea typeface="Yu Gothic UI" panose="020B0500000000000000" pitchFamily="34" charset="-128"/>
                <a:cs typeface="Yu Gothic"/>
              </a:rPr>
              <a:t> Web </a:t>
            </a:r>
            <a:r>
              <a:rPr lang="ja-JP" altLang="en-US" sz="1400">
                <a:solidFill>
                  <a:srgbClr val="1F2937"/>
                </a:solidFill>
                <a:latin typeface="Yu Gothic UI" panose="020B0500000000000000" pitchFamily="34" charset="-128"/>
                <a:ea typeface="Yu Gothic UI" panose="020B0500000000000000" pitchFamily="34" charset="-128"/>
                <a:cs typeface="Yu Gothic"/>
              </a:rPr>
              <a:t>アプリコンテナ用のアプリ登録は実施済み。</a:t>
            </a:r>
            <a:endParaRPr lang="en-US" altLang="ja-JP" sz="1400" dirty="0">
              <a:solidFill>
                <a:srgbClr val="1F2937"/>
              </a:solidFill>
              <a:latin typeface="Yu Gothic UI" panose="020B0500000000000000" pitchFamily="34" charset="-128"/>
              <a:ea typeface="Yu Gothic UI" panose="020B0500000000000000" pitchFamily="34" charset="-128"/>
              <a:cs typeface="Yu Gothic"/>
            </a:endParaRPr>
          </a:p>
          <a:p>
            <a:pPr>
              <a:defRPr sz="1125" b="0">
                <a:solidFill>
                  <a:srgbClr val="1F2937"/>
                </a:solidFill>
                <a:latin typeface="Yu Gothic"/>
                <a:ea typeface="Yu Gothic"/>
                <a:cs typeface="Yu Gothic"/>
              </a:defRPr>
            </a:pPr>
            <a:r>
              <a:rPr lang="en-US" altLang="ja-JP" sz="1400" dirty="0">
                <a:solidFill>
                  <a:srgbClr val="1F2937"/>
                </a:solidFill>
                <a:latin typeface="Yu Gothic UI" panose="020B0500000000000000" pitchFamily="34" charset="-128"/>
                <a:ea typeface="Yu Gothic UI" panose="020B0500000000000000" pitchFamily="34" charset="-128"/>
                <a:cs typeface="Yu Gothic"/>
              </a:rPr>
              <a:t>GitHub Actions </a:t>
            </a:r>
            <a:r>
              <a:rPr lang="ja-JP" altLang="en-US" sz="1400">
                <a:solidFill>
                  <a:srgbClr val="1F2937"/>
                </a:solidFill>
                <a:latin typeface="Yu Gothic UI" panose="020B0500000000000000" pitchFamily="34" charset="-128"/>
                <a:ea typeface="Yu Gothic UI" panose="020B0500000000000000" pitchFamily="34" charset="-128"/>
                <a:cs typeface="Yu Gothic"/>
              </a:rPr>
              <a:t>用のサービスプリンシパルは未作成</a:t>
            </a:r>
            <a:endParaRPr lang="ja-JP" altLang="en-US" sz="1400" dirty="0">
              <a:solidFill>
                <a:srgbClr val="1F2937"/>
              </a:solidFill>
              <a:latin typeface="Yu Gothic UI" panose="020B0500000000000000" pitchFamily="34" charset="-128"/>
              <a:ea typeface="Yu Gothic UI" panose="020B0500000000000000" pitchFamily="34" charset="-128"/>
              <a:cs typeface="Yu Gothic"/>
            </a:endParaRPr>
          </a:p>
        </p:txBody>
      </p:sp>
      <p:sp>
        <p:nvSpPr>
          <p:cNvPr id="19" name="正方形/長方形 18">
            <a:extLst>
              <a:ext uri="{FF2B5EF4-FFF2-40B4-BE49-F238E27FC236}">
                <a16:creationId xmlns:a16="http://schemas.microsoft.com/office/drawing/2014/main" id="{86CFA112-5ECD-FDC3-72FD-854B7F6769B9}"/>
              </a:ext>
            </a:extLst>
          </p:cNvPr>
          <p:cNvSpPr/>
          <p:nvPr/>
        </p:nvSpPr>
        <p:spPr>
          <a:xfrm>
            <a:off x="7226969" y="3472282"/>
            <a:ext cx="1276704" cy="649892"/>
          </a:xfrm>
          <a:prstGeom prst="rect">
            <a:avLst/>
          </a:prstGeom>
          <a:solidFill>
            <a:schemeClr val="accent1">
              <a:alpha val="34973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3" name="四角形吹き出し 12">
            <a:extLst>
              <a:ext uri="{FF2B5EF4-FFF2-40B4-BE49-F238E27FC236}">
                <a16:creationId xmlns:a16="http://schemas.microsoft.com/office/drawing/2014/main" id="{BDF05C5A-C7F4-B61E-8F86-7F7CAB0CBFF3}"/>
              </a:ext>
            </a:extLst>
          </p:cNvPr>
          <p:cNvSpPr/>
          <p:nvPr/>
        </p:nvSpPr>
        <p:spPr>
          <a:xfrm>
            <a:off x="8503673" y="2368565"/>
            <a:ext cx="2271253" cy="607997"/>
          </a:xfrm>
          <a:prstGeom prst="wedgeRectCallout">
            <a:avLst>
              <a:gd name="adj1" fmla="val -59917"/>
              <a:gd name="adj2" fmla="val 162413"/>
            </a:avLst>
          </a:prstGeom>
          <a:solidFill>
            <a:schemeClr val="bg1"/>
          </a:solidFill>
          <a:ln w="15875">
            <a:solidFill>
              <a:schemeClr val="bg2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>
              <a:solidFill>
                <a:schemeClr val="tx1"/>
              </a:solidFill>
            </a:endParaRPr>
          </a:p>
        </p:txBody>
      </p:sp>
      <p:sp>
        <p:nvSpPr>
          <p:cNvPr id="14" name="テキスト ボックス 13">
            <a:extLst>
              <a:ext uri="{FF2B5EF4-FFF2-40B4-BE49-F238E27FC236}">
                <a16:creationId xmlns:a16="http://schemas.microsoft.com/office/drawing/2014/main" id="{060EA345-8EC1-BB3D-A461-4D1E2139CD73}"/>
              </a:ext>
            </a:extLst>
          </p:cNvPr>
          <p:cNvSpPr txBox="1"/>
          <p:nvPr/>
        </p:nvSpPr>
        <p:spPr>
          <a:xfrm>
            <a:off x="8503673" y="2370920"/>
            <a:ext cx="227125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defRPr sz="1125" b="0">
                <a:solidFill>
                  <a:srgbClr val="1F2937"/>
                </a:solidFill>
                <a:latin typeface="Yu Gothic"/>
                <a:ea typeface="Yu Gothic"/>
                <a:cs typeface="Yu Gothic"/>
              </a:defRPr>
            </a:pPr>
            <a:r>
              <a:rPr lang="en-US" altLang="ja-JP" sz="1400" dirty="0">
                <a:solidFill>
                  <a:srgbClr val="1F2937"/>
                </a:solidFill>
                <a:latin typeface="Yu Gothic UI" panose="020B0500000000000000" pitchFamily="34" charset="-128"/>
                <a:ea typeface="Yu Gothic UI" panose="020B0500000000000000" pitchFamily="34" charset="-128"/>
                <a:cs typeface="Yu Gothic"/>
              </a:rPr>
              <a:t>ACR </a:t>
            </a:r>
            <a:r>
              <a:rPr lang="ja-JP" altLang="en-US" sz="1400">
                <a:solidFill>
                  <a:srgbClr val="1F2937"/>
                </a:solidFill>
                <a:latin typeface="Yu Gothic UI" panose="020B0500000000000000" pitchFamily="34" charset="-128"/>
                <a:ea typeface="Yu Gothic UI" panose="020B0500000000000000" pitchFamily="34" charset="-128"/>
                <a:cs typeface="Yu Gothic"/>
              </a:rPr>
              <a:t>は存在するが、コンテナイメージのビルドは未着手</a:t>
            </a:r>
            <a:endParaRPr lang="ja-JP" altLang="en-US" sz="1400" dirty="0">
              <a:solidFill>
                <a:srgbClr val="1F2937"/>
              </a:solidFill>
              <a:latin typeface="Yu Gothic UI" panose="020B0500000000000000" pitchFamily="34" charset="-128"/>
              <a:ea typeface="Yu Gothic UI" panose="020B0500000000000000" pitchFamily="34" charset="-128"/>
              <a:cs typeface="Yu Gothic"/>
            </a:endParaRPr>
          </a:p>
        </p:txBody>
      </p:sp>
      <p:sp>
        <p:nvSpPr>
          <p:cNvPr id="20" name="四角形吹き出し 19">
            <a:extLst>
              <a:ext uri="{FF2B5EF4-FFF2-40B4-BE49-F238E27FC236}">
                <a16:creationId xmlns:a16="http://schemas.microsoft.com/office/drawing/2014/main" id="{62907EA1-39E0-9B4F-3AB6-4036E4E5ACE3}"/>
              </a:ext>
            </a:extLst>
          </p:cNvPr>
          <p:cNvSpPr/>
          <p:nvPr/>
        </p:nvSpPr>
        <p:spPr>
          <a:xfrm>
            <a:off x="6928873" y="1775497"/>
            <a:ext cx="3221890" cy="317495"/>
          </a:xfrm>
          <a:prstGeom prst="wedgeRectCallout">
            <a:avLst>
              <a:gd name="adj1" fmla="val -56130"/>
              <a:gd name="adj2" fmla="val 144509"/>
            </a:avLst>
          </a:prstGeom>
          <a:solidFill>
            <a:schemeClr val="bg1"/>
          </a:solidFill>
          <a:ln w="15875">
            <a:solidFill>
              <a:schemeClr val="bg2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>
              <a:solidFill>
                <a:schemeClr val="tx1"/>
              </a:solidFill>
            </a:endParaRPr>
          </a:p>
        </p:txBody>
      </p:sp>
      <p:sp>
        <p:nvSpPr>
          <p:cNvPr id="21" name="テキスト ボックス 20">
            <a:extLst>
              <a:ext uri="{FF2B5EF4-FFF2-40B4-BE49-F238E27FC236}">
                <a16:creationId xmlns:a16="http://schemas.microsoft.com/office/drawing/2014/main" id="{1B5589E7-3C34-8D58-083A-2A28759FB632}"/>
              </a:ext>
            </a:extLst>
          </p:cNvPr>
          <p:cNvSpPr txBox="1"/>
          <p:nvPr/>
        </p:nvSpPr>
        <p:spPr>
          <a:xfrm>
            <a:off x="6928873" y="1766928"/>
            <a:ext cx="322189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defRPr sz="1125" b="0">
                <a:solidFill>
                  <a:srgbClr val="1F2937"/>
                </a:solidFill>
                <a:latin typeface="Yu Gothic"/>
                <a:ea typeface="Yu Gothic"/>
                <a:cs typeface="Yu Gothic"/>
              </a:defRPr>
            </a:pPr>
            <a:r>
              <a:rPr lang="en-US" altLang="ja-JP" sz="1400" dirty="0">
                <a:solidFill>
                  <a:srgbClr val="1F2937"/>
                </a:solidFill>
                <a:latin typeface="Yu Gothic UI" panose="020B0500000000000000" pitchFamily="34" charset="-128"/>
                <a:ea typeface="Yu Gothic UI" panose="020B0500000000000000" pitchFamily="34" charset="-128"/>
                <a:cs typeface="Yu Gothic"/>
              </a:rPr>
              <a:t>ACA </a:t>
            </a:r>
            <a:r>
              <a:rPr lang="ja-JP" altLang="en-US" sz="1400">
                <a:solidFill>
                  <a:srgbClr val="1F2937"/>
                </a:solidFill>
                <a:latin typeface="Yu Gothic UI" panose="020B0500000000000000" pitchFamily="34" charset="-128"/>
                <a:ea typeface="Yu Gothic UI" panose="020B0500000000000000" pitchFamily="34" charset="-128"/>
                <a:cs typeface="Yu Gothic"/>
              </a:rPr>
              <a:t>の</a:t>
            </a:r>
            <a:r>
              <a:rPr lang="en-US" altLang="ja-JP" sz="1400" dirty="0">
                <a:solidFill>
                  <a:srgbClr val="1F2937"/>
                </a:solidFill>
                <a:latin typeface="Yu Gothic UI" panose="020B0500000000000000" pitchFamily="34" charset="-128"/>
                <a:ea typeface="Yu Gothic UI" panose="020B0500000000000000" pitchFamily="34" charset="-128"/>
                <a:cs typeface="Yu Gothic"/>
              </a:rPr>
              <a:t> Environment </a:t>
            </a:r>
            <a:r>
              <a:rPr lang="ja-JP" altLang="en-US" sz="1400">
                <a:solidFill>
                  <a:srgbClr val="1F2937"/>
                </a:solidFill>
                <a:latin typeface="Yu Gothic UI" panose="020B0500000000000000" pitchFamily="34" charset="-128"/>
                <a:ea typeface="Yu Gothic UI" panose="020B0500000000000000" pitchFamily="34" charset="-128"/>
                <a:cs typeface="Yu Gothic"/>
              </a:rPr>
              <a:t>の監視設定は実施</a:t>
            </a:r>
            <a:endParaRPr lang="en-US" altLang="ja-JP" sz="1400" dirty="0">
              <a:solidFill>
                <a:srgbClr val="1F2937"/>
              </a:solidFill>
              <a:latin typeface="Yu Gothic UI" panose="020B0500000000000000" pitchFamily="34" charset="-128"/>
              <a:ea typeface="Yu Gothic UI" panose="020B0500000000000000" pitchFamily="34" charset="-128"/>
              <a:cs typeface="Yu Gothic"/>
            </a:endParaRPr>
          </a:p>
        </p:txBody>
      </p:sp>
    </p:spTree>
    <p:extLst>
      <p:ext uri="{BB962C8B-B14F-4D97-AF65-F5344CB8AC3E}">
        <p14:creationId xmlns:p14="http://schemas.microsoft.com/office/powerpoint/2010/main" val="208248993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949AFCE-41FE-C61D-0252-32D891E1B0A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正方形/長方形 8">
            <a:extLst>
              <a:ext uri="{FF2B5EF4-FFF2-40B4-BE49-F238E27FC236}">
                <a16:creationId xmlns:a16="http://schemas.microsoft.com/office/drawing/2014/main" id="{5F410930-6F81-FA09-8F4E-D11B20164FB3}"/>
              </a:ext>
            </a:extLst>
          </p:cNvPr>
          <p:cNvSpPr>
            <a:spLocks noGrp="1"/>
          </p:cNvSpPr>
          <p:nvPr/>
        </p:nvSpPr>
        <p:spPr>
          <a:xfrm>
            <a:off x="685800" y="400050"/>
            <a:ext cx="8953500" cy="4953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>
              <a:defRPr sz="2325" b="1">
                <a:solidFill>
                  <a:srgbClr val="1F2937"/>
                </a:solidFill>
                <a:latin typeface="Yu Gothic"/>
                <a:ea typeface="Yu Gothic"/>
                <a:cs typeface="Yu Gothic"/>
              </a:defRPr>
            </a:pPr>
            <a:r>
              <a:rPr lang="en" altLang="ja-JP" sz="2000" b="1" dirty="0">
                <a:solidFill>
                  <a:srgbClr val="1F2937"/>
                </a:solidFill>
                <a:latin typeface="Yu Gothic"/>
                <a:ea typeface="Yu Gothic"/>
                <a:cs typeface="Yu Gothic"/>
              </a:rPr>
              <a:t>Todo </a:t>
            </a:r>
            <a:r>
              <a:rPr lang="ja-JP" altLang="en-US" sz="2000" b="1">
                <a:solidFill>
                  <a:srgbClr val="1F2937"/>
                </a:solidFill>
                <a:latin typeface="Yu Gothic"/>
                <a:ea typeface="Yu Gothic"/>
                <a:cs typeface="Yu Gothic"/>
              </a:rPr>
              <a:t>アプリの完成形</a:t>
            </a:r>
            <a:endParaRPr lang="ja-JP" altLang="en-US" sz="2000" b="1" dirty="0">
              <a:solidFill>
                <a:srgbClr val="1F2937"/>
              </a:solidFill>
              <a:latin typeface="Yu Gothic"/>
              <a:ea typeface="Yu Gothic"/>
              <a:cs typeface="Yu Gothic"/>
            </a:endParaRPr>
          </a:p>
        </p:txBody>
      </p:sp>
      <p:sp>
        <p:nvSpPr>
          <p:cNvPr id="2" name="正方形/長方形 1">
            <a:extLst>
              <a:ext uri="{FF2B5EF4-FFF2-40B4-BE49-F238E27FC236}">
                <a16:creationId xmlns:a16="http://schemas.microsoft.com/office/drawing/2014/main" id="{75E0DC16-A7D9-D0B0-D047-E36FF9544795}"/>
              </a:ext>
            </a:extLst>
          </p:cNvPr>
          <p:cNvSpPr>
            <a:spLocks noGrp="1"/>
          </p:cNvSpPr>
          <p:nvPr/>
        </p:nvSpPr>
        <p:spPr>
          <a:xfrm>
            <a:off x="685800" y="876300"/>
            <a:ext cx="36195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13" b="0">
                <a:solidFill>
                  <a:srgbClr val="667085"/>
                </a:solidFill>
                <a:latin typeface="Yu Gothic UI"/>
                <a:ea typeface="Yu Gothic UI"/>
                <a:cs typeface="Yu Gothic UI"/>
              </a:defRPr>
            </a:pPr>
            <a:r>
              <a:rPr sz="713" b="0" dirty="0">
                <a:solidFill>
                  <a:srgbClr val="667085"/>
                </a:solidFill>
                <a:latin typeface="Yu Gothic UI"/>
                <a:ea typeface="Yu Gothic UI"/>
                <a:cs typeface="Yu Gothic UI"/>
              </a:rPr>
              <a:t>Azure Workshop for Beginners </a:t>
            </a:r>
            <a:r>
              <a:rPr lang="ja-JP" altLang="en-US" sz="713" b="0">
                <a:solidFill>
                  <a:srgbClr val="667085"/>
                </a:solidFill>
                <a:latin typeface="Yu Gothic UI"/>
                <a:ea typeface="Yu Gothic UI"/>
                <a:cs typeface="Yu Gothic UI"/>
              </a:rPr>
              <a:t> </a:t>
            </a:r>
            <a:r>
              <a:rPr lang="en-US" altLang="ja-JP" sz="713" b="0" dirty="0">
                <a:solidFill>
                  <a:srgbClr val="667085"/>
                </a:solidFill>
                <a:latin typeface="Yu Gothic UI"/>
                <a:ea typeface="Yu Gothic UI"/>
                <a:cs typeface="Yu Gothic UI"/>
              </a:rPr>
              <a:t>| </a:t>
            </a:r>
            <a:r>
              <a:rPr lang="ja-JP" altLang="en-US" sz="713" b="0">
                <a:solidFill>
                  <a:srgbClr val="667085"/>
                </a:solidFill>
                <a:latin typeface="Yu Gothic UI"/>
                <a:ea typeface="Yu Gothic UI"/>
                <a:cs typeface="Yu Gothic UI"/>
              </a:rPr>
              <a:t>第</a:t>
            </a:r>
            <a:r>
              <a:rPr lang="en-US" altLang="ja-JP" sz="713" b="0" dirty="0">
                <a:solidFill>
                  <a:srgbClr val="667085"/>
                </a:solidFill>
                <a:latin typeface="Yu Gothic UI"/>
                <a:ea typeface="Yu Gothic UI"/>
                <a:cs typeface="Yu Gothic UI"/>
              </a:rPr>
              <a:t>6</a:t>
            </a:r>
            <a:r>
              <a:rPr lang="ja-JP" altLang="en-US" sz="713" b="0">
                <a:solidFill>
                  <a:srgbClr val="667085"/>
                </a:solidFill>
                <a:latin typeface="Yu Gothic UI"/>
                <a:ea typeface="Yu Gothic UI"/>
                <a:cs typeface="Yu Gothic UI"/>
              </a:rPr>
              <a:t>回</a:t>
            </a:r>
            <a:endParaRPr sz="713" b="0" dirty="0">
              <a:solidFill>
                <a:srgbClr val="667085"/>
              </a:solidFill>
              <a:latin typeface="Yu Gothic UI"/>
              <a:ea typeface="Yu Gothic UI"/>
              <a:cs typeface="Yu Gothic UI"/>
            </a:endParaRPr>
          </a:p>
        </p:txBody>
      </p:sp>
      <p:sp>
        <p:nvSpPr>
          <p:cNvPr id="4" name="正方形/長方形 3">
            <a:extLst>
              <a:ext uri="{FF2B5EF4-FFF2-40B4-BE49-F238E27FC236}">
                <a16:creationId xmlns:a16="http://schemas.microsoft.com/office/drawing/2014/main" id="{D9C39C08-B254-0542-339B-69C1E6B2095C}"/>
              </a:ext>
            </a:extLst>
          </p:cNvPr>
          <p:cNvSpPr>
            <a:spLocks noGrp="1"/>
          </p:cNvSpPr>
          <p:nvPr/>
        </p:nvSpPr>
        <p:spPr>
          <a:xfrm>
            <a:off x="685800" y="1200150"/>
            <a:ext cx="10820400" cy="14288"/>
          </a:xfrm>
          <a:prstGeom prst="rect">
            <a:avLst/>
          </a:prstGeom>
          <a:solidFill>
            <a:srgbClr val="D0D5DD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5" name="正方形/長方形 4">
            <a:extLst>
              <a:ext uri="{FF2B5EF4-FFF2-40B4-BE49-F238E27FC236}">
                <a16:creationId xmlns:a16="http://schemas.microsoft.com/office/drawing/2014/main" id="{66649A5E-75C9-B69C-F672-27DBB77BC6D6}"/>
              </a:ext>
            </a:extLst>
          </p:cNvPr>
          <p:cNvSpPr>
            <a:spLocks noGrp="1"/>
          </p:cNvSpPr>
          <p:nvPr/>
        </p:nvSpPr>
        <p:spPr>
          <a:xfrm>
            <a:off x="685800" y="1352550"/>
            <a:ext cx="10820400" cy="552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19050" rIns="0" bIns="0" anchor="t"/>
          <a:lstStyle/>
          <a:p>
            <a:pPr>
              <a:defRPr sz="1350" b="0">
                <a:solidFill>
                  <a:srgbClr val="64748B"/>
                </a:solidFill>
                <a:latin typeface="Yu Gothic"/>
                <a:ea typeface="Yu Gothic"/>
                <a:cs typeface="Yu Gothic"/>
              </a:defRPr>
            </a:pPr>
            <a:r>
              <a:rPr lang="ja-JP" altLang="en-US" sz="1200">
                <a:solidFill>
                  <a:srgbClr val="64748B"/>
                </a:solidFill>
                <a:latin typeface="Yu Gothic"/>
                <a:ea typeface="Yu Gothic"/>
                <a:cs typeface="Yu Gothic"/>
              </a:rPr>
              <a:t>完成形では </a:t>
            </a:r>
            <a:r>
              <a:rPr lang="en" altLang="ja-JP" sz="1200" dirty="0">
                <a:solidFill>
                  <a:srgbClr val="64748B"/>
                </a:solidFill>
                <a:latin typeface="Yu Gothic"/>
                <a:ea typeface="Yu Gothic"/>
                <a:cs typeface="Yu Gothic"/>
              </a:rPr>
              <a:t>Web </a:t>
            </a:r>
            <a:r>
              <a:rPr lang="ja-JP" altLang="en-US" sz="1200">
                <a:solidFill>
                  <a:srgbClr val="64748B"/>
                </a:solidFill>
                <a:latin typeface="Yu Gothic"/>
                <a:ea typeface="Yu Gothic"/>
                <a:cs typeface="Yu Gothic"/>
              </a:rPr>
              <a:t>と </a:t>
            </a:r>
            <a:r>
              <a:rPr lang="en" altLang="ja-JP" sz="1200" dirty="0">
                <a:solidFill>
                  <a:srgbClr val="64748B"/>
                </a:solidFill>
                <a:latin typeface="Yu Gothic"/>
                <a:ea typeface="Yu Gothic"/>
                <a:cs typeface="Yu Gothic"/>
              </a:rPr>
              <a:t>API </a:t>
            </a:r>
            <a:r>
              <a:rPr lang="ja-JP" altLang="en-US" sz="1200">
                <a:solidFill>
                  <a:srgbClr val="64748B"/>
                </a:solidFill>
                <a:latin typeface="Yu Gothic"/>
                <a:ea typeface="Yu Gothic"/>
                <a:cs typeface="Yu Gothic"/>
              </a:rPr>
              <a:t>が </a:t>
            </a:r>
            <a:r>
              <a:rPr lang="en" altLang="ja-JP" sz="1200" dirty="0">
                <a:solidFill>
                  <a:srgbClr val="64748B"/>
                </a:solidFill>
                <a:latin typeface="Yu Gothic"/>
                <a:ea typeface="Yu Gothic"/>
                <a:cs typeface="Yu Gothic"/>
              </a:rPr>
              <a:t>Azure Container Apps </a:t>
            </a:r>
            <a:r>
              <a:rPr lang="ja-JP" altLang="en-US" sz="1200">
                <a:solidFill>
                  <a:srgbClr val="64748B"/>
                </a:solidFill>
                <a:latin typeface="Yu Gothic"/>
                <a:ea typeface="Yu Gothic"/>
                <a:cs typeface="Yu Gothic"/>
              </a:rPr>
              <a:t>で動き、コンテナイメージは </a:t>
            </a:r>
            <a:r>
              <a:rPr lang="en" altLang="ja-JP" sz="1200" dirty="0">
                <a:solidFill>
                  <a:srgbClr val="64748B"/>
                </a:solidFill>
                <a:latin typeface="Yu Gothic"/>
                <a:ea typeface="Yu Gothic"/>
                <a:cs typeface="Yu Gothic"/>
              </a:rPr>
              <a:t>ACR </a:t>
            </a:r>
            <a:r>
              <a:rPr lang="ja-JP" altLang="en-US" sz="1200">
                <a:solidFill>
                  <a:srgbClr val="64748B"/>
                </a:solidFill>
                <a:latin typeface="Yu Gothic"/>
                <a:ea typeface="Yu Gothic"/>
                <a:cs typeface="Yu Gothic"/>
              </a:rPr>
              <a:t>に置かれ、</a:t>
            </a:r>
            <a:r>
              <a:rPr lang="en" altLang="ja-JP" sz="1200" dirty="0">
                <a:solidFill>
                  <a:srgbClr val="64748B"/>
                </a:solidFill>
                <a:latin typeface="Yu Gothic"/>
                <a:ea typeface="Yu Gothic"/>
                <a:cs typeface="Yu Gothic"/>
              </a:rPr>
              <a:t>Todo </a:t>
            </a:r>
            <a:r>
              <a:rPr lang="ja-JP" altLang="en-US" sz="1200">
                <a:solidFill>
                  <a:srgbClr val="64748B"/>
                </a:solidFill>
                <a:latin typeface="Yu Gothic"/>
                <a:ea typeface="Yu Gothic"/>
                <a:cs typeface="Yu Gothic"/>
              </a:rPr>
              <a:t>データは </a:t>
            </a:r>
            <a:r>
              <a:rPr lang="en" altLang="ja-JP" sz="1200" dirty="0">
                <a:solidFill>
                  <a:srgbClr val="64748B"/>
                </a:solidFill>
                <a:latin typeface="Yu Gothic"/>
                <a:ea typeface="Yu Gothic"/>
                <a:cs typeface="Yu Gothic"/>
              </a:rPr>
              <a:t>Azure Database for PostgreSQL </a:t>
            </a:r>
            <a:r>
              <a:rPr lang="ja-JP" altLang="en-US" sz="1200">
                <a:solidFill>
                  <a:srgbClr val="64748B"/>
                </a:solidFill>
                <a:latin typeface="Yu Gothic"/>
                <a:ea typeface="Yu Gothic"/>
                <a:cs typeface="Yu Gothic"/>
              </a:rPr>
              <a:t>に保存されます。</a:t>
            </a:r>
            <a:endParaRPr lang="ja-JP" altLang="en-US" sz="1200" dirty="0">
              <a:solidFill>
                <a:srgbClr val="64748B"/>
              </a:solidFill>
              <a:latin typeface="Yu Gothic"/>
              <a:ea typeface="Yu Gothic"/>
              <a:cs typeface="Yu Gothic"/>
            </a:endParaRPr>
          </a:p>
        </p:txBody>
      </p:sp>
      <p:sp>
        <p:nvSpPr>
          <p:cNvPr id="6" name="正方形/長方形 5">
            <a:extLst>
              <a:ext uri="{FF2B5EF4-FFF2-40B4-BE49-F238E27FC236}">
                <a16:creationId xmlns:a16="http://schemas.microsoft.com/office/drawing/2014/main" id="{4CDABA58-AD27-D44B-55CB-BCBEED1C3C28}"/>
              </a:ext>
            </a:extLst>
          </p:cNvPr>
          <p:cNvSpPr>
            <a:spLocks noGrp="1"/>
          </p:cNvSpPr>
          <p:nvPr/>
        </p:nvSpPr>
        <p:spPr>
          <a:xfrm>
            <a:off x="550606" y="2157412"/>
            <a:ext cx="11080955" cy="3886200"/>
          </a:xfrm>
          <a:prstGeom prst="rect">
            <a:avLst/>
          </a:prstGeom>
          <a:solidFill>
            <a:srgbClr val="FFFFFF"/>
          </a:solidFill>
          <a:ln w="9525">
            <a:solidFill>
              <a:srgbClr val="D0D5DD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pic>
        <p:nvPicPr>
          <p:cNvPr id="8" name="図 7" descr="Architecture">
            <a:extLst>
              <a:ext uri="{FF2B5EF4-FFF2-40B4-BE49-F238E27FC236}">
                <a16:creationId xmlns:a16="http://schemas.microsoft.com/office/drawing/2014/main" id="{32AD8637-4F6B-F148-A2F5-642DA9EC6CB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84309" y="2262648"/>
            <a:ext cx="4377083" cy="3719052"/>
          </a:xfrm>
          <a:prstGeom prst="rect">
            <a:avLst/>
          </a:prstGeom>
        </p:spPr>
      </p:pic>
      <p:grpSp>
        <p:nvGrpSpPr>
          <p:cNvPr id="12" name="グループ化 11">
            <a:extLst>
              <a:ext uri="{FF2B5EF4-FFF2-40B4-BE49-F238E27FC236}">
                <a16:creationId xmlns:a16="http://schemas.microsoft.com/office/drawing/2014/main" id="{4DB19C18-7D82-3D8B-A48B-E5A257BF837D}"/>
              </a:ext>
            </a:extLst>
          </p:cNvPr>
          <p:cNvGrpSpPr/>
          <p:nvPr/>
        </p:nvGrpSpPr>
        <p:grpSpPr>
          <a:xfrm>
            <a:off x="2901127" y="3029871"/>
            <a:ext cx="953120" cy="307777"/>
            <a:chOff x="1858907" y="2259085"/>
            <a:chExt cx="953120" cy="307777"/>
          </a:xfrm>
        </p:grpSpPr>
        <p:sp>
          <p:nvSpPr>
            <p:cNvPr id="10" name="四角形吹き出し 9">
              <a:extLst>
                <a:ext uri="{FF2B5EF4-FFF2-40B4-BE49-F238E27FC236}">
                  <a16:creationId xmlns:a16="http://schemas.microsoft.com/office/drawing/2014/main" id="{5CDA4AA6-A5D0-65EE-9F86-2A5870DF30D8}"/>
                </a:ext>
              </a:extLst>
            </p:cNvPr>
            <p:cNvSpPr/>
            <p:nvPr/>
          </p:nvSpPr>
          <p:spPr>
            <a:xfrm>
              <a:off x="1858907" y="2259085"/>
              <a:ext cx="953120" cy="307777"/>
            </a:xfrm>
            <a:prstGeom prst="wedgeRectCallout">
              <a:avLst>
                <a:gd name="adj1" fmla="val 171042"/>
                <a:gd name="adj2" fmla="val 158338"/>
              </a:avLst>
            </a:prstGeom>
            <a:solidFill>
              <a:schemeClr val="bg1"/>
            </a:solidFill>
            <a:ln w="15875">
              <a:solidFill>
                <a:schemeClr val="bg2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>
                <a:solidFill>
                  <a:schemeClr val="tx1"/>
                </a:solidFill>
              </a:endParaRPr>
            </a:p>
          </p:txBody>
        </p:sp>
        <p:sp>
          <p:nvSpPr>
            <p:cNvPr id="11" name="テキスト ボックス 10">
              <a:extLst>
                <a:ext uri="{FF2B5EF4-FFF2-40B4-BE49-F238E27FC236}">
                  <a16:creationId xmlns:a16="http://schemas.microsoft.com/office/drawing/2014/main" id="{2D0C5B0D-A676-FC24-870D-FB01109820B0}"/>
                </a:ext>
              </a:extLst>
            </p:cNvPr>
            <p:cNvSpPr txBox="1"/>
            <p:nvPr/>
          </p:nvSpPr>
          <p:spPr>
            <a:xfrm>
              <a:off x="1858907" y="2259085"/>
              <a:ext cx="953120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>
                <a:defRPr sz="1125" b="0">
                  <a:solidFill>
                    <a:srgbClr val="1F2937"/>
                  </a:solidFill>
                  <a:latin typeface="Yu Gothic"/>
                  <a:ea typeface="Yu Gothic"/>
                  <a:cs typeface="Yu Gothic"/>
                </a:defRPr>
              </a:pPr>
              <a:r>
                <a:rPr lang="en-US" altLang="ja-JP" sz="1400" dirty="0">
                  <a:solidFill>
                    <a:srgbClr val="1F2937"/>
                  </a:solidFill>
                  <a:latin typeface="Yu Gothic UI" panose="020B0500000000000000" pitchFamily="34" charset="-128"/>
                  <a:ea typeface="Yu Gothic UI" panose="020B0500000000000000" pitchFamily="34" charset="-128"/>
                  <a:cs typeface="Yu Gothic"/>
                </a:rPr>
                <a:t>Web </a:t>
              </a:r>
              <a:r>
                <a:rPr lang="ja-JP" altLang="en-US" sz="1400">
                  <a:solidFill>
                    <a:srgbClr val="1F2937"/>
                  </a:solidFill>
                  <a:latin typeface="Yu Gothic UI" panose="020B0500000000000000" pitchFamily="34" charset="-128"/>
                  <a:ea typeface="Yu Gothic UI" panose="020B0500000000000000" pitchFamily="34" charset="-128"/>
                  <a:cs typeface="Yu Gothic"/>
                </a:rPr>
                <a:t>層</a:t>
              </a:r>
              <a:endParaRPr lang="ja-JP" altLang="en-US" sz="1400" dirty="0">
                <a:solidFill>
                  <a:srgbClr val="1F2937"/>
                </a:solidFill>
                <a:latin typeface="Yu Gothic UI" panose="020B0500000000000000" pitchFamily="34" charset="-128"/>
                <a:ea typeface="Yu Gothic UI" panose="020B0500000000000000" pitchFamily="34" charset="-128"/>
                <a:cs typeface="Yu Gothic"/>
              </a:endParaRPr>
            </a:p>
          </p:txBody>
        </p:sp>
      </p:grpSp>
      <p:grpSp>
        <p:nvGrpSpPr>
          <p:cNvPr id="14" name="グループ化 13">
            <a:extLst>
              <a:ext uri="{FF2B5EF4-FFF2-40B4-BE49-F238E27FC236}">
                <a16:creationId xmlns:a16="http://schemas.microsoft.com/office/drawing/2014/main" id="{F16A0C8E-AFDC-9937-3BB0-5A8115789A81}"/>
              </a:ext>
            </a:extLst>
          </p:cNvPr>
          <p:cNvGrpSpPr/>
          <p:nvPr/>
        </p:nvGrpSpPr>
        <p:grpSpPr>
          <a:xfrm>
            <a:off x="2901127" y="4255321"/>
            <a:ext cx="953120" cy="307777"/>
            <a:chOff x="1858907" y="2259085"/>
            <a:chExt cx="953120" cy="307777"/>
          </a:xfrm>
        </p:grpSpPr>
        <p:sp>
          <p:nvSpPr>
            <p:cNvPr id="15" name="四角形吹き出し 14">
              <a:extLst>
                <a:ext uri="{FF2B5EF4-FFF2-40B4-BE49-F238E27FC236}">
                  <a16:creationId xmlns:a16="http://schemas.microsoft.com/office/drawing/2014/main" id="{B046095C-5909-FEC2-1043-939508C3211F}"/>
                </a:ext>
              </a:extLst>
            </p:cNvPr>
            <p:cNvSpPr/>
            <p:nvPr/>
          </p:nvSpPr>
          <p:spPr>
            <a:xfrm>
              <a:off x="1858907" y="2259085"/>
              <a:ext cx="953120" cy="307777"/>
            </a:xfrm>
            <a:prstGeom prst="wedgeRectCallout">
              <a:avLst>
                <a:gd name="adj1" fmla="val 170010"/>
                <a:gd name="adj2" fmla="val 68889"/>
              </a:avLst>
            </a:prstGeom>
            <a:solidFill>
              <a:schemeClr val="bg1"/>
            </a:solidFill>
            <a:ln w="15875">
              <a:solidFill>
                <a:schemeClr val="bg2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>
                <a:solidFill>
                  <a:schemeClr val="tx1"/>
                </a:solidFill>
              </a:endParaRPr>
            </a:p>
          </p:txBody>
        </p:sp>
        <p:sp>
          <p:nvSpPr>
            <p:cNvPr id="16" name="テキスト ボックス 15">
              <a:extLst>
                <a:ext uri="{FF2B5EF4-FFF2-40B4-BE49-F238E27FC236}">
                  <a16:creationId xmlns:a16="http://schemas.microsoft.com/office/drawing/2014/main" id="{6777DBCC-7114-C7AB-D7CF-5821447E27EF}"/>
                </a:ext>
              </a:extLst>
            </p:cNvPr>
            <p:cNvSpPr txBox="1"/>
            <p:nvPr/>
          </p:nvSpPr>
          <p:spPr>
            <a:xfrm>
              <a:off x="1858907" y="2259085"/>
              <a:ext cx="953120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>
                <a:defRPr sz="1125" b="0">
                  <a:solidFill>
                    <a:srgbClr val="1F2937"/>
                  </a:solidFill>
                  <a:latin typeface="Yu Gothic"/>
                  <a:ea typeface="Yu Gothic"/>
                  <a:cs typeface="Yu Gothic"/>
                </a:defRPr>
              </a:pPr>
              <a:r>
                <a:rPr lang="en-US" altLang="ja-JP" sz="1400" dirty="0">
                  <a:solidFill>
                    <a:srgbClr val="1F2937"/>
                  </a:solidFill>
                  <a:latin typeface="Yu Gothic UI" panose="020B0500000000000000" pitchFamily="34" charset="-128"/>
                  <a:ea typeface="Yu Gothic UI" panose="020B0500000000000000" pitchFamily="34" charset="-128"/>
                  <a:cs typeface="Yu Gothic"/>
                </a:rPr>
                <a:t>AP </a:t>
              </a:r>
              <a:r>
                <a:rPr lang="ja-JP" altLang="en-US" sz="1400">
                  <a:solidFill>
                    <a:srgbClr val="1F2937"/>
                  </a:solidFill>
                  <a:latin typeface="Yu Gothic UI" panose="020B0500000000000000" pitchFamily="34" charset="-128"/>
                  <a:ea typeface="Yu Gothic UI" panose="020B0500000000000000" pitchFamily="34" charset="-128"/>
                  <a:cs typeface="Yu Gothic"/>
                </a:rPr>
                <a:t>層</a:t>
              </a:r>
              <a:endParaRPr lang="ja-JP" altLang="en-US" sz="1400" dirty="0">
                <a:solidFill>
                  <a:srgbClr val="1F2937"/>
                </a:solidFill>
                <a:latin typeface="Yu Gothic UI" panose="020B0500000000000000" pitchFamily="34" charset="-128"/>
                <a:ea typeface="Yu Gothic UI" panose="020B0500000000000000" pitchFamily="34" charset="-128"/>
                <a:cs typeface="Yu Gothic"/>
              </a:endParaRPr>
            </a:p>
          </p:txBody>
        </p:sp>
      </p:grpSp>
      <p:grpSp>
        <p:nvGrpSpPr>
          <p:cNvPr id="17" name="グループ化 16">
            <a:extLst>
              <a:ext uri="{FF2B5EF4-FFF2-40B4-BE49-F238E27FC236}">
                <a16:creationId xmlns:a16="http://schemas.microsoft.com/office/drawing/2014/main" id="{69C3653E-C3BF-A1CD-579B-B1F4097D5809}"/>
              </a:ext>
            </a:extLst>
          </p:cNvPr>
          <p:cNvGrpSpPr/>
          <p:nvPr/>
        </p:nvGrpSpPr>
        <p:grpSpPr>
          <a:xfrm>
            <a:off x="8161392" y="4255321"/>
            <a:ext cx="953120" cy="307777"/>
            <a:chOff x="1858907" y="2259085"/>
            <a:chExt cx="953120" cy="307777"/>
          </a:xfrm>
        </p:grpSpPr>
        <p:sp>
          <p:nvSpPr>
            <p:cNvPr id="18" name="四角形吹き出し 17">
              <a:extLst>
                <a:ext uri="{FF2B5EF4-FFF2-40B4-BE49-F238E27FC236}">
                  <a16:creationId xmlns:a16="http://schemas.microsoft.com/office/drawing/2014/main" id="{8A478D1C-B901-DD04-FFA0-4AFA5E4ED252}"/>
                </a:ext>
              </a:extLst>
            </p:cNvPr>
            <p:cNvSpPr/>
            <p:nvPr/>
          </p:nvSpPr>
          <p:spPr>
            <a:xfrm>
              <a:off x="1858907" y="2259085"/>
              <a:ext cx="953120" cy="307777"/>
            </a:xfrm>
            <a:prstGeom prst="wedgeRectCallout">
              <a:avLst>
                <a:gd name="adj1" fmla="val -179698"/>
                <a:gd name="adj2" fmla="val 75278"/>
              </a:avLst>
            </a:prstGeom>
            <a:solidFill>
              <a:schemeClr val="bg1"/>
            </a:solidFill>
            <a:ln w="15875">
              <a:solidFill>
                <a:schemeClr val="bg2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>
                <a:solidFill>
                  <a:schemeClr val="tx1"/>
                </a:solidFill>
              </a:endParaRPr>
            </a:p>
          </p:txBody>
        </p:sp>
        <p:sp>
          <p:nvSpPr>
            <p:cNvPr id="19" name="テキスト ボックス 18">
              <a:extLst>
                <a:ext uri="{FF2B5EF4-FFF2-40B4-BE49-F238E27FC236}">
                  <a16:creationId xmlns:a16="http://schemas.microsoft.com/office/drawing/2014/main" id="{1FFF9B05-0E10-CB06-D60E-6BF41D3D873D}"/>
                </a:ext>
              </a:extLst>
            </p:cNvPr>
            <p:cNvSpPr txBox="1"/>
            <p:nvPr/>
          </p:nvSpPr>
          <p:spPr>
            <a:xfrm>
              <a:off x="1858907" y="2259085"/>
              <a:ext cx="953120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>
                <a:defRPr sz="1125" b="0">
                  <a:solidFill>
                    <a:srgbClr val="1F2937"/>
                  </a:solidFill>
                  <a:latin typeface="Yu Gothic"/>
                  <a:ea typeface="Yu Gothic"/>
                  <a:cs typeface="Yu Gothic"/>
                </a:defRPr>
              </a:pPr>
              <a:r>
                <a:rPr lang="en-US" altLang="ja-JP" sz="1400" dirty="0">
                  <a:solidFill>
                    <a:srgbClr val="1F2937"/>
                  </a:solidFill>
                  <a:latin typeface="Yu Gothic UI" panose="020B0500000000000000" pitchFamily="34" charset="-128"/>
                  <a:ea typeface="Yu Gothic UI" panose="020B0500000000000000" pitchFamily="34" charset="-128"/>
                  <a:cs typeface="Yu Gothic"/>
                </a:rPr>
                <a:t>DB </a:t>
              </a:r>
              <a:r>
                <a:rPr lang="ja-JP" altLang="en-US" sz="1400">
                  <a:solidFill>
                    <a:srgbClr val="1F2937"/>
                  </a:solidFill>
                  <a:latin typeface="Yu Gothic UI" panose="020B0500000000000000" pitchFamily="34" charset="-128"/>
                  <a:ea typeface="Yu Gothic UI" panose="020B0500000000000000" pitchFamily="34" charset="-128"/>
                  <a:cs typeface="Yu Gothic"/>
                </a:rPr>
                <a:t>層</a:t>
              </a:r>
              <a:endParaRPr lang="ja-JP" altLang="en-US" sz="1400" dirty="0">
                <a:solidFill>
                  <a:srgbClr val="1F2937"/>
                </a:solidFill>
                <a:latin typeface="Yu Gothic UI" panose="020B0500000000000000" pitchFamily="34" charset="-128"/>
                <a:ea typeface="Yu Gothic UI" panose="020B0500000000000000" pitchFamily="34" charset="-128"/>
                <a:cs typeface="Yu Gothic"/>
              </a:endParaRPr>
            </a:p>
          </p:txBody>
        </p:sp>
      </p:grpSp>
      <p:grpSp>
        <p:nvGrpSpPr>
          <p:cNvPr id="20" name="グループ化 19">
            <a:extLst>
              <a:ext uri="{FF2B5EF4-FFF2-40B4-BE49-F238E27FC236}">
                <a16:creationId xmlns:a16="http://schemas.microsoft.com/office/drawing/2014/main" id="{4114F808-CC82-E865-135F-876F88E9B700}"/>
              </a:ext>
            </a:extLst>
          </p:cNvPr>
          <p:cNvGrpSpPr/>
          <p:nvPr/>
        </p:nvGrpSpPr>
        <p:grpSpPr>
          <a:xfrm>
            <a:off x="1582994" y="2132111"/>
            <a:ext cx="2271253" cy="741019"/>
            <a:chOff x="540774" y="1946600"/>
            <a:chExt cx="2271253" cy="741019"/>
          </a:xfrm>
        </p:grpSpPr>
        <p:sp>
          <p:nvSpPr>
            <p:cNvPr id="21" name="四角形吹き出し 20">
              <a:extLst>
                <a:ext uri="{FF2B5EF4-FFF2-40B4-BE49-F238E27FC236}">
                  <a16:creationId xmlns:a16="http://schemas.microsoft.com/office/drawing/2014/main" id="{2392FCB9-DAC0-D693-5C13-7241A3243760}"/>
                </a:ext>
              </a:extLst>
            </p:cNvPr>
            <p:cNvSpPr/>
            <p:nvPr/>
          </p:nvSpPr>
          <p:spPr>
            <a:xfrm>
              <a:off x="540774" y="1946600"/>
              <a:ext cx="2271253" cy="738665"/>
            </a:xfrm>
            <a:prstGeom prst="wedgeRectCallout">
              <a:avLst>
                <a:gd name="adj1" fmla="val 87151"/>
                <a:gd name="adj2" fmla="val 12451"/>
              </a:avLst>
            </a:prstGeom>
            <a:solidFill>
              <a:schemeClr val="bg1"/>
            </a:solidFill>
            <a:ln w="15875">
              <a:solidFill>
                <a:schemeClr val="bg2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>
                <a:solidFill>
                  <a:schemeClr val="tx1"/>
                </a:solidFill>
              </a:endParaRPr>
            </a:p>
          </p:txBody>
        </p:sp>
        <p:sp>
          <p:nvSpPr>
            <p:cNvPr id="22" name="テキスト ボックス 21">
              <a:extLst>
                <a:ext uri="{FF2B5EF4-FFF2-40B4-BE49-F238E27FC236}">
                  <a16:creationId xmlns:a16="http://schemas.microsoft.com/office/drawing/2014/main" id="{182B7D4F-A40E-00C2-0284-EAD4278C5627}"/>
                </a:ext>
              </a:extLst>
            </p:cNvPr>
            <p:cNvSpPr txBox="1"/>
            <p:nvPr/>
          </p:nvSpPr>
          <p:spPr>
            <a:xfrm>
              <a:off x="540774" y="1948955"/>
              <a:ext cx="2271253" cy="73866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96838" indent="-96838">
                <a:buFont typeface="Arial" panose="020B0604020202020204" pitchFamily="34" charset="0"/>
                <a:buChar char="•"/>
                <a:defRPr sz="1125" b="0">
                  <a:solidFill>
                    <a:srgbClr val="1F2937"/>
                  </a:solidFill>
                  <a:latin typeface="Yu Gothic"/>
                  <a:ea typeface="Yu Gothic"/>
                  <a:cs typeface="Yu Gothic"/>
                </a:defRPr>
              </a:pPr>
              <a:r>
                <a:rPr lang="en-US" altLang="ja-JP" sz="1400" dirty="0">
                  <a:solidFill>
                    <a:srgbClr val="1F2937"/>
                  </a:solidFill>
                  <a:latin typeface="Yu Gothic UI" panose="020B0500000000000000" pitchFamily="34" charset="-128"/>
                  <a:ea typeface="Yu Gothic UI" panose="020B0500000000000000" pitchFamily="34" charset="-128"/>
                  <a:cs typeface="Yu Gothic"/>
                </a:rPr>
                <a:t>ACA </a:t>
              </a:r>
              <a:r>
                <a:rPr lang="ja-JP" altLang="en-US" sz="1400">
                  <a:solidFill>
                    <a:srgbClr val="1F2937"/>
                  </a:solidFill>
                  <a:latin typeface="Yu Gothic UI" panose="020B0500000000000000" pitchFamily="34" charset="-128"/>
                  <a:ea typeface="Yu Gothic UI" panose="020B0500000000000000" pitchFamily="34" charset="-128"/>
                  <a:cs typeface="Yu Gothic"/>
                </a:rPr>
                <a:t>から</a:t>
              </a:r>
              <a:r>
                <a:rPr lang="en-US" altLang="ja-JP" sz="1400" dirty="0">
                  <a:solidFill>
                    <a:srgbClr val="1F2937"/>
                  </a:solidFill>
                  <a:latin typeface="Yu Gothic UI" panose="020B0500000000000000" pitchFamily="34" charset="-128"/>
                  <a:ea typeface="Yu Gothic UI" panose="020B0500000000000000" pitchFamily="34" charset="-128"/>
                  <a:cs typeface="Yu Gothic"/>
                </a:rPr>
                <a:t> DB </a:t>
              </a:r>
              <a:r>
                <a:rPr lang="ja-JP" altLang="en-US" sz="1400">
                  <a:solidFill>
                    <a:srgbClr val="1F2937"/>
                  </a:solidFill>
                  <a:latin typeface="Yu Gothic UI" panose="020B0500000000000000" pitchFamily="34" charset="-128"/>
                  <a:ea typeface="Yu Gothic UI" panose="020B0500000000000000" pitchFamily="34" charset="-128"/>
                  <a:cs typeface="Yu Gothic"/>
                </a:rPr>
                <a:t>へのアクセスの認証</a:t>
              </a:r>
              <a:endParaRPr lang="en-US" altLang="ja-JP" sz="1400" dirty="0">
                <a:solidFill>
                  <a:srgbClr val="1F2937"/>
                </a:solidFill>
                <a:latin typeface="Yu Gothic UI" panose="020B0500000000000000" pitchFamily="34" charset="-128"/>
                <a:ea typeface="Yu Gothic UI" panose="020B0500000000000000" pitchFamily="34" charset="-128"/>
                <a:cs typeface="Yu Gothic"/>
              </a:endParaRPr>
            </a:p>
            <a:p>
              <a:pPr marL="96838" indent="-96838">
                <a:buFont typeface="Arial" panose="020B0604020202020204" pitchFamily="34" charset="0"/>
                <a:buChar char="•"/>
                <a:defRPr sz="1125" b="0">
                  <a:solidFill>
                    <a:srgbClr val="1F2937"/>
                  </a:solidFill>
                  <a:latin typeface="Yu Gothic"/>
                  <a:ea typeface="Yu Gothic"/>
                  <a:cs typeface="Yu Gothic"/>
                </a:defRPr>
              </a:pPr>
              <a:r>
                <a:rPr lang="ja-JP" altLang="en-US" sz="1400">
                  <a:solidFill>
                    <a:srgbClr val="1F2937"/>
                  </a:solidFill>
                  <a:latin typeface="Yu Gothic UI" panose="020B0500000000000000" pitchFamily="34" charset="-128"/>
                  <a:ea typeface="Yu Gothic UI" panose="020B0500000000000000" pitchFamily="34" charset="-128"/>
                  <a:cs typeface="Yu Gothic"/>
                </a:rPr>
                <a:t>ユーザーの認証</a:t>
              </a:r>
              <a:endParaRPr lang="ja-JP" altLang="en-US" sz="1400" dirty="0">
                <a:solidFill>
                  <a:srgbClr val="1F2937"/>
                </a:solidFill>
                <a:latin typeface="Yu Gothic UI" panose="020B0500000000000000" pitchFamily="34" charset="-128"/>
                <a:ea typeface="Yu Gothic UI" panose="020B0500000000000000" pitchFamily="34" charset="-128"/>
                <a:cs typeface="Yu Gothic"/>
              </a:endParaRPr>
            </a:p>
          </p:txBody>
        </p:sp>
      </p:grpSp>
      <p:grpSp>
        <p:nvGrpSpPr>
          <p:cNvPr id="23" name="グループ化 22">
            <a:extLst>
              <a:ext uri="{FF2B5EF4-FFF2-40B4-BE49-F238E27FC236}">
                <a16:creationId xmlns:a16="http://schemas.microsoft.com/office/drawing/2014/main" id="{D4FD899E-01A1-1DF5-7A41-D6ED94CC1AE9}"/>
              </a:ext>
            </a:extLst>
          </p:cNvPr>
          <p:cNvGrpSpPr/>
          <p:nvPr/>
        </p:nvGrpSpPr>
        <p:grpSpPr>
          <a:xfrm>
            <a:off x="8411497" y="4920065"/>
            <a:ext cx="2512142" cy="585385"/>
            <a:chOff x="540774" y="1946600"/>
            <a:chExt cx="2512142" cy="585385"/>
          </a:xfrm>
        </p:grpSpPr>
        <p:sp>
          <p:nvSpPr>
            <p:cNvPr id="24" name="四角形吹き出し 23">
              <a:extLst>
                <a:ext uri="{FF2B5EF4-FFF2-40B4-BE49-F238E27FC236}">
                  <a16:creationId xmlns:a16="http://schemas.microsoft.com/office/drawing/2014/main" id="{70D0CF3F-8E6E-1784-8C9B-6897D0DA2F49}"/>
                </a:ext>
              </a:extLst>
            </p:cNvPr>
            <p:cNvSpPr/>
            <p:nvPr/>
          </p:nvSpPr>
          <p:spPr>
            <a:xfrm>
              <a:off x="540774" y="1946600"/>
              <a:ext cx="2512142" cy="585385"/>
            </a:xfrm>
            <a:prstGeom prst="wedgeRectCallout">
              <a:avLst>
                <a:gd name="adj1" fmla="val -105490"/>
                <a:gd name="adj2" fmla="val 78275"/>
              </a:avLst>
            </a:prstGeom>
            <a:solidFill>
              <a:schemeClr val="bg1"/>
            </a:solidFill>
            <a:ln w="15875">
              <a:solidFill>
                <a:schemeClr val="bg2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>
                <a:solidFill>
                  <a:schemeClr val="tx1"/>
                </a:solidFill>
              </a:endParaRPr>
            </a:p>
          </p:txBody>
        </p:sp>
        <p:sp>
          <p:nvSpPr>
            <p:cNvPr id="25" name="テキスト ボックス 24">
              <a:extLst>
                <a:ext uri="{FF2B5EF4-FFF2-40B4-BE49-F238E27FC236}">
                  <a16:creationId xmlns:a16="http://schemas.microsoft.com/office/drawing/2014/main" id="{2DF9D6F1-1890-FEA6-166A-61922B4A2137}"/>
                </a:ext>
              </a:extLst>
            </p:cNvPr>
            <p:cNvSpPr txBox="1"/>
            <p:nvPr/>
          </p:nvSpPr>
          <p:spPr>
            <a:xfrm>
              <a:off x="540774" y="1948955"/>
              <a:ext cx="2512142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>
                <a:defRPr sz="1125" b="0">
                  <a:solidFill>
                    <a:srgbClr val="1F2937"/>
                  </a:solidFill>
                  <a:latin typeface="Yu Gothic"/>
                  <a:ea typeface="Yu Gothic"/>
                  <a:cs typeface="Yu Gothic"/>
                </a:defRPr>
              </a:pPr>
              <a:r>
                <a:rPr lang="en-US" altLang="ja-JP" sz="1400" dirty="0">
                  <a:solidFill>
                    <a:srgbClr val="1F2937"/>
                  </a:solidFill>
                  <a:latin typeface="Yu Gothic UI" panose="020B0500000000000000" pitchFamily="34" charset="-128"/>
                  <a:ea typeface="Yu Gothic UI" panose="020B0500000000000000" pitchFamily="34" charset="-128"/>
                  <a:cs typeface="Yu Gothic"/>
                </a:rPr>
                <a:t>ACA </a:t>
              </a:r>
              <a:r>
                <a:rPr lang="ja-JP" altLang="en-US" sz="1400">
                  <a:solidFill>
                    <a:srgbClr val="1F2937"/>
                  </a:solidFill>
                  <a:latin typeface="Yu Gothic UI" panose="020B0500000000000000" pitchFamily="34" charset="-128"/>
                  <a:ea typeface="Yu Gothic UI" panose="020B0500000000000000" pitchFamily="34" charset="-128"/>
                  <a:cs typeface="Yu Gothic"/>
                </a:rPr>
                <a:t>への</a:t>
              </a:r>
              <a:r>
                <a:rPr lang="en-US" altLang="ja-JP" sz="1400" dirty="0">
                  <a:solidFill>
                    <a:srgbClr val="1F2937"/>
                  </a:solidFill>
                  <a:latin typeface="Yu Gothic UI" panose="020B0500000000000000" pitchFamily="34" charset="-128"/>
                  <a:ea typeface="Yu Gothic UI" panose="020B0500000000000000" pitchFamily="34" charset="-128"/>
                  <a:cs typeface="Yu Gothic"/>
                </a:rPr>
                <a:t> Web </a:t>
              </a:r>
              <a:r>
                <a:rPr lang="ja-JP" altLang="en-US" sz="1400">
                  <a:solidFill>
                    <a:srgbClr val="1F2937"/>
                  </a:solidFill>
                  <a:latin typeface="Yu Gothic UI" panose="020B0500000000000000" pitchFamily="34" charset="-128"/>
                  <a:ea typeface="Yu Gothic UI" panose="020B0500000000000000" pitchFamily="34" charset="-128"/>
                  <a:cs typeface="Yu Gothic"/>
                </a:rPr>
                <a:t>と</a:t>
              </a:r>
              <a:r>
                <a:rPr lang="en-US" altLang="ja-JP" sz="1400" dirty="0">
                  <a:solidFill>
                    <a:srgbClr val="1F2937"/>
                  </a:solidFill>
                  <a:latin typeface="Yu Gothic UI" panose="020B0500000000000000" pitchFamily="34" charset="-128"/>
                  <a:ea typeface="Yu Gothic UI" panose="020B0500000000000000" pitchFamily="34" charset="-128"/>
                  <a:cs typeface="Yu Gothic"/>
                </a:rPr>
                <a:t> AP </a:t>
              </a:r>
              <a:r>
                <a:rPr lang="ja-JP" altLang="en-US" sz="1400">
                  <a:solidFill>
                    <a:srgbClr val="1F2937"/>
                  </a:solidFill>
                  <a:latin typeface="Yu Gothic UI" panose="020B0500000000000000" pitchFamily="34" charset="-128"/>
                  <a:ea typeface="Yu Gothic UI" panose="020B0500000000000000" pitchFamily="34" charset="-128"/>
                  <a:cs typeface="Yu Gothic"/>
                </a:rPr>
                <a:t>用コンテナイメージ作成し、</a:t>
              </a:r>
              <a:r>
                <a:rPr lang="en-US" altLang="ja-JP" sz="1400" dirty="0">
                  <a:solidFill>
                    <a:srgbClr val="1F2937"/>
                  </a:solidFill>
                  <a:latin typeface="Yu Gothic UI" panose="020B0500000000000000" pitchFamily="34" charset="-128"/>
                  <a:ea typeface="Yu Gothic UI" panose="020B0500000000000000" pitchFamily="34" charset="-128"/>
                  <a:cs typeface="Yu Gothic"/>
                </a:rPr>
                <a:t>ACR </a:t>
              </a:r>
              <a:r>
                <a:rPr lang="ja-JP" altLang="en-US" sz="1400">
                  <a:solidFill>
                    <a:srgbClr val="1F2937"/>
                  </a:solidFill>
                  <a:latin typeface="Yu Gothic UI" panose="020B0500000000000000" pitchFamily="34" charset="-128"/>
                  <a:ea typeface="Yu Gothic UI" panose="020B0500000000000000" pitchFamily="34" charset="-128"/>
                  <a:cs typeface="Yu Gothic"/>
                </a:rPr>
                <a:t>へ格納</a:t>
              </a:r>
              <a:endParaRPr lang="ja-JP" altLang="en-US" sz="1400" dirty="0">
                <a:solidFill>
                  <a:srgbClr val="1F2937"/>
                </a:solidFill>
                <a:latin typeface="Yu Gothic UI" panose="020B0500000000000000" pitchFamily="34" charset="-128"/>
                <a:ea typeface="Yu Gothic UI" panose="020B0500000000000000" pitchFamily="34" charset="-128"/>
                <a:cs typeface="Yu Gothic"/>
              </a:endParaRPr>
            </a:p>
          </p:txBody>
        </p:sp>
      </p:grpSp>
      <p:grpSp>
        <p:nvGrpSpPr>
          <p:cNvPr id="26" name="グループ化 25">
            <a:extLst>
              <a:ext uri="{FF2B5EF4-FFF2-40B4-BE49-F238E27FC236}">
                <a16:creationId xmlns:a16="http://schemas.microsoft.com/office/drawing/2014/main" id="{164D0221-5B19-D847-E402-69D5B198B6C3}"/>
              </a:ext>
            </a:extLst>
          </p:cNvPr>
          <p:cNvGrpSpPr/>
          <p:nvPr/>
        </p:nvGrpSpPr>
        <p:grpSpPr>
          <a:xfrm>
            <a:off x="8411497" y="3312347"/>
            <a:ext cx="2271253" cy="585385"/>
            <a:chOff x="540774" y="1946600"/>
            <a:chExt cx="2271253" cy="585385"/>
          </a:xfrm>
        </p:grpSpPr>
        <p:sp>
          <p:nvSpPr>
            <p:cNvPr id="27" name="四角形吹き出し 26">
              <a:extLst>
                <a:ext uri="{FF2B5EF4-FFF2-40B4-BE49-F238E27FC236}">
                  <a16:creationId xmlns:a16="http://schemas.microsoft.com/office/drawing/2014/main" id="{5B0451B1-EF14-4630-7D98-6A271AC64654}"/>
                </a:ext>
              </a:extLst>
            </p:cNvPr>
            <p:cNvSpPr/>
            <p:nvPr/>
          </p:nvSpPr>
          <p:spPr>
            <a:xfrm>
              <a:off x="540774" y="1946600"/>
              <a:ext cx="2271253" cy="585385"/>
            </a:xfrm>
            <a:prstGeom prst="wedgeRectCallout">
              <a:avLst>
                <a:gd name="adj1" fmla="val -65663"/>
                <a:gd name="adj2" fmla="val 34605"/>
              </a:avLst>
            </a:prstGeom>
            <a:solidFill>
              <a:schemeClr val="bg1"/>
            </a:solidFill>
            <a:ln w="15875">
              <a:solidFill>
                <a:schemeClr val="bg2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>
                <a:solidFill>
                  <a:schemeClr val="tx1"/>
                </a:solidFill>
              </a:endParaRPr>
            </a:p>
          </p:txBody>
        </p:sp>
        <p:sp>
          <p:nvSpPr>
            <p:cNvPr id="28" name="テキスト ボックス 27">
              <a:extLst>
                <a:ext uri="{FF2B5EF4-FFF2-40B4-BE49-F238E27FC236}">
                  <a16:creationId xmlns:a16="http://schemas.microsoft.com/office/drawing/2014/main" id="{B634C2B0-15F2-B1B6-0A13-D64F38E76E1D}"/>
                </a:ext>
              </a:extLst>
            </p:cNvPr>
            <p:cNvSpPr txBox="1"/>
            <p:nvPr/>
          </p:nvSpPr>
          <p:spPr>
            <a:xfrm>
              <a:off x="540774" y="1948955"/>
              <a:ext cx="2271253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>
                <a:defRPr sz="1125" b="0">
                  <a:solidFill>
                    <a:srgbClr val="1F2937"/>
                  </a:solidFill>
                  <a:latin typeface="Yu Gothic"/>
                  <a:ea typeface="Yu Gothic"/>
                  <a:cs typeface="Yu Gothic"/>
                </a:defRPr>
              </a:pPr>
              <a:r>
                <a:rPr lang="en-US" altLang="ja-JP" sz="1400" dirty="0">
                  <a:solidFill>
                    <a:srgbClr val="1F2937"/>
                  </a:solidFill>
                  <a:latin typeface="Yu Gothic UI" panose="020B0500000000000000" pitchFamily="34" charset="-128"/>
                  <a:ea typeface="Yu Gothic UI" panose="020B0500000000000000" pitchFamily="34" charset="-128"/>
                  <a:cs typeface="Yu Gothic"/>
                </a:rPr>
                <a:t>ACA </a:t>
              </a:r>
              <a:r>
                <a:rPr lang="ja-JP" altLang="en-US" sz="1400">
                  <a:solidFill>
                    <a:srgbClr val="1F2937"/>
                  </a:solidFill>
                  <a:latin typeface="Yu Gothic UI" panose="020B0500000000000000" pitchFamily="34" charset="-128"/>
                  <a:ea typeface="Yu Gothic UI" panose="020B0500000000000000" pitchFamily="34" charset="-128"/>
                  <a:cs typeface="Yu Gothic"/>
                </a:rPr>
                <a:t>への</a:t>
              </a:r>
              <a:r>
                <a:rPr lang="en-US" altLang="ja-JP" sz="1400" dirty="0">
                  <a:solidFill>
                    <a:srgbClr val="1F2937"/>
                  </a:solidFill>
                  <a:latin typeface="Yu Gothic UI" panose="020B0500000000000000" pitchFamily="34" charset="-128"/>
                  <a:ea typeface="Yu Gothic UI" panose="020B0500000000000000" pitchFamily="34" charset="-128"/>
                  <a:cs typeface="Yu Gothic"/>
                </a:rPr>
                <a:t> Web </a:t>
              </a:r>
              <a:r>
                <a:rPr lang="ja-JP" altLang="en-US" sz="1400">
                  <a:solidFill>
                    <a:srgbClr val="1F2937"/>
                  </a:solidFill>
                  <a:latin typeface="Yu Gothic UI" panose="020B0500000000000000" pitchFamily="34" charset="-128"/>
                  <a:ea typeface="Yu Gothic UI" panose="020B0500000000000000" pitchFamily="34" charset="-128"/>
                  <a:cs typeface="Yu Gothic"/>
                </a:rPr>
                <a:t>と</a:t>
              </a:r>
              <a:r>
                <a:rPr lang="en-US" altLang="ja-JP" sz="1400" dirty="0">
                  <a:solidFill>
                    <a:srgbClr val="1F2937"/>
                  </a:solidFill>
                  <a:latin typeface="Yu Gothic UI" panose="020B0500000000000000" pitchFamily="34" charset="-128"/>
                  <a:ea typeface="Yu Gothic UI" panose="020B0500000000000000" pitchFamily="34" charset="-128"/>
                  <a:cs typeface="Yu Gothic"/>
                </a:rPr>
                <a:t> AP </a:t>
              </a:r>
              <a:r>
                <a:rPr lang="ja-JP" altLang="en-US" sz="1400">
                  <a:solidFill>
                    <a:srgbClr val="1F2937"/>
                  </a:solidFill>
                  <a:latin typeface="Yu Gothic UI" panose="020B0500000000000000" pitchFamily="34" charset="-128"/>
                  <a:ea typeface="Yu Gothic UI" panose="020B0500000000000000" pitchFamily="34" charset="-128"/>
                  <a:cs typeface="Yu Gothic"/>
                </a:rPr>
                <a:t>用コンテナイメージの保管</a:t>
              </a:r>
              <a:endParaRPr lang="ja-JP" altLang="en-US" sz="1400" dirty="0">
                <a:solidFill>
                  <a:srgbClr val="1F2937"/>
                </a:solidFill>
                <a:latin typeface="Yu Gothic UI" panose="020B0500000000000000" pitchFamily="34" charset="-128"/>
                <a:ea typeface="Yu Gothic UI" panose="020B0500000000000000" pitchFamily="34" charset="-128"/>
                <a:cs typeface="Yu Gothic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91510010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1820D74-13C1-72BD-0499-E6C0361AB51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正方形/長方形 8">
            <a:extLst>
              <a:ext uri="{FF2B5EF4-FFF2-40B4-BE49-F238E27FC236}">
                <a16:creationId xmlns:a16="http://schemas.microsoft.com/office/drawing/2014/main" id="{B3444497-8F0A-6710-5820-64935D6D5433}"/>
              </a:ext>
            </a:extLst>
          </p:cNvPr>
          <p:cNvSpPr>
            <a:spLocks noGrp="1"/>
          </p:cNvSpPr>
          <p:nvPr/>
        </p:nvSpPr>
        <p:spPr>
          <a:xfrm>
            <a:off x="685800" y="400050"/>
            <a:ext cx="8953500" cy="4953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>
              <a:defRPr sz="2325" b="1">
                <a:solidFill>
                  <a:srgbClr val="1F2937"/>
                </a:solidFill>
                <a:latin typeface="Yu Gothic"/>
                <a:ea typeface="Yu Gothic"/>
                <a:cs typeface="Yu Gothic"/>
              </a:defRPr>
            </a:pPr>
            <a:r>
              <a:rPr lang="en" altLang="ja-JP" sz="2000" b="1" dirty="0">
                <a:solidFill>
                  <a:srgbClr val="1F2937"/>
                </a:solidFill>
                <a:latin typeface="Yu Gothic"/>
                <a:ea typeface="Yu Gothic"/>
                <a:cs typeface="Yu Gothic"/>
              </a:rPr>
              <a:t>GitHub Actions </a:t>
            </a:r>
            <a:r>
              <a:rPr lang="ja-JP" altLang="en-US" sz="2000" b="1">
                <a:solidFill>
                  <a:srgbClr val="1F2937"/>
                </a:solidFill>
                <a:latin typeface="Yu Gothic"/>
                <a:ea typeface="Yu Gothic"/>
                <a:cs typeface="Yu Gothic"/>
              </a:rPr>
              <a:t>が行うこと</a:t>
            </a:r>
            <a:endParaRPr lang="ja-JP" altLang="en-US" sz="2000" b="1" dirty="0">
              <a:solidFill>
                <a:srgbClr val="1F2937"/>
              </a:solidFill>
              <a:latin typeface="Yu Gothic"/>
              <a:ea typeface="Yu Gothic"/>
              <a:cs typeface="Yu Gothic"/>
            </a:endParaRPr>
          </a:p>
        </p:txBody>
      </p:sp>
      <p:sp>
        <p:nvSpPr>
          <p:cNvPr id="2" name="正方形/長方形 1">
            <a:extLst>
              <a:ext uri="{FF2B5EF4-FFF2-40B4-BE49-F238E27FC236}">
                <a16:creationId xmlns:a16="http://schemas.microsoft.com/office/drawing/2014/main" id="{AAF2740F-0941-DD4B-C979-456039719E5E}"/>
              </a:ext>
            </a:extLst>
          </p:cNvPr>
          <p:cNvSpPr>
            <a:spLocks noGrp="1"/>
          </p:cNvSpPr>
          <p:nvPr/>
        </p:nvSpPr>
        <p:spPr>
          <a:xfrm>
            <a:off x="685800" y="876300"/>
            <a:ext cx="36195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13" b="0">
                <a:solidFill>
                  <a:srgbClr val="667085"/>
                </a:solidFill>
                <a:latin typeface="Yu Gothic UI"/>
                <a:ea typeface="Yu Gothic UI"/>
                <a:cs typeface="Yu Gothic UI"/>
              </a:defRPr>
            </a:pPr>
            <a:r>
              <a:rPr sz="713" b="0" dirty="0">
                <a:solidFill>
                  <a:srgbClr val="667085"/>
                </a:solidFill>
                <a:latin typeface="Yu Gothic UI"/>
                <a:ea typeface="Yu Gothic UI"/>
                <a:cs typeface="Yu Gothic UI"/>
              </a:rPr>
              <a:t>Azure Workshop for Beginners </a:t>
            </a:r>
            <a:r>
              <a:rPr lang="ja-JP" altLang="en-US" sz="713" b="0">
                <a:solidFill>
                  <a:srgbClr val="667085"/>
                </a:solidFill>
                <a:latin typeface="Yu Gothic UI"/>
                <a:ea typeface="Yu Gothic UI"/>
                <a:cs typeface="Yu Gothic UI"/>
              </a:rPr>
              <a:t> </a:t>
            </a:r>
            <a:r>
              <a:rPr lang="en-US" altLang="ja-JP" sz="713" b="0" dirty="0">
                <a:solidFill>
                  <a:srgbClr val="667085"/>
                </a:solidFill>
                <a:latin typeface="Yu Gothic UI"/>
                <a:ea typeface="Yu Gothic UI"/>
                <a:cs typeface="Yu Gothic UI"/>
              </a:rPr>
              <a:t>| </a:t>
            </a:r>
            <a:r>
              <a:rPr lang="ja-JP" altLang="en-US" sz="713" b="0">
                <a:solidFill>
                  <a:srgbClr val="667085"/>
                </a:solidFill>
                <a:latin typeface="Yu Gothic UI"/>
                <a:ea typeface="Yu Gothic UI"/>
                <a:cs typeface="Yu Gothic UI"/>
              </a:rPr>
              <a:t>第</a:t>
            </a:r>
            <a:r>
              <a:rPr lang="en-US" altLang="ja-JP" sz="713" b="0" dirty="0">
                <a:solidFill>
                  <a:srgbClr val="667085"/>
                </a:solidFill>
                <a:latin typeface="Yu Gothic UI"/>
                <a:ea typeface="Yu Gothic UI"/>
                <a:cs typeface="Yu Gothic UI"/>
              </a:rPr>
              <a:t>6</a:t>
            </a:r>
            <a:r>
              <a:rPr lang="ja-JP" altLang="en-US" sz="713" b="0">
                <a:solidFill>
                  <a:srgbClr val="667085"/>
                </a:solidFill>
                <a:latin typeface="Yu Gothic UI"/>
                <a:ea typeface="Yu Gothic UI"/>
                <a:cs typeface="Yu Gothic UI"/>
              </a:rPr>
              <a:t>回</a:t>
            </a:r>
            <a:endParaRPr sz="713" b="0" dirty="0">
              <a:solidFill>
                <a:srgbClr val="667085"/>
              </a:solidFill>
              <a:latin typeface="Yu Gothic UI"/>
              <a:ea typeface="Yu Gothic UI"/>
              <a:cs typeface="Yu Gothic UI"/>
            </a:endParaRPr>
          </a:p>
        </p:txBody>
      </p:sp>
      <p:sp>
        <p:nvSpPr>
          <p:cNvPr id="4" name="正方形/長方形 3">
            <a:extLst>
              <a:ext uri="{FF2B5EF4-FFF2-40B4-BE49-F238E27FC236}">
                <a16:creationId xmlns:a16="http://schemas.microsoft.com/office/drawing/2014/main" id="{CE97FB47-D36A-698B-6382-88AEB971739E}"/>
              </a:ext>
            </a:extLst>
          </p:cNvPr>
          <p:cNvSpPr>
            <a:spLocks noGrp="1"/>
          </p:cNvSpPr>
          <p:nvPr/>
        </p:nvSpPr>
        <p:spPr>
          <a:xfrm>
            <a:off x="685800" y="1200150"/>
            <a:ext cx="10820400" cy="14288"/>
          </a:xfrm>
          <a:prstGeom prst="rect">
            <a:avLst/>
          </a:prstGeom>
          <a:solidFill>
            <a:srgbClr val="D0D5DD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5" name="正方形/長方形 4">
            <a:extLst>
              <a:ext uri="{FF2B5EF4-FFF2-40B4-BE49-F238E27FC236}">
                <a16:creationId xmlns:a16="http://schemas.microsoft.com/office/drawing/2014/main" id="{DDA4289A-CC45-8497-DAC7-F94F51F5E5A6}"/>
              </a:ext>
            </a:extLst>
          </p:cNvPr>
          <p:cNvSpPr>
            <a:spLocks noGrp="1"/>
          </p:cNvSpPr>
          <p:nvPr/>
        </p:nvSpPr>
        <p:spPr>
          <a:xfrm>
            <a:off x="685800" y="1352550"/>
            <a:ext cx="10820400" cy="552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19050" rIns="0" bIns="0" anchor="t"/>
          <a:lstStyle/>
          <a:p>
            <a:pPr>
              <a:defRPr sz="1350" b="0">
                <a:solidFill>
                  <a:srgbClr val="64748B"/>
                </a:solidFill>
                <a:latin typeface="Yu Gothic"/>
                <a:ea typeface="Yu Gothic"/>
                <a:cs typeface="Yu Gothic"/>
              </a:defRPr>
            </a:pPr>
            <a:r>
              <a:rPr lang="en" altLang="ja-JP" sz="1200" dirty="0">
                <a:solidFill>
                  <a:srgbClr val="64748B"/>
                </a:solidFill>
                <a:latin typeface="Yu Gothic"/>
                <a:ea typeface="Yu Gothic"/>
                <a:cs typeface="Yu Gothic"/>
              </a:rPr>
              <a:t>GitHub Actions </a:t>
            </a:r>
            <a:r>
              <a:rPr lang="ja-JP" altLang="en-US" sz="1200">
                <a:solidFill>
                  <a:srgbClr val="64748B"/>
                </a:solidFill>
                <a:latin typeface="Yu Gothic"/>
                <a:ea typeface="Yu Gothic"/>
                <a:cs typeface="Yu Gothic"/>
              </a:rPr>
              <a:t>は、手作業で行うビルド、</a:t>
            </a:r>
            <a:r>
              <a:rPr lang="en" altLang="ja-JP" sz="1200" dirty="0">
                <a:solidFill>
                  <a:srgbClr val="64748B"/>
                </a:solidFill>
                <a:latin typeface="Yu Gothic"/>
                <a:ea typeface="Yu Gothic"/>
                <a:cs typeface="Yu Gothic"/>
              </a:rPr>
              <a:t>ACR </a:t>
            </a:r>
            <a:r>
              <a:rPr lang="ja-JP" altLang="en-US" sz="1200">
                <a:solidFill>
                  <a:srgbClr val="64748B"/>
                </a:solidFill>
                <a:latin typeface="Yu Gothic"/>
                <a:ea typeface="Yu Gothic"/>
                <a:cs typeface="Yu Gothic"/>
              </a:rPr>
              <a:t>への </a:t>
            </a:r>
            <a:r>
              <a:rPr lang="en" altLang="ja-JP" sz="1200" dirty="0">
                <a:solidFill>
                  <a:srgbClr val="64748B"/>
                </a:solidFill>
                <a:latin typeface="Yu Gothic"/>
                <a:ea typeface="Yu Gothic"/>
                <a:cs typeface="Yu Gothic"/>
              </a:rPr>
              <a:t>push</a:t>
            </a:r>
            <a:r>
              <a:rPr lang="ja-JP" altLang="en" sz="1200">
                <a:solidFill>
                  <a:srgbClr val="64748B"/>
                </a:solidFill>
                <a:latin typeface="Yu Gothic"/>
                <a:ea typeface="Yu Gothic"/>
                <a:cs typeface="Yu Gothic"/>
              </a:rPr>
              <a:t>、</a:t>
            </a:r>
            <a:r>
              <a:rPr lang="en" altLang="ja-JP" sz="1200" dirty="0">
                <a:solidFill>
                  <a:srgbClr val="64748B"/>
                </a:solidFill>
                <a:latin typeface="Yu Gothic"/>
                <a:ea typeface="Yu Gothic"/>
                <a:cs typeface="Yu Gothic"/>
              </a:rPr>
              <a:t>Container Apps </a:t>
            </a:r>
            <a:r>
              <a:rPr lang="ja-JP" altLang="en-US" sz="1200">
                <a:solidFill>
                  <a:srgbClr val="64748B"/>
                </a:solidFill>
                <a:latin typeface="Yu Gothic"/>
                <a:ea typeface="Yu Gothic"/>
                <a:cs typeface="Yu Gothic"/>
              </a:rPr>
              <a:t>の更新を </a:t>
            </a:r>
            <a:r>
              <a:rPr lang="en" altLang="ja-JP" sz="1200" dirty="0">
                <a:solidFill>
                  <a:srgbClr val="64748B"/>
                </a:solidFill>
                <a:latin typeface="Yu Gothic"/>
                <a:ea typeface="Yu Gothic"/>
                <a:cs typeface="Yu Gothic"/>
              </a:rPr>
              <a:t>workflow </a:t>
            </a:r>
            <a:r>
              <a:rPr lang="ja-JP" altLang="en-US" sz="1200">
                <a:solidFill>
                  <a:srgbClr val="64748B"/>
                </a:solidFill>
                <a:latin typeface="Yu Gothic"/>
                <a:ea typeface="Yu Gothic"/>
                <a:cs typeface="Yu Gothic"/>
              </a:rPr>
              <a:t>として実行します。</a:t>
            </a:r>
            <a:endParaRPr lang="ja-JP" altLang="en-US" sz="1200" dirty="0">
              <a:solidFill>
                <a:srgbClr val="64748B"/>
              </a:solidFill>
              <a:latin typeface="Yu Gothic"/>
              <a:ea typeface="Yu Gothic"/>
              <a:cs typeface="Yu Gothic"/>
            </a:endParaRPr>
          </a:p>
        </p:txBody>
      </p:sp>
      <p:sp>
        <p:nvSpPr>
          <p:cNvPr id="6" name="正方形/長方形 5">
            <a:extLst>
              <a:ext uri="{FF2B5EF4-FFF2-40B4-BE49-F238E27FC236}">
                <a16:creationId xmlns:a16="http://schemas.microsoft.com/office/drawing/2014/main" id="{7DCC9113-CEF4-4969-42D6-60DB3E707906}"/>
              </a:ext>
            </a:extLst>
          </p:cNvPr>
          <p:cNvSpPr>
            <a:spLocks noGrp="1"/>
          </p:cNvSpPr>
          <p:nvPr/>
        </p:nvSpPr>
        <p:spPr>
          <a:xfrm>
            <a:off x="895350" y="2114550"/>
            <a:ext cx="4953000" cy="1295400"/>
          </a:xfrm>
          <a:prstGeom prst="rect">
            <a:avLst/>
          </a:prstGeom>
          <a:solidFill>
            <a:srgbClr val="FFFFFF"/>
          </a:solidFill>
          <a:ln w="9525">
            <a:solidFill>
              <a:srgbClr val="D0D5DD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7" name="正方形/長方形 6">
            <a:extLst>
              <a:ext uri="{FF2B5EF4-FFF2-40B4-BE49-F238E27FC236}">
                <a16:creationId xmlns:a16="http://schemas.microsoft.com/office/drawing/2014/main" id="{7A3400BB-BAF1-D56D-4D87-A9D838D643D3}"/>
              </a:ext>
            </a:extLst>
          </p:cNvPr>
          <p:cNvSpPr>
            <a:spLocks noGrp="1"/>
          </p:cNvSpPr>
          <p:nvPr/>
        </p:nvSpPr>
        <p:spPr>
          <a:xfrm>
            <a:off x="895350" y="2114550"/>
            <a:ext cx="76200" cy="1295400"/>
          </a:xfrm>
          <a:prstGeom prst="rect">
            <a:avLst/>
          </a:prstGeom>
          <a:solidFill>
            <a:srgbClr val="0F766E"/>
          </a:solidFill>
          <a:ln w="0">
            <a:solidFill>
              <a:srgbClr val="0F766E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4" name="正方形/長方形 13">
            <a:extLst>
              <a:ext uri="{FF2B5EF4-FFF2-40B4-BE49-F238E27FC236}">
                <a16:creationId xmlns:a16="http://schemas.microsoft.com/office/drawing/2014/main" id="{C1F00B3B-C211-A96B-5029-13A89C081E2A}"/>
              </a:ext>
            </a:extLst>
          </p:cNvPr>
          <p:cNvSpPr>
            <a:spLocks noGrp="1"/>
          </p:cNvSpPr>
          <p:nvPr/>
        </p:nvSpPr>
        <p:spPr>
          <a:xfrm>
            <a:off x="1104900" y="2257425"/>
            <a:ext cx="455295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05" b="1">
                <a:solidFill>
                  <a:srgbClr val="0F766E"/>
                </a:solidFill>
                <a:latin typeface="Yu Gothic UI"/>
                <a:ea typeface="Yu Gothic UI"/>
                <a:cs typeface="Yu Gothic UI"/>
              </a:defRPr>
            </a:pPr>
            <a:r>
              <a:rPr sz="705" b="1" dirty="0">
                <a:solidFill>
                  <a:srgbClr val="0F766E"/>
                </a:solidFill>
                <a:latin typeface="Yu Gothic UI"/>
                <a:ea typeface="Yu Gothic UI"/>
                <a:cs typeface="Yu Gothic UI"/>
              </a:rPr>
              <a:t>1</a:t>
            </a:r>
          </a:p>
        </p:txBody>
      </p:sp>
      <p:sp>
        <p:nvSpPr>
          <p:cNvPr id="17" name="正方形/長方形 16">
            <a:extLst>
              <a:ext uri="{FF2B5EF4-FFF2-40B4-BE49-F238E27FC236}">
                <a16:creationId xmlns:a16="http://schemas.microsoft.com/office/drawing/2014/main" id="{055AECD1-681C-4BEB-B404-C7852832AF1F}"/>
              </a:ext>
            </a:extLst>
          </p:cNvPr>
          <p:cNvSpPr>
            <a:spLocks noGrp="1"/>
          </p:cNvSpPr>
          <p:nvPr/>
        </p:nvSpPr>
        <p:spPr>
          <a:xfrm>
            <a:off x="1104900" y="2505075"/>
            <a:ext cx="455295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>
              <a:defRPr sz="1500" b="1">
                <a:solidFill>
                  <a:srgbClr val="1F2937"/>
                </a:solidFill>
                <a:latin typeface="Yu Gothic"/>
                <a:ea typeface="Yu Gothic"/>
                <a:cs typeface="Yu Gothic"/>
              </a:defRPr>
            </a:pPr>
            <a:r>
              <a:rPr lang="ja-JP" altLang="en-US" sz="1200" b="1">
                <a:solidFill>
                  <a:srgbClr val="1F2937"/>
                </a:solidFill>
                <a:latin typeface="Yu Gothic"/>
                <a:ea typeface="Yu Gothic"/>
                <a:cs typeface="Yu Gothic"/>
              </a:rPr>
              <a:t>コード取得</a:t>
            </a:r>
            <a:endParaRPr lang="ja-JP" altLang="en-US" sz="1200" b="1" dirty="0">
              <a:solidFill>
                <a:srgbClr val="1F2937"/>
              </a:solidFill>
              <a:latin typeface="Yu Gothic"/>
              <a:ea typeface="Yu Gothic"/>
              <a:cs typeface="Yu Gothic"/>
            </a:endParaRPr>
          </a:p>
        </p:txBody>
      </p:sp>
      <p:sp>
        <p:nvSpPr>
          <p:cNvPr id="18" name="正方形/長方形 17">
            <a:extLst>
              <a:ext uri="{FF2B5EF4-FFF2-40B4-BE49-F238E27FC236}">
                <a16:creationId xmlns:a16="http://schemas.microsoft.com/office/drawing/2014/main" id="{9B1E4B4A-D98A-EA90-522B-B45E3772B616}"/>
              </a:ext>
            </a:extLst>
          </p:cNvPr>
          <p:cNvSpPr>
            <a:spLocks noGrp="1"/>
          </p:cNvSpPr>
          <p:nvPr/>
        </p:nvSpPr>
        <p:spPr>
          <a:xfrm>
            <a:off x="1104900" y="2895600"/>
            <a:ext cx="4552950" cy="4000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>
              <a:defRPr sz="1125" b="0">
                <a:solidFill>
                  <a:srgbClr val="1F2937"/>
                </a:solidFill>
                <a:latin typeface="Yu Gothic"/>
                <a:ea typeface="Yu Gothic"/>
                <a:cs typeface="Yu Gothic"/>
              </a:defRPr>
            </a:pPr>
            <a:r>
              <a:rPr lang="ja-JP" altLang="en-US" sz="900">
                <a:solidFill>
                  <a:srgbClr val="1F2937"/>
                </a:solidFill>
                <a:latin typeface="Yu Gothic"/>
                <a:ea typeface="Yu Gothic"/>
                <a:cs typeface="Yu Gothic"/>
              </a:rPr>
              <a:t>リポジトリの </a:t>
            </a:r>
            <a:r>
              <a:rPr lang="en" altLang="ja-JP" sz="900" dirty="0">
                <a:solidFill>
                  <a:srgbClr val="1F2937"/>
                </a:solidFill>
                <a:latin typeface="Yu Gothic"/>
                <a:ea typeface="Yu Gothic"/>
                <a:cs typeface="Yu Gothic"/>
              </a:rPr>
              <a:t>API/Web </a:t>
            </a:r>
            <a:r>
              <a:rPr lang="ja-JP" altLang="en-US" sz="900">
                <a:solidFill>
                  <a:srgbClr val="1F2937"/>
                </a:solidFill>
                <a:latin typeface="Yu Gothic"/>
                <a:ea typeface="Yu Gothic"/>
                <a:cs typeface="Yu Gothic"/>
              </a:rPr>
              <a:t>コードを使います。</a:t>
            </a:r>
            <a:endParaRPr lang="ja-JP" altLang="en-US" sz="900" dirty="0">
              <a:solidFill>
                <a:srgbClr val="1F2937"/>
              </a:solidFill>
              <a:latin typeface="Yu Gothic"/>
              <a:ea typeface="Yu Gothic"/>
              <a:cs typeface="Yu Gothic"/>
            </a:endParaRPr>
          </a:p>
        </p:txBody>
      </p:sp>
      <p:sp>
        <p:nvSpPr>
          <p:cNvPr id="19" name="正方形/長方形 18">
            <a:extLst>
              <a:ext uri="{FF2B5EF4-FFF2-40B4-BE49-F238E27FC236}">
                <a16:creationId xmlns:a16="http://schemas.microsoft.com/office/drawing/2014/main" id="{30C0D22C-4EB5-F751-81F1-087F9F07FC66}"/>
              </a:ext>
            </a:extLst>
          </p:cNvPr>
          <p:cNvSpPr>
            <a:spLocks noGrp="1"/>
          </p:cNvSpPr>
          <p:nvPr/>
        </p:nvSpPr>
        <p:spPr>
          <a:xfrm>
            <a:off x="6115050" y="2114550"/>
            <a:ext cx="4953000" cy="1295400"/>
          </a:xfrm>
          <a:prstGeom prst="rect">
            <a:avLst/>
          </a:prstGeom>
          <a:solidFill>
            <a:srgbClr val="FFFFFF"/>
          </a:solidFill>
          <a:ln w="9525">
            <a:solidFill>
              <a:srgbClr val="D0D5DD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21" name="正方形/長方形 20">
            <a:extLst>
              <a:ext uri="{FF2B5EF4-FFF2-40B4-BE49-F238E27FC236}">
                <a16:creationId xmlns:a16="http://schemas.microsoft.com/office/drawing/2014/main" id="{44C8912E-4DE7-0AFB-DE52-2295DAF7D8EF}"/>
              </a:ext>
            </a:extLst>
          </p:cNvPr>
          <p:cNvSpPr>
            <a:spLocks noGrp="1"/>
          </p:cNvSpPr>
          <p:nvPr/>
        </p:nvSpPr>
        <p:spPr>
          <a:xfrm>
            <a:off x="6115050" y="2114550"/>
            <a:ext cx="76200" cy="1295400"/>
          </a:xfrm>
          <a:prstGeom prst="rect">
            <a:avLst/>
          </a:prstGeom>
          <a:solidFill>
            <a:srgbClr val="70AD47"/>
          </a:solidFill>
          <a:ln w="0">
            <a:solidFill>
              <a:srgbClr val="70AD47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23" name="正方形/長方形 22">
            <a:extLst>
              <a:ext uri="{FF2B5EF4-FFF2-40B4-BE49-F238E27FC236}">
                <a16:creationId xmlns:a16="http://schemas.microsoft.com/office/drawing/2014/main" id="{D11B8462-72FD-28D2-A71A-25CB2A8CD289}"/>
              </a:ext>
            </a:extLst>
          </p:cNvPr>
          <p:cNvSpPr>
            <a:spLocks noGrp="1"/>
          </p:cNvSpPr>
          <p:nvPr/>
        </p:nvSpPr>
        <p:spPr>
          <a:xfrm>
            <a:off x="6324600" y="2257425"/>
            <a:ext cx="455295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05" b="1">
                <a:solidFill>
                  <a:srgbClr val="70AD47"/>
                </a:solidFill>
                <a:latin typeface="Yu Gothic UI"/>
                <a:ea typeface="Yu Gothic UI"/>
                <a:cs typeface="Yu Gothic UI"/>
              </a:defRPr>
            </a:pPr>
            <a:r>
              <a:rPr lang="en-US" altLang="ja-JP" sz="705" b="1" dirty="0">
                <a:solidFill>
                  <a:srgbClr val="70AD47"/>
                </a:solidFill>
                <a:latin typeface="Yu Gothic UI"/>
                <a:ea typeface="Yu Gothic UI"/>
                <a:cs typeface="Yu Gothic UI"/>
              </a:rPr>
              <a:t>2</a:t>
            </a:r>
          </a:p>
        </p:txBody>
      </p:sp>
      <p:sp>
        <p:nvSpPr>
          <p:cNvPr id="27" name="正方形/長方形 26">
            <a:extLst>
              <a:ext uri="{FF2B5EF4-FFF2-40B4-BE49-F238E27FC236}">
                <a16:creationId xmlns:a16="http://schemas.microsoft.com/office/drawing/2014/main" id="{F3339B6C-160E-0B36-29A2-55E09F9814DE}"/>
              </a:ext>
            </a:extLst>
          </p:cNvPr>
          <p:cNvSpPr>
            <a:spLocks noGrp="1"/>
          </p:cNvSpPr>
          <p:nvPr/>
        </p:nvSpPr>
        <p:spPr>
          <a:xfrm>
            <a:off x="6324600" y="2505075"/>
            <a:ext cx="455295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>
              <a:defRPr sz="1500" b="1">
                <a:solidFill>
                  <a:srgbClr val="1F2937"/>
                </a:solidFill>
                <a:latin typeface="Yu Gothic"/>
                <a:ea typeface="Yu Gothic"/>
                <a:cs typeface="Yu Gothic"/>
              </a:defRPr>
            </a:pPr>
            <a:r>
              <a:rPr lang="ja-JP" altLang="en-US" sz="1200" b="1">
                <a:solidFill>
                  <a:srgbClr val="1F2937"/>
                </a:solidFill>
                <a:latin typeface="Yu Gothic"/>
                <a:ea typeface="Yu Gothic"/>
                <a:cs typeface="Yu Gothic"/>
              </a:rPr>
              <a:t>コンテナイメージのビルドと</a:t>
            </a:r>
            <a:r>
              <a:rPr lang="en-US" altLang="ja-JP" sz="1200" b="1" dirty="0">
                <a:solidFill>
                  <a:srgbClr val="1F2937"/>
                </a:solidFill>
                <a:latin typeface="Yu Gothic"/>
                <a:ea typeface="Yu Gothic"/>
                <a:cs typeface="Yu Gothic"/>
              </a:rPr>
              <a:t> push (ACR </a:t>
            </a:r>
            <a:r>
              <a:rPr lang="ja-JP" altLang="en-US" sz="1200" b="1">
                <a:solidFill>
                  <a:srgbClr val="1F2937"/>
                </a:solidFill>
                <a:latin typeface="Yu Gothic"/>
                <a:ea typeface="Yu Gothic"/>
                <a:cs typeface="Yu Gothic"/>
              </a:rPr>
              <a:t>にビルドとイメージの格納を指示する</a:t>
            </a:r>
            <a:r>
              <a:rPr lang="en-US" altLang="ja-JP" sz="1200" b="1" dirty="0">
                <a:solidFill>
                  <a:srgbClr val="1F2937"/>
                </a:solidFill>
                <a:latin typeface="Yu Gothic"/>
                <a:ea typeface="Yu Gothic"/>
                <a:cs typeface="Yu Gothic"/>
              </a:rPr>
              <a:t>)</a:t>
            </a:r>
            <a:endParaRPr lang="ja-JP" altLang="en-US" sz="1200" b="1" dirty="0">
              <a:solidFill>
                <a:srgbClr val="1F2937"/>
              </a:solidFill>
              <a:latin typeface="Yu Gothic"/>
              <a:ea typeface="Yu Gothic"/>
              <a:cs typeface="Yu Gothic"/>
            </a:endParaRPr>
          </a:p>
        </p:txBody>
      </p:sp>
      <p:sp>
        <p:nvSpPr>
          <p:cNvPr id="28" name="正方形/長方形 27">
            <a:extLst>
              <a:ext uri="{FF2B5EF4-FFF2-40B4-BE49-F238E27FC236}">
                <a16:creationId xmlns:a16="http://schemas.microsoft.com/office/drawing/2014/main" id="{B049614F-5EDD-8EC1-670C-CEE1B5A025A5}"/>
              </a:ext>
            </a:extLst>
          </p:cNvPr>
          <p:cNvSpPr>
            <a:spLocks noGrp="1"/>
          </p:cNvSpPr>
          <p:nvPr/>
        </p:nvSpPr>
        <p:spPr>
          <a:xfrm>
            <a:off x="6324600" y="3052041"/>
            <a:ext cx="4552950" cy="4000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>
              <a:defRPr sz="1125" b="0">
                <a:solidFill>
                  <a:srgbClr val="1F2937"/>
                </a:solidFill>
                <a:latin typeface="Yu Gothic"/>
                <a:ea typeface="Yu Gothic"/>
                <a:cs typeface="Yu Gothic"/>
              </a:defRPr>
            </a:pPr>
            <a:r>
              <a:rPr lang="ja-JP" altLang="en-US" sz="900">
                <a:solidFill>
                  <a:srgbClr val="1F2937"/>
                </a:solidFill>
                <a:latin typeface="Yu Gothic"/>
                <a:ea typeface="Yu Gothic"/>
                <a:cs typeface="Yu Gothic"/>
              </a:rPr>
              <a:t>コンテナイメージを作成し、</a:t>
            </a:r>
            <a:r>
              <a:rPr lang="en-US" altLang="ja-JP" sz="900" dirty="0">
                <a:solidFill>
                  <a:srgbClr val="1F2937"/>
                </a:solidFill>
                <a:latin typeface="Yu Gothic"/>
                <a:ea typeface="Yu Gothic"/>
                <a:cs typeface="Yu Gothic"/>
              </a:rPr>
              <a:t>push </a:t>
            </a:r>
            <a:r>
              <a:rPr lang="ja-JP" altLang="en-US" sz="900">
                <a:solidFill>
                  <a:srgbClr val="1F2937"/>
                </a:solidFill>
                <a:latin typeface="Yu Gothic"/>
                <a:ea typeface="Yu Gothic"/>
                <a:cs typeface="Yu Gothic"/>
              </a:rPr>
              <a:t>します。</a:t>
            </a:r>
            <a:endParaRPr lang="ja-JP" altLang="en-US" sz="900" dirty="0">
              <a:solidFill>
                <a:srgbClr val="1F2937"/>
              </a:solidFill>
              <a:latin typeface="Yu Gothic"/>
              <a:ea typeface="Yu Gothic"/>
              <a:cs typeface="Yu Gothic"/>
            </a:endParaRPr>
          </a:p>
        </p:txBody>
      </p:sp>
      <p:sp>
        <p:nvSpPr>
          <p:cNvPr id="32" name="正方形/長方形 31">
            <a:extLst>
              <a:ext uri="{FF2B5EF4-FFF2-40B4-BE49-F238E27FC236}">
                <a16:creationId xmlns:a16="http://schemas.microsoft.com/office/drawing/2014/main" id="{A3226F0E-02C2-9400-6919-CBB1BD226942}"/>
              </a:ext>
            </a:extLst>
          </p:cNvPr>
          <p:cNvSpPr>
            <a:spLocks noGrp="1"/>
          </p:cNvSpPr>
          <p:nvPr/>
        </p:nvSpPr>
        <p:spPr>
          <a:xfrm>
            <a:off x="895350" y="3714750"/>
            <a:ext cx="4953000" cy="1295400"/>
          </a:xfrm>
          <a:prstGeom prst="rect">
            <a:avLst/>
          </a:prstGeom>
          <a:solidFill>
            <a:srgbClr val="FFFFFF"/>
          </a:solidFill>
          <a:ln w="9525">
            <a:solidFill>
              <a:srgbClr val="D0D5DD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37" name="正方形/長方形 36">
            <a:extLst>
              <a:ext uri="{FF2B5EF4-FFF2-40B4-BE49-F238E27FC236}">
                <a16:creationId xmlns:a16="http://schemas.microsoft.com/office/drawing/2014/main" id="{8DBF10E2-2834-1577-2500-42B9E01C1DE8}"/>
              </a:ext>
            </a:extLst>
          </p:cNvPr>
          <p:cNvSpPr>
            <a:spLocks noGrp="1"/>
          </p:cNvSpPr>
          <p:nvPr/>
        </p:nvSpPr>
        <p:spPr>
          <a:xfrm>
            <a:off x="895350" y="3714750"/>
            <a:ext cx="76200" cy="1295400"/>
          </a:xfrm>
          <a:prstGeom prst="rect">
            <a:avLst/>
          </a:prstGeom>
          <a:solidFill>
            <a:srgbClr val="ED7D31"/>
          </a:solidFill>
          <a:ln w="0">
            <a:solidFill>
              <a:srgbClr val="ED7D31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38" name="正方形/長方形 37">
            <a:extLst>
              <a:ext uri="{FF2B5EF4-FFF2-40B4-BE49-F238E27FC236}">
                <a16:creationId xmlns:a16="http://schemas.microsoft.com/office/drawing/2014/main" id="{E4D2D84B-8C90-8C48-D7C4-9C68A1AAF19C}"/>
              </a:ext>
            </a:extLst>
          </p:cNvPr>
          <p:cNvSpPr>
            <a:spLocks noGrp="1"/>
          </p:cNvSpPr>
          <p:nvPr/>
        </p:nvSpPr>
        <p:spPr>
          <a:xfrm>
            <a:off x="1104900" y="3857625"/>
            <a:ext cx="455295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>
              <a:defRPr sz="900" b="1">
                <a:solidFill>
                  <a:srgbClr val="EA580C"/>
                </a:solidFill>
                <a:latin typeface="Yu Gothic"/>
                <a:ea typeface="Yu Gothic"/>
                <a:cs typeface="Yu Gothic"/>
              </a:defRPr>
            </a:pPr>
            <a:r>
              <a:rPr lang="en" altLang="ja-JP" sz="800" b="1" dirty="0">
                <a:solidFill>
                  <a:srgbClr val="EA580C"/>
                </a:solidFill>
                <a:latin typeface="Yu Gothic"/>
                <a:ea typeface="Yu Gothic"/>
                <a:cs typeface="Yu Gothic"/>
              </a:rPr>
              <a:t>3</a:t>
            </a:r>
          </a:p>
        </p:txBody>
      </p:sp>
      <p:sp>
        <p:nvSpPr>
          <p:cNvPr id="39" name="正方形/長方形 38">
            <a:extLst>
              <a:ext uri="{FF2B5EF4-FFF2-40B4-BE49-F238E27FC236}">
                <a16:creationId xmlns:a16="http://schemas.microsoft.com/office/drawing/2014/main" id="{1579C806-3CDB-4825-7052-35A7D6109A2B}"/>
              </a:ext>
            </a:extLst>
          </p:cNvPr>
          <p:cNvSpPr>
            <a:spLocks noGrp="1"/>
          </p:cNvSpPr>
          <p:nvPr/>
        </p:nvSpPr>
        <p:spPr>
          <a:xfrm>
            <a:off x="1104900" y="4105275"/>
            <a:ext cx="455295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>
              <a:defRPr sz="1500" b="1">
                <a:solidFill>
                  <a:srgbClr val="1F2937"/>
                </a:solidFill>
                <a:latin typeface="Yu Gothic"/>
                <a:ea typeface="Yu Gothic"/>
                <a:cs typeface="Yu Gothic"/>
              </a:defRPr>
            </a:pPr>
            <a:r>
              <a:rPr lang="en-US" altLang="ja-JP" sz="1200" b="1" dirty="0">
                <a:solidFill>
                  <a:srgbClr val="1F2937"/>
                </a:solidFill>
                <a:latin typeface="Yu Gothic"/>
                <a:ea typeface="Yu Gothic"/>
                <a:cs typeface="Yu Gothic"/>
              </a:rPr>
              <a:t>ACA </a:t>
            </a:r>
            <a:r>
              <a:rPr lang="ja-JP" altLang="en-US" sz="1200" b="1">
                <a:solidFill>
                  <a:srgbClr val="1F2937"/>
                </a:solidFill>
                <a:latin typeface="Yu Gothic"/>
                <a:ea typeface="Yu Gothic"/>
                <a:cs typeface="Yu Gothic"/>
              </a:rPr>
              <a:t>へのコンテナのデプロイ</a:t>
            </a:r>
            <a:endParaRPr lang="ja-JP" altLang="en-US" sz="1200" b="1" dirty="0">
              <a:solidFill>
                <a:srgbClr val="1F2937"/>
              </a:solidFill>
              <a:latin typeface="Yu Gothic"/>
              <a:ea typeface="Yu Gothic"/>
              <a:cs typeface="Yu Gothic"/>
            </a:endParaRPr>
          </a:p>
        </p:txBody>
      </p:sp>
      <p:sp>
        <p:nvSpPr>
          <p:cNvPr id="40" name="正方形/長方形 39">
            <a:extLst>
              <a:ext uri="{FF2B5EF4-FFF2-40B4-BE49-F238E27FC236}">
                <a16:creationId xmlns:a16="http://schemas.microsoft.com/office/drawing/2014/main" id="{5494DF93-CF15-EB16-65C0-8012B5793A53}"/>
              </a:ext>
            </a:extLst>
          </p:cNvPr>
          <p:cNvSpPr>
            <a:spLocks noGrp="1"/>
          </p:cNvSpPr>
          <p:nvPr/>
        </p:nvSpPr>
        <p:spPr>
          <a:xfrm>
            <a:off x="1104900" y="4495800"/>
            <a:ext cx="4552950" cy="4000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>
              <a:defRPr sz="1125" b="0">
                <a:solidFill>
                  <a:srgbClr val="1F2937"/>
                </a:solidFill>
                <a:latin typeface="Yu Gothic"/>
                <a:ea typeface="Yu Gothic"/>
                <a:cs typeface="Yu Gothic"/>
              </a:defRPr>
            </a:pPr>
            <a:r>
              <a:rPr lang="en" altLang="ja-JP" sz="900" dirty="0">
                <a:solidFill>
                  <a:srgbClr val="1F2937"/>
                </a:solidFill>
                <a:latin typeface="Yu Gothic"/>
                <a:ea typeface="Yu Gothic"/>
                <a:cs typeface="Yu Gothic"/>
              </a:rPr>
              <a:t>Container Apps </a:t>
            </a:r>
            <a:r>
              <a:rPr lang="ja-JP" altLang="en-US" sz="900">
                <a:solidFill>
                  <a:srgbClr val="1F2937"/>
                </a:solidFill>
                <a:latin typeface="Yu Gothic"/>
                <a:ea typeface="Yu Gothic"/>
                <a:cs typeface="Yu Gothic"/>
              </a:rPr>
              <a:t>にコンテナをデプロイし、</a:t>
            </a:r>
            <a:r>
              <a:rPr lang="en" altLang="ja-JP" sz="900" dirty="0">
                <a:solidFill>
                  <a:srgbClr val="1F2937"/>
                </a:solidFill>
                <a:latin typeface="Yu Gothic"/>
                <a:ea typeface="Yu Gothic"/>
                <a:cs typeface="Yu Gothic"/>
              </a:rPr>
              <a:t>revision </a:t>
            </a:r>
            <a:r>
              <a:rPr lang="ja-JP" altLang="en-US" sz="900">
                <a:solidFill>
                  <a:srgbClr val="1F2937"/>
                </a:solidFill>
                <a:latin typeface="Yu Gothic"/>
                <a:ea typeface="Yu Gothic"/>
                <a:cs typeface="Yu Gothic"/>
              </a:rPr>
              <a:t>を更新します。</a:t>
            </a:r>
            <a:endParaRPr lang="ja-JP" altLang="en-US" sz="900" dirty="0">
              <a:solidFill>
                <a:srgbClr val="1F2937"/>
              </a:solidFill>
              <a:latin typeface="Yu Gothic"/>
              <a:ea typeface="Yu Gothic"/>
              <a:cs typeface="Yu Gothic"/>
            </a:endParaRPr>
          </a:p>
        </p:txBody>
      </p:sp>
    </p:spTree>
    <p:extLst>
      <p:ext uri="{BB962C8B-B14F-4D97-AF65-F5344CB8AC3E}">
        <p14:creationId xmlns:p14="http://schemas.microsoft.com/office/powerpoint/2010/main" val="375674149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E833077-5489-5AA7-F958-3E30E8DE6EC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正方形/長方形 8">
            <a:extLst>
              <a:ext uri="{FF2B5EF4-FFF2-40B4-BE49-F238E27FC236}">
                <a16:creationId xmlns:a16="http://schemas.microsoft.com/office/drawing/2014/main" id="{2CECBF79-0E7D-096B-7938-EDAA6999EB48}"/>
              </a:ext>
            </a:extLst>
          </p:cNvPr>
          <p:cNvSpPr>
            <a:spLocks noGrp="1"/>
          </p:cNvSpPr>
          <p:nvPr/>
        </p:nvSpPr>
        <p:spPr>
          <a:xfrm>
            <a:off x="685800" y="400050"/>
            <a:ext cx="8953500" cy="4953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>
              <a:defRPr sz="2325" b="1">
                <a:solidFill>
                  <a:srgbClr val="1F2937"/>
                </a:solidFill>
                <a:latin typeface="Yu Gothic"/>
                <a:ea typeface="Yu Gothic"/>
                <a:cs typeface="Yu Gothic"/>
              </a:defRPr>
            </a:pPr>
            <a:r>
              <a:rPr lang="ja-JP" altLang="en-US" sz="2000" b="1">
                <a:solidFill>
                  <a:srgbClr val="1F2937"/>
                </a:solidFill>
                <a:latin typeface="Yu Gothic"/>
                <a:ea typeface="Yu Gothic"/>
                <a:cs typeface="Yu Gothic"/>
              </a:rPr>
              <a:t>サンプルアプリの</a:t>
            </a:r>
            <a:r>
              <a:rPr lang="en-US" altLang="ja-JP" sz="2000" b="1" dirty="0">
                <a:solidFill>
                  <a:srgbClr val="1F2937"/>
                </a:solidFill>
                <a:latin typeface="Yu Gothic"/>
                <a:ea typeface="Yu Gothic"/>
                <a:cs typeface="Yu Gothic"/>
              </a:rPr>
              <a:t> GitHub Actions </a:t>
            </a:r>
            <a:r>
              <a:rPr lang="ja-JP" altLang="en-US" sz="2000" b="1">
                <a:solidFill>
                  <a:srgbClr val="1F2937"/>
                </a:solidFill>
                <a:latin typeface="Yu Gothic"/>
                <a:ea typeface="Yu Gothic"/>
                <a:cs typeface="Yu Gothic"/>
              </a:rPr>
              <a:t>のワークフローの概要</a:t>
            </a:r>
            <a:endParaRPr lang="ja-JP" altLang="en-US" sz="2000" b="1" dirty="0">
              <a:solidFill>
                <a:srgbClr val="1F2937"/>
              </a:solidFill>
              <a:latin typeface="Yu Gothic"/>
              <a:ea typeface="Yu Gothic"/>
              <a:cs typeface="Yu Gothic"/>
            </a:endParaRPr>
          </a:p>
        </p:txBody>
      </p:sp>
      <p:sp>
        <p:nvSpPr>
          <p:cNvPr id="2" name="正方形/長方形 1">
            <a:extLst>
              <a:ext uri="{FF2B5EF4-FFF2-40B4-BE49-F238E27FC236}">
                <a16:creationId xmlns:a16="http://schemas.microsoft.com/office/drawing/2014/main" id="{11AE67C3-E0E0-7893-20F1-46575545C583}"/>
              </a:ext>
            </a:extLst>
          </p:cNvPr>
          <p:cNvSpPr>
            <a:spLocks noGrp="1"/>
          </p:cNvSpPr>
          <p:nvPr/>
        </p:nvSpPr>
        <p:spPr>
          <a:xfrm>
            <a:off x="685800" y="876300"/>
            <a:ext cx="36195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13" b="0">
                <a:solidFill>
                  <a:srgbClr val="667085"/>
                </a:solidFill>
                <a:latin typeface="Yu Gothic UI"/>
                <a:ea typeface="Yu Gothic UI"/>
                <a:cs typeface="Yu Gothic UI"/>
              </a:defRPr>
            </a:pPr>
            <a:r>
              <a:rPr sz="713" b="0" dirty="0">
                <a:solidFill>
                  <a:srgbClr val="667085"/>
                </a:solidFill>
                <a:latin typeface="Yu Gothic UI"/>
                <a:ea typeface="Yu Gothic UI"/>
                <a:cs typeface="Yu Gothic UI"/>
              </a:rPr>
              <a:t>Azure Workshop for Beginners </a:t>
            </a:r>
            <a:r>
              <a:rPr lang="ja-JP" altLang="en-US" sz="713" b="0">
                <a:solidFill>
                  <a:srgbClr val="667085"/>
                </a:solidFill>
                <a:latin typeface="Yu Gothic UI"/>
                <a:ea typeface="Yu Gothic UI"/>
                <a:cs typeface="Yu Gothic UI"/>
              </a:rPr>
              <a:t> </a:t>
            </a:r>
            <a:r>
              <a:rPr lang="en-US" altLang="ja-JP" sz="713" b="0" dirty="0">
                <a:solidFill>
                  <a:srgbClr val="667085"/>
                </a:solidFill>
                <a:latin typeface="Yu Gothic UI"/>
                <a:ea typeface="Yu Gothic UI"/>
                <a:cs typeface="Yu Gothic UI"/>
              </a:rPr>
              <a:t>| </a:t>
            </a:r>
            <a:r>
              <a:rPr lang="ja-JP" altLang="en-US" sz="713" b="0">
                <a:solidFill>
                  <a:srgbClr val="667085"/>
                </a:solidFill>
                <a:latin typeface="Yu Gothic UI"/>
                <a:ea typeface="Yu Gothic UI"/>
                <a:cs typeface="Yu Gothic UI"/>
              </a:rPr>
              <a:t>第</a:t>
            </a:r>
            <a:r>
              <a:rPr lang="en-US" altLang="ja-JP" sz="713" b="0" dirty="0">
                <a:solidFill>
                  <a:srgbClr val="667085"/>
                </a:solidFill>
                <a:latin typeface="Yu Gothic UI"/>
                <a:ea typeface="Yu Gothic UI"/>
                <a:cs typeface="Yu Gothic UI"/>
              </a:rPr>
              <a:t>6</a:t>
            </a:r>
            <a:r>
              <a:rPr lang="ja-JP" altLang="en-US" sz="713" b="0">
                <a:solidFill>
                  <a:srgbClr val="667085"/>
                </a:solidFill>
                <a:latin typeface="Yu Gothic UI"/>
                <a:ea typeface="Yu Gothic UI"/>
                <a:cs typeface="Yu Gothic UI"/>
              </a:rPr>
              <a:t>回</a:t>
            </a:r>
            <a:endParaRPr sz="713" b="0" dirty="0">
              <a:solidFill>
                <a:srgbClr val="667085"/>
              </a:solidFill>
              <a:latin typeface="Yu Gothic UI"/>
              <a:ea typeface="Yu Gothic UI"/>
              <a:cs typeface="Yu Gothic UI"/>
            </a:endParaRPr>
          </a:p>
        </p:txBody>
      </p:sp>
      <p:sp>
        <p:nvSpPr>
          <p:cNvPr id="4" name="正方形/長方形 3">
            <a:extLst>
              <a:ext uri="{FF2B5EF4-FFF2-40B4-BE49-F238E27FC236}">
                <a16:creationId xmlns:a16="http://schemas.microsoft.com/office/drawing/2014/main" id="{AC2E7ABD-089E-2315-EB7D-66A3F1A1E882}"/>
              </a:ext>
            </a:extLst>
          </p:cNvPr>
          <p:cNvSpPr>
            <a:spLocks noGrp="1"/>
          </p:cNvSpPr>
          <p:nvPr/>
        </p:nvSpPr>
        <p:spPr>
          <a:xfrm>
            <a:off x="685800" y="1200150"/>
            <a:ext cx="10820400" cy="14288"/>
          </a:xfrm>
          <a:prstGeom prst="rect">
            <a:avLst/>
          </a:prstGeom>
          <a:solidFill>
            <a:srgbClr val="D0D5DD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5" name="正方形/長方形 4">
            <a:extLst>
              <a:ext uri="{FF2B5EF4-FFF2-40B4-BE49-F238E27FC236}">
                <a16:creationId xmlns:a16="http://schemas.microsoft.com/office/drawing/2014/main" id="{450176BE-EA43-C92E-F6DC-65BE3243F38D}"/>
              </a:ext>
            </a:extLst>
          </p:cNvPr>
          <p:cNvSpPr>
            <a:spLocks noGrp="1"/>
          </p:cNvSpPr>
          <p:nvPr/>
        </p:nvSpPr>
        <p:spPr>
          <a:xfrm>
            <a:off x="685800" y="1352550"/>
            <a:ext cx="10820400" cy="552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19050" rIns="0" bIns="0" anchor="t"/>
          <a:lstStyle/>
          <a:p>
            <a:pPr>
              <a:defRPr sz="1350" b="0">
                <a:solidFill>
                  <a:srgbClr val="64748B"/>
                </a:solidFill>
                <a:latin typeface="Yu Gothic"/>
                <a:ea typeface="Yu Gothic"/>
                <a:cs typeface="Yu Gothic"/>
              </a:defRPr>
            </a:pPr>
            <a:r>
              <a:rPr lang="ja-JP" altLang="en-US" sz="1200">
                <a:solidFill>
                  <a:srgbClr val="64748B"/>
                </a:solidFill>
                <a:latin typeface="Yu Gothic"/>
                <a:ea typeface="Yu Gothic"/>
                <a:cs typeface="Yu Gothic"/>
              </a:rPr>
              <a:t>第６回では主に</a:t>
            </a:r>
            <a:r>
              <a:rPr lang="en-US" altLang="ja-JP" sz="1200" dirty="0">
                <a:solidFill>
                  <a:srgbClr val="64748B"/>
                </a:solidFill>
                <a:latin typeface="Yu Gothic"/>
                <a:ea typeface="Yu Gothic"/>
                <a:cs typeface="Yu Gothic"/>
              </a:rPr>
              <a:t> GitHub Actions </a:t>
            </a:r>
            <a:r>
              <a:rPr lang="ja-JP" altLang="en-US" sz="1200">
                <a:solidFill>
                  <a:srgbClr val="64748B"/>
                </a:solidFill>
                <a:latin typeface="Yu Gothic"/>
                <a:ea typeface="Yu Gothic"/>
                <a:cs typeface="Yu Gothic"/>
              </a:rPr>
              <a:t>を通じてコンテナアプリのデプロイを行いますが、</a:t>
            </a:r>
            <a:r>
              <a:rPr lang="en-US" altLang="ja-JP" sz="1200" dirty="0">
                <a:solidFill>
                  <a:srgbClr val="64748B"/>
                </a:solidFill>
                <a:latin typeface="Yu Gothic"/>
                <a:ea typeface="Yu Gothic"/>
                <a:cs typeface="Yu Gothic"/>
              </a:rPr>
              <a:t>Actions </a:t>
            </a:r>
            <a:r>
              <a:rPr lang="ja-JP" altLang="en-US" sz="1200">
                <a:solidFill>
                  <a:srgbClr val="64748B"/>
                </a:solidFill>
                <a:latin typeface="Yu Gothic"/>
                <a:ea typeface="Yu Gothic"/>
                <a:cs typeface="Yu Gothic"/>
              </a:rPr>
              <a:t>のワークフローは主に下記の作業を行っています。</a:t>
            </a:r>
            <a:endParaRPr lang="ja-JP" altLang="en-US" sz="1200" dirty="0">
              <a:solidFill>
                <a:srgbClr val="64748B"/>
              </a:solidFill>
              <a:latin typeface="Yu Gothic"/>
              <a:ea typeface="Yu Gothic"/>
              <a:cs typeface="Yu Gothic"/>
            </a:endParaRPr>
          </a:p>
        </p:txBody>
      </p:sp>
      <p:sp>
        <p:nvSpPr>
          <p:cNvPr id="6" name="正方形/長方形 5">
            <a:extLst>
              <a:ext uri="{FF2B5EF4-FFF2-40B4-BE49-F238E27FC236}">
                <a16:creationId xmlns:a16="http://schemas.microsoft.com/office/drawing/2014/main" id="{1E8B340F-074D-40FD-9F53-ECA4EE4CEC1B}"/>
              </a:ext>
            </a:extLst>
          </p:cNvPr>
          <p:cNvSpPr>
            <a:spLocks noGrp="1"/>
          </p:cNvSpPr>
          <p:nvPr/>
        </p:nvSpPr>
        <p:spPr>
          <a:xfrm>
            <a:off x="550606" y="2157412"/>
            <a:ext cx="11080955" cy="3886200"/>
          </a:xfrm>
          <a:prstGeom prst="rect">
            <a:avLst/>
          </a:prstGeom>
          <a:solidFill>
            <a:srgbClr val="FFFFFF"/>
          </a:solidFill>
          <a:ln w="9525">
            <a:solidFill>
              <a:srgbClr val="D0D5DD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pic>
        <p:nvPicPr>
          <p:cNvPr id="3" name="図 2" descr="Architecture">
            <a:extLst>
              <a:ext uri="{FF2B5EF4-FFF2-40B4-BE49-F238E27FC236}">
                <a16:creationId xmlns:a16="http://schemas.microsoft.com/office/drawing/2014/main" id="{08056AE6-093A-8F57-4703-D840AD3860C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84309" y="2262648"/>
            <a:ext cx="4377083" cy="3719052"/>
          </a:xfrm>
          <a:prstGeom prst="rect">
            <a:avLst/>
          </a:prstGeom>
        </p:spPr>
      </p:pic>
      <p:sp>
        <p:nvSpPr>
          <p:cNvPr id="15" name="四角形吹き出し 14">
            <a:extLst>
              <a:ext uri="{FF2B5EF4-FFF2-40B4-BE49-F238E27FC236}">
                <a16:creationId xmlns:a16="http://schemas.microsoft.com/office/drawing/2014/main" id="{8AF25731-595C-2B69-E193-B79AA92DEBB5}"/>
              </a:ext>
            </a:extLst>
          </p:cNvPr>
          <p:cNvSpPr/>
          <p:nvPr/>
        </p:nvSpPr>
        <p:spPr>
          <a:xfrm>
            <a:off x="939866" y="4109234"/>
            <a:ext cx="2271253" cy="648686"/>
          </a:xfrm>
          <a:prstGeom prst="wedgeRectCallout">
            <a:avLst>
              <a:gd name="adj1" fmla="val 102343"/>
              <a:gd name="adj2" fmla="val 175964"/>
            </a:avLst>
          </a:prstGeom>
          <a:solidFill>
            <a:schemeClr val="bg1"/>
          </a:solidFill>
          <a:ln w="15875">
            <a:solidFill>
              <a:schemeClr val="bg2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>
              <a:solidFill>
                <a:schemeClr val="tx1"/>
              </a:solidFill>
            </a:endParaRPr>
          </a:p>
        </p:txBody>
      </p:sp>
      <p:sp>
        <p:nvSpPr>
          <p:cNvPr id="16" name="テキスト ボックス 15">
            <a:extLst>
              <a:ext uri="{FF2B5EF4-FFF2-40B4-BE49-F238E27FC236}">
                <a16:creationId xmlns:a16="http://schemas.microsoft.com/office/drawing/2014/main" id="{9226617B-CEE9-2C6D-4710-57C3AF5BF46A}"/>
              </a:ext>
            </a:extLst>
          </p:cNvPr>
          <p:cNvSpPr txBox="1"/>
          <p:nvPr/>
        </p:nvSpPr>
        <p:spPr>
          <a:xfrm>
            <a:off x="939866" y="4111588"/>
            <a:ext cx="227125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defRPr sz="1125" b="0">
                <a:solidFill>
                  <a:srgbClr val="1F2937"/>
                </a:solidFill>
                <a:latin typeface="Yu Gothic"/>
                <a:ea typeface="Yu Gothic"/>
                <a:cs typeface="Yu Gothic"/>
              </a:defRPr>
            </a:pPr>
            <a:r>
              <a:rPr lang="en-US" altLang="ja-JP" sz="1200" dirty="0">
                <a:solidFill>
                  <a:srgbClr val="1F2937"/>
                </a:solidFill>
                <a:latin typeface="Yu Gothic UI" panose="020B0500000000000000" pitchFamily="34" charset="-128"/>
                <a:ea typeface="Yu Gothic UI" panose="020B0500000000000000" pitchFamily="34" charset="-128"/>
                <a:cs typeface="Yu Gothic"/>
              </a:rPr>
              <a:t>1. </a:t>
            </a:r>
            <a:r>
              <a:rPr lang="ja-JP" altLang="en-US" sz="1200">
                <a:solidFill>
                  <a:srgbClr val="1F2937"/>
                </a:solidFill>
                <a:latin typeface="Yu Gothic UI" panose="020B0500000000000000" pitchFamily="34" charset="-128"/>
                <a:ea typeface="Yu Gothic UI" panose="020B0500000000000000" pitchFamily="34" charset="-128"/>
                <a:cs typeface="Yu Gothic"/>
              </a:rPr>
              <a:t>開発者が</a:t>
            </a:r>
            <a:r>
              <a:rPr lang="en-US" altLang="ja-JP" sz="1200" dirty="0">
                <a:solidFill>
                  <a:srgbClr val="1F2937"/>
                </a:solidFill>
                <a:latin typeface="Yu Gothic UI" panose="020B0500000000000000" pitchFamily="34" charset="-128"/>
                <a:ea typeface="Yu Gothic UI" panose="020B0500000000000000" pitchFamily="34" charset="-128"/>
                <a:cs typeface="Yu Gothic"/>
              </a:rPr>
              <a:t> Web </a:t>
            </a:r>
            <a:r>
              <a:rPr lang="ja-JP" altLang="en-US" sz="1200">
                <a:solidFill>
                  <a:srgbClr val="1F2937"/>
                </a:solidFill>
                <a:latin typeface="Yu Gothic UI" panose="020B0500000000000000" pitchFamily="34" charset="-128"/>
                <a:ea typeface="Yu Gothic UI" panose="020B0500000000000000" pitchFamily="34" charset="-128"/>
                <a:cs typeface="Yu Gothic"/>
              </a:rPr>
              <a:t>コンテナ、</a:t>
            </a:r>
            <a:r>
              <a:rPr lang="en-US" altLang="ja-JP" sz="1200" dirty="0">
                <a:solidFill>
                  <a:srgbClr val="1F2937"/>
                </a:solidFill>
                <a:latin typeface="Yu Gothic UI" panose="020B0500000000000000" pitchFamily="34" charset="-128"/>
                <a:ea typeface="Yu Gothic UI" panose="020B0500000000000000" pitchFamily="34" charset="-128"/>
                <a:cs typeface="Yu Gothic"/>
              </a:rPr>
              <a:t>API </a:t>
            </a:r>
            <a:r>
              <a:rPr lang="ja-JP" altLang="en-US" sz="1200">
                <a:solidFill>
                  <a:srgbClr val="1F2937"/>
                </a:solidFill>
                <a:latin typeface="Yu Gothic UI" panose="020B0500000000000000" pitchFamily="34" charset="-128"/>
                <a:ea typeface="Yu Gothic UI" panose="020B0500000000000000" pitchFamily="34" charset="-128"/>
                <a:cs typeface="Yu Gothic"/>
              </a:rPr>
              <a:t>コンテナのコードを修正、</a:t>
            </a:r>
            <a:r>
              <a:rPr lang="en-US" altLang="ja-JP" sz="1200" dirty="0">
                <a:solidFill>
                  <a:srgbClr val="1F2937"/>
                </a:solidFill>
                <a:latin typeface="Yu Gothic UI" panose="020B0500000000000000" pitchFamily="34" charset="-128"/>
                <a:ea typeface="Yu Gothic UI" panose="020B0500000000000000" pitchFamily="34" charset="-128"/>
                <a:cs typeface="Yu Gothic"/>
              </a:rPr>
              <a:t>GitHub </a:t>
            </a:r>
            <a:r>
              <a:rPr lang="ja-JP" altLang="en-US" sz="1200">
                <a:solidFill>
                  <a:srgbClr val="1F2937"/>
                </a:solidFill>
                <a:latin typeface="Yu Gothic UI" panose="020B0500000000000000" pitchFamily="34" charset="-128"/>
                <a:ea typeface="Yu Gothic UI" panose="020B0500000000000000" pitchFamily="34" charset="-128"/>
                <a:cs typeface="Yu Gothic"/>
              </a:rPr>
              <a:t>のリモートリポジトリに</a:t>
            </a:r>
            <a:r>
              <a:rPr lang="en-US" altLang="ja-JP" sz="1200" dirty="0">
                <a:solidFill>
                  <a:srgbClr val="1F2937"/>
                </a:solidFill>
                <a:latin typeface="Yu Gothic UI" panose="020B0500000000000000" pitchFamily="34" charset="-128"/>
                <a:ea typeface="Yu Gothic UI" panose="020B0500000000000000" pitchFamily="34" charset="-128"/>
                <a:cs typeface="Yu Gothic"/>
              </a:rPr>
              <a:t> push</a:t>
            </a:r>
            <a:endParaRPr lang="ja-JP" altLang="en-US" sz="1200" dirty="0">
              <a:solidFill>
                <a:srgbClr val="1F2937"/>
              </a:solidFill>
              <a:latin typeface="Yu Gothic UI" panose="020B0500000000000000" pitchFamily="34" charset="-128"/>
              <a:ea typeface="Yu Gothic UI" panose="020B0500000000000000" pitchFamily="34" charset="-128"/>
              <a:cs typeface="Yu Gothic"/>
            </a:endParaRPr>
          </a:p>
        </p:txBody>
      </p:sp>
      <p:sp>
        <p:nvSpPr>
          <p:cNvPr id="11" name="四角形吹き出し 10">
            <a:extLst>
              <a:ext uri="{FF2B5EF4-FFF2-40B4-BE49-F238E27FC236}">
                <a16:creationId xmlns:a16="http://schemas.microsoft.com/office/drawing/2014/main" id="{C68BE817-8234-E341-C07D-6EAF099B4C3C}"/>
              </a:ext>
            </a:extLst>
          </p:cNvPr>
          <p:cNvSpPr/>
          <p:nvPr/>
        </p:nvSpPr>
        <p:spPr>
          <a:xfrm>
            <a:off x="1874981" y="5806196"/>
            <a:ext cx="2271253" cy="880261"/>
          </a:xfrm>
          <a:prstGeom prst="wedgeRectCallout">
            <a:avLst>
              <a:gd name="adj1" fmla="val 109256"/>
              <a:gd name="adj2" fmla="val -30125"/>
            </a:avLst>
          </a:prstGeom>
          <a:solidFill>
            <a:schemeClr val="bg1"/>
          </a:solidFill>
          <a:ln w="15875">
            <a:solidFill>
              <a:schemeClr val="bg2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>
              <a:solidFill>
                <a:schemeClr val="tx1"/>
              </a:solidFill>
            </a:endParaRPr>
          </a:p>
        </p:txBody>
      </p:sp>
      <p:sp>
        <p:nvSpPr>
          <p:cNvPr id="22" name="テキスト ボックス 21">
            <a:extLst>
              <a:ext uri="{FF2B5EF4-FFF2-40B4-BE49-F238E27FC236}">
                <a16:creationId xmlns:a16="http://schemas.microsoft.com/office/drawing/2014/main" id="{788D08D7-8227-9E1B-6517-1F3BFDCE5C1B}"/>
              </a:ext>
            </a:extLst>
          </p:cNvPr>
          <p:cNvSpPr txBox="1"/>
          <p:nvPr/>
        </p:nvSpPr>
        <p:spPr>
          <a:xfrm>
            <a:off x="1874981" y="5806197"/>
            <a:ext cx="2271253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defRPr sz="1125" b="0">
                <a:solidFill>
                  <a:srgbClr val="1F2937"/>
                </a:solidFill>
                <a:latin typeface="Yu Gothic"/>
                <a:ea typeface="Yu Gothic"/>
                <a:cs typeface="Yu Gothic"/>
              </a:defRPr>
            </a:pPr>
            <a:r>
              <a:rPr lang="en-US" altLang="ja-JP" sz="1200" dirty="0">
                <a:solidFill>
                  <a:srgbClr val="1F2937"/>
                </a:solidFill>
                <a:latin typeface="Yu Gothic UI" panose="020B0500000000000000" pitchFamily="34" charset="-128"/>
                <a:ea typeface="Yu Gothic UI" panose="020B0500000000000000" pitchFamily="34" charset="-128"/>
                <a:cs typeface="Yu Gothic"/>
              </a:rPr>
              <a:t>2. GitHub </a:t>
            </a:r>
            <a:r>
              <a:rPr lang="ja-JP" altLang="en-US" sz="1200">
                <a:solidFill>
                  <a:srgbClr val="1F2937"/>
                </a:solidFill>
                <a:latin typeface="Yu Gothic UI" panose="020B0500000000000000" pitchFamily="34" charset="-128"/>
                <a:ea typeface="Yu Gothic UI" panose="020B0500000000000000" pitchFamily="34" charset="-128"/>
                <a:cs typeface="Yu Gothic"/>
              </a:rPr>
              <a:t>は</a:t>
            </a:r>
            <a:r>
              <a:rPr lang="en-US" altLang="ja-JP" sz="1200" dirty="0">
                <a:solidFill>
                  <a:srgbClr val="1F2937"/>
                </a:solidFill>
                <a:latin typeface="Yu Gothic UI" panose="020B0500000000000000" pitchFamily="34" charset="-128"/>
                <a:ea typeface="Yu Gothic UI" panose="020B0500000000000000" pitchFamily="34" charset="-128"/>
                <a:cs typeface="Yu Gothic"/>
              </a:rPr>
              <a:t> main </a:t>
            </a:r>
            <a:r>
              <a:rPr lang="ja-JP" altLang="en-US" sz="1200">
                <a:solidFill>
                  <a:srgbClr val="1F2937"/>
                </a:solidFill>
                <a:latin typeface="Yu Gothic UI" panose="020B0500000000000000" pitchFamily="34" charset="-128"/>
                <a:ea typeface="Yu Gothic UI" panose="020B0500000000000000" pitchFamily="34" charset="-128"/>
                <a:cs typeface="Yu Gothic"/>
              </a:rPr>
              <a:t>ブランチにコードがマージされると、条件にあったワークフロー</a:t>
            </a:r>
            <a:r>
              <a:rPr lang="en-US" altLang="ja-JP" sz="1200" dirty="0">
                <a:solidFill>
                  <a:srgbClr val="1F2937"/>
                </a:solidFill>
                <a:latin typeface="Yu Gothic UI" panose="020B0500000000000000" pitchFamily="34" charset="-128"/>
                <a:ea typeface="Yu Gothic UI" panose="020B0500000000000000" pitchFamily="34" charset="-128"/>
                <a:cs typeface="Yu Gothic"/>
              </a:rPr>
              <a:t> (Web </a:t>
            </a:r>
            <a:r>
              <a:rPr lang="ja-JP" altLang="en-US" sz="1200">
                <a:solidFill>
                  <a:srgbClr val="1F2937"/>
                </a:solidFill>
                <a:latin typeface="Yu Gothic UI" panose="020B0500000000000000" pitchFamily="34" charset="-128"/>
                <a:ea typeface="Yu Gothic UI" panose="020B0500000000000000" pitchFamily="34" charset="-128"/>
                <a:cs typeface="Yu Gothic"/>
              </a:rPr>
              <a:t>用か</a:t>
            </a:r>
            <a:r>
              <a:rPr lang="en-US" altLang="ja-JP" sz="1200" dirty="0">
                <a:solidFill>
                  <a:srgbClr val="1F2937"/>
                </a:solidFill>
                <a:latin typeface="Yu Gothic UI" panose="020B0500000000000000" pitchFamily="34" charset="-128"/>
                <a:ea typeface="Yu Gothic UI" panose="020B0500000000000000" pitchFamily="34" charset="-128"/>
                <a:cs typeface="Yu Gothic"/>
              </a:rPr>
              <a:t> API </a:t>
            </a:r>
            <a:r>
              <a:rPr lang="ja-JP" altLang="en-US" sz="1200">
                <a:solidFill>
                  <a:srgbClr val="1F2937"/>
                </a:solidFill>
                <a:latin typeface="Yu Gothic UI" panose="020B0500000000000000" pitchFamily="34" charset="-128"/>
                <a:ea typeface="Yu Gothic UI" panose="020B0500000000000000" pitchFamily="34" charset="-128"/>
                <a:cs typeface="Yu Gothic"/>
              </a:rPr>
              <a:t>用、もしくは両方</a:t>
            </a:r>
            <a:r>
              <a:rPr lang="en-US" altLang="ja-JP" sz="1200" dirty="0">
                <a:solidFill>
                  <a:srgbClr val="1F2937"/>
                </a:solidFill>
                <a:latin typeface="Yu Gothic UI" panose="020B0500000000000000" pitchFamily="34" charset="-128"/>
                <a:ea typeface="Yu Gothic UI" panose="020B0500000000000000" pitchFamily="34" charset="-128"/>
                <a:cs typeface="Yu Gothic"/>
              </a:rPr>
              <a:t>) </a:t>
            </a:r>
            <a:r>
              <a:rPr lang="ja-JP" altLang="en-US" sz="1200">
                <a:solidFill>
                  <a:srgbClr val="1F2937"/>
                </a:solidFill>
                <a:latin typeface="Yu Gothic UI" panose="020B0500000000000000" pitchFamily="34" charset="-128"/>
                <a:ea typeface="Yu Gothic UI" panose="020B0500000000000000" pitchFamily="34" charset="-128"/>
                <a:cs typeface="Yu Gothic"/>
              </a:rPr>
              <a:t>をトリガー</a:t>
            </a:r>
            <a:endParaRPr lang="ja-JP" altLang="en-US" sz="1200" dirty="0">
              <a:solidFill>
                <a:srgbClr val="1F2937"/>
              </a:solidFill>
              <a:latin typeface="Yu Gothic UI" panose="020B0500000000000000" pitchFamily="34" charset="-128"/>
              <a:ea typeface="Yu Gothic UI" panose="020B0500000000000000" pitchFamily="34" charset="-128"/>
              <a:cs typeface="Yu Gothic"/>
            </a:endParaRPr>
          </a:p>
        </p:txBody>
      </p:sp>
      <p:sp>
        <p:nvSpPr>
          <p:cNvPr id="23" name="四角形吹き出し 22">
            <a:extLst>
              <a:ext uri="{FF2B5EF4-FFF2-40B4-BE49-F238E27FC236}">
                <a16:creationId xmlns:a16="http://schemas.microsoft.com/office/drawing/2014/main" id="{95694AAB-0F8E-3748-0BA3-1120AA188ED6}"/>
              </a:ext>
            </a:extLst>
          </p:cNvPr>
          <p:cNvSpPr/>
          <p:nvPr/>
        </p:nvSpPr>
        <p:spPr>
          <a:xfrm>
            <a:off x="8622145" y="4262912"/>
            <a:ext cx="2271253" cy="1394938"/>
          </a:xfrm>
          <a:prstGeom prst="wedgeRectCallout">
            <a:avLst>
              <a:gd name="adj1" fmla="val -114816"/>
              <a:gd name="adj2" fmla="val 53059"/>
            </a:avLst>
          </a:prstGeom>
          <a:solidFill>
            <a:schemeClr val="bg1"/>
          </a:solidFill>
          <a:ln w="15875">
            <a:solidFill>
              <a:schemeClr val="bg2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>
              <a:solidFill>
                <a:schemeClr val="tx1"/>
              </a:solidFill>
            </a:endParaRPr>
          </a:p>
        </p:txBody>
      </p:sp>
      <p:sp>
        <p:nvSpPr>
          <p:cNvPr id="24" name="テキスト ボックス 23">
            <a:extLst>
              <a:ext uri="{FF2B5EF4-FFF2-40B4-BE49-F238E27FC236}">
                <a16:creationId xmlns:a16="http://schemas.microsoft.com/office/drawing/2014/main" id="{306A03C2-E18E-979C-47DD-56BC130DE68F}"/>
              </a:ext>
            </a:extLst>
          </p:cNvPr>
          <p:cNvSpPr txBox="1"/>
          <p:nvPr/>
        </p:nvSpPr>
        <p:spPr>
          <a:xfrm>
            <a:off x="8622145" y="4262911"/>
            <a:ext cx="2271253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defRPr sz="1125" b="0">
                <a:solidFill>
                  <a:srgbClr val="1F2937"/>
                </a:solidFill>
                <a:latin typeface="Yu Gothic"/>
                <a:ea typeface="Yu Gothic"/>
                <a:cs typeface="Yu Gothic"/>
              </a:defRPr>
            </a:pPr>
            <a:r>
              <a:rPr lang="en-US" altLang="ja-JP" sz="1200" dirty="0">
                <a:solidFill>
                  <a:srgbClr val="1F2937"/>
                </a:solidFill>
                <a:latin typeface="Yu Gothic UI" panose="020B0500000000000000" pitchFamily="34" charset="-128"/>
                <a:ea typeface="Yu Gothic UI" panose="020B0500000000000000" pitchFamily="34" charset="-128"/>
                <a:cs typeface="Yu Gothic"/>
              </a:rPr>
              <a:t>3. GitHub Actions </a:t>
            </a:r>
            <a:r>
              <a:rPr lang="ja-JP" altLang="en-US" sz="1200">
                <a:solidFill>
                  <a:srgbClr val="1F2937"/>
                </a:solidFill>
                <a:latin typeface="Yu Gothic UI" panose="020B0500000000000000" pitchFamily="34" charset="-128"/>
                <a:ea typeface="Yu Gothic UI" panose="020B0500000000000000" pitchFamily="34" charset="-128"/>
                <a:cs typeface="Yu Gothic"/>
              </a:rPr>
              <a:t>は</a:t>
            </a:r>
            <a:r>
              <a:rPr lang="en-US" altLang="ja-JP" sz="1200" dirty="0">
                <a:solidFill>
                  <a:srgbClr val="1F2937"/>
                </a:solidFill>
                <a:latin typeface="Yu Gothic UI" panose="020B0500000000000000" pitchFamily="34" charset="-128"/>
                <a:ea typeface="Yu Gothic UI" panose="020B0500000000000000" pitchFamily="34" charset="-128"/>
                <a:cs typeface="Yu Gothic"/>
              </a:rPr>
              <a:t> Azure </a:t>
            </a:r>
            <a:r>
              <a:rPr lang="ja-JP" altLang="en-US" sz="1200">
                <a:solidFill>
                  <a:srgbClr val="1F2937"/>
                </a:solidFill>
                <a:latin typeface="Yu Gothic UI" panose="020B0500000000000000" pitchFamily="34" charset="-128"/>
                <a:ea typeface="Yu Gothic UI" panose="020B0500000000000000" pitchFamily="34" charset="-128"/>
                <a:cs typeface="Yu Gothic"/>
              </a:rPr>
              <a:t>に第６回で作成するサービスプリンシパル</a:t>
            </a:r>
            <a:r>
              <a:rPr lang="en-US" altLang="ja-JP" sz="1200" dirty="0">
                <a:solidFill>
                  <a:srgbClr val="1F2937"/>
                </a:solidFill>
                <a:latin typeface="Yu Gothic UI" panose="020B0500000000000000" pitchFamily="34" charset="-128"/>
                <a:ea typeface="Yu Gothic UI" panose="020B0500000000000000" pitchFamily="34" charset="-128"/>
                <a:cs typeface="Yu Gothic"/>
              </a:rPr>
              <a:t> (Entra ID </a:t>
            </a:r>
            <a:r>
              <a:rPr lang="ja-JP" altLang="en-US" sz="1200">
                <a:solidFill>
                  <a:srgbClr val="1F2937"/>
                </a:solidFill>
                <a:latin typeface="Yu Gothic UI" panose="020B0500000000000000" pitchFamily="34" charset="-128"/>
                <a:ea typeface="Yu Gothic UI" panose="020B0500000000000000" pitchFamily="34" charset="-128"/>
                <a:cs typeface="Yu Gothic"/>
              </a:rPr>
              <a:t>におけるアプリ用の認証</a:t>
            </a:r>
            <a:r>
              <a:rPr lang="en-US" altLang="ja-JP" sz="1200" dirty="0">
                <a:solidFill>
                  <a:srgbClr val="1F2937"/>
                </a:solidFill>
                <a:latin typeface="Yu Gothic UI" panose="020B0500000000000000" pitchFamily="34" charset="-128"/>
                <a:ea typeface="Yu Gothic UI" panose="020B0500000000000000" pitchFamily="34" charset="-128"/>
                <a:cs typeface="Yu Gothic"/>
              </a:rPr>
              <a:t> ID) </a:t>
            </a:r>
            <a:r>
              <a:rPr lang="ja-JP" altLang="en-US" sz="1200">
                <a:solidFill>
                  <a:srgbClr val="1F2937"/>
                </a:solidFill>
                <a:latin typeface="Yu Gothic UI" panose="020B0500000000000000" pitchFamily="34" charset="-128"/>
                <a:ea typeface="Yu Gothic UI" panose="020B0500000000000000" pitchFamily="34" charset="-128"/>
                <a:cs typeface="Yu Gothic"/>
              </a:rPr>
              <a:t>でログインしつつ、</a:t>
            </a:r>
            <a:r>
              <a:rPr lang="en-US" altLang="ja-JP" sz="1200" dirty="0">
                <a:solidFill>
                  <a:srgbClr val="1F2937"/>
                </a:solidFill>
                <a:latin typeface="Yu Gothic UI" panose="020B0500000000000000" pitchFamily="34" charset="-128"/>
                <a:ea typeface="Yu Gothic UI" panose="020B0500000000000000" pitchFamily="34" charset="-128"/>
                <a:cs typeface="Yu Gothic"/>
              </a:rPr>
              <a:t>ACR Task </a:t>
            </a:r>
            <a:r>
              <a:rPr lang="ja-JP" altLang="en-US" sz="1200">
                <a:solidFill>
                  <a:srgbClr val="1F2937"/>
                </a:solidFill>
                <a:latin typeface="Yu Gothic UI" panose="020B0500000000000000" pitchFamily="34" charset="-128"/>
                <a:ea typeface="Yu Gothic UI" panose="020B0500000000000000" pitchFamily="34" charset="-128"/>
                <a:cs typeface="Yu Gothic"/>
              </a:rPr>
              <a:t>にコンテナイメージのビルドを指示。ビルドが完了すると、</a:t>
            </a:r>
            <a:r>
              <a:rPr lang="en-US" altLang="ja-JP" sz="1200" dirty="0">
                <a:solidFill>
                  <a:srgbClr val="1F2937"/>
                </a:solidFill>
                <a:latin typeface="Yu Gothic UI" panose="020B0500000000000000" pitchFamily="34" charset="-128"/>
                <a:ea typeface="Yu Gothic UI" panose="020B0500000000000000" pitchFamily="34" charset="-128"/>
                <a:cs typeface="Yu Gothic"/>
              </a:rPr>
              <a:t>ACA </a:t>
            </a:r>
            <a:r>
              <a:rPr lang="ja-JP" altLang="en-US" sz="1200">
                <a:solidFill>
                  <a:srgbClr val="1F2937"/>
                </a:solidFill>
                <a:latin typeface="Yu Gothic UI" panose="020B0500000000000000" pitchFamily="34" charset="-128"/>
                <a:ea typeface="Yu Gothic UI" panose="020B0500000000000000" pitchFamily="34" charset="-128"/>
                <a:cs typeface="Yu Gothic"/>
              </a:rPr>
              <a:t>にコンテナイメージのデプロイを指示する</a:t>
            </a:r>
            <a:endParaRPr lang="ja-JP" altLang="en-US" sz="1200" dirty="0">
              <a:solidFill>
                <a:srgbClr val="1F2937"/>
              </a:solidFill>
              <a:latin typeface="Yu Gothic UI" panose="020B0500000000000000" pitchFamily="34" charset="-128"/>
              <a:ea typeface="Yu Gothic UI" panose="020B0500000000000000" pitchFamily="34" charset="-128"/>
              <a:cs typeface="Yu Gothic"/>
            </a:endParaRPr>
          </a:p>
        </p:txBody>
      </p:sp>
    </p:spTree>
    <p:extLst>
      <p:ext uri="{BB962C8B-B14F-4D97-AF65-F5344CB8AC3E}">
        <p14:creationId xmlns:p14="http://schemas.microsoft.com/office/powerpoint/2010/main" val="86982159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5973F62-E517-B424-474E-02655E44DEE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正方形/長方形 8">
            <a:extLst>
              <a:ext uri="{FF2B5EF4-FFF2-40B4-BE49-F238E27FC236}">
                <a16:creationId xmlns:a16="http://schemas.microsoft.com/office/drawing/2014/main" id="{8C8CCDE7-53B9-A9F2-C73A-81ECE671D18E}"/>
              </a:ext>
            </a:extLst>
          </p:cNvPr>
          <p:cNvSpPr>
            <a:spLocks noGrp="1"/>
          </p:cNvSpPr>
          <p:nvPr/>
        </p:nvSpPr>
        <p:spPr>
          <a:xfrm>
            <a:off x="685800" y="400050"/>
            <a:ext cx="8953500" cy="4953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>
              <a:defRPr sz="2325" b="1">
                <a:solidFill>
                  <a:srgbClr val="1F2937"/>
                </a:solidFill>
                <a:latin typeface="Yu Gothic"/>
                <a:ea typeface="Yu Gothic"/>
                <a:cs typeface="Yu Gothic"/>
              </a:defRPr>
            </a:pPr>
            <a:r>
              <a:rPr lang="en-US" altLang="ja-JP" sz="2000" b="1" dirty="0">
                <a:solidFill>
                  <a:srgbClr val="1F2937"/>
                </a:solidFill>
                <a:latin typeface="Yu Gothic"/>
                <a:ea typeface="Yu Gothic"/>
                <a:cs typeface="Yu Gothic"/>
              </a:rPr>
              <a:t>Entra ID </a:t>
            </a:r>
            <a:r>
              <a:rPr lang="ja-JP" altLang="en-US" sz="2000" b="1">
                <a:solidFill>
                  <a:srgbClr val="1F2937"/>
                </a:solidFill>
                <a:latin typeface="Yu Gothic"/>
                <a:ea typeface="Yu Gothic"/>
                <a:cs typeface="Yu Gothic"/>
              </a:rPr>
              <a:t>のサービスプリンシパル</a:t>
            </a:r>
            <a:endParaRPr lang="ja-JP" altLang="en-US" sz="2000" b="1" dirty="0">
              <a:solidFill>
                <a:srgbClr val="1F2937"/>
              </a:solidFill>
              <a:latin typeface="Yu Gothic"/>
              <a:ea typeface="Yu Gothic"/>
              <a:cs typeface="Yu Gothic"/>
            </a:endParaRPr>
          </a:p>
        </p:txBody>
      </p:sp>
      <p:sp>
        <p:nvSpPr>
          <p:cNvPr id="2" name="正方形/長方形 1">
            <a:extLst>
              <a:ext uri="{FF2B5EF4-FFF2-40B4-BE49-F238E27FC236}">
                <a16:creationId xmlns:a16="http://schemas.microsoft.com/office/drawing/2014/main" id="{3ADC0007-DF86-A5EA-D7EE-E8E17F3BCE94}"/>
              </a:ext>
            </a:extLst>
          </p:cNvPr>
          <p:cNvSpPr>
            <a:spLocks noGrp="1"/>
          </p:cNvSpPr>
          <p:nvPr/>
        </p:nvSpPr>
        <p:spPr>
          <a:xfrm>
            <a:off x="685800" y="876300"/>
            <a:ext cx="36195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13" b="0">
                <a:solidFill>
                  <a:srgbClr val="667085"/>
                </a:solidFill>
                <a:latin typeface="Yu Gothic UI"/>
                <a:ea typeface="Yu Gothic UI"/>
                <a:cs typeface="Yu Gothic UI"/>
              </a:defRPr>
            </a:pPr>
            <a:r>
              <a:rPr sz="713" b="0" dirty="0">
                <a:solidFill>
                  <a:srgbClr val="667085"/>
                </a:solidFill>
                <a:latin typeface="Yu Gothic UI"/>
                <a:ea typeface="Yu Gothic UI"/>
                <a:cs typeface="Yu Gothic UI"/>
              </a:rPr>
              <a:t>Azure Workshop for Beginners </a:t>
            </a:r>
            <a:r>
              <a:rPr lang="ja-JP" altLang="en-US" sz="713" b="0">
                <a:solidFill>
                  <a:srgbClr val="667085"/>
                </a:solidFill>
                <a:latin typeface="Yu Gothic UI"/>
                <a:ea typeface="Yu Gothic UI"/>
                <a:cs typeface="Yu Gothic UI"/>
              </a:rPr>
              <a:t> </a:t>
            </a:r>
            <a:r>
              <a:rPr lang="en-US" altLang="ja-JP" sz="713" b="0" dirty="0">
                <a:solidFill>
                  <a:srgbClr val="667085"/>
                </a:solidFill>
                <a:latin typeface="Yu Gothic UI"/>
                <a:ea typeface="Yu Gothic UI"/>
                <a:cs typeface="Yu Gothic UI"/>
              </a:rPr>
              <a:t>| </a:t>
            </a:r>
            <a:r>
              <a:rPr lang="ja-JP" altLang="en-US" sz="713" b="0">
                <a:solidFill>
                  <a:srgbClr val="667085"/>
                </a:solidFill>
                <a:latin typeface="Yu Gothic UI"/>
                <a:ea typeface="Yu Gothic UI"/>
                <a:cs typeface="Yu Gothic UI"/>
              </a:rPr>
              <a:t>第</a:t>
            </a:r>
            <a:r>
              <a:rPr lang="en-US" altLang="ja-JP" sz="713" b="0" dirty="0">
                <a:solidFill>
                  <a:srgbClr val="667085"/>
                </a:solidFill>
                <a:latin typeface="Yu Gothic UI"/>
                <a:ea typeface="Yu Gothic UI"/>
                <a:cs typeface="Yu Gothic UI"/>
              </a:rPr>
              <a:t>6</a:t>
            </a:r>
            <a:r>
              <a:rPr lang="ja-JP" altLang="en-US" sz="713" b="0">
                <a:solidFill>
                  <a:srgbClr val="667085"/>
                </a:solidFill>
                <a:latin typeface="Yu Gothic UI"/>
                <a:ea typeface="Yu Gothic UI"/>
                <a:cs typeface="Yu Gothic UI"/>
              </a:rPr>
              <a:t>回</a:t>
            </a:r>
            <a:endParaRPr sz="713" b="0" dirty="0">
              <a:solidFill>
                <a:srgbClr val="667085"/>
              </a:solidFill>
              <a:latin typeface="Yu Gothic UI"/>
              <a:ea typeface="Yu Gothic UI"/>
              <a:cs typeface="Yu Gothic UI"/>
            </a:endParaRPr>
          </a:p>
        </p:txBody>
      </p:sp>
      <p:sp>
        <p:nvSpPr>
          <p:cNvPr id="4" name="正方形/長方形 3">
            <a:extLst>
              <a:ext uri="{FF2B5EF4-FFF2-40B4-BE49-F238E27FC236}">
                <a16:creationId xmlns:a16="http://schemas.microsoft.com/office/drawing/2014/main" id="{2AE13991-E22C-1870-D727-0EB949449498}"/>
              </a:ext>
            </a:extLst>
          </p:cNvPr>
          <p:cNvSpPr>
            <a:spLocks noGrp="1"/>
          </p:cNvSpPr>
          <p:nvPr/>
        </p:nvSpPr>
        <p:spPr>
          <a:xfrm>
            <a:off x="685800" y="1200150"/>
            <a:ext cx="10820400" cy="14288"/>
          </a:xfrm>
          <a:prstGeom prst="rect">
            <a:avLst/>
          </a:prstGeom>
          <a:solidFill>
            <a:srgbClr val="D0D5DD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5" name="正方形/長方形 4">
            <a:extLst>
              <a:ext uri="{FF2B5EF4-FFF2-40B4-BE49-F238E27FC236}">
                <a16:creationId xmlns:a16="http://schemas.microsoft.com/office/drawing/2014/main" id="{730D81FB-73F5-1BBE-B688-15ECE3D05D46}"/>
              </a:ext>
            </a:extLst>
          </p:cNvPr>
          <p:cNvSpPr>
            <a:spLocks noGrp="1"/>
          </p:cNvSpPr>
          <p:nvPr/>
        </p:nvSpPr>
        <p:spPr>
          <a:xfrm>
            <a:off x="685800" y="1352550"/>
            <a:ext cx="10820400" cy="552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19050" rIns="0" bIns="0" anchor="t"/>
          <a:lstStyle/>
          <a:p>
            <a:pPr>
              <a:defRPr sz="1350" b="0">
                <a:solidFill>
                  <a:srgbClr val="64748B"/>
                </a:solidFill>
                <a:latin typeface="Yu Gothic"/>
                <a:ea typeface="Yu Gothic"/>
                <a:cs typeface="Yu Gothic"/>
              </a:defRPr>
            </a:pPr>
            <a:r>
              <a:rPr lang="en" altLang="ja-JP" sz="1200" dirty="0">
                <a:solidFill>
                  <a:srgbClr val="64748B"/>
                </a:solidFill>
                <a:latin typeface="Yu Gothic"/>
                <a:ea typeface="Yu Gothic"/>
                <a:cs typeface="Yu Gothic"/>
              </a:rPr>
              <a:t>GitHub Actions </a:t>
            </a:r>
            <a:r>
              <a:rPr lang="ja-JP" altLang="en-US" sz="1200">
                <a:solidFill>
                  <a:srgbClr val="64748B"/>
                </a:solidFill>
                <a:latin typeface="Yu Gothic"/>
                <a:ea typeface="Yu Gothic"/>
                <a:cs typeface="Yu Gothic"/>
              </a:rPr>
              <a:t>は人の代わりに </a:t>
            </a:r>
            <a:r>
              <a:rPr lang="en" altLang="ja-JP" sz="1200" dirty="0">
                <a:solidFill>
                  <a:srgbClr val="64748B"/>
                </a:solidFill>
                <a:latin typeface="Yu Gothic"/>
                <a:ea typeface="Yu Gothic"/>
                <a:cs typeface="Yu Gothic"/>
              </a:rPr>
              <a:t>Azure </a:t>
            </a:r>
            <a:r>
              <a:rPr lang="ja-JP" altLang="en-US" sz="1200">
                <a:solidFill>
                  <a:srgbClr val="64748B"/>
                </a:solidFill>
                <a:latin typeface="Yu Gothic"/>
                <a:ea typeface="Yu Gothic"/>
                <a:cs typeface="Yu Gothic"/>
              </a:rPr>
              <a:t>を操作します。その </a:t>
            </a:r>
            <a:r>
              <a:rPr lang="en" altLang="ja-JP" sz="1200" dirty="0">
                <a:solidFill>
                  <a:srgbClr val="64748B"/>
                </a:solidFill>
                <a:latin typeface="Yu Gothic"/>
                <a:ea typeface="Yu Gothic"/>
                <a:cs typeface="Yu Gothic"/>
              </a:rPr>
              <a:t>Azure </a:t>
            </a:r>
            <a:r>
              <a:rPr lang="ja-JP" altLang="en-US" sz="1200">
                <a:solidFill>
                  <a:srgbClr val="64748B"/>
                </a:solidFill>
                <a:latin typeface="Yu Gothic"/>
                <a:ea typeface="Yu Gothic"/>
                <a:cs typeface="Yu Gothic"/>
              </a:rPr>
              <a:t>側の </a:t>
            </a:r>
            <a:r>
              <a:rPr lang="en" altLang="ja-JP" sz="1200" dirty="0">
                <a:solidFill>
                  <a:srgbClr val="64748B"/>
                </a:solidFill>
                <a:latin typeface="Yu Gothic"/>
                <a:ea typeface="Yu Gothic"/>
                <a:cs typeface="Yu Gothic"/>
              </a:rPr>
              <a:t>ID </a:t>
            </a:r>
            <a:r>
              <a:rPr lang="ja-JP" altLang="en-US" sz="1200">
                <a:solidFill>
                  <a:srgbClr val="64748B"/>
                </a:solidFill>
                <a:latin typeface="Yu Gothic"/>
                <a:ea typeface="Yu Gothic"/>
                <a:cs typeface="Yu Gothic"/>
              </a:rPr>
              <a:t>として </a:t>
            </a:r>
            <a:r>
              <a:rPr lang="en" altLang="ja-JP" sz="1200" dirty="0">
                <a:solidFill>
                  <a:srgbClr val="64748B"/>
                </a:solidFill>
                <a:latin typeface="Yu Gothic"/>
                <a:ea typeface="Yu Gothic"/>
                <a:cs typeface="Yu Gothic"/>
              </a:rPr>
              <a:t>Service Principal </a:t>
            </a:r>
            <a:r>
              <a:rPr lang="ja-JP" altLang="en-US" sz="1200">
                <a:solidFill>
                  <a:srgbClr val="64748B"/>
                </a:solidFill>
                <a:latin typeface="Yu Gothic"/>
                <a:ea typeface="Yu Gothic"/>
                <a:cs typeface="Yu Gothic"/>
              </a:rPr>
              <a:t>を使い、</a:t>
            </a:r>
            <a:r>
              <a:rPr lang="en" altLang="ja-JP" sz="1200" dirty="0">
                <a:solidFill>
                  <a:srgbClr val="64748B"/>
                </a:solidFill>
                <a:latin typeface="Yu Gothic"/>
                <a:ea typeface="Yu Gothic"/>
                <a:cs typeface="Yu Gothic"/>
              </a:rPr>
              <a:t>RBAC </a:t>
            </a:r>
            <a:r>
              <a:rPr lang="ja-JP" altLang="en-US" sz="1200">
                <a:solidFill>
                  <a:srgbClr val="64748B"/>
                </a:solidFill>
                <a:latin typeface="Yu Gothic"/>
                <a:ea typeface="Yu Gothic"/>
                <a:cs typeface="Yu Gothic"/>
              </a:rPr>
              <a:t>で操作範囲を決めます。</a:t>
            </a:r>
            <a:endParaRPr lang="ja-JP" altLang="en-US" sz="1200" dirty="0">
              <a:solidFill>
                <a:srgbClr val="64748B"/>
              </a:solidFill>
              <a:latin typeface="Yu Gothic"/>
              <a:ea typeface="Yu Gothic"/>
              <a:cs typeface="Yu Gothic"/>
            </a:endParaRPr>
          </a:p>
        </p:txBody>
      </p:sp>
      <p:sp>
        <p:nvSpPr>
          <p:cNvPr id="6" name="正方形/長方形 5">
            <a:extLst>
              <a:ext uri="{FF2B5EF4-FFF2-40B4-BE49-F238E27FC236}">
                <a16:creationId xmlns:a16="http://schemas.microsoft.com/office/drawing/2014/main" id="{1341F6E1-CCA8-606B-CCBF-5E62FF7CE670}"/>
              </a:ext>
            </a:extLst>
          </p:cNvPr>
          <p:cNvSpPr>
            <a:spLocks noGrp="1"/>
          </p:cNvSpPr>
          <p:nvPr/>
        </p:nvSpPr>
        <p:spPr>
          <a:xfrm>
            <a:off x="895350" y="2114550"/>
            <a:ext cx="4953000" cy="1295400"/>
          </a:xfrm>
          <a:prstGeom prst="rect">
            <a:avLst/>
          </a:prstGeom>
          <a:solidFill>
            <a:srgbClr val="FFFFFF"/>
          </a:solidFill>
          <a:ln w="9525">
            <a:solidFill>
              <a:srgbClr val="D0D5DD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7" name="正方形/長方形 6">
            <a:extLst>
              <a:ext uri="{FF2B5EF4-FFF2-40B4-BE49-F238E27FC236}">
                <a16:creationId xmlns:a16="http://schemas.microsoft.com/office/drawing/2014/main" id="{5A12612B-2727-7FC9-8867-67A0B45B0B77}"/>
              </a:ext>
            </a:extLst>
          </p:cNvPr>
          <p:cNvSpPr>
            <a:spLocks noGrp="1"/>
          </p:cNvSpPr>
          <p:nvPr/>
        </p:nvSpPr>
        <p:spPr>
          <a:xfrm>
            <a:off x="895350" y="2114550"/>
            <a:ext cx="76200" cy="1295400"/>
          </a:xfrm>
          <a:prstGeom prst="rect">
            <a:avLst/>
          </a:prstGeom>
          <a:solidFill>
            <a:srgbClr val="0F766E"/>
          </a:solidFill>
          <a:ln w="0">
            <a:solidFill>
              <a:srgbClr val="0F766E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4" name="正方形/長方形 13">
            <a:extLst>
              <a:ext uri="{FF2B5EF4-FFF2-40B4-BE49-F238E27FC236}">
                <a16:creationId xmlns:a16="http://schemas.microsoft.com/office/drawing/2014/main" id="{1BF7E596-5695-4401-939E-64865111E0F7}"/>
              </a:ext>
            </a:extLst>
          </p:cNvPr>
          <p:cNvSpPr>
            <a:spLocks noGrp="1"/>
          </p:cNvSpPr>
          <p:nvPr/>
        </p:nvSpPr>
        <p:spPr>
          <a:xfrm>
            <a:off x="1104900" y="2257425"/>
            <a:ext cx="455295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>
              <a:defRPr sz="900" b="1">
                <a:solidFill>
                  <a:srgbClr val="2563EB"/>
                </a:solidFill>
                <a:latin typeface="Yu Gothic"/>
                <a:ea typeface="Yu Gothic"/>
                <a:cs typeface="Yu Gothic"/>
              </a:defRPr>
            </a:pPr>
            <a:r>
              <a:rPr lang="en" altLang="ja-JP" sz="800" b="1" dirty="0">
                <a:solidFill>
                  <a:srgbClr val="3D746E"/>
                </a:solidFill>
                <a:latin typeface="Yu Gothic"/>
                <a:ea typeface="Yu Gothic"/>
                <a:cs typeface="Yu Gothic"/>
              </a:rPr>
              <a:t>Identity</a:t>
            </a:r>
          </a:p>
        </p:txBody>
      </p:sp>
      <p:sp>
        <p:nvSpPr>
          <p:cNvPr id="17" name="正方形/長方形 16">
            <a:extLst>
              <a:ext uri="{FF2B5EF4-FFF2-40B4-BE49-F238E27FC236}">
                <a16:creationId xmlns:a16="http://schemas.microsoft.com/office/drawing/2014/main" id="{9B7D187F-C00E-D0A1-10E4-43C34DA915A8}"/>
              </a:ext>
            </a:extLst>
          </p:cNvPr>
          <p:cNvSpPr>
            <a:spLocks noGrp="1"/>
          </p:cNvSpPr>
          <p:nvPr/>
        </p:nvSpPr>
        <p:spPr>
          <a:xfrm>
            <a:off x="1104900" y="2505075"/>
            <a:ext cx="455295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>
              <a:defRPr sz="1500" b="1">
                <a:solidFill>
                  <a:srgbClr val="1F2937"/>
                </a:solidFill>
                <a:latin typeface="Yu Gothic"/>
                <a:ea typeface="Yu Gothic"/>
                <a:cs typeface="Yu Gothic"/>
              </a:defRPr>
            </a:pPr>
            <a:r>
              <a:rPr lang="en-US" altLang="ja-JP" sz="1200" b="1" dirty="0">
                <a:solidFill>
                  <a:srgbClr val="1F2937"/>
                </a:solidFill>
                <a:latin typeface="Yu Gothic"/>
                <a:ea typeface="Yu Gothic"/>
                <a:cs typeface="Yu Gothic"/>
              </a:rPr>
              <a:t>Entra ID </a:t>
            </a:r>
            <a:r>
              <a:rPr lang="ja-JP" altLang="en-US" sz="1200" b="1">
                <a:solidFill>
                  <a:srgbClr val="1F2937"/>
                </a:solidFill>
                <a:latin typeface="Yu Gothic"/>
                <a:ea typeface="Yu Gothic"/>
                <a:cs typeface="Yu Gothic"/>
              </a:rPr>
              <a:t>において</a:t>
            </a:r>
            <a:r>
              <a:rPr lang="en-US" altLang="ja-JP" sz="1200" b="1" dirty="0">
                <a:solidFill>
                  <a:srgbClr val="1F2937"/>
                </a:solidFill>
                <a:latin typeface="Yu Gothic"/>
                <a:ea typeface="Yu Gothic"/>
                <a:cs typeface="Yu Gothic"/>
              </a:rPr>
              <a:t> </a:t>
            </a:r>
            <a:r>
              <a:rPr lang="ja-JP" altLang="en-US" sz="1200" b="1">
                <a:solidFill>
                  <a:srgbClr val="1F2937"/>
                </a:solidFill>
                <a:latin typeface="Yu Gothic"/>
                <a:ea typeface="Yu Gothic"/>
                <a:cs typeface="Yu Gothic"/>
              </a:rPr>
              <a:t>アプリケーションが利用する</a:t>
            </a:r>
            <a:r>
              <a:rPr lang="en-US" altLang="ja-JP" sz="1200" b="1" dirty="0">
                <a:solidFill>
                  <a:srgbClr val="1F2937"/>
                </a:solidFill>
                <a:latin typeface="Yu Gothic"/>
                <a:ea typeface="Yu Gothic"/>
                <a:cs typeface="Yu Gothic"/>
              </a:rPr>
              <a:t> </a:t>
            </a:r>
            <a:r>
              <a:rPr lang="en" altLang="ja-JP" sz="1200" b="1" dirty="0">
                <a:solidFill>
                  <a:srgbClr val="1F2937"/>
                </a:solidFill>
                <a:latin typeface="Yu Gothic"/>
                <a:ea typeface="Yu Gothic"/>
                <a:cs typeface="Yu Gothic"/>
              </a:rPr>
              <a:t>ID</a:t>
            </a:r>
          </a:p>
        </p:txBody>
      </p:sp>
      <p:sp>
        <p:nvSpPr>
          <p:cNvPr id="18" name="正方形/長方形 17">
            <a:extLst>
              <a:ext uri="{FF2B5EF4-FFF2-40B4-BE49-F238E27FC236}">
                <a16:creationId xmlns:a16="http://schemas.microsoft.com/office/drawing/2014/main" id="{80A8C255-98DC-172A-1656-4CC0171BC0B0}"/>
              </a:ext>
            </a:extLst>
          </p:cNvPr>
          <p:cNvSpPr>
            <a:spLocks noGrp="1"/>
          </p:cNvSpPr>
          <p:nvPr/>
        </p:nvSpPr>
        <p:spPr>
          <a:xfrm>
            <a:off x="1104900" y="2895600"/>
            <a:ext cx="4552950" cy="4000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>
              <a:defRPr sz="1125" b="0">
                <a:solidFill>
                  <a:srgbClr val="1F2937"/>
                </a:solidFill>
                <a:latin typeface="Yu Gothic"/>
                <a:ea typeface="Yu Gothic"/>
                <a:cs typeface="Yu Gothic"/>
              </a:defRPr>
            </a:pPr>
            <a:r>
              <a:rPr lang="en" altLang="ja-JP" sz="900" dirty="0">
                <a:solidFill>
                  <a:srgbClr val="1F2937"/>
                </a:solidFill>
                <a:latin typeface="Yu Gothic"/>
                <a:ea typeface="Yu Gothic"/>
                <a:cs typeface="Yu Gothic"/>
              </a:rPr>
              <a:t>workflow </a:t>
            </a:r>
            <a:r>
              <a:rPr lang="ja-JP" altLang="en-US" sz="900">
                <a:solidFill>
                  <a:srgbClr val="1F2937"/>
                </a:solidFill>
                <a:latin typeface="Yu Gothic"/>
                <a:ea typeface="Yu Gothic"/>
                <a:cs typeface="Yu Gothic"/>
              </a:rPr>
              <a:t>が </a:t>
            </a:r>
            <a:r>
              <a:rPr lang="en" altLang="ja-JP" sz="900" dirty="0">
                <a:solidFill>
                  <a:srgbClr val="1F2937"/>
                </a:solidFill>
                <a:latin typeface="Yu Gothic"/>
                <a:ea typeface="Yu Gothic"/>
                <a:cs typeface="Yu Gothic"/>
              </a:rPr>
              <a:t>Azure </a:t>
            </a:r>
            <a:r>
              <a:rPr lang="ja-JP" altLang="en-US" sz="900">
                <a:solidFill>
                  <a:srgbClr val="1F2937"/>
                </a:solidFill>
                <a:latin typeface="Yu Gothic"/>
                <a:ea typeface="Yu Gothic"/>
                <a:cs typeface="Yu Gothic"/>
              </a:rPr>
              <a:t>にログインするための </a:t>
            </a:r>
            <a:r>
              <a:rPr lang="en" altLang="ja-JP" sz="900" dirty="0">
                <a:solidFill>
                  <a:srgbClr val="1F2937"/>
                </a:solidFill>
                <a:latin typeface="Yu Gothic"/>
                <a:ea typeface="Yu Gothic"/>
                <a:cs typeface="Yu Gothic"/>
              </a:rPr>
              <a:t>ID </a:t>
            </a:r>
            <a:r>
              <a:rPr lang="ja-JP" altLang="en-US" sz="900">
                <a:solidFill>
                  <a:srgbClr val="1F2937"/>
                </a:solidFill>
                <a:latin typeface="Yu Gothic"/>
                <a:ea typeface="Yu Gothic"/>
                <a:cs typeface="Yu Gothic"/>
              </a:rPr>
              <a:t>です。</a:t>
            </a:r>
            <a:endParaRPr lang="en-US" altLang="ja-JP" sz="900" dirty="0">
              <a:solidFill>
                <a:srgbClr val="1F2937"/>
              </a:solidFill>
              <a:latin typeface="Yu Gothic"/>
              <a:ea typeface="Yu Gothic"/>
              <a:cs typeface="Yu Gothic"/>
            </a:endParaRPr>
          </a:p>
          <a:p>
            <a:pPr>
              <a:defRPr sz="1125" b="0">
                <a:solidFill>
                  <a:srgbClr val="1F2937"/>
                </a:solidFill>
                <a:latin typeface="Yu Gothic"/>
                <a:ea typeface="Yu Gothic"/>
                <a:cs typeface="Yu Gothic"/>
              </a:defRPr>
            </a:pPr>
            <a:r>
              <a:rPr lang="en-US" altLang="ja-JP" sz="900" dirty="0">
                <a:solidFill>
                  <a:srgbClr val="1F2937"/>
                </a:solidFill>
                <a:latin typeface="Yu Gothic"/>
                <a:ea typeface="Yu Gothic"/>
                <a:cs typeface="Yu Gothic"/>
              </a:rPr>
              <a:t>* </a:t>
            </a:r>
            <a:r>
              <a:rPr lang="ja-JP" altLang="en-US" sz="900">
                <a:solidFill>
                  <a:srgbClr val="1F2937"/>
                </a:solidFill>
                <a:latin typeface="Yu Gothic"/>
                <a:ea typeface="Yu Gothic"/>
                <a:cs typeface="Yu Gothic"/>
              </a:rPr>
              <a:t>人が利用する</a:t>
            </a:r>
            <a:r>
              <a:rPr lang="en-US" altLang="ja-JP" sz="900" dirty="0">
                <a:solidFill>
                  <a:srgbClr val="1F2937"/>
                </a:solidFill>
                <a:latin typeface="Yu Gothic"/>
                <a:ea typeface="Yu Gothic"/>
                <a:cs typeface="Yu Gothic"/>
              </a:rPr>
              <a:t> ID </a:t>
            </a:r>
            <a:r>
              <a:rPr lang="ja-JP" altLang="en-US" sz="900">
                <a:solidFill>
                  <a:srgbClr val="1F2937"/>
                </a:solidFill>
                <a:latin typeface="Yu Gothic"/>
                <a:ea typeface="Yu Gothic"/>
                <a:cs typeface="Yu Gothic"/>
              </a:rPr>
              <a:t>はユーザープリンシパル</a:t>
            </a:r>
            <a:endParaRPr lang="ja-JP" altLang="en-US" sz="900" dirty="0">
              <a:solidFill>
                <a:srgbClr val="1F2937"/>
              </a:solidFill>
              <a:latin typeface="Yu Gothic"/>
              <a:ea typeface="Yu Gothic"/>
              <a:cs typeface="Yu Gothic"/>
            </a:endParaRPr>
          </a:p>
        </p:txBody>
      </p:sp>
      <p:sp>
        <p:nvSpPr>
          <p:cNvPr id="19" name="正方形/長方形 18">
            <a:extLst>
              <a:ext uri="{FF2B5EF4-FFF2-40B4-BE49-F238E27FC236}">
                <a16:creationId xmlns:a16="http://schemas.microsoft.com/office/drawing/2014/main" id="{BACA22C6-95D5-7E31-F31C-F97327451162}"/>
              </a:ext>
            </a:extLst>
          </p:cNvPr>
          <p:cNvSpPr>
            <a:spLocks noGrp="1"/>
          </p:cNvSpPr>
          <p:nvPr/>
        </p:nvSpPr>
        <p:spPr>
          <a:xfrm>
            <a:off x="6115050" y="2114550"/>
            <a:ext cx="4953000" cy="1295400"/>
          </a:xfrm>
          <a:prstGeom prst="rect">
            <a:avLst/>
          </a:prstGeom>
          <a:solidFill>
            <a:srgbClr val="FFFFFF"/>
          </a:solidFill>
          <a:ln w="9525">
            <a:solidFill>
              <a:srgbClr val="D0D5DD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21" name="正方形/長方形 20">
            <a:extLst>
              <a:ext uri="{FF2B5EF4-FFF2-40B4-BE49-F238E27FC236}">
                <a16:creationId xmlns:a16="http://schemas.microsoft.com/office/drawing/2014/main" id="{08131E15-FC78-02E6-7C35-A21434775CCF}"/>
              </a:ext>
            </a:extLst>
          </p:cNvPr>
          <p:cNvSpPr>
            <a:spLocks noGrp="1"/>
          </p:cNvSpPr>
          <p:nvPr/>
        </p:nvSpPr>
        <p:spPr>
          <a:xfrm>
            <a:off x="6115050" y="2114550"/>
            <a:ext cx="76200" cy="1295400"/>
          </a:xfrm>
          <a:prstGeom prst="rect">
            <a:avLst/>
          </a:prstGeom>
          <a:solidFill>
            <a:srgbClr val="70AD47"/>
          </a:solidFill>
          <a:ln w="0">
            <a:solidFill>
              <a:srgbClr val="70AD47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23" name="正方形/長方形 22">
            <a:extLst>
              <a:ext uri="{FF2B5EF4-FFF2-40B4-BE49-F238E27FC236}">
                <a16:creationId xmlns:a16="http://schemas.microsoft.com/office/drawing/2014/main" id="{2C6E0D62-34E2-F4B9-8A70-5F5E70E8174D}"/>
              </a:ext>
            </a:extLst>
          </p:cNvPr>
          <p:cNvSpPr>
            <a:spLocks noGrp="1"/>
          </p:cNvSpPr>
          <p:nvPr/>
        </p:nvSpPr>
        <p:spPr>
          <a:xfrm>
            <a:off x="6324600" y="2257425"/>
            <a:ext cx="455295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>
              <a:defRPr sz="900" b="1">
                <a:solidFill>
                  <a:srgbClr val="0F766E"/>
                </a:solidFill>
                <a:latin typeface="Yu Gothic"/>
                <a:ea typeface="Yu Gothic"/>
                <a:cs typeface="Yu Gothic"/>
              </a:defRPr>
            </a:pPr>
            <a:r>
              <a:rPr lang="en" altLang="ja-JP" sz="800" b="1" dirty="0">
                <a:solidFill>
                  <a:srgbClr val="70AD47"/>
                </a:solidFill>
                <a:latin typeface="Yu Gothic"/>
                <a:ea typeface="Yu Gothic"/>
                <a:cs typeface="Yu Gothic"/>
              </a:rPr>
              <a:t>Scope</a:t>
            </a:r>
          </a:p>
        </p:txBody>
      </p:sp>
      <p:sp>
        <p:nvSpPr>
          <p:cNvPr id="27" name="正方形/長方形 26">
            <a:extLst>
              <a:ext uri="{FF2B5EF4-FFF2-40B4-BE49-F238E27FC236}">
                <a16:creationId xmlns:a16="http://schemas.microsoft.com/office/drawing/2014/main" id="{B7346CEF-8633-0C25-6710-AAB9E66C11DC}"/>
              </a:ext>
            </a:extLst>
          </p:cNvPr>
          <p:cNvSpPr>
            <a:spLocks noGrp="1"/>
          </p:cNvSpPr>
          <p:nvPr/>
        </p:nvSpPr>
        <p:spPr>
          <a:xfrm>
            <a:off x="6324600" y="2505075"/>
            <a:ext cx="455295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>
              <a:defRPr sz="1500" b="1">
                <a:solidFill>
                  <a:srgbClr val="1F2937"/>
                </a:solidFill>
                <a:latin typeface="Yu Gothic"/>
                <a:ea typeface="Yu Gothic"/>
                <a:cs typeface="Yu Gothic"/>
              </a:defRPr>
            </a:pPr>
            <a:r>
              <a:rPr lang="ja-JP" altLang="en-US" sz="1200" b="1">
                <a:solidFill>
                  <a:srgbClr val="1F2937"/>
                </a:solidFill>
                <a:latin typeface="Yu Gothic"/>
                <a:ea typeface="Yu Gothic"/>
                <a:cs typeface="Yu Gothic"/>
              </a:rPr>
              <a:t>操作範囲</a:t>
            </a:r>
            <a:endParaRPr lang="ja-JP" altLang="en-US" sz="1200" b="1" dirty="0">
              <a:solidFill>
                <a:srgbClr val="1F2937"/>
              </a:solidFill>
              <a:latin typeface="Yu Gothic"/>
              <a:ea typeface="Yu Gothic"/>
              <a:cs typeface="Yu Gothic"/>
            </a:endParaRPr>
          </a:p>
        </p:txBody>
      </p:sp>
      <p:sp>
        <p:nvSpPr>
          <p:cNvPr id="28" name="正方形/長方形 27">
            <a:extLst>
              <a:ext uri="{FF2B5EF4-FFF2-40B4-BE49-F238E27FC236}">
                <a16:creationId xmlns:a16="http://schemas.microsoft.com/office/drawing/2014/main" id="{4C3C6B05-F381-16FA-9F6C-CC9C2AA7CB74}"/>
              </a:ext>
            </a:extLst>
          </p:cNvPr>
          <p:cNvSpPr>
            <a:spLocks noGrp="1"/>
          </p:cNvSpPr>
          <p:nvPr/>
        </p:nvSpPr>
        <p:spPr>
          <a:xfrm>
            <a:off x="6324600" y="2838450"/>
            <a:ext cx="4552950" cy="4000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>
              <a:defRPr sz="1125" b="0">
                <a:solidFill>
                  <a:srgbClr val="1F2937"/>
                </a:solidFill>
                <a:latin typeface="Yu Gothic"/>
                <a:ea typeface="Yu Gothic"/>
                <a:cs typeface="Yu Gothic"/>
              </a:defRPr>
            </a:pPr>
            <a:r>
              <a:rPr lang="ja-JP" altLang="en-US" sz="900">
                <a:solidFill>
                  <a:srgbClr val="1F2937"/>
                </a:solidFill>
                <a:latin typeface="Yu Gothic"/>
                <a:ea typeface="Yu Gothic"/>
                <a:cs typeface="Yu Gothic"/>
              </a:rPr>
              <a:t>ユーザープリンシパルと同様にロールを与えるスコープを限定して設定します。</a:t>
            </a:r>
            <a:endParaRPr lang="en-US" altLang="ja-JP" sz="900" dirty="0">
              <a:solidFill>
                <a:srgbClr val="1F2937"/>
              </a:solidFill>
              <a:latin typeface="Yu Gothic"/>
              <a:ea typeface="Yu Gothic"/>
              <a:cs typeface="Yu Gothic"/>
            </a:endParaRPr>
          </a:p>
          <a:p>
            <a:pPr>
              <a:defRPr sz="1125" b="0">
                <a:solidFill>
                  <a:srgbClr val="1F2937"/>
                </a:solidFill>
                <a:latin typeface="Yu Gothic"/>
                <a:ea typeface="Yu Gothic"/>
                <a:cs typeface="Yu Gothic"/>
              </a:defRPr>
            </a:pPr>
            <a:r>
              <a:rPr lang="ja-JP" altLang="en-US" sz="900">
                <a:solidFill>
                  <a:srgbClr val="1F2937"/>
                </a:solidFill>
                <a:latin typeface="Yu Gothic"/>
                <a:ea typeface="Yu Gothic"/>
                <a:cs typeface="Yu Gothic"/>
              </a:rPr>
              <a:t>原則として第</a:t>
            </a:r>
            <a:r>
              <a:rPr lang="en-US" altLang="ja-JP" sz="900" dirty="0">
                <a:solidFill>
                  <a:srgbClr val="1F2937"/>
                </a:solidFill>
                <a:latin typeface="Yu Gothic"/>
                <a:ea typeface="Yu Gothic"/>
                <a:cs typeface="Yu Gothic"/>
              </a:rPr>
              <a:t>5</a:t>
            </a:r>
            <a:r>
              <a:rPr lang="ja-JP" altLang="en-US" sz="900">
                <a:solidFill>
                  <a:srgbClr val="1F2937"/>
                </a:solidFill>
                <a:latin typeface="Yu Gothic"/>
                <a:ea typeface="Yu Gothic"/>
                <a:cs typeface="Yu Gothic"/>
              </a:rPr>
              <a:t>回のリソースグループをスコープにします。</a:t>
            </a:r>
            <a:endParaRPr lang="ja-JP" altLang="en-US" sz="900" dirty="0">
              <a:solidFill>
                <a:srgbClr val="1F2937"/>
              </a:solidFill>
              <a:latin typeface="Yu Gothic"/>
              <a:ea typeface="Yu Gothic"/>
              <a:cs typeface="Yu Gothic"/>
            </a:endParaRPr>
          </a:p>
        </p:txBody>
      </p:sp>
      <p:sp>
        <p:nvSpPr>
          <p:cNvPr id="32" name="正方形/長方形 31">
            <a:extLst>
              <a:ext uri="{FF2B5EF4-FFF2-40B4-BE49-F238E27FC236}">
                <a16:creationId xmlns:a16="http://schemas.microsoft.com/office/drawing/2014/main" id="{1CAE3989-C75E-5859-715F-FC1F2963D0A6}"/>
              </a:ext>
            </a:extLst>
          </p:cNvPr>
          <p:cNvSpPr>
            <a:spLocks noGrp="1"/>
          </p:cNvSpPr>
          <p:nvPr/>
        </p:nvSpPr>
        <p:spPr>
          <a:xfrm>
            <a:off x="895350" y="3714750"/>
            <a:ext cx="4953000" cy="1295400"/>
          </a:xfrm>
          <a:prstGeom prst="rect">
            <a:avLst/>
          </a:prstGeom>
          <a:solidFill>
            <a:srgbClr val="FFFFFF"/>
          </a:solidFill>
          <a:ln w="9525">
            <a:solidFill>
              <a:srgbClr val="D0D5DD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37" name="正方形/長方形 36">
            <a:extLst>
              <a:ext uri="{FF2B5EF4-FFF2-40B4-BE49-F238E27FC236}">
                <a16:creationId xmlns:a16="http://schemas.microsoft.com/office/drawing/2014/main" id="{4E5E0A96-6A3A-4644-4402-41A189B4393F}"/>
              </a:ext>
            </a:extLst>
          </p:cNvPr>
          <p:cNvSpPr>
            <a:spLocks noGrp="1"/>
          </p:cNvSpPr>
          <p:nvPr/>
        </p:nvSpPr>
        <p:spPr>
          <a:xfrm>
            <a:off x="895350" y="3714750"/>
            <a:ext cx="76200" cy="1295400"/>
          </a:xfrm>
          <a:prstGeom prst="rect">
            <a:avLst/>
          </a:prstGeom>
          <a:solidFill>
            <a:srgbClr val="ED7D31"/>
          </a:solidFill>
          <a:ln w="0">
            <a:solidFill>
              <a:srgbClr val="ED7D31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38" name="正方形/長方形 37">
            <a:extLst>
              <a:ext uri="{FF2B5EF4-FFF2-40B4-BE49-F238E27FC236}">
                <a16:creationId xmlns:a16="http://schemas.microsoft.com/office/drawing/2014/main" id="{0D019F03-7988-8C64-43A4-5B37829D64FB}"/>
              </a:ext>
            </a:extLst>
          </p:cNvPr>
          <p:cNvSpPr>
            <a:spLocks noGrp="1"/>
          </p:cNvSpPr>
          <p:nvPr/>
        </p:nvSpPr>
        <p:spPr>
          <a:xfrm>
            <a:off x="1104900" y="3857625"/>
            <a:ext cx="455295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>
              <a:defRPr sz="900" b="1">
                <a:solidFill>
                  <a:srgbClr val="EA580C"/>
                </a:solidFill>
                <a:latin typeface="Yu Gothic"/>
                <a:ea typeface="Yu Gothic"/>
                <a:cs typeface="Yu Gothic"/>
              </a:defRPr>
            </a:pPr>
            <a:r>
              <a:rPr lang="en" altLang="ja-JP" sz="800" b="1" dirty="0">
                <a:solidFill>
                  <a:srgbClr val="EA580C"/>
                </a:solidFill>
                <a:latin typeface="Yu Gothic"/>
                <a:ea typeface="Yu Gothic"/>
                <a:cs typeface="Yu Gothic"/>
              </a:rPr>
              <a:t>Role</a:t>
            </a:r>
          </a:p>
        </p:txBody>
      </p:sp>
      <p:sp>
        <p:nvSpPr>
          <p:cNvPr id="39" name="正方形/長方形 38">
            <a:extLst>
              <a:ext uri="{FF2B5EF4-FFF2-40B4-BE49-F238E27FC236}">
                <a16:creationId xmlns:a16="http://schemas.microsoft.com/office/drawing/2014/main" id="{9035D745-8F1B-A98E-7AA5-10892C40D0B2}"/>
              </a:ext>
            </a:extLst>
          </p:cNvPr>
          <p:cNvSpPr>
            <a:spLocks noGrp="1"/>
          </p:cNvSpPr>
          <p:nvPr/>
        </p:nvSpPr>
        <p:spPr>
          <a:xfrm>
            <a:off x="1104900" y="4105275"/>
            <a:ext cx="455295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>
              <a:defRPr sz="1500" b="1">
                <a:solidFill>
                  <a:srgbClr val="1F2937"/>
                </a:solidFill>
                <a:latin typeface="Yu Gothic"/>
                <a:ea typeface="Yu Gothic"/>
                <a:cs typeface="Yu Gothic"/>
              </a:defRPr>
            </a:pPr>
            <a:r>
              <a:rPr lang="ja-JP" altLang="en-US" sz="1200" b="1">
                <a:solidFill>
                  <a:srgbClr val="1F2937"/>
                </a:solidFill>
                <a:latin typeface="Yu Gothic"/>
                <a:ea typeface="Yu Gothic"/>
                <a:cs typeface="Yu Gothic"/>
              </a:rPr>
              <a:t>ロール付与</a:t>
            </a:r>
            <a:endParaRPr lang="ja-JP" altLang="en-US" sz="1200" b="1" dirty="0">
              <a:solidFill>
                <a:srgbClr val="1F2937"/>
              </a:solidFill>
              <a:latin typeface="Yu Gothic"/>
              <a:ea typeface="Yu Gothic"/>
              <a:cs typeface="Yu Gothic"/>
            </a:endParaRPr>
          </a:p>
        </p:txBody>
      </p:sp>
      <p:sp>
        <p:nvSpPr>
          <p:cNvPr id="40" name="正方形/長方形 39">
            <a:extLst>
              <a:ext uri="{FF2B5EF4-FFF2-40B4-BE49-F238E27FC236}">
                <a16:creationId xmlns:a16="http://schemas.microsoft.com/office/drawing/2014/main" id="{3363D688-1217-F0F8-9A57-0C36A22FF7E9}"/>
              </a:ext>
            </a:extLst>
          </p:cNvPr>
          <p:cNvSpPr>
            <a:spLocks noGrp="1"/>
          </p:cNvSpPr>
          <p:nvPr/>
        </p:nvSpPr>
        <p:spPr>
          <a:xfrm>
            <a:off x="1104900" y="4429125"/>
            <a:ext cx="4552950" cy="4000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>
              <a:defRPr sz="1125" b="0">
                <a:solidFill>
                  <a:srgbClr val="1F2937"/>
                </a:solidFill>
                <a:latin typeface="Yu Gothic"/>
                <a:ea typeface="Yu Gothic"/>
                <a:cs typeface="Yu Gothic"/>
              </a:defRPr>
            </a:pPr>
            <a:r>
              <a:rPr lang="ja-JP" altLang="en-US" sz="900">
                <a:solidFill>
                  <a:srgbClr val="1F2937"/>
                </a:solidFill>
                <a:latin typeface="Yu Gothic"/>
                <a:ea typeface="Yu Gothic"/>
                <a:cs typeface="Yu Gothic"/>
              </a:rPr>
              <a:t>サービスプリンシパルは付与されたロールの範囲内の</a:t>
            </a:r>
            <a:r>
              <a:rPr lang="en-US" altLang="ja-JP" sz="900" dirty="0">
                <a:solidFill>
                  <a:srgbClr val="1F2937"/>
                </a:solidFill>
                <a:latin typeface="Yu Gothic"/>
                <a:ea typeface="Yu Gothic"/>
                <a:cs typeface="Yu Gothic"/>
              </a:rPr>
              <a:t> Azure </a:t>
            </a:r>
            <a:r>
              <a:rPr lang="ja-JP" altLang="en-US" sz="900">
                <a:solidFill>
                  <a:srgbClr val="1F2937"/>
                </a:solidFill>
                <a:latin typeface="Yu Gothic"/>
                <a:ea typeface="Yu Gothic"/>
                <a:cs typeface="Yu Gothic"/>
              </a:rPr>
              <a:t>の操作が可能です。</a:t>
            </a:r>
            <a:endParaRPr lang="en-US" altLang="ja-JP" sz="900" dirty="0">
              <a:solidFill>
                <a:srgbClr val="1F2937"/>
              </a:solidFill>
              <a:latin typeface="Yu Gothic"/>
              <a:ea typeface="Yu Gothic"/>
              <a:cs typeface="Yu Gothic"/>
            </a:endParaRPr>
          </a:p>
          <a:p>
            <a:pPr>
              <a:defRPr sz="1125" b="0">
                <a:solidFill>
                  <a:srgbClr val="1F2937"/>
                </a:solidFill>
                <a:latin typeface="Yu Gothic"/>
                <a:ea typeface="Yu Gothic"/>
                <a:cs typeface="Yu Gothic"/>
              </a:defRPr>
            </a:pPr>
            <a:r>
              <a:rPr lang="ja-JP" altLang="en-US" sz="900">
                <a:solidFill>
                  <a:srgbClr val="1F2937"/>
                </a:solidFill>
                <a:latin typeface="Yu Gothic"/>
                <a:ea typeface="Yu Gothic"/>
                <a:cs typeface="Yu Gothic"/>
              </a:rPr>
              <a:t>つまり、ユーザープリンシパル、サービスプリンシパルは区別なく同様に権限管理が可能です。</a:t>
            </a:r>
            <a:endParaRPr lang="ja-JP" altLang="en-US" sz="900" dirty="0">
              <a:solidFill>
                <a:srgbClr val="1F2937"/>
              </a:solidFill>
              <a:latin typeface="Yu Gothic"/>
              <a:ea typeface="Yu Gothic"/>
              <a:cs typeface="Yu Gothic"/>
            </a:endParaRPr>
          </a:p>
        </p:txBody>
      </p:sp>
      <p:sp>
        <p:nvSpPr>
          <p:cNvPr id="3" name="正方形/長方形 2">
            <a:extLst>
              <a:ext uri="{FF2B5EF4-FFF2-40B4-BE49-F238E27FC236}">
                <a16:creationId xmlns:a16="http://schemas.microsoft.com/office/drawing/2014/main" id="{879B5BFC-1728-B4C6-93D0-74BFAD02E979}"/>
              </a:ext>
            </a:extLst>
          </p:cNvPr>
          <p:cNvSpPr>
            <a:spLocks noGrp="1"/>
          </p:cNvSpPr>
          <p:nvPr/>
        </p:nvSpPr>
        <p:spPr>
          <a:xfrm>
            <a:off x="6115050" y="3714750"/>
            <a:ext cx="4953000" cy="1295400"/>
          </a:xfrm>
          <a:prstGeom prst="rect">
            <a:avLst/>
          </a:prstGeom>
          <a:solidFill>
            <a:srgbClr val="FFFFFF"/>
          </a:solidFill>
          <a:ln w="9525">
            <a:solidFill>
              <a:srgbClr val="D0D5DD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8" name="正方形/長方形 7">
            <a:extLst>
              <a:ext uri="{FF2B5EF4-FFF2-40B4-BE49-F238E27FC236}">
                <a16:creationId xmlns:a16="http://schemas.microsoft.com/office/drawing/2014/main" id="{D28D54E3-488F-0A6A-01EB-7EBFE36F1B22}"/>
              </a:ext>
            </a:extLst>
          </p:cNvPr>
          <p:cNvSpPr>
            <a:spLocks noGrp="1"/>
          </p:cNvSpPr>
          <p:nvPr/>
        </p:nvSpPr>
        <p:spPr>
          <a:xfrm>
            <a:off x="6115050" y="3714750"/>
            <a:ext cx="76200" cy="1295400"/>
          </a:xfrm>
          <a:prstGeom prst="rect">
            <a:avLst/>
          </a:prstGeom>
          <a:solidFill>
            <a:srgbClr val="4472C4"/>
          </a:solidFill>
          <a:ln w="0">
            <a:solidFill>
              <a:srgbClr val="4472C4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0" name="正方形/長方形 9">
            <a:extLst>
              <a:ext uri="{FF2B5EF4-FFF2-40B4-BE49-F238E27FC236}">
                <a16:creationId xmlns:a16="http://schemas.microsoft.com/office/drawing/2014/main" id="{607CB401-25CA-B5EB-BCAE-A73E623ECA96}"/>
              </a:ext>
            </a:extLst>
          </p:cNvPr>
          <p:cNvSpPr>
            <a:spLocks noGrp="1"/>
          </p:cNvSpPr>
          <p:nvPr/>
        </p:nvSpPr>
        <p:spPr>
          <a:xfrm>
            <a:off x="6324600" y="3857625"/>
            <a:ext cx="455295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>
              <a:defRPr sz="900" b="1">
                <a:solidFill>
                  <a:srgbClr val="BE185D"/>
                </a:solidFill>
                <a:latin typeface="Yu Gothic"/>
                <a:ea typeface="Yu Gothic"/>
                <a:cs typeface="Yu Gothic"/>
              </a:defRPr>
            </a:pPr>
            <a:r>
              <a:rPr lang="en" altLang="ja-JP" sz="800" b="1" dirty="0">
                <a:solidFill>
                  <a:srgbClr val="4472C4"/>
                </a:solidFill>
                <a:latin typeface="Yu Gothic"/>
                <a:ea typeface="Yu Gothic"/>
                <a:cs typeface="Yu Gothic"/>
              </a:rPr>
              <a:t>Secret</a:t>
            </a:r>
          </a:p>
        </p:txBody>
      </p:sp>
      <p:sp>
        <p:nvSpPr>
          <p:cNvPr id="11" name="正方形/長方形 10">
            <a:extLst>
              <a:ext uri="{FF2B5EF4-FFF2-40B4-BE49-F238E27FC236}">
                <a16:creationId xmlns:a16="http://schemas.microsoft.com/office/drawing/2014/main" id="{9DACB5E9-9BAE-4C20-1D6E-B60AC45EFE0F}"/>
              </a:ext>
            </a:extLst>
          </p:cNvPr>
          <p:cNvSpPr>
            <a:spLocks noGrp="1"/>
          </p:cNvSpPr>
          <p:nvPr/>
        </p:nvSpPr>
        <p:spPr>
          <a:xfrm>
            <a:off x="6324600" y="4105275"/>
            <a:ext cx="455295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>
              <a:defRPr sz="1500" b="1">
                <a:solidFill>
                  <a:srgbClr val="1F2937"/>
                </a:solidFill>
                <a:latin typeface="Yu Gothic"/>
                <a:ea typeface="Yu Gothic"/>
                <a:cs typeface="Yu Gothic"/>
              </a:defRPr>
            </a:pPr>
            <a:r>
              <a:rPr lang="en" altLang="ja-JP" sz="1200" b="1" dirty="0">
                <a:solidFill>
                  <a:srgbClr val="1F2937"/>
                </a:solidFill>
                <a:latin typeface="Yu Gothic"/>
                <a:ea typeface="Yu Gothic"/>
                <a:cs typeface="Yu Gothic"/>
              </a:rPr>
              <a:t>JSON </a:t>
            </a:r>
            <a:r>
              <a:rPr lang="ja-JP" altLang="en-US" sz="1200" b="1">
                <a:solidFill>
                  <a:srgbClr val="1F2937"/>
                </a:solidFill>
                <a:latin typeface="Yu Gothic"/>
                <a:ea typeface="Yu Gothic"/>
                <a:cs typeface="Yu Gothic"/>
              </a:rPr>
              <a:t>を登録</a:t>
            </a:r>
            <a:endParaRPr lang="ja-JP" altLang="en-US" sz="1200" b="1" dirty="0">
              <a:solidFill>
                <a:srgbClr val="1F2937"/>
              </a:solidFill>
              <a:latin typeface="Yu Gothic"/>
              <a:ea typeface="Yu Gothic"/>
              <a:cs typeface="Yu Gothic"/>
            </a:endParaRPr>
          </a:p>
        </p:txBody>
      </p:sp>
      <p:sp>
        <p:nvSpPr>
          <p:cNvPr id="12" name="正方形/長方形 11">
            <a:extLst>
              <a:ext uri="{FF2B5EF4-FFF2-40B4-BE49-F238E27FC236}">
                <a16:creationId xmlns:a16="http://schemas.microsoft.com/office/drawing/2014/main" id="{22D48884-8A9C-E328-0A75-C5AE8425DFEB}"/>
              </a:ext>
            </a:extLst>
          </p:cNvPr>
          <p:cNvSpPr>
            <a:spLocks noGrp="1"/>
          </p:cNvSpPr>
          <p:nvPr/>
        </p:nvSpPr>
        <p:spPr>
          <a:xfrm>
            <a:off x="6324600" y="4429125"/>
            <a:ext cx="4552950" cy="4000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>
              <a:defRPr sz="1125" b="0">
                <a:solidFill>
                  <a:srgbClr val="1F2937"/>
                </a:solidFill>
                <a:latin typeface="Yu Gothic"/>
                <a:ea typeface="Yu Gothic"/>
                <a:cs typeface="Yu Gothic"/>
              </a:defRPr>
            </a:pPr>
            <a:r>
              <a:rPr lang="ja-JP" altLang="en-US" sz="900">
                <a:solidFill>
                  <a:srgbClr val="1F2937"/>
                </a:solidFill>
                <a:latin typeface="Yu Gothic"/>
                <a:ea typeface="Yu Gothic"/>
                <a:cs typeface="Yu Gothic"/>
              </a:rPr>
              <a:t>サービスプリンシパルを作成したときに、パスワードを含む</a:t>
            </a:r>
            <a:r>
              <a:rPr lang="en-US" altLang="ja-JP" sz="900" dirty="0">
                <a:solidFill>
                  <a:srgbClr val="1F2937"/>
                </a:solidFill>
                <a:latin typeface="Yu Gothic"/>
                <a:ea typeface="Yu Gothic"/>
                <a:cs typeface="Yu Gothic"/>
              </a:rPr>
              <a:t> JSON </a:t>
            </a:r>
            <a:r>
              <a:rPr lang="ja-JP" altLang="en-US" sz="900">
                <a:solidFill>
                  <a:srgbClr val="1F2937"/>
                </a:solidFill>
                <a:latin typeface="Yu Gothic"/>
                <a:ea typeface="Yu Gothic"/>
                <a:cs typeface="Yu Gothic"/>
              </a:rPr>
              <a:t>が出力されます。</a:t>
            </a:r>
            <a:endParaRPr lang="en-US" altLang="ja-JP" sz="900" dirty="0">
              <a:solidFill>
                <a:srgbClr val="1F2937"/>
              </a:solidFill>
              <a:latin typeface="Yu Gothic"/>
              <a:ea typeface="Yu Gothic"/>
              <a:cs typeface="Yu Gothic"/>
            </a:endParaRPr>
          </a:p>
          <a:p>
            <a:pPr>
              <a:defRPr sz="1125" b="0">
                <a:solidFill>
                  <a:srgbClr val="1F2937"/>
                </a:solidFill>
                <a:latin typeface="Yu Gothic"/>
                <a:ea typeface="Yu Gothic"/>
                <a:cs typeface="Yu Gothic"/>
              </a:defRPr>
            </a:pPr>
            <a:r>
              <a:rPr lang="ja-JP" altLang="en-US" sz="900">
                <a:solidFill>
                  <a:srgbClr val="1F2937"/>
                </a:solidFill>
                <a:latin typeface="Yu Gothic"/>
                <a:ea typeface="Yu Gothic"/>
                <a:cs typeface="Yu Gothic"/>
              </a:rPr>
              <a:t>取得した </a:t>
            </a:r>
            <a:r>
              <a:rPr lang="en" altLang="ja-JP" sz="900" dirty="0">
                <a:solidFill>
                  <a:srgbClr val="1F2937"/>
                </a:solidFill>
                <a:latin typeface="Yu Gothic"/>
                <a:ea typeface="Yu Gothic"/>
                <a:cs typeface="Yu Gothic"/>
              </a:rPr>
              <a:t>JSON </a:t>
            </a:r>
            <a:r>
              <a:rPr lang="ja-JP" altLang="en-US" sz="900">
                <a:solidFill>
                  <a:srgbClr val="1F2937"/>
                </a:solidFill>
                <a:latin typeface="Yu Gothic"/>
                <a:ea typeface="Yu Gothic"/>
                <a:cs typeface="Yu Gothic"/>
              </a:rPr>
              <a:t>は </a:t>
            </a:r>
            <a:r>
              <a:rPr lang="en" altLang="ja-JP" sz="900" dirty="0">
                <a:solidFill>
                  <a:srgbClr val="1F2937"/>
                </a:solidFill>
                <a:latin typeface="Yu Gothic"/>
                <a:ea typeface="Yu Gothic"/>
                <a:cs typeface="Yu Gothic"/>
              </a:rPr>
              <a:t>GitHub Secret </a:t>
            </a:r>
            <a:r>
              <a:rPr lang="ja-JP" altLang="en-US" sz="900">
                <a:solidFill>
                  <a:srgbClr val="1F2937"/>
                </a:solidFill>
                <a:latin typeface="Yu Gothic"/>
                <a:ea typeface="Yu Gothic"/>
                <a:cs typeface="Yu Gothic"/>
              </a:rPr>
              <a:t>に入れ、適切に管理します。</a:t>
            </a:r>
            <a:endParaRPr lang="ja-JP" altLang="en-US" sz="900" dirty="0">
              <a:solidFill>
                <a:srgbClr val="1F2937"/>
              </a:solidFill>
              <a:latin typeface="Yu Gothic"/>
              <a:ea typeface="Yu Gothic"/>
              <a:cs typeface="Yu Gothic"/>
            </a:endParaRPr>
          </a:p>
        </p:txBody>
      </p:sp>
    </p:spTree>
    <p:extLst>
      <p:ext uri="{BB962C8B-B14F-4D97-AF65-F5344CB8AC3E}">
        <p14:creationId xmlns:p14="http://schemas.microsoft.com/office/powerpoint/2010/main" val="213362179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9CBB07E-EB6F-B8A3-12EA-60835EC1700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正方形/長方形 8">
            <a:extLst>
              <a:ext uri="{FF2B5EF4-FFF2-40B4-BE49-F238E27FC236}">
                <a16:creationId xmlns:a16="http://schemas.microsoft.com/office/drawing/2014/main" id="{D8D2E260-E9E8-7A06-EC5B-88D9E953A6F5}"/>
              </a:ext>
            </a:extLst>
          </p:cNvPr>
          <p:cNvSpPr>
            <a:spLocks noGrp="1"/>
          </p:cNvSpPr>
          <p:nvPr/>
        </p:nvSpPr>
        <p:spPr>
          <a:xfrm>
            <a:off x="685800" y="400050"/>
            <a:ext cx="8953500" cy="4953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>
              <a:defRPr sz="2325" b="1">
                <a:solidFill>
                  <a:srgbClr val="1F2937"/>
                </a:solidFill>
                <a:latin typeface="Yu Gothic"/>
                <a:ea typeface="Yu Gothic"/>
                <a:cs typeface="Yu Gothic"/>
              </a:defRPr>
            </a:pPr>
            <a:r>
              <a:rPr lang="ja-JP" altLang="en-US" sz="2000" b="1">
                <a:solidFill>
                  <a:srgbClr val="1F2937"/>
                </a:solidFill>
                <a:latin typeface="Yu Gothic"/>
                <a:ea typeface="Yu Gothic"/>
                <a:cs typeface="Yu Gothic"/>
              </a:rPr>
              <a:t>第</a:t>
            </a:r>
            <a:r>
              <a:rPr lang="en-US" altLang="ja-JP" sz="2000" b="1" dirty="0">
                <a:solidFill>
                  <a:srgbClr val="1F2937"/>
                </a:solidFill>
                <a:latin typeface="Yu Gothic"/>
                <a:ea typeface="Yu Gothic"/>
                <a:cs typeface="Yu Gothic"/>
              </a:rPr>
              <a:t>5</a:t>
            </a:r>
            <a:r>
              <a:rPr lang="ja-JP" altLang="en-US" sz="2000" b="1">
                <a:solidFill>
                  <a:srgbClr val="1F2937"/>
                </a:solidFill>
                <a:latin typeface="Yu Gothic"/>
                <a:ea typeface="Yu Gothic"/>
                <a:cs typeface="Yu Gothic"/>
              </a:rPr>
              <a:t>回から引き継いだ情報</a:t>
            </a:r>
            <a:endParaRPr lang="ja-JP" altLang="en-US" sz="2000" b="1" dirty="0">
              <a:solidFill>
                <a:srgbClr val="1F2937"/>
              </a:solidFill>
              <a:latin typeface="Yu Gothic"/>
              <a:ea typeface="Yu Gothic"/>
              <a:cs typeface="Yu Gothic"/>
            </a:endParaRPr>
          </a:p>
        </p:txBody>
      </p:sp>
      <p:sp>
        <p:nvSpPr>
          <p:cNvPr id="2" name="正方形/長方形 1">
            <a:extLst>
              <a:ext uri="{FF2B5EF4-FFF2-40B4-BE49-F238E27FC236}">
                <a16:creationId xmlns:a16="http://schemas.microsoft.com/office/drawing/2014/main" id="{A603BD9D-D315-89B0-3E6B-9F7F9BE8A4F2}"/>
              </a:ext>
            </a:extLst>
          </p:cNvPr>
          <p:cNvSpPr>
            <a:spLocks noGrp="1"/>
          </p:cNvSpPr>
          <p:nvPr/>
        </p:nvSpPr>
        <p:spPr>
          <a:xfrm>
            <a:off x="685800" y="876300"/>
            <a:ext cx="36195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13" b="0">
                <a:solidFill>
                  <a:srgbClr val="667085"/>
                </a:solidFill>
                <a:latin typeface="Yu Gothic UI"/>
                <a:ea typeface="Yu Gothic UI"/>
                <a:cs typeface="Yu Gothic UI"/>
              </a:defRPr>
            </a:pPr>
            <a:r>
              <a:rPr sz="713" b="0" dirty="0">
                <a:solidFill>
                  <a:srgbClr val="667085"/>
                </a:solidFill>
                <a:latin typeface="Yu Gothic UI"/>
                <a:ea typeface="Yu Gothic UI"/>
                <a:cs typeface="Yu Gothic UI"/>
              </a:rPr>
              <a:t>Azure Workshop for Beginners </a:t>
            </a:r>
            <a:r>
              <a:rPr lang="ja-JP" altLang="en-US" sz="713" b="0">
                <a:solidFill>
                  <a:srgbClr val="667085"/>
                </a:solidFill>
                <a:latin typeface="Yu Gothic UI"/>
                <a:ea typeface="Yu Gothic UI"/>
                <a:cs typeface="Yu Gothic UI"/>
              </a:rPr>
              <a:t> </a:t>
            </a:r>
            <a:r>
              <a:rPr lang="en-US" altLang="ja-JP" sz="713" b="0" dirty="0">
                <a:solidFill>
                  <a:srgbClr val="667085"/>
                </a:solidFill>
                <a:latin typeface="Yu Gothic UI"/>
                <a:ea typeface="Yu Gothic UI"/>
                <a:cs typeface="Yu Gothic UI"/>
              </a:rPr>
              <a:t>| </a:t>
            </a:r>
            <a:r>
              <a:rPr lang="ja-JP" altLang="en-US" sz="713" b="0">
                <a:solidFill>
                  <a:srgbClr val="667085"/>
                </a:solidFill>
                <a:latin typeface="Yu Gothic UI"/>
                <a:ea typeface="Yu Gothic UI"/>
                <a:cs typeface="Yu Gothic UI"/>
              </a:rPr>
              <a:t>第</a:t>
            </a:r>
            <a:r>
              <a:rPr lang="en-US" altLang="ja-JP" sz="713" b="0" dirty="0">
                <a:solidFill>
                  <a:srgbClr val="667085"/>
                </a:solidFill>
                <a:latin typeface="Yu Gothic UI"/>
                <a:ea typeface="Yu Gothic UI"/>
                <a:cs typeface="Yu Gothic UI"/>
              </a:rPr>
              <a:t>6</a:t>
            </a:r>
            <a:r>
              <a:rPr lang="ja-JP" altLang="en-US" sz="713" b="0">
                <a:solidFill>
                  <a:srgbClr val="667085"/>
                </a:solidFill>
                <a:latin typeface="Yu Gothic UI"/>
                <a:ea typeface="Yu Gothic UI"/>
                <a:cs typeface="Yu Gothic UI"/>
              </a:rPr>
              <a:t>回</a:t>
            </a:r>
            <a:endParaRPr sz="713" b="0" dirty="0">
              <a:solidFill>
                <a:srgbClr val="667085"/>
              </a:solidFill>
              <a:latin typeface="Yu Gothic UI"/>
              <a:ea typeface="Yu Gothic UI"/>
              <a:cs typeface="Yu Gothic UI"/>
            </a:endParaRPr>
          </a:p>
        </p:txBody>
      </p:sp>
      <p:sp>
        <p:nvSpPr>
          <p:cNvPr id="4" name="正方形/長方形 3">
            <a:extLst>
              <a:ext uri="{FF2B5EF4-FFF2-40B4-BE49-F238E27FC236}">
                <a16:creationId xmlns:a16="http://schemas.microsoft.com/office/drawing/2014/main" id="{66EEA2F7-0545-5539-18B4-12F45719498E}"/>
              </a:ext>
            </a:extLst>
          </p:cNvPr>
          <p:cNvSpPr>
            <a:spLocks noGrp="1"/>
          </p:cNvSpPr>
          <p:nvPr/>
        </p:nvSpPr>
        <p:spPr>
          <a:xfrm>
            <a:off x="685800" y="1200150"/>
            <a:ext cx="10820400" cy="14288"/>
          </a:xfrm>
          <a:prstGeom prst="rect">
            <a:avLst/>
          </a:prstGeom>
          <a:solidFill>
            <a:srgbClr val="D0D5DD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5" name="正方形/長方形 4">
            <a:extLst>
              <a:ext uri="{FF2B5EF4-FFF2-40B4-BE49-F238E27FC236}">
                <a16:creationId xmlns:a16="http://schemas.microsoft.com/office/drawing/2014/main" id="{9E759F2F-90F2-9575-F173-DEDCE51C9068}"/>
              </a:ext>
            </a:extLst>
          </p:cNvPr>
          <p:cNvSpPr>
            <a:spLocks noGrp="1"/>
          </p:cNvSpPr>
          <p:nvPr/>
        </p:nvSpPr>
        <p:spPr>
          <a:xfrm>
            <a:off x="685800" y="1352550"/>
            <a:ext cx="10820400" cy="552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19050" rIns="0" bIns="0" anchor="t"/>
          <a:lstStyle/>
          <a:p>
            <a:pPr>
              <a:defRPr sz="1238" b="0">
                <a:solidFill>
                  <a:srgbClr val="64748B"/>
                </a:solidFill>
                <a:latin typeface="Yu Gothic"/>
                <a:ea typeface="Yu Gothic"/>
                <a:cs typeface="Yu Gothic"/>
              </a:defRPr>
            </a:pPr>
            <a:r>
              <a:rPr lang="ja-JP" altLang="en-US" sz="1200">
                <a:solidFill>
                  <a:srgbClr val="64748B"/>
                </a:solidFill>
                <a:latin typeface="Yu Gothic"/>
                <a:ea typeface="Yu Gothic"/>
                <a:cs typeface="Yu Gothic"/>
                <a:hlinkClick r:id="rId3"/>
              </a:rPr>
              <a:t>元ガイドのサマリー項目</a:t>
            </a:r>
            <a:r>
              <a:rPr lang="ja-JP" altLang="en-US" sz="1200">
                <a:solidFill>
                  <a:srgbClr val="64748B"/>
                </a:solidFill>
                <a:latin typeface="Yu Gothic"/>
                <a:ea typeface="Yu Gothic"/>
                <a:cs typeface="Yu Gothic"/>
              </a:rPr>
              <a:t>を見ながら、</a:t>
            </a:r>
            <a:r>
              <a:rPr lang="en" altLang="ja-JP" sz="1200" dirty="0">
                <a:solidFill>
                  <a:srgbClr val="64748B"/>
                </a:solidFill>
                <a:latin typeface="Yu Gothic"/>
                <a:ea typeface="Yu Gothic"/>
                <a:cs typeface="Yu Gothic"/>
              </a:rPr>
              <a:t>Resource group</a:t>
            </a:r>
            <a:r>
              <a:rPr lang="ja-JP" altLang="en" sz="1200">
                <a:solidFill>
                  <a:srgbClr val="64748B"/>
                </a:solidFill>
                <a:latin typeface="Yu Gothic"/>
                <a:ea typeface="Yu Gothic"/>
                <a:cs typeface="Yu Gothic"/>
              </a:rPr>
              <a:t>、</a:t>
            </a:r>
            <a:r>
              <a:rPr lang="en" altLang="ja-JP" sz="1200" dirty="0">
                <a:solidFill>
                  <a:srgbClr val="64748B"/>
                </a:solidFill>
                <a:latin typeface="Yu Gothic"/>
                <a:ea typeface="Yu Gothic"/>
                <a:cs typeface="Yu Gothic"/>
              </a:rPr>
              <a:t>ACR</a:t>
            </a:r>
            <a:r>
              <a:rPr lang="ja-JP" altLang="en" sz="1200">
                <a:solidFill>
                  <a:srgbClr val="64748B"/>
                </a:solidFill>
                <a:latin typeface="Yu Gothic"/>
                <a:ea typeface="Yu Gothic"/>
                <a:cs typeface="Yu Gothic"/>
              </a:rPr>
              <a:t>、</a:t>
            </a:r>
            <a:r>
              <a:rPr lang="en" altLang="ja-JP" sz="1200" dirty="0">
                <a:solidFill>
                  <a:srgbClr val="64748B"/>
                </a:solidFill>
                <a:latin typeface="Yu Gothic"/>
                <a:ea typeface="Yu Gothic"/>
                <a:cs typeface="Yu Gothic"/>
              </a:rPr>
              <a:t>Web/API URL</a:t>
            </a:r>
            <a:r>
              <a:rPr lang="ja-JP" altLang="en" sz="1200">
                <a:solidFill>
                  <a:srgbClr val="64748B"/>
                </a:solidFill>
                <a:latin typeface="Yu Gothic"/>
                <a:ea typeface="Yu Gothic"/>
                <a:cs typeface="Yu Gothic"/>
              </a:rPr>
              <a:t>、</a:t>
            </a:r>
            <a:r>
              <a:rPr lang="en" altLang="ja-JP" sz="1200" dirty="0">
                <a:solidFill>
                  <a:srgbClr val="64748B"/>
                </a:solidFill>
                <a:latin typeface="Yu Gothic"/>
                <a:ea typeface="Yu Gothic"/>
                <a:cs typeface="Yu Gothic"/>
              </a:rPr>
              <a:t>PostgreSQL</a:t>
            </a:r>
            <a:r>
              <a:rPr lang="ja-JP" altLang="en" sz="1200">
                <a:solidFill>
                  <a:srgbClr val="64748B"/>
                </a:solidFill>
                <a:latin typeface="Yu Gothic"/>
                <a:ea typeface="Yu Gothic"/>
                <a:cs typeface="Yu Gothic"/>
              </a:rPr>
              <a:t>、</a:t>
            </a:r>
            <a:r>
              <a:rPr lang="en" altLang="ja-JP" sz="1200" dirty="0">
                <a:solidFill>
                  <a:srgbClr val="64748B"/>
                </a:solidFill>
                <a:latin typeface="Yu Gothic"/>
                <a:ea typeface="Yu Gothic"/>
                <a:cs typeface="Yu Gothic"/>
              </a:rPr>
              <a:t>Identity</a:t>
            </a:r>
            <a:r>
              <a:rPr lang="ja-JP" altLang="en" sz="1200">
                <a:solidFill>
                  <a:srgbClr val="64748B"/>
                </a:solidFill>
                <a:latin typeface="Yu Gothic"/>
                <a:ea typeface="Yu Gothic"/>
                <a:cs typeface="Yu Gothic"/>
              </a:rPr>
              <a:t>、</a:t>
            </a:r>
            <a:r>
              <a:rPr lang="en" altLang="ja-JP" sz="1200" dirty="0">
                <a:solidFill>
                  <a:srgbClr val="64748B"/>
                </a:solidFill>
                <a:latin typeface="Yu Gothic"/>
                <a:ea typeface="Yu Gothic"/>
                <a:cs typeface="Yu Gothic"/>
              </a:rPr>
              <a:t>Entra ID </a:t>
            </a:r>
            <a:r>
              <a:rPr lang="ja-JP" altLang="en-US" sz="1200">
                <a:solidFill>
                  <a:srgbClr val="64748B"/>
                </a:solidFill>
                <a:latin typeface="Yu Gothic"/>
                <a:ea typeface="Yu Gothic"/>
                <a:cs typeface="Yu Gothic"/>
              </a:rPr>
              <a:t>の値をそろえます。</a:t>
            </a:r>
            <a:endParaRPr lang="ja-JP" altLang="en-US" sz="1200" dirty="0">
              <a:solidFill>
                <a:srgbClr val="64748B"/>
              </a:solidFill>
              <a:latin typeface="Yu Gothic"/>
              <a:ea typeface="Yu Gothic"/>
              <a:cs typeface="Yu Gothic"/>
            </a:endParaRPr>
          </a:p>
        </p:txBody>
      </p:sp>
      <p:sp>
        <p:nvSpPr>
          <p:cNvPr id="3" name="正方形/長方形 2">
            <a:extLst>
              <a:ext uri="{FF2B5EF4-FFF2-40B4-BE49-F238E27FC236}">
                <a16:creationId xmlns:a16="http://schemas.microsoft.com/office/drawing/2014/main" id="{EEE49FAB-5352-8A17-ED92-0CC1F91BDEA0}"/>
              </a:ext>
            </a:extLst>
          </p:cNvPr>
          <p:cNvSpPr>
            <a:spLocks noGrp="1"/>
          </p:cNvSpPr>
          <p:nvPr/>
        </p:nvSpPr>
        <p:spPr>
          <a:xfrm>
            <a:off x="5095875" y="1695450"/>
            <a:ext cx="6286500" cy="4286250"/>
          </a:xfrm>
          <a:prstGeom prst="rect">
            <a:avLst/>
          </a:prstGeom>
          <a:ln w="9525">
            <a:solidFill>
              <a:srgbClr val="CAD5E4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pic>
        <p:nvPicPr>
          <p:cNvPr id="7" name="図 6">
            <a:extLst>
              <a:ext uri="{FF2B5EF4-FFF2-40B4-BE49-F238E27FC236}">
                <a16:creationId xmlns:a16="http://schemas.microsoft.com/office/drawing/2014/main" id="{CED18A1D-C7D2-7F3F-1745-A249D03F03C4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/>
        </p:blipFill>
        <p:spPr>
          <a:xfrm>
            <a:off x="5238750" y="1922264"/>
            <a:ext cx="6000750" cy="3375422"/>
          </a:xfrm>
          <a:prstGeom prst="rect">
            <a:avLst/>
          </a:prstGeom>
        </p:spPr>
      </p:pic>
      <p:sp>
        <p:nvSpPr>
          <p:cNvPr id="8" name="正方形/長方形 7">
            <a:extLst>
              <a:ext uri="{FF2B5EF4-FFF2-40B4-BE49-F238E27FC236}">
                <a16:creationId xmlns:a16="http://schemas.microsoft.com/office/drawing/2014/main" id="{32A6887B-E751-D5AC-157C-63642226EA36}"/>
              </a:ext>
            </a:extLst>
          </p:cNvPr>
          <p:cNvSpPr>
            <a:spLocks noGrp="1"/>
          </p:cNvSpPr>
          <p:nvPr/>
        </p:nvSpPr>
        <p:spPr>
          <a:xfrm>
            <a:off x="5286375" y="5429250"/>
            <a:ext cx="5905500" cy="228600"/>
          </a:xfrm>
          <a:prstGeom prst="rect">
            <a:avLst/>
          </a:prstGeom>
          <a:ln w="0">
            <a:solidFill>
              <a:srgbClr val="FFFFFF"/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975" b="0">
                <a:solidFill>
                  <a:srgbClr val="64748B"/>
                </a:solidFill>
                <a:latin typeface="Yu Gothic"/>
                <a:ea typeface="Yu Gothic"/>
                <a:cs typeface="Yu Gothic"/>
              </a:defRPr>
            </a:pPr>
            <a:r>
              <a:rPr sz="975" b="0">
                <a:solidFill>
                  <a:srgbClr val="64748B"/>
                </a:solidFill>
                <a:latin typeface="Yu Gothic"/>
                <a:ea typeface="Yu Gothic"/>
                <a:cs typeface="Yu Gothic"/>
              </a:rPr>
              <a:t>第6回に必要な値の一覧を確認する</a:t>
            </a:r>
          </a:p>
        </p:txBody>
      </p:sp>
      <p:sp>
        <p:nvSpPr>
          <p:cNvPr id="10" name="正方形/長方形 9">
            <a:extLst>
              <a:ext uri="{FF2B5EF4-FFF2-40B4-BE49-F238E27FC236}">
                <a16:creationId xmlns:a16="http://schemas.microsoft.com/office/drawing/2014/main" id="{7C3FD087-0E82-486C-556E-189FB69322A3}"/>
              </a:ext>
            </a:extLst>
          </p:cNvPr>
          <p:cNvSpPr>
            <a:spLocks noGrp="1"/>
          </p:cNvSpPr>
          <p:nvPr/>
        </p:nvSpPr>
        <p:spPr>
          <a:xfrm>
            <a:off x="904875" y="2095500"/>
            <a:ext cx="3714750" cy="3886200"/>
          </a:xfrm>
          <a:prstGeom prst="rect">
            <a:avLst/>
          </a:prstGeom>
          <a:ln w="9525">
            <a:solidFill>
              <a:srgbClr val="DBE4EF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1" name="正方形/長方形 10">
            <a:extLst>
              <a:ext uri="{FF2B5EF4-FFF2-40B4-BE49-F238E27FC236}">
                <a16:creationId xmlns:a16="http://schemas.microsoft.com/office/drawing/2014/main" id="{D0948D2E-64F8-931E-B430-7E8DBDC46028}"/>
              </a:ext>
            </a:extLst>
          </p:cNvPr>
          <p:cNvSpPr>
            <a:spLocks noGrp="1"/>
          </p:cNvSpPr>
          <p:nvPr/>
        </p:nvSpPr>
        <p:spPr>
          <a:xfrm>
            <a:off x="904874" y="2095500"/>
            <a:ext cx="104775" cy="3886200"/>
          </a:xfrm>
          <a:prstGeom prst="rect">
            <a:avLst/>
          </a:prstGeom>
          <a:solidFill>
            <a:srgbClr val="00B050"/>
          </a:solidFill>
          <a:ln w="0">
            <a:solidFill>
              <a:srgbClr val="15803D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2" name="正方形/長方形 11">
            <a:extLst>
              <a:ext uri="{FF2B5EF4-FFF2-40B4-BE49-F238E27FC236}">
                <a16:creationId xmlns:a16="http://schemas.microsoft.com/office/drawing/2014/main" id="{55B2D1F5-5E69-BA40-5D3E-B9503393A72C}"/>
              </a:ext>
            </a:extLst>
          </p:cNvPr>
          <p:cNvSpPr>
            <a:spLocks noGrp="1"/>
          </p:cNvSpPr>
          <p:nvPr/>
        </p:nvSpPr>
        <p:spPr>
          <a:xfrm>
            <a:off x="1133475" y="2266950"/>
            <a:ext cx="3333750" cy="171450"/>
          </a:xfrm>
          <a:prstGeom prst="rect">
            <a:avLst/>
          </a:prstGeom>
          <a:ln w="0">
            <a:solidFill>
              <a:srgbClr val="FFFFFF"/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00" b="1">
                <a:solidFill>
                  <a:srgbClr val="15803D"/>
                </a:solidFill>
                <a:latin typeface="Yu Gothic"/>
                <a:ea typeface="Yu Gothic"/>
                <a:cs typeface="Yu Gothic"/>
              </a:defRPr>
            </a:pPr>
            <a:r>
              <a:rPr sz="900" b="1">
                <a:solidFill>
                  <a:srgbClr val="15803D"/>
                </a:solidFill>
                <a:latin typeface="Yu Gothic"/>
                <a:ea typeface="Yu Gothic"/>
                <a:cs typeface="Yu Gothic"/>
              </a:rPr>
              <a:t>確認ポイント</a:t>
            </a:r>
          </a:p>
        </p:txBody>
      </p:sp>
      <p:sp>
        <p:nvSpPr>
          <p:cNvPr id="13" name="正方形/長方形 12">
            <a:extLst>
              <a:ext uri="{FF2B5EF4-FFF2-40B4-BE49-F238E27FC236}">
                <a16:creationId xmlns:a16="http://schemas.microsoft.com/office/drawing/2014/main" id="{57201C61-EADF-AD83-EAA9-B433A1EE8872}"/>
              </a:ext>
            </a:extLst>
          </p:cNvPr>
          <p:cNvSpPr>
            <a:spLocks noGrp="1"/>
          </p:cNvSpPr>
          <p:nvPr/>
        </p:nvSpPr>
        <p:spPr>
          <a:xfrm>
            <a:off x="1133475" y="2495550"/>
            <a:ext cx="3314700" cy="304800"/>
          </a:xfrm>
          <a:prstGeom prst="rect">
            <a:avLst/>
          </a:prstGeom>
          <a:ln w="0">
            <a:solidFill>
              <a:srgbClr val="FFFFFF"/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500" b="1">
                <a:solidFill>
                  <a:srgbClr val="1F2937"/>
                </a:solidFill>
                <a:latin typeface="Yu Gothic"/>
                <a:ea typeface="Yu Gothic"/>
                <a:cs typeface="Yu Gothic"/>
              </a:defRPr>
            </a:pPr>
            <a:r>
              <a:rPr lang="ja-JP" altLang="en-US" sz="1500" b="1">
                <a:solidFill>
                  <a:srgbClr val="1F2937"/>
                </a:solidFill>
                <a:latin typeface="Yu Gothic"/>
                <a:ea typeface="Yu Gothic"/>
                <a:cs typeface="Yu Gothic"/>
              </a:rPr>
              <a:t>第</a:t>
            </a:r>
            <a:r>
              <a:rPr lang="en-US" altLang="ja-JP" sz="1500" b="1" dirty="0">
                <a:solidFill>
                  <a:srgbClr val="1F2937"/>
                </a:solidFill>
                <a:latin typeface="Yu Gothic"/>
                <a:ea typeface="Yu Gothic"/>
                <a:cs typeface="Yu Gothic"/>
              </a:rPr>
              <a:t>6</a:t>
            </a:r>
            <a:r>
              <a:rPr lang="ja-JP" altLang="en-US" sz="1500" b="1">
                <a:solidFill>
                  <a:srgbClr val="1F2937"/>
                </a:solidFill>
                <a:latin typeface="Yu Gothic"/>
                <a:ea typeface="Yu Gothic"/>
                <a:cs typeface="Yu Gothic"/>
              </a:rPr>
              <a:t>回に引き継ぐ情報</a:t>
            </a:r>
            <a:endParaRPr sz="1500" b="1" dirty="0">
              <a:solidFill>
                <a:srgbClr val="1F2937"/>
              </a:solidFill>
              <a:latin typeface="Yu Gothic"/>
              <a:ea typeface="Yu Gothic"/>
              <a:cs typeface="Yu Gothic"/>
            </a:endParaRPr>
          </a:p>
        </p:txBody>
      </p:sp>
      <p:sp>
        <p:nvSpPr>
          <p:cNvPr id="14" name="正方形/長方形 13">
            <a:extLst>
              <a:ext uri="{FF2B5EF4-FFF2-40B4-BE49-F238E27FC236}">
                <a16:creationId xmlns:a16="http://schemas.microsoft.com/office/drawing/2014/main" id="{65CF51F5-208C-5D2E-9307-E71BFEB34FE5}"/>
              </a:ext>
            </a:extLst>
          </p:cNvPr>
          <p:cNvSpPr>
            <a:spLocks noGrp="1"/>
          </p:cNvSpPr>
          <p:nvPr/>
        </p:nvSpPr>
        <p:spPr>
          <a:xfrm>
            <a:off x="1133475" y="2914650"/>
            <a:ext cx="3314700" cy="1000125"/>
          </a:xfrm>
          <a:prstGeom prst="rect">
            <a:avLst/>
          </a:prstGeom>
          <a:ln w="0">
            <a:solidFill>
              <a:srgbClr val="FFFFFF"/>
            </a:solidFill>
            <a:prstDash val="solid"/>
          </a:ln>
        </p:spPr>
        <p:txBody>
          <a:bodyPr lIns="0" tIns="0" rIns="0" bIns="0" anchor="t"/>
          <a:lstStyle/>
          <a:p>
            <a:pPr marL="171450" indent="-171450" algn="l">
              <a:buFont typeface="Arial" panose="020B0604020202020204" pitchFamily="34" charset="0"/>
              <a:buChar char="•"/>
              <a:defRPr sz="1125" b="0">
                <a:solidFill>
                  <a:srgbClr val="1F2937"/>
                </a:solidFill>
                <a:latin typeface="Yu Gothic"/>
                <a:ea typeface="Yu Gothic"/>
                <a:cs typeface="Yu Gothic"/>
              </a:defRPr>
            </a:pPr>
            <a:r>
              <a:rPr lang="ja-JP" altLang="en-US" sz="1125" b="0">
                <a:solidFill>
                  <a:srgbClr val="1F2937"/>
                </a:solidFill>
                <a:latin typeface="Yu Gothic"/>
                <a:ea typeface="Yu Gothic"/>
                <a:cs typeface="Yu Gothic"/>
              </a:rPr>
              <a:t>サブスクリプション</a:t>
            </a:r>
            <a:r>
              <a:rPr lang="en-US" altLang="ja-JP" sz="1125" b="0" dirty="0">
                <a:solidFill>
                  <a:srgbClr val="1F2937"/>
                </a:solidFill>
                <a:latin typeface="Yu Gothic"/>
                <a:ea typeface="Yu Gothic"/>
                <a:cs typeface="Yu Gothic"/>
              </a:rPr>
              <a:t> ID</a:t>
            </a:r>
          </a:p>
          <a:p>
            <a:pPr marL="171450" indent="-171450" algn="l">
              <a:buFont typeface="Arial" panose="020B0604020202020204" pitchFamily="34" charset="0"/>
              <a:buChar char="•"/>
              <a:defRPr sz="1125" b="0">
                <a:solidFill>
                  <a:srgbClr val="1F2937"/>
                </a:solidFill>
                <a:latin typeface="Yu Gothic"/>
                <a:ea typeface="Yu Gothic"/>
                <a:cs typeface="Yu Gothic"/>
              </a:defRPr>
            </a:pPr>
            <a:r>
              <a:rPr lang="ja-JP" altLang="en-US" sz="1125" b="0">
                <a:solidFill>
                  <a:srgbClr val="1F2937"/>
                </a:solidFill>
                <a:latin typeface="Yu Gothic"/>
                <a:ea typeface="Yu Gothic"/>
                <a:cs typeface="Yu Gothic"/>
              </a:rPr>
              <a:t>リソースグループ名</a:t>
            </a:r>
            <a:endParaRPr lang="en-US" altLang="ja-JP" sz="1125" b="0" dirty="0">
              <a:solidFill>
                <a:srgbClr val="1F2937"/>
              </a:solidFill>
              <a:latin typeface="Yu Gothic"/>
              <a:ea typeface="Yu Gothic"/>
              <a:cs typeface="Yu Gothic"/>
            </a:endParaRPr>
          </a:p>
          <a:p>
            <a:pPr marL="171450" indent="-171450" algn="l">
              <a:buFont typeface="Arial" panose="020B0604020202020204" pitchFamily="34" charset="0"/>
              <a:buChar char="•"/>
              <a:defRPr sz="1125" b="0">
                <a:solidFill>
                  <a:srgbClr val="1F2937"/>
                </a:solidFill>
                <a:latin typeface="Yu Gothic"/>
                <a:ea typeface="Yu Gothic"/>
                <a:cs typeface="Yu Gothic"/>
              </a:defRPr>
            </a:pPr>
            <a:r>
              <a:rPr lang="en-US" altLang="ja-JP" sz="1125" b="0" dirty="0" err="1">
                <a:solidFill>
                  <a:srgbClr val="1F2937"/>
                </a:solidFill>
                <a:latin typeface="Yu Gothic"/>
                <a:ea typeface="Yu Gothic"/>
                <a:cs typeface="Yu Gothic"/>
              </a:rPr>
              <a:t>VNet</a:t>
            </a:r>
            <a:r>
              <a:rPr lang="en-US" altLang="ja-JP" sz="1125" b="0" dirty="0">
                <a:solidFill>
                  <a:srgbClr val="1F2937"/>
                </a:solidFill>
                <a:latin typeface="Yu Gothic"/>
                <a:ea typeface="Yu Gothic"/>
                <a:cs typeface="Yu Gothic"/>
              </a:rPr>
              <a:t> </a:t>
            </a:r>
            <a:r>
              <a:rPr lang="ja-JP" altLang="en-US" sz="1125" b="0">
                <a:solidFill>
                  <a:srgbClr val="1F2937"/>
                </a:solidFill>
                <a:latin typeface="Yu Gothic"/>
                <a:ea typeface="Yu Gothic"/>
                <a:cs typeface="Yu Gothic"/>
              </a:rPr>
              <a:t>名</a:t>
            </a:r>
            <a:endParaRPr lang="en-US" altLang="ja-JP" sz="1125" b="0" dirty="0">
              <a:solidFill>
                <a:srgbClr val="1F2937"/>
              </a:solidFill>
              <a:latin typeface="Yu Gothic"/>
              <a:ea typeface="Yu Gothic"/>
              <a:cs typeface="Yu Gothic"/>
            </a:endParaRPr>
          </a:p>
          <a:p>
            <a:pPr marL="171450" indent="-171450" algn="l">
              <a:buFont typeface="Arial" panose="020B0604020202020204" pitchFamily="34" charset="0"/>
              <a:buChar char="•"/>
              <a:defRPr sz="1125" b="0">
                <a:solidFill>
                  <a:srgbClr val="1F2937"/>
                </a:solidFill>
                <a:latin typeface="Yu Gothic"/>
                <a:ea typeface="Yu Gothic"/>
                <a:cs typeface="Yu Gothic"/>
              </a:defRPr>
            </a:pPr>
            <a:r>
              <a:rPr lang="en-US" altLang="ja-JP" sz="1125" b="0" dirty="0">
                <a:solidFill>
                  <a:srgbClr val="1F2937"/>
                </a:solidFill>
                <a:latin typeface="Yu Gothic"/>
                <a:ea typeface="Yu Gothic"/>
                <a:cs typeface="Yu Gothic"/>
              </a:rPr>
              <a:t>ACA </a:t>
            </a:r>
            <a:r>
              <a:rPr lang="ja-JP" altLang="en-US" sz="1125" b="0">
                <a:solidFill>
                  <a:srgbClr val="1F2937"/>
                </a:solidFill>
                <a:latin typeface="Yu Gothic"/>
                <a:ea typeface="Yu Gothic"/>
                <a:cs typeface="Yu Gothic"/>
              </a:rPr>
              <a:t>用サブネット名</a:t>
            </a:r>
            <a:endParaRPr lang="en-US" altLang="ja-JP" sz="1125" b="0" dirty="0">
              <a:solidFill>
                <a:srgbClr val="1F2937"/>
              </a:solidFill>
              <a:latin typeface="Yu Gothic"/>
              <a:ea typeface="Yu Gothic"/>
              <a:cs typeface="Yu Gothic"/>
            </a:endParaRPr>
          </a:p>
          <a:p>
            <a:pPr marL="171450" indent="-171450" algn="l">
              <a:buFont typeface="Arial" panose="020B0604020202020204" pitchFamily="34" charset="0"/>
              <a:buChar char="•"/>
              <a:defRPr sz="1125" b="0">
                <a:solidFill>
                  <a:srgbClr val="1F2937"/>
                </a:solidFill>
                <a:latin typeface="Yu Gothic"/>
                <a:ea typeface="Yu Gothic"/>
                <a:cs typeface="Yu Gothic"/>
              </a:defRPr>
            </a:pPr>
            <a:r>
              <a:rPr lang="ja-JP" altLang="en-US" sz="1125">
                <a:solidFill>
                  <a:srgbClr val="1F2937"/>
                </a:solidFill>
                <a:latin typeface="Yu Gothic"/>
                <a:ea typeface="Yu Gothic"/>
                <a:cs typeface="Yu Gothic"/>
              </a:rPr>
              <a:t>プライベートエンドポイント用サブネット名</a:t>
            </a:r>
            <a:endParaRPr lang="en-US" altLang="ja-JP" sz="1125" dirty="0">
              <a:solidFill>
                <a:srgbClr val="1F2937"/>
              </a:solidFill>
              <a:latin typeface="Yu Gothic"/>
              <a:ea typeface="Yu Gothic"/>
              <a:cs typeface="Yu Gothic"/>
            </a:endParaRPr>
          </a:p>
          <a:p>
            <a:pPr marL="171450" indent="-171450" algn="l">
              <a:buFont typeface="Arial" panose="020B0604020202020204" pitchFamily="34" charset="0"/>
              <a:buChar char="•"/>
              <a:defRPr sz="1125" b="0">
                <a:solidFill>
                  <a:srgbClr val="1F2937"/>
                </a:solidFill>
                <a:latin typeface="Yu Gothic"/>
                <a:ea typeface="Yu Gothic"/>
                <a:cs typeface="Yu Gothic"/>
              </a:defRPr>
            </a:pPr>
            <a:r>
              <a:rPr lang="en-US" altLang="ja-JP" sz="1125" b="0" dirty="0">
                <a:solidFill>
                  <a:srgbClr val="1F2937"/>
                </a:solidFill>
                <a:latin typeface="Yu Gothic"/>
                <a:ea typeface="Yu Gothic"/>
                <a:cs typeface="Yu Gothic"/>
              </a:rPr>
              <a:t>PostgreSQL </a:t>
            </a:r>
            <a:r>
              <a:rPr lang="ja-JP" altLang="en-US" sz="1125" b="0">
                <a:solidFill>
                  <a:srgbClr val="1F2937"/>
                </a:solidFill>
                <a:latin typeface="Yu Gothic"/>
                <a:ea typeface="Yu Gothic"/>
                <a:cs typeface="Yu Gothic"/>
              </a:rPr>
              <a:t>用サブネット名</a:t>
            </a:r>
            <a:endParaRPr lang="en-US" altLang="ja-JP" sz="1125" b="0" dirty="0">
              <a:solidFill>
                <a:srgbClr val="1F2937"/>
              </a:solidFill>
              <a:latin typeface="Yu Gothic"/>
              <a:ea typeface="Yu Gothic"/>
              <a:cs typeface="Yu Gothic"/>
            </a:endParaRPr>
          </a:p>
          <a:p>
            <a:pPr marL="171450" indent="-171450" algn="l">
              <a:buFont typeface="Arial" panose="020B0604020202020204" pitchFamily="34" charset="0"/>
              <a:buChar char="•"/>
              <a:defRPr sz="1125" b="0">
                <a:solidFill>
                  <a:srgbClr val="1F2937"/>
                </a:solidFill>
                <a:latin typeface="Yu Gothic"/>
                <a:ea typeface="Yu Gothic"/>
                <a:cs typeface="Yu Gothic"/>
              </a:defRPr>
            </a:pPr>
            <a:r>
              <a:rPr lang="en-US" altLang="ja-JP" sz="1125" dirty="0">
                <a:solidFill>
                  <a:srgbClr val="1F2937"/>
                </a:solidFill>
                <a:latin typeface="Yu Gothic"/>
                <a:ea typeface="Yu Gothic"/>
                <a:cs typeface="Yu Gothic"/>
              </a:rPr>
              <a:t>ACR </a:t>
            </a:r>
            <a:r>
              <a:rPr lang="ja-JP" altLang="en-US" sz="1125">
                <a:solidFill>
                  <a:srgbClr val="1F2937"/>
                </a:solidFill>
                <a:latin typeface="Yu Gothic"/>
                <a:ea typeface="Yu Gothic"/>
                <a:cs typeface="Yu Gothic"/>
              </a:rPr>
              <a:t>名</a:t>
            </a:r>
            <a:endParaRPr lang="en-US" altLang="ja-JP" sz="1125" dirty="0">
              <a:solidFill>
                <a:srgbClr val="1F2937"/>
              </a:solidFill>
              <a:latin typeface="Yu Gothic"/>
              <a:ea typeface="Yu Gothic"/>
              <a:cs typeface="Yu Gothic"/>
            </a:endParaRPr>
          </a:p>
          <a:p>
            <a:pPr marL="171450" indent="-171450" algn="l">
              <a:buFont typeface="Arial" panose="020B0604020202020204" pitchFamily="34" charset="0"/>
              <a:buChar char="•"/>
              <a:defRPr sz="1125" b="0">
                <a:solidFill>
                  <a:srgbClr val="1F2937"/>
                </a:solidFill>
                <a:latin typeface="Yu Gothic"/>
                <a:ea typeface="Yu Gothic"/>
                <a:cs typeface="Yu Gothic"/>
              </a:defRPr>
            </a:pPr>
            <a:r>
              <a:rPr lang="en-US" altLang="ja-JP" sz="1125" dirty="0">
                <a:solidFill>
                  <a:srgbClr val="1F2937"/>
                </a:solidFill>
                <a:latin typeface="Yu Gothic"/>
                <a:ea typeface="Yu Gothic"/>
                <a:cs typeface="Yu Gothic"/>
              </a:rPr>
              <a:t>ACA </a:t>
            </a:r>
            <a:r>
              <a:rPr lang="ja-JP" altLang="en-US" sz="1125">
                <a:solidFill>
                  <a:srgbClr val="1F2937"/>
                </a:solidFill>
                <a:latin typeface="Yu Gothic"/>
                <a:ea typeface="Yu Gothic"/>
                <a:cs typeface="Yu Gothic"/>
              </a:rPr>
              <a:t>環境名</a:t>
            </a:r>
            <a:endParaRPr lang="en-US" altLang="ja-JP" sz="1125" dirty="0">
              <a:solidFill>
                <a:srgbClr val="1F2937"/>
              </a:solidFill>
              <a:latin typeface="Yu Gothic"/>
              <a:ea typeface="Yu Gothic"/>
              <a:cs typeface="Yu Gothic"/>
            </a:endParaRPr>
          </a:p>
          <a:p>
            <a:pPr marL="171450" indent="-171450" algn="l">
              <a:buFont typeface="Arial" panose="020B0604020202020204" pitchFamily="34" charset="0"/>
              <a:buChar char="•"/>
              <a:defRPr sz="1125" b="0">
                <a:solidFill>
                  <a:srgbClr val="1F2937"/>
                </a:solidFill>
                <a:latin typeface="Yu Gothic"/>
                <a:ea typeface="Yu Gothic"/>
                <a:cs typeface="Yu Gothic"/>
              </a:defRPr>
            </a:pPr>
            <a:r>
              <a:rPr lang="en-US" altLang="ja-JP" sz="1125" b="0" dirty="0">
                <a:solidFill>
                  <a:srgbClr val="1F2937"/>
                </a:solidFill>
                <a:latin typeface="Yu Gothic"/>
                <a:ea typeface="Yu Gothic"/>
                <a:cs typeface="Yu Gothic"/>
              </a:rPr>
              <a:t>PostgreSQL </a:t>
            </a:r>
            <a:r>
              <a:rPr lang="ja-JP" altLang="en-US" sz="1125" b="0">
                <a:solidFill>
                  <a:srgbClr val="1F2937"/>
                </a:solidFill>
                <a:latin typeface="Yu Gothic"/>
                <a:ea typeface="Yu Gothic"/>
                <a:cs typeface="Yu Gothic"/>
              </a:rPr>
              <a:t>エンドポイント</a:t>
            </a:r>
            <a:endParaRPr lang="en-US" altLang="ja-JP" sz="1125" b="0" dirty="0">
              <a:solidFill>
                <a:srgbClr val="1F2937"/>
              </a:solidFill>
              <a:latin typeface="Yu Gothic"/>
              <a:ea typeface="Yu Gothic"/>
              <a:cs typeface="Yu Gothic"/>
            </a:endParaRPr>
          </a:p>
          <a:p>
            <a:pPr marL="171450" indent="-171450" algn="l">
              <a:buFont typeface="Arial" panose="020B0604020202020204" pitchFamily="34" charset="0"/>
              <a:buChar char="•"/>
              <a:defRPr sz="1125" b="0">
                <a:solidFill>
                  <a:srgbClr val="1F2937"/>
                </a:solidFill>
                <a:latin typeface="Yu Gothic"/>
                <a:ea typeface="Yu Gothic"/>
                <a:cs typeface="Yu Gothic"/>
              </a:defRPr>
            </a:pPr>
            <a:r>
              <a:rPr lang="en-US" altLang="ja-JP" sz="1125" dirty="0">
                <a:solidFill>
                  <a:srgbClr val="1F2937"/>
                </a:solidFill>
                <a:latin typeface="Yu Gothic"/>
                <a:ea typeface="Yu Gothic"/>
                <a:cs typeface="Yu Gothic"/>
              </a:rPr>
              <a:t>PostgreSQL </a:t>
            </a:r>
            <a:r>
              <a:rPr lang="ja-JP" altLang="en-US" sz="1125">
                <a:solidFill>
                  <a:srgbClr val="1F2937"/>
                </a:solidFill>
                <a:latin typeface="Yu Gothic"/>
                <a:ea typeface="Yu Gothic"/>
                <a:cs typeface="Yu Gothic"/>
              </a:rPr>
              <a:t>データベース名</a:t>
            </a:r>
            <a:r>
              <a:rPr lang="en-US" altLang="ja-JP" sz="1125" dirty="0">
                <a:solidFill>
                  <a:srgbClr val="1F2937"/>
                </a:solidFill>
                <a:latin typeface="Yu Gothic"/>
                <a:ea typeface="Yu Gothic"/>
                <a:cs typeface="Yu Gothic"/>
              </a:rPr>
              <a:t>: </a:t>
            </a:r>
            <a:r>
              <a:rPr lang="en-US" altLang="ja-JP" sz="1125" dirty="0" err="1">
                <a:solidFill>
                  <a:srgbClr val="1F2937"/>
                </a:solidFill>
                <a:latin typeface="Yu Gothic"/>
                <a:ea typeface="Yu Gothic"/>
                <a:cs typeface="Yu Gothic"/>
              </a:rPr>
              <a:t>tododb</a:t>
            </a:r>
            <a:endParaRPr lang="en-US" altLang="ja-JP" sz="1125" dirty="0">
              <a:solidFill>
                <a:srgbClr val="1F2937"/>
              </a:solidFill>
              <a:latin typeface="Yu Gothic"/>
              <a:ea typeface="Yu Gothic"/>
              <a:cs typeface="Yu Gothic"/>
            </a:endParaRPr>
          </a:p>
          <a:p>
            <a:pPr marL="171450" indent="-171450">
              <a:buFont typeface="Arial" panose="020B0604020202020204" pitchFamily="34" charset="0"/>
              <a:buChar char="•"/>
              <a:defRPr sz="1125" b="0">
                <a:solidFill>
                  <a:srgbClr val="1F2937"/>
                </a:solidFill>
                <a:latin typeface="Yu Gothic"/>
                <a:ea typeface="Yu Gothic"/>
                <a:cs typeface="Yu Gothic"/>
              </a:defRPr>
            </a:pPr>
            <a:r>
              <a:rPr lang="ja-JP" altLang="en-US" sz="1125" b="0">
                <a:solidFill>
                  <a:srgbClr val="1F2937"/>
                </a:solidFill>
                <a:latin typeface="Yu Gothic"/>
                <a:ea typeface="Yu Gothic"/>
                <a:cs typeface="Yu Gothic"/>
              </a:rPr>
              <a:t>マネージド</a:t>
            </a:r>
            <a:r>
              <a:rPr lang="en-US" altLang="ja-JP" sz="1125" b="0" dirty="0">
                <a:solidFill>
                  <a:srgbClr val="1F2937"/>
                </a:solidFill>
                <a:latin typeface="Yu Gothic"/>
                <a:ea typeface="Yu Gothic"/>
                <a:cs typeface="Yu Gothic"/>
              </a:rPr>
              <a:t> ID </a:t>
            </a:r>
            <a:r>
              <a:rPr lang="ja-JP" altLang="en-US" sz="1125" b="0">
                <a:solidFill>
                  <a:srgbClr val="1F2937"/>
                </a:solidFill>
                <a:latin typeface="Yu Gothic"/>
                <a:ea typeface="Yu Gothic"/>
                <a:cs typeface="Yu Gothic"/>
              </a:rPr>
              <a:t>名</a:t>
            </a:r>
            <a:r>
              <a:rPr lang="en-US" altLang="ja-JP" sz="1125" b="0" dirty="0">
                <a:solidFill>
                  <a:srgbClr val="1F2937"/>
                </a:solidFill>
                <a:latin typeface="Yu Gothic"/>
                <a:ea typeface="Yu Gothic"/>
                <a:cs typeface="Yu Gothic"/>
              </a:rPr>
              <a:t>: </a:t>
            </a:r>
            <a:r>
              <a:rPr lang="ja-JP" altLang="ja-JP" sz="1125"/>
              <a:t>uai-todomanagement-api</a:t>
            </a:r>
            <a:endParaRPr lang="en-US" altLang="ja-JP" sz="1125" dirty="0"/>
          </a:p>
          <a:p>
            <a:pPr marL="171450" indent="-171450">
              <a:buFont typeface="Arial" panose="020B0604020202020204" pitchFamily="34" charset="0"/>
              <a:buChar char="•"/>
              <a:defRPr sz="1125" b="0">
                <a:solidFill>
                  <a:srgbClr val="1F2937"/>
                </a:solidFill>
                <a:latin typeface="Yu Gothic"/>
                <a:ea typeface="Yu Gothic"/>
                <a:cs typeface="Yu Gothic"/>
              </a:defRPr>
            </a:pPr>
            <a:r>
              <a:rPr lang="ja-JP" altLang="en-US" sz="1125" b="0">
                <a:solidFill>
                  <a:srgbClr val="1F2937"/>
                </a:solidFill>
                <a:latin typeface="Yu Gothic"/>
                <a:ea typeface="Yu Gothic"/>
                <a:cs typeface="Yu Gothic"/>
              </a:rPr>
              <a:t>マネージド</a:t>
            </a:r>
            <a:r>
              <a:rPr lang="en-US" altLang="ja-JP" sz="1125" b="0" dirty="0">
                <a:solidFill>
                  <a:srgbClr val="1F2937"/>
                </a:solidFill>
                <a:latin typeface="Yu Gothic"/>
                <a:ea typeface="Yu Gothic"/>
                <a:cs typeface="Yu Gothic"/>
              </a:rPr>
              <a:t> ID </a:t>
            </a:r>
            <a:r>
              <a:rPr lang="ja-JP" altLang="en-US" sz="1125" b="0">
                <a:solidFill>
                  <a:srgbClr val="1F2937"/>
                </a:solidFill>
                <a:latin typeface="Yu Gothic"/>
                <a:ea typeface="Yu Gothic"/>
                <a:cs typeface="Yu Gothic"/>
              </a:rPr>
              <a:t>クライアント</a:t>
            </a:r>
            <a:r>
              <a:rPr lang="en-US" altLang="ja-JP" sz="1125" b="0" dirty="0">
                <a:solidFill>
                  <a:srgbClr val="1F2937"/>
                </a:solidFill>
                <a:latin typeface="Yu Gothic"/>
                <a:ea typeface="Yu Gothic"/>
                <a:cs typeface="Yu Gothic"/>
              </a:rPr>
              <a:t> ID</a:t>
            </a:r>
          </a:p>
          <a:p>
            <a:pPr marL="171450" indent="-171450">
              <a:buFont typeface="Arial" panose="020B0604020202020204" pitchFamily="34" charset="0"/>
              <a:buChar char="•"/>
              <a:defRPr sz="1125" b="0">
                <a:solidFill>
                  <a:srgbClr val="1F2937"/>
                </a:solidFill>
                <a:latin typeface="Yu Gothic"/>
                <a:ea typeface="Yu Gothic"/>
                <a:cs typeface="Yu Gothic"/>
              </a:defRPr>
            </a:pPr>
            <a:r>
              <a:rPr lang="ja-JP" altLang="en-US" sz="1125">
                <a:solidFill>
                  <a:srgbClr val="1F2937"/>
                </a:solidFill>
                <a:latin typeface="Yu Gothic"/>
                <a:ea typeface="Yu Gothic"/>
                <a:cs typeface="Yu Gothic"/>
              </a:rPr>
              <a:t>マネージド</a:t>
            </a:r>
            <a:r>
              <a:rPr lang="en-US" altLang="ja-JP" sz="1125" dirty="0">
                <a:solidFill>
                  <a:srgbClr val="1F2937"/>
                </a:solidFill>
                <a:latin typeface="Yu Gothic"/>
                <a:ea typeface="Yu Gothic"/>
                <a:cs typeface="Yu Gothic"/>
              </a:rPr>
              <a:t> ID </a:t>
            </a:r>
            <a:r>
              <a:rPr lang="ja-JP" altLang="en-US" sz="1125">
                <a:solidFill>
                  <a:srgbClr val="1F2937"/>
                </a:solidFill>
                <a:latin typeface="Yu Gothic"/>
                <a:ea typeface="Yu Gothic"/>
                <a:cs typeface="Yu Gothic"/>
              </a:rPr>
              <a:t>リソース</a:t>
            </a:r>
            <a:r>
              <a:rPr lang="en-US" altLang="ja-JP" sz="1125" dirty="0">
                <a:solidFill>
                  <a:srgbClr val="1F2937"/>
                </a:solidFill>
                <a:latin typeface="Yu Gothic"/>
                <a:ea typeface="Yu Gothic"/>
                <a:cs typeface="Yu Gothic"/>
              </a:rPr>
              <a:t> ID</a:t>
            </a:r>
          </a:p>
          <a:p>
            <a:pPr marL="171450" indent="-171450">
              <a:buFont typeface="Arial" panose="020B0604020202020204" pitchFamily="34" charset="0"/>
              <a:buChar char="•"/>
              <a:defRPr sz="1125" b="0">
                <a:solidFill>
                  <a:srgbClr val="1F2937"/>
                </a:solidFill>
                <a:latin typeface="Yu Gothic"/>
                <a:ea typeface="Yu Gothic"/>
                <a:cs typeface="Yu Gothic"/>
              </a:defRPr>
            </a:pPr>
            <a:r>
              <a:rPr lang="ja-JP" altLang="en-US" sz="1125" b="0">
                <a:solidFill>
                  <a:srgbClr val="1F2937"/>
                </a:solidFill>
                <a:latin typeface="Yu Gothic"/>
                <a:ea typeface="Yu Gothic"/>
                <a:cs typeface="Yu Gothic"/>
              </a:rPr>
              <a:t>アプリ登録</a:t>
            </a:r>
            <a:r>
              <a:rPr lang="en-US" altLang="ja-JP" sz="1125" b="0" dirty="0">
                <a:solidFill>
                  <a:srgbClr val="1F2937"/>
                </a:solidFill>
                <a:latin typeface="Yu Gothic"/>
                <a:ea typeface="Yu Gothic"/>
                <a:cs typeface="Yu Gothic"/>
              </a:rPr>
              <a:t> </a:t>
            </a:r>
            <a:r>
              <a:rPr lang="ja-JP" altLang="en-US" sz="1125" b="0">
                <a:solidFill>
                  <a:srgbClr val="1F2937"/>
                </a:solidFill>
                <a:latin typeface="Yu Gothic"/>
                <a:ea typeface="Yu Gothic"/>
                <a:cs typeface="Yu Gothic"/>
              </a:rPr>
              <a:t>アプリケーション</a:t>
            </a:r>
            <a:r>
              <a:rPr lang="en-US" altLang="ja-JP" sz="1125" b="0" dirty="0">
                <a:solidFill>
                  <a:srgbClr val="1F2937"/>
                </a:solidFill>
                <a:latin typeface="Yu Gothic"/>
                <a:ea typeface="Yu Gothic"/>
                <a:cs typeface="Yu Gothic"/>
              </a:rPr>
              <a:t>(</a:t>
            </a:r>
            <a:r>
              <a:rPr lang="ja-JP" altLang="en-US" sz="1125" b="0">
                <a:solidFill>
                  <a:srgbClr val="1F2937"/>
                </a:solidFill>
                <a:latin typeface="Yu Gothic"/>
                <a:ea typeface="Yu Gothic"/>
                <a:cs typeface="Yu Gothic"/>
              </a:rPr>
              <a:t>クライアント</a:t>
            </a:r>
            <a:r>
              <a:rPr lang="en-US" altLang="ja-JP" sz="1125" b="0" dirty="0">
                <a:solidFill>
                  <a:srgbClr val="1F2937"/>
                </a:solidFill>
                <a:latin typeface="Yu Gothic"/>
                <a:ea typeface="Yu Gothic"/>
                <a:cs typeface="Yu Gothic"/>
              </a:rPr>
              <a:t>) ID</a:t>
            </a:r>
          </a:p>
          <a:p>
            <a:pPr marL="171450" indent="-171450">
              <a:buFont typeface="Arial" panose="020B0604020202020204" pitchFamily="34" charset="0"/>
              <a:buChar char="•"/>
              <a:defRPr sz="1125" b="0">
                <a:solidFill>
                  <a:srgbClr val="1F2937"/>
                </a:solidFill>
                <a:latin typeface="Yu Gothic"/>
                <a:ea typeface="Yu Gothic"/>
                <a:cs typeface="Yu Gothic"/>
              </a:defRPr>
            </a:pPr>
            <a:r>
              <a:rPr lang="ja-JP" altLang="en-US" sz="1125">
                <a:solidFill>
                  <a:srgbClr val="1F2937"/>
                </a:solidFill>
                <a:latin typeface="Yu Gothic"/>
                <a:ea typeface="Yu Gothic"/>
                <a:cs typeface="Yu Gothic"/>
              </a:rPr>
              <a:t>アプリ登録</a:t>
            </a:r>
            <a:r>
              <a:rPr lang="en-US" altLang="ja-JP" sz="1125" dirty="0">
                <a:solidFill>
                  <a:srgbClr val="1F2937"/>
                </a:solidFill>
                <a:latin typeface="Yu Gothic"/>
                <a:ea typeface="Yu Gothic"/>
                <a:cs typeface="Yu Gothic"/>
              </a:rPr>
              <a:t> </a:t>
            </a:r>
            <a:r>
              <a:rPr lang="ja-JP" altLang="en-US" sz="1125">
                <a:solidFill>
                  <a:srgbClr val="1F2937"/>
                </a:solidFill>
                <a:latin typeface="Yu Gothic"/>
                <a:ea typeface="Yu Gothic"/>
                <a:cs typeface="Yu Gothic"/>
              </a:rPr>
              <a:t>ディレクトリ</a:t>
            </a:r>
            <a:r>
              <a:rPr lang="en-US" altLang="ja-JP" sz="1125" dirty="0">
                <a:solidFill>
                  <a:srgbClr val="1F2937"/>
                </a:solidFill>
                <a:latin typeface="Yu Gothic"/>
                <a:ea typeface="Yu Gothic"/>
                <a:cs typeface="Yu Gothic"/>
              </a:rPr>
              <a:t>(</a:t>
            </a:r>
            <a:r>
              <a:rPr lang="ja-JP" altLang="en-US" sz="1125">
                <a:solidFill>
                  <a:srgbClr val="1F2937"/>
                </a:solidFill>
                <a:latin typeface="Yu Gothic"/>
                <a:ea typeface="Yu Gothic"/>
                <a:cs typeface="Yu Gothic"/>
              </a:rPr>
              <a:t>テナント</a:t>
            </a:r>
            <a:r>
              <a:rPr lang="en-US" altLang="ja-JP" sz="1125" dirty="0">
                <a:solidFill>
                  <a:srgbClr val="1F2937"/>
                </a:solidFill>
                <a:latin typeface="Yu Gothic"/>
                <a:ea typeface="Yu Gothic"/>
                <a:cs typeface="Yu Gothic"/>
              </a:rPr>
              <a:t>) ID</a:t>
            </a:r>
            <a:endParaRPr lang="en-US" altLang="ja-JP" sz="1125" b="0" dirty="0">
              <a:solidFill>
                <a:srgbClr val="1F2937"/>
              </a:solidFill>
              <a:latin typeface="Yu Gothic"/>
              <a:ea typeface="Yu Gothic"/>
              <a:cs typeface="Yu Gothic"/>
            </a:endParaRPr>
          </a:p>
          <a:p>
            <a:pPr marL="171450" indent="-171450" algn="l">
              <a:buFont typeface="Arial" panose="020B0604020202020204" pitchFamily="34" charset="0"/>
              <a:buChar char="•"/>
              <a:defRPr sz="1125" b="0">
                <a:solidFill>
                  <a:srgbClr val="1F2937"/>
                </a:solidFill>
                <a:latin typeface="Yu Gothic"/>
                <a:ea typeface="Yu Gothic"/>
                <a:cs typeface="Yu Gothic"/>
              </a:defRPr>
            </a:pPr>
            <a:r>
              <a:rPr lang="en-US" sz="1125" b="0" dirty="0">
                <a:solidFill>
                  <a:srgbClr val="1F2937"/>
                </a:solidFill>
                <a:latin typeface="Yu Gothic"/>
                <a:ea typeface="Yu Gothic"/>
                <a:cs typeface="Yu Gothic"/>
              </a:rPr>
              <a:t>Web </a:t>
            </a:r>
            <a:r>
              <a:rPr lang="en-US" sz="1125" b="0" dirty="0" err="1">
                <a:solidFill>
                  <a:srgbClr val="1F2937"/>
                </a:solidFill>
                <a:latin typeface="Yu Gothic"/>
                <a:ea typeface="Yu Gothic"/>
                <a:cs typeface="Yu Gothic"/>
              </a:rPr>
              <a:t>用コンテナアプリ</a:t>
            </a:r>
            <a:r>
              <a:rPr lang="en-US" sz="1125" dirty="0">
                <a:solidFill>
                  <a:srgbClr val="1F2937"/>
                </a:solidFill>
                <a:latin typeface="Yu Gothic"/>
                <a:ea typeface="Yu Gothic"/>
                <a:cs typeface="Yu Gothic"/>
              </a:rPr>
              <a:t> </a:t>
            </a:r>
            <a:r>
              <a:rPr lang="ja-JP" altLang="en-US" sz="1125" b="0">
                <a:solidFill>
                  <a:srgbClr val="1F2937"/>
                </a:solidFill>
                <a:latin typeface="Yu Gothic"/>
                <a:ea typeface="Yu Gothic"/>
                <a:cs typeface="Yu Gothic"/>
              </a:rPr>
              <a:t>アプリケーション</a:t>
            </a:r>
            <a:r>
              <a:rPr lang="en-US" altLang="ja-JP" sz="1125" b="0" dirty="0">
                <a:solidFill>
                  <a:srgbClr val="1F2937"/>
                </a:solidFill>
                <a:latin typeface="Yu Gothic"/>
                <a:ea typeface="Yu Gothic"/>
                <a:cs typeface="Yu Gothic"/>
              </a:rPr>
              <a:t> URL</a:t>
            </a:r>
          </a:p>
          <a:p>
            <a:pPr marL="171450" indent="-171450" algn="l">
              <a:buFont typeface="Arial" panose="020B0604020202020204" pitchFamily="34" charset="0"/>
              <a:buChar char="•"/>
              <a:defRPr sz="1125" b="0">
                <a:solidFill>
                  <a:srgbClr val="1F2937"/>
                </a:solidFill>
                <a:latin typeface="Yu Gothic"/>
                <a:ea typeface="Yu Gothic"/>
                <a:cs typeface="Yu Gothic"/>
              </a:defRPr>
            </a:pPr>
            <a:r>
              <a:rPr lang="en-US" sz="1125" dirty="0">
                <a:solidFill>
                  <a:srgbClr val="1F2937"/>
                </a:solidFill>
                <a:latin typeface="Yu Gothic"/>
                <a:ea typeface="Yu Gothic"/>
                <a:cs typeface="Yu Gothic"/>
              </a:rPr>
              <a:t>API </a:t>
            </a:r>
            <a:r>
              <a:rPr lang="en-US" sz="1125" dirty="0" err="1">
                <a:solidFill>
                  <a:srgbClr val="1F2937"/>
                </a:solidFill>
                <a:latin typeface="Yu Gothic"/>
                <a:ea typeface="Yu Gothic"/>
                <a:cs typeface="Yu Gothic"/>
              </a:rPr>
              <a:t>用コンテナアプリ</a:t>
            </a:r>
            <a:r>
              <a:rPr lang="en-US" sz="1125" dirty="0">
                <a:solidFill>
                  <a:srgbClr val="1F2937"/>
                </a:solidFill>
                <a:latin typeface="Yu Gothic"/>
                <a:ea typeface="Yu Gothic"/>
                <a:cs typeface="Yu Gothic"/>
              </a:rPr>
              <a:t> </a:t>
            </a:r>
            <a:r>
              <a:rPr lang="en-US" sz="1125" dirty="0" err="1">
                <a:solidFill>
                  <a:srgbClr val="1F2937"/>
                </a:solidFill>
                <a:latin typeface="Yu Gothic"/>
                <a:ea typeface="Yu Gothic"/>
                <a:cs typeface="Yu Gothic"/>
              </a:rPr>
              <a:t>アプリケーション</a:t>
            </a:r>
            <a:r>
              <a:rPr lang="en-US" sz="1125" dirty="0">
                <a:solidFill>
                  <a:srgbClr val="1F2937"/>
                </a:solidFill>
                <a:latin typeface="Yu Gothic"/>
                <a:ea typeface="Yu Gothic"/>
                <a:cs typeface="Yu Gothic"/>
              </a:rPr>
              <a:t> URL</a:t>
            </a:r>
            <a:endParaRPr sz="1125" b="0" dirty="0">
              <a:solidFill>
                <a:srgbClr val="1F2937"/>
              </a:solidFill>
              <a:latin typeface="Yu Gothic"/>
              <a:ea typeface="Yu Gothic"/>
              <a:cs typeface="Yu Gothic"/>
            </a:endParaRPr>
          </a:p>
        </p:txBody>
      </p:sp>
    </p:spTree>
    <p:extLst>
      <p:ext uri="{BB962C8B-B14F-4D97-AF65-F5344CB8AC3E}">
        <p14:creationId xmlns:p14="http://schemas.microsoft.com/office/powerpoint/2010/main" val="332351396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8D273D6-ADF1-0BD9-4FFA-393A89A89EA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正方形/長方形 8">
            <a:extLst>
              <a:ext uri="{FF2B5EF4-FFF2-40B4-BE49-F238E27FC236}">
                <a16:creationId xmlns:a16="http://schemas.microsoft.com/office/drawing/2014/main" id="{46302A37-0E91-F0CF-EA71-80D422A78153}"/>
              </a:ext>
            </a:extLst>
          </p:cNvPr>
          <p:cNvSpPr>
            <a:spLocks noGrp="1"/>
          </p:cNvSpPr>
          <p:nvPr/>
        </p:nvSpPr>
        <p:spPr>
          <a:xfrm>
            <a:off x="685800" y="400050"/>
            <a:ext cx="8953500" cy="4953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>
              <a:defRPr sz="2325" b="1">
                <a:solidFill>
                  <a:srgbClr val="1F2937"/>
                </a:solidFill>
                <a:latin typeface="Yu Gothic"/>
                <a:ea typeface="Yu Gothic"/>
                <a:cs typeface="Yu Gothic"/>
              </a:defRPr>
            </a:pPr>
            <a:r>
              <a:rPr lang="en" altLang="ja-JP" sz="2000" b="1" dirty="0">
                <a:solidFill>
                  <a:srgbClr val="1F2937"/>
                </a:solidFill>
                <a:latin typeface="Yu Gothic"/>
                <a:ea typeface="Yu Gothic"/>
                <a:cs typeface="Yu Gothic"/>
              </a:rPr>
              <a:t>PostgreSQL </a:t>
            </a:r>
            <a:r>
              <a:rPr lang="ja-JP" altLang="en-US" sz="2000" b="1">
                <a:solidFill>
                  <a:srgbClr val="1F2937"/>
                </a:solidFill>
                <a:latin typeface="Yu Gothic"/>
                <a:ea typeface="Yu Gothic"/>
                <a:cs typeface="Yu Gothic"/>
              </a:rPr>
              <a:t>を再開する</a:t>
            </a:r>
            <a:endParaRPr lang="ja-JP" altLang="en-US" sz="2000" b="1" dirty="0">
              <a:solidFill>
                <a:srgbClr val="1F2937"/>
              </a:solidFill>
              <a:latin typeface="Yu Gothic"/>
              <a:ea typeface="Yu Gothic"/>
              <a:cs typeface="Yu Gothic"/>
            </a:endParaRPr>
          </a:p>
        </p:txBody>
      </p:sp>
      <p:sp>
        <p:nvSpPr>
          <p:cNvPr id="2" name="正方形/長方形 1">
            <a:extLst>
              <a:ext uri="{FF2B5EF4-FFF2-40B4-BE49-F238E27FC236}">
                <a16:creationId xmlns:a16="http://schemas.microsoft.com/office/drawing/2014/main" id="{EC9252E5-1F44-B0CA-CE26-4D2D948AB759}"/>
              </a:ext>
            </a:extLst>
          </p:cNvPr>
          <p:cNvSpPr>
            <a:spLocks noGrp="1"/>
          </p:cNvSpPr>
          <p:nvPr/>
        </p:nvSpPr>
        <p:spPr>
          <a:xfrm>
            <a:off x="685800" y="876300"/>
            <a:ext cx="36195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13" b="0">
                <a:solidFill>
                  <a:srgbClr val="667085"/>
                </a:solidFill>
                <a:latin typeface="Yu Gothic UI"/>
                <a:ea typeface="Yu Gothic UI"/>
                <a:cs typeface="Yu Gothic UI"/>
              </a:defRPr>
            </a:pPr>
            <a:r>
              <a:rPr sz="713" b="0" dirty="0">
                <a:solidFill>
                  <a:srgbClr val="667085"/>
                </a:solidFill>
                <a:latin typeface="Yu Gothic UI"/>
                <a:ea typeface="Yu Gothic UI"/>
                <a:cs typeface="Yu Gothic UI"/>
              </a:rPr>
              <a:t>Azure Workshop for Beginners </a:t>
            </a:r>
            <a:r>
              <a:rPr lang="ja-JP" altLang="en-US" sz="713" b="0">
                <a:solidFill>
                  <a:srgbClr val="667085"/>
                </a:solidFill>
                <a:latin typeface="Yu Gothic UI"/>
                <a:ea typeface="Yu Gothic UI"/>
                <a:cs typeface="Yu Gothic UI"/>
              </a:rPr>
              <a:t> </a:t>
            </a:r>
            <a:r>
              <a:rPr lang="en-US" altLang="ja-JP" sz="713" b="0" dirty="0">
                <a:solidFill>
                  <a:srgbClr val="667085"/>
                </a:solidFill>
                <a:latin typeface="Yu Gothic UI"/>
                <a:ea typeface="Yu Gothic UI"/>
                <a:cs typeface="Yu Gothic UI"/>
              </a:rPr>
              <a:t>| </a:t>
            </a:r>
            <a:r>
              <a:rPr lang="ja-JP" altLang="en-US" sz="713" b="0">
                <a:solidFill>
                  <a:srgbClr val="667085"/>
                </a:solidFill>
                <a:latin typeface="Yu Gothic UI"/>
                <a:ea typeface="Yu Gothic UI"/>
                <a:cs typeface="Yu Gothic UI"/>
              </a:rPr>
              <a:t>第</a:t>
            </a:r>
            <a:r>
              <a:rPr lang="en-US" altLang="ja-JP" sz="713" b="0" dirty="0">
                <a:solidFill>
                  <a:srgbClr val="667085"/>
                </a:solidFill>
                <a:latin typeface="Yu Gothic UI"/>
                <a:ea typeface="Yu Gothic UI"/>
                <a:cs typeface="Yu Gothic UI"/>
              </a:rPr>
              <a:t>6</a:t>
            </a:r>
            <a:r>
              <a:rPr lang="ja-JP" altLang="en-US" sz="713" b="0">
                <a:solidFill>
                  <a:srgbClr val="667085"/>
                </a:solidFill>
                <a:latin typeface="Yu Gothic UI"/>
                <a:ea typeface="Yu Gothic UI"/>
                <a:cs typeface="Yu Gothic UI"/>
              </a:rPr>
              <a:t>回</a:t>
            </a:r>
            <a:endParaRPr sz="713" b="0" dirty="0">
              <a:solidFill>
                <a:srgbClr val="667085"/>
              </a:solidFill>
              <a:latin typeface="Yu Gothic UI"/>
              <a:ea typeface="Yu Gothic UI"/>
              <a:cs typeface="Yu Gothic UI"/>
            </a:endParaRPr>
          </a:p>
        </p:txBody>
      </p:sp>
      <p:sp>
        <p:nvSpPr>
          <p:cNvPr id="4" name="正方形/長方形 3">
            <a:extLst>
              <a:ext uri="{FF2B5EF4-FFF2-40B4-BE49-F238E27FC236}">
                <a16:creationId xmlns:a16="http://schemas.microsoft.com/office/drawing/2014/main" id="{887A7A4C-EE33-5A30-0215-68AA309272BD}"/>
              </a:ext>
            </a:extLst>
          </p:cNvPr>
          <p:cNvSpPr>
            <a:spLocks noGrp="1"/>
          </p:cNvSpPr>
          <p:nvPr/>
        </p:nvSpPr>
        <p:spPr>
          <a:xfrm>
            <a:off x="685800" y="1200150"/>
            <a:ext cx="10820400" cy="14288"/>
          </a:xfrm>
          <a:prstGeom prst="rect">
            <a:avLst/>
          </a:prstGeom>
          <a:solidFill>
            <a:srgbClr val="D0D5DD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5" name="正方形/長方形 4">
            <a:extLst>
              <a:ext uri="{FF2B5EF4-FFF2-40B4-BE49-F238E27FC236}">
                <a16:creationId xmlns:a16="http://schemas.microsoft.com/office/drawing/2014/main" id="{0D1E79CC-FF90-5B77-9D91-44991BC54921}"/>
              </a:ext>
            </a:extLst>
          </p:cNvPr>
          <p:cNvSpPr>
            <a:spLocks noGrp="1"/>
          </p:cNvSpPr>
          <p:nvPr/>
        </p:nvSpPr>
        <p:spPr>
          <a:xfrm>
            <a:off x="685800" y="1352550"/>
            <a:ext cx="10820400" cy="552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19050" rIns="0" bIns="0" anchor="t"/>
          <a:lstStyle/>
          <a:p>
            <a:pPr>
              <a:defRPr sz="1238" b="0">
                <a:solidFill>
                  <a:srgbClr val="64748B"/>
                </a:solidFill>
                <a:latin typeface="Yu Gothic"/>
                <a:ea typeface="Yu Gothic"/>
                <a:cs typeface="Yu Gothic"/>
              </a:defRPr>
            </a:pPr>
            <a:r>
              <a:rPr lang="ja-JP" altLang="en-US" sz="1200">
                <a:solidFill>
                  <a:srgbClr val="64748B"/>
                </a:solidFill>
                <a:latin typeface="Yu Gothic"/>
                <a:ea typeface="Yu Gothic"/>
                <a:cs typeface="Yu Gothic"/>
              </a:rPr>
              <a:t>前回停止した </a:t>
            </a:r>
            <a:r>
              <a:rPr lang="en" altLang="ja-JP" sz="1200" dirty="0">
                <a:solidFill>
                  <a:srgbClr val="64748B"/>
                </a:solidFill>
                <a:latin typeface="Yu Gothic"/>
                <a:ea typeface="Yu Gothic"/>
                <a:cs typeface="Yu Gothic"/>
              </a:rPr>
              <a:t>PostgreSQL </a:t>
            </a:r>
            <a:r>
              <a:rPr lang="ja-JP" altLang="en-US" sz="1200">
                <a:solidFill>
                  <a:srgbClr val="64748B"/>
                </a:solidFill>
                <a:latin typeface="Yu Gothic"/>
                <a:ea typeface="Yu Gothic"/>
                <a:cs typeface="Yu Gothic"/>
              </a:rPr>
              <a:t>を、デプロイ後の動作確認に向けて </a:t>
            </a:r>
            <a:r>
              <a:rPr lang="en" altLang="ja-JP" sz="1200" dirty="0">
                <a:solidFill>
                  <a:srgbClr val="64748B"/>
                </a:solidFill>
                <a:latin typeface="Yu Gothic"/>
                <a:ea typeface="Yu Gothic"/>
                <a:cs typeface="Yu Gothic"/>
              </a:rPr>
              <a:t>Running </a:t>
            </a:r>
            <a:r>
              <a:rPr lang="ja-JP" altLang="en-US" sz="1200">
                <a:solidFill>
                  <a:srgbClr val="64748B"/>
                </a:solidFill>
                <a:latin typeface="Yu Gothic"/>
                <a:ea typeface="Yu Gothic"/>
                <a:cs typeface="Yu Gothic"/>
              </a:rPr>
              <a:t>に戻します。</a:t>
            </a:r>
            <a:r>
              <a:rPr lang="en" altLang="ja-JP" sz="1200" dirty="0">
                <a:solidFill>
                  <a:srgbClr val="64748B"/>
                </a:solidFill>
                <a:latin typeface="Yu Gothic"/>
                <a:ea typeface="Yu Gothic"/>
                <a:cs typeface="Yu Gothic"/>
              </a:rPr>
              <a:t>Start </a:t>
            </a:r>
            <a:r>
              <a:rPr lang="ja-JP" altLang="en-US" sz="1200">
                <a:solidFill>
                  <a:srgbClr val="64748B"/>
                </a:solidFill>
                <a:latin typeface="Yu Gothic"/>
                <a:ea typeface="Yu Gothic"/>
                <a:cs typeface="Yu Gothic"/>
              </a:rPr>
              <a:t>後の完了を待ってから次へ進みます。</a:t>
            </a:r>
            <a:endParaRPr lang="ja-JP" altLang="en-US" sz="1200" dirty="0">
              <a:solidFill>
                <a:srgbClr val="64748B"/>
              </a:solidFill>
              <a:latin typeface="Yu Gothic"/>
              <a:ea typeface="Yu Gothic"/>
              <a:cs typeface="Yu Gothic"/>
            </a:endParaRPr>
          </a:p>
        </p:txBody>
      </p:sp>
      <p:sp>
        <p:nvSpPr>
          <p:cNvPr id="6" name="正方形/長方形 5">
            <a:extLst>
              <a:ext uri="{FF2B5EF4-FFF2-40B4-BE49-F238E27FC236}">
                <a16:creationId xmlns:a16="http://schemas.microsoft.com/office/drawing/2014/main" id="{134DEE7D-A88D-1E89-4287-29566BBA282A}"/>
              </a:ext>
            </a:extLst>
          </p:cNvPr>
          <p:cNvSpPr>
            <a:spLocks noGrp="1"/>
          </p:cNvSpPr>
          <p:nvPr/>
        </p:nvSpPr>
        <p:spPr>
          <a:xfrm>
            <a:off x="550606" y="2157412"/>
            <a:ext cx="11080955" cy="3886200"/>
          </a:xfrm>
          <a:prstGeom prst="rect">
            <a:avLst/>
          </a:prstGeom>
          <a:solidFill>
            <a:srgbClr val="FFFFFF"/>
          </a:solidFill>
          <a:ln w="9525">
            <a:solidFill>
              <a:srgbClr val="D0D5DD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0" name="正方形/長方形 9">
            <a:extLst>
              <a:ext uri="{FF2B5EF4-FFF2-40B4-BE49-F238E27FC236}">
                <a16:creationId xmlns:a16="http://schemas.microsoft.com/office/drawing/2014/main" id="{ABB964D8-C1CB-83D4-7F06-B6F92AB184FB}"/>
              </a:ext>
            </a:extLst>
          </p:cNvPr>
          <p:cNvSpPr/>
          <p:nvPr/>
        </p:nvSpPr>
        <p:spPr>
          <a:xfrm>
            <a:off x="1828800" y="2235200"/>
            <a:ext cx="2770909" cy="508000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kumimoji="1" lang="ja-JP" altLang="en-US" sz="1200">
                <a:solidFill>
                  <a:schemeClr val="tx1">
                    <a:lumMod val="75000"/>
                    <a:lumOff val="25000"/>
                  </a:schemeClr>
                </a:solidFill>
                <a:latin typeface="Yu Gothic UI" panose="020B0500000000000000" pitchFamily="34" charset="-128"/>
                <a:ea typeface="Yu Gothic UI" panose="020B0500000000000000" pitchFamily="34" charset="-128"/>
              </a:rPr>
              <a:t>前回作成したリソースグループの画面を開き、そこから</a:t>
            </a:r>
            <a:r>
              <a:rPr kumimoji="1" lang="en-US" altLang="ja-JP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Yu Gothic UI" panose="020B0500000000000000" pitchFamily="34" charset="-128"/>
                <a:ea typeface="Yu Gothic UI" panose="020B0500000000000000" pitchFamily="34" charset="-128"/>
              </a:rPr>
              <a:t> PostgreSQL </a:t>
            </a:r>
            <a:r>
              <a:rPr kumimoji="1" lang="ja-JP" altLang="en-US" sz="1200">
                <a:solidFill>
                  <a:schemeClr val="tx1">
                    <a:lumMod val="75000"/>
                    <a:lumOff val="25000"/>
                  </a:schemeClr>
                </a:solidFill>
                <a:latin typeface="Yu Gothic UI" panose="020B0500000000000000" pitchFamily="34" charset="-128"/>
                <a:ea typeface="Yu Gothic UI" panose="020B0500000000000000" pitchFamily="34" charset="-128"/>
              </a:rPr>
              <a:t>の画面を開く。</a:t>
            </a:r>
          </a:p>
        </p:txBody>
      </p:sp>
      <p:pic>
        <p:nvPicPr>
          <p:cNvPr id="11" name="図 10">
            <a:extLst>
              <a:ext uri="{FF2B5EF4-FFF2-40B4-BE49-F238E27FC236}">
                <a16:creationId xmlns:a16="http://schemas.microsoft.com/office/drawing/2014/main" id="{57AAFE3E-CD39-32BF-9D19-19E2AD79D5E4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876822" y="2843863"/>
            <a:ext cx="5002644" cy="2813987"/>
          </a:xfrm>
          <a:prstGeom prst="rect">
            <a:avLst/>
          </a:prstGeom>
        </p:spPr>
      </p:pic>
      <p:sp>
        <p:nvSpPr>
          <p:cNvPr id="7" name="正方形/長方形 6">
            <a:extLst>
              <a:ext uri="{FF2B5EF4-FFF2-40B4-BE49-F238E27FC236}">
                <a16:creationId xmlns:a16="http://schemas.microsoft.com/office/drawing/2014/main" id="{7BFCB1DC-7994-42A6-C9BB-FA04B0BBCF53}"/>
              </a:ext>
            </a:extLst>
          </p:cNvPr>
          <p:cNvSpPr/>
          <p:nvPr/>
        </p:nvSpPr>
        <p:spPr>
          <a:xfrm>
            <a:off x="3657600" y="3175868"/>
            <a:ext cx="315679" cy="200026"/>
          </a:xfrm>
          <a:prstGeom prst="rect">
            <a:avLst/>
          </a:prstGeom>
          <a:noFill/>
          <a:ln w="254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8" name="四角形吹き出し 7">
            <a:extLst>
              <a:ext uri="{FF2B5EF4-FFF2-40B4-BE49-F238E27FC236}">
                <a16:creationId xmlns:a16="http://schemas.microsoft.com/office/drawing/2014/main" id="{5635114A-6F0A-3A47-990A-0BDD98F18F6A}"/>
              </a:ext>
            </a:extLst>
          </p:cNvPr>
          <p:cNvSpPr/>
          <p:nvPr/>
        </p:nvSpPr>
        <p:spPr>
          <a:xfrm>
            <a:off x="4749984" y="2751499"/>
            <a:ext cx="1013507" cy="434616"/>
          </a:xfrm>
          <a:prstGeom prst="wedgeRectCallout">
            <a:avLst>
              <a:gd name="adj1" fmla="val -108917"/>
              <a:gd name="adj2" fmla="val 51462"/>
            </a:avLst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kumimoji="1" lang="ja-JP" altLang="en-US" sz="1100">
                <a:solidFill>
                  <a:schemeClr val="tx1">
                    <a:lumMod val="75000"/>
                    <a:lumOff val="25000"/>
                  </a:schemeClr>
                </a:solidFill>
                <a:latin typeface="Yu Gothic UI" panose="020B0500000000000000" pitchFamily="34" charset="-128"/>
                <a:ea typeface="Yu Gothic UI" panose="020B0500000000000000" pitchFamily="34" charset="-128"/>
              </a:rPr>
              <a:t>開始をクリック</a:t>
            </a:r>
          </a:p>
        </p:txBody>
      </p:sp>
      <p:pic>
        <p:nvPicPr>
          <p:cNvPr id="12" name="図 11">
            <a:extLst>
              <a:ext uri="{FF2B5EF4-FFF2-40B4-BE49-F238E27FC236}">
                <a16:creationId xmlns:a16="http://schemas.microsoft.com/office/drawing/2014/main" id="{906EC57F-789E-728A-E12A-D6E571FCA749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6312533" y="2843863"/>
            <a:ext cx="5002645" cy="2813988"/>
          </a:xfrm>
          <a:prstGeom prst="rect">
            <a:avLst/>
          </a:prstGeom>
        </p:spPr>
      </p:pic>
      <p:sp>
        <p:nvSpPr>
          <p:cNvPr id="13" name="正方形/長方形 12">
            <a:extLst>
              <a:ext uri="{FF2B5EF4-FFF2-40B4-BE49-F238E27FC236}">
                <a16:creationId xmlns:a16="http://schemas.microsoft.com/office/drawing/2014/main" id="{2E26ED45-1E16-C0B6-E4AE-891590046A8A}"/>
              </a:ext>
            </a:extLst>
          </p:cNvPr>
          <p:cNvSpPr/>
          <p:nvPr/>
        </p:nvSpPr>
        <p:spPr>
          <a:xfrm>
            <a:off x="7550727" y="4234692"/>
            <a:ext cx="315679" cy="134108"/>
          </a:xfrm>
          <a:prstGeom prst="rect">
            <a:avLst/>
          </a:prstGeom>
          <a:noFill/>
          <a:ln w="254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4" name="四角形吹き出し 13">
            <a:extLst>
              <a:ext uri="{FF2B5EF4-FFF2-40B4-BE49-F238E27FC236}">
                <a16:creationId xmlns:a16="http://schemas.microsoft.com/office/drawing/2014/main" id="{660A526D-4C0C-31AF-6DB4-7DB78DB8EF7C}"/>
              </a:ext>
            </a:extLst>
          </p:cNvPr>
          <p:cNvSpPr/>
          <p:nvPr/>
        </p:nvSpPr>
        <p:spPr>
          <a:xfrm>
            <a:off x="8577284" y="3896302"/>
            <a:ext cx="1767443" cy="434616"/>
          </a:xfrm>
          <a:prstGeom prst="wedgeRectCallout">
            <a:avLst>
              <a:gd name="adj1" fmla="val -88014"/>
              <a:gd name="adj2" fmla="val 47212"/>
            </a:avLst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kumimoji="1" lang="ja-JP" altLang="en-US" sz="1100">
                <a:solidFill>
                  <a:schemeClr val="tx1">
                    <a:lumMod val="75000"/>
                    <a:lumOff val="25000"/>
                  </a:schemeClr>
                </a:solidFill>
                <a:latin typeface="Yu Gothic UI" panose="020B0500000000000000" pitchFamily="34" charset="-128"/>
                <a:ea typeface="Yu Gothic UI" panose="020B0500000000000000" pitchFamily="34" charset="-128"/>
              </a:rPr>
              <a:t>状態が</a:t>
            </a:r>
            <a:r>
              <a:rPr kumimoji="1" lang="en-US" altLang="ja-JP" sz="1100" dirty="0">
                <a:solidFill>
                  <a:schemeClr val="tx1">
                    <a:lumMod val="75000"/>
                    <a:lumOff val="25000"/>
                  </a:schemeClr>
                </a:solidFill>
                <a:latin typeface="Yu Gothic UI" panose="020B0500000000000000" pitchFamily="34" charset="-128"/>
                <a:ea typeface="Yu Gothic UI" panose="020B0500000000000000" pitchFamily="34" charset="-128"/>
              </a:rPr>
              <a:t> Ready </a:t>
            </a:r>
            <a:r>
              <a:rPr kumimoji="1" lang="ja-JP" altLang="en-US" sz="1100">
                <a:solidFill>
                  <a:schemeClr val="tx1">
                    <a:lumMod val="75000"/>
                    <a:lumOff val="25000"/>
                  </a:schemeClr>
                </a:solidFill>
                <a:latin typeface="Yu Gothic UI" panose="020B0500000000000000" pitchFamily="34" charset="-128"/>
                <a:ea typeface="Yu Gothic UI" panose="020B0500000000000000" pitchFamily="34" charset="-128"/>
              </a:rPr>
              <a:t>になったことを確認</a:t>
            </a:r>
          </a:p>
        </p:txBody>
      </p:sp>
    </p:spTree>
    <p:extLst>
      <p:ext uri="{BB962C8B-B14F-4D97-AF65-F5344CB8AC3E}">
        <p14:creationId xmlns:p14="http://schemas.microsoft.com/office/powerpoint/2010/main" val="171589201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48182D2-B0C9-6B0A-1476-7C6BC15CF4A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正方形/長方形 14">
            <a:extLst>
              <a:ext uri="{FF2B5EF4-FFF2-40B4-BE49-F238E27FC236}">
                <a16:creationId xmlns:a16="http://schemas.microsoft.com/office/drawing/2014/main" id="{E6697796-CC9B-32CF-52D9-2CEFC57CD0A4}"/>
              </a:ext>
            </a:extLst>
          </p:cNvPr>
          <p:cNvSpPr>
            <a:spLocks noGrp="1"/>
          </p:cNvSpPr>
          <p:nvPr/>
        </p:nvSpPr>
        <p:spPr>
          <a:xfrm>
            <a:off x="685800" y="400050"/>
            <a:ext cx="8953500" cy="4953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>
              <a:defRPr sz="2325" b="1">
                <a:solidFill>
                  <a:srgbClr val="1F2937"/>
                </a:solidFill>
                <a:latin typeface="Yu Gothic"/>
                <a:ea typeface="Yu Gothic"/>
                <a:cs typeface="Yu Gothic"/>
              </a:defRPr>
            </a:pPr>
            <a:r>
              <a:rPr lang="ja-JP" altLang="en-US" sz="2000" b="1">
                <a:solidFill>
                  <a:srgbClr val="1F2937"/>
                </a:solidFill>
                <a:latin typeface="Yu Gothic"/>
                <a:ea typeface="Yu Gothic"/>
                <a:cs typeface="Yu Gothic"/>
              </a:rPr>
              <a:t>テンプレートからリポジトリを作成する</a:t>
            </a:r>
            <a:endParaRPr lang="ja-JP" altLang="en-US" sz="2000" b="1" dirty="0">
              <a:solidFill>
                <a:srgbClr val="1F2937"/>
              </a:solidFill>
              <a:latin typeface="Yu Gothic"/>
              <a:ea typeface="Yu Gothic"/>
              <a:cs typeface="Yu Gothic"/>
            </a:endParaRPr>
          </a:p>
        </p:txBody>
      </p:sp>
      <p:sp>
        <p:nvSpPr>
          <p:cNvPr id="2" name="正方形/長方形 1">
            <a:extLst>
              <a:ext uri="{FF2B5EF4-FFF2-40B4-BE49-F238E27FC236}">
                <a16:creationId xmlns:a16="http://schemas.microsoft.com/office/drawing/2014/main" id="{54D254BE-AB59-9165-CE7D-B067F77D8866}"/>
              </a:ext>
            </a:extLst>
          </p:cNvPr>
          <p:cNvSpPr>
            <a:spLocks noGrp="1"/>
          </p:cNvSpPr>
          <p:nvPr/>
        </p:nvSpPr>
        <p:spPr>
          <a:xfrm>
            <a:off x="685800" y="876300"/>
            <a:ext cx="36195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13" b="0">
                <a:solidFill>
                  <a:srgbClr val="667085"/>
                </a:solidFill>
                <a:latin typeface="Yu Gothic UI"/>
                <a:ea typeface="Yu Gothic UI"/>
                <a:cs typeface="Yu Gothic UI"/>
              </a:defRPr>
            </a:pPr>
            <a:r>
              <a:rPr sz="713" b="0" dirty="0">
                <a:solidFill>
                  <a:srgbClr val="667085"/>
                </a:solidFill>
                <a:latin typeface="Yu Gothic UI"/>
                <a:ea typeface="Yu Gothic UI"/>
                <a:cs typeface="Yu Gothic UI"/>
              </a:rPr>
              <a:t>Azure Workshop for Beginners </a:t>
            </a:r>
            <a:r>
              <a:rPr lang="ja-JP" altLang="en-US" sz="713" b="0">
                <a:solidFill>
                  <a:srgbClr val="667085"/>
                </a:solidFill>
                <a:latin typeface="Yu Gothic UI"/>
                <a:ea typeface="Yu Gothic UI"/>
                <a:cs typeface="Yu Gothic UI"/>
              </a:rPr>
              <a:t> </a:t>
            </a:r>
            <a:r>
              <a:rPr lang="en-US" altLang="ja-JP" sz="713" b="0" dirty="0">
                <a:solidFill>
                  <a:srgbClr val="667085"/>
                </a:solidFill>
                <a:latin typeface="Yu Gothic UI"/>
                <a:ea typeface="Yu Gothic UI"/>
                <a:cs typeface="Yu Gothic UI"/>
              </a:rPr>
              <a:t>| </a:t>
            </a:r>
            <a:r>
              <a:rPr lang="ja-JP" altLang="en-US" sz="713" b="0">
                <a:solidFill>
                  <a:srgbClr val="667085"/>
                </a:solidFill>
                <a:latin typeface="Yu Gothic UI"/>
                <a:ea typeface="Yu Gothic UI"/>
                <a:cs typeface="Yu Gothic UI"/>
              </a:rPr>
              <a:t>第</a:t>
            </a:r>
            <a:r>
              <a:rPr lang="en-US" altLang="ja-JP" sz="713" b="0" dirty="0">
                <a:solidFill>
                  <a:srgbClr val="667085"/>
                </a:solidFill>
                <a:latin typeface="Yu Gothic UI"/>
                <a:ea typeface="Yu Gothic UI"/>
                <a:cs typeface="Yu Gothic UI"/>
              </a:rPr>
              <a:t>6</a:t>
            </a:r>
            <a:r>
              <a:rPr lang="ja-JP" altLang="en-US" sz="713" b="0">
                <a:solidFill>
                  <a:srgbClr val="667085"/>
                </a:solidFill>
                <a:latin typeface="Yu Gothic UI"/>
                <a:ea typeface="Yu Gothic UI"/>
                <a:cs typeface="Yu Gothic UI"/>
              </a:rPr>
              <a:t>回</a:t>
            </a:r>
            <a:endParaRPr sz="713" b="0" dirty="0">
              <a:solidFill>
                <a:srgbClr val="667085"/>
              </a:solidFill>
              <a:latin typeface="Yu Gothic UI"/>
              <a:ea typeface="Yu Gothic UI"/>
              <a:cs typeface="Yu Gothic UI"/>
            </a:endParaRPr>
          </a:p>
        </p:txBody>
      </p:sp>
      <p:sp>
        <p:nvSpPr>
          <p:cNvPr id="4" name="正方形/長方形 3">
            <a:extLst>
              <a:ext uri="{FF2B5EF4-FFF2-40B4-BE49-F238E27FC236}">
                <a16:creationId xmlns:a16="http://schemas.microsoft.com/office/drawing/2014/main" id="{7314FE94-B7A9-BA56-6574-C61C49C6C9FE}"/>
              </a:ext>
            </a:extLst>
          </p:cNvPr>
          <p:cNvSpPr>
            <a:spLocks noGrp="1"/>
          </p:cNvSpPr>
          <p:nvPr/>
        </p:nvSpPr>
        <p:spPr>
          <a:xfrm>
            <a:off x="685800" y="1200150"/>
            <a:ext cx="10820400" cy="14288"/>
          </a:xfrm>
          <a:prstGeom prst="rect">
            <a:avLst/>
          </a:prstGeom>
          <a:solidFill>
            <a:srgbClr val="D0D5DD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3" name="正方形/長方形 2">
            <a:extLst>
              <a:ext uri="{FF2B5EF4-FFF2-40B4-BE49-F238E27FC236}">
                <a16:creationId xmlns:a16="http://schemas.microsoft.com/office/drawing/2014/main" id="{150A7972-ACBD-41CF-FC9E-0F356CB54B92}"/>
              </a:ext>
            </a:extLst>
          </p:cNvPr>
          <p:cNvSpPr>
            <a:spLocks noGrp="1"/>
          </p:cNvSpPr>
          <p:nvPr/>
        </p:nvSpPr>
        <p:spPr>
          <a:xfrm>
            <a:off x="550606" y="2157412"/>
            <a:ext cx="11080955" cy="3886200"/>
          </a:xfrm>
          <a:prstGeom prst="rect">
            <a:avLst/>
          </a:prstGeom>
          <a:solidFill>
            <a:srgbClr val="FFFFFF"/>
          </a:solidFill>
          <a:ln w="9525">
            <a:solidFill>
              <a:srgbClr val="D0D5DD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6" name="正方形/長方形 5">
            <a:extLst>
              <a:ext uri="{FF2B5EF4-FFF2-40B4-BE49-F238E27FC236}">
                <a16:creationId xmlns:a16="http://schemas.microsoft.com/office/drawing/2014/main" id="{0F8868DC-7B89-F29B-26D1-5E42C26FB3A2}"/>
              </a:ext>
            </a:extLst>
          </p:cNvPr>
          <p:cNvSpPr>
            <a:spLocks noGrp="1"/>
          </p:cNvSpPr>
          <p:nvPr/>
        </p:nvSpPr>
        <p:spPr>
          <a:xfrm>
            <a:off x="685800" y="1352550"/>
            <a:ext cx="10820400" cy="552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19050" rIns="0" bIns="0" anchor="t"/>
          <a:lstStyle/>
          <a:p>
            <a:pPr>
              <a:defRPr sz="1238" b="0">
                <a:solidFill>
                  <a:srgbClr val="64748B"/>
                </a:solidFill>
                <a:latin typeface="Yu Gothic"/>
                <a:ea typeface="Yu Gothic"/>
                <a:cs typeface="Yu Gothic"/>
              </a:defRPr>
            </a:pPr>
            <a:r>
              <a:rPr lang="en-US" altLang="ja-JP" sz="1200" dirty="0">
                <a:solidFill>
                  <a:srgbClr val="64748B"/>
                </a:solidFill>
                <a:latin typeface="Yu Gothic"/>
                <a:ea typeface="Yu Gothic"/>
                <a:cs typeface="Yu Gothic"/>
              </a:rPr>
              <a:t>GitHub </a:t>
            </a:r>
            <a:r>
              <a:rPr lang="ja-JP" altLang="en-US" sz="1200">
                <a:solidFill>
                  <a:srgbClr val="64748B"/>
                </a:solidFill>
                <a:latin typeface="Yu Gothic"/>
                <a:ea typeface="Yu Gothic"/>
                <a:cs typeface="Yu Gothic"/>
              </a:rPr>
              <a:t>にログインし、サンプルアプリのテンプレートリポジトリを自身のリポジトリにコピーします。</a:t>
            </a:r>
            <a:endParaRPr lang="ja-JP" altLang="en-US" sz="1200" dirty="0">
              <a:solidFill>
                <a:srgbClr val="64748B"/>
              </a:solidFill>
              <a:latin typeface="Yu Gothic"/>
              <a:ea typeface="Yu Gothic"/>
              <a:cs typeface="Yu Gothic"/>
            </a:endParaRPr>
          </a:p>
        </p:txBody>
      </p:sp>
      <p:pic>
        <p:nvPicPr>
          <p:cNvPr id="11" name="図 10">
            <a:extLst>
              <a:ext uri="{FF2B5EF4-FFF2-40B4-BE49-F238E27FC236}">
                <a16:creationId xmlns:a16="http://schemas.microsoft.com/office/drawing/2014/main" id="{A9615FB5-DCE5-CB5B-6448-C28315ABE92D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685800" y="2347912"/>
            <a:ext cx="5297055" cy="3310659"/>
          </a:xfrm>
          <a:prstGeom prst="rect">
            <a:avLst/>
          </a:prstGeom>
        </p:spPr>
      </p:pic>
      <p:sp>
        <p:nvSpPr>
          <p:cNvPr id="9" name="正方形/長方形 8">
            <a:extLst>
              <a:ext uri="{FF2B5EF4-FFF2-40B4-BE49-F238E27FC236}">
                <a16:creationId xmlns:a16="http://schemas.microsoft.com/office/drawing/2014/main" id="{69D92CE3-D13E-E882-9AD5-9D3036D0E9AB}"/>
              </a:ext>
            </a:extLst>
          </p:cNvPr>
          <p:cNvSpPr/>
          <p:nvPr/>
        </p:nvSpPr>
        <p:spPr>
          <a:xfrm>
            <a:off x="1274619" y="1838324"/>
            <a:ext cx="3168072" cy="636588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kumimoji="1" lang="en-US" altLang="ja-JP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Yu Gothic UI" panose="020B0500000000000000" pitchFamily="34" charset="-128"/>
                <a:ea typeface="Yu Gothic UI" panose="020B0500000000000000" pitchFamily="34" charset="-128"/>
              </a:rPr>
              <a:t>GitHub </a:t>
            </a:r>
            <a:r>
              <a:rPr kumimoji="1" lang="ja-JP" altLang="en-US" sz="1200">
                <a:solidFill>
                  <a:schemeClr val="tx1">
                    <a:lumMod val="75000"/>
                    <a:lumOff val="25000"/>
                  </a:schemeClr>
                </a:solidFill>
                <a:latin typeface="Yu Gothic UI" panose="020B0500000000000000" pitchFamily="34" charset="-128"/>
                <a:ea typeface="Yu Gothic UI" panose="020B0500000000000000" pitchFamily="34" charset="-128"/>
              </a:rPr>
              <a:t>にログインし、サンプルアプリのリポジトリ</a:t>
            </a:r>
            <a:r>
              <a:rPr kumimoji="1" lang="en-US" altLang="ja-JP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Yu Gothic UI" panose="020B0500000000000000" pitchFamily="34" charset="-128"/>
                <a:ea typeface="Yu Gothic UI" panose="020B0500000000000000" pitchFamily="34" charset="-128"/>
              </a:rPr>
              <a:t> (</a:t>
            </a:r>
            <a:r>
              <a:rPr kumimoji="1" lang="en-US" altLang="ja-JP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Yu Gothic UI" panose="020B0500000000000000" pitchFamily="34" charset="-128"/>
                <a:ea typeface="Yu Gothic UI" panose="020B0500000000000000" pitchFamily="34" charset="-128"/>
                <a:hlinkClick r:id="rId4"/>
              </a:rPr>
              <a:t>https://github.com/Liminghao0922/todomanagement</a:t>
            </a:r>
            <a:r>
              <a:rPr kumimoji="1" lang="en-US" altLang="ja-JP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Yu Gothic UI" panose="020B0500000000000000" pitchFamily="34" charset="-128"/>
                <a:ea typeface="Yu Gothic UI" panose="020B0500000000000000" pitchFamily="34" charset="-128"/>
              </a:rPr>
              <a:t>) </a:t>
            </a:r>
            <a:r>
              <a:rPr kumimoji="1" lang="ja-JP" altLang="en-US" sz="1200">
                <a:solidFill>
                  <a:schemeClr val="tx1">
                    <a:lumMod val="75000"/>
                    <a:lumOff val="25000"/>
                  </a:schemeClr>
                </a:solidFill>
                <a:latin typeface="Yu Gothic UI" panose="020B0500000000000000" pitchFamily="34" charset="-128"/>
                <a:ea typeface="Yu Gothic UI" panose="020B0500000000000000" pitchFamily="34" charset="-128"/>
              </a:rPr>
              <a:t>にアクセスする</a:t>
            </a:r>
          </a:p>
        </p:txBody>
      </p:sp>
      <p:sp>
        <p:nvSpPr>
          <p:cNvPr id="12" name="正方形/長方形 11">
            <a:extLst>
              <a:ext uri="{FF2B5EF4-FFF2-40B4-BE49-F238E27FC236}">
                <a16:creationId xmlns:a16="http://schemas.microsoft.com/office/drawing/2014/main" id="{C1234AF5-46A0-EA82-25B1-8F0159189417}"/>
              </a:ext>
            </a:extLst>
          </p:cNvPr>
          <p:cNvSpPr/>
          <p:nvPr/>
        </p:nvSpPr>
        <p:spPr>
          <a:xfrm>
            <a:off x="4949444" y="2698368"/>
            <a:ext cx="712447" cy="278194"/>
          </a:xfrm>
          <a:prstGeom prst="rect">
            <a:avLst/>
          </a:prstGeom>
          <a:noFill/>
          <a:ln w="254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3" name="四角形吹き出し 12">
            <a:extLst>
              <a:ext uri="{FF2B5EF4-FFF2-40B4-BE49-F238E27FC236}">
                <a16:creationId xmlns:a16="http://schemas.microsoft.com/office/drawing/2014/main" id="{F1AAB49D-CDA1-AA70-B5E4-3F446CECBFC2}"/>
              </a:ext>
            </a:extLst>
          </p:cNvPr>
          <p:cNvSpPr/>
          <p:nvPr/>
        </p:nvSpPr>
        <p:spPr>
          <a:xfrm>
            <a:off x="3935937" y="3519666"/>
            <a:ext cx="1725954" cy="528458"/>
          </a:xfrm>
          <a:prstGeom prst="wedgeRectCallout">
            <a:avLst>
              <a:gd name="adj1" fmla="val 9885"/>
              <a:gd name="adj2" fmla="val -139804"/>
            </a:avLst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kumimoji="1" lang="ja-JP" altLang="en-US" sz="1100">
                <a:solidFill>
                  <a:schemeClr val="tx1">
                    <a:lumMod val="75000"/>
                    <a:lumOff val="25000"/>
                  </a:schemeClr>
                </a:solidFill>
                <a:latin typeface="Yu Gothic UI" panose="020B0500000000000000" pitchFamily="34" charset="-128"/>
                <a:ea typeface="Yu Gothic UI" panose="020B0500000000000000" pitchFamily="34" charset="-128"/>
              </a:rPr>
              <a:t>「</a:t>
            </a:r>
            <a:r>
              <a:rPr kumimoji="1" lang="en-US" altLang="ja-JP" sz="1100" dirty="0">
                <a:solidFill>
                  <a:schemeClr val="tx1">
                    <a:lumMod val="75000"/>
                    <a:lumOff val="25000"/>
                  </a:schemeClr>
                </a:solidFill>
                <a:latin typeface="Yu Gothic UI" panose="020B0500000000000000" pitchFamily="34" charset="-128"/>
                <a:ea typeface="Yu Gothic UI" panose="020B0500000000000000" pitchFamily="34" charset="-128"/>
              </a:rPr>
              <a:t>Use this template</a:t>
            </a:r>
            <a:r>
              <a:rPr kumimoji="1" lang="ja-JP" altLang="en-US" sz="1100">
                <a:solidFill>
                  <a:schemeClr val="tx1">
                    <a:lumMod val="75000"/>
                    <a:lumOff val="25000"/>
                  </a:schemeClr>
                </a:solidFill>
                <a:latin typeface="Yu Gothic UI" panose="020B0500000000000000" pitchFamily="34" charset="-128"/>
                <a:ea typeface="Yu Gothic UI" panose="020B0500000000000000" pitchFamily="34" charset="-128"/>
              </a:rPr>
              <a:t>」</a:t>
            </a:r>
            <a:r>
              <a:rPr kumimoji="1" lang="en-US" altLang="ja-JP" sz="1100" dirty="0">
                <a:solidFill>
                  <a:schemeClr val="tx1">
                    <a:lumMod val="75000"/>
                    <a:lumOff val="25000"/>
                  </a:schemeClr>
                </a:solidFill>
                <a:latin typeface="Yu Gothic UI" panose="020B0500000000000000" pitchFamily="34" charset="-128"/>
                <a:ea typeface="Yu Gothic UI" panose="020B0500000000000000" pitchFamily="34" charset="-128"/>
              </a:rPr>
              <a:t> </a:t>
            </a:r>
            <a:r>
              <a:rPr kumimoji="1" lang="ja-JP" altLang="en-US" sz="1100">
                <a:solidFill>
                  <a:schemeClr val="tx1">
                    <a:lumMod val="75000"/>
                    <a:lumOff val="25000"/>
                  </a:schemeClr>
                </a:solidFill>
                <a:latin typeface="Yu Gothic UI" panose="020B0500000000000000" pitchFamily="34" charset="-128"/>
                <a:ea typeface="Yu Gothic UI" panose="020B0500000000000000" pitchFamily="34" charset="-128"/>
              </a:rPr>
              <a:t>をクリックし、「</a:t>
            </a:r>
            <a:r>
              <a:rPr kumimoji="1" lang="en-US" altLang="ja-JP" sz="1100" dirty="0">
                <a:solidFill>
                  <a:schemeClr val="tx1">
                    <a:lumMod val="75000"/>
                    <a:lumOff val="25000"/>
                  </a:schemeClr>
                </a:solidFill>
                <a:latin typeface="Yu Gothic UI" panose="020B0500000000000000" pitchFamily="34" charset="-128"/>
                <a:ea typeface="Yu Gothic UI" panose="020B0500000000000000" pitchFamily="34" charset="-128"/>
              </a:rPr>
              <a:t>Create a new repository</a:t>
            </a:r>
            <a:r>
              <a:rPr kumimoji="1" lang="ja-JP" altLang="en-US" sz="1100">
                <a:solidFill>
                  <a:schemeClr val="tx1">
                    <a:lumMod val="75000"/>
                    <a:lumOff val="25000"/>
                  </a:schemeClr>
                </a:solidFill>
                <a:latin typeface="Yu Gothic UI" panose="020B0500000000000000" pitchFamily="34" charset="-128"/>
                <a:ea typeface="Yu Gothic UI" panose="020B0500000000000000" pitchFamily="34" charset="-128"/>
              </a:rPr>
              <a:t>」</a:t>
            </a:r>
            <a:r>
              <a:rPr kumimoji="1" lang="en-US" altLang="ja-JP" sz="1100" dirty="0">
                <a:solidFill>
                  <a:schemeClr val="tx1">
                    <a:lumMod val="75000"/>
                    <a:lumOff val="25000"/>
                  </a:schemeClr>
                </a:solidFill>
                <a:latin typeface="Yu Gothic UI" panose="020B0500000000000000" pitchFamily="34" charset="-128"/>
                <a:ea typeface="Yu Gothic UI" panose="020B0500000000000000" pitchFamily="34" charset="-128"/>
              </a:rPr>
              <a:t> </a:t>
            </a:r>
            <a:r>
              <a:rPr kumimoji="1" lang="ja-JP" altLang="en-US" sz="1100">
                <a:solidFill>
                  <a:schemeClr val="tx1">
                    <a:lumMod val="75000"/>
                    <a:lumOff val="25000"/>
                  </a:schemeClr>
                </a:solidFill>
                <a:latin typeface="Yu Gothic UI" panose="020B0500000000000000" pitchFamily="34" charset="-128"/>
                <a:ea typeface="Yu Gothic UI" panose="020B0500000000000000" pitchFamily="34" charset="-128"/>
              </a:rPr>
              <a:t>を選択</a:t>
            </a:r>
            <a:endParaRPr kumimoji="1" lang="en-US" altLang="ja-JP" sz="1100" dirty="0">
              <a:solidFill>
                <a:schemeClr val="tx1">
                  <a:lumMod val="75000"/>
                  <a:lumOff val="25000"/>
                </a:schemeClr>
              </a:solidFill>
              <a:latin typeface="Yu Gothic UI" panose="020B0500000000000000" pitchFamily="34" charset="-128"/>
              <a:ea typeface="Yu Gothic UI" panose="020B0500000000000000" pitchFamily="34" charset="-128"/>
            </a:endParaRPr>
          </a:p>
        </p:txBody>
      </p:sp>
      <p:pic>
        <p:nvPicPr>
          <p:cNvPr id="25" name="図 24">
            <a:extLst>
              <a:ext uri="{FF2B5EF4-FFF2-40B4-BE49-F238E27FC236}">
                <a16:creationId xmlns:a16="http://schemas.microsoft.com/office/drawing/2014/main" id="{42A9A12E-DF42-43FE-0B6A-A8793AA06A6D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6209147" y="2347912"/>
            <a:ext cx="5295901" cy="3309938"/>
          </a:xfrm>
          <a:prstGeom prst="rect">
            <a:avLst/>
          </a:prstGeom>
        </p:spPr>
      </p:pic>
      <p:sp>
        <p:nvSpPr>
          <p:cNvPr id="26" name="正方形/長方形 25">
            <a:extLst>
              <a:ext uri="{FF2B5EF4-FFF2-40B4-BE49-F238E27FC236}">
                <a16:creationId xmlns:a16="http://schemas.microsoft.com/office/drawing/2014/main" id="{B6A5B2D6-90B8-9208-7997-5203557FBF14}"/>
              </a:ext>
            </a:extLst>
          </p:cNvPr>
          <p:cNvSpPr/>
          <p:nvPr/>
        </p:nvSpPr>
        <p:spPr>
          <a:xfrm>
            <a:off x="7466353" y="3909027"/>
            <a:ext cx="2693647" cy="278194"/>
          </a:xfrm>
          <a:prstGeom prst="rect">
            <a:avLst/>
          </a:prstGeom>
          <a:noFill/>
          <a:ln w="254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7" name="四角形吹き出し 26">
            <a:extLst>
              <a:ext uri="{FF2B5EF4-FFF2-40B4-BE49-F238E27FC236}">
                <a16:creationId xmlns:a16="http://schemas.microsoft.com/office/drawing/2014/main" id="{A5DD4EF3-D99F-D858-6758-7591AAD5F4FC}"/>
              </a:ext>
            </a:extLst>
          </p:cNvPr>
          <p:cNvSpPr/>
          <p:nvPr/>
        </p:nvSpPr>
        <p:spPr>
          <a:xfrm>
            <a:off x="5795817" y="3255437"/>
            <a:ext cx="1725954" cy="528458"/>
          </a:xfrm>
          <a:prstGeom prst="wedgeRectCallout">
            <a:avLst>
              <a:gd name="adj1" fmla="val 46810"/>
              <a:gd name="adj2" fmla="val 64688"/>
            </a:avLst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kumimoji="1" lang="en-US" altLang="ja-JP" sz="1100" dirty="0">
                <a:solidFill>
                  <a:schemeClr val="tx1">
                    <a:lumMod val="75000"/>
                    <a:lumOff val="25000"/>
                  </a:schemeClr>
                </a:solidFill>
                <a:latin typeface="Yu Gothic UI" panose="020B0500000000000000" pitchFamily="34" charset="-128"/>
                <a:ea typeface="Yu Gothic UI" panose="020B0500000000000000" pitchFamily="34" charset="-128"/>
              </a:rPr>
              <a:t>Owner </a:t>
            </a:r>
            <a:r>
              <a:rPr kumimoji="1" lang="ja-JP" altLang="en-US" sz="1100">
                <a:solidFill>
                  <a:schemeClr val="tx1">
                    <a:lumMod val="75000"/>
                    <a:lumOff val="25000"/>
                  </a:schemeClr>
                </a:solidFill>
                <a:latin typeface="Yu Gothic UI" panose="020B0500000000000000" pitchFamily="34" charset="-128"/>
                <a:ea typeface="Yu Gothic UI" panose="020B0500000000000000" pitchFamily="34" charset="-128"/>
              </a:rPr>
              <a:t>を自身のアカウントにし、</a:t>
            </a:r>
            <a:r>
              <a:rPr kumimoji="1" lang="en-US" altLang="ja-JP" sz="1100" dirty="0">
                <a:solidFill>
                  <a:schemeClr val="tx1">
                    <a:lumMod val="75000"/>
                    <a:lumOff val="25000"/>
                  </a:schemeClr>
                </a:solidFill>
                <a:latin typeface="Yu Gothic UI" panose="020B0500000000000000" pitchFamily="34" charset="-128"/>
                <a:ea typeface="Yu Gothic UI" panose="020B0500000000000000" pitchFamily="34" charset="-128"/>
              </a:rPr>
              <a:t>my-</a:t>
            </a:r>
            <a:r>
              <a:rPr kumimoji="1" lang="en-US" altLang="ja-JP" sz="11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Yu Gothic UI" panose="020B0500000000000000" pitchFamily="34" charset="-128"/>
                <a:ea typeface="Yu Gothic UI" panose="020B0500000000000000" pitchFamily="34" charset="-128"/>
              </a:rPr>
              <a:t>todo</a:t>
            </a:r>
            <a:r>
              <a:rPr kumimoji="1" lang="en-US" altLang="ja-JP" sz="1100" dirty="0">
                <a:solidFill>
                  <a:schemeClr val="tx1">
                    <a:lumMod val="75000"/>
                    <a:lumOff val="25000"/>
                  </a:schemeClr>
                </a:solidFill>
                <a:latin typeface="Yu Gothic UI" panose="020B0500000000000000" pitchFamily="34" charset="-128"/>
                <a:ea typeface="Yu Gothic UI" panose="020B0500000000000000" pitchFamily="34" charset="-128"/>
              </a:rPr>
              <a:t>-app </a:t>
            </a:r>
            <a:r>
              <a:rPr kumimoji="1" lang="ja-JP" altLang="en-US" sz="1100">
                <a:solidFill>
                  <a:schemeClr val="tx1">
                    <a:lumMod val="75000"/>
                    <a:lumOff val="25000"/>
                  </a:schemeClr>
                </a:solidFill>
                <a:latin typeface="Yu Gothic UI" panose="020B0500000000000000" pitchFamily="34" charset="-128"/>
                <a:ea typeface="Yu Gothic UI" panose="020B0500000000000000" pitchFamily="34" charset="-128"/>
              </a:rPr>
              <a:t>という名前のリポジトリとする</a:t>
            </a:r>
            <a:endParaRPr lang="en-US" altLang="ja-JP" dirty="0"/>
          </a:p>
        </p:txBody>
      </p:sp>
      <p:sp>
        <p:nvSpPr>
          <p:cNvPr id="28" name="正方形/長方形 27">
            <a:extLst>
              <a:ext uri="{FF2B5EF4-FFF2-40B4-BE49-F238E27FC236}">
                <a16:creationId xmlns:a16="http://schemas.microsoft.com/office/drawing/2014/main" id="{8B042348-005B-723A-7165-CB66AEC97CBD}"/>
              </a:ext>
            </a:extLst>
          </p:cNvPr>
          <p:cNvSpPr/>
          <p:nvPr/>
        </p:nvSpPr>
        <p:spPr>
          <a:xfrm>
            <a:off x="9639300" y="4849091"/>
            <a:ext cx="520700" cy="171926"/>
          </a:xfrm>
          <a:prstGeom prst="rect">
            <a:avLst/>
          </a:prstGeom>
          <a:noFill/>
          <a:ln w="254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9" name="四角形吹き出し 28">
            <a:extLst>
              <a:ext uri="{FF2B5EF4-FFF2-40B4-BE49-F238E27FC236}">
                <a16:creationId xmlns:a16="http://schemas.microsoft.com/office/drawing/2014/main" id="{B172C38E-C07C-884E-C39E-FFF3853E6032}"/>
              </a:ext>
            </a:extLst>
          </p:cNvPr>
          <p:cNvSpPr/>
          <p:nvPr/>
        </p:nvSpPr>
        <p:spPr>
          <a:xfrm>
            <a:off x="10131899" y="4439632"/>
            <a:ext cx="1725954" cy="345061"/>
          </a:xfrm>
          <a:prstGeom prst="wedgeRectCallout">
            <a:avLst>
              <a:gd name="adj1" fmla="val -43630"/>
              <a:gd name="adj2" fmla="val 64688"/>
            </a:avLst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kumimoji="1" lang="en-US" altLang="ja-JP" sz="1100" dirty="0">
                <a:solidFill>
                  <a:schemeClr val="tx1">
                    <a:lumMod val="75000"/>
                    <a:lumOff val="25000"/>
                  </a:schemeClr>
                </a:solidFill>
                <a:latin typeface="Yu Gothic UI" panose="020B0500000000000000" pitchFamily="34" charset="-128"/>
                <a:ea typeface="Yu Gothic UI" panose="020B0500000000000000" pitchFamily="34" charset="-128"/>
              </a:rPr>
              <a:t>Visibility </a:t>
            </a:r>
            <a:r>
              <a:rPr kumimoji="1" lang="ja-JP" altLang="en-US" sz="1100">
                <a:solidFill>
                  <a:schemeClr val="tx1">
                    <a:lumMod val="75000"/>
                    <a:lumOff val="25000"/>
                  </a:schemeClr>
                </a:solidFill>
                <a:latin typeface="Yu Gothic UI" panose="020B0500000000000000" pitchFamily="34" charset="-128"/>
                <a:ea typeface="Yu Gothic UI" panose="020B0500000000000000" pitchFamily="34" charset="-128"/>
              </a:rPr>
              <a:t>は</a:t>
            </a:r>
            <a:r>
              <a:rPr kumimoji="1" lang="en-US" altLang="ja-JP" sz="1100" dirty="0">
                <a:solidFill>
                  <a:schemeClr val="tx1">
                    <a:lumMod val="75000"/>
                    <a:lumOff val="25000"/>
                  </a:schemeClr>
                </a:solidFill>
                <a:latin typeface="Yu Gothic UI" panose="020B0500000000000000" pitchFamily="34" charset="-128"/>
                <a:ea typeface="Yu Gothic UI" panose="020B0500000000000000" pitchFamily="34" charset="-128"/>
              </a:rPr>
              <a:t> Public </a:t>
            </a:r>
            <a:r>
              <a:rPr kumimoji="1" lang="ja-JP" altLang="en-US" sz="1100">
                <a:solidFill>
                  <a:schemeClr val="tx1">
                    <a:lumMod val="75000"/>
                    <a:lumOff val="25000"/>
                  </a:schemeClr>
                </a:solidFill>
                <a:latin typeface="Yu Gothic UI" panose="020B0500000000000000" pitchFamily="34" charset="-128"/>
                <a:ea typeface="Yu Gothic UI" panose="020B0500000000000000" pitchFamily="34" charset="-128"/>
              </a:rPr>
              <a:t>のまま</a:t>
            </a:r>
            <a:endParaRPr lang="en-US" altLang="ja-JP" dirty="0"/>
          </a:p>
        </p:txBody>
      </p:sp>
      <p:sp>
        <p:nvSpPr>
          <p:cNvPr id="30" name="正方形/長方形 29">
            <a:extLst>
              <a:ext uri="{FF2B5EF4-FFF2-40B4-BE49-F238E27FC236}">
                <a16:creationId xmlns:a16="http://schemas.microsoft.com/office/drawing/2014/main" id="{63098FF7-34AA-B6E7-55B8-7B39FBB29D3F}"/>
              </a:ext>
            </a:extLst>
          </p:cNvPr>
          <p:cNvSpPr/>
          <p:nvPr/>
        </p:nvSpPr>
        <p:spPr>
          <a:xfrm>
            <a:off x="9639300" y="5167507"/>
            <a:ext cx="520700" cy="171926"/>
          </a:xfrm>
          <a:prstGeom prst="rect">
            <a:avLst/>
          </a:prstGeom>
          <a:noFill/>
          <a:ln w="254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31" name="四角形吹き出し 30">
            <a:extLst>
              <a:ext uri="{FF2B5EF4-FFF2-40B4-BE49-F238E27FC236}">
                <a16:creationId xmlns:a16="http://schemas.microsoft.com/office/drawing/2014/main" id="{10CFF790-ED87-6978-2400-99EE701FDE23}"/>
              </a:ext>
            </a:extLst>
          </p:cNvPr>
          <p:cNvSpPr/>
          <p:nvPr/>
        </p:nvSpPr>
        <p:spPr>
          <a:xfrm>
            <a:off x="10293535" y="5241622"/>
            <a:ext cx="1347859" cy="345061"/>
          </a:xfrm>
          <a:prstGeom prst="wedgeRectCallout">
            <a:avLst>
              <a:gd name="adj1" fmla="val -55403"/>
              <a:gd name="adj2" fmla="val -53088"/>
            </a:avLst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kumimoji="1" lang="en-US" altLang="ja-JP" sz="1100" dirty="0">
                <a:solidFill>
                  <a:schemeClr val="tx1">
                    <a:lumMod val="75000"/>
                    <a:lumOff val="25000"/>
                  </a:schemeClr>
                </a:solidFill>
                <a:latin typeface="Yu Gothic UI" panose="020B0500000000000000" pitchFamily="34" charset="-128"/>
                <a:ea typeface="Yu Gothic UI" panose="020B0500000000000000" pitchFamily="34" charset="-128"/>
              </a:rPr>
              <a:t>Create repository </a:t>
            </a:r>
            <a:r>
              <a:rPr kumimoji="1" lang="ja-JP" altLang="en-US" sz="1100">
                <a:solidFill>
                  <a:schemeClr val="tx1">
                    <a:lumMod val="75000"/>
                    <a:lumOff val="25000"/>
                  </a:schemeClr>
                </a:solidFill>
                <a:latin typeface="Yu Gothic UI" panose="020B0500000000000000" pitchFamily="34" charset="-128"/>
                <a:ea typeface="Yu Gothic UI" panose="020B0500000000000000" pitchFamily="34" charset="-128"/>
              </a:rPr>
              <a:t>をクリック</a:t>
            </a:r>
            <a:endParaRPr lang="en-US" altLang="ja-JP" dirty="0"/>
          </a:p>
        </p:txBody>
      </p:sp>
      <p:sp>
        <p:nvSpPr>
          <p:cNvPr id="32" name="正方形/長方形 31">
            <a:extLst>
              <a:ext uri="{FF2B5EF4-FFF2-40B4-BE49-F238E27FC236}">
                <a16:creationId xmlns:a16="http://schemas.microsoft.com/office/drawing/2014/main" id="{5F0C4A47-8F69-C6C7-5F06-7C1C0AF0A1E8}"/>
              </a:ext>
            </a:extLst>
          </p:cNvPr>
          <p:cNvSpPr/>
          <p:nvPr/>
        </p:nvSpPr>
        <p:spPr>
          <a:xfrm>
            <a:off x="7273061" y="5871808"/>
            <a:ext cx="3168072" cy="636588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kumimoji="1" lang="ja-JP" altLang="en-US" sz="1200">
                <a:solidFill>
                  <a:schemeClr val="tx1">
                    <a:lumMod val="75000"/>
                    <a:lumOff val="25000"/>
                  </a:schemeClr>
                </a:solidFill>
                <a:latin typeface="Yu Gothic UI" panose="020B0500000000000000" pitchFamily="34" charset="-128"/>
                <a:ea typeface="Yu Gothic UI" panose="020B0500000000000000" pitchFamily="34" charset="-128"/>
              </a:rPr>
              <a:t>リポジトリが作成されたら、ブラウザで作成したリポジトリの画面に遷移する。ブラウザの画面は開いたままにする。</a:t>
            </a:r>
          </a:p>
        </p:txBody>
      </p:sp>
    </p:spTree>
    <p:extLst>
      <p:ext uri="{BB962C8B-B14F-4D97-AF65-F5344CB8AC3E}">
        <p14:creationId xmlns:p14="http://schemas.microsoft.com/office/powerpoint/2010/main" val="255230672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EBFE91B-21AE-DC96-2E89-E51DFCA2864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正方形/長方形 14">
            <a:extLst>
              <a:ext uri="{FF2B5EF4-FFF2-40B4-BE49-F238E27FC236}">
                <a16:creationId xmlns:a16="http://schemas.microsoft.com/office/drawing/2014/main" id="{8B58E24A-FE16-1955-ADC6-02939C197ED3}"/>
              </a:ext>
            </a:extLst>
          </p:cNvPr>
          <p:cNvSpPr>
            <a:spLocks noGrp="1"/>
          </p:cNvSpPr>
          <p:nvPr/>
        </p:nvSpPr>
        <p:spPr>
          <a:xfrm>
            <a:off x="685800" y="400050"/>
            <a:ext cx="8953500" cy="4953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>
              <a:defRPr sz="2325" b="1">
                <a:solidFill>
                  <a:srgbClr val="1F2937"/>
                </a:solidFill>
                <a:latin typeface="Yu Gothic"/>
                <a:ea typeface="Yu Gothic"/>
                <a:cs typeface="Yu Gothic"/>
              </a:defRPr>
            </a:pPr>
            <a:r>
              <a:rPr lang="en" altLang="ja-JP" sz="2000" b="1" dirty="0">
                <a:solidFill>
                  <a:srgbClr val="1F2937"/>
                </a:solidFill>
                <a:latin typeface="Yu Gothic"/>
                <a:ea typeface="Yu Gothic"/>
                <a:cs typeface="Yu Gothic"/>
              </a:rPr>
              <a:t>Cloud Shell </a:t>
            </a:r>
            <a:r>
              <a:rPr lang="ja-JP" altLang="en-US" sz="2000" b="1">
                <a:solidFill>
                  <a:srgbClr val="1F2937"/>
                </a:solidFill>
                <a:latin typeface="Yu Gothic"/>
                <a:ea typeface="Yu Gothic"/>
                <a:cs typeface="Yu Gothic"/>
              </a:rPr>
              <a:t>を開く</a:t>
            </a:r>
            <a:endParaRPr lang="ja-JP" altLang="en-US" sz="2000" b="1" dirty="0">
              <a:solidFill>
                <a:srgbClr val="1F2937"/>
              </a:solidFill>
              <a:latin typeface="Yu Gothic"/>
              <a:ea typeface="Yu Gothic"/>
              <a:cs typeface="Yu Gothic"/>
            </a:endParaRPr>
          </a:p>
        </p:txBody>
      </p:sp>
      <p:sp>
        <p:nvSpPr>
          <p:cNvPr id="2" name="正方形/長方形 1">
            <a:extLst>
              <a:ext uri="{FF2B5EF4-FFF2-40B4-BE49-F238E27FC236}">
                <a16:creationId xmlns:a16="http://schemas.microsoft.com/office/drawing/2014/main" id="{13E63ECB-2B1F-4525-9BC7-D2243C9A6B2B}"/>
              </a:ext>
            </a:extLst>
          </p:cNvPr>
          <p:cNvSpPr>
            <a:spLocks noGrp="1"/>
          </p:cNvSpPr>
          <p:nvPr/>
        </p:nvSpPr>
        <p:spPr>
          <a:xfrm>
            <a:off x="685800" y="876300"/>
            <a:ext cx="36195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13" b="0">
                <a:solidFill>
                  <a:srgbClr val="667085"/>
                </a:solidFill>
                <a:latin typeface="Yu Gothic UI"/>
                <a:ea typeface="Yu Gothic UI"/>
                <a:cs typeface="Yu Gothic UI"/>
              </a:defRPr>
            </a:pPr>
            <a:r>
              <a:rPr sz="713" b="0" dirty="0">
                <a:solidFill>
                  <a:srgbClr val="667085"/>
                </a:solidFill>
                <a:latin typeface="Yu Gothic UI"/>
                <a:ea typeface="Yu Gothic UI"/>
                <a:cs typeface="Yu Gothic UI"/>
              </a:rPr>
              <a:t>Azure Workshop for Beginners </a:t>
            </a:r>
            <a:r>
              <a:rPr lang="ja-JP" altLang="en-US" sz="713" b="0">
                <a:solidFill>
                  <a:srgbClr val="667085"/>
                </a:solidFill>
                <a:latin typeface="Yu Gothic UI"/>
                <a:ea typeface="Yu Gothic UI"/>
                <a:cs typeface="Yu Gothic UI"/>
              </a:rPr>
              <a:t> </a:t>
            </a:r>
            <a:r>
              <a:rPr lang="en-US" altLang="ja-JP" sz="713" b="0" dirty="0">
                <a:solidFill>
                  <a:srgbClr val="667085"/>
                </a:solidFill>
                <a:latin typeface="Yu Gothic UI"/>
                <a:ea typeface="Yu Gothic UI"/>
                <a:cs typeface="Yu Gothic UI"/>
              </a:rPr>
              <a:t>| </a:t>
            </a:r>
            <a:r>
              <a:rPr lang="ja-JP" altLang="en-US" sz="713" b="0">
                <a:solidFill>
                  <a:srgbClr val="667085"/>
                </a:solidFill>
                <a:latin typeface="Yu Gothic UI"/>
                <a:ea typeface="Yu Gothic UI"/>
                <a:cs typeface="Yu Gothic UI"/>
              </a:rPr>
              <a:t>第</a:t>
            </a:r>
            <a:r>
              <a:rPr lang="en-US" altLang="ja-JP" sz="713" b="0" dirty="0">
                <a:solidFill>
                  <a:srgbClr val="667085"/>
                </a:solidFill>
                <a:latin typeface="Yu Gothic UI"/>
                <a:ea typeface="Yu Gothic UI"/>
                <a:cs typeface="Yu Gothic UI"/>
              </a:rPr>
              <a:t>6</a:t>
            </a:r>
            <a:r>
              <a:rPr lang="ja-JP" altLang="en-US" sz="713" b="0">
                <a:solidFill>
                  <a:srgbClr val="667085"/>
                </a:solidFill>
                <a:latin typeface="Yu Gothic UI"/>
                <a:ea typeface="Yu Gothic UI"/>
                <a:cs typeface="Yu Gothic UI"/>
              </a:rPr>
              <a:t>回</a:t>
            </a:r>
            <a:endParaRPr sz="713" b="0" dirty="0">
              <a:solidFill>
                <a:srgbClr val="667085"/>
              </a:solidFill>
              <a:latin typeface="Yu Gothic UI"/>
              <a:ea typeface="Yu Gothic UI"/>
              <a:cs typeface="Yu Gothic UI"/>
            </a:endParaRPr>
          </a:p>
        </p:txBody>
      </p:sp>
      <p:sp>
        <p:nvSpPr>
          <p:cNvPr id="4" name="正方形/長方形 3">
            <a:extLst>
              <a:ext uri="{FF2B5EF4-FFF2-40B4-BE49-F238E27FC236}">
                <a16:creationId xmlns:a16="http://schemas.microsoft.com/office/drawing/2014/main" id="{B104C501-01DC-02C7-24FA-02A81503D32B}"/>
              </a:ext>
            </a:extLst>
          </p:cNvPr>
          <p:cNvSpPr>
            <a:spLocks noGrp="1"/>
          </p:cNvSpPr>
          <p:nvPr/>
        </p:nvSpPr>
        <p:spPr>
          <a:xfrm>
            <a:off x="685800" y="1200150"/>
            <a:ext cx="10820400" cy="14288"/>
          </a:xfrm>
          <a:prstGeom prst="rect">
            <a:avLst/>
          </a:prstGeom>
          <a:solidFill>
            <a:srgbClr val="D0D5DD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3" name="正方形/長方形 2">
            <a:extLst>
              <a:ext uri="{FF2B5EF4-FFF2-40B4-BE49-F238E27FC236}">
                <a16:creationId xmlns:a16="http://schemas.microsoft.com/office/drawing/2014/main" id="{6749991C-8BB3-C8F4-8905-6FAEE62E8799}"/>
              </a:ext>
            </a:extLst>
          </p:cNvPr>
          <p:cNvSpPr>
            <a:spLocks noGrp="1"/>
          </p:cNvSpPr>
          <p:nvPr/>
        </p:nvSpPr>
        <p:spPr>
          <a:xfrm>
            <a:off x="550606" y="2157412"/>
            <a:ext cx="11080955" cy="3886200"/>
          </a:xfrm>
          <a:prstGeom prst="rect">
            <a:avLst/>
          </a:prstGeom>
          <a:solidFill>
            <a:srgbClr val="FFFFFF"/>
          </a:solidFill>
          <a:ln w="9525">
            <a:solidFill>
              <a:srgbClr val="D0D5DD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6" name="正方形/長方形 5">
            <a:extLst>
              <a:ext uri="{FF2B5EF4-FFF2-40B4-BE49-F238E27FC236}">
                <a16:creationId xmlns:a16="http://schemas.microsoft.com/office/drawing/2014/main" id="{9279C9E7-0471-4DF4-2281-C4ECE0622393}"/>
              </a:ext>
            </a:extLst>
          </p:cNvPr>
          <p:cNvSpPr>
            <a:spLocks noGrp="1"/>
          </p:cNvSpPr>
          <p:nvPr/>
        </p:nvSpPr>
        <p:spPr>
          <a:xfrm>
            <a:off x="685800" y="1352550"/>
            <a:ext cx="10820400" cy="552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19050" rIns="0" bIns="0" anchor="t"/>
          <a:lstStyle/>
          <a:p>
            <a:pPr>
              <a:defRPr sz="1238" b="0">
                <a:solidFill>
                  <a:srgbClr val="64748B"/>
                </a:solidFill>
                <a:latin typeface="Yu Gothic"/>
                <a:ea typeface="Yu Gothic"/>
                <a:cs typeface="Yu Gothic"/>
              </a:defRPr>
            </a:pPr>
            <a:r>
              <a:rPr lang="en" altLang="ja-JP" sz="1200" dirty="0">
                <a:solidFill>
                  <a:srgbClr val="64748B"/>
                </a:solidFill>
                <a:latin typeface="Yu Gothic"/>
                <a:ea typeface="Yu Gothic"/>
                <a:cs typeface="Yu Gothic"/>
              </a:rPr>
              <a:t>Service Principal </a:t>
            </a:r>
            <a:r>
              <a:rPr lang="ja-JP" altLang="en-US" sz="1200">
                <a:solidFill>
                  <a:srgbClr val="64748B"/>
                </a:solidFill>
                <a:latin typeface="Yu Gothic"/>
                <a:ea typeface="Yu Gothic"/>
                <a:cs typeface="Yu Gothic"/>
              </a:rPr>
              <a:t>作成と </a:t>
            </a:r>
            <a:r>
              <a:rPr lang="en" altLang="ja-JP" sz="1200" dirty="0">
                <a:solidFill>
                  <a:srgbClr val="64748B"/>
                </a:solidFill>
                <a:latin typeface="Yu Gothic"/>
                <a:ea typeface="Yu Gothic"/>
                <a:cs typeface="Yu Gothic"/>
              </a:rPr>
              <a:t>workflow </a:t>
            </a:r>
            <a:r>
              <a:rPr lang="ja-JP" altLang="en-US" sz="1200">
                <a:solidFill>
                  <a:srgbClr val="64748B"/>
                </a:solidFill>
                <a:latin typeface="Yu Gothic"/>
                <a:ea typeface="Yu Gothic"/>
                <a:cs typeface="Yu Gothic"/>
              </a:rPr>
              <a:t>有効化は、講師指示に従い </a:t>
            </a:r>
            <a:r>
              <a:rPr lang="en" altLang="ja-JP" sz="1200" dirty="0">
                <a:solidFill>
                  <a:srgbClr val="64748B"/>
                </a:solidFill>
                <a:latin typeface="Yu Gothic"/>
                <a:ea typeface="Yu Gothic"/>
                <a:cs typeface="Yu Gothic"/>
              </a:rPr>
              <a:t>Azure Cloud Shell </a:t>
            </a:r>
            <a:r>
              <a:rPr lang="ja-JP" altLang="en-US" sz="1200">
                <a:solidFill>
                  <a:srgbClr val="64748B"/>
                </a:solidFill>
                <a:latin typeface="Yu Gothic"/>
                <a:ea typeface="Yu Gothic"/>
                <a:cs typeface="Yu Gothic"/>
              </a:rPr>
              <a:t>で行います。ローカル端末の </a:t>
            </a:r>
            <a:r>
              <a:rPr lang="en" altLang="ja-JP" sz="1200" dirty="0">
                <a:solidFill>
                  <a:srgbClr val="64748B"/>
                </a:solidFill>
                <a:latin typeface="Yu Gothic"/>
                <a:ea typeface="Yu Gothic"/>
                <a:cs typeface="Yu Gothic"/>
              </a:rPr>
              <a:t>Azure CLI </a:t>
            </a:r>
            <a:r>
              <a:rPr lang="ja-JP" altLang="en-US" sz="1200">
                <a:solidFill>
                  <a:srgbClr val="64748B"/>
                </a:solidFill>
                <a:latin typeface="Yu Gothic"/>
                <a:ea typeface="Yu Gothic"/>
                <a:cs typeface="Yu Gothic"/>
              </a:rPr>
              <a:t>は使いません。</a:t>
            </a:r>
            <a:endParaRPr lang="ja-JP" altLang="en-US" sz="1200" dirty="0">
              <a:solidFill>
                <a:srgbClr val="64748B"/>
              </a:solidFill>
              <a:latin typeface="Yu Gothic"/>
              <a:ea typeface="Yu Gothic"/>
              <a:cs typeface="Yu Gothic"/>
            </a:endParaRPr>
          </a:p>
        </p:txBody>
      </p:sp>
      <p:sp>
        <p:nvSpPr>
          <p:cNvPr id="9" name="正方形/長方形 8">
            <a:extLst>
              <a:ext uri="{FF2B5EF4-FFF2-40B4-BE49-F238E27FC236}">
                <a16:creationId xmlns:a16="http://schemas.microsoft.com/office/drawing/2014/main" id="{FA3E28D7-121E-4A14-8709-F6856B467012}"/>
              </a:ext>
            </a:extLst>
          </p:cNvPr>
          <p:cNvSpPr/>
          <p:nvPr/>
        </p:nvSpPr>
        <p:spPr>
          <a:xfrm>
            <a:off x="1274619" y="2043112"/>
            <a:ext cx="3168072" cy="431800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kumimoji="1" lang="en-US" altLang="ja-JP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Yu Gothic UI" panose="020B0500000000000000" pitchFamily="34" charset="-128"/>
                <a:ea typeface="Yu Gothic UI" panose="020B0500000000000000" pitchFamily="34" charset="-128"/>
              </a:rPr>
              <a:t>Azure Portal </a:t>
            </a:r>
            <a:r>
              <a:rPr kumimoji="1" lang="ja-JP" altLang="en-US" sz="1200">
                <a:solidFill>
                  <a:schemeClr val="tx1">
                    <a:lumMod val="75000"/>
                    <a:lumOff val="25000"/>
                  </a:schemeClr>
                </a:solidFill>
                <a:latin typeface="Yu Gothic UI" panose="020B0500000000000000" pitchFamily="34" charset="-128"/>
                <a:ea typeface="Yu Gothic UI" panose="020B0500000000000000" pitchFamily="34" charset="-128"/>
              </a:rPr>
              <a:t>にログインする</a:t>
            </a:r>
          </a:p>
        </p:txBody>
      </p:sp>
      <p:pic>
        <p:nvPicPr>
          <p:cNvPr id="5" name="図 4">
            <a:extLst>
              <a:ext uri="{FF2B5EF4-FFF2-40B4-BE49-F238E27FC236}">
                <a16:creationId xmlns:a16="http://schemas.microsoft.com/office/drawing/2014/main" id="{449835FD-143C-F12B-29CA-9408CCD956C8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895928" y="2637373"/>
            <a:ext cx="4971578" cy="2701245"/>
          </a:xfrm>
          <a:prstGeom prst="rect">
            <a:avLst/>
          </a:prstGeom>
        </p:spPr>
      </p:pic>
      <p:sp>
        <p:nvSpPr>
          <p:cNvPr id="7" name="正方形/長方形 6">
            <a:extLst>
              <a:ext uri="{FF2B5EF4-FFF2-40B4-BE49-F238E27FC236}">
                <a16:creationId xmlns:a16="http://schemas.microsoft.com/office/drawing/2014/main" id="{C424F143-36EF-637C-41D3-A29614DAC515}"/>
              </a:ext>
            </a:extLst>
          </p:cNvPr>
          <p:cNvSpPr/>
          <p:nvPr/>
        </p:nvSpPr>
        <p:spPr>
          <a:xfrm>
            <a:off x="4533807" y="2637373"/>
            <a:ext cx="149029" cy="116304"/>
          </a:xfrm>
          <a:prstGeom prst="rect">
            <a:avLst/>
          </a:prstGeom>
          <a:noFill/>
          <a:ln w="254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8" name="四角形吹き出し 7">
            <a:extLst>
              <a:ext uri="{FF2B5EF4-FFF2-40B4-BE49-F238E27FC236}">
                <a16:creationId xmlns:a16="http://schemas.microsoft.com/office/drawing/2014/main" id="{595C784F-2B8E-8BE7-8F0C-5E2148F6D6A9}"/>
              </a:ext>
            </a:extLst>
          </p:cNvPr>
          <p:cNvSpPr/>
          <p:nvPr/>
        </p:nvSpPr>
        <p:spPr>
          <a:xfrm>
            <a:off x="3579713" y="3310746"/>
            <a:ext cx="1777377" cy="528458"/>
          </a:xfrm>
          <a:prstGeom prst="wedgeRectCallout">
            <a:avLst>
              <a:gd name="adj1" fmla="val 9885"/>
              <a:gd name="adj2" fmla="val -139804"/>
            </a:avLst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kumimoji="1" lang="en-US" altLang="ja-JP" sz="1100" dirty="0">
                <a:solidFill>
                  <a:schemeClr val="tx1">
                    <a:lumMod val="75000"/>
                    <a:lumOff val="25000"/>
                  </a:schemeClr>
                </a:solidFill>
                <a:latin typeface="Yu Gothic UI" panose="020B0500000000000000" pitchFamily="34" charset="-128"/>
                <a:ea typeface="Yu Gothic UI" panose="020B0500000000000000" pitchFamily="34" charset="-128"/>
              </a:rPr>
              <a:t>Cloud Shell </a:t>
            </a:r>
            <a:r>
              <a:rPr kumimoji="1" lang="ja-JP" altLang="en-US" sz="1100">
                <a:solidFill>
                  <a:schemeClr val="tx1">
                    <a:lumMod val="75000"/>
                    <a:lumOff val="25000"/>
                  </a:schemeClr>
                </a:solidFill>
                <a:latin typeface="Yu Gothic UI" panose="020B0500000000000000" pitchFamily="34" charset="-128"/>
                <a:ea typeface="Yu Gothic UI" panose="020B0500000000000000" pitchFamily="34" charset="-128"/>
              </a:rPr>
              <a:t>のアイコンをクリックし、</a:t>
            </a:r>
            <a:r>
              <a:rPr kumimoji="1" lang="en-US" altLang="ja-JP" sz="1100" dirty="0">
                <a:solidFill>
                  <a:schemeClr val="tx1">
                    <a:lumMod val="75000"/>
                    <a:lumOff val="25000"/>
                  </a:schemeClr>
                </a:solidFill>
                <a:latin typeface="Yu Gothic UI" panose="020B0500000000000000" pitchFamily="34" charset="-128"/>
                <a:ea typeface="Yu Gothic UI" panose="020B0500000000000000" pitchFamily="34" charset="-128"/>
              </a:rPr>
              <a:t>Cloud Shell </a:t>
            </a:r>
            <a:r>
              <a:rPr kumimoji="1" lang="ja-JP" altLang="en-US" sz="1100">
                <a:solidFill>
                  <a:schemeClr val="tx1">
                    <a:lumMod val="75000"/>
                    <a:lumOff val="25000"/>
                  </a:schemeClr>
                </a:solidFill>
                <a:latin typeface="Yu Gothic UI" panose="020B0500000000000000" pitchFamily="34" charset="-128"/>
                <a:ea typeface="Yu Gothic UI" panose="020B0500000000000000" pitchFamily="34" charset="-128"/>
              </a:rPr>
              <a:t>を開く</a:t>
            </a:r>
            <a:endParaRPr kumimoji="1" lang="en-US" altLang="ja-JP" sz="1100" dirty="0">
              <a:solidFill>
                <a:schemeClr val="tx1">
                  <a:lumMod val="75000"/>
                  <a:lumOff val="25000"/>
                </a:schemeClr>
              </a:solidFill>
              <a:latin typeface="Yu Gothic UI" panose="020B0500000000000000" pitchFamily="34" charset="-128"/>
              <a:ea typeface="Yu Gothic UI" panose="020B0500000000000000" pitchFamily="34" charset="-128"/>
            </a:endParaRPr>
          </a:p>
        </p:txBody>
      </p:sp>
      <p:sp>
        <p:nvSpPr>
          <p:cNvPr id="10" name="正方形/長方形 9">
            <a:extLst>
              <a:ext uri="{FF2B5EF4-FFF2-40B4-BE49-F238E27FC236}">
                <a16:creationId xmlns:a16="http://schemas.microsoft.com/office/drawing/2014/main" id="{94E03FBD-E96C-BFF8-B0B5-2A86A2D4D287}"/>
              </a:ext>
            </a:extLst>
          </p:cNvPr>
          <p:cNvSpPr/>
          <p:nvPr/>
        </p:nvSpPr>
        <p:spPr>
          <a:xfrm>
            <a:off x="937491" y="4461554"/>
            <a:ext cx="420254" cy="110446"/>
          </a:xfrm>
          <a:prstGeom prst="rect">
            <a:avLst/>
          </a:prstGeom>
          <a:noFill/>
          <a:ln w="254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4" name="四角形吹き出し 13">
            <a:extLst>
              <a:ext uri="{FF2B5EF4-FFF2-40B4-BE49-F238E27FC236}">
                <a16:creationId xmlns:a16="http://schemas.microsoft.com/office/drawing/2014/main" id="{02AFCB86-E830-302C-2D96-2A4227C46067}"/>
              </a:ext>
            </a:extLst>
          </p:cNvPr>
          <p:cNvSpPr/>
          <p:nvPr/>
        </p:nvSpPr>
        <p:spPr>
          <a:xfrm>
            <a:off x="822658" y="3417886"/>
            <a:ext cx="1777377" cy="657046"/>
          </a:xfrm>
          <a:prstGeom prst="wedgeRectCallout">
            <a:avLst>
              <a:gd name="adj1" fmla="val -22334"/>
              <a:gd name="adj2" fmla="val 106635"/>
            </a:avLst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kumimoji="1" lang="en-US" altLang="ja-JP" sz="1100" dirty="0">
                <a:solidFill>
                  <a:schemeClr val="tx1">
                    <a:lumMod val="75000"/>
                    <a:lumOff val="25000"/>
                  </a:schemeClr>
                </a:solidFill>
                <a:latin typeface="Yu Gothic UI" panose="020B0500000000000000" pitchFamily="34" charset="-128"/>
                <a:ea typeface="Yu Gothic UI" panose="020B0500000000000000" pitchFamily="34" charset="-128"/>
              </a:rPr>
              <a:t>PowerShell </a:t>
            </a:r>
            <a:r>
              <a:rPr kumimoji="1" lang="ja-JP" altLang="en-US" sz="1100">
                <a:solidFill>
                  <a:schemeClr val="tx1">
                    <a:lumMod val="75000"/>
                    <a:lumOff val="25000"/>
                  </a:schemeClr>
                </a:solidFill>
                <a:latin typeface="Yu Gothic UI" panose="020B0500000000000000" pitchFamily="34" charset="-128"/>
                <a:ea typeface="Yu Gothic UI" panose="020B0500000000000000" pitchFamily="34" charset="-128"/>
              </a:rPr>
              <a:t>を開く。</a:t>
            </a:r>
            <a:r>
              <a:rPr kumimoji="1" lang="en-US" altLang="ja-JP" sz="1100" dirty="0">
                <a:solidFill>
                  <a:schemeClr val="tx1">
                    <a:lumMod val="75000"/>
                    <a:lumOff val="25000"/>
                  </a:schemeClr>
                </a:solidFill>
                <a:latin typeface="Yu Gothic UI" panose="020B0500000000000000" pitchFamily="34" charset="-128"/>
                <a:ea typeface="Yu Gothic UI" panose="020B0500000000000000" pitchFamily="34" charset="-128"/>
              </a:rPr>
              <a:t>PowerShell </a:t>
            </a:r>
            <a:r>
              <a:rPr kumimoji="1" lang="ja-JP" altLang="en-US" sz="1100">
                <a:solidFill>
                  <a:schemeClr val="tx1">
                    <a:lumMod val="75000"/>
                    <a:lumOff val="25000"/>
                  </a:schemeClr>
                </a:solidFill>
                <a:latin typeface="Yu Gothic UI" panose="020B0500000000000000" pitchFamily="34" charset="-128"/>
                <a:ea typeface="Yu Gothic UI" panose="020B0500000000000000" pitchFamily="34" charset="-128"/>
              </a:rPr>
              <a:t>になっている場合はここが「切り替え先</a:t>
            </a:r>
            <a:r>
              <a:rPr kumimoji="1" lang="en-US" altLang="ja-JP" sz="1100" dirty="0">
                <a:solidFill>
                  <a:schemeClr val="tx1">
                    <a:lumMod val="75000"/>
                    <a:lumOff val="25000"/>
                  </a:schemeClr>
                </a:solidFill>
                <a:latin typeface="Yu Gothic UI" panose="020B0500000000000000" pitchFamily="34" charset="-128"/>
                <a:ea typeface="Yu Gothic UI" panose="020B0500000000000000" pitchFamily="34" charset="-128"/>
              </a:rPr>
              <a:t> Bash</a:t>
            </a:r>
            <a:r>
              <a:rPr kumimoji="1" lang="ja-JP" altLang="en-US" sz="1100">
                <a:solidFill>
                  <a:schemeClr val="tx1">
                    <a:lumMod val="75000"/>
                    <a:lumOff val="25000"/>
                  </a:schemeClr>
                </a:solidFill>
                <a:latin typeface="Yu Gothic UI" panose="020B0500000000000000" pitchFamily="34" charset="-128"/>
                <a:ea typeface="Yu Gothic UI" panose="020B0500000000000000" pitchFamily="34" charset="-128"/>
              </a:rPr>
              <a:t>」と表示される</a:t>
            </a:r>
            <a:endParaRPr kumimoji="1" lang="en-US" altLang="ja-JP" sz="1100" dirty="0">
              <a:solidFill>
                <a:schemeClr val="tx1">
                  <a:lumMod val="75000"/>
                  <a:lumOff val="25000"/>
                </a:schemeClr>
              </a:solidFill>
              <a:latin typeface="Yu Gothic UI" panose="020B0500000000000000" pitchFamily="34" charset="-128"/>
              <a:ea typeface="Yu Gothic UI" panose="020B0500000000000000" pitchFamily="34" charset="-128"/>
            </a:endParaRPr>
          </a:p>
        </p:txBody>
      </p:sp>
      <p:pic>
        <p:nvPicPr>
          <p:cNvPr id="18" name="図 17">
            <a:extLst>
              <a:ext uri="{FF2B5EF4-FFF2-40B4-BE49-F238E27FC236}">
                <a16:creationId xmlns:a16="http://schemas.microsoft.com/office/drawing/2014/main" id="{9A484D41-C407-AFE7-23BB-2B86BDB789A9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6091083" y="2352140"/>
            <a:ext cx="5439108" cy="3641393"/>
          </a:xfrm>
          <a:prstGeom prst="rect">
            <a:avLst/>
          </a:prstGeom>
        </p:spPr>
      </p:pic>
      <p:sp>
        <p:nvSpPr>
          <p:cNvPr id="16" name="正方形/長方形 15">
            <a:extLst>
              <a:ext uri="{FF2B5EF4-FFF2-40B4-BE49-F238E27FC236}">
                <a16:creationId xmlns:a16="http://schemas.microsoft.com/office/drawing/2014/main" id="{489ABB1E-ACA9-9DD3-7821-F4023481C6CB}"/>
              </a:ext>
            </a:extLst>
          </p:cNvPr>
          <p:cNvSpPr/>
          <p:nvPr/>
        </p:nvSpPr>
        <p:spPr>
          <a:xfrm>
            <a:off x="7102764" y="1784537"/>
            <a:ext cx="3168072" cy="569912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kumimoji="1" lang="en-US" altLang="ja-JP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Yu Gothic UI" panose="020B0500000000000000" pitchFamily="34" charset="-128"/>
                <a:ea typeface="Yu Gothic UI" panose="020B0500000000000000" pitchFamily="34" charset="-128"/>
              </a:rPr>
              <a:t>Cloud Shell </a:t>
            </a:r>
            <a:r>
              <a:rPr kumimoji="1" lang="ja-JP" altLang="en-US" sz="1200">
                <a:solidFill>
                  <a:schemeClr val="tx1">
                    <a:lumMod val="75000"/>
                    <a:lumOff val="25000"/>
                  </a:schemeClr>
                </a:solidFill>
                <a:latin typeface="Yu Gothic UI" panose="020B0500000000000000" pitchFamily="34" charset="-128"/>
                <a:ea typeface="Yu Gothic UI" panose="020B0500000000000000" pitchFamily="34" charset="-128"/>
              </a:rPr>
              <a:t>を開いたら</a:t>
            </a:r>
            <a:r>
              <a:rPr kumimoji="1" lang="ja-JP" altLang="en-US" sz="1200">
                <a:solidFill>
                  <a:schemeClr val="tx1">
                    <a:lumMod val="75000"/>
                    <a:lumOff val="25000"/>
                  </a:schemeClr>
                </a:solidFill>
                <a:latin typeface="Yu Gothic UI" panose="020B0500000000000000" pitchFamily="34" charset="-128"/>
                <a:ea typeface="Yu Gothic UI" panose="020B0500000000000000" pitchFamily="34" charset="-128"/>
                <a:hlinkClick r:id="rId5"/>
              </a:rPr>
              <a:t>サンプルアプリのガイド</a:t>
            </a:r>
            <a:r>
              <a:rPr kumimoji="1" lang="ja-JP" altLang="en-US" sz="1200">
                <a:solidFill>
                  <a:schemeClr val="tx1">
                    <a:lumMod val="75000"/>
                    <a:lumOff val="25000"/>
                  </a:schemeClr>
                </a:solidFill>
                <a:latin typeface="Yu Gothic UI" panose="020B0500000000000000" pitchFamily="34" charset="-128"/>
                <a:ea typeface="Yu Gothic UI" panose="020B0500000000000000" pitchFamily="34" charset="-128"/>
              </a:rPr>
              <a:t>に記載の下記コマンドを実行し、サービスプリンシパルを作成する</a:t>
            </a:r>
          </a:p>
        </p:txBody>
      </p:sp>
      <p:sp>
        <p:nvSpPr>
          <p:cNvPr id="19" name="正方形/長方形 18">
            <a:extLst>
              <a:ext uri="{FF2B5EF4-FFF2-40B4-BE49-F238E27FC236}">
                <a16:creationId xmlns:a16="http://schemas.microsoft.com/office/drawing/2014/main" id="{9C2DC699-389F-7AEF-6E6F-323C10E98FA3}"/>
              </a:ext>
            </a:extLst>
          </p:cNvPr>
          <p:cNvSpPr/>
          <p:nvPr/>
        </p:nvSpPr>
        <p:spPr>
          <a:xfrm>
            <a:off x="8463489" y="5643028"/>
            <a:ext cx="3168072" cy="569912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kumimoji="1" lang="ja-JP" altLang="en-US" sz="1200">
                <a:solidFill>
                  <a:schemeClr val="tx1">
                    <a:lumMod val="75000"/>
                    <a:lumOff val="25000"/>
                  </a:schemeClr>
                </a:solidFill>
                <a:latin typeface="Yu Gothic UI" panose="020B0500000000000000" pitchFamily="34" charset="-128"/>
                <a:ea typeface="Yu Gothic UI" panose="020B0500000000000000" pitchFamily="34" charset="-128"/>
              </a:rPr>
              <a:t>サービスプリンシパルの</a:t>
            </a:r>
            <a:r>
              <a:rPr kumimoji="1" lang="en-US" altLang="ja-JP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Yu Gothic UI" panose="020B0500000000000000" pitchFamily="34" charset="-128"/>
                <a:ea typeface="Yu Gothic UI" panose="020B0500000000000000" pitchFamily="34" charset="-128"/>
              </a:rPr>
              <a:t> JSON </a:t>
            </a:r>
            <a:r>
              <a:rPr kumimoji="1" lang="ja-JP" altLang="en-US" sz="1200">
                <a:solidFill>
                  <a:schemeClr val="tx1">
                    <a:lumMod val="75000"/>
                    <a:lumOff val="25000"/>
                  </a:schemeClr>
                </a:solidFill>
                <a:latin typeface="Yu Gothic UI" panose="020B0500000000000000" pitchFamily="34" charset="-128"/>
                <a:ea typeface="Yu Gothic UI" panose="020B0500000000000000" pitchFamily="34" charset="-128"/>
              </a:rPr>
              <a:t>が出力されたらインデントが崩れないように適切なエディタ</a:t>
            </a:r>
            <a:r>
              <a:rPr kumimoji="1" lang="en-US" altLang="ja-JP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Yu Gothic UI" panose="020B0500000000000000" pitchFamily="34" charset="-128"/>
                <a:ea typeface="Yu Gothic UI" panose="020B0500000000000000" pitchFamily="34" charset="-128"/>
              </a:rPr>
              <a:t> (</a:t>
            </a:r>
            <a:r>
              <a:rPr kumimoji="1" lang="en-US" altLang="ja-JP" sz="12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Yu Gothic UI" panose="020B0500000000000000" pitchFamily="34" charset="-128"/>
                <a:ea typeface="Yu Gothic UI" panose="020B0500000000000000" pitchFamily="34" charset="-128"/>
              </a:rPr>
              <a:t>VSCode</a:t>
            </a:r>
            <a:r>
              <a:rPr kumimoji="1" lang="en-US" altLang="ja-JP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Yu Gothic UI" panose="020B0500000000000000" pitchFamily="34" charset="-128"/>
                <a:ea typeface="Yu Gothic UI" panose="020B0500000000000000" pitchFamily="34" charset="-128"/>
              </a:rPr>
              <a:t> </a:t>
            </a:r>
            <a:r>
              <a:rPr kumimoji="1" lang="ja-JP" altLang="en-US" sz="1200">
                <a:solidFill>
                  <a:schemeClr val="tx1">
                    <a:lumMod val="75000"/>
                    <a:lumOff val="25000"/>
                  </a:schemeClr>
                </a:solidFill>
                <a:latin typeface="Yu Gothic UI" panose="020B0500000000000000" pitchFamily="34" charset="-128"/>
                <a:ea typeface="Yu Gothic UI" panose="020B0500000000000000" pitchFamily="34" charset="-128"/>
              </a:rPr>
              <a:t>など</a:t>
            </a:r>
            <a:r>
              <a:rPr kumimoji="1" lang="en-US" altLang="ja-JP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Yu Gothic UI" panose="020B0500000000000000" pitchFamily="34" charset="-128"/>
                <a:ea typeface="Yu Gothic UI" panose="020B0500000000000000" pitchFamily="34" charset="-128"/>
              </a:rPr>
              <a:t>) </a:t>
            </a:r>
            <a:r>
              <a:rPr kumimoji="1" lang="ja-JP" altLang="en-US" sz="1200">
                <a:solidFill>
                  <a:schemeClr val="tx1">
                    <a:lumMod val="75000"/>
                    <a:lumOff val="25000"/>
                  </a:schemeClr>
                </a:solidFill>
                <a:latin typeface="Yu Gothic UI" panose="020B0500000000000000" pitchFamily="34" charset="-128"/>
                <a:ea typeface="Yu Gothic UI" panose="020B0500000000000000" pitchFamily="34" charset="-128"/>
              </a:rPr>
              <a:t>に記録しておく。</a:t>
            </a:r>
          </a:p>
        </p:txBody>
      </p:sp>
    </p:spTree>
    <p:extLst>
      <p:ext uri="{BB962C8B-B14F-4D97-AF65-F5344CB8AC3E}">
        <p14:creationId xmlns:p14="http://schemas.microsoft.com/office/powerpoint/2010/main" val="331784722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82B7472-1EF9-3C57-C448-FA6DEF736BA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正方形/長方形 2">
            <a:extLst>
              <a:ext uri="{FF2B5EF4-FFF2-40B4-BE49-F238E27FC236}">
                <a16:creationId xmlns:a16="http://schemas.microsoft.com/office/drawing/2014/main" id="{179D94FF-6DDC-DE1D-5860-C6EE5E681E46}"/>
              </a:ext>
            </a:extLst>
          </p:cNvPr>
          <p:cNvSpPr>
            <a:spLocks noGrp="1"/>
          </p:cNvSpPr>
          <p:nvPr/>
        </p:nvSpPr>
        <p:spPr>
          <a:xfrm>
            <a:off x="550606" y="2157412"/>
            <a:ext cx="11080955" cy="3886200"/>
          </a:xfrm>
          <a:prstGeom prst="rect">
            <a:avLst/>
          </a:prstGeom>
          <a:solidFill>
            <a:srgbClr val="FFFFFF"/>
          </a:solidFill>
          <a:ln w="9525">
            <a:solidFill>
              <a:srgbClr val="D0D5DD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pic>
        <p:nvPicPr>
          <p:cNvPr id="14" name="図 13">
            <a:extLst>
              <a:ext uri="{FF2B5EF4-FFF2-40B4-BE49-F238E27FC236}">
                <a16:creationId xmlns:a16="http://schemas.microsoft.com/office/drawing/2014/main" id="{0321E204-F6C8-2C0C-1BD7-D36C5FEE9C88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6209148" y="2314576"/>
            <a:ext cx="5139456" cy="3212160"/>
          </a:xfrm>
          <a:prstGeom prst="rect">
            <a:avLst/>
          </a:prstGeom>
        </p:spPr>
      </p:pic>
      <p:pic>
        <p:nvPicPr>
          <p:cNvPr id="5" name="図 4">
            <a:extLst>
              <a:ext uri="{FF2B5EF4-FFF2-40B4-BE49-F238E27FC236}">
                <a16:creationId xmlns:a16="http://schemas.microsoft.com/office/drawing/2014/main" id="{627601EE-76E7-D0D0-9D66-828825D67613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843396" y="2314575"/>
            <a:ext cx="5139458" cy="3212161"/>
          </a:xfrm>
          <a:prstGeom prst="rect">
            <a:avLst/>
          </a:prstGeom>
        </p:spPr>
      </p:pic>
      <p:sp>
        <p:nvSpPr>
          <p:cNvPr id="15" name="正方形/長方形 14">
            <a:extLst>
              <a:ext uri="{FF2B5EF4-FFF2-40B4-BE49-F238E27FC236}">
                <a16:creationId xmlns:a16="http://schemas.microsoft.com/office/drawing/2014/main" id="{9A1E25CA-01E9-B1EA-B6BA-63604AF45982}"/>
              </a:ext>
            </a:extLst>
          </p:cNvPr>
          <p:cNvSpPr>
            <a:spLocks noGrp="1"/>
          </p:cNvSpPr>
          <p:nvPr/>
        </p:nvSpPr>
        <p:spPr>
          <a:xfrm>
            <a:off x="685800" y="400050"/>
            <a:ext cx="8953500" cy="4953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>
              <a:defRPr sz="2325" b="1">
                <a:solidFill>
                  <a:srgbClr val="1F2937"/>
                </a:solidFill>
                <a:latin typeface="Yu Gothic"/>
                <a:ea typeface="Yu Gothic"/>
                <a:cs typeface="Yu Gothic"/>
              </a:defRPr>
            </a:pPr>
            <a:r>
              <a:rPr lang="en" altLang="ja-JP" sz="2000" b="1" dirty="0">
                <a:solidFill>
                  <a:srgbClr val="1F2937"/>
                </a:solidFill>
                <a:latin typeface="Yu Gothic"/>
                <a:ea typeface="Yu Gothic"/>
                <a:cs typeface="Yu Gothic"/>
              </a:rPr>
              <a:t>Actions </a:t>
            </a:r>
            <a:r>
              <a:rPr lang="ja-JP" altLang="en-US" sz="2000" b="1">
                <a:solidFill>
                  <a:srgbClr val="1F2937"/>
                </a:solidFill>
                <a:latin typeface="Yu Gothic"/>
                <a:ea typeface="Yu Gothic"/>
                <a:cs typeface="Yu Gothic"/>
              </a:rPr>
              <a:t>設定画面を開く</a:t>
            </a:r>
            <a:endParaRPr lang="ja-JP" altLang="en-US" sz="2000" b="1" dirty="0">
              <a:solidFill>
                <a:srgbClr val="1F2937"/>
              </a:solidFill>
              <a:latin typeface="Yu Gothic"/>
              <a:ea typeface="Yu Gothic"/>
              <a:cs typeface="Yu Gothic"/>
            </a:endParaRPr>
          </a:p>
        </p:txBody>
      </p:sp>
      <p:sp>
        <p:nvSpPr>
          <p:cNvPr id="2" name="正方形/長方形 1">
            <a:extLst>
              <a:ext uri="{FF2B5EF4-FFF2-40B4-BE49-F238E27FC236}">
                <a16:creationId xmlns:a16="http://schemas.microsoft.com/office/drawing/2014/main" id="{562896E7-BB86-237C-B8BF-60D2EEF07378}"/>
              </a:ext>
            </a:extLst>
          </p:cNvPr>
          <p:cNvSpPr>
            <a:spLocks noGrp="1"/>
          </p:cNvSpPr>
          <p:nvPr/>
        </p:nvSpPr>
        <p:spPr>
          <a:xfrm>
            <a:off x="685800" y="876300"/>
            <a:ext cx="36195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13" b="0">
                <a:solidFill>
                  <a:srgbClr val="667085"/>
                </a:solidFill>
                <a:latin typeface="Yu Gothic UI"/>
                <a:ea typeface="Yu Gothic UI"/>
                <a:cs typeface="Yu Gothic UI"/>
              </a:defRPr>
            </a:pPr>
            <a:r>
              <a:rPr sz="713" b="0" dirty="0">
                <a:solidFill>
                  <a:srgbClr val="667085"/>
                </a:solidFill>
                <a:latin typeface="Yu Gothic UI"/>
                <a:ea typeface="Yu Gothic UI"/>
                <a:cs typeface="Yu Gothic UI"/>
              </a:rPr>
              <a:t>Azure Workshop for Beginners </a:t>
            </a:r>
            <a:r>
              <a:rPr lang="ja-JP" altLang="en-US" sz="713" b="0">
                <a:solidFill>
                  <a:srgbClr val="667085"/>
                </a:solidFill>
                <a:latin typeface="Yu Gothic UI"/>
                <a:ea typeface="Yu Gothic UI"/>
                <a:cs typeface="Yu Gothic UI"/>
              </a:rPr>
              <a:t> </a:t>
            </a:r>
            <a:r>
              <a:rPr lang="en-US" altLang="ja-JP" sz="713" b="0" dirty="0">
                <a:solidFill>
                  <a:srgbClr val="667085"/>
                </a:solidFill>
                <a:latin typeface="Yu Gothic UI"/>
                <a:ea typeface="Yu Gothic UI"/>
                <a:cs typeface="Yu Gothic UI"/>
              </a:rPr>
              <a:t>| </a:t>
            </a:r>
            <a:r>
              <a:rPr lang="ja-JP" altLang="en-US" sz="713" b="0">
                <a:solidFill>
                  <a:srgbClr val="667085"/>
                </a:solidFill>
                <a:latin typeface="Yu Gothic UI"/>
                <a:ea typeface="Yu Gothic UI"/>
                <a:cs typeface="Yu Gothic UI"/>
              </a:rPr>
              <a:t>第</a:t>
            </a:r>
            <a:r>
              <a:rPr lang="en-US" altLang="ja-JP" sz="713" b="0" dirty="0">
                <a:solidFill>
                  <a:srgbClr val="667085"/>
                </a:solidFill>
                <a:latin typeface="Yu Gothic UI"/>
                <a:ea typeface="Yu Gothic UI"/>
                <a:cs typeface="Yu Gothic UI"/>
              </a:rPr>
              <a:t>6</a:t>
            </a:r>
            <a:r>
              <a:rPr lang="ja-JP" altLang="en-US" sz="713" b="0">
                <a:solidFill>
                  <a:srgbClr val="667085"/>
                </a:solidFill>
                <a:latin typeface="Yu Gothic UI"/>
                <a:ea typeface="Yu Gothic UI"/>
                <a:cs typeface="Yu Gothic UI"/>
              </a:rPr>
              <a:t>回</a:t>
            </a:r>
            <a:endParaRPr sz="713" b="0" dirty="0">
              <a:solidFill>
                <a:srgbClr val="667085"/>
              </a:solidFill>
              <a:latin typeface="Yu Gothic UI"/>
              <a:ea typeface="Yu Gothic UI"/>
              <a:cs typeface="Yu Gothic UI"/>
            </a:endParaRPr>
          </a:p>
        </p:txBody>
      </p:sp>
      <p:sp>
        <p:nvSpPr>
          <p:cNvPr id="4" name="正方形/長方形 3">
            <a:extLst>
              <a:ext uri="{FF2B5EF4-FFF2-40B4-BE49-F238E27FC236}">
                <a16:creationId xmlns:a16="http://schemas.microsoft.com/office/drawing/2014/main" id="{475705D9-E0C3-ADDF-96F6-1D5A2425D39E}"/>
              </a:ext>
            </a:extLst>
          </p:cNvPr>
          <p:cNvSpPr>
            <a:spLocks noGrp="1"/>
          </p:cNvSpPr>
          <p:nvPr/>
        </p:nvSpPr>
        <p:spPr>
          <a:xfrm>
            <a:off x="685800" y="1200150"/>
            <a:ext cx="10820400" cy="14288"/>
          </a:xfrm>
          <a:prstGeom prst="rect">
            <a:avLst/>
          </a:prstGeom>
          <a:solidFill>
            <a:srgbClr val="D0D5DD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6" name="正方形/長方形 5">
            <a:extLst>
              <a:ext uri="{FF2B5EF4-FFF2-40B4-BE49-F238E27FC236}">
                <a16:creationId xmlns:a16="http://schemas.microsoft.com/office/drawing/2014/main" id="{5D01627A-93E5-AF76-0C37-031CFF13F51C}"/>
              </a:ext>
            </a:extLst>
          </p:cNvPr>
          <p:cNvSpPr>
            <a:spLocks noGrp="1"/>
          </p:cNvSpPr>
          <p:nvPr/>
        </p:nvSpPr>
        <p:spPr>
          <a:xfrm>
            <a:off x="685800" y="1352550"/>
            <a:ext cx="10820400" cy="552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19050" rIns="0" bIns="0" anchor="t"/>
          <a:lstStyle/>
          <a:p>
            <a:pPr>
              <a:defRPr sz="1238" b="0">
                <a:solidFill>
                  <a:srgbClr val="64748B"/>
                </a:solidFill>
                <a:latin typeface="Yu Gothic"/>
                <a:ea typeface="Yu Gothic"/>
                <a:cs typeface="Yu Gothic"/>
              </a:defRPr>
            </a:pPr>
            <a:r>
              <a:rPr lang="en" altLang="ja-JP" sz="1200" dirty="0">
                <a:solidFill>
                  <a:srgbClr val="64748B"/>
                </a:solidFill>
                <a:latin typeface="Yu Gothic"/>
                <a:ea typeface="Yu Gothic"/>
                <a:cs typeface="Yu Gothic"/>
              </a:rPr>
              <a:t>GitHub </a:t>
            </a:r>
            <a:r>
              <a:rPr lang="ja-JP" altLang="en-US" sz="1200">
                <a:solidFill>
                  <a:srgbClr val="64748B"/>
                </a:solidFill>
                <a:latin typeface="Yu Gothic"/>
                <a:ea typeface="Yu Gothic"/>
                <a:cs typeface="Yu Gothic"/>
              </a:rPr>
              <a:t>リポジトリの </a:t>
            </a:r>
            <a:r>
              <a:rPr lang="en" altLang="ja-JP" sz="1200" dirty="0">
                <a:solidFill>
                  <a:srgbClr val="64748B"/>
                </a:solidFill>
                <a:latin typeface="Yu Gothic"/>
                <a:ea typeface="Yu Gothic"/>
                <a:cs typeface="Yu Gothic"/>
              </a:rPr>
              <a:t>Settings </a:t>
            </a:r>
            <a:r>
              <a:rPr lang="ja-JP" altLang="en-US" sz="1200">
                <a:solidFill>
                  <a:srgbClr val="64748B"/>
                </a:solidFill>
                <a:latin typeface="Yu Gothic"/>
                <a:ea typeface="Yu Gothic"/>
                <a:cs typeface="Yu Gothic"/>
              </a:rPr>
              <a:t>から、</a:t>
            </a:r>
            <a:r>
              <a:rPr lang="en" altLang="ja-JP" sz="1200" dirty="0">
                <a:solidFill>
                  <a:srgbClr val="64748B"/>
                </a:solidFill>
                <a:latin typeface="Yu Gothic"/>
                <a:ea typeface="Yu Gothic"/>
                <a:cs typeface="Yu Gothic"/>
              </a:rPr>
              <a:t>Actions </a:t>
            </a:r>
            <a:r>
              <a:rPr lang="ja-JP" altLang="en-US" sz="1200">
                <a:solidFill>
                  <a:srgbClr val="64748B"/>
                </a:solidFill>
                <a:latin typeface="Yu Gothic"/>
                <a:ea typeface="Yu Gothic"/>
                <a:cs typeface="Yu Gothic"/>
              </a:rPr>
              <a:t>用の </a:t>
            </a:r>
            <a:r>
              <a:rPr lang="en" altLang="ja-JP" sz="1200" dirty="0">
                <a:solidFill>
                  <a:srgbClr val="64748B"/>
                </a:solidFill>
                <a:latin typeface="Yu Gothic"/>
                <a:ea typeface="Yu Gothic"/>
                <a:cs typeface="Yu Gothic"/>
              </a:rPr>
              <a:t>Secrets </a:t>
            </a:r>
            <a:r>
              <a:rPr lang="ja-JP" altLang="en-US" sz="1200">
                <a:solidFill>
                  <a:srgbClr val="64748B"/>
                </a:solidFill>
                <a:latin typeface="Yu Gothic"/>
                <a:ea typeface="Yu Gothic"/>
                <a:cs typeface="Yu Gothic"/>
              </a:rPr>
              <a:t>と </a:t>
            </a:r>
            <a:r>
              <a:rPr lang="en" altLang="ja-JP" sz="1200" dirty="0">
                <a:solidFill>
                  <a:srgbClr val="64748B"/>
                </a:solidFill>
                <a:latin typeface="Yu Gothic"/>
                <a:ea typeface="Yu Gothic"/>
                <a:cs typeface="Yu Gothic"/>
              </a:rPr>
              <a:t>Variables </a:t>
            </a:r>
            <a:r>
              <a:rPr lang="ja-JP" altLang="en-US" sz="1200">
                <a:solidFill>
                  <a:srgbClr val="64748B"/>
                </a:solidFill>
                <a:latin typeface="Yu Gothic"/>
                <a:ea typeface="Yu Gothic"/>
                <a:cs typeface="Yu Gothic"/>
              </a:rPr>
              <a:t>を設定する画面へ移動します。</a:t>
            </a:r>
            <a:endParaRPr lang="ja-JP" altLang="en-US" sz="1200" dirty="0">
              <a:solidFill>
                <a:srgbClr val="64748B"/>
              </a:solidFill>
              <a:latin typeface="Yu Gothic"/>
              <a:ea typeface="Yu Gothic"/>
              <a:cs typeface="Yu Gothic"/>
            </a:endParaRPr>
          </a:p>
        </p:txBody>
      </p:sp>
      <p:sp>
        <p:nvSpPr>
          <p:cNvPr id="9" name="正方形/長方形 8">
            <a:extLst>
              <a:ext uri="{FF2B5EF4-FFF2-40B4-BE49-F238E27FC236}">
                <a16:creationId xmlns:a16="http://schemas.microsoft.com/office/drawing/2014/main" id="{1E73C6BB-B9F5-190A-5625-DDAC1FCECDC6}"/>
              </a:ext>
            </a:extLst>
          </p:cNvPr>
          <p:cNvSpPr/>
          <p:nvPr/>
        </p:nvSpPr>
        <p:spPr>
          <a:xfrm>
            <a:off x="1274619" y="1838324"/>
            <a:ext cx="3168072" cy="636588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kumimoji="1" lang="en-US" altLang="ja-JP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Yu Gothic UI" panose="020B0500000000000000" pitchFamily="34" charset="-128"/>
                <a:ea typeface="Yu Gothic UI" panose="020B0500000000000000" pitchFamily="34" charset="-128"/>
              </a:rPr>
              <a:t>GitHub </a:t>
            </a:r>
            <a:r>
              <a:rPr kumimoji="1" lang="ja-JP" altLang="en-US" sz="1200">
                <a:solidFill>
                  <a:schemeClr val="tx1">
                    <a:lumMod val="75000"/>
                    <a:lumOff val="25000"/>
                  </a:schemeClr>
                </a:solidFill>
                <a:latin typeface="Yu Gothic UI" panose="020B0500000000000000" pitchFamily="34" charset="-128"/>
                <a:ea typeface="Yu Gothic UI" panose="020B0500000000000000" pitchFamily="34" charset="-128"/>
              </a:rPr>
              <a:t>の先ほど作成した自身のリポジトリの画面にもどる</a:t>
            </a:r>
          </a:p>
        </p:txBody>
      </p:sp>
      <p:sp>
        <p:nvSpPr>
          <p:cNvPr id="12" name="正方形/長方形 11">
            <a:extLst>
              <a:ext uri="{FF2B5EF4-FFF2-40B4-BE49-F238E27FC236}">
                <a16:creationId xmlns:a16="http://schemas.microsoft.com/office/drawing/2014/main" id="{8EC5F93F-2640-B684-D747-76FD98AC5BEB}"/>
              </a:ext>
            </a:extLst>
          </p:cNvPr>
          <p:cNvSpPr/>
          <p:nvPr/>
        </p:nvSpPr>
        <p:spPr>
          <a:xfrm>
            <a:off x="4312760" y="2492978"/>
            <a:ext cx="434731" cy="139097"/>
          </a:xfrm>
          <a:prstGeom prst="rect">
            <a:avLst/>
          </a:prstGeom>
          <a:noFill/>
          <a:ln w="254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3" name="四角形吹き出し 12">
            <a:extLst>
              <a:ext uri="{FF2B5EF4-FFF2-40B4-BE49-F238E27FC236}">
                <a16:creationId xmlns:a16="http://schemas.microsoft.com/office/drawing/2014/main" id="{2FB488EF-AD95-9429-F289-FD6D4D5AE162}"/>
              </a:ext>
            </a:extLst>
          </p:cNvPr>
          <p:cNvSpPr/>
          <p:nvPr/>
        </p:nvSpPr>
        <p:spPr>
          <a:xfrm>
            <a:off x="3021537" y="3131306"/>
            <a:ext cx="1725954" cy="286580"/>
          </a:xfrm>
          <a:prstGeom prst="wedgeRectCallout">
            <a:avLst>
              <a:gd name="adj1" fmla="val 29150"/>
              <a:gd name="adj2" fmla="val -209346"/>
            </a:avLst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kumimoji="1" lang="ja-JP" altLang="en-US" sz="1100">
                <a:solidFill>
                  <a:schemeClr val="tx1">
                    <a:lumMod val="75000"/>
                    <a:lumOff val="25000"/>
                  </a:schemeClr>
                </a:solidFill>
                <a:latin typeface="Yu Gothic UI" panose="020B0500000000000000" pitchFamily="34" charset="-128"/>
                <a:ea typeface="Yu Gothic UI" panose="020B0500000000000000" pitchFamily="34" charset="-128"/>
              </a:rPr>
              <a:t>「</a:t>
            </a:r>
            <a:r>
              <a:rPr kumimoji="1" lang="en-US" altLang="ja-JP" sz="1100" dirty="0">
                <a:solidFill>
                  <a:schemeClr val="tx1">
                    <a:lumMod val="75000"/>
                    <a:lumOff val="25000"/>
                  </a:schemeClr>
                </a:solidFill>
                <a:latin typeface="Yu Gothic UI" panose="020B0500000000000000" pitchFamily="34" charset="-128"/>
                <a:ea typeface="Yu Gothic UI" panose="020B0500000000000000" pitchFamily="34" charset="-128"/>
              </a:rPr>
              <a:t>Settings</a:t>
            </a:r>
            <a:r>
              <a:rPr kumimoji="1" lang="ja-JP" altLang="en-US" sz="1100">
                <a:solidFill>
                  <a:schemeClr val="tx1">
                    <a:lumMod val="75000"/>
                    <a:lumOff val="25000"/>
                  </a:schemeClr>
                </a:solidFill>
                <a:latin typeface="Yu Gothic UI" panose="020B0500000000000000" pitchFamily="34" charset="-128"/>
                <a:ea typeface="Yu Gothic UI" panose="020B0500000000000000" pitchFamily="34" charset="-128"/>
              </a:rPr>
              <a:t>」</a:t>
            </a:r>
            <a:r>
              <a:rPr kumimoji="1" lang="en-US" altLang="ja-JP" sz="1100" dirty="0">
                <a:solidFill>
                  <a:schemeClr val="tx1">
                    <a:lumMod val="75000"/>
                    <a:lumOff val="25000"/>
                  </a:schemeClr>
                </a:solidFill>
                <a:latin typeface="Yu Gothic UI" panose="020B0500000000000000" pitchFamily="34" charset="-128"/>
                <a:ea typeface="Yu Gothic UI" panose="020B0500000000000000" pitchFamily="34" charset="-128"/>
              </a:rPr>
              <a:t> </a:t>
            </a:r>
            <a:r>
              <a:rPr kumimoji="1" lang="ja-JP" altLang="en-US" sz="1100">
                <a:solidFill>
                  <a:schemeClr val="tx1">
                    <a:lumMod val="75000"/>
                    <a:lumOff val="25000"/>
                  </a:schemeClr>
                </a:solidFill>
                <a:latin typeface="Yu Gothic UI" panose="020B0500000000000000" pitchFamily="34" charset="-128"/>
                <a:ea typeface="Yu Gothic UI" panose="020B0500000000000000" pitchFamily="34" charset="-128"/>
              </a:rPr>
              <a:t>をクリック</a:t>
            </a:r>
            <a:endParaRPr kumimoji="1" lang="en-US" altLang="ja-JP" sz="1100" dirty="0">
              <a:solidFill>
                <a:schemeClr val="tx1">
                  <a:lumMod val="75000"/>
                  <a:lumOff val="25000"/>
                </a:schemeClr>
              </a:solidFill>
              <a:latin typeface="Yu Gothic UI" panose="020B0500000000000000" pitchFamily="34" charset="-128"/>
              <a:ea typeface="Yu Gothic UI" panose="020B0500000000000000" pitchFamily="34" charset="-128"/>
            </a:endParaRPr>
          </a:p>
        </p:txBody>
      </p:sp>
      <p:sp>
        <p:nvSpPr>
          <p:cNvPr id="27" name="四角形吹き出し 26">
            <a:extLst>
              <a:ext uri="{FF2B5EF4-FFF2-40B4-BE49-F238E27FC236}">
                <a16:creationId xmlns:a16="http://schemas.microsoft.com/office/drawing/2014/main" id="{3C4CDE35-B4F2-5C19-C003-5B7BBB7C0599}"/>
              </a:ext>
            </a:extLst>
          </p:cNvPr>
          <p:cNvSpPr/>
          <p:nvPr/>
        </p:nvSpPr>
        <p:spPr>
          <a:xfrm>
            <a:off x="7422573" y="3656426"/>
            <a:ext cx="1725954" cy="528458"/>
          </a:xfrm>
          <a:prstGeom prst="wedgeRectCallout">
            <a:avLst>
              <a:gd name="adj1" fmla="val -55403"/>
              <a:gd name="adj2" fmla="val 97896"/>
            </a:avLst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kumimoji="1" lang="en-US" altLang="ja-JP" sz="1100" dirty="0">
                <a:solidFill>
                  <a:schemeClr val="tx1">
                    <a:lumMod val="75000"/>
                    <a:lumOff val="25000"/>
                  </a:schemeClr>
                </a:solidFill>
                <a:latin typeface="Yu Gothic UI" panose="020B0500000000000000" pitchFamily="34" charset="-128"/>
                <a:ea typeface="Yu Gothic UI" panose="020B0500000000000000" pitchFamily="34" charset="-128"/>
              </a:rPr>
              <a:t>Secrets and variables </a:t>
            </a:r>
            <a:r>
              <a:rPr kumimoji="1" lang="ja-JP" altLang="en-US" sz="1100">
                <a:solidFill>
                  <a:schemeClr val="tx1">
                    <a:lumMod val="75000"/>
                    <a:lumOff val="25000"/>
                  </a:schemeClr>
                </a:solidFill>
                <a:latin typeface="Yu Gothic UI" panose="020B0500000000000000" pitchFamily="34" charset="-128"/>
                <a:ea typeface="Yu Gothic UI" panose="020B0500000000000000" pitchFamily="34" charset="-128"/>
              </a:rPr>
              <a:t>をクリックし、</a:t>
            </a:r>
            <a:r>
              <a:rPr kumimoji="1" lang="en-US" altLang="ja-JP" sz="1100" dirty="0">
                <a:solidFill>
                  <a:schemeClr val="tx1">
                    <a:lumMod val="75000"/>
                    <a:lumOff val="25000"/>
                  </a:schemeClr>
                </a:solidFill>
                <a:latin typeface="Yu Gothic UI" panose="020B0500000000000000" pitchFamily="34" charset="-128"/>
                <a:ea typeface="Yu Gothic UI" panose="020B0500000000000000" pitchFamily="34" charset="-128"/>
              </a:rPr>
              <a:t>Actions </a:t>
            </a:r>
            <a:r>
              <a:rPr kumimoji="1" lang="ja-JP" altLang="en-US" sz="1100">
                <a:solidFill>
                  <a:schemeClr val="tx1">
                    <a:lumMod val="75000"/>
                    <a:lumOff val="25000"/>
                  </a:schemeClr>
                </a:solidFill>
                <a:latin typeface="Yu Gothic UI" panose="020B0500000000000000" pitchFamily="34" charset="-128"/>
                <a:ea typeface="Yu Gothic UI" panose="020B0500000000000000" pitchFamily="34" charset="-128"/>
              </a:rPr>
              <a:t>をクリック</a:t>
            </a:r>
            <a:endParaRPr kumimoji="1" lang="en-US" altLang="ja-JP" sz="1100" dirty="0">
              <a:solidFill>
                <a:schemeClr val="tx1">
                  <a:lumMod val="75000"/>
                  <a:lumOff val="25000"/>
                </a:schemeClr>
              </a:solidFill>
              <a:latin typeface="Yu Gothic UI" panose="020B0500000000000000" pitchFamily="34" charset="-128"/>
              <a:ea typeface="Yu Gothic UI" panose="020B0500000000000000" pitchFamily="34" charset="-128"/>
            </a:endParaRPr>
          </a:p>
        </p:txBody>
      </p:sp>
      <p:sp>
        <p:nvSpPr>
          <p:cNvPr id="10" name="正方形/長方形 9">
            <a:extLst>
              <a:ext uri="{FF2B5EF4-FFF2-40B4-BE49-F238E27FC236}">
                <a16:creationId xmlns:a16="http://schemas.microsoft.com/office/drawing/2014/main" id="{A6CA0A84-BA19-8956-2F15-83B15089F988}"/>
              </a:ext>
            </a:extLst>
          </p:cNvPr>
          <p:cNvSpPr/>
          <p:nvPr/>
        </p:nvSpPr>
        <p:spPr>
          <a:xfrm>
            <a:off x="6548582" y="4414982"/>
            <a:ext cx="729673" cy="295563"/>
          </a:xfrm>
          <a:prstGeom prst="rect">
            <a:avLst/>
          </a:prstGeom>
          <a:noFill/>
          <a:ln w="254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982739910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CF5734E-68F1-B693-3458-16689EB8A38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正方形/長方形 2">
            <a:extLst>
              <a:ext uri="{FF2B5EF4-FFF2-40B4-BE49-F238E27FC236}">
                <a16:creationId xmlns:a16="http://schemas.microsoft.com/office/drawing/2014/main" id="{2F4136B0-045B-2233-38F9-B56371E417F7}"/>
              </a:ext>
            </a:extLst>
          </p:cNvPr>
          <p:cNvSpPr>
            <a:spLocks noGrp="1"/>
          </p:cNvSpPr>
          <p:nvPr/>
        </p:nvSpPr>
        <p:spPr>
          <a:xfrm>
            <a:off x="550606" y="2157412"/>
            <a:ext cx="11080955" cy="3886200"/>
          </a:xfrm>
          <a:prstGeom prst="rect">
            <a:avLst/>
          </a:prstGeom>
          <a:solidFill>
            <a:srgbClr val="FFFFFF"/>
          </a:solidFill>
          <a:ln w="9525">
            <a:solidFill>
              <a:srgbClr val="D0D5DD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pic>
        <p:nvPicPr>
          <p:cNvPr id="8" name="図 7">
            <a:extLst>
              <a:ext uri="{FF2B5EF4-FFF2-40B4-BE49-F238E27FC236}">
                <a16:creationId xmlns:a16="http://schemas.microsoft.com/office/drawing/2014/main" id="{7DCCFF6F-A53D-C5AA-7133-1D0DE1C0D195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685800" y="2516437"/>
            <a:ext cx="5139456" cy="3212160"/>
          </a:xfrm>
          <a:prstGeom prst="rect">
            <a:avLst/>
          </a:prstGeom>
        </p:spPr>
      </p:pic>
      <p:sp>
        <p:nvSpPr>
          <p:cNvPr id="15" name="正方形/長方形 14">
            <a:extLst>
              <a:ext uri="{FF2B5EF4-FFF2-40B4-BE49-F238E27FC236}">
                <a16:creationId xmlns:a16="http://schemas.microsoft.com/office/drawing/2014/main" id="{D069BA25-2135-7ACC-411B-ACD9BFA4891F}"/>
              </a:ext>
            </a:extLst>
          </p:cNvPr>
          <p:cNvSpPr>
            <a:spLocks noGrp="1"/>
          </p:cNvSpPr>
          <p:nvPr/>
        </p:nvSpPr>
        <p:spPr>
          <a:xfrm>
            <a:off x="685800" y="400050"/>
            <a:ext cx="8953500" cy="4953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>
              <a:defRPr sz="2325" b="1">
                <a:solidFill>
                  <a:srgbClr val="1F2937"/>
                </a:solidFill>
                <a:latin typeface="Yu Gothic"/>
                <a:ea typeface="Yu Gothic"/>
                <a:cs typeface="Yu Gothic"/>
              </a:defRPr>
            </a:pPr>
            <a:r>
              <a:rPr lang="en" altLang="ja-JP" sz="2000" b="1" dirty="0">
                <a:solidFill>
                  <a:srgbClr val="1F2937"/>
                </a:solidFill>
                <a:latin typeface="Yu Gothic"/>
                <a:ea typeface="Yu Gothic"/>
                <a:cs typeface="Yu Gothic"/>
              </a:rPr>
              <a:t>Actions </a:t>
            </a:r>
            <a:r>
              <a:rPr lang="ja-JP" altLang="en-US" sz="2000" b="1">
                <a:solidFill>
                  <a:srgbClr val="1F2937"/>
                </a:solidFill>
                <a:latin typeface="Yu Gothic"/>
                <a:ea typeface="Yu Gothic"/>
                <a:cs typeface="Yu Gothic"/>
              </a:rPr>
              <a:t>設定画面を開く</a:t>
            </a:r>
            <a:endParaRPr lang="ja-JP" altLang="en-US" sz="2000" b="1" dirty="0">
              <a:solidFill>
                <a:srgbClr val="1F2937"/>
              </a:solidFill>
              <a:latin typeface="Yu Gothic"/>
              <a:ea typeface="Yu Gothic"/>
              <a:cs typeface="Yu Gothic"/>
            </a:endParaRPr>
          </a:p>
        </p:txBody>
      </p:sp>
      <p:sp>
        <p:nvSpPr>
          <p:cNvPr id="2" name="正方形/長方形 1">
            <a:extLst>
              <a:ext uri="{FF2B5EF4-FFF2-40B4-BE49-F238E27FC236}">
                <a16:creationId xmlns:a16="http://schemas.microsoft.com/office/drawing/2014/main" id="{4D1365A0-86E8-1ABC-0227-8A441CED4699}"/>
              </a:ext>
            </a:extLst>
          </p:cNvPr>
          <p:cNvSpPr>
            <a:spLocks noGrp="1"/>
          </p:cNvSpPr>
          <p:nvPr/>
        </p:nvSpPr>
        <p:spPr>
          <a:xfrm>
            <a:off x="685800" y="876300"/>
            <a:ext cx="36195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13" b="0">
                <a:solidFill>
                  <a:srgbClr val="667085"/>
                </a:solidFill>
                <a:latin typeface="Yu Gothic UI"/>
                <a:ea typeface="Yu Gothic UI"/>
                <a:cs typeface="Yu Gothic UI"/>
              </a:defRPr>
            </a:pPr>
            <a:r>
              <a:rPr sz="713" b="0" dirty="0">
                <a:solidFill>
                  <a:srgbClr val="667085"/>
                </a:solidFill>
                <a:latin typeface="Yu Gothic UI"/>
                <a:ea typeface="Yu Gothic UI"/>
                <a:cs typeface="Yu Gothic UI"/>
              </a:rPr>
              <a:t>Azure Workshop for Beginners </a:t>
            </a:r>
            <a:r>
              <a:rPr lang="ja-JP" altLang="en-US" sz="713" b="0">
                <a:solidFill>
                  <a:srgbClr val="667085"/>
                </a:solidFill>
                <a:latin typeface="Yu Gothic UI"/>
                <a:ea typeface="Yu Gothic UI"/>
                <a:cs typeface="Yu Gothic UI"/>
              </a:rPr>
              <a:t> </a:t>
            </a:r>
            <a:r>
              <a:rPr lang="en-US" altLang="ja-JP" sz="713" b="0" dirty="0">
                <a:solidFill>
                  <a:srgbClr val="667085"/>
                </a:solidFill>
                <a:latin typeface="Yu Gothic UI"/>
                <a:ea typeface="Yu Gothic UI"/>
                <a:cs typeface="Yu Gothic UI"/>
              </a:rPr>
              <a:t>| </a:t>
            </a:r>
            <a:r>
              <a:rPr lang="ja-JP" altLang="en-US" sz="713" b="0">
                <a:solidFill>
                  <a:srgbClr val="667085"/>
                </a:solidFill>
                <a:latin typeface="Yu Gothic UI"/>
                <a:ea typeface="Yu Gothic UI"/>
                <a:cs typeface="Yu Gothic UI"/>
              </a:rPr>
              <a:t>第</a:t>
            </a:r>
            <a:r>
              <a:rPr lang="en-US" altLang="ja-JP" sz="713" b="0" dirty="0">
                <a:solidFill>
                  <a:srgbClr val="667085"/>
                </a:solidFill>
                <a:latin typeface="Yu Gothic UI"/>
                <a:ea typeface="Yu Gothic UI"/>
                <a:cs typeface="Yu Gothic UI"/>
              </a:rPr>
              <a:t>6</a:t>
            </a:r>
            <a:r>
              <a:rPr lang="ja-JP" altLang="en-US" sz="713" b="0">
                <a:solidFill>
                  <a:srgbClr val="667085"/>
                </a:solidFill>
                <a:latin typeface="Yu Gothic UI"/>
                <a:ea typeface="Yu Gothic UI"/>
                <a:cs typeface="Yu Gothic UI"/>
              </a:rPr>
              <a:t>回</a:t>
            </a:r>
            <a:endParaRPr sz="713" b="0" dirty="0">
              <a:solidFill>
                <a:srgbClr val="667085"/>
              </a:solidFill>
              <a:latin typeface="Yu Gothic UI"/>
              <a:ea typeface="Yu Gothic UI"/>
              <a:cs typeface="Yu Gothic UI"/>
            </a:endParaRPr>
          </a:p>
        </p:txBody>
      </p:sp>
      <p:sp>
        <p:nvSpPr>
          <p:cNvPr id="4" name="正方形/長方形 3">
            <a:extLst>
              <a:ext uri="{FF2B5EF4-FFF2-40B4-BE49-F238E27FC236}">
                <a16:creationId xmlns:a16="http://schemas.microsoft.com/office/drawing/2014/main" id="{C4D8C8AC-4F27-75E4-D3E5-A71BA26DEC0A}"/>
              </a:ext>
            </a:extLst>
          </p:cNvPr>
          <p:cNvSpPr>
            <a:spLocks noGrp="1"/>
          </p:cNvSpPr>
          <p:nvPr/>
        </p:nvSpPr>
        <p:spPr>
          <a:xfrm>
            <a:off x="685800" y="1200150"/>
            <a:ext cx="10820400" cy="14288"/>
          </a:xfrm>
          <a:prstGeom prst="rect">
            <a:avLst/>
          </a:prstGeom>
          <a:solidFill>
            <a:srgbClr val="D0D5DD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6" name="正方形/長方形 5">
            <a:extLst>
              <a:ext uri="{FF2B5EF4-FFF2-40B4-BE49-F238E27FC236}">
                <a16:creationId xmlns:a16="http://schemas.microsoft.com/office/drawing/2014/main" id="{EBB80CDF-1AC9-31C1-D3CE-11E166E2C870}"/>
              </a:ext>
            </a:extLst>
          </p:cNvPr>
          <p:cNvSpPr>
            <a:spLocks noGrp="1"/>
          </p:cNvSpPr>
          <p:nvPr/>
        </p:nvSpPr>
        <p:spPr>
          <a:xfrm>
            <a:off x="685800" y="1352550"/>
            <a:ext cx="10820400" cy="552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19050" rIns="0" bIns="0" anchor="t"/>
          <a:lstStyle/>
          <a:p>
            <a:pPr>
              <a:defRPr sz="1238" b="0">
                <a:solidFill>
                  <a:srgbClr val="64748B"/>
                </a:solidFill>
                <a:latin typeface="Yu Gothic"/>
                <a:ea typeface="Yu Gothic"/>
                <a:cs typeface="Yu Gothic"/>
              </a:defRPr>
            </a:pPr>
            <a:r>
              <a:rPr lang="en" altLang="ja-JP" sz="1200" dirty="0">
                <a:solidFill>
                  <a:srgbClr val="64748B"/>
                </a:solidFill>
                <a:latin typeface="Yu Gothic"/>
                <a:ea typeface="Yu Gothic"/>
                <a:cs typeface="Yu Gothic"/>
              </a:rPr>
              <a:t>Service Principal </a:t>
            </a:r>
            <a:r>
              <a:rPr lang="ja-JP" altLang="en-US" sz="1200">
                <a:solidFill>
                  <a:srgbClr val="64748B"/>
                </a:solidFill>
                <a:latin typeface="Yu Gothic"/>
                <a:ea typeface="Yu Gothic"/>
                <a:cs typeface="Yu Gothic"/>
              </a:rPr>
              <a:t>の </a:t>
            </a:r>
            <a:r>
              <a:rPr lang="en" altLang="ja-JP" sz="1200" dirty="0">
                <a:solidFill>
                  <a:srgbClr val="64748B"/>
                </a:solidFill>
                <a:latin typeface="Yu Gothic"/>
                <a:ea typeface="Yu Gothic"/>
                <a:cs typeface="Yu Gothic"/>
              </a:rPr>
              <a:t>JSON </a:t>
            </a:r>
            <a:r>
              <a:rPr lang="ja-JP" altLang="en-US" sz="1200">
                <a:solidFill>
                  <a:srgbClr val="64748B"/>
                </a:solidFill>
                <a:latin typeface="Yu Gothic"/>
                <a:ea typeface="Yu Gothic"/>
                <a:cs typeface="Yu Gothic"/>
              </a:rPr>
              <a:t>全体を </a:t>
            </a:r>
            <a:r>
              <a:rPr lang="en" altLang="ja-JP" sz="1200" dirty="0">
                <a:solidFill>
                  <a:srgbClr val="64748B"/>
                </a:solidFill>
                <a:latin typeface="Yu Gothic"/>
                <a:ea typeface="Yu Gothic"/>
                <a:cs typeface="Yu Gothic"/>
              </a:rPr>
              <a:t>GitHub Actions Secret </a:t>
            </a:r>
            <a:r>
              <a:rPr lang="ja-JP" altLang="en-US" sz="1200">
                <a:solidFill>
                  <a:srgbClr val="64748B"/>
                </a:solidFill>
                <a:latin typeface="Yu Gothic"/>
                <a:ea typeface="Yu Gothic"/>
                <a:cs typeface="Yu Gothic"/>
              </a:rPr>
              <a:t>として登録します。名前のスペルと </a:t>
            </a:r>
            <a:r>
              <a:rPr lang="en" altLang="ja-JP" sz="1200" dirty="0">
                <a:solidFill>
                  <a:srgbClr val="64748B"/>
                </a:solidFill>
                <a:latin typeface="Yu Gothic"/>
                <a:ea typeface="Yu Gothic"/>
                <a:cs typeface="Yu Gothic"/>
              </a:rPr>
              <a:t>JSON </a:t>
            </a:r>
            <a:r>
              <a:rPr lang="ja-JP" altLang="en-US" sz="1200">
                <a:solidFill>
                  <a:srgbClr val="64748B"/>
                </a:solidFill>
                <a:latin typeface="Yu Gothic"/>
                <a:ea typeface="Yu Gothic"/>
                <a:cs typeface="Yu Gothic"/>
              </a:rPr>
              <a:t>全体のコピー漏れに注意します。</a:t>
            </a:r>
            <a:endParaRPr lang="ja-JP" altLang="en-US" sz="1200" dirty="0">
              <a:solidFill>
                <a:srgbClr val="64748B"/>
              </a:solidFill>
              <a:latin typeface="Yu Gothic"/>
              <a:ea typeface="Yu Gothic"/>
              <a:cs typeface="Yu Gothic"/>
            </a:endParaRPr>
          </a:p>
        </p:txBody>
      </p:sp>
      <p:sp>
        <p:nvSpPr>
          <p:cNvPr id="26" name="正方形/長方形 25">
            <a:extLst>
              <a:ext uri="{FF2B5EF4-FFF2-40B4-BE49-F238E27FC236}">
                <a16:creationId xmlns:a16="http://schemas.microsoft.com/office/drawing/2014/main" id="{6A3E4232-39E5-B2E7-0863-497167463AD9}"/>
              </a:ext>
            </a:extLst>
          </p:cNvPr>
          <p:cNvSpPr/>
          <p:nvPr/>
        </p:nvSpPr>
        <p:spPr>
          <a:xfrm>
            <a:off x="4273458" y="4535710"/>
            <a:ext cx="711778" cy="139097"/>
          </a:xfrm>
          <a:prstGeom prst="rect">
            <a:avLst/>
          </a:prstGeom>
          <a:noFill/>
          <a:ln w="254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4" name="四角形吹き出し 13">
            <a:extLst>
              <a:ext uri="{FF2B5EF4-FFF2-40B4-BE49-F238E27FC236}">
                <a16:creationId xmlns:a16="http://schemas.microsoft.com/office/drawing/2014/main" id="{826E07D8-E1CE-DE05-243D-579F81CE8F9F}"/>
              </a:ext>
            </a:extLst>
          </p:cNvPr>
          <p:cNvSpPr/>
          <p:nvPr/>
        </p:nvSpPr>
        <p:spPr>
          <a:xfrm>
            <a:off x="2903393" y="3670232"/>
            <a:ext cx="1725954" cy="528458"/>
          </a:xfrm>
          <a:prstGeom prst="wedgeRectCallout">
            <a:avLst>
              <a:gd name="adj1" fmla="val 35037"/>
              <a:gd name="adj2" fmla="val 97896"/>
            </a:avLst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kumimoji="1" lang="en-US" altLang="ja-JP" sz="1100" dirty="0">
                <a:solidFill>
                  <a:schemeClr val="tx1">
                    <a:lumMod val="75000"/>
                    <a:lumOff val="25000"/>
                  </a:schemeClr>
                </a:solidFill>
                <a:latin typeface="Yu Gothic UI" panose="020B0500000000000000" pitchFamily="34" charset="-128"/>
                <a:ea typeface="Yu Gothic UI" panose="020B0500000000000000" pitchFamily="34" charset="-128"/>
              </a:rPr>
              <a:t>New repository secret </a:t>
            </a:r>
            <a:r>
              <a:rPr kumimoji="1" lang="ja-JP" altLang="en-US" sz="1100">
                <a:solidFill>
                  <a:schemeClr val="tx1">
                    <a:lumMod val="75000"/>
                    <a:lumOff val="25000"/>
                  </a:schemeClr>
                </a:solidFill>
                <a:latin typeface="Yu Gothic UI" panose="020B0500000000000000" pitchFamily="34" charset="-128"/>
                <a:ea typeface="Yu Gothic UI" panose="020B0500000000000000" pitchFamily="34" charset="-128"/>
              </a:rPr>
              <a:t>をクリック</a:t>
            </a:r>
            <a:endParaRPr kumimoji="1" lang="en-US" altLang="ja-JP" sz="1100" dirty="0">
              <a:solidFill>
                <a:schemeClr val="tx1">
                  <a:lumMod val="75000"/>
                  <a:lumOff val="25000"/>
                </a:schemeClr>
              </a:solidFill>
              <a:latin typeface="Yu Gothic UI" panose="020B0500000000000000" pitchFamily="34" charset="-128"/>
              <a:ea typeface="Yu Gothic UI" panose="020B0500000000000000" pitchFamily="34" charset="-128"/>
            </a:endParaRPr>
          </a:p>
        </p:txBody>
      </p:sp>
      <p:sp>
        <p:nvSpPr>
          <p:cNvPr id="16" name="正方形/長方形 15">
            <a:extLst>
              <a:ext uri="{FF2B5EF4-FFF2-40B4-BE49-F238E27FC236}">
                <a16:creationId xmlns:a16="http://schemas.microsoft.com/office/drawing/2014/main" id="{E4B75720-4C67-9681-C511-324C853A09FA}"/>
              </a:ext>
            </a:extLst>
          </p:cNvPr>
          <p:cNvSpPr/>
          <p:nvPr/>
        </p:nvSpPr>
        <p:spPr>
          <a:xfrm>
            <a:off x="2191615" y="3677143"/>
            <a:ext cx="345984" cy="122535"/>
          </a:xfrm>
          <a:prstGeom prst="rect">
            <a:avLst/>
          </a:prstGeom>
          <a:noFill/>
          <a:ln w="254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7" name="四角形吹き出し 16">
            <a:extLst>
              <a:ext uri="{FF2B5EF4-FFF2-40B4-BE49-F238E27FC236}">
                <a16:creationId xmlns:a16="http://schemas.microsoft.com/office/drawing/2014/main" id="{FC0AAC62-8B8D-EF2A-6D23-2DCFC73439B6}"/>
              </a:ext>
            </a:extLst>
          </p:cNvPr>
          <p:cNvSpPr/>
          <p:nvPr/>
        </p:nvSpPr>
        <p:spPr>
          <a:xfrm>
            <a:off x="885247" y="2811665"/>
            <a:ext cx="1070462" cy="528458"/>
          </a:xfrm>
          <a:prstGeom prst="wedgeRectCallout">
            <a:avLst>
              <a:gd name="adj1" fmla="val 80767"/>
              <a:gd name="adj2" fmla="val 99644"/>
            </a:avLst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kumimoji="1" lang="en-US" altLang="ja-JP" sz="1100" dirty="0">
                <a:solidFill>
                  <a:schemeClr val="tx1">
                    <a:lumMod val="75000"/>
                    <a:lumOff val="25000"/>
                  </a:schemeClr>
                </a:solidFill>
                <a:latin typeface="Yu Gothic UI" panose="020B0500000000000000" pitchFamily="34" charset="-128"/>
                <a:ea typeface="Yu Gothic UI" panose="020B0500000000000000" pitchFamily="34" charset="-128"/>
              </a:rPr>
              <a:t>Secret </a:t>
            </a:r>
            <a:r>
              <a:rPr kumimoji="1" lang="ja-JP" altLang="en-US" sz="1100">
                <a:solidFill>
                  <a:schemeClr val="tx1">
                    <a:lumMod val="75000"/>
                    <a:lumOff val="25000"/>
                  </a:schemeClr>
                </a:solidFill>
                <a:latin typeface="Yu Gothic UI" panose="020B0500000000000000" pitchFamily="34" charset="-128"/>
                <a:ea typeface="Yu Gothic UI" panose="020B0500000000000000" pitchFamily="34" charset="-128"/>
              </a:rPr>
              <a:t>を選択</a:t>
            </a:r>
            <a:endParaRPr kumimoji="1" lang="en-US" altLang="ja-JP" sz="1100" dirty="0">
              <a:solidFill>
                <a:schemeClr val="tx1">
                  <a:lumMod val="75000"/>
                  <a:lumOff val="25000"/>
                </a:schemeClr>
              </a:solidFill>
              <a:latin typeface="Yu Gothic UI" panose="020B0500000000000000" pitchFamily="34" charset="-128"/>
              <a:ea typeface="Yu Gothic UI" panose="020B0500000000000000" pitchFamily="34" charset="-128"/>
            </a:endParaRPr>
          </a:p>
        </p:txBody>
      </p:sp>
      <p:pic>
        <p:nvPicPr>
          <p:cNvPr id="18" name="図 17" descr="AZURE_CREDENTIALS シークレットを追加">
            <a:extLst>
              <a:ext uri="{FF2B5EF4-FFF2-40B4-BE49-F238E27FC236}">
                <a16:creationId xmlns:a16="http://schemas.microsoft.com/office/drawing/2014/main" id="{8547636F-3194-7106-8A4E-FF4B6CF604A4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950137" y="2516437"/>
            <a:ext cx="5586535" cy="3070570"/>
          </a:xfrm>
          <a:prstGeom prst="rect">
            <a:avLst/>
          </a:prstGeom>
        </p:spPr>
      </p:pic>
      <p:sp>
        <p:nvSpPr>
          <p:cNvPr id="19" name="正方形/長方形 18">
            <a:extLst>
              <a:ext uri="{FF2B5EF4-FFF2-40B4-BE49-F238E27FC236}">
                <a16:creationId xmlns:a16="http://schemas.microsoft.com/office/drawing/2014/main" id="{98D0C256-737F-CD0B-6939-B930A555D29F}"/>
              </a:ext>
            </a:extLst>
          </p:cNvPr>
          <p:cNvSpPr/>
          <p:nvPr/>
        </p:nvSpPr>
        <p:spPr>
          <a:xfrm>
            <a:off x="7732476" y="3168269"/>
            <a:ext cx="2545196" cy="171854"/>
          </a:xfrm>
          <a:prstGeom prst="rect">
            <a:avLst/>
          </a:prstGeom>
          <a:noFill/>
          <a:ln w="254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0" name="四角形吹き出し 19">
            <a:extLst>
              <a:ext uri="{FF2B5EF4-FFF2-40B4-BE49-F238E27FC236}">
                <a16:creationId xmlns:a16="http://schemas.microsoft.com/office/drawing/2014/main" id="{1D9BCA68-BD8B-E642-D940-F9A3F60B9777}"/>
              </a:ext>
            </a:extLst>
          </p:cNvPr>
          <p:cNvSpPr/>
          <p:nvPr/>
        </p:nvSpPr>
        <p:spPr>
          <a:xfrm>
            <a:off x="6577248" y="2261202"/>
            <a:ext cx="1725954" cy="528458"/>
          </a:xfrm>
          <a:prstGeom prst="wedgeRectCallout">
            <a:avLst>
              <a:gd name="adj1" fmla="val 35037"/>
              <a:gd name="adj2" fmla="val 97896"/>
            </a:avLst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kumimoji="1" lang="ja-JP" altLang="en-US" sz="1100">
                <a:solidFill>
                  <a:schemeClr val="tx1">
                    <a:lumMod val="75000"/>
                    <a:lumOff val="25000"/>
                  </a:schemeClr>
                </a:solidFill>
                <a:latin typeface="Yu Gothic UI" panose="020B0500000000000000" pitchFamily="34" charset="-128"/>
                <a:ea typeface="Yu Gothic UI" panose="020B0500000000000000" pitchFamily="34" charset="-128"/>
              </a:rPr>
              <a:t>名前は「</a:t>
            </a:r>
            <a:r>
              <a:rPr kumimoji="1" lang="en" altLang="ja-JP" sz="1100" dirty="0">
                <a:solidFill>
                  <a:schemeClr val="tx1">
                    <a:lumMod val="75000"/>
                    <a:lumOff val="25000"/>
                  </a:schemeClr>
                </a:solidFill>
                <a:latin typeface="Yu Gothic UI" panose="020B0500000000000000" pitchFamily="34" charset="-128"/>
                <a:ea typeface="Yu Gothic UI" panose="020B0500000000000000" pitchFamily="34" charset="-128"/>
              </a:rPr>
              <a:t>AZURE_CREDENTIALS</a:t>
            </a:r>
            <a:r>
              <a:rPr kumimoji="1" lang="ja-JP" altLang="en-US" sz="1100">
                <a:solidFill>
                  <a:schemeClr val="tx1">
                    <a:lumMod val="75000"/>
                    <a:lumOff val="25000"/>
                  </a:schemeClr>
                </a:solidFill>
                <a:latin typeface="Yu Gothic UI" panose="020B0500000000000000" pitchFamily="34" charset="-128"/>
                <a:ea typeface="Yu Gothic UI" panose="020B0500000000000000" pitchFamily="34" charset="-128"/>
              </a:rPr>
              <a:t>」</a:t>
            </a:r>
            <a:endParaRPr kumimoji="1" lang="en-US" altLang="ja-JP" sz="1100" dirty="0">
              <a:solidFill>
                <a:schemeClr val="tx1">
                  <a:lumMod val="75000"/>
                  <a:lumOff val="25000"/>
                </a:schemeClr>
              </a:solidFill>
              <a:latin typeface="Yu Gothic UI" panose="020B0500000000000000" pitchFamily="34" charset="-128"/>
              <a:ea typeface="Yu Gothic UI" panose="020B0500000000000000" pitchFamily="34" charset="-128"/>
            </a:endParaRPr>
          </a:p>
        </p:txBody>
      </p:sp>
      <p:sp>
        <p:nvSpPr>
          <p:cNvPr id="21" name="正方形/長方形 20">
            <a:extLst>
              <a:ext uri="{FF2B5EF4-FFF2-40B4-BE49-F238E27FC236}">
                <a16:creationId xmlns:a16="http://schemas.microsoft.com/office/drawing/2014/main" id="{F6CF8CE8-7C6C-8A48-8705-0D99B8C7DD6D}"/>
              </a:ext>
            </a:extLst>
          </p:cNvPr>
          <p:cNvSpPr/>
          <p:nvPr/>
        </p:nvSpPr>
        <p:spPr>
          <a:xfrm>
            <a:off x="7732476" y="3422235"/>
            <a:ext cx="2545196" cy="651492"/>
          </a:xfrm>
          <a:prstGeom prst="rect">
            <a:avLst/>
          </a:prstGeom>
          <a:noFill/>
          <a:ln w="254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2" name="四角形吹き出し 21">
            <a:extLst>
              <a:ext uri="{FF2B5EF4-FFF2-40B4-BE49-F238E27FC236}">
                <a16:creationId xmlns:a16="http://schemas.microsoft.com/office/drawing/2014/main" id="{5080A1D7-357F-58A5-7039-BEA713F83808}"/>
              </a:ext>
            </a:extLst>
          </p:cNvPr>
          <p:cNvSpPr/>
          <p:nvPr/>
        </p:nvSpPr>
        <p:spPr>
          <a:xfrm>
            <a:off x="5656556" y="3168269"/>
            <a:ext cx="1725954" cy="528458"/>
          </a:xfrm>
          <a:prstGeom prst="wedgeRectCallout">
            <a:avLst>
              <a:gd name="adj1" fmla="val 60189"/>
              <a:gd name="adj2" fmla="val 62940"/>
            </a:avLst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kumimoji="1" lang="ja-JP" altLang="en-US" sz="1100">
                <a:solidFill>
                  <a:schemeClr val="tx1">
                    <a:lumMod val="75000"/>
                    <a:lumOff val="25000"/>
                  </a:schemeClr>
                </a:solidFill>
                <a:latin typeface="Yu Gothic UI" panose="020B0500000000000000" pitchFamily="34" charset="-128"/>
                <a:ea typeface="Yu Gothic UI" panose="020B0500000000000000" pitchFamily="34" charset="-128"/>
              </a:rPr>
              <a:t>サービスプリンシパルを作成したときに出力された</a:t>
            </a:r>
            <a:r>
              <a:rPr kumimoji="1" lang="en-US" altLang="ja-JP" sz="1100" dirty="0">
                <a:solidFill>
                  <a:schemeClr val="tx1">
                    <a:lumMod val="75000"/>
                    <a:lumOff val="25000"/>
                  </a:schemeClr>
                </a:solidFill>
                <a:latin typeface="Yu Gothic UI" panose="020B0500000000000000" pitchFamily="34" charset="-128"/>
                <a:ea typeface="Yu Gothic UI" panose="020B0500000000000000" pitchFamily="34" charset="-128"/>
              </a:rPr>
              <a:t> JSON </a:t>
            </a:r>
            <a:r>
              <a:rPr kumimoji="1" lang="ja-JP" altLang="en-US" sz="1100">
                <a:solidFill>
                  <a:schemeClr val="tx1">
                    <a:lumMod val="75000"/>
                    <a:lumOff val="25000"/>
                  </a:schemeClr>
                </a:solidFill>
                <a:latin typeface="Yu Gothic UI" panose="020B0500000000000000" pitchFamily="34" charset="-128"/>
                <a:ea typeface="Yu Gothic UI" panose="020B0500000000000000" pitchFamily="34" charset="-128"/>
              </a:rPr>
              <a:t>を貼り付け</a:t>
            </a:r>
            <a:endParaRPr kumimoji="1" lang="en-US" altLang="ja-JP" sz="1100" dirty="0">
              <a:solidFill>
                <a:schemeClr val="tx1">
                  <a:lumMod val="75000"/>
                  <a:lumOff val="25000"/>
                </a:schemeClr>
              </a:solidFill>
              <a:latin typeface="Yu Gothic UI" panose="020B0500000000000000" pitchFamily="34" charset="-128"/>
              <a:ea typeface="Yu Gothic UI" panose="020B0500000000000000" pitchFamily="34" charset="-128"/>
            </a:endParaRPr>
          </a:p>
        </p:txBody>
      </p:sp>
      <p:sp>
        <p:nvSpPr>
          <p:cNvPr id="23" name="正方形/長方形 22">
            <a:extLst>
              <a:ext uri="{FF2B5EF4-FFF2-40B4-BE49-F238E27FC236}">
                <a16:creationId xmlns:a16="http://schemas.microsoft.com/office/drawing/2014/main" id="{11BC43F8-CB2C-4739-AAD9-9946DD1D756D}"/>
              </a:ext>
            </a:extLst>
          </p:cNvPr>
          <p:cNvSpPr/>
          <p:nvPr/>
        </p:nvSpPr>
        <p:spPr>
          <a:xfrm>
            <a:off x="7732476" y="4122517"/>
            <a:ext cx="429780" cy="160580"/>
          </a:xfrm>
          <a:prstGeom prst="rect">
            <a:avLst/>
          </a:prstGeom>
          <a:noFill/>
          <a:ln w="254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4" name="四角形吹き出し 23">
            <a:extLst>
              <a:ext uri="{FF2B5EF4-FFF2-40B4-BE49-F238E27FC236}">
                <a16:creationId xmlns:a16="http://schemas.microsoft.com/office/drawing/2014/main" id="{799F8559-BC2D-3FC8-75BA-359185E2425E}"/>
              </a:ext>
            </a:extLst>
          </p:cNvPr>
          <p:cNvSpPr/>
          <p:nvPr/>
        </p:nvSpPr>
        <p:spPr>
          <a:xfrm>
            <a:off x="8256593" y="4431483"/>
            <a:ext cx="1725954" cy="528458"/>
          </a:xfrm>
          <a:prstGeom prst="wedgeRectCallout">
            <a:avLst>
              <a:gd name="adj1" fmla="val -54332"/>
              <a:gd name="adj2" fmla="val -66397"/>
            </a:avLst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kumimoji="1" lang="en-US" altLang="ja-JP" sz="1100" dirty="0">
                <a:solidFill>
                  <a:schemeClr val="tx1">
                    <a:lumMod val="75000"/>
                    <a:lumOff val="25000"/>
                  </a:schemeClr>
                </a:solidFill>
                <a:latin typeface="Yu Gothic UI" panose="020B0500000000000000" pitchFamily="34" charset="-128"/>
                <a:ea typeface="Yu Gothic UI" panose="020B0500000000000000" pitchFamily="34" charset="-128"/>
              </a:rPr>
              <a:t>Add secret </a:t>
            </a:r>
            <a:r>
              <a:rPr kumimoji="1" lang="ja-JP" altLang="en-US" sz="1100">
                <a:solidFill>
                  <a:schemeClr val="tx1">
                    <a:lumMod val="75000"/>
                    <a:lumOff val="25000"/>
                  </a:schemeClr>
                </a:solidFill>
                <a:latin typeface="Yu Gothic UI" panose="020B0500000000000000" pitchFamily="34" charset="-128"/>
                <a:ea typeface="Yu Gothic UI" panose="020B0500000000000000" pitchFamily="34" charset="-128"/>
              </a:rPr>
              <a:t>を</a:t>
            </a:r>
            <a:endParaRPr kumimoji="1" lang="en-US" altLang="ja-JP" sz="1100" dirty="0">
              <a:solidFill>
                <a:schemeClr val="tx1">
                  <a:lumMod val="75000"/>
                  <a:lumOff val="25000"/>
                </a:schemeClr>
              </a:solidFill>
              <a:latin typeface="Yu Gothic UI" panose="020B0500000000000000" pitchFamily="34" charset="-128"/>
              <a:ea typeface="Yu Gothic UI" panose="020B0500000000000000" pitchFamily="3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3954149654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9FC8C8E-373A-EBE1-DEC0-0C73913B68A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正方形/長方形 2">
            <a:extLst>
              <a:ext uri="{FF2B5EF4-FFF2-40B4-BE49-F238E27FC236}">
                <a16:creationId xmlns:a16="http://schemas.microsoft.com/office/drawing/2014/main" id="{44B43216-C577-2332-8451-ECD71F5DD8EE}"/>
              </a:ext>
            </a:extLst>
          </p:cNvPr>
          <p:cNvSpPr>
            <a:spLocks noGrp="1"/>
          </p:cNvSpPr>
          <p:nvPr/>
        </p:nvSpPr>
        <p:spPr>
          <a:xfrm>
            <a:off x="550607" y="2157412"/>
            <a:ext cx="5332958" cy="4286250"/>
          </a:xfrm>
          <a:prstGeom prst="rect">
            <a:avLst/>
          </a:prstGeom>
          <a:solidFill>
            <a:srgbClr val="FFFFFF"/>
          </a:solidFill>
          <a:ln w="9525">
            <a:solidFill>
              <a:srgbClr val="D0D5DD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pic>
        <p:nvPicPr>
          <p:cNvPr id="7" name="図 6">
            <a:extLst>
              <a:ext uri="{FF2B5EF4-FFF2-40B4-BE49-F238E27FC236}">
                <a16:creationId xmlns:a16="http://schemas.microsoft.com/office/drawing/2014/main" id="{61317C4D-4A4C-A9D1-DC89-0733380F722B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767575" y="2476500"/>
            <a:ext cx="4853709" cy="3033568"/>
          </a:xfrm>
          <a:prstGeom prst="rect">
            <a:avLst/>
          </a:prstGeom>
        </p:spPr>
      </p:pic>
      <p:sp>
        <p:nvSpPr>
          <p:cNvPr id="15" name="正方形/長方形 14">
            <a:extLst>
              <a:ext uri="{FF2B5EF4-FFF2-40B4-BE49-F238E27FC236}">
                <a16:creationId xmlns:a16="http://schemas.microsoft.com/office/drawing/2014/main" id="{23BA6212-09A1-97B1-B21D-9571E56E564F}"/>
              </a:ext>
            </a:extLst>
          </p:cNvPr>
          <p:cNvSpPr>
            <a:spLocks noGrp="1"/>
          </p:cNvSpPr>
          <p:nvPr/>
        </p:nvSpPr>
        <p:spPr>
          <a:xfrm>
            <a:off x="685800" y="400050"/>
            <a:ext cx="8953500" cy="4953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>
              <a:defRPr sz="2325" b="1">
                <a:solidFill>
                  <a:srgbClr val="1F2937"/>
                </a:solidFill>
                <a:latin typeface="Yu Gothic"/>
                <a:ea typeface="Yu Gothic"/>
                <a:cs typeface="Yu Gothic"/>
              </a:defRPr>
            </a:pPr>
            <a:r>
              <a:rPr lang="en" altLang="ja-JP" sz="2000" b="1" dirty="0">
                <a:solidFill>
                  <a:srgbClr val="1F2937"/>
                </a:solidFill>
                <a:latin typeface="Yu Gothic"/>
                <a:ea typeface="Yu Gothic"/>
                <a:cs typeface="Yu Gothic"/>
              </a:rPr>
              <a:t>Actions </a:t>
            </a:r>
            <a:r>
              <a:rPr lang="ja-JP" altLang="en-US" sz="2000" b="1">
                <a:solidFill>
                  <a:srgbClr val="1F2937"/>
                </a:solidFill>
                <a:latin typeface="Yu Gothic"/>
                <a:ea typeface="Yu Gothic"/>
                <a:cs typeface="Yu Gothic"/>
              </a:rPr>
              <a:t>設定画面を開く</a:t>
            </a:r>
            <a:endParaRPr lang="ja-JP" altLang="en-US" sz="2000" b="1" dirty="0">
              <a:solidFill>
                <a:srgbClr val="1F2937"/>
              </a:solidFill>
              <a:latin typeface="Yu Gothic"/>
              <a:ea typeface="Yu Gothic"/>
              <a:cs typeface="Yu Gothic"/>
            </a:endParaRPr>
          </a:p>
        </p:txBody>
      </p:sp>
      <p:sp>
        <p:nvSpPr>
          <p:cNvPr id="2" name="正方形/長方形 1">
            <a:extLst>
              <a:ext uri="{FF2B5EF4-FFF2-40B4-BE49-F238E27FC236}">
                <a16:creationId xmlns:a16="http://schemas.microsoft.com/office/drawing/2014/main" id="{2869390F-086B-1DEB-A330-A3930EFF4EE3}"/>
              </a:ext>
            </a:extLst>
          </p:cNvPr>
          <p:cNvSpPr>
            <a:spLocks noGrp="1"/>
          </p:cNvSpPr>
          <p:nvPr/>
        </p:nvSpPr>
        <p:spPr>
          <a:xfrm>
            <a:off x="685800" y="876300"/>
            <a:ext cx="36195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13" b="0">
                <a:solidFill>
                  <a:srgbClr val="667085"/>
                </a:solidFill>
                <a:latin typeface="Yu Gothic UI"/>
                <a:ea typeface="Yu Gothic UI"/>
                <a:cs typeface="Yu Gothic UI"/>
              </a:defRPr>
            </a:pPr>
            <a:r>
              <a:rPr sz="713" b="0" dirty="0">
                <a:solidFill>
                  <a:srgbClr val="667085"/>
                </a:solidFill>
                <a:latin typeface="Yu Gothic UI"/>
                <a:ea typeface="Yu Gothic UI"/>
                <a:cs typeface="Yu Gothic UI"/>
              </a:rPr>
              <a:t>Azure Workshop for Beginners </a:t>
            </a:r>
            <a:r>
              <a:rPr lang="ja-JP" altLang="en-US" sz="713" b="0">
                <a:solidFill>
                  <a:srgbClr val="667085"/>
                </a:solidFill>
                <a:latin typeface="Yu Gothic UI"/>
                <a:ea typeface="Yu Gothic UI"/>
                <a:cs typeface="Yu Gothic UI"/>
              </a:rPr>
              <a:t> </a:t>
            </a:r>
            <a:r>
              <a:rPr lang="en-US" altLang="ja-JP" sz="713" b="0" dirty="0">
                <a:solidFill>
                  <a:srgbClr val="667085"/>
                </a:solidFill>
                <a:latin typeface="Yu Gothic UI"/>
                <a:ea typeface="Yu Gothic UI"/>
                <a:cs typeface="Yu Gothic UI"/>
              </a:rPr>
              <a:t>| </a:t>
            </a:r>
            <a:r>
              <a:rPr lang="ja-JP" altLang="en-US" sz="713" b="0">
                <a:solidFill>
                  <a:srgbClr val="667085"/>
                </a:solidFill>
                <a:latin typeface="Yu Gothic UI"/>
                <a:ea typeface="Yu Gothic UI"/>
                <a:cs typeface="Yu Gothic UI"/>
              </a:rPr>
              <a:t>第</a:t>
            </a:r>
            <a:r>
              <a:rPr lang="en-US" altLang="ja-JP" sz="713" b="0" dirty="0">
                <a:solidFill>
                  <a:srgbClr val="667085"/>
                </a:solidFill>
                <a:latin typeface="Yu Gothic UI"/>
                <a:ea typeface="Yu Gothic UI"/>
                <a:cs typeface="Yu Gothic UI"/>
              </a:rPr>
              <a:t>6</a:t>
            </a:r>
            <a:r>
              <a:rPr lang="ja-JP" altLang="en-US" sz="713" b="0">
                <a:solidFill>
                  <a:srgbClr val="667085"/>
                </a:solidFill>
                <a:latin typeface="Yu Gothic UI"/>
                <a:ea typeface="Yu Gothic UI"/>
                <a:cs typeface="Yu Gothic UI"/>
              </a:rPr>
              <a:t>回</a:t>
            </a:r>
            <a:endParaRPr sz="713" b="0" dirty="0">
              <a:solidFill>
                <a:srgbClr val="667085"/>
              </a:solidFill>
              <a:latin typeface="Yu Gothic UI"/>
              <a:ea typeface="Yu Gothic UI"/>
              <a:cs typeface="Yu Gothic UI"/>
            </a:endParaRPr>
          </a:p>
        </p:txBody>
      </p:sp>
      <p:sp>
        <p:nvSpPr>
          <p:cNvPr id="4" name="正方形/長方形 3">
            <a:extLst>
              <a:ext uri="{FF2B5EF4-FFF2-40B4-BE49-F238E27FC236}">
                <a16:creationId xmlns:a16="http://schemas.microsoft.com/office/drawing/2014/main" id="{B8B39CBE-B5C5-14D2-2D13-63F4ED45C28A}"/>
              </a:ext>
            </a:extLst>
          </p:cNvPr>
          <p:cNvSpPr>
            <a:spLocks noGrp="1"/>
          </p:cNvSpPr>
          <p:nvPr/>
        </p:nvSpPr>
        <p:spPr>
          <a:xfrm>
            <a:off x="685800" y="1200150"/>
            <a:ext cx="10820400" cy="14288"/>
          </a:xfrm>
          <a:prstGeom prst="rect">
            <a:avLst/>
          </a:prstGeom>
          <a:solidFill>
            <a:srgbClr val="D0D5DD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6" name="正方形/長方形 5">
            <a:extLst>
              <a:ext uri="{FF2B5EF4-FFF2-40B4-BE49-F238E27FC236}">
                <a16:creationId xmlns:a16="http://schemas.microsoft.com/office/drawing/2014/main" id="{1C8DBB2A-29FB-9F91-8A00-2F9D918312FD}"/>
              </a:ext>
            </a:extLst>
          </p:cNvPr>
          <p:cNvSpPr>
            <a:spLocks noGrp="1"/>
          </p:cNvSpPr>
          <p:nvPr/>
        </p:nvSpPr>
        <p:spPr>
          <a:xfrm>
            <a:off x="685800" y="1352550"/>
            <a:ext cx="10820400" cy="552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19050" rIns="0" bIns="0" anchor="t"/>
          <a:lstStyle/>
          <a:p>
            <a:pPr>
              <a:defRPr sz="1238" b="0">
                <a:solidFill>
                  <a:srgbClr val="64748B"/>
                </a:solidFill>
                <a:latin typeface="Yu Gothic"/>
                <a:ea typeface="Yu Gothic"/>
                <a:cs typeface="Yu Gothic"/>
              </a:defRPr>
            </a:pPr>
            <a:r>
              <a:rPr lang="en" altLang="ja-JP" sz="1200" dirty="0">
                <a:solidFill>
                  <a:srgbClr val="64748B"/>
                </a:solidFill>
                <a:latin typeface="Yu Gothic"/>
                <a:ea typeface="Yu Gothic"/>
                <a:cs typeface="Yu Gothic"/>
              </a:rPr>
              <a:t>Service Principal </a:t>
            </a:r>
            <a:r>
              <a:rPr lang="ja-JP" altLang="en-US" sz="1200">
                <a:solidFill>
                  <a:srgbClr val="64748B"/>
                </a:solidFill>
                <a:latin typeface="Yu Gothic"/>
                <a:ea typeface="Yu Gothic"/>
                <a:cs typeface="Yu Gothic"/>
              </a:rPr>
              <a:t>の </a:t>
            </a:r>
            <a:r>
              <a:rPr lang="en" altLang="ja-JP" sz="1200" dirty="0">
                <a:solidFill>
                  <a:srgbClr val="64748B"/>
                </a:solidFill>
                <a:latin typeface="Yu Gothic"/>
                <a:ea typeface="Yu Gothic"/>
                <a:cs typeface="Yu Gothic"/>
              </a:rPr>
              <a:t>JSON </a:t>
            </a:r>
            <a:r>
              <a:rPr lang="ja-JP" altLang="en-US" sz="1200">
                <a:solidFill>
                  <a:srgbClr val="64748B"/>
                </a:solidFill>
                <a:latin typeface="Yu Gothic"/>
                <a:ea typeface="Yu Gothic"/>
                <a:cs typeface="Yu Gothic"/>
              </a:rPr>
              <a:t>全体を </a:t>
            </a:r>
            <a:r>
              <a:rPr lang="en" altLang="ja-JP" sz="1200" dirty="0">
                <a:solidFill>
                  <a:srgbClr val="64748B"/>
                </a:solidFill>
                <a:latin typeface="Yu Gothic"/>
                <a:ea typeface="Yu Gothic"/>
                <a:cs typeface="Yu Gothic"/>
              </a:rPr>
              <a:t>GitHub Actions Secret </a:t>
            </a:r>
            <a:r>
              <a:rPr lang="ja-JP" altLang="en-US" sz="1200">
                <a:solidFill>
                  <a:srgbClr val="64748B"/>
                </a:solidFill>
                <a:latin typeface="Yu Gothic"/>
                <a:ea typeface="Yu Gothic"/>
                <a:cs typeface="Yu Gothic"/>
              </a:rPr>
              <a:t>として登録します。名前のスペルと </a:t>
            </a:r>
            <a:r>
              <a:rPr lang="en" altLang="ja-JP" sz="1200" dirty="0">
                <a:solidFill>
                  <a:srgbClr val="64748B"/>
                </a:solidFill>
                <a:latin typeface="Yu Gothic"/>
                <a:ea typeface="Yu Gothic"/>
                <a:cs typeface="Yu Gothic"/>
              </a:rPr>
              <a:t>JSON </a:t>
            </a:r>
            <a:r>
              <a:rPr lang="ja-JP" altLang="en-US" sz="1200">
                <a:solidFill>
                  <a:srgbClr val="64748B"/>
                </a:solidFill>
                <a:latin typeface="Yu Gothic"/>
                <a:ea typeface="Yu Gothic"/>
                <a:cs typeface="Yu Gothic"/>
              </a:rPr>
              <a:t>全体のコピー漏れに注意します。</a:t>
            </a:r>
            <a:endParaRPr lang="ja-JP" altLang="en-US" sz="1200" dirty="0">
              <a:solidFill>
                <a:srgbClr val="64748B"/>
              </a:solidFill>
              <a:latin typeface="Yu Gothic"/>
              <a:ea typeface="Yu Gothic"/>
              <a:cs typeface="Yu Gothic"/>
            </a:endParaRPr>
          </a:p>
        </p:txBody>
      </p:sp>
      <p:sp>
        <p:nvSpPr>
          <p:cNvPr id="16" name="正方形/長方形 15">
            <a:extLst>
              <a:ext uri="{FF2B5EF4-FFF2-40B4-BE49-F238E27FC236}">
                <a16:creationId xmlns:a16="http://schemas.microsoft.com/office/drawing/2014/main" id="{F41D58D4-0EA3-E470-111A-E4E72A7D3474}"/>
              </a:ext>
            </a:extLst>
          </p:cNvPr>
          <p:cNvSpPr/>
          <p:nvPr/>
        </p:nvSpPr>
        <p:spPr>
          <a:xfrm>
            <a:off x="2478897" y="3563108"/>
            <a:ext cx="345984" cy="122535"/>
          </a:xfrm>
          <a:prstGeom prst="rect">
            <a:avLst/>
          </a:prstGeom>
          <a:noFill/>
          <a:ln w="254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7" name="四角形吹き出し 16">
            <a:extLst>
              <a:ext uri="{FF2B5EF4-FFF2-40B4-BE49-F238E27FC236}">
                <a16:creationId xmlns:a16="http://schemas.microsoft.com/office/drawing/2014/main" id="{3B5E6225-282F-8C02-B8B9-A360E48BDD72}"/>
              </a:ext>
            </a:extLst>
          </p:cNvPr>
          <p:cNvSpPr/>
          <p:nvPr/>
        </p:nvSpPr>
        <p:spPr>
          <a:xfrm>
            <a:off x="998485" y="2847973"/>
            <a:ext cx="1199770" cy="392817"/>
          </a:xfrm>
          <a:prstGeom prst="wedgeRectCallout">
            <a:avLst>
              <a:gd name="adj1" fmla="val 80767"/>
              <a:gd name="adj2" fmla="val 99644"/>
            </a:avLst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kumimoji="1" lang="en-US" altLang="ja-JP" sz="1100" dirty="0">
                <a:solidFill>
                  <a:schemeClr val="tx1">
                    <a:lumMod val="75000"/>
                    <a:lumOff val="25000"/>
                  </a:schemeClr>
                </a:solidFill>
                <a:latin typeface="Yu Gothic UI" panose="020B0500000000000000" pitchFamily="34" charset="-128"/>
                <a:ea typeface="Yu Gothic UI" panose="020B0500000000000000" pitchFamily="34" charset="-128"/>
              </a:rPr>
              <a:t>Variables </a:t>
            </a:r>
            <a:r>
              <a:rPr kumimoji="1" lang="ja-JP" altLang="en-US" sz="1100">
                <a:solidFill>
                  <a:schemeClr val="tx1">
                    <a:lumMod val="75000"/>
                    <a:lumOff val="25000"/>
                  </a:schemeClr>
                </a:solidFill>
                <a:latin typeface="Yu Gothic UI" panose="020B0500000000000000" pitchFamily="34" charset="-128"/>
                <a:ea typeface="Yu Gothic UI" panose="020B0500000000000000" pitchFamily="34" charset="-128"/>
              </a:rPr>
              <a:t>を選択</a:t>
            </a:r>
            <a:endParaRPr kumimoji="1" lang="en-US" altLang="ja-JP" sz="1100" dirty="0">
              <a:solidFill>
                <a:schemeClr val="tx1">
                  <a:lumMod val="75000"/>
                  <a:lumOff val="25000"/>
                </a:schemeClr>
              </a:solidFill>
              <a:latin typeface="Yu Gothic UI" panose="020B0500000000000000" pitchFamily="34" charset="-128"/>
              <a:ea typeface="Yu Gothic UI" panose="020B0500000000000000" pitchFamily="34" charset="-128"/>
            </a:endParaRPr>
          </a:p>
        </p:txBody>
      </p:sp>
      <p:sp>
        <p:nvSpPr>
          <p:cNvPr id="9" name="正方形/長方形 8">
            <a:extLst>
              <a:ext uri="{FF2B5EF4-FFF2-40B4-BE49-F238E27FC236}">
                <a16:creationId xmlns:a16="http://schemas.microsoft.com/office/drawing/2014/main" id="{3CE2DEF4-5204-AE42-61AA-84CCC831F76E}"/>
              </a:ext>
            </a:extLst>
          </p:cNvPr>
          <p:cNvSpPr/>
          <p:nvPr/>
        </p:nvSpPr>
        <p:spPr>
          <a:xfrm>
            <a:off x="4155297" y="4352817"/>
            <a:ext cx="684558" cy="191474"/>
          </a:xfrm>
          <a:prstGeom prst="rect">
            <a:avLst/>
          </a:prstGeom>
          <a:noFill/>
          <a:ln w="254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0" name="四角形吹き出し 9">
            <a:extLst>
              <a:ext uri="{FF2B5EF4-FFF2-40B4-BE49-F238E27FC236}">
                <a16:creationId xmlns:a16="http://schemas.microsoft.com/office/drawing/2014/main" id="{DAB6A280-6925-D371-CB97-21EC8015ACAC}"/>
              </a:ext>
            </a:extLst>
          </p:cNvPr>
          <p:cNvSpPr/>
          <p:nvPr/>
        </p:nvSpPr>
        <p:spPr>
          <a:xfrm>
            <a:off x="3194429" y="3600467"/>
            <a:ext cx="1341774" cy="392817"/>
          </a:xfrm>
          <a:prstGeom prst="wedgeRectCallout">
            <a:avLst>
              <a:gd name="adj1" fmla="val 55362"/>
              <a:gd name="adj2" fmla="val 109049"/>
            </a:avLst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kumimoji="1" lang="en-US" altLang="ja-JP" sz="1100" dirty="0">
                <a:solidFill>
                  <a:schemeClr val="tx1">
                    <a:lumMod val="75000"/>
                    <a:lumOff val="25000"/>
                  </a:schemeClr>
                </a:solidFill>
                <a:latin typeface="Yu Gothic UI" panose="020B0500000000000000" pitchFamily="34" charset="-128"/>
                <a:ea typeface="Yu Gothic UI" panose="020B0500000000000000" pitchFamily="34" charset="-128"/>
              </a:rPr>
              <a:t>New repository variable </a:t>
            </a:r>
            <a:r>
              <a:rPr kumimoji="1" lang="ja-JP" altLang="en-US" sz="1100">
                <a:solidFill>
                  <a:schemeClr val="tx1">
                    <a:lumMod val="75000"/>
                    <a:lumOff val="25000"/>
                  </a:schemeClr>
                </a:solidFill>
                <a:latin typeface="Yu Gothic UI" panose="020B0500000000000000" pitchFamily="34" charset="-128"/>
                <a:ea typeface="Yu Gothic UI" panose="020B0500000000000000" pitchFamily="34" charset="-128"/>
              </a:rPr>
              <a:t>をクリック</a:t>
            </a:r>
            <a:endParaRPr kumimoji="1" lang="en-US" altLang="ja-JP" sz="1100" dirty="0">
              <a:solidFill>
                <a:schemeClr val="tx1">
                  <a:lumMod val="75000"/>
                  <a:lumOff val="25000"/>
                </a:schemeClr>
              </a:solidFill>
              <a:latin typeface="Yu Gothic UI" panose="020B0500000000000000" pitchFamily="34" charset="-128"/>
              <a:ea typeface="Yu Gothic UI" panose="020B0500000000000000" pitchFamily="34" charset="-128"/>
            </a:endParaRPr>
          </a:p>
        </p:txBody>
      </p:sp>
      <p:graphicFrame>
        <p:nvGraphicFramePr>
          <p:cNvPr id="25" name="表 24">
            <a:extLst>
              <a:ext uri="{FF2B5EF4-FFF2-40B4-BE49-F238E27FC236}">
                <a16:creationId xmlns:a16="http://schemas.microsoft.com/office/drawing/2014/main" id="{CA7FE761-23C3-659B-F9F0-1E422669063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10114581"/>
              </p:ext>
            </p:extLst>
          </p:nvPr>
        </p:nvGraphicFramePr>
        <p:xfrm>
          <a:off x="5990832" y="2103914"/>
          <a:ext cx="5813241" cy="4206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57604">
                  <a:extLst>
                    <a:ext uri="{9D8B030D-6E8A-4147-A177-3AD203B41FA5}">
                      <a16:colId xmlns:a16="http://schemas.microsoft.com/office/drawing/2014/main" val="3590131785"/>
                    </a:ext>
                  </a:extLst>
                </a:gridCol>
                <a:gridCol w="2955637">
                  <a:extLst>
                    <a:ext uri="{9D8B030D-6E8A-4147-A177-3AD203B41FA5}">
                      <a16:colId xmlns:a16="http://schemas.microsoft.com/office/drawing/2014/main" val="105284694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r>
                        <a:rPr kumimoji="1" lang="ja-JP" altLang="en-US" sz="1100">
                          <a:latin typeface="Yu Gothic UI" panose="020B0500000000000000" pitchFamily="34" charset="-128"/>
                          <a:ea typeface="Yu Gothic UI" panose="020B0500000000000000" pitchFamily="34" charset="-128"/>
                        </a:rPr>
                        <a:t>変数名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ja-JP" altLang="en-US" sz="1100">
                          <a:latin typeface="Yu Gothic UI" panose="020B0500000000000000" pitchFamily="34" charset="-128"/>
                          <a:ea typeface="Yu Gothic UI" panose="020B0500000000000000" pitchFamily="34" charset="-128"/>
                        </a:rPr>
                        <a:t>値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0591085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>
                        <a:spcAft>
                          <a:spcPts val="1200"/>
                        </a:spcAft>
                        <a:buNone/>
                      </a:pPr>
                      <a:r>
                        <a:rPr lang="ja-JP" sz="1100" b="0" i="0">
                          <a:solidFill>
                            <a:srgbClr val="1F2328"/>
                          </a:solidFill>
                          <a:effectLst/>
                          <a:latin typeface="Yu Gothic UI" panose="020B0500000000000000" pitchFamily="34" charset="-128"/>
                          <a:ea typeface="Yu Gothic UI" panose="020B0500000000000000" pitchFamily="34" charset="-128"/>
                        </a:rPr>
                        <a:t>RESOURCE_GROUP</a:t>
                      </a:r>
                    </a:p>
                  </a:txBody>
                  <a:tcPr marL="123825" marR="123825" marT="57150" marB="57150" anchor="ctr"/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1200"/>
                        </a:spcAft>
                        <a:buNone/>
                      </a:pPr>
                      <a:r>
                        <a:rPr lang="ja-JP" altLang="en-US" sz="1100" b="0" i="0">
                          <a:solidFill>
                            <a:srgbClr val="1F2328"/>
                          </a:solidFill>
                          <a:effectLst/>
                          <a:latin typeface="Yu Gothic UI" panose="020B0500000000000000" pitchFamily="34" charset="-128"/>
                          <a:ea typeface="Yu Gothic UI" panose="020B0500000000000000" pitchFamily="34" charset="-128"/>
                        </a:rPr>
                        <a:t>リソースグループ</a:t>
                      </a:r>
                      <a:r>
                        <a:rPr lang="ja-JP" sz="1100" b="0" i="0">
                          <a:solidFill>
                            <a:srgbClr val="1F2328"/>
                          </a:solidFill>
                          <a:effectLst/>
                          <a:latin typeface="Yu Gothic UI" panose="020B0500000000000000" pitchFamily="34" charset="-128"/>
                          <a:ea typeface="Yu Gothic UI" panose="020B0500000000000000" pitchFamily="34" charset="-128"/>
                        </a:rPr>
                        <a:t>名</a:t>
                      </a:r>
                    </a:p>
                  </a:txBody>
                  <a:tcPr marL="123825" marR="123825" marT="57150" marB="57150" anchor="ctr"/>
                </a:tc>
                <a:extLst>
                  <a:ext uri="{0D108BD9-81ED-4DB2-BD59-A6C34878D82A}">
                    <a16:rowId xmlns:a16="http://schemas.microsoft.com/office/drawing/2014/main" val="368472473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>
                        <a:spcAft>
                          <a:spcPts val="1200"/>
                        </a:spcAft>
                        <a:buNone/>
                      </a:pPr>
                      <a:r>
                        <a:rPr lang="ja-JP" sz="1100" b="0" i="0">
                          <a:solidFill>
                            <a:srgbClr val="1F2328"/>
                          </a:solidFill>
                          <a:effectLst/>
                          <a:latin typeface="Yu Gothic UI" panose="020B0500000000000000" pitchFamily="34" charset="-128"/>
                          <a:ea typeface="Yu Gothic UI" panose="020B0500000000000000" pitchFamily="34" charset="-128"/>
                        </a:rPr>
                        <a:t>ACR_NAME</a:t>
                      </a:r>
                    </a:p>
                  </a:txBody>
                  <a:tcPr marL="123825" marR="123825" marT="57150" marB="57150" anchor="ctr"/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1200"/>
                        </a:spcAft>
                        <a:buNone/>
                      </a:pPr>
                      <a:r>
                        <a:rPr lang="ja-JP" sz="1100" b="0" i="0">
                          <a:solidFill>
                            <a:srgbClr val="1F2328"/>
                          </a:solidFill>
                          <a:effectLst/>
                          <a:latin typeface="Yu Gothic UI" panose="020B0500000000000000" pitchFamily="34" charset="-128"/>
                          <a:ea typeface="Yu Gothic UI" panose="020B0500000000000000" pitchFamily="34" charset="-128"/>
                        </a:rPr>
                        <a:t>ACR 名 (.azurecr.io なし)</a:t>
                      </a:r>
                    </a:p>
                  </a:txBody>
                  <a:tcPr marL="123825" marR="123825" marT="57150" marB="57150" anchor="ctr"/>
                </a:tc>
                <a:extLst>
                  <a:ext uri="{0D108BD9-81ED-4DB2-BD59-A6C34878D82A}">
                    <a16:rowId xmlns:a16="http://schemas.microsoft.com/office/drawing/2014/main" val="412288089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>
                        <a:spcAft>
                          <a:spcPts val="1200"/>
                        </a:spcAft>
                        <a:buNone/>
                      </a:pPr>
                      <a:r>
                        <a:rPr lang="ja-JP" sz="1100" b="0" i="0">
                          <a:solidFill>
                            <a:srgbClr val="1F2328"/>
                          </a:solidFill>
                          <a:effectLst/>
                          <a:latin typeface="Yu Gothic UI" panose="020B0500000000000000" pitchFamily="34" charset="-128"/>
                          <a:ea typeface="Yu Gothic UI" panose="020B0500000000000000" pitchFamily="34" charset="-128"/>
                        </a:rPr>
                        <a:t>CONTAINER_APP_ENVIRONMENT</a:t>
                      </a:r>
                    </a:p>
                  </a:txBody>
                  <a:tcPr marL="123825" marR="123825" marT="57150" marB="57150" anchor="ctr"/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1200"/>
                        </a:spcAft>
                        <a:buNone/>
                      </a:pPr>
                      <a:r>
                        <a:rPr lang="en-US" altLang="ja-JP" sz="1100" b="0" i="0" dirty="0">
                          <a:solidFill>
                            <a:srgbClr val="1F2328"/>
                          </a:solidFill>
                          <a:effectLst/>
                          <a:latin typeface="Yu Gothic UI" panose="020B0500000000000000" pitchFamily="34" charset="-128"/>
                          <a:ea typeface="Yu Gothic UI" panose="020B0500000000000000" pitchFamily="34" charset="-128"/>
                        </a:rPr>
                        <a:t>ACA </a:t>
                      </a:r>
                      <a:r>
                        <a:rPr lang="ja-JP" altLang="en-US" sz="1100" b="0" i="0">
                          <a:solidFill>
                            <a:srgbClr val="1F2328"/>
                          </a:solidFill>
                          <a:effectLst/>
                          <a:latin typeface="Yu Gothic UI" panose="020B0500000000000000" pitchFamily="34" charset="-128"/>
                          <a:ea typeface="Yu Gothic UI" panose="020B0500000000000000" pitchFamily="34" charset="-128"/>
                        </a:rPr>
                        <a:t>環境</a:t>
                      </a:r>
                      <a:r>
                        <a:rPr lang="ja-JP" sz="1100" b="0" i="0">
                          <a:solidFill>
                            <a:srgbClr val="1F2328"/>
                          </a:solidFill>
                          <a:effectLst/>
                          <a:latin typeface="Yu Gothic UI" panose="020B0500000000000000" pitchFamily="34" charset="-128"/>
                          <a:ea typeface="Yu Gothic UI" panose="020B0500000000000000" pitchFamily="34" charset="-128"/>
                        </a:rPr>
                        <a:t>名</a:t>
                      </a:r>
                    </a:p>
                  </a:txBody>
                  <a:tcPr marL="123825" marR="123825" marT="57150" marB="57150" anchor="ctr"/>
                </a:tc>
                <a:extLst>
                  <a:ext uri="{0D108BD9-81ED-4DB2-BD59-A6C34878D82A}">
                    <a16:rowId xmlns:a16="http://schemas.microsoft.com/office/drawing/2014/main" val="143745420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>
                        <a:spcAft>
                          <a:spcPts val="1200"/>
                        </a:spcAft>
                        <a:buNone/>
                      </a:pPr>
                      <a:r>
                        <a:rPr lang="ja-JP" sz="1100" b="0" i="0">
                          <a:solidFill>
                            <a:srgbClr val="1F2328"/>
                          </a:solidFill>
                          <a:effectLst/>
                          <a:latin typeface="Yu Gothic UI" panose="020B0500000000000000" pitchFamily="34" charset="-128"/>
                          <a:ea typeface="Yu Gothic UI" panose="020B0500000000000000" pitchFamily="34" charset="-128"/>
                        </a:rPr>
                        <a:t>POSTGRES_SERVER</a:t>
                      </a:r>
                    </a:p>
                  </a:txBody>
                  <a:tcPr marL="123825" marR="123825" marT="57150" marB="57150" anchor="ctr"/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1200"/>
                        </a:spcAft>
                        <a:buNone/>
                      </a:pPr>
                      <a:r>
                        <a:rPr lang="ja-JP" sz="1100" b="0" i="0">
                          <a:solidFill>
                            <a:srgbClr val="1F2328"/>
                          </a:solidFill>
                          <a:effectLst/>
                          <a:latin typeface="Yu Gothic UI" panose="020B0500000000000000" pitchFamily="34" charset="-128"/>
                          <a:ea typeface="Yu Gothic UI" panose="020B0500000000000000" pitchFamily="34" charset="-128"/>
                        </a:rPr>
                        <a:t>PostgreSQL </a:t>
                      </a:r>
                      <a:r>
                        <a:rPr lang="ja-JP" altLang="en-US" sz="1100" b="0" i="0">
                          <a:solidFill>
                            <a:srgbClr val="1F2328"/>
                          </a:solidFill>
                          <a:effectLst/>
                          <a:latin typeface="Yu Gothic UI" panose="020B0500000000000000" pitchFamily="34" charset="-128"/>
                          <a:ea typeface="Yu Gothic UI" panose="020B0500000000000000" pitchFamily="34" charset="-128"/>
                        </a:rPr>
                        <a:t>エンドポイント</a:t>
                      </a:r>
                      <a:endParaRPr lang="ja-JP" sz="1100" b="0" i="0">
                        <a:solidFill>
                          <a:srgbClr val="1F2328"/>
                        </a:solidFill>
                        <a:effectLst/>
                        <a:latin typeface="Yu Gothic UI" panose="020B0500000000000000" pitchFamily="34" charset="-128"/>
                        <a:ea typeface="Yu Gothic UI" panose="020B0500000000000000" pitchFamily="34" charset="-128"/>
                      </a:endParaRPr>
                    </a:p>
                  </a:txBody>
                  <a:tcPr marL="123825" marR="123825" marT="57150" marB="57150" anchor="ctr"/>
                </a:tc>
                <a:extLst>
                  <a:ext uri="{0D108BD9-81ED-4DB2-BD59-A6C34878D82A}">
                    <a16:rowId xmlns:a16="http://schemas.microsoft.com/office/drawing/2014/main" val="20788989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>
                        <a:spcAft>
                          <a:spcPts val="1200"/>
                        </a:spcAft>
                        <a:buNone/>
                      </a:pPr>
                      <a:r>
                        <a:rPr lang="ja-JP" sz="1100" b="0" i="0">
                          <a:solidFill>
                            <a:srgbClr val="1F2328"/>
                          </a:solidFill>
                          <a:effectLst/>
                          <a:latin typeface="Yu Gothic UI" panose="020B0500000000000000" pitchFamily="34" charset="-128"/>
                          <a:ea typeface="Yu Gothic UI" panose="020B0500000000000000" pitchFamily="34" charset="-128"/>
                        </a:rPr>
                        <a:t>POSTGRES_USER</a:t>
                      </a:r>
                    </a:p>
                  </a:txBody>
                  <a:tcPr marL="123825" marR="123825" marT="57150" marB="57150" anchor="ctr"/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1200"/>
                        </a:spcAft>
                        <a:buNone/>
                      </a:pPr>
                      <a:r>
                        <a:rPr lang="ja-JP" altLang="en-US" sz="1100" b="0" i="0">
                          <a:solidFill>
                            <a:srgbClr val="1F2328"/>
                          </a:solidFill>
                          <a:effectLst/>
                          <a:latin typeface="Yu Gothic UI" panose="020B0500000000000000" pitchFamily="34" charset="-128"/>
                          <a:ea typeface="Yu Gothic UI" panose="020B0500000000000000" pitchFamily="34" charset="-128"/>
                        </a:rPr>
                        <a:t>マネージド</a:t>
                      </a:r>
                      <a:r>
                        <a:rPr lang="en-US" altLang="ja-JP" sz="1100" b="0" i="0" dirty="0">
                          <a:solidFill>
                            <a:srgbClr val="1F2328"/>
                          </a:solidFill>
                          <a:effectLst/>
                          <a:latin typeface="Yu Gothic UI" panose="020B0500000000000000" pitchFamily="34" charset="-128"/>
                          <a:ea typeface="Yu Gothic UI" panose="020B0500000000000000" pitchFamily="34" charset="-128"/>
                        </a:rPr>
                        <a:t> ID </a:t>
                      </a:r>
                      <a:r>
                        <a:rPr lang="ja-JP" altLang="en-US" sz="1100" b="0" i="0">
                          <a:solidFill>
                            <a:srgbClr val="1F2328"/>
                          </a:solidFill>
                          <a:effectLst/>
                          <a:latin typeface="Yu Gothic UI" panose="020B0500000000000000" pitchFamily="34" charset="-128"/>
                          <a:ea typeface="Yu Gothic UI" panose="020B0500000000000000" pitchFamily="34" charset="-128"/>
                        </a:rPr>
                        <a:t>名</a:t>
                      </a:r>
                      <a:endParaRPr lang="ja-JP" sz="1100" b="0" i="0">
                        <a:solidFill>
                          <a:srgbClr val="1F2328"/>
                        </a:solidFill>
                        <a:effectLst/>
                        <a:latin typeface="Yu Gothic UI" panose="020B0500000000000000" pitchFamily="34" charset="-128"/>
                        <a:ea typeface="Yu Gothic UI" panose="020B0500000000000000" pitchFamily="34" charset="-128"/>
                      </a:endParaRPr>
                    </a:p>
                  </a:txBody>
                  <a:tcPr marL="123825" marR="123825" marT="57150" marB="57150" anchor="ctr"/>
                </a:tc>
                <a:extLst>
                  <a:ext uri="{0D108BD9-81ED-4DB2-BD59-A6C34878D82A}">
                    <a16:rowId xmlns:a16="http://schemas.microsoft.com/office/drawing/2014/main" val="183710155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>
                        <a:spcAft>
                          <a:spcPts val="1200"/>
                        </a:spcAft>
                        <a:buNone/>
                      </a:pPr>
                      <a:r>
                        <a:rPr lang="ja-JP" sz="1100" b="0" i="0">
                          <a:solidFill>
                            <a:srgbClr val="1F2328"/>
                          </a:solidFill>
                          <a:effectLst/>
                          <a:latin typeface="Yu Gothic UI" panose="020B0500000000000000" pitchFamily="34" charset="-128"/>
                          <a:ea typeface="Yu Gothic UI" panose="020B0500000000000000" pitchFamily="34" charset="-128"/>
                        </a:rPr>
                        <a:t>POSTGRES_DB</a:t>
                      </a:r>
                    </a:p>
                  </a:txBody>
                  <a:tcPr marL="123825" marR="123825" marT="57150" marB="57150" anchor="ctr"/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1200"/>
                        </a:spcAft>
                        <a:buNone/>
                      </a:pPr>
                      <a:r>
                        <a:rPr lang="en" altLang="ja-JP" sz="1100" b="0" i="0" dirty="0" err="1">
                          <a:solidFill>
                            <a:srgbClr val="1F2328"/>
                          </a:solidFill>
                          <a:effectLst/>
                          <a:latin typeface="Yu Gothic UI" panose="020B0500000000000000" pitchFamily="34" charset="-128"/>
                          <a:ea typeface="Yu Gothic UI" panose="020B0500000000000000" pitchFamily="34" charset="-128"/>
                        </a:rPr>
                        <a:t>tododb</a:t>
                      </a:r>
                      <a:r>
                        <a:rPr lang="en-US" altLang="ja-JP" sz="1100" b="0" i="0" dirty="0">
                          <a:solidFill>
                            <a:srgbClr val="1F2328"/>
                          </a:solidFill>
                          <a:effectLst/>
                          <a:latin typeface="Yu Gothic UI" panose="020B0500000000000000" pitchFamily="34" charset="-128"/>
                          <a:ea typeface="Yu Gothic UI" panose="020B0500000000000000" pitchFamily="34" charset="-128"/>
                        </a:rPr>
                        <a:t> </a:t>
                      </a:r>
                      <a:endParaRPr lang="ja-JP" sz="1100" b="0" i="0">
                        <a:solidFill>
                          <a:srgbClr val="1F2328"/>
                        </a:solidFill>
                        <a:effectLst/>
                        <a:latin typeface="Yu Gothic UI" panose="020B0500000000000000" pitchFamily="34" charset="-128"/>
                        <a:ea typeface="Yu Gothic UI" panose="020B0500000000000000" pitchFamily="34" charset="-128"/>
                      </a:endParaRPr>
                    </a:p>
                  </a:txBody>
                  <a:tcPr marL="123825" marR="123825" marT="57150" marB="57150" anchor="ctr"/>
                </a:tc>
                <a:extLst>
                  <a:ext uri="{0D108BD9-81ED-4DB2-BD59-A6C34878D82A}">
                    <a16:rowId xmlns:a16="http://schemas.microsoft.com/office/drawing/2014/main" val="222652826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>
                        <a:spcAft>
                          <a:spcPts val="1200"/>
                        </a:spcAft>
                        <a:buNone/>
                      </a:pPr>
                      <a:r>
                        <a:rPr lang="ja-JP" sz="1100" b="0" i="0">
                          <a:solidFill>
                            <a:srgbClr val="1F2328"/>
                          </a:solidFill>
                          <a:effectLst/>
                          <a:latin typeface="Yu Gothic UI" panose="020B0500000000000000" pitchFamily="34" charset="-128"/>
                          <a:ea typeface="Yu Gothic UI" panose="020B0500000000000000" pitchFamily="34" charset="-128"/>
                        </a:rPr>
                        <a:t>DATABASE_TYPE</a:t>
                      </a:r>
                    </a:p>
                  </a:txBody>
                  <a:tcPr marL="123825" marR="123825" marT="57150" marB="57150" anchor="ctr"/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1200"/>
                        </a:spcAft>
                        <a:buNone/>
                      </a:pPr>
                      <a:r>
                        <a:rPr lang="ja-JP" sz="1100" b="0" i="0">
                          <a:solidFill>
                            <a:srgbClr val="1F2328"/>
                          </a:solidFill>
                          <a:effectLst/>
                          <a:latin typeface="Yu Gothic UI" panose="020B0500000000000000" pitchFamily="34" charset="-128"/>
                          <a:ea typeface="Yu Gothic UI" panose="020B0500000000000000" pitchFamily="34" charset="-128"/>
                        </a:rPr>
                        <a:t>postgresql</a:t>
                      </a:r>
                    </a:p>
                  </a:txBody>
                  <a:tcPr marL="123825" marR="123825" marT="57150" marB="57150" anchor="ctr"/>
                </a:tc>
                <a:extLst>
                  <a:ext uri="{0D108BD9-81ED-4DB2-BD59-A6C34878D82A}">
                    <a16:rowId xmlns:a16="http://schemas.microsoft.com/office/drawing/2014/main" val="326444382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>
                        <a:spcAft>
                          <a:spcPts val="1200"/>
                        </a:spcAft>
                        <a:buNone/>
                      </a:pPr>
                      <a:r>
                        <a:rPr lang="ja-JP" sz="1100" b="0" i="0">
                          <a:solidFill>
                            <a:srgbClr val="1F2328"/>
                          </a:solidFill>
                          <a:effectLst/>
                          <a:latin typeface="Yu Gothic UI" panose="020B0500000000000000" pitchFamily="34" charset="-128"/>
                          <a:ea typeface="Yu Gothic UI" panose="020B0500000000000000" pitchFamily="34" charset="-128"/>
                        </a:rPr>
                        <a:t>AZURE_CLIENT_ID</a:t>
                      </a:r>
                    </a:p>
                  </a:txBody>
                  <a:tcPr marL="123825" marR="123825" marT="57150" marB="57150" anchor="ctr"/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1200"/>
                        </a:spcAft>
                        <a:buNone/>
                      </a:pPr>
                      <a:r>
                        <a:rPr lang="ja-JP" altLang="en-US" sz="1100" b="0" i="0">
                          <a:solidFill>
                            <a:srgbClr val="1F2328"/>
                          </a:solidFill>
                          <a:effectLst/>
                          <a:latin typeface="Yu Gothic UI" panose="020B0500000000000000" pitchFamily="34" charset="-128"/>
                          <a:ea typeface="Yu Gothic UI" panose="020B0500000000000000" pitchFamily="34" charset="-128"/>
                        </a:rPr>
                        <a:t>アプリ登録 アプリケーション</a:t>
                      </a:r>
                      <a:r>
                        <a:rPr lang="en-US" altLang="ja-JP" sz="1100" b="0" i="0" dirty="0">
                          <a:solidFill>
                            <a:srgbClr val="1F2328"/>
                          </a:solidFill>
                          <a:effectLst/>
                          <a:latin typeface="Yu Gothic UI" panose="020B0500000000000000" pitchFamily="34" charset="-128"/>
                          <a:ea typeface="Yu Gothic UI" panose="020B0500000000000000" pitchFamily="34" charset="-128"/>
                        </a:rPr>
                        <a:t>(</a:t>
                      </a:r>
                      <a:r>
                        <a:rPr lang="ja-JP" altLang="en-US" sz="1100" b="0" i="0">
                          <a:solidFill>
                            <a:srgbClr val="1F2328"/>
                          </a:solidFill>
                          <a:effectLst/>
                          <a:latin typeface="Yu Gothic UI" panose="020B0500000000000000" pitchFamily="34" charset="-128"/>
                          <a:ea typeface="Yu Gothic UI" panose="020B0500000000000000" pitchFamily="34" charset="-128"/>
                        </a:rPr>
                        <a:t>クライアント</a:t>
                      </a:r>
                      <a:r>
                        <a:rPr lang="en-US" altLang="ja-JP" sz="1100" b="0" i="0" dirty="0">
                          <a:solidFill>
                            <a:srgbClr val="1F2328"/>
                          </a:solidFill>
                          <a:effectLst/>
                          <a:latin typeface="Yu Gothic UI" panose="020B0500000000000000" pitchFamily="34" charset="-128"/>
                          <a:ea typeface="Yu Gothic UI" panose="020B0500000000000000" pitchFamily="34" charset="-128"/>
                        </a:rPr>
                        <a:t>) </a:t>
                      </a:r>
                      <a:r>
                        <a:rPr lang="en" altLang="ja-JP" sz="1100" b="0" i="0" dirty="0">
                          <a:solidFill>
                            <a:srgbClr val="1F2328"/>
                          </a:solidFill>
                          <a:effectLst/>
                          <a:latin typeface="Yu Gothic UI" panose="020B0500000000000000" pitchFamily="34" charset="-128"/>
                          <a:ea typeface="Yu Gothic UI" panose="020B0500000000000000" pitchFamily="34" charset="-128"/>
                        </a:rPr>
                        <a:t>ID</a:t>
                      </a:r>
                    </a:p>
                  </a:txBody>
                  <a:tcPr marL="123825" marR="123825" marT="57150" marB="57150" anchor="ctr"/>
                </a:tc>
                <a:extLst>
                  <a:ext uri="{0D108BD9-81ED-4DB2-BD59-A6C34878D82A}">
                    <a16:rowId xmlns:a16="http://schemas.microsoft.com/office/drawing/2014/main" val="232366527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>
                        <a:spcAft>
                          <a:spcPts val="1200"/>
                        </a:spcAft>
                        <a:buNone/>
                      </a:pPr>
                      <a:r>
                        <a:rPr lang="ja-JP" sz="1100" b="0" i="0">
                          <a:solidFill>
                            <a:srgbClr val="1F2328"/>
                          </a:solidFill>
                          <a:effectLst/>
                          <a:latin typeface="Yu Gothic UI" panose="020B0500000000000000" pitchFamily="34" charset="-128"/>
                          <a:ea typeface="Yu Gothic UI" panose="020B0500000000000000" pitchFamily="34" charset="-128"/>
                        </a:rPr>
                        <a:t>AZURE_TENANT_ID</a:t>
                      </a:r>
                    </a:p>
                  </a:txBody>
                  <a:tcPr marL="123825" marR="123825" marT="57150" marB="57150" anchor="ctr"/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1200"/>
                        </a:spcAft>
                        <a:buNone/>
                      </a:pPr>
                      <a:r>
                        <a:rPr lang="ja-JP" altLang="en-US" sz="1100" b="0" i="0">
                          <a:solidFill>
                            <a:srgbClr val="1F2328"/>
                          </a:solidFill>
                          <a:effectLst/>
                          <a:latin typeface="Yu Gothic UI" panose="020B0500000000000000" pitchFamily="34" charset="-128"/>
                          <a:ea typeface="Yu Gothic UI" panose="020B0500000000000000" pitchFamily="34" charset="-128"/>
                        </a:rPr>
                        <a:t>アプリ登録 ディレクトリ</a:t>
                      </a:r>
                      <a:r>
                        <a:rPr lang="en-US" altLang="ja-JP" sz="1100" b="0" i="0" dirty="0">
                          <a:solidFill>
                            <a:srgbClr val="1F2328"/>
                          </a:solidFill>
                          <a:effectLst/>
                          <a:latin typeface="Yu Gothic UI" panose="020B0500000000000000" pitchFamily="34" charset="-128"/>
                          <a:ea typeface="Yu Gothic UI" panose="020B0500000000000000" pitchFamily="34" charset="-128"/>
                        </a:rPr>
                        <a:t>(</a:t>
                      </a:r>
                      <a:r>
                        <a:rPr lang="ja-JP" altLang="en-US" sz="1100" b="0" i="0">
                          <a:solidFill>
                            <a:srgbClr val="1F2328"/>
                          </a:solidFill>
                          <a:effectLst/>
                          <a:latin typeface="Yu Gothic UI" panose="020B0500000000000000" pitchFamily="34" charset="-128"/>
                          <a:ea typeface="Yu Gothic UI" panose="020B0500000000000000" pitchFamily="34" charset="-128"/>
                        </a:rPr>
                        <a:t>テナント</a:t>
                      </a:r>
                      <a:r>
                        <a:rPr lang="en-US" altLang="ja-JP" sz="1100" b="0" i="0" dirty="0">
                          <a:solidFill>
                            <a:srgbClr val="1F2328"/>
                          </a:solidFill>
                          <a:effectLst/>
                          <a:latin typeface="Yu Gothic UI" panose="020B0500000000000000" pitchFamily="34" charset="-128"/>
                          <a:ea typeface="Yu Gothic UI" panose="020B0500000000000000" pitchFamily="34" charset="-128"/>
                        </a:rPr>
                        <a:t>) </a:t>
                      </a:r>
                      <a:r>
                        <a:rPr lang="en" altLang="ja-JP" sz="1100" b="0" i="0" dirty="0">
                          <a:solidFill>
                            <a:srgbClr val="1F2328"/>
                          </a:solidFill>
                          <a:effectLst/>
                          <a:latin typeface="Yu Gothic UI" panose="020B0500000000000000" pitchFamily="34" charset="-128"/>
                          <a:ea typeface="Yu Gothic UI" panose="020B0500000000000000" pitchFamily="34" charset="-128"/>
                        </a:rPr>
                        <a:t>ID</a:t>
                      </a:r>
                    </a:p>
                  </a:txBody>
                  <a:tcPr marL="123825" marR="123825" marT="57150" marB="57150" anchor="ctr"/>
                </a:tc>
                <a:extLst>
                  <a:ext uri="{0D108BD9-81ED-4DB2-BD59-A6C34878D82A}">
                    <a16:rowId xmlns:a16="http://schemas.microsoft.com/office/drawing/2014/main" val="314431283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>
                        <a:spcAft>
                          <a:spcPts val="1200"/>
                        </a:spcAft>
                        <a:buNone/>
                      </a:pPr>
                      <a:r>
                        <a:rPr lang="ja-JP" sz="1100" b="0" i="0">
                          <a:solidFill>
                            <a:srgbClr val="1F2328"/>
                          </a:solidFill>
                          <a:effectLst/>
                          <a:latin typeface="Yu Gothic UI" panose="020B0500000000000000" pitchFamily="34" charset="-128"/>
                          <a:ea typeface="Yu Gothic UI" panose="020B0500000000000000" pitchFamily="34" charset="-128"/>
                        </a:rPr>
                        <a:t>USER_ASSIGNED_IDENTITY_CLIENT_ID</a:t>
                      </a:r>
                    </a:p>
                  </a:txBody>
                  <a:tcPr marL="123825" marR="123825" marT="57150" marB="57150" anchor="ctr"/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1200"/>
                        </a:spcAft>
                        <a:buNone/>
                      </a:pPr>
                      <a:r>
                        <a:rPr lang="ja-JP" altLang="en-US" sz="1100" b="0" i="0">
                          <a:solidFill>
                            <a:srgbClr val="1F2328"/>
                          </a:solidFill>
                          <a:effectLst/>
                          <a:latin typeface="Yu Gothic UI" panose="020B0500000000000000" pitchFamily="34" charset="-128"/>
                          <a:ea typeface="Yu Gothic UI" panose="020B0500000000000000" pitchFamily="34" charset="-128"/>
                        </a:rPr>
                        <a:t>マネージド </a:t>
                      </a:r>
                      <a:r>
                        <a:rPr lang="en" altLang="ja-JP" sz="1100" b="0" i="0" dirty="0">
                          <a:solidFill>
                            <a:srgbClr val="1F2328"/>
                          </a:solidFill>
                          <a:effectLst/>
                          <a:latin typeface="Yu Gothic UI" panose="020B0500000000000000" pitchFamily="34" charset="-128"/>
                          <a:ea typeface="Yu Gothic UI" panose="020B0500000000000000" pitchFamily="34" charset="-128"/>
                        </a:rPr>
                        <a:t>ID </a:t>
                      </a:r>
                      <a:r>
                        <a:rPr lang="ja-JP" altLang="en-US" sz="1100" b="0" i="0">
                          <a:solidFill>
                            <a:srgbClr val="1F2328"/>
                          </a:solidFill>
                          <a:effectLst/>
                          <a:latin typeface="Yu Gothic UI" panose="020B0500000000000000" pitchFamily="34" charset="-128"/>
                          <a:ea typeface="Yu Gothic UI" panose="020B0500000000000000" pitchFamily="34" charset="-128"/>
                        </a:rPr>
                        <a:t>クライアント </a:t>
                      </a:r>
                      <a:r>
                        <a:rPr lang="en" altLang="ja-JP" sz="1100" b="0" i="0" dirty="0">
                          <a:solidFill>
                            <a:srgbClr val="1F2328"/>
                          </a:solidFill>
                          <a:effectLst/>
                          <a:latin typeface="Yu Gothic UI" panose="020B0500000000000000" pitchFamily="34" charset="-128"/>
                          <a:ea typeface="Yu Gothic UI" panose="020B0500000000000000" pitchFamily="34" charset="-128"/>
                        </a:rPr>
                        <a:t>ID</a:t>
                      </a:r>
                    </a:p>
                  </a:txBody>
                  <a:tcPr marL="123825" marR="123825" marT="57150" marB="57150" anchor="ctr"/>
                </a:tc>
                <a:extLst>
                  <a:ext uri="{0D108BD9-81ED-4DB2-BD59-A6C34878D82A}">
                    <a16:rowId xmlns:a16="http://schemas.microsoft.com/office/drawing/2014/main" val="115409531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>
                        <a:spcAft>
                          <a:spcPts val="1200"/>
                        </a:spcAft>
                        <a:buNone/>
                      </a:pPr>
                      <a:r>
                        <a:rPr lang="ja-JP" sz="1100" b="0" i="0">
                          <a:solidFill>
                            <a:srgbClr val="1F2328"/>
                          </a:solidFill>
                          <a:effectLst/>
                          <a:latin typeface="Yu Gothic UI" panose="020B0500000000000000" pitchFamily="34" charset="-128"/>
                          <a:ea typeface="Yu Gothic UI" panose="020B0500000000000000" pitchFamily="34" charset="-128"/>
                        </a:rPr>
                        <a:t>USER_ASSIGNED_IDENTITY_RESOURCE_ID</a:t>
                      </a:r>
                    </a:p>
                  </a:txBody>
                  <a:tcPr marL="123825" marR="123825" marT="57150" marB="57150" anchor="ctr"/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1200"/>
                        </a:spcAft>
                        <a:buNone/>
                      </a:pPr>
                      <a:r>
                        <a:rPr lang="ja-JP" altLang="en-US" sz="1100" b="0" i="0">
                          <a:solidFill>
                            <a:srgbClr val="1F2328"/>
                          </a:solidFill>
                          <a:effectLst/>
                          <a:latin typeface="Yu Gothic UI" panose="020B0500000000000000" pitchFamily="34" charset="-128"/>
                          <a:ea typeface="Yu Gothic UI" panose="020B0500000000000000" pitchFamily="34" charset="-128"/>
                        </a:rPr>
                        <a:t>マネージド </a:t>
                      </a:r>
                      <a:r>
                        <a:rPr lang="en" altLang="ja-JP" sz="1100" b="0" i="0" dirty="0">
                          <a:solidFill>
                            <a:srgbClr val="1F2328"/>
                          </a:solidFill>
                          <a:effectLst/>
                          <a:latin typeface="Yu Gothic UI" panose="020B0500000000000000" pitchFamily="34" charset="-128"/>
                          <a:ea typeface="Yu Gothic UI" panose="020B0500000000000000" pitchFamily="34" charset="-128"/>
                        </a:rPr>
                        <a:t>ID </a:t>
                      </a:r>
                      <a:r>
                        <a:rPr lang="ja-JP" altLang="en-US" sz="1100" b="0" i="0">
                          <a:solidFill>
                            <a:srgbClr val="1F2328"/>
                          </a:solidFill>
                          <a:effectLst/>
                          <a:latin typeface="Yu Gothic UI" panose="020B0500000000000000" pitchFamily="34" charset="-128"/>
                          <a:ea typeface="Yu Gothic UI" panose="020B0500000000000000" pitchFamily="34" charset="-128"/>
                        </a:rPr>
                        <a:t>リソース </a:t>
                      </a:r>
                      <a:r>
                        <a:rPr lang="en" altLang="ja-JP" sz="1100" b="0" i="0" dirty="0">
                          <a:solidFill>
                            <a:srgbClr val="1F2328"/>
                          </a:solidFill>
                          <a:effectLst/>
                          <a:latin typeface="Yu Gothic UI" panose="020B0500000000000000" pitchFamily="34" charset="-128"/>
                          <a:ea typeface="Yu Gothic UI" panose="020B0500000000000000" pitchFamily="34" charset="-128"/>
                        </a:rPr>
                        <a:t>ID</a:t>
                      </a:r>
                    </a:p>
                  </a:txBody>
                  <a:tcPr marL="123825" marR="123825" marT="57150" marB="57150" anchor="ctr"/>
                </a:tc>
                <a:extLst>
                  <a:ext uri="{0D108BD9-81ED-4DB2-BD59-A6C34878D82A}">
                    <a16:rowId xmlns:a16="http://schemas.microsoft.com/office/drawing/2014/main" val="173879511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>
                        <a:spcAft>
                          <a:spcPts val="1200"/>
                        </a:spcAft>
                        <a:buNone/>
                      </a:pPr>
                      <a:r>
                        <a:rPr lang="ja-JP" sz="1100" b="0" i="0">
                          <a:solidFill>
                            <a:srgbClr val="1F2328"/>
                          </a:solidFill>
                          <a:effectLst/>
                          <a:latin typeface="Yu Gothic UI" panose="020B0500000000000000" pitchFamily="34" charset="-128"/>
                          <a:ea typeface="Yu Gothic UI" panose="020B0500000000000000" pitchFamily="34" charset="-128"/>
                        </a:rPr>
                        <a:t>AZURE_REDIRECT_URI</a:t>
                      </a:r>
                    </a:p>
                  </a:txBody>
                  <a:tcPr marL="123825" marR="123825" marT="57150" marB="57150" anchor="ctr"/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1200"/>
                        </a:spcAft>
                        <a:buNone/>
                      </a:pPr>
                      <a:r>
                        <a:rPr lang="en" altLang="ja-JP" sz="1100" b="0" i="0" dirty="0">
                          <a:solidFill>
                            <a:srgbClr val="1F2328"/>
                          </a:solidFill>
                          <a:effectLst/>
                          <a:latin typeface="Yu Gothic UI" panose="020B0500000000000000" pitchFamily="34" charset="-128"/>
                          <a:ea typeface="Yu Gothic UI" panose="020B0500000000000000" pitchFamily="34" charset="-128"/>
                        </a:rPr>
                        <a:t>Web </a:t>
                      </a:r>
                      <a:r>
                        <a:rPr lang="ja-JP" altLang="en-US" sz="1100" b="0" i="0">
                          <a:solidFill>
                            <a:srgbClr val="1F2328"/>
                          </a:solidFill>
                          <a:effectLst/>
                          <a:latin typeface="Yu Gothic UI" panose="020B0500000000000000" pitchFamily="34" charset="-128"/>
                          <a:ea typeface="Yu Gothic UI" panose="020B0500000000000000" pitchFamily="34" charset="-128"/>
                        </a:rPr>
                        <a:t>用コンテナアプリ アプリケーション </a:t>
                      </a:r>
                      <a:r>
                        <a:rPr lang="en" altLang="ja-JP" sz="1100" b="0" i="0" dirty="0">
                          <a:solidFill>
                            <a:srgbClr val="1F2328"/>
                          </a:solidFill>
                          <a:effectLst/>
                          <a:latin typeface="Yu Gothic UI" panose="020B0500000000000000" pitchFamily="34" charset="-128"/>
                          <a:ea typeface="Yu Gothic UI" panose="020B0500000000000000" pitchFamily="34" charset="-128"/>
                        </a:rPr>
                        <a:t>URL</a:t>
                      </a:r>
                    </a:p>
                  </a:txBody>
                  <a:tcPr marL="123825" marR="123825" marT="57150" marB="57150" anchor="ctr"/>
                </a:tc>
                <a:extLst>
                  <a:ext uri="{0D108BD9-81ED-4DB2-BD59-A6C34878D82A}">
                    <a16:rowId xmlns:a16="http://schemas.microsoft.com/office/drawing/2014/main" val="312884115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>
                        <a:spcAft>
                          <a:spcPts val="1200"/>
                        </a:spcAft>
                        <a:buNone/>
                      </a:pPr>
                      <a:r>
                        <a:rPr lang="ja-JP" sz="1100" b="0" i="0">
                          <a:solidFill>
                            <a:srgbClr val="1F2328"/>
                          </a:solidFill>
                          <a:effectLst/>
                          <a:latin typeface="Yu Gothic UI" panose="020B0500000000000000" pitchFamily="34" charset="-128"/>
                          <a:ea typeface="Yu Gothic UI" panose="020B0500000000000000" pitchFamily="34" charset="-128"/>
                        </a:rPr>
                        <a:t>API_PROXY_TARGET</a:t>
                      </a:r>
                    </a:p>
                  </a:txBody>
                  <a:tcPr marL="123825" marR="123825" marT="57150" marB="57150" anchor="ctr"/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1200"/>
                        </a:spcAft>
                        <a:buNone/>
                      </a:pPr>
                      <a:r>
                        <a:rPr lang="en" altLang="ja-JP" sz="1100" b="0" i="0" dirty="0">
                          <a:solidFill>
                            <a:srgbClr val="1F2328"/>
                          </a:solidFill>
                          <a:effectLst/>
                          <a:latin typeface="Yu Gothic UI" panose="020B0500000000000000" pitchFamily="34" charset="-128"/>
                          <a:ea typeface="Yu Gothic UI" panose="020B0500000000000000" pitchFamily="34" charset="-128"/>
                        </a:rPr>
                        <a:t>API </a:t>
                      </a:r>
                      <a:r>
                        <a:rPr lang="ja-JP" altLang="en-US" sz="1100" b="0" i="0">
                          <a:solidFill>
                            <a:srgbClr val="1F2328"/>
                          </a:solidFill>
                          <a:effectLst/>
                          <a:latin typeface="Yu Gothic UI" panose="020B0500000000000000" pitchFamily="34" charset="-128"/>
                          <a:ea typeface="Yu Gothic UI" panose="020B0500000000000000" pitchFamily="34" charset="-128"/>
                        </a:rPr>
                        <a:t>用コンテナアプリ アプリケーション </a:t>
                      </a:r>
                      <a:r>
                        <a:rPr lang="en" altLang="ja-JP" sz="1100" b="0" i="0" dirty="0">
                          <a:solidFill>
                            <a:srgbClr val="1F2328"/>
                          </a:solidFill>
                          <a:effectLst/>
                          <a:latin typeface="Yu Gothic UI" panose="020B0500000000000000" pitchFamily="34" charset="-128"/>
                          <a:ea typeface="Yu Gothic UI" panose="020B0500000000000000" pitchFamily="34" charset="-128"/>
                        </a:rPr>
                        <a:t>URL</a:t>
                      </a:r>
                    </a:p>
                  </a:txBody>
                  <a:tcPr marL="123825" marR="123825" marT="57150" marB="57150" anchor="ctr"/>
                </a:tc>
                <a:extLst>
                  <a:ext uri="{0D108BD9-81ED-4DB2-BD59-A6C34878D82A}">
                    <a16:rowId xmlns:a16="http://schemas.microsoft.com/office/drawing/2014/main" val="201238027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>
                        <a:spcAft>
                          <a:spcPts val="1200"/>
                        </a:spcAft>
                        <a:buNone/>
                      </a:pPr>
                      <a:r>
                        <a:rPr lang="ja-JP" sz="1100" b="0" i="0">
                          <a:solidFill>
                            <a:srgbClr val="1F2328"/>
                          </a:solidFill>
                          <a:effectLst/>
                          <a:latin typeface="Yu Gothic UI" panose="020B0500000000000000" pitchFamily="34" charset="-128"/>
                          <a:ea typeface="Yu Gothic UI" panose="020B0500000000000000" pitchFamily="34" charset="-128"/>
                        </a:rPr>
                        <a:t>REPOSITORY</a:t>
                      </a:r>
                    </a:p>
                  </a:txBody>
                  <a:tcPr marL="123825" marR="123825" marT="57150" marB="57150" anchor="ctr"/>
                </a:tc>
                <a:tc>
                  <a:txBody>
                    <a:bodyPr/>
                    <a:lstStyle/>
                    <a:p>
                      <a:r>
                        <a:rPr kumimoji="1" lang="en-US" altLang="ja-JP" sz="1100" dirty="0">
                          <a:latin typeface="Yu Gothic UI" panose="020B0500000000000000" pitchFamily="34" charset="-128"/>
                          <a:ea typeface="Yu Gothic UI" panose="020B0500000000000000" pitchFamily="34" charset="-128"/>
                        </a:rPr>
                        <a:t>GitHub </a:t>
                      </a:r>
                      <a:r>
                        <a:rPr kumimoji="1" lang="ja-JP" altLang="en-US" sz="1100">
                          <a:latin typeface="Yu Gothic UI" panose="020B0500000000000000" pitchFamily="34" charset="-128"/>
                          <a:ea typeface="Yu Gothic UI" panose="020B0500000000000000" pitchFamily="34" charset="-128"/>
                        </a:rPr>
                        <a:t>に作成した自身のリポジトリの</a:t>
                      </a:r>
                      <a:r>
                        <a:rPr kumimoji="1" lang="en-US" altLang="ja-JP" sz="1100" dirty="0">
                          <a:latin typeface="Yu Gothic UI" panose="020B0500000000000000" pitchFamily="34" charset="-128"/>
                          <a:ea typeface="Yu Gothic UI" panose="020B0500000000000000" pitchFamily="34" charset="-128"/>
                        </a:rPr>
                        <a:t> URL</a:t>
                      </a:r>
                      <a:endParaRPr kumimoji="1" lang="ja-JP" altLang="en-US" sz="1100">
                        <a:latin typeface="Yu Gothic UI" panose="020B0500000000000000" pitchFamily="34" charset="-128"/>
                        <a:ea typeface="Yu Gothic UI" panose="020B0500000000000000" pitchFamily="34" charset="-128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81932540"/>
                  </a:ext>
                </a:extLst>
              </a:tr>
            </a:tbl>
          </a:graphicData>
        </a:graphic>
      </p:graphicFrame>
      <p:sp>
        <p:nvSpPr>
          <p:cNvPr id="11" name="正方形/長方形 10">
            <a:extLst>
              <a:ext uri="{FF2B5EF4-FFF2-40B4-BE49-F238E27FC236}">
                <a16:creationId xmlns:a16="http://schemas.microsoft.com/office/drawing/2014/main" id="{63E223F5-6BB7-3EF4-05A1-5E8E1980FA2E}"/>
              </a:ext>
            </a:extLst>
          </p:cNvPr>
          <p:cNvSpPr/>
          <p:nvPr/>
        </p:nvSpPr>
        <p:spPr>
          <a:xfrm>
            <a:off x="7216481" y="1628775"/>
            <a:ext cx="3885627" cy="423068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kumimoji="1" lang="ja-JP" altLang="en-US" sz="1200">
                <a:solidFill>
                  <a:schemeClr val="tx1">
                    <a:lumMod val="75000"/>
                    <a:lumOff val="25000"/>
                  </a:schemeClr>
                </a:solidFill>
                <a:latin typeface="Yu Gothic UI" panose="020B0500000000000000" pitchFamily="34" charset="-128"/>
                <a:ea typeface="Yu Gothic UI" panose="020B0500000000000000" pitchFamily="34" charset="-128"/>
                <a:hlinkClick r:id="rId4"/>
              </a:rPr>
              <a:t>サンプルアプリのガイドに記載の変数</a:t>
            </a:r>
            <a:r>
              <a:rPr kumimoji="1" lang="ja-JP" altLang="en-US" sz="1200">
                <a:solidFill>
                  <a:schemeClr val="tx1">
                    <a:lumMod val="75000"/>
                    <a:lumOff val="25000"/>
                  </a:schemeClr>
                </a:solidFill>
                <a:latin typeface="Yu Gothic UI" panose="020B0500000000000000" pitchFamily="34" charset="-128"/>
                <a:ea typeface="Yu Gothic UI" panose="020B0500000000000000" pitchFamily="34" charset="-128"/>
              </a:rPr>
              <a:t>を一つずつ入力する</a:t>
            </a:r>
          </a:p>
        </p:txBody>
      </p:sp>
    </p:spTree>
    <p:extLst>
      <p:ext uri="{BB962C8B-B14F-4D97-AF65-F5344CB8AC3E}">
        <p14:creationId xmlns:p14="http://schemas.microsoft.com/office/powerpoint/2010/main" val="901318871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D3CE7CE-BA30-00AC-96D4-F76D01775BB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正方形/長方形 14">
            <a:extLst>
              <a:ext uri="{FF2B5EF4-FFF2-40B4-BE49-F238E27FC236}">
                <a16:creationId xmlns:a16="http://schemas.microsoft.com/office/drawing/2014/main" id="{E20F7ABF-10B8-6C6E-3836-7B2BD25F401C}"/>
              </a:ext>
            </a:extLst>
          </p:cNvPr>
          <p:cNvSpPr>
            <a:spLocks noGrp="1"/>
          </p:cNvSpPr>
          <p:nvPr/>
        </p:nvSpPr>
        <p:spPr>
          <a:xfrm>
            <a:off x="685800" y="400050"/>
            <a:ext cx="8953500" cy="4953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>
              <a:defRPr sz="2325" b="1">
                <a:solidFill>
                  <a:srgbClr val="1F2937"/>
                </a:solidFill>
                <a:latin typeface="Yu Gothic"/>
                <a:ea typeface="Yu Gothic"/>
                <a:cs typeface="Yu Gothic"/>
              </a:defRPr>
            </a:pPr>
            <a:r>
              <a:rPr lang="ja-JP" altLang="en-US" sz="2000" b="1">
                <a:solidFill>
                  <a:srgbClr val="1F2937"/>
                </a:solidFill>
                <a:latin typeface="Yu Gothic"/>
                <a:ea typeface="Yu Gothic"/>
                <a:cs typeface="Yu Gothic"/>
              </a:rPr>
              <a:t>ワークフローファイルを確認する</a:t>
            </a:r>
            <a:endParaRPr lang="ja-JP" altLang="en-US" sz="2000" b="1" dirty="0">
              <a:solidFill>
                <a:srgbClr val="1F2937"/>
              </a:solidFill>
              <a:latin typeface="Yu Gothic"/>
              <a:ea typeface="Yu Gothic"/>
              <a:cs typeface="Yu Gothic"/>
            </a:endParaRPr>
          </a:p>
        </p:txBody>
      </p:sp>
      <p:sp>
        <p:nvSpPr>
          <p:cNvPr id="2" name="正方形/長方形 1">
            <a:extLst>
              <a:ext uri="{FF2B5EF4-FFF2-40B4-BE49-F238E27FC236}">
                <a16:creationId xmlns:a16="http://schemas.microsoft.com/office/drawing/2014/main" id="{D17A4E0A-9CC3-83C6-2253-BAA1CE4E8A1A}"/>
              </a:ext>
            </a:extLst>
          </p:cNvPr>
          <p:cNvSpPr>
            <a:spLocks noGrp="1"/>
          </p:cNvSpPr>
          <p:nvPr/>
        </p:nvSpPr>
        <p:spPr>
          <a:xfrm>
            <a:off x="685800" y="876300"/>
            <a:ext cx="36195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13" b="0">
                <a:solidFill>
                  <a:srgbClr val="667085"/>
                </a:solidFill>
                <a:latin typeface="Yu Gothic UI"/>
                <a:ea typeface="Yu Gothic UI"/>
                <a:cs typeface="Yu Gothic UI"/>
              </a:defRPr>
            </a:pPr>
            <a:r>
              <a:rPr sz="713" b="0" dirty="0">
                <a:solidFill>
                  <a:srgbClr val="667085"/>
                </a:solidFill>
                <a:latin typeface="Yu Gothic UI"/>
                <a:ea typeface="Yu Gothic UI"/>
                <a:cs typeface="Yu Gothic UI"/>
              </a:rPr>
              <a:t>Azure Workshop for Beginners </a:t>
            </a:r>
            <a:r>
              <a:rPr lang="ja-JP" altLang="en-US" sz="713" b="0">
                <a:solidFill>
                  <a:srgbClr val="667085"/>
                </a:solidFill>
                <a:latin typeface="Yu Gothic UI"/>
                <a:ea typeface="Yu Gothic UI"/>
                <a:cs typeface="Yu Gothic UI"/>
              </a:rPr>
              <a:t> </a:t>
            </a:r>
            <a:r>
              <a:rPr lang="en-US" altLang="ja-JP" sz="713" b="0" dirty="0">
                <a:solidFill>
                  <a:srgbClr val="667085"/>
                </a:solidFill>
                <a:latin typeface="Yu Gothic UI"/>
                <a:ea typeface="Yu Gothic UI"/>
                <a:cs typeface="Yu Gothic UI"/>
              </a:rPr>
              <a:t>| </a:t>
            </a:r>
            <a:r>
              <a:rPr lang="ja-JP" altLang="en-US" sz="713" b="0">
                <a:solidFill>
                  <a:srgbClr val="667085"/>
                </a:solidFill>
                <a:latin typeface="Yu Gothic UI"/>
                <a:ea typeface="Yu Gothic UI"/>
                <a:cs typeface="Yu Gothic UI"/>
              </a:rPr>
              <a:t>第</a:t>
            </a:r>
            <a:r>
              <a:rPr lang="en-US" altLang="ja-JP" sz="713" b="0" dirty="0">
                <a:solidFill>
                  <a:srgbClr val="667085"/>
                </a:solidFill>
                <a:latin typeface="Yu Gothic UI"/>
                <a:ea typeface="Yu Gothic UI"/>
                <a:cs typeface="Yu Gothic UI"/>
              </a:rPr>
              <a:t>6</a:t>
            </a:r>
            <a:r>
              <a:rPr lang="ja-JP" altLang="en-US" sz="713" b="0">
                <a:solidFill>
                  <a:srgbClr val="667085"/>
                </a:solidFill>
                <a:latin typeface="Yu Gothic UI"/>
                <a:ea typeface="Yu Gothic UI"/>
                <a:cs typeface="Yu Gothic UI"/>
              </a:rPr>
              <a:t>回</a:t>
            </a:r>
            <a:endParaRPr sz="713" b="0" dirty="0">
              <a:solidFill>
                <a:srgbClr val="667085"/>
              </a:solidFill>
              <a:latin typeface="Yu Gothic UI"/>
              <a:ea typeface="Yu Gothic UI"/>
              <a:cs typeface="Yu Gothic UI"/>
            </a:endParaRPr>
          </a:p>
        </p:txBody>
      </p:sp>
      <p:sp>
        <p:nvSpPr>
          <p:cNvPr id="4" name="正方形/長方形 3">
            <a:extLst>
              <a:ext uri="{FF2B5EF4-FFF2-40B4-BE49-F238E27FC236}">
                <a16:creationId xmlns:a16="http://schemas.microsoft.com/office/drawing/2014/main" id="{723F3A30-B79D-0A76-1044-767EF79838D1}"/>
              </a:ext>
            </a:extLst>
          </p:cNvPr>
          <p:cNvSpPr>
            <a:spLocks noGrp="1"/>
          </p:cNvSpPr>
          <p:nvPr/>
        </p:nvSpPr>
        <p:spPr>
          <a:xfrm>
            <a:off x="685800" y="1200150"/>
            <a:ext cx="10820400" cy="14288"/>
          </a:xfrm>
          <a:prstGeom prst="rect">
            <a:avLst/>
          </a:prstGeom>
          <a:solidFill>
            <a:srgbClr val="D0D5DD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3" name="正方形/長方形 2">
            <a:extLst>
              <a:ext uri="{FF2B5EF4-FFF2-40B4-BE49-F238E27FC236}">
                <a16:creationId xmlns:a16="http://schemas.microsoft.com/office/drawing/2014/main" id="{C16F0E53-F232-E2A5-4FA8-C16091B84335}"/>
              </a:ext>
            </a:extLst>
          </p:cNvPr>
          <p:cNvSpPr>
            <a:spLocks noGrp="1"/>
          </p:cNvSpPr>
          <p:nvPr/>
        </p:nvSpPr>
        <p:spPr>
          <a:xfrm>
            <a:off x="550607" y="2157412"/>
            <a:ext cx="5545394" cy="3886200"/>
          </a:xfrm>
          <a:prstGeom prst="rect">
            <a:avLst/>
          </a:prstGeom>
          <a:solidFill>
            <a:srgbClr val="FFFFFF"/>
          </a:solidFill>
          <a:ln w="9525">
            <a:solidFill>
              <a:srgbClr val="D0D5DD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6" name="正方形/長方形 5">
            <a:extLst>
              <a:ext uri="{FF2B5EF4-FFF2-40B4-BE49-F238E27FC236}">
                <a16:creationId xmlns:a16="http://schemas.microsoft.com/office/drawing/2014/main" id="{CB2D55B8-56D0-C738-DA5A-EBAB5711B74F}"/>
              </a:ext>
            </a:extLst>
          </p:cNvPr>
          <p:cNvSpPr>
            <a:spLocks noGrp="1"/>
          </p:cNvSpPr>
          <p:nvPr/>
        </p:nvSpPr>
        <p:spPr>
          <a:xfrm>
            <a:off x="685800" y="1352550"/>
            <a:ext cx="10820400" cy="552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19050" rIns="0" bIns="0" anchor="t"/>
          <a:lstStyle/>
          <a:p>
            <a:pPr>
              <a:defRPr sz="1238" b="0">
                <a:solidFill>
                  <a:srgbClr val="64748B"/>
                </a:solidFill>
                <a:latin typeface="Yu Gothic"/>
                <a:ea typeface="Yu Gothic"/>
                <a:cs typeface="Yu Gothic"/>
              </a:defRPr>
            </a:pPr>
            <a:r>
              <a:rPr lang="ja-JP" altLang="en-US" sz="1200">
                <a:solidFill>
                  <a:srgbClr val="64748B"/>
                </a:solidFill>
                <a:latin typeface="Yu Gothic"/>
                <a:ea typeface="Yu Gothic"/>
                <a:cs typeface="Yu Gothic"/>
              </a:rPr>
              <a:t>テンプレートのままでは </a:t>
            </a:r>
            <a:r>
              <a:rPr lang="en" altLang="ja-JP" sz="1200" dirty="0">
                <a:solidFill>
                  <a:srgbClr val="64748B"/>
                </a:solidFill>
                <a:latin typeface="Yu Gothic"/>
                <a:ea typeface="Yu Gothic"/>
                <a:cs typeface="Yu Gothic"/>
              </a:rPr>
              <a:t>workflow </a:t>
            </a:r>
            <a:r>
              <a:rPr lang="ja-JP" altLang="en-US" sz="1200">
                <a:solidFill>
                  <a:srgbClr val="64748B"/>
                </a:solidFill>
                <a:latin typeface="Yu Gothic"/>
                <a:ea typeface="Yu Gothic"/>
                <a:cs typeface="Yu Gothic"/>
              </a:rPr>
              <a:t>が実行対象となっていません。</a:t>
            </a:r>
            <a:r>
              <a:rPr lang="en" altLang="ja-JP" sz="1200" dirty="0">
                <a:solidFill>
                  <a:srgbClr val="64748B"/>
                </a:solidFill>
                <a:latin typeface="Yu Gothic"/>
                <a:ea typeface="Yu Gothic"/>
                <a:cs typeface="Yu Gothic"/>
              </a:rPr>
              <a:t>API </a:t>
            </a:r>
            <a:r>
              <a:rPr lang="ja-JP" altLang="en-US" sz="1200">
                <a:solidFill>
                  <a:srgbClr val="64748B"/>
                </a:solidFill>
                <a:latin typeface="Yu Gothic"/>
                <a:ea typeface="Yu Gothic"/>
                <a:cs typeface="Yu Gothic"/>
              </a:rPr>
              <a:t>と </a:t>
            </a:r>
            <a:r>
              <a:rPr lang="en" altLang="ja-JP" sz="1200" dirty="0">
                <a:solidFill>
                  <a:srgbClr val="64748B"/>
                </a:solidFill>
                <a:latin typeface="Yu Gothic"/>
                <a:ea typeface="Yu Gothic"/>
                <a:cs typeface="Yu Gothic"/>
              </a:rPr>
              <a:t>Web </a:t>
            </a:r>
            <a:r>
              <a:rPr lang="ja-JP" altLang="en-US" sz="1200">
                <a:solidFill>
                  <a:srgbClr val="64748B"/>
                </a:solidFill>
                <a:latin typeface="Yu Gothic"/>
                <a:ea typeface="Yu Gothic"/>
                <a:cs typeface="Yu Gothic"/>
              </a:rPr>
              <a:t>の </a:t>
            </a:r>
            <a:r>
              <a:rPr lang="en" altLang="ja-JP" sz="1200" dirty="0">
                <a:solidFill>
                  <a:srgbClr val="64748B"/>
                </a:solidFill>
                <a:latin typeface="Yu Gothic"/>
                <a:ea typeface="Yu Gothic"/>
                <a:cs typeface="Yu Gothic"/>
              </a:rPr>
              <a:t>workflow </a:t>
            </a:r>
            <a:r>
              <a:rPr lang="ja-JP" altLang="en-US" sz="1200">
                <a:solidFill>
                  <a:srgbClr val="64748B"/>
                </a:solidFill>
                <a:latin typeface="Yu Gothic"/>
                <a:ea typeface="Yu Gothic"/>
                <a:cs typeface="Yu Gothic"/>
              </a:rPr>
              <a:t>ファイルを有効化する準備をします。</a:t>
            </a:r>
            <a:endParaRPr lang="ja-JP" altLang="en-US" sz="1200" dirty="0">
              <a:solidFill>
                <a:srgbClr val="64748B"/>
              </a:solidFill>
              <a:latin typeface="Yu Gothic"/>
              <a:ea typeface="Yu Gothic"/>
              <a:cs typeface="Yu Gothic"/>
            </a:endParaRPr>
          </a:p>
        </p:txBody>
      </p:sp>
      <p:sp>
        <p:nvSpPr>
          <p:cNvPr id="9" name="正方形/長方形 8">
            <a:extLst>
              <a:ext uri="{FF2B5EF4-FFF2-40B4-BE49-F238E27FC236}">
                <a16:creationId xmlns:a16="http://schemas.microsoft.com/office/drawing/2014/main" id="{D105F34C-8790-34E6-B60D-1940123D7ADB}"/>
              </a:ext>
            </a:extLst>
          </p:cNvPr>
          <p:cNvSpPr/>
          <p:nvPr/>
        </p:nvSpPr>
        <p:spPr>
          <a:xfrm>
            <a:off x="1274619" y="2043112"/>
            <a:ext cx="3168072" cy="431800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kumimoji="1" lang="en-US" altLang="ja-JP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Yu Gothic UI" panose="020B0500000000000000" pitchFamily="34" charset="-128"/>
                <a:ea typeface="Yu Gothic UI" panose="020B0500000000000000" pitchFamily="34" charset="-128"/>
              </a:rPr>
              <a:t>Azure Portal </a:t>
            </a:r>
            <a:r>
              <a:rPr kumimoji="1" lang="ja-JP" altLang="en-US" sz="1200">
                <a:solidFill>
                  <a:schemeClr val="tx1">
                    <a:lumMod val="75000"/>
                    <a:lumOff val="25000"/>
                  </a:schemeClr>
                </a:solidFill>
                <a:latin typeface="Yu Gothic UI" panose="020B0500000000000000" pitchFamily="34" charset="-128"/>
                <a:ea typeface="Yu Gothic UI" panose="020B0500000000000000" pitchFamily="34" charset="-128"/>
              </a:rPr>
              <a:t>にログインする</a:t>
            </a:r>
          </a:p>
        </p:txBody>
      </p:sp>
      <p:pic>
        <p:nvPicPr>
          <p:cNvPr id="5" name="図 4">
            <a:extLst>
              <a:ext uri="{FF2B5EF4-FFF2-40B4-BE49-F238E27FC236}">
                <a16:creationId xmlns:a16="http://schemas.microsoft.com/office/drawing/2014/main" id="{2102E996-B37D-3614-06F9-DF40C643ACC1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895928" y="2637373"/>
            <a:ext cx="4971578" cy="2701245"/>
          </a:xfrm>
          <a:prstGeom prst="rect">
            <a:avLst/>
          </a:prstGeom>
        </p:spPr>
      </p:pic>
      <p:sp>
        <p:nvSpPr>
          <p:cNvPr id="7" name="正方形/長方形 6">
            <a:extLst>
              <a:ext uri="{FF2B5EF4-FFF2-40B4-BE49-F238E27FC236}">
                <a16:creationId xmlns:a16="http://schemas.microsoft.com/office/drawing/2014/main" id="{6EC76A42-89CC-E28B-7DC1-58BDCED3D00E}"/>
              </a:ext>
            </a:extLst>
          </p:cNvPr>
          <p:cNvSpPr/>
          <p:nvPr/>
        </p:nvSpPr>
        <p:spPr>
          <a:xfrm>
            <a:off x="4533807" y="2637373"/>
            <a:ext cx="149029" cy="116304"/>
          </a:xfrm>
          <a:prstGeom prst="rect">
            <a:avLst/>
          </a:prstGeom>
          <a:noFill/>
          <a:ln w="254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8" name="四角形吹き出し 7">
            <a:extLst>
              <a:ext uri="{FF2B5EF4-FFF2-40B4-BE49-F238E27FC236}">
                <a16:creationId xmlns:a16="http://schemas.microsoft.com/office/drawing/2014/main" id="{86F890F1-1286-4E72-661A-7502C4723D28}"/>
              </a:ext>
            </a:extLst>
          </p:cNvPr>
          <p:cNvSpPr/>
          <p:nvPr/>
        </p:nvSpPr>
        <p:spPr>
          <a:xfrm>
            <a:off x="3579713" y="3310746"/>
            <a:ext cx="1777377" cy="528458"/>
          </a:xfrm>
          <a:prstGeom prst="wedgeRectCallout">
            <a:avLst>
              <a:gd name="adj1" fmla="val 9885"/>
              <a:gd name="adj2" fmla="val -139804"/>
            </a:avLst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kumimoji="1" lang="en-US" altLang="ja-JP" sz="1100" dirty="0">
                <a:solidFill>
                  <a:schemeClr val="tx1">
                    <a:lumMod val="75000"/>
                    <a:lumOff val="25000"/>
                  </a:schemeClr>
                </a:solidFill>
                <a:latin typeface="Yu Gothic UI" panose="020B0500000000000000" pitchFamily="34" charset="-128"/>
                <a:ea typeface="Yu Gothic UI" panose="020B0500000000000000" pitchFamily="34" charset="-128"/>
              </a:rPr>
              <a:t>Cloud Shell </a:t>
            </a:r>
            <a:r>
              <a:rPr kumimoji="1" lang="ja-JP" altLang="en-US" sz="1100">
                <a:solidFill>
                  <a:schemeClr val="tx1">
                    <a:lumMod val="75000"/>
                    <a:lumOff val="25000"/>
                  </a:schemeClr>
                </a:solidFill>
                <a:latin typeface="Yu Gothic UI" panose="020B0500000000000000" pitchFamily="34" charset="-128"/>
                <a:ea typeface="Yu Gothic UI" panose="020B0500000000000000" pitchFamily="34" charset="-128"/>
              </a:rPr>
              <a:t>のアイコンをクリックし、</a:t>
            </a:r>
            <a:r>
              <a:rPr kumimoji="1" lang="en-US" altLang="ja-JP" sz="1100" dirty="0">
                <a:solidFill>
                  <a:schemeClr val="tx1">
                    <a:lumMod val="75000"/>
                    <a:lumOff val="25000"/>
                  </a:schemeClr>
                </a:solidFill>
                <a:latin typeface="Yu Gothic UI" panose="020B0500000000000000" pitchFamily="34" charset="-128"/>
                <a:ea typeface="Yu Gothic UI" panose="020B0500000000000000" pitchFamily="34" charset="-128"/>
              </a:rPr>
              <a:t>Cloud Shell </a:t>
            </a:r>
            <a:r>
              <a:rPr kumimoji="1" lang="ja-JP" altLang="en-US" sz="1100">
                <a:solidFill>
                  <a:schemeClr val="tx1">
                    <a:lumMod val="75000"/>
                    <a:lumOff val="25000"/>
                  </a:schemeClr>
                </a:solidFill>
                <a:latin typeface="Yu Gothic UI" panose="020B0500000000000000" pitchFamily="34" charset="-128"/>
                <a:ea typeface="Yu Gothic UI" panose="020B0500000000000000" pitchFamily="34" charset="-128"/>
              </a:rPr>
              <a:t>を開く</a:t>
            </a:r>
            <a:endParaRPr kumimoji="1" lang="en-US" altLang="ja-JP" sz="1100" dirty="0">
              <a:solidFill>
                <a:schemeClr val="tx1">
                  <a:lumMod val="75000"/>
                  <a:lumOff val="25000"/>
                </a:schemeClr>
              </a:solidFill>
              <a:latin typeface="Yu Gothic UI" panose="020B0500000000000000" pitchFamily="34" charset="-128"/>
              <a:ea typeface="Yu Gothic UI" panose="020B0500000000000000" pitchFamily="34" charset="-128"/>
            </a:endParaRPr>
          </a:p>
        </p:txBody>
      </p:sp>
      <p:sp>
        <p:nvSpPr>
          <p:cNvPr id="10" name="正方形/長方形 9">
            <a:extLst>
              <a:ext uri="{FF2B5EF4-FFF2-40B4-BE49-F238E27FC236}">
                <a16:creationId xmlns:a16="http://schemas.microsoft.com/office/drawing/2014/main" id="{33F486C7-4990-3191-8103-CCBFA9B7395E}"/>
              </a:ext>
            </a:extLst>
          </p:cNvPr>
          <p:cNvSpPr/>
          <p:nvPr/>
        </p:nvSpPr>
        <p:spPr>
          <a:xfrm>
            <a:off x="937491" y="4461554"/>
            <a:ext cx="420254" cy="110446"/>
          </a:xfrm>
          <a:prstGeom prst="rect">
            <a:avLst/>
          </a:prstGeom>
          <a:noFill/>
          <a:ln w="254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4" name="四角形吹き出し 13">
            <a:extLst>
              <a:ext uri="{FF2B5EF4-FFF2-40B4-BE49-F238E27FC236}">
                <a16:creationId xmlns:a16="http://schemas.microsoft.com/office/drawing/2014/main" id="{5C767C08-E3AC-6666-B3DA-1D05CCDB41FA}"/>
              </a:ext>
            </a:extLst>
          </p:cNvPr>
          <p:cNvSpPr/>
          <p:nvPr/>
        </p:nvSpPr>
        <p:spPr>
          <a:xfrm>
            <a:off x="822658" y="3417886"/>
            <a:ext cx="1777377" cy="657046"/>
          </a:xfrm>
          <a:prstGeom prst="wedgeRectCallout">
            <a:avLst>
              <a:gd name="adj1" fmla="val -22334"/>
              <a:gd name="adj2" fmla="val 106635"/>
            </a:avLst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kumimoji="1" lang="en-US" altLang="ja-JP" sz="1100" dirty="0">
                <a:solidFill>
                  <a:schemeClr val="tx1">
                    <a:lumMod val="75000"/>
                    <a:lumOff val="25000"/>
                  </a:schemeClr>
                </a:solidFill>
                <a:latin typeface="Yu Gothic UI" panose="020B0500000000000000" pitchFamily="34" charset="-128"/>
                <a:ea typeface="Yu Gothic UI" panose="020B0500000000000000" pitchFamily="34" charset="-128"/>
              </a:rPr>
              <a:t>PowerShell </a:t>
            </a:r>
            <a:r>
              <a:rPr kumimoji="1" lang="ja-JP" altLang="en-US" sz="1100">
                <a:solidFill>
                  <a:schemeClr val="tx1">
                    <a:lumMod val="75000"/>
                    <a:lumOff val="25000"/>
                  </a:schemeClr>
                </a:solidFill>
                <a:latin typeface="Yu Gothic UI" panose="020B0500000000000000" pitchFamily="34" charset="-128"/>
                <a:ea typeface="Yu Gothic UI" panose="020B0500000000000000" pitchFamily="34" charset="-128"/>
              </a:rPr>
              <a:t>を開く。</a:t>
            </a:r>
            <a:r>
              <a:rPr kumimoji="1" lang="en-US" altLang="ja-JP" sz="1100" dirty="0">
                <a:solidFill>
                  <a:schemeClr val="tx1">
                    <a:lumMod val="75000"/>
                    <a:lumOff val="25000"/>
                  </a:schemeClr>
                </a:solidFill>
                <a:latin typeface="Yu Gothic UI" panose="020B0500000000000000" pitchFamily="34" charset="-128"/>
                <a:ea typeface="Yu Gothic UI" panose="020B0500000000000000" pitchFamily="34" charset="-128"/>
              </a:rPr>
              <a:t>PowerShell </a:t>
            </a:r>
            <a:r>
              <a:rPr kumimoji="1" lang="ja-JP" altLang="en-US" sz="1100">
                <a:solidFill>
                  <a:schemeClr val="tx1">
                    <a:lumMod val="75000"/>
                    <a:lumOff val="25000"/>
                  </a:schemeClr>
                </a:solidFill>
                <a:latin typeface="Yu Gothic UI" panose="020B0500000000000000" pitchFamily="34" charset="-128"/>
                <a:ea typeface="Yu Gothic UI" panose="020B0500000000000000" pitchFamily="34" charset="-128"/>
              </a:rPr>
              <a:t>になっている場合はここが「切り替え先</a:t>
            </a:r>
            <a:r>
              <a:rPr kumimoji="1" lang="en-US" altLang="ja-JP" sz="1100" dirty="0">
                <a:solidFill>
                  <a:schemeClr val="tx1">
                    <a:lumMod val="75000"/>
                    <a:lumOff val="25000"/>
                  </a:schemeClr>
                </a:solidFill>
                <a:latin typeface="Yu Gothic UI" panose="020B0500000000000000" pitchFamily="34" charset="-128"/>
                <a:ea typeface="Yu Gothic UI" panose="020B0500000000000000" pitchFamily="34" charset="-128"/>
              </a:rPr>
              <a:t> Bash</a:t>
            </a:r>
            <a:r>
              <a:rPr kumimoji="1" lang="ja-JP" altLang="en-US" sz="1100">
                <a:solidFill>
                  <a:schemeClr val="tx1">
                    <a:lumMod val="75000"/>
                    <a:lumOff val="25000"/>
                  </a:schemeClr>
                </a:solidFill>
                <a:latin typeface="Yu Gothic UI" panose="020B0500000000000000" pitchFamily="34" charset="-128"/>
                <a:ea typeface="Yu Gothic UI" panose="020B0500000000000000" pitchFamily="34" charset="-128"/>
              </a:rPr>
              <a:t>」と表示される</a:t>
            </a:r>
            <a:endParaRPr kumimoji="1" lang="en-US" altLang="ja-JP" sz="1100" dirty="0">
              <a:solidFill>
                <a:schemeClr val="tx1">
                  <a:lumMod val="75000"/>
                  <a:lumOff val="25000"/>
                </a:schemeClr>
              </a:solidFill>
              <a:latin typeface="Yu Gothic UI" panose="020B0500000000000000" pitchFamily="34" charset="-128"/>
              <a:ea typeface="Yu Gothic UI" panose="020B0500000000000000" pitchFamily="34" charset="-128"/>
            </a:endParaRPr>
          </a:p>
        </p:txBody>
      </p:sp>
      <p:pic>
        <p:nvPicPr>
          <p:cNvPr id="12" name="図 11">
            <a:extLst>
              <a:ext uri="{FF2B5EF4-FFF2-40B4-BE49-F238E27FC236}">
                <a16:creationId xmlns:a16="http://schemas.microsoft.com/office/drawing/2014/main" id="{B7453DF1-2A8C-5853-2C3D-2C65E72DBE06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555085" y="3293321"/>
            <a:ext cx="6479862" cy="1666606"/>
          </a:xfrm>
          <a:prstGeom prst="rect">
            <a:avLst/>
          </a:prstGeom>
        </p:spPr>
      </p:pic>
      <p:sp>
        <p:nvSpPr>
          <p:cNvPr id="13" name="正方形/長方形 12">
            <a:extLst>
              <a:ext uri="{FF2B5EF4-FFF2-40B4-BE49-F238E27FC236}">
                <a16:creationId xmlns:a16="http://schemas.microsoft.com/office/drawing/2014/main" id="{4ED5E7FA-C126-C1C1-6E01-AB3FBE2DEB83}"/>
              </a:ext>
            </a:extLst>
          </p:cNvPr>
          <p:cNvSpPr/>
          <p:nvPr/>
        </p:nvSpPr>
        <p:spPr>
          <a:xfrm>
            <a:off x="6591518" y="2474912"/>
            <a:ext cx="4593718" cy="431800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kumimoji="1" lang="ja-JP" altLang="en-US" sz="1200">
                <a:solidFill>
                  <a:schemeClr val="tx1">
                    <a:lumMod val="75000"/>
                    <a:lumOff val="25000"/>
                  </a:schemeClr>
                </a:solidFill>
                <a:latin typeface="Yu Gothic UI" panose="020B0500000000000000" pitchFamily="34" charset="-128"/>
                <a:ea typeface="Yu Gothic UI" panose="020B0500000000000000" pitchFamily="34" charset="-128"/>
                <a:hlinkClick r:id="rId5"/>
              </a:rPr>
              <a:t>サンプルアプリのガイド</a:t>
            </a:r>
            <a:r>
              <a:rPr kumimoji="1" lang="ja-JP" altLang="en-US" sz="1200">
                <a:solidFill>
                  <a:schemeClr val="tx1">
                    <a:lumMod val="75000"/>
                    <a:lumOff val="25000"/>
                  </a:schemeClr>
                </a:solidFill>
                <a:latin typeface="Yu Gothic UI" panose="020B0500000000000000" pitchFamily="34" charset="-128"/>
                <a:ea typeface="Yu Gothic UI" panose="020B0500000000000000" pitchFamily="34" charset="-128"/>
              </a:rPr>
              <a:t>に記載の下記のコマンドを</a:t>
            </a:r>
            <a:r>
              <a:rPr kumimoji="1" lang="en-US" altLang="ja-JP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Yu Gothic UI" panose="020B0500000000000000" pitchFamily="34" charset="-128"/>
                <a:ea typeface="Yu Gothic UI" panose="020B0500000000000000" pitchFamily="34" charset="-128"/>
              </a:rPr>
              <a:t> Cloud Shell </a:t>
            </a:r>
            <a:r>
              <a:rPr kumimoji="1" lang="ja-JP" altLang="en-US" sz="1200">
                <a:solidFill>
                  <a:schemeClr val="tx1">
                    <a:lumMod val="75000"/>
                    <a:lumOff val="25000"/>
                  </a:schemeClr>
                </a:solidFill>
                <a:latin typeface="Yu Gothic UI" panose="020B0500000000000000" pitchFamily="34" charset="-128"/>
                <a:ea typeface="Yu Gothic UI" panose="020B0500000000000000" pitchFamily="34" charset="-128"/>
              </a:rPr>
              <a:t>で実行する</a:t>
            </a:r>
          </a:p>
        </p:txBody>
      </p:sp>
    </p:spTree>
    <p:extLst>
      <p:ext uri="{BB962C8B-B14F-4D97-AF65-F5344CB8AC3E}">
        <p14:creationId xmlns:p14="http://schemas.microsoft.com/office/powerpoint/2010/main" val="2732706191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FF63C77-5615-4ADE-6578-66A8BF8331D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正方形/長方形 2">
            <a:extLst>
              <a:ext uri="{FF2B5EF4-FFF2-40B4-BE49-F238E27FC236}">
                <a16:creationId xmlns:a16="http://schemas.microsoft.com/office/drawing/2014/main" id="{CC72F9D2-889D-F033-8879-EDC664DA514C}"/>
              </a:ext>
            </a:extLst>
          </p:cNvPr>
          <p:cNvSpPr>
            <a:spLocks noGrp="1"/>
          </p:cNvSpPr>
          <p:nvPr/>
        </p:nvSpPr>
        <p:spPr>
          <a:xfrm>
            <a:off x="550606" y="2157412"/>
            <a:ext cx="11080955" cy="3886200"/>
          </a:xfrm>
          <a:prstGeom prst="rect">
            <a:avLst/>
          </a:prstGeom>
          <a:solidFill>
            <a:srgbClr val="FFFFFF"/>
          </a:solidFill>
          <a:ln w="9525">
            <a:solidFill>
              <a:srgbClr val="D0D5DD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5" name="正方形/長方形 14">
            <a:extLst>
              <a:ext uri="{FF2B5EF4-FFF2-40B4-BE49-F238E27FC236}">
                <a16:creationId xmlns:a16="http://schemas.microsoft.com/office/drawing/2014/main" id="{44430780-5788-1058-33F2-3367D78550C0}"/>
              </a:ext>
            </a:extLst>
          </p:cNvPr>
          <p:cNvSpPr>
            <a:spLocks noGrp="1"/>
          </p:cNvSpPr>
          <p:nvPr/>
        </p:nvSpPr>
        <p:spPr>
          <a:xfrm>
            <a:off x="685800" y="400050"/>
            <a:ext cx="8953500" cy="4953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>
              <a:defRPr sz="2325" b="1">
                <a:solidFill>
                  <a:srgbClr val="1F2937"/>
                </a:solidFill>
                <a:latin typeface="Yu Gothic"/>
                <a:ea typeface="Yu Gothic"/>
                <a:cs typeface="Yu Gothic"/>
              </a:defRPr>
            </a:pPr>
            <a:r>
              <a:rPr lang="en" altLang="ja-JP" sz="2000" b="1" dirty="0">
                <a:solidFill>
                  <a:srgbClr val="1F2937"/>
                </a:solidFill>
                <a:latin typeface="Yu Gothic"/>
                <a:ea typeface="Yu Gothic"/>
                <a:cs typeface="Yu Gothic"/>
              </a:rPr>
              <a:t>Actions </a:t>
            </a:r>
            <a:r>
              <a:rPr lang="ja-JP" altLang="en-US" sz="2000" b="1">
                <a:solidFill>
                  <a:srgbClr val="1F2937"/>
                </a:solidFill>
                <a:latin typeface="Yu Gothic"/>
                <a:ea typeface="Yu Gothic"/>
                <a:cs typeface="Yu Gothic"/>
              </a:rPr>
              <a:t>タブを確認する</a:t>
            </a:r>
            <a:endParaRPr lang="ja-JP" altLang="en-US" sz="2000" b="1" dirty="0">
              <a:solidFill>
                <a:srgbClr val="1F2937"/>
              </a:solidFill>
              <a:latin typeface="Yu Gothic"/>
              <a:ea typeface="Yu Gothic"/>
              <a:cs typeface="Yu Gothic"/>
            </a:endParaRPr>
          </a:p>
        </p:txBody>
      </p:sp>
      <p:sp>
        <p:nvSpPr>
          <p:cNvPr id="2" name="正方形/長方形 1">
            <a:extLst>
              <a:ext uri="{FF2B5EF4-FFF2-40B4-BE49-F238E27FC236}">
                <a16:creationId xmlns:a16="http://schemas.microsoft.com/office/drawing/2014/main" id="{A82C2244-D9F1-CDE1-81F9-6AC7A317F21F}"/>
              </a:ext>
            </a:extLst>
          </p:cNvPr>
          <p:cNvSpPr>
            <a:spLocks noGrp="1"/>
          </p:cNvSpPr>
          <p:nvPr/>
        </p:nvSpPr>
        <p:spPr>
          <a:xfrm>
            <a:off x="685800" y="876300"/>
            <a:ext cx="36195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13" b="0">
                <a:solidFill>
                  <a:srgbClr val="667085"/>
                </a:solidFill>
                <a:latin typeface="Yu Gothic UI"/>
                <a:ea typeface="Yu Gothic UI"/>
                <a:cs typeface="Yu Gothic UI"/>
              </a:defRPr>
            </a:pPr>
            <a:r>
              <a:rPr sz="713" b="0" dirty="0">
                <a:solidFill>
                  <a:srgbClr val="667085"/>
                </a:solidFill>
                <a:latin typeface="Yu Gothic UI"/>
                <a:ea typeface="Yu Gothic UI"/>
                <a:cs typeface="Yu Gothic UI"/>
              </a:rPr>
              <a:t>Azure Workshop for Beginners </a:t>
            </a:r>
            <a:r>
              <a:rPr lang="ja-JP" altLang="en-US" sz="713" b="0">
                <a:solidFill>
                  <a:srgbClr val="667085"/>
                </a:solidFill>
                <a:latin typeface="Yu Gothic UI"/>
                <a:ea typeface="Yu Gothic UI"/>
                <a:cs typeface="Yu Gothic UI"/>
              </a:rPr>
              <a:t> </a:t>
            </a:r>
            <a:r>
              <a:rPr lang="en-US" altLang="ja-JP" sz="713" b="0" dirty="0">
                <a:solidFill>
                  <a:srgbClr val="667085"/>
                </a:solidFill>
                <a:latin typeface="Yu Gothic UI"/>
                <a:ea typeface="Yu Gothic UI"/>
                <a:cs typeface="Yu Gothic UI"/>
              </a:rPr>
              <a:t>| </a:t>
            </a:r>
            <a:r>
              <a:rPr lang="ja-JP" altLang="en-US" sz="713" b="0">
                <a:solidFill>
                  <a:srgbClr val="667085"/>
                </a:solidFill>
                <a:latin typeface="Yu Gothic UI"/>
                <a:ea typeface="Yu Gothic UI"/>
                <a:cs typeface="Yu Gothic UI"/>
              </a:rPr>
              <a:t>第</a:t>
            </a:r>
            <a:r>
              <a:rPr lang="en-US" altLang="ja-JP" sz="713" b="0" dirty="0">
                <a:solidFill>
                  <a:srgbClr val="667085"/>
                </a:solidFill>
                <a:latin typeface="Yu Gothic UI"/>
                <a:ea typeface="Yu Gothic UI"/>
                <a:cs typeface="Yu Gothic UI"/>
              </a:rPr>
              <a:t>6</a:t>
            </a:r>
            <a:r>
              <a:rPr lang="ja-JP" altLang="en-US" sz="713" b="0">
                <a:solidFill>
                  <a:srgbClr val="667085"/>
                </a:solidFill>
                <a:latin typeface="Yu Gothic UI"/>
                <a:ea typeface="Yu Gothic UI"/>
                <a:cs typeface="Yu Gothic UI"/>
              </a:rPr>
              <a:t>回</a:t>
            </a:r>
            <a:endParaRPr sz="713" b="0" dirty="0">
              <a:solidFill>
                <a:srgbClr val="667085"/>
              </a:solidFill>
              <a:latin typeface="Yu Gothic UI"/>
              <a:ea typeface="Yu Gothic UI"/>
              <a:cs typeface="Yu Gothic UI"/>
            </a:endParaRPr>
          </a:p>
        </p:txBody>
      </p:sp>
      <p:sp>
        <p:nvSpPr>
          <p:cNvPr id="4" name="正方形/長方形 3">
            <a:extLst>
              <a:ext uri="{FF2B5EF4-FFF2-40B4-BE49-F238E27FC236}">
                <a16:creationId xmlns:a16="http://schemas.microsoft.com/office/drawing/2014/main" id="{F2482963-311F-EBC7-5B0A-CE93198E899A}"/>
              </a:ext>
            </a:extLst>
          </p:cNvPr>
          <p:cNvSpPr>
            <a:spLocks noGrp="1"/>
          </p:cNvSpPr>
          <p:nvPr/>
        </p:nvSpPr>
        <p:spPr>
          <a:xfrm>
            <a:off x="685800" y="1200150"/>
            <a:ext cx="10820400" cy="14288"/>
          </a:xfrm>
          <a:prstGeom prst="rect">
            <a:avLst/>
          </a:prstGeom>
          <a:solidFill>
            <a:srgbClr val="D0D5DD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6" name="正方形/長方形 5">
            <a:extLst>
              <a:ext uri="{FF2B5EF4-FFF2-40B4-BE49-F238E27FC236}">
                <a16:creationId xmlns:a16="http://schemas.microsoft.com/office/drawing/2014/main" id="{97EFA90D-5CE0-C835-6590-012669BE6F62}"/>
              </a:ext>
            </a:extLst>
          </p:cNvPr>
          <p:cNvSpPr>
            <a:spLocks noGrp="1"/>
          </p:cNvSpPr>
          <p:nvPr/>
        </p:nvSpPr>
        <p:spPr>
          <a:xfrm>
            <a:off x="685800" y="1352550"/>
            <a:ext cx="10820400" cy="552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19050" rIns="0" bIns="0" anchor="t"/>
          <a:lstStyle/>
          <a:p>
            <a:pPr>
              <a:defRPr sz="1238" b="0">
                <a:solidFill>
                  <a:srgbClr val="64748B"/>
                </a:solidFill>
                <a:latin typeface="Yu Gothic"/>
                <a:ea typeface="Yu Gothic"/>
                <a:cs typeface="Yu Gothic"/>
              </a:defRPr>
            </a:pPr>
            <a:r>
              <a:rPr lang="en" altLang="ja-JP" sz="1200" dirty="0">
                <a:solidFill>
                  <a:srgbClr val="64748B"/>
                </a:solidFill>
                <a:latin typeface="Yu Gothic"/>
                <a:ea typeface="Yu Gothic"/>
                <a:cs typeface="Yu Gothic"/>
              </a:rPr>
              <a:t>push </a:t>
            </a:r>
            <a:r>
              <a:rPr lang="ja-JP" altLang="en-US" sz="1200">
                <a:solidFill>
                  <a:srgbClr val="64748B"/>
                </a:solidFill>
                <a:latin typeface="Yu Gothic"/>
                <a:ea typeface="Yu Gothic"/>
                <a:cs typeface="Yu Gothic"/>
              </a:rPr>
              <a:t>後に、</a:t>
            </a:r>
            <a:r>
              <a:rPr lang="en" altLang="ja-JP" sz="1200" dirty="0">
                <a:solidFill>
                  <a:srgbClr val="64748B"/>
                </a:solidFill>
                <a:latin typeface="Yu Gothic"/>
                <a:ea typeface="Yu Gothic"/>
                <a:cs typeface="Yu Gothic"/>
              </a:rPr>
              <a:t>API </a:t>
            </a:r>
            <a:r>
              <a:rPr lang="ja-JP" altLang="en-US" sz="1200">
                <a:solidFill>
                  <a:srgbClr val="64748B"/>
                </a:solidFill>
                <a:latin typeface="Yu Gothic"/>
                <a:ea typeface="Yu Gothic"/>
                <a:cs typeface="Yu Gothic"/>
              </a:rPr>
              <a:t>と </a:t>
            </a:r>
            <a:r>
              <a:rPr lang="en" altLang="ja-JP" sz="1200" dirty="0">
                <a:solidFill>
                  <a:srgbClr val="64748B"/>
                </a:solidFill>
                <a:latin typeface="Yu Gothic"/>
                <a:ea typeface="Yu Gothic"/>
                <a:cs typeface="Yu Gothic"/>
              </a:rPr>
              <a:t>Web </a:t>
            </a:r>
            <a:r>
              <a:rPr lang="ja-JP" altLang="en-US" sz="1200">
                <a:solidFill>
                  <a:srgbClr val="64748B"/>
                </a:solidFill>
                <a:latin typeface="Yu Gothic"/>
                <a:ea typeface="Yu Gothic"/>
                <a:cs typeface="Yu Gothic"/>
              </a:rPr>
              <a:t>の </a:t>
            </a:r>
            <a:r>
              <a:rPr lang="en" altLang="ja-JP" sz="1200" dirty="0">
                <a:solidFill>
                  <a:srgbClr val="64748B"/>
                </a:solidFill>
                <a:latin typeface="Yu Gothic"/>
                <a:ea typeface="Yu Gothic"/>
                <a:cs typeface="Yu Gothic"/>
              </a:rPr>
              <a:t>workflow </a:t>
            </a:r>
            <a:r>
              <a:rPr lang="ja-JP" altLang="en-US" sz="1200">
                <a:solidFill>
                  <a:srgbClr val="64748B"/>
                </a:solidFill>
                <a:latin typeface="Yu Gothic"/>
                <a:ea typeface="Yu Gothic"/>
                <a:cs typeface="Yu Gothic"/>
              </a:rPr>
              <a:t>が </a:t>
            </a:r>
            <a:r>
              <a:rPr lang="en" altLang="ja-JP" sz="1200" dirty="0">
                <a:solidFill>
                  <a:srgbClr val="64748B"/>
                </a:solidFill>
                <a:latin typeface="Yu Gothic"/>
                <a:ea typeface="Yu Gothic"/>
                <a:cs typeface="Yu Gothic"/>
              </a:rPr>
              <a:t>Actions </a:t>
            </a:r>
            <a:r>
              <a:rPr lang="ja-JP" altLang="en-US" sz="1200">
                <a:solidFill>
                  <a:srgbClr val="64748B"/>
                </a:solidFill>
                <a:latin typeface="Yu Gothic"/>
                <a:ea typeface="Yu Gothic"/>
                <a:cs typeface="Yu Gothic"/>
              </a:rPr>
              <a:t>タブに表示されることを確認します。表示されない場合はファイル名と配置先を見直します。</a:t>
            </a:r>
            <a:endParaRPr lang="ja-JP" altLang="en-US" sz="1200" dirty="0">
              <a:solidFill>
                <a:srgbClr val="64748B"/>
              </a:solidFill>
              <a:latin typeface="Yu Gothic"/>
              <a:ea typeface="Yu Gothic"/>
              <a:cs typeface="Yu Gothic"/>
            </a:endParaRPr>
          </a:p>
        </p:txBody>
      </p:sp>
      <p:pic>
        <p:nvPicPr>
          <p:cNvPr id="7" name="図 6">
            <a:extLst>
              <a:ext uri="{FF2B5EF4-FFF2-40B4-BE49-F238E27FC236}">
                <a16:creationId xmlns:a16="http://schemas.microsoft.com/office/drawing/2014/main" id="{FBF9040C-BC27-A719-AEB6-0BAAF66505C7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280919" y="2347912"/>
            <a:ext cx="5620328" cy="3512705"/>
          </a:xfrm>
          <a:prstGeom prst="rect">
            <a:avLst/>
          </a:prstGeom>
        </p:spPr>
      </p:pic>
      <p:sp>
        <p:nvSpPr>
          <p:cNvPr id="9" name="正方形/長方形 8">
            <a:extLst>
              <a:ext uri="{FF2B5EF4-FFF2-40B4-BE49-F238E27FC236}">
                <a16:creationId xmlns:a16="http://schemas.microsoft.com/office/drawing/2014/main" id="{D538F3AA-11DA-34CE-79A3-B49C1AB20883}"/>
              </a:ext>
            </a:extLst>
          </p:cNvPr>
          <p:cNvSpPr/>
          <p:nvPr/>
        </p:nvSpPr>
        <p:spPr>
          <a:xfrm>
            <a:off x="1274619" y="1838324"/>
            <a:ext cx="3168072" cy="636588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kumimoji="1" lang="en-US" altLang="ja-JP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Yu Gothic UI" panose="020B0500000000000000" pitchFamily="34" charset="-128"/>
                <a:ea typeface="Yu Gothic UI" panose="020B0500000000000000" pitchFamily="34" charset="-128"/>
              </a:rPr>
              <a:t>GitHub </a:t>
            </a:r>
            <a:r>
              <a:rPr kumimoji="1" lang="ja-JP" altLang="en-US" sz="1200">
                <a:solidFill>
                  <a:schemeClr val="tx1">
                    <a:lumMod val="75000"/>
                    <a:lumOff val="25000"/>
                  </a:schemeClr>
                </a:solidFill>
                <a:latin typeface="Yu Gothic UI" panose="020B0500000000000000" pitchFamily="34" charset="-128"/>
                <a:ea typeface="Yu Gothic UI" panose="020B0500000000000000" pitchFamily="34" charset="-128"/>
              </a:rPr>
              <a:t>の先ほど作成した自身のリポジトリの画面にもどる</a:t>
            </a:r>
          </a:p>
        </p:txBody>
      </p:sp>
      <p:sp>
        <p:nvSpPr>
          <p:cNvPr id="10" name="正方形/長方形 9">
            <a:extLst>
              <a:ext uri="{FF2B5EF4-FFF2-40B4-BE49-F238E27FC236}">
                <a16:creationId xmlns:a16="http://schemas.microsoft.com/office/drawing/2014/main" id="{8423E218-A92F-B211-2F9D-9C6D2285791E}"/>
              </a:ext>
            </a:extLst>
          </p:cNvPr>
          <p:cNvSpPr/>
          <p:nvPr/>
        </p:nvSpPr>
        <p:spPr>
          <a:xfrm>
            <a:off x="4876179" y="2566868"/>
            <a:ext cx="434731" cy="139097"/>
          </a:xfrm>
          <a:prstGeom prst="rect">
            <a:avLst/>
          </a:prstGeom>
          <a:noFill/>
          <a:ln w="254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1" name="四角形吹き出し 10">
            <a:extLst>
              <a:ext uri="{FF2B5EF4-FFF2-40B4-BE49-F238E27FC236}">
                <a16:creationId xmlns:a16="http://schemas.microsoft.com/office/drawing/2014/main" id="{90EB65C0-5928-F2D5-B08D-796DA45F0715}"/>
              </a:ext>
            </a:extLst>
          </p:cNvPr>
          <p:cNvSpPr/>
          <p:nvPr/>
        </p:nvSpPr>
        <p:spPr>
          <a:xfrm>
            <a:off x="5093544" y="2141861"/>
            <a:ext cx="1725954" cy="286580"/>
          </a:xfrm>
          <a:prstGeom prst="wedgeRectCallout">
            <a:avLst>
              <a:gd name="adj1" fmla="val -38813"/>
              <a:gd name="adj2" fmla="val 67829"/>
            </a:avLst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kumimoji="1" lang="ja-JP" altLang="en-US" sz="1100">
                <a:solidFill>
                  <a:schemeClr val="tx1">
                    <a:lumMod val="75000"/>
                    <a:lumOff val="25000"/>
                  </a:schemeClr>
                </a:solidFill>
                <a:latin typeface="Yu Gothic UI" panose="020B0500000000000000" pitchFamily="34" charset="-128"/>
                <a:ea typeface="Yu Gothic UI" panose="020B0500000000000000" pitchFamily="34" charset="-128"/>
              </a:rPr>
              <a:t>「</a:t>
            </a:r>
            <a:r>
              <a:rPr kumimoji="1" lang="en-US" altLang="ja-JP" sz="1100" dirty="0">
                <a:solidFill>
                  <a:schemeClr val="tx1">
                    <a:lumMod val="75000"/>
                    <a:lumOff val="25000"/>
                  </a:schemeClr>
                </a:solidFill>
                <a:latin typeface="Yu Gothic UI" panose="020B0500000000000000" pitchFamily="34" charset="-128"/>
                <a:ea typeface="Yu Gothic UI" panose="020B0500000000000000" pitchFamily="34" charset="-128"/>
              </a:rPr>
              <a:t>Actions</a:t>
            </a:r>
            <a:r>
              <a:rPr kumimoji="1" lang="ja-JP" altLang="en-US" sz="1100">
                <a:solidFill>
                  <a:schemeClr val="tx1">
                    <a:lumMod val="75000"/>
                    <a:lumOff val="25000"/>
                  </a:schemeClr>
                </a:solidFill>
                <a:latin typeface="Yu Gothic UI" panose="020B0500000000000000" pitchFamily="34" charset="-128"/>
                <a:ea typeface="Yu Gothic UI" panose="020B0500000000000000" pitchFamily="34" charset="-128"/>
              </a:rPr>
              <a:t>」</a:t>
            </a:r>
            <a:r>
              <a:rPr kumimoji="1" lang="en-US" altLang="ja-JP" sz="1100" dirty="0">
                <a:solidFill>
                  <a:schemeClr val="tx1">
                    <a:lumMod val="75000"/>
                    <a:lumOff val="25000"/>
                  </a:schemeClr>
                </a:solidFill>
                <a:latin typeface="Yu Gothic UI" panose="020B0500000000000000" pitchFamily="34" charset="-128"/>
                <a:ea typeface="Yu Gothic UI" panose="020B0500000000000000" pitchFamily="34" charset="-128"/>
              </a:rPr>
              <a:t> </a:t>
            </a:r>
            <a:r>
              <a:rPr kumimoji="1" lang="ja-JP" altLang="en-US" sz="1100">
                <a:solidFill>
                  <a:schemeClr val="tx1">
                    <a:lumMod val="75000"/>
                    <a:lumOff val="25000"/>
                  </a:schemeClr>
                </a:solidFill>
                <a:latin typeface="Yu Gothic UI" panose="020B0500000000000000" pitchFamily="34" charset="-128"/>
                <a:ea typeface="Yu Gothic UI" panose="020B0500000000000000" pitchFamily="34" charset="-128"/>
              </a:rPr>
              <a:t>をクリック</a:t>
            </a:r>
            <a:endParaRPr kumimoji="1" lang="en-US" altLang="ja-JP" sz="1100" dirty="0">
              <a:solidFill>
                <a:schemeClr val="tx1">
                  <a:lumMod val="75000"/>
                  <a:lumOff val="25000"/>
                </a:schemeClr>
              </a:solidFill>
              <a:latin typeface="Yu Gothic UI" panose="020B0500000000000000" pitchFamily="34" charset="-128"/>
              <a:ea typeface="Yu Gothic UI" panose="020B0500000000000000" pitchFamily="34" charset="-128"/>
            </a:endParaRPr>
          </a:p>
        </p:txBody>
      </p:sp>
      <p:sp>
        <p:nvSpPr>
          <p:cNvPr id="12" name="正方形/長方形 11">
            <a:extLst>
              <a:ext uri="{FF2B5EF4-FFF2-40B4-BE49-F238E27FC236}">
                <a16:creationId xmlns:a16="http://schemas.microsoft.com/office/drawing/2014/main" id="{B7573570-C843-3D19-C03A-D8074604E77E}"/>
              </a:ext>
            </a:extLst>
          </p:cNvPr>
          <p:cNvSpPr/>
          <p:nvPr/>
        </p:nvSpPr>
        <p:spPr>
          <a:xfrm>
            <a:off x="4658813" y="3301866"/>
            <a:ext cx="4242434" cy="666161"/>
          </a:xfrm>
          <a:prstGeom prst="rect">
            <a:avLst/>
          </a:prstGeom>
          <a:noFill/>
          <a:ln w="254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3" name="四角形吹き出し 12">
            <a:extLst>
              <a:ext uri="{FF2B5EF4-FFF2-40B4-BE49-F238E27FC236}">
                <a16:creationId xmlns:a16="http://schemas.microsoft.com/office/drawing/2014/main" id="{EE55CCEC-A612-5795-48F3-59FFCEFF3EE3}"/>
              </a:ext>
            </a:extLst>
          </p:cNvPr>
          <p:cNvSpPr/>
          <p:nvPr/>
        </p:nvSpPr>
        <p:spPr>
          <a:xfrm>
            <a:off x="9042088" y="3094182"/>
            <a:ext cx="2189329" cy="478108"/>
          </a:xfrm>
          <a:prstGeom prst="wedgeRectCallout">
            <a:avLst>
              <a:gd name="adj1" fmla="val -51469"/>
              <a:gd name="adj2" fmla="val 90390"/>
            </a:avLst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kumimoji="1" lang="en-US" altLang="ja-JP" sz="1100" dirty="0">
                <a:solidFill>
                  <a:schemeClr val="tx1">
                    <a:lumMod val="75000"/>
                    <a:lumOff val="25000"/>
                  </a:schemeClr>
                </a:solidFill>
                <a:latin typeface="Yu Gothic UI" panose="020B0500000000000000" pitchFamily="34" charset="-128"/>
                <a:ea typeface="Yu Gothic UI" panose="020B0500000000000000" pitchFamily="34" charset="-128"/>
              </a:rPr>
              <a:t>Web </a:t>
            </a:r>
            <a:r>
              <a:rPr kumimoji="1" lang="ja-JP" altLang="en-US" sz="1100">
                <a:solidFill>
                  <a:schemeClr val="tx1">
                    <a:lumMod val="75000"/>
                    <a:lumOff val="25000"/>
                  </a:schemeClr>
                </a:solidFill>
                <a:latin typeface="Yu Gothic UI" panose="020B0500000000000000" pitchFamily="34" charset="-128"/>
                <a:ea typeface="Yu Gothic UI" panose="020B0500000000000000" pitchFamily="34" charset="-128"/>
              </a:rPr>
              <a:t>コンテナ用、</a:t>
            </a:r>
            <a:r>
              <a:rPr kumimoji="1" lang="en-US" altLang="ja-JP" sz="1100" dirty="0">
                <a:solidFill>
                  <a:schemeClr val="tx1">
                    <a:lumMod val="75000"/>
                    <a:lumOff val="25000"/>
                  </a:schemeClr>
                </a:solidFill>
                <a:latin typeface="Yu Gothic UI" panose="020B0500000000000000" pitchFamily="34" charset="-128"/>
                <a:ea typeface="Yu Gothic UI" panose="020B0500000000000000" pitchFamily="34" charset="-128"/>
              </a:rPr>
              <a:t>API </a:t>
            </a:r>
            <a:r>
              <a:rPr kumimoji="1" lang="ja-JP" altLang="en-US" sz="1100">
                <a:solidFill>
                  <a:schemeClr val="tx1">
                    <a:lumMod val="75000"/>
                    <a:lumOff val="25000"/>
                  </a:schemeClr>
                </a:solidFill>
                <a:latin typeface="Yu Gothic UI" panose="020B0500000000000000" pitchFamily="34" charset="-128"/>
                <a:ea typeface="Yu Gothic UI" panose="020B0500000000000000" pitchFamily="34" charset="-128"/>
              </a:rPr>
              <a:t>コンテナ用のワークフローがそれぞれ実行され成功することを確認する</a:t>
            </a:r>
            <a:endParaRPr kumimoji="1" lang="en-US" altLang="ja-JP" sz="1100" dirty="0">
              <a:solidFill>
                <a:schemeClr val="tx1">
                  <a:lumMod val="75000"/>
                  <a:lumOff val="25000"/>
                </a:schemeClr>
              </a:solidFill>
              <a:latin typeface="Yu Gothic UI" panose="020B0500000000000000" pitchFamily="34" charset="-128"/>
              <a:ea typeface="Yu Gothic UI" panose="020B0500000000000000" pitchFamily="3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4123935741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A169A3A-31A8-F008-7AC1-B546F61BA00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正方形/長方形 2">
            <a:extLst>
              <a:ext uri="{FF2B5EF4-FFF2-40B4-BE49-F238E27FC236}">
                <a16:creationId xmlns:a16="http://schemas.microsoft.com/office/drawing/2014/main" id="{09AEA598-B686-FF4D-E4BD-E74EB62C2F4A}"/>
              </a:ext>
            </a:extLst>
          </p:cNvPr>
          <p:cNvSpPr>
            <a:spLocks noGrp="1"/>
          </p:cNvSpPr>
          <p:nvPr/>
        </p:nvSpPr>
        <p:spPr>
          <a:xfrm>
            <a:off x="550606" y="2157412"/>
            <a:ext cx="11080955" cy="3886200"/>
          </a:xfrm>
          <a:prstGeom prst="rect">
            <a:avLst/>
          </a:prstGeom>
          <a:solidFill>
            <a:srgbClr val="FFFFFF"/>
          </a:solidFill>
          <a:ln w="9525">
            <a:solidFill>
              <a:srgbClr val="D0D5DD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5" name="正方形/長方形 14">
            <a:extLst>
              <a:ext uri="{FF2B5EF4-FFF2-40B4-BE49-F238E27FC236}">
                <a16:creationId xmlns:a16="http://schemas.microsoft.com/office/drawing/2014/main" id="{337CE511-80D1-5C2F-3857-B4725BD5E48B}"/>
              </a:ext>
            </a:extLst>
          </p:cNvPr>
          <p:cNvSpPr>
            <a:spLocks noGrp="1"/>
          </p:cNvSpPr>
          <p:nvPr/>
        </p:nvSpPr>
        <p:spPr>
          <a:xfrm>
            <a:off x="685800" y="400050"/>
            <a:ext cx="8953500" cy="4953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>
              <a:defRPr sz="2325" b="1">
                <a:solidFill>
                  <a:srgbClr val="1F2937"/>
                </a:solidFill>
                <a:latin typeface="Yu Gothic"/>
                <a:ea typeface="Yu Gothic"/>
                <a:cs typeface="Yu Gothic"/>
              </a:defRPr>
            </a:pPr>
            <a:r>
              <a:rPr lang="en" altLang="ja-JP" sz="2000" b="1" dirty="0">
                <a:solidFill>
                  <a:srgbClr val="1F2937"/>
                </a:solidFill>
                <a:latin typeface="Yu Gothic"/>
                <a:ea typeface="Yu Gothic"/>
                <a:cs typeface="Yu Gothic"/>
              </a:rPr>
              <a:t>ACR </a:t>
            </a:r>
            <a:r>
              <a:rPr lang="ja-JP" altLang="en-US" sz="2000" b="1">
                <a:solidFill>
                  <a:srgbClr val="1F2937"/>
                </a:solidFill>
                <a:latin typeface="Yu Gothic"/>
                <a:ea typeface="Yu Gothic"/>
                <a:cs typeface="Yu Gothic"/>
              </a:rPr>
              <a:t>の </a:t>
            </a:r>
            <a:r>
              <a:rPr lang="en" altLang="ja-JP" sz="2000" b="1" dirty="0">
                <a:solidFill>
                  <a:srgbClr val="1F2937"/>
                </a:solidFill>
                <a:latin typeface="Yu Gothic"/>
                <a:ea typeface="Yu Gothic"/>
                <a:cs typeface="Yu Gothic"/>
              </a:rPr>
              <a:t>Repositories </a:t>
            </a:r>
            <a:r>
              <a:rPr lang="ja-JP" altLang="en-US" sz="2000" b="1">
                <a:solidFill>
                  <a:srgbClr val="1F2937"/>
                </a:solidFill>
                <a:latin typeface="Yu Gothic"/>
                <a:ea typeface="Yu Gothic"/>
                <a:cs typeface="Yu Gothic"/>
              </a:rPr>
              <a:t>と</a:t>
            </a:r>
            <a:r>
              <a:rPr lang="en-US" altLang="ja-JP" sz="2000" b="1" dirty="0">
                <a:solidFill>
                  <a:srgbClr val="1F2937"/>
                </a:solidFill>
                <a:latin typeface="Yu Gothic"/>
                <a:ea typeface="Yu Gothic"/>
                <a:cs typeface="Yu Gothic"/>
              </a:rPr>
              <a:t> </a:t>
            </a:r>
            <a:r>
              <a:rPr lang="en" altLang="ja-JP" sz="2000" b="1" dirty="0">
                <a:solidFill>
                  <a:srgbClr val="1F2937"/>
                </a:solidFill>
                <a:latin typeface="Yu Gothic"/>
                <a:ea typeface="Yu Gothic"/>
                <a:cs typeface="Yu Gothic"/>
              </a:rPr>
              <a:t>Environment </a:t>
            </a:r>
            <a:r>
              <a:rPr lang="ja-JP" altLang="en-US" sz="2000" b="1">
                <a:solidFill>
                  <a:srgbClr val="1F2937"/>
                </a:solidFill>
                <a:latin typeface="Yu Gothic"/>
                <a:ea typeface="Yu Gothic"/>
                <a:cs typeface="Yu Gothic"/>
              </a:rPr>
              <a:t>内のアプリ一覧を確認する</a:t>
            </a:r>
            <a:endParaRPr lang="ja-JP" altLang="en-US" sz="2000" b="1" dirty="0">
              <a:solidFill>
                <a:srgbClr val="1F2937"/>
              </a:solidFill>
              <a:latin typeface="Yu Gothic"/>
              <a:ea typeface="Yu Gothic"/>
              <a:cs typeface="Yu Gothic"/>
            </a:endParaRPr>
          </a:p>
        </p:txBody>
      </p:sp>
      <p:sp>
        <p:nvSpPr>
          <p:cNvPr id="2" name="正方形/長方形 1">
            <a:extLst>
              <a:ext uri="{FF2B5EF4-FFF2-40B4-BE49-F238E27FC236}">
                <a16:creationId xmlns:a16="http://schemas.microsoft.com/office/drawing/2014/main" id="{5E1E9491-A622-1C53-4DF9-CBA8CFC0ADAC}"/>
              </a:ext>
            </a:extLst>
          </p:cNvPr>
          <p:cNvSpPr>
            <a:spLocks noGrp="1"/>
          </p:cNvSpPr>
          <p:nvPr/>
        </p:nvSpPr>
        <p:spPr>
          <a:xfrm>
            <a:off x="685800" y="876300"/>
            <a:ext cx="36195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13" b="0">
                <a:solidFill>
                  <a:srgbClr val="667085"/>
                </a:solidFill>
                <a:latin typeface="Yu Gothic UI"/>
                <a:ea typeface="Yu Gothic UI"/>
                <a:cs typeface="Yu Gothic UI"/>
              </a:defRPr>
            </a:pPr>
            <a:r>
              <a:rPr sz="713" b="0" dirty="0">
                <a:solidFill>
                  <a:srgbClr val="667085"/>
                </a:solidFill>
                <a:latin typeface="Yu Gothic UI"/>
                <a:ea typeface="Yu Gothic UI"/>
                <a:cs typeface="Yu Gothic UI"/>
              </a:rPr>
              <a:t>Azure Workshop for Beginners </a:t>
            </a:r>
            <a:r>
              <a:rPr lang="ja-JP" altLang="en-US" sz="713" b="0">
                <a:solidFill>
                  <a:srgbClr val="667085"/>
                </a:solidFill>
                <a:latin typeface="Yu Gothic UI"/>
                <a:ea typeface="Yu Gothic UI"/>
                <a:cs typeface="Yu Gothic UI"/>
              </a:rPr>
              <a:t> </a:t>
            </a:r>
            <a:r>
              <a:rPr lang="en-US" altLang="ja-JP" sz="713" b="0" dirty="0">
                <a:solidFill>
                  <a:srgbClr val="667085"/>
                </a:solidFill>
                <a:latin typeface="Yu Gothic UI"/>
                <a:ea typeface="Yu Gothic UI"/>
                <a:cs typeface="Yu Gothic UI"/>
              </a:rPr>
              <a:t>| </a:t>
            </a:r>
            <a:r>
              <a:rPr lang="ja-JP" altLang="en-US" sz="713" b="0">
                <a:solidFill>
                  <a:srgbClr val="667085"/>
                </a:solidFill>
                <a:latin typeface="Yu Gothic UI"/>
                <a:ea typeface="Yu Gothic UI"/>
                <a:cs typeface="Yu Gothic UI"/>
              </a:rPr>
              <a:t>第</a:t>
            </a:r>
            <a:r>
              <a:rPr lang="en-US" altLang="ja-JP" sz="713" b="0" dirty="0">
                <a:solidFill>
                  <a:srgbClr val="667085"/>
                </a:solidFill>
                <a:latin typeface="Yu Gothic UI"/>
                <a:ea typeface="Yu Gothic UI"/>
                <a:cs typeface="Yu Gothic UI"/>
              </a:rPr>
              <a:t>6</a:t>
            </a:r>
            <a:r>
              <a:rPr lang="ja-JP" altLang="en-US" sz="713" b="0">
                <a:solidFill>
                  <a:srgbClr val="667085"/>
                </a:solidFill>
                <a:latin typeface="Yu Gothic UI"/>
                <a:ea typeface="Yu Gothic UI"/>
                <a:cs typeface="Yu Gothic UI"/>
              </a:rPr>
              <a:t>回</a:t>
            </a:r>
            <a:endParaRPr sz="713" b="0" dirty="0">
              <a:solidFill>
                <a:srgbClr val="667085"/>
              </a:solidFill>
              <a:latin typeface="Yu Gothic UI"/>
              <a:ea typeface="Yu Gothic UI"/>
              <a:cs typeface="Yu Gothic UI"/>
            </a:endParaRPr>
          </a:p>
        </p:txBody>
      </p:sp>
      <p:sp>
        <p:nvSpPr>
          <p:cNvPr id="4" name="正方形/長方形 3">
            <a:extLst>
              <a:ext uri="{FF2B5EF4-FFF2-40B4-BE49-F238E27FC236}">
                <a16:creationId xmlns:a16="http://schemas.microsoft.com/office/drawing/2014/main" id="{42469D5B-866C-B22D-D2E9-9AB9D6CF34E9}"/>
              </a:ext>
            </a:extLst>
          </p:cNvPr>
          <p:cNvSpPr>
            <a:spLocks noGrp="1"/>
          </p:cNvSpPr>
          <p:nvPr/>
        </p:nvSpPr>
        <p:spPr>
          <a:xfrm>
            <a:off x="685800" y="1200150"/>
            <a:ext cx="10820400" cy="14288"/>
          </a:xfrm>
          <a:prstGeom prst="rect">
            <a:avLst/>
          </a:prstGeom>
          <a:solidFill>
            <a:srgbClr val="D0D5DD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6" name="正方形/長方形 5">
            <a:extLst>
              <a:ext uri="{FF2B5EF4-FFF2-40B4-BE49-F238E27FC236}">
                <a16:creationId xmlns:a16="http://schemas.microsoft.com/office/drawing/2014/main" id="{5003EEDF-D1E5-7472-A27F-95C263F1AE0A}"/>
              </a:ext>
            </a:extLst>
          </p:cNvPr>
          <p:cNvSpPr>
            <a:spLocks noGrp="1"/>
          </p:cNvSpPr>
          <p:nvPr/>
        </p:nvSpPr>
        <p:spPr>
          <a:xfrm>
            <a:off x="685800" y="1352550"/>
            <a:ext cx="10820400" cy="552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19050" rIns="0" bIns="0" anchor="t"/>
          <a:lstStyle/>
          <a:p>
            <a:pPr>
              <a:defRPr sz="1238" b="0">
                <a:solidFill>
                  <a:srgbClr val="64748B"/>
                </a:solidFill>
                <a:latin typeface="Yu Gothic"/>
                <a:ea typeface="Yu Gothic"/>
                <a:cs typeface="Yu Gothic"/>
              </a:defRPr>
            </a:pPr>
            <a:r>
              <a:rPr lang="en" altLang="ja-JP" sz="1200" dirty="0">
                <a:solidFill>
                  <a:srgbClr val="64748B"/>
                </a:solidFill>
                <a:latin typeface="Yu Gothic"/>
                <a:ea typeface="Yu Gothic"/>
                <a:cs typeface="Yu Gothic"/>
              </a:rPr>
              <a:t>workflow </a:t>
            </a:r>
            <a:r>
              <a:rPr lang="ja-JP" altLang="en-US" sz="1200">
                <a:solidFill>
                  <a:srgbClr val="64748B"/>
                </a:solidFill>
                <a:latin typeface="Yu Gothic"/>
                <a:ea typeface="Yu Gothic"/>
                <a:cs typeface="Yu Gothic"/>
              </a:rPr>
              <a:t>が成功すると、</a:t>
            </a:r>
            <a:r>
              <a:rPr lang="en" altLang="ja-JP" sz="1200" dirty="0">
                <a:solidFill>
                  <a:srgbClr val="64748B"/>
                </a:solidFill>
                <a:latin typeface="Yu Gothic"/>
                <a:ea typeface="Yu Gothic"/>
                <a:cs typeface="Yu Gothic"/>
              </a:rPr>
              <a:t>ACR </a:t>
            </a:r>
            <a:r>
              <a:rPr lang="ja-JP" altLang="en-US" sz="1200">
                <a:solidFill>
                  <a:srgbClr val="64748B"/>
                </a:solidFill>
                <a:latin typeface="Yu Gothic"/>
                <a:ea typeface="Yu Gothic"/>
                <a:cs typeface="Yu Gothic"/>
              </a:rPr>
              <a:t>に </a:t>
            </a:r>
            <a:r>
              <a:rPr lang="en" altLang="ja-JP" sz="1200" dirty="0">
                <a:solidFill>
                  <a:srgbClr val="64748B"/>
                </a:solidFill>
                <a:latin typeface="Yu Gothic"/>
                <a:ea typeface="Yu Gothic"/>
                <a:cs typeface="Yu Gothic"/>
              </a:rPr>
              <a:t>API/Web </a:t>
            </a:r>
            <a:r>
              <a:rPr lang="ja-JP" altLang="en-US" sz="1200">
                <a:solidFill>
                  <a:srgbClr val="64748B"/>
                </a:solidFill>
                <a:latin typeface="Yu Gothic"/>
                <a:ea typeface="Yu Gothic"/>
                <a:cs typeface="Yu Gothic"/>
              </a:rPr>
              <a:t>のコンテナイメージが作成されます。タグや </a:t>
            </a:r>
            <a:r>
              <a:rPr lang="en" altLang="ja-JP" sz="1200" dirty="0">
                <a:solidFill>
                  <a:srgbClr val="64748B"/>
                </a:solidFill>
                <a:latin typeface="Yu Gothic"/>
                <a:ea typeface="Yu Gothic"/>
                <a:cs typeface="Yu Gothic"/>
              </a:rPr>
              <a:t>repository </a:t>
            </a:r>
            <a:r>
              <a:rPr lang="ja-JP" altLang="en-US" sz="1200">
                <a:solidFill>
                  <a:srgbClr val="64748B"/>
                </a:solidFill>
                <a:latin typeface="Yu Gothic"/>
                <a:ea typeface="Yu Gothic"/>
                <a:cs typeface="Yu Gothic"/>
              </a:rPr>
              <a:t>の存在を確認します。</a:t>
            </a:r>
            <a:endParaRPr lang="en-US" altLang="ja-JP" sz="1200" dirty="0">
              <a:solidFill>
                <a:srgbClr val="64748B"/>
              </a:solidFill>
              <a:latin typeface="Yu Gothic"/>
              <a:ea typeface="Yu Gothic"/>
              <a:cs typeface="Yu Gothic"/>
            </a:endParaRPr>
          </a:p>
          <a:p>
            <a:pPr>
              <a:defRPr sz="1238" b="0">
                <a:solidFill>
                  <a:srgbClr val="64748B"/>
                </a:solidFill>
                <a:latin typeface="Yu Gothic"/>
                <a:ea typeface="Yu Gothic"/>
                <a:cs typeface="Yu Gothic"/>
              </a:defRPr>
            </a:pPr>
            <a:r>
              <a:rPr lang="en" altLang="ja-JP" sz="1200" dirty="0">
                <a:solidFill>
                  <a:srgbClr val="64748B"/>
                </a:solidFill>
                <a:latin typeface="Yu Gothic"/>
                <a:ea typeface="Yu Gothic"/>
                <a:cs typeface="Yu Gothic"/>
              </a:rPr>
              <a:t>Container Apps Environment </a:t>
            </a:r>
            <a:r>
              <a:rPr lang="ja-JP" altLang="en-US" sz="1200">
                <a:solidFill>
                  <a:srgbClr val="64748B"/>
                </a:solidFill>
                <a:latin typeface="Yu Gothic"/>
                <a:ea typeface="Yu Gothic"/>
                <a:cs typeface="Yu Gothic"/>
              </a:rPr>
              <a:t>内に、</a:t>
            </a:r>
            <a:r>
              <a:rPr lang="en" altLang="ja-JP" sz="1200" dirty="0">
                <a:solidFill>
                  <a:srgbClr val="64748B"/>
                </a:solidFill>
                <a:latin typeface="Yu Gothic"/>
                <a:ea typeface="Yu Gothic"/>
                <a:cs typeface="Yu Gothic"/>
              </a:rPr>
              <a:t>API </a:t>
            </a:r>
            <a:r>
              <a:rPr lang="ja-JP" altLang="en-US" sz="1200">
                <a:solidFill>
                  <a:srgbClr val="64748B"/>
                </a:solidFill>
                <a:latin typeface="Yu Gothic"/>
                <a:ea typeface="Yu Gothic"/>
                <a:cs typeface="Yu Gothic"/>
              </a:rPr>
              <a:t>と </a:t>
            </a:r>
            <a:r>
              <a:rPr lang="en" altLang="ja-JP" sz="1200" dirty="0">
                <a:solidFill>
                  <a:srgbClr val="64748B"/>
                </a:solidFill>
                <a:latin typeface="Yu Gothic"/>
                <a:ea typeface="Yu Gothic"/>
                <a:cs typeface="Yu Gothic"/>
              </a:rPr>
              <a:t>Web </a:t>
            </a:r>
            <a:r>
              <a:rPr lang="ja-JP" altLang="en-US" sz="1200">
                <a:solidFill>
                  <a:srgbClr val="64748B"/>
                </a:solidFill>
                <a:latin typeface="Yu Gothic"/>
                <a:ea typeface="Yu Gothic"/>
                <a:cs typeface="Yu Gothic"/>
              </a:rPr>
              <a:t>の </a:t>
            </a:r>
            <a:r>
              <a:rPr lang="en" altLang="ja-JP" sz="1200" dirty="0">
                <a:solidFill>
                  <a:srgbClr val="64748B"/>
                </a:solidFill>
                <a:latin typeface="Yu Gothic"/>
                <a:ea typeface="Yu Gothic"/>
                <a:cs typeface="Yu Gothic"/>
              </a:rPr>
              <a:t>Container App </a:t>
            </a:r>
            <a:r>
              <a:rPr lang="ja-JP" altLang="en-US" sz="1200">
                <a:solidFill>
                  <a:srgbClr val="64748B"/>
                </a:solidFill>
                <a:latin typeface="Yu Gothic"/>
                <a:ea typeface="Yu Gothic"/>
                <a:cs typeface="Yu Gothic"/>
              </a:rPr>
              <a:t>が並んでいることを確認します。</a:t>
            </a:r>
          </a:p>
          <a:p>
            <a:pPr>
              <a:defRPr sz="1238" b="0">
                <a:solidFill>
                  <a:srgbClr val="64748B"/>
                </a:solidFill>
                <a:latin typeface="Yu Gothic"/>
                <a:ea typeface="Yu Gothic"/>
                <a:cs typeface="Yu Gothic"/>
              </a:defRPr>
            </a:pPr>
            <a:endParaRPr lang="ja-JP" altLang="en-US" sz="1200" dirty="0">
              <a:solidFill>
                <a:srgbClr val="64748B"/>
              </a:solidFill>
              <a:latin typeface="Yu Gothic"/>
              <a:ea typeface="Yu Gothic"/>
              <a:cs typeface="Yu Gothic"/>
            </a:endParaRPr>
          </a:p>
        </p:txBody>
      </p:sp>
      <p:pic>
        <p:nvPicPr>
          <p:cNvPr id="5" name="図 4">
            <a:extLst>
              <a:ext uri="{FF2B5EF4-FFF2-40B4-BE49-F238E27FC236}">
                <a16:creationId xmlns:a16="http://schemas.microsoft.com/office/drawing/2014/main" id="{EAF988C0-F15A-2DC5-B62A-B766E279ECCD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886692" y="2476500"/>
            <a:ext cx="5098474" cy="2867891"/>
          </a:xfrm>
          <a:prstGeom prst="rect">
            <a:avLst/>
          </a:prstGeom>
        </p:spPr>
      </p:pic>
      <p:sp>
        <p:nvSpPr>
          <p:cNvPr id="8" name="正方形/長方形 7">
            <a:extLst>
              <a:ext uri="{FF2B5EF4-FFF2-40B4-BE49-F238E27FC236}">
                <a16:creationId xmlns:a16="http://schemas.microsoft.com/office/drawing/2014/main" id="{DDAD8106-758E-2357-4D8B-62AB14A53966}"/>
              </a:ext>
            </a:extLst>
          </p:cNvPr>
          <p:cNvSpPr/>
          <p:nvPr/>
        </p:nvSpPr>
        <p:spPr>
          <a:xfrm>
            <a:off x="1749671" y="1839912"/>
            <a:ext cx="3168072" cy="636588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kumimoji="1" lang="en-US" altLang="ja-JP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Yu Gothic UI" panose="020B0500000000000000" pitchFamily="34" charset="-128"/>
                <a:ea typeface="Yu Gothic UI" panose="020B0500000000000000" pitchFamily="34" charset="-128"/>
              </a:rPr>
              <a:t>Azure Portal </a:t>
            </a:r>
            <a:r>
              <a:rPr kumimoji="1" lang="ja-JP" altLang="en-US" sz="1200">
                <a:solidFill>
                  <a:schemeClr val="tx1">
                    <a:lumMod val="75000"/>
                    <a:lumOff val="25000"/>
                  </a:schemeClr>
                </a:solidFill>
                <a:latin typeface="Yu Gothic UI" panose="020B0500000000000000" pitchFamily="34" charset="-128"/>
                <a:ea typeface="Yu Gothic UI" panose="020B0500000000000000" pitchFamily="34" charset="-128"/>
              </a:rPr>
              <a:t>にアクセスし、自身のリソースグループから</a:t>
            </a:r>
            <a:r>
              <a:rPr kumimoji="1" lang="en-US" altLang="ja-JP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Yu Gothic UI" panose="020B0500000000000000" pitchFamily="34" charset="-128"/>
                <a:ea typeface="Yu Gothic UI" panose="020B0500000000000000" pitchFamily="34" charset="-128"/>
              </a:rPr>
              <a:t> ACR </a:t>
            </a:r>
            <a:r>
              <a:rPr kumimoji="1" lang="ja-JP" altLang="en-US" sz="1200">
                <a:solidFill>
                  <a:schemeClr val="tx1">
                    <a:lumMod val="75000"/>
                    <a:lumOff val="25000"/>
                  </a:schemeClr>
                </a:solidFill>
                <a:latin typeface="Yu Gothic UI" panose="020B0500000000000000" pitchFamily="34" charset="-128"/>
                <a:ea typeface="Yu Gothic UI" panose="020B0500000000000000" pitchFamily="34" charset="-128"/>
              </a:rPr>
              <a:t>を開く</a:t>
            </a:r>
          </a:p>
        </p:txBody>
      </p:sp>
      <p:sp>
        <p:nvSpPr>
          <p:cNvPr id="14" name="正方形/長方形 13">
            <a:extLst>
              <a:ext uri="{FF2B5EF4-FFF2-40B4-BE49-F238E27FC236}">
                <a16:creationId xmlns:a16="http://schemas.microsoft.com/office/drawing/2014/main" id="{9A6AE8F3-0F3F-65DC-43A6-4E94012B64D2}"/>
              </a:ext>
            </a:extLst>
          </p:cNvPr>
          <p:cNvSpPr/>
          <p:nvPr/>
        </p:nvSpPr>
        <p:spPr>
          <a:xfrm>
            <a:off x="969198" y="4802068"/>
            <a:ext cx="434731" cy="139097"/>
          </a:xfrm>
          <a:prstGeom prst="rect">
            <a:avLst/>
          </a:prstGeom>
          <a:noFill/>
          <a:ln w="254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6" name="四角形吹き出し 15">
            <a:extLst>
              <a:ext uri="{FF2B5EF4-FFF2-40B4-BE49-F238E27FC236}">
                <a16:creationId xmlns:a16="http://schemas.microsoft.com/office/drawing/2014/main" id="{104BDD3A-F085-F211-FEC4-040DB73D245D}"/>
              </a:ext>
            </a:extLst>
          </p:cNvPr>
          <p:cNvSpPr/>
          <p:nvPr/>
        </p:nvSpPr>
        <p:spPr>
          <a:xfrm>
            <a:off x="1186563" y="4377061"/>
            <a:ext cx="1725954" cy="286580"/>
          </a:xfrm>
          <a:prstGeom prst="wedgeRectCallout">
            <a:avLst>
              <a:gd name="adj1" fmla="val -38813"/>
              <a:gd name="adj2" fmla="val 67829"/>
            </a:avLst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kumimoji="1" lang="ja-JP" altLang="en-US" sz="1100">
                <a:solidFill>
                  <a:schemeClr val="tx1">
                    <a:lumMod val="75000"/>
                    <a:lumOff val="25000"/>
                  </a:schemeClr>
                </a:solidFill>
                <a:latin typeface="Yu Gothic UI" panose="020B0500000000000000" pitchFamily="34" charset="-128"/>
                <a:ea typeface="Yu Gothic UI" panose="020B0500000000000000" pitchFamily="34" charset="-128"/>
              </a:rPr>
              <a:t>「リポジトリ」</a:t>
            </a:r>
            <a:r>
              <a:rPr kumimoji="1" lang="en-US" altLang="ja-JP" sz="1100" dirty="0">
                <a:solidFill>
                  <a:schemeClr val="tx1">
                    <a:lumMod val="75000"/>
                    <a:lumOff val="25000"/>
                  </a:schemeClr>
                </a:solidFill>
                <a:latin typeface="Yu Gothic UI" panose="020B0500000000000000" pitchFamily="34" charset="-128"/>
                <a:ea typeface="Yu Gothic UI" panose="020B0500000000000000" pitchFamily="34" charset="-128"/>
              </a:rPr>
              <a:t> </a:t>
            </a:r>
            <a:r>
              <a:rPr kumimoji="1" lang="ja-JP" altLang="en-US" sz="1100">
                <a:solidFill>
                  <a:schemeClr val="tx1">
                    <a:lumMod val="75000"/>
                    <a:lumOff val="25000"/>
                  </a:schemeClr>
                </a:solidFill>
                <a:latin typeface="Yu Gothic UI" panose="020B0500000000000000" pitchFamily="34" charset="-128"/>
                <a:ea typeface="Yu Gothic UI" panose="020B0500000000000000" pitchFamily="34" charset="-128"/>
              </a:rPr>
              <a:t>をクリック</a:t>
            </a:r>
            <a:endParaRPr kumimoji="1" lang="en-US" altLang="ja-JP" sz="1100" dirty="0">
              <a:solidFill>
                <a:schemeClr val="tx1">
                  <a:lumMod val="75000"/>
                  <a:lumOff val="25000"/>
                </a:schemeClr>
              </a:solidFill>
              <a:latin typeface="Yu Gothic UI" panose="020B0500000000000000" pitchFamily="34" charset="-128"/>
              <a:ea typeface="Yu Gothic UI" panose="020B0500000000000000" pitchFamily="34" charset="-128"/>
            </a:endParaRPr>
          </a:p>
        </p:txBody>
      </p:sp>
      <p:sp>
        <p:nvSpPr>
          <p:cNvPr id="17" name="正方形/長方形 16">
            <a:extLst>
              <a:ext uri="{FF2B5EF4-FFF2-40B4-BE49-F238E27FC236}">
                <a16:creationId xmlns:a16="http://schemas.microsoft.com/office/drawing/2014/main" id="{8CF42D8F-A4A2-972B-5E21-A3D997A622A7}"/>
              </a:ext>
            </a:extLst>
          </p:cNvPr>
          <p:cNvSpPr/>
          <p:nvPr/>
        </p:nvSpPr>
        <p:spPr>
          <a:xfrm>
            <a:off x="1749671" y="3259895"/>
            <a:ext cx="587129" cy="286579"/>
          </a:xfrm>
          <a:prstGeom prst="rect">
            <a:avLst/>
          </a:prstGeom>
          <a:noFill/>
          <a:ln w="254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0" name="四角形吹き出し 19">
            <a:extLst>
              <a:ext uri="{FF2B5EF4-FFF2-40B4-BE49-F238E27FC236}">
                <a16:creationId xmlns:a16="http://schemas.microsoft.com/office/drawing/2014/main" id="{713B8712-5952-AA73-96D3-7767D29CC371}"/>
              </a:ext>
            </a:extLst>
          </p:cNvPr>
          <p:cNvSpPr/>
          <p:nvPr/>
        </p:nvSpPr>
        <p:spPr>
          <a:xfrm>
            <a:off x="2435029" y="3518981"/>
            <a:ext cx="2266280" cy="406474"/>
          </a:xfrm>
          <a:prstGeom prst="wedgeRectCallout">
            <a:avLst>
              <a:gd name="adj1" fmla="val -50562"/>
              <a:gd name="adj2" fmla="val -83488"/>
            </a:avLst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kumimoji="1" lang="en-US" altLang="ja-JP" sz="1100" dirty="0">
                <a:solidFill>
                  <a:schemeClr val="tx1">
                    <a:lumMod val="75000"/>
                    <a:lumOff val="25000"/>
                  </a:schemeClr>
                </a:solidFill>
                <a:latin typeface="Yu Gothic UI" panose="020B0500000000000000" pitchFamily="34" charset="-128"/>
                <a:ea typeface="Yu Gothic UI" panose="020B0500000000000000" pitchFamily="34" charset="-128"/>
              </a:rPr>
              <a:t>Web </a:t>
            </a:r>
            <a:r>
              <a:rPr kumimoji="1" lang="ja-JP" altLang="en-US" sz="1100">
                <a:solidFill>
                  <a:schemeClr val="tx1">
                    <a:lumMod val="75000"/>
                    <a:lumOff val="25000"/>
                  </a:schemeClr>
                </a:solidFill>
                <a:latin typeface="Yu Gothic UI" panose="020B0500000000000000" pitchFamily="34" charset="-128"/>
                <a:ea typeface="Yu Gothic UI" panose="020B0500000000000000" pitchFamily="34" charset="-128"/>
              </a:rPr>
              <a:t>コンテナ用と</a:t>
            </a:r>
            <a:r>
              <a:rPr kumimoji="1" lang="en-US" altLang="ja-JP" sz="1100" dirty="0">
                <a:solidFill>
                  <a:schemeClr val="tx1">
                    <a:lumMod val="75000"/>
                    <a:lumOff val="25000"/>
                  </a:schemeClr>
                </a:solidFill>
                <a:latin typeface="Yu Gothic UI" panose="020B0500000000000000" pitchFamily="34" charset="-128"/>
                <a:ea typeface="Yu Gothic UI" panose="020B0500000000000000" pitchFamily="34" charset="-128"/>
              </a:rPr>
              <a:t> API </a:t>
            </a:r>
            <a:r>
              <a:rPr kumimoji="1" lang="ja-JP" altLang="en-US" sz="1100">
                <a:solidFill>
                  <a:schemeClr val="tx1">
                    <a:lumMod val="75000"/>
                    <a:lumOff val="25000"/>
                  </a:schemeClr>
                </a:solidFill>
                <a:latin typeface="Yu Gothic UI" panose="020B0500000000000000" pitchFamily="34" charset="-128"/>
                <a:ea typeface="Yu Gothic UI" panose="020B0500000000000000" pitchFamily="34" charset="-128"/>
              </a:rPr>
              <a:t>コンテナ用のリポジトリが作成されている</a:t>
            </a:r>
            <a:endParaRPr kumimoji="1" lang="en-US" altLang="ja-JP" sz="1100" dirty="0">
              <a:solidFill>
                <a:schemeClr val="tx1">
                  <a:lumMod val="75000"/>
                  <a:lumOff val="25000"/>
                </a:schemeClr>
              </a:solidFill>
              <a:latin typeface="Yu Gothic UI" panose="020B0500000000000000" pitchFamily="34" charset="-128"/>
              <a:ea typeface="Yu Gothic UI" panose="020B0500000000000000" pitchFamily="34" charset="-128"/>
            </a:endParaRPr>
          </a:p>
        </p:txBody>
      </p:sp>
      <p:pic>
        <p:nvPicPr>
          <p:cNvPr id="22" name="図 21">
            <a:extLst>
              <a:ext uri="{FF2B5EF4-FFF2-40B4-BE49-F238E27FC236}">
                <a16:creationId xmlns:a16="http://schemas.microsoft.com/office/drawing/2014/main" id="{0AF47F2A-A542-FBCC-6B5E-2B9B2C4052CB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6168865" y="2476500"/>
            <a:ext cx="5318862" cy="2991860"/>
          </a:xfrm>
          <a:prstGeom prst="rect">
            <a:avLst/>
          </a:prstGeom>
        </p:spPr>
      </p:pic>
      <p:sp>
        <p:nvSpPr>
          <p:cNvPr id="21" name="正方形/長方形 20">
            <a:extLst>
              <a:ext uri="{FF2B5EF4-FFF2-40B4-BE49-F238E27FC236}">
                <a16:creationId xmlns:a16="http://schemas.microsoft.com/office/drawing/2014/main" id="{AF9869B5-3F0F-3B0F-C64F-9EFD363DB090}"/>
              </a:ext>
            </a:extLst>
          </p:cNvPr>
          <p:cNvSpPr/>
          <p:nvPr/>
        </p:nvSpPr>
        <p:spPr>
          <a:xfrm>
            <a:off x="7413165" y="1905000"/>
            <a:ext cx="3168072" cy="636588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kumimoji="1" lang="ja-JP" altLang="en-US" sz="1200">
                <a:solidFill>
                  <a:schemeClr val="tx1">
                    <a:lumMod val="75000"/>
                    <a:lumOff val="25000"/>
                  </a:schemeClr>
                </a:solidFill>
                <a:latin typeface="Yu Gothic UI" panose="020B0500000000000000" pitchFamily="34" charset="-128"/>
                <a:ea typeface="Yu Gothic UI" panose="020B0500000000000000" pitchFamily="34" charset="-128"/>
              </a:rPr>
              <a:t>次に</a:t>
            </a:r>
            <a:r>
              <a:rPr kumimoji="1" lang="en-US" altLang="ja-JP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Yu Gothic UI" panose="020B0500000000000000" pitchFamily="34" charset="-128"/>
                <a:ea typeface="Yu Gothic UI" panose="020B0500000000000000" pitchFamily="34" charset="-128"/>
              </a:rPr>
              <a:t> ACA </a:t>
            </a:r>
            <a:r>
              <a:rPr kumimoji="1" lang="ja-JP" altLang="en-US" sz="1200">
                <a:solidFill>
                  <a:schemeClr val="tx1">
                    <a:lumMod val="75000"/>
                    <a:lumOff val="25000"/>
                  </a:schemeClr>
                </a:solidFill>
                <a:latin typeface="Yu Gothic UI" panose="020B0500000000000000" pitchFamily="34" charset="-128"/>
                <a:ea typeface="Yu Gothic UI" panose="020B0500000000000000" pitchFamily="34" charset="-128"/>
              </a:rPr>
              <a:t>環境を開く</a:t>
            </a:r>
          </a:p>
        </p:txBody>
      </p:sp>
      <p:sp>
        <p:nvSpPr>
          <p:cNvPr id="23" name="正方形/長方形 22">
            <a:extLst>
              <a:ext uri="{FF2B5EF4-FFF2-40B4-BE49-F238E27FC236}">
                <a16:creationId xmlns:a16="http://schemas.microsoft.com/office/drawing/2014/main" id="{915B5778-9393-3C4E-EDAE-6BB1B0BBFBAC}"/>
              </a:ext>
            </a:extLst>
          </p:cNvPr>
          <p:cNvSpPr/>
          <p:nvPr/>
        </p:nvSpPr>
        <p:spPr>
          <a:xfrm>
            <a:off x="6192363" y="3900919"/>
            <a:ext cx="434731" cy="139097"/>
          </a:xfrm>
          <a:prstGeom prst="rect">
            <a:avLst/>
          </a:prstGeom>
          <a:noFill/>
          <a:ln w="254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4" name="四角形吹き出し 23">
            <a:extLst>
              <a:ext uri="{FF2B5EF4-FFF2-40B4-BE49-F238E27FC236}">
                <a16:creationId xmlns:a16="http://schemas.microsoft.com/office/drawing/2014/main" id="{75F521EA-1546-36A0-57C8-09C690C0B89B}"/>
              </a:ext>
            </a:extLst>
          </p:cNvPr>
          <p:cNvSpPr/>
          <p:nvPr/>
        </p:nvSpPr>
        <p:spPr>
          <a:xfrm>
            <a:off x="5422060" y="4215814"/>
            <a:ext cx="1725954" cy="286580"/>
          </a:xfrm>
          <a:prstGeom prst="wedgeRectCallout">
            <a:avLst>
              <a:gd name="adj1" fmla="val 1323"/>
              <a:gd name="adj2" fmla="val -96542"/>
            </a:avLst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kumimoji="1" lang="ja-JP" altLang="en-US" sz="1100">
                <a:solidFill>
                  <a:schemeClr val="tx1">
                    <a:lumMod val="75000"/>
                    <a:lumOff val="25000"/>
                  </a:schemeClr>
                </a:solidFill>
                <a:latin typeface="Yu Gothic UI" panose="020B0500000000000000" pitchFamily="34" charset="-128"/>
                <a:ea typeface="Yu Gothic UI" panose="020B0500000000000000" pitchFamily="34" charset="-128"/>
              </a:rPr>
              <a:t>「アプリ」</a:t>
            </a:r>
            <a:r>
              <a:rPr kumimoji="1" lang="en-US" altLang="ja-JP" sz="1100" dirty="0">
                <a:solidFill>
                  <a:schemeClr val="tx1">
                    <a:lumMod val="75000"/>
                    <a:lumOff val="25000"/>
                  </a:schemeClr>
                </a:solidFill>
                <a:latin typeface="Yu Gothic UI" panose="020B0500000000000000" pitchFamily="34" charset="-128"/>
                <a:ea typeface="Yu Gothic UI" panose="020B0500000000000000" pitchFamily="34" charset="-128"/>
              </a:rPr>
              <a:t> </a:t>
            </a:r>
            <a:r>
              <a:rPr kumimoji="1" lang="ja-JP" altLang="en-US" sz="1100">
                <a:solidFill>
                  <a:schemeClr val="tx1">
                    <a:lumMod val="75000"/>
                    <a:lumOff val="25000"/>
                  </a:schemeClr>
                </a:solidFill>
                <a:latin typeface="Yu Gothic UI" panose="020B0500000000000000" pitchFamily="34" charset="-128"/>
                <a:ea typeface="Yu Gothic UI" panose="020B0500000000000000" pitchFamily="34" charset="-128"/>
              </a:rPr>
              <a:t>をクリック</a:t>
            </a:r>
            <a:endParaRPr kumimoji="1" lang="en-US" altLang="ja-JP" sz="1100" dirty="0">
              <a:solidFill>
                <a:schemeClr val="tx1">
                  <a:lumMod val="75000"/>
                  <a:lumOff val="25000"/>
                </a:schemeClr>
              </a:solidFill>
              <a:latin typeface="Yu Gothic UI" panose="020B0500000000000000" pitchFamily="34" charset="-128"/>
              <a:ea typeface="Yu Gothic UI" panose="020B0500000000000000" pitchFamily="34" charset="-128"/>
            </a:endParaRPr>
          </a:p>
        </p:txBody>
      </p:sp>
      <p:sp>
        <p:nvSpPr>
          <p:cNvPr id="25" name="正方形/長方形 24">
            <a:extLst>
              <a:ext uri="{FF2B5EF4-FFF2-40B4-BE49-F238E27FC236}">
                <a16:creationId xmlns:a16="http://schemas.microsoft.com/office/drawing/2014/main" id="{6AF7C1C4-9183-5052-DA09-EB0C59A90B05}"/>
              </a:ext>
            </a:extLst>
          </p:cNvPr>
          <p:cNvSpPr/>
          <p:nvPr/>
        </p:nvSpPr>
        <p:spPr>
          <a:xfrm>
            <a:off x="7110760" y="3304268"/>
            <a:ext cx="844299" cy="242206"/>
          </a:xfrm>
          <a:prstGeom prst="rect">
            <a:avLst/>
          </a:prstGeom>
          <a:noFill/>
          <a:ln w="254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6" name="四角形吹き出し 25">
            <a:extLst>
              <a:ext uri="{FF2B5EF4-FFF2-40B4-BE49-F238E27FC236}">
                <a16:creationId xmlns:a16="http://schemas.microsoft.com/office/drawing/2014/main" id="{C54CE7E3-0F0F-2299-84D0-1ADE503D82A4}"/>
              </a:ext>
            </a:extLst>
          </p:cNvPr>
          <p:cNvSpPr/>
          <p:nvPr/>
        </p:nvSpPr>
        <p:spPr>
          <a:xfrm>
            <a:off x="7726532" y="3861684"/>
            <a:ext cx="2341104" cy="756352"/>
          </a:xfrm>
          <a:prstGeom prst="wedgeRectCallout">
            <a:avLst>
              <a:gd name="adj1" fmla="val -41038"/>
              <a:gd name="adj2" fmla="val -84709"/>
            </a:avLst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kumimoji="1" lang="en-US" altLang="ja-JP" sz="1100" dirty="0">
                <a:solidFill>
                  <a:schemeClr val="tx1">
                    <a:lumMod val="75000"/>
                    <a:lumOff val="25000"/>
                  </a:schemeClr>
                </a:solidFill>
                <a:latin typeface="Yu Gothic UI" panose="020B0500000000000000" pitchFamily="34" charset="-128"/>
                <a:ea typeface="Yu Gothic UI" panose="020B0500000000000000" pitchFamily="34" charset="-128"/>
              </a:rPr>
              <a:t>Web </a:t>
            </a:r>
            <a:r>
              <a:rPr kumimoji="1" lang="ja-JP" altLang="en-US" sz="1100">
                <a:solidFill>
                  <a:schemeClr val="tx1">
                    <a:lumMod val="75000"/>
                    <a:lumOff val="25000"/>
                  </a:schemeClr>
                </a:solidFill>
                <a:latin typeface="Yu Gothic UI" panose="020B0500000000000000" pitchFamily="34" charset="-128"/>
                <a:ea typeface="Yu Gothic UI" panose="020B0500000000000000" pitchFamily="34" charset="-128"/>
              </a:rPr>
              <a:t>用、</a:t>
            </a:r>
            <a:r>
              <a:rPr kumimoji="1" lang="en-US" altLang="ja-JP" sz="1100" dirty="0">
                <a:solidFill>
                  <a:schemeClr val="tx1">
                    <a:lumMod val="75000"/>
                    <a:lumOff val="25000"/>
                  </a:schemeClr>
                </a:solidFill>
                <a:latin typeface="Yu Gothic UI" panose="020B0500000000000000" pitchFamily="34" charset="-128"/>
                <a:ea typeface="Yu Gothic UI" panose="020B0500000000000000" pitchFamily="34" charset="-128"/>
              </a:rPr>
              <a:t>API </a:t>
            </a:r>
            <a:r>
              <a:rPr kumimoji="1" lang="ja-JP" altLang="en-US" sz="1100">
                <a:solidFill>
                  <a:schemeClr val="tx1">
                    <a:lumMod val="75000"/>
                    <a:lumOff val="25000"/>
                  </a:schemeClr>
                </a:solidFill>
                <a:latin typeface="Yu Gothic UI" panose="020B0500000000000000" pitchFamily="34" charset="-128"/>
                <a:ea typeface="Yu Gothic UI" panose="020B0500000000000000" pitchFamily="34" charset="-128"/>
              </a:rPr>
              <a:t>用のコンテナアプリがそれぞれ記載されている。</a:t>
            </a:r>
            <a:endParaRPr kumimoji="1" lang="en-US" altLang="ja-JP" sz="1100" dirty="0">
              <a:solidFill>
                <a:schemeClr val="tx1">
                  <a:lumMod val="75000"/>
                  <a:lumOff val="25000"/>
                </a:schemeClr>
              </a:solidFill>
              <a:latin typeface="Yu Gothic UI" panose="020B0500000000000000" pitchFamily="34" charset="-128"/>
              <a:ea typeface="Yu Gothic UI" panose="020B0500000000000000" pitchFamily="34" charset="-128"/>
            </a:endParaRPr>
          </a:p>
          <a:p>
            <a:r>
              <a:rPr kumimoji="1" lang="en-US" altLang="ja-JP" sz="1100" dirty="0">
                <a:solidFill>
                  <a:schemeClr val="tx1">
                    <a:lumMod val="75000"/>
                    <a:lumOff val="25000"/>
                  </a:schemeClr>
                </a:solidFill>
                <a:latin typeface="Yu Gothic UI" panose="020B0500000000000000" pitchFamily="34" charset="-128"/>
                <a:ea typeface="Yu Gothic UI" panose="020B0500000000000000" pitchFamily="34" charset="-128"/>
              </a:rPr>
              <a:t>Web </a:t>
            </a:r>
            <a:r>
              <a:rPr kumimoji="1" lang="ja-JP" altLang="en-US" sz="1100">
                <a:solidFill>
                  <a:schemeClr val="tx1">
                    <a:lumMod val="75000"/>
                    <a:lumOff val="25000"/>
                  </a:schemeClr>
                </a:solidFill>
                <a:latin typeface="Yu Gothic UI" panose="020B0500000000000000" pitchFamily="34" charset="-128"/>
                <a:ea typeface="Yu Gothic UI" panose="020B0500000000000000" pitchFamily="34" charset="-128"/>
              </a:rPr>
              <a:t>用、</a:t>
            </a:r>
            <a:r>
              <a:rPr kumimoji="1" lang="en-US" altLang="ja-JP" sz="1100" dirty="0">
                <a:solidFill>
                  <a:schemeClr val="tx1">
                    <a:lumMod val="75000"/>
                    <a:lumOff val="25000"/>
                  </a:schemeClr>
                </a:solidFill>
                <a:latin typeface="Yu Gothic UI" panose="020B0500000000000000" pitchFamily="34" charset="-128"/>
                <a:ea typeface="Yu Gothic UI" panose="020B0500000000000000" pitchFamily="34" charset="-128"/>
              </a:rPr>
              <a:t>API </a:t>
            </a:r>
            <a:r>
              <a:rPr kumimoji="1" lang="ja-JP" altLang="en-US" sz="1100">
                <a:solidFill>
                  <a:schemeClr val="tx1">
                    <a:lumMod val="75000"/>
                    <a:lumOff val="25000"/>
                  </a:schemeClr>
                </a:solidFill>
                <a:latin typeface="Yu Gothic UI" panose="020B0500000000000000" pitchFamily="34" charset="-128"/>
                <a:ea typeface="Yu Gothic UI" panose="020B0500000000000000" pitchFamily="34" charset="-128"/>
              </a:rPr>
              <a:t>用コンテナアプリのそれぞれの画面に遷移する</a:t>
            </a:r>
            <a:endParaRPr kumimoji="1" lang="en-US" altLang="ja-JP" sz="1100" dirty="0">
              <a:solidFill>
                <a:schemeClr val="tx1">
                  <a:lumMod val="75000"/>
                  <a:lumOff val="25000"/>
                </a:schemeClr>
              </a:solidFill>
              <a:latin typeface="Yu Gothic UI" panose="020B0500000000000000" pitchFamily="34" charset="-128"/>
              <a:ea typeface="Yu Gothic UI" panose="020B0500000000000000" pitchFamily="3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821805723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403B301-0720-8A35-B935-0B93DAE808C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正方形/長方形 2">
            <a:extLst>
              <a:ext uri="{FF2B5EF4-FFF2-40B4-BE49-F238E27FC236}">
                <a16:creationId xmlns:a16="http://schemas.microsoft.com/office/drawing/2014/main" id="{B3FDAE0F-E9C1-2AF6-48B9-8AC54AAA1C16}"/>
              </a:ext>
            </a:extLst>
          </p:cNvPr>
          <p:cNvSpPr>
            <a:spLocks noGrp="1"/>
          </p:cNvSpPr>
          <p:nvPr/>
        </p:nvSpPr>
        <p:spPr>
          <a:xfrm>
            <a:off x="550606" y="2157412"/>
            <a:ext cx="11080955" cy="3886200"/>
          </a:xfrm>
          <a:prstGeom prst="rect">
            <a:avLst/>
          </a:prstGeom>
          <a:solidFill>
            <a:srgbClr val="FFFFFF"/>
          </a:solidFill>
          <a:ln w="9525">
            <a:solidFill>
              <a:srgbClr val="D0D5DD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5" name="正方形/長方形 14">
            <a:extLst>
              <a:ext uri="{FF2B5EF4-FFF2-40B4-BE49-F238E27FC236}">
                <a16:creationId xmlns:a16="http://schemas.microsoft.com/office/drawing/2014/main" id="{92145C42-75ED-01E1-A0B7-61993EEBA829}"/>
              </a:ext>
            </a:extLst>
          </p:cNvPr>
          <p:cNvSpPr>
            <a:spLocks noGrp="1"/>
          </p:cNvSpPr>
          <p:nvPr/>
        </p:nvSpPr>
        <p:spPr>
          <a:xfrm>
            <a:off x="685800" y="400050"/>
            <a:ext cx="8953500" cy="4953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>
              <a:defRPr sz="2325" b="1">
                <a:solidFill>
                  <a:srgbClr val="1F2937"/>
                </a:solidFill>
                <a:latin typeface="Yu Gothic"/>
                <a:ea typeface="Yu Gothic"/>
                <a:cs typeface="Yu Gothic"/>
              </a:defRPr>
            </a:pPr>
            <a:r>
              <a:rPr lang="en" altLang="ja-JP" sz="2000" b="1" dirty="0">
                <a:solidFill>
                  <a:srgbClr val="1F2937"/>
                </a:solidFill>
                <a:latin typeface="Yu Gothic"/>
                <a:ea typeface="Yu Gothic"/>
                <a:cs typeface="Yu Gothic"/>
              </a:rPr>
              <a:t>Web</a:t>
            </a:r>
            <a:r>
              <a:rPr lang="en-US" altLang="ja-JP" sz="2000" b="1" dirty="0">
                <a:solidFill>
                  <a:srgbClr val="1F2937"/>
                </a:solidFill>
                <a:latin typeface="Yu Gothic"/>
                <a:ea typeface="Yu Gothic"/>
                <a:cs typeface="Yu Gothic"/>
              </a:rPr>
              <a:t> </a:t>
            </a:r>
            <a:r>
              <a:rPr lang="ja-JP" altLang="en-US" sz="2000" b="1">
                <a:solidFill>
                  <a:srgbClr val="1F2937"/>
                </a:solidFill>
                <a:latin typeface="Yu Gothic"/>
                <a:ea typeface="Yu Gothic"/>
                <a:cs typeface="Yu Gothic"/>
              </a:rPr>
              <a:t>用、</a:t>
            </a:r>
            <a:r>
              <a:rPr lang="en" altLang="ja-JP" sz="2000" b="1" dirty="0">
                <a:solidFill>
                  <a:srgbClr val="1F2937"/>
                </a:solidFill>
                <a:latin typeface="Yu Gothic"/>
                <a:ea typeface="Yu Gothic"/>
                <a:cs typeface="Yu Gothic"/>
              </a:rPr>
              <a:t>API </a:t>
            </a:r>
            <a:r>
              <a:rPr lang="ja-JP" altLang="en-US" sz="2000" b="1">
                <a:solidFill>
                  <a:srgbClr val="1F2937"/>
                </a:solidFill>
                <a:latin typeface="Yu Gothic"/>
                <a:ea typeface="Yu Gothic"/>
                <a:cs typeface="Yu Gothic"/>
              </a:rPr>
              <a:t>用コンテナアプリの </a:t>
            </a:r>
            <a:r>
              <a:rPr lang="en" altLang="ja-JP" sz="2000" b="1" dirty="0">
                <a:solidFill>
                  <a:srgbClr val="1F2937"/>
                </a:solidFill>
                <a:latin typeface="Yu Gothic"/>
                <a:ea typeface="Yu Gothic"/>
                <a:cs typeface="Yu Gothic"/>
              </a:rPr>
              <a:t>revision </a:t>
            </a:r>
            <a:r>
              <a:rPr lang="ja-JP" altLang="en-US" sz="2000" b="1">
                <a:solidFill>
                  <a:srgbClr val="1F2937"/>
                </a:solidFill>
                <a:latin typeface="Yu Gothic"/>
                <a:ea typeface="Yu Gothic"/>
                <a:cs typeface="Yu Gothic"/>
              </a:rPr>
              <a:t>を確認する</a:t>
            </a:r>
            <a:endParaRPr lang="ja-JP" altLang="en-US" sz="2000" b="1" dirty="0">
              <a:solidFill>
                <a:srgbClr val="1F2937"/>
              </a:solidFill>
              <a:latin typeface="Yu Gothic"/>
              <a:ea typeface="Yu Gothic"/>
              <a:cs typeface="Yu Gothic"/>
            </a:endParaRPr>
          </a:p>
        </p:txBody>
      </p:sp>
      <p:sp>
        <p:nvSpPr>
          <p:cNvPr id="2" name="正方形/長方形 1">
            <a:extLst>
              <a:ext uri="{FF2B5EF4-FFF2-40B4-BE49-F238E27FC236}">
                <a16:creationId xmlns:a16="http://schemas.microsoft.com/office/drawing/2014/main" id="{603E6CB3-6FC1-5291-A173-51F70973078F}"/>
              </a:ext>
            </a:extLst>
          </p:cNvPr>
          <p:cNvSpPr>
            <a:spLocks noGrp="1"/>
          </p:cNvSpPr>
          <p:nvPr/>
        </p:nvSpPr>
        <p:spPr>
          <a:xfrm>
            <a:off x="685800" y="876300"/>
            <a:ext cx="36195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13" b="0">
                <a:solidFill>
                  <a:srgbClr val="667085"/>
                </a:solidFill>
                <a:latin typeface="Yu Gothic UI"/>
                <a:ea typeface="Yu Gothic UI"/>
                <a:cs typeface="Yu Gothic UI"/>
              </a:defRPr>
            </a:pPr>
            <a:r>
              <a:rPr sz="713" b="0" dirty="0">
                <a:solidFill>
                  <a:srgbClr val="667085"/>
                </a:solidFill>
                <a:latin typeface="Yu Gothic UI"/>
                <a:ea typeface="Yu Gothic UI"/>
                <a:cs typeface="Yu Gothic UI"/>
              </a:rPr>
              <a:t>Azure Workshop for Beginners </a:t>
            </a:r>
            <a:r>
              <a:rPr lang="ja-JP" altLang="en-US" sz="713" b="0">
                <a:solidFill>
                  <a:srgbClr val="667085"/>
                </a:solidFill>
                <a:latin typeface="Yu Gothic UI"/>
                <a:ea typeface="Yu Gothic UI"/>
                <a:cs typeface="Yu Gothic UI"/>
              </a:rPr>
              <a:t> </a:t>
            </a:r>
            <a:r>
              <a:rPr lang="en-US" altLang="ja-JP" sz="713" b="0" dirty="0">
                <a:solidFill>
                  <a:srgbClr val="667085"/>
                </a:solidFill>
                <a:latin typeface="Yu Gothic UI"/>
                <a:ea typeface="Yu Gothic UI"/>
                <a:cs typeface="Yu Gothic UI"/>
              </a:rPr>
              <a:t>| </a:t>
            </a:r>
            <a:r>
              <a:rPr lang="ja-JP" altLang="en-US" sz="713" b="0">
                <a:solidFill>
                  <a:srgbClr val="667085"/>
                </a:solidFill>
                <a:latin typeface="Yu Gothic UI"/>
                <a:ea typeface="Yu Gothic UI"/>
                <a:cs typeface="Yu Gothic UI"/>
              </a:rPr>
              <a:t>第</a:t>
            </a:r>
            <a:r>
              <a:rPr lang="en-US" altLang="ja-JP" sz="713" b="0" dirty="0">
                <a:solidFill>
                  <a:srgbClr val="667085"/>
                </a:solidFill>
                <a:latin typeface="Yu Gothic UI"/>
                <a:ea typeface="Yu Gothic UI"/>
                <a:cs typeface="Yu Gothic UI"/>
              </a:rPr>
              <a:t>6</a:t>
            </a:r>
            <a:r>
              <a:rPr lang="ja-JP" altLang="en-US" sz="713" b="0">
                <a:solidFill>
                  <a:srgbClr val="667085"/>
                </a:solidFill>
                <a:latin typeface="Yu Gothic UI"/>
                <a:ea typeface="Yu Gothic UI"/>
                <a:cs typeface="Yu Gothic UI"/>
              </a:rPr>
              <a:t>回</a:t>
            </a:r>
            <a:endParaRPr sz="713" b="0" dirty="0">
              <a:solidFill>
                <a:srgbClr val="667085"/>
              </a:solidFill>
              <a:latin typeface="Yu Gothic UI"/>
              <a:ea typeface="Yu Gothic UI"/>
              <a:cs typeface="Yu Gothic UI"/>
            </a:endParaRPr>
          </a:p>
        </p:txBody>
      </p:sp>
      <p:sp>
        <p:nvSpPr>
          <p:cNvPr id="4" name="正方形/長方形 3">
            <a:extLst>
              <a:ext uri="{FF2B5EF4-FFF2-40B4-BE49-F238E27FC236}">
                <a16:creationId xmlns:a16="http://schemas.microsoft.com/office/drawing/2014/main" id="{45C86EB9-6FD9-D36F-FC10-21B1DC634A3F}"/>
              </a:ext>
            </a:extLst>
          </p:cNvPr>
          <p:cNvSpPr>
            <a:spLocks noGrp="1"/>
          </p:cNvSpPr>
          <p:nvPr/>
        </p:nvSpPr>
        <p:spPr>
          <a:xfrm>
            <a:off x="685800" y="1200150"/>
            <a:ext cx="10820400" cy="14288"/>
          </a:xfrm>
          <a:prstGeom prst="rect">
            <a:avLst/>
          </a:prstGeom>
          <a:solidFill>
            <a:srgbClr val="D0D5DD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6" name="正方形/長方形 5">
            <a:extLst>
              <a:ext uri="{FF2B5EF4-FFF2-40B4-BE49-F238E27FC236}">
                <a16:creationId xmlns:a16="http://schemas.microsoft.com/office/drawing/2014/main" id="{39B2A84F-B587-47A2-1BB6-CB4AD84DC817}"/>
              </a:ext>
            </a:extLst>
          </p:cNvPr>
          <p:cNvSpPr>
            <a:spLocks noGrp="1"/>
          </p:cNvSpPr>
          <p:nvPr/>
        </p:nvSpPr>
        <p:spPr>
          <a:xfrm>
            <a:off x="685800" y="1352550"/>
            <a:ext cx="10820400" cy="552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19050" rIns="0" bIns="0" anchor="t"/>
          <a:lstStyle/>
          <a:p>
            <a:pPr>
              <a:defRPr sz="1238" b="0">
                <a:solidFill>
                  <a:srgbClr val="64748B"/>
                </a:solidFill>
                <a:latin typeface="Yu Gothic"/>
                <a:ea typeface="Yu Gothic"/>
                <a:cs typeface="Yu Gothic"/>
              </a:defRPr>
            </a:pPr>
            <a:r>
              <a:rPr lang="en" altLang="ja-JP" sz="1200" dirty="0">
                <a:solidFill>
                  <a:srgbClr val="64748B"/>
                </a:solidFill>
                <a:latin typeface="Yu Gothic"/>
                <a:ea typeface="Yu Gothic"/>
                <a:cs typeface="Yu Gothic"/>
              </a:rPr>
              <a:t>API </a:t>
            </a:r>
            <a:r>
              <a:rPr lang="ja-JP" altLang="en-US" sz="1200">
                <a:solidFill>
                  <a:srgbClr val="64748B"/>
                </a:solidFill>
                <a:latin typeface="Yu Gothic"/>
                <a:ea typeface="Yu Gothic"/>
                <a:cs typeface="Yu Gothic"/>
              </a:rPr>
              <a:t>のプレースホルダーが、実アプリのイメージを使う </a:t>
            </a:r>
            <a:r>
              <a:rPr lang="en" altLang="ja-JP" sz="1200" dirty="0">
                <a:solidFill>
                  <a:srgbClr val="64748B"/>
                </a:solidFill>
                <a:latin typeface="Yu Gothic"/>
                <a:ea typeface="Yu Gothic"/>
                <a:cs typeface="Yu Gothic"/>
              </a:rPr>
              <a:t>revision </a:t>
            </a:r>
            <a:r>
              <a:rPr lang="ja-JP" altLang="en-US" sz="1200">
                <a:solidFill>
                  <a:srgbClr val="64748B"/>
                </a:solidFill>
                <a:latin typeface="Yu Gothic"/>
                <a:ea typeface="Yu Gothic"/>
                <a:cs typeface="Yu Gothic"/>
              </a:rPr>
              <a:t>に更新されていることを確認します。</a:t>
            </a:r>
            <a:endParaRPr lang="en-US" altLang="ja-JP" sz="1200" dirty="0">
              <a:solidFill>
                <a:srgbClr val="64748B"/>
              </a:solidFill>
              <a:latin typeface="Yu Gothic"/>
              <a:ea typeface="Yu Gothic"/>
              <a:cs typeface="Yu Gothic"/>
            </a:endParaRPr>
          </a:p>
          <a:p>
            <a:pPr>
              <a:defRPr sz="1238" b="0">
                <a:solidFill>
                  <a:srgbClr val="64748B"/>
                </a:solidFill>
                <a:latin typeface="Yu Gothic"/>
                <a:ea typeface="Yu Gothic"/>
                <a:cs typeface="Yu Gothic"/>
              </a:defRPr>
            </a:pPr>
            <a:r>
              <a:rPr lang="en" altLang="ja-JP" sz="1200" dirty="0">
                <a:solidFill>
                  <a:srgbClr val="64748B"/>
                </a:solidFill>
                <a:latin typeface="Yu Gothic"/>
                <a:ea typeface="Yu Gothic"/>
                <a:cs typeface="Yu Gothic"/>
              </a:rPr>
              <a:t>Web </a:t>
            </a:r>
            <a:r>
              <a:rPr lang="ja-JP" altLang="en-US" sz="1200">
                <a:solidFill>
                  <a:srgbClr val="64748B"/>
                </a:solidFill>
                <a:latin typeface="Yu Gothic"/>
                <a:ea typeface="Yu Gothic"/>
                <a:cs typeface="Yu Gothic"/>
              </a:rPr>
              <a:t>側も新しいイメージの </a:t>
            </a:r>
            <a:r>
              <a:rPr lang="en" altLang="ja-JP" sz="1200" dirty="0">
                <a:solidFill>
                  <a:srgbClr val="64748B"/>
                </a:solidFill>
                <a:latin typeface="Yu Gothic"/>
                <a:ea typeface="Yu Gothic"/>
                <a:cs typeface="Yu Gothic"/>
              </a:rPr>
              <a:t>revision </a:t>
            </a:r>
            <a:r>
              <a:rPr lang="ja-JP" altLang="en-US" sz="1200">
                <a:solidFill>
                  <a:srgbClr val="64748B"/>
                </a:solidFill>
                <a:latin typeface="Yu Gothic"/>
                <a:ea typeface="Yu Gothic"/>
                <a:cs typeface="Yu Gothic"/>
              </a:rPr>
              <a:t>に更新されます。</a:t>
            </a:r>
            <a:r>
              <a:rPr lang="en" altLang="ja-JP" sz="1200" dirty="0">
                <a:solidFill>
                  <a:srgbClr val="64748B"/>
                </a:solidFill>
                <a:latin typeface="Yu Gothic"/>
                <a:ea typeface="Yu Gothic"/>
                <a:cs typeface="Yu Gothic"/>
              </a:rPr>
              <a:t>API </a:t>
            </a:r>
            <a:r>
              <a:rPr lang="ja-JP" altLang="en-US" sz="1200">
                <a:solidFill>
                  <a:srgbClr val="64748B"/>
                </a:solidFill>
                <a:latin typeface="Yu Gothic"/>
                <a:ea typeface="Yu Gothic"/>
                <a:cs typeface="Yu Gothic"/>
              </a:rPr>
              <a:t>と同じく、</a:t>
            </a:r>
            <a:r>
              <a:rPr lang="en" altLang="ja-JP" sz="1200" dirty="0">
                <a:solidFill>
                  <a:srgbClr val="64748B"/>
                </a:solidFill>
                <a:latin typeface="Yu Gothic"/>
                <a:ea typeface="Yu Gothic"/>
                <a:cs typeface="Yu Gothic"/>
              </a:rPr>
              <a:t>image </a:t>
            </a:r>
            <a:r>
              <a:rPr lang="ja-JP" altLang="en-US" sz="1200">
                <a:solidFill>
                  <a:srgbClr val="64748B"/>
                </a:solidFill>
                <a:latin typeface="Yu Gothic"/>
                <a:ea typeface="Yu Gothic"/>
                <a:cs typeface="Yu Gothic"/>
              </a:rPr>
              <a:t>と </a:t>
            </a:r>
            <a:r>
              <a:rPr lang="en" altLang="ja-JP" sz="1200" dirty="0">
                <a:solidFill>
                  <a:srgbClr val="64748B"/>
                </a:solidFill>
                <a:latin typeface="Yu Gothic"/>
                <a:ea typeface="Yu Gothic"/>
                <a:cs typeface="Yu Gothic"/>
              </a:rPr>
              <a:t>Status </a:t>
            </a:r>
            <a:r>
              <a:rPr lang="ja-JP" altLang="en-US" sz="1200">
                <a:solidFill>
                  <a:srgbClr val="64748B"/>
                </a:solidFill>
                <a:latin typeface="Yu Gothic"/>
                <a:ea typeface="Yu Gothic"/>
                <a:cs typeface="Yu Gothic"/>
              </a:rPr>
              <a:t>を確認します。</a:t>
            </a:r>
          </a:p>
          <a:p>
            <a:pPr>
              <a:defRPr sz="1238" b="0">
                <a:solidFill>
                  <a:srgbClr val="64748B"/>
                </a:solidFill>
                <a:latin typeface="Yu Gothic"/>
                <a:ea typeface="Yu Gothic"/>
                <a:cs typeface="Yu Gothic"/>
              </a:defRPr>
            </a:pPr>
            <a:endParaRPr lang="ja-JP" altLang="en-US" sz="1200" dirty="0">
              <a:solidFill>
                <a:srgbClr val="64748B"/>
              </a:solidFill>
              <a:latin typeface="Yu Gothic"/>
              <a:ea typeface="Yu Gothic"/>
              <a:cs typeface="Yu Gothic"/>
            </a:endParaRPr>
          </a:p>
        </p:txBody>
      </p:sp>
      <p:pic>
        <p:nvPicPr>
          <p:cNvPr id="7" name="図 6">
            <a:extLst>
              <a:ext uri="{FF2B5EF4-FFF2-40B4-BE49-F238E27FC236}">
                <a16:creationId xmlns:a16="http://schemas.microsoft.com/office/drawing/2014/main" id="{0E619DF3-A148-CFA5-DBC2-6E3A6911B589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947450" y="2590284"/>
            <a:ext cx="4815697" cy="2708830"/>
          </a:xfrm>
          <a:prstGeom prst="rect">
            <a:avLst/>
          </a:prstGeom>
        </p:spPr>
      </p:pic>
      <p:pic>
        <p:nvPicPr>
          <p:cNvPr id="11" name="図 10">
            <a:extLst>
              <a:ext uri="{FF2B5EF4-FFF2-40B4-BE49-F238E27FC236}">
                <a16:creationId xmlns:a16="http://schemas.microsoft.com/office/drawing/2014/main" id="{FB9BFE81-77D8-F554-D549-577415643A1D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6428855" y="2590284"/>
            <a:ext cx="4969525" cy="3105953"/>
          </a:xfrm>
          <a:prstGeom prst="rect">
            <a:avLst/>
          </a:prstGeom>
        </p:spPr>
      </p:pic>
      <p:sp>
        <p:nvSpPr>
          <p:cNvPr id="12" name="正方形/長方形 11">
            <a:extLst>
              <a:ext uri="{FF2B5EF4-FFF2-40B4-BE49-F238E27FC236}">
                <a16:creationId xmlns:a16="http://schemas.microsoft.com/office/drawing/2014/main" id="{B3F87B0E-FD38-6B67-7CBF-0A66AD3BB242}"/>
              </a:ext>
            </a:extLst>
          </p:cNvPr>
          <p:cNvSpPr/>
          <p:nvPr/>
        </p:nvSpPr>
        <p:spPr>
          <a:xfrm>
            <a:off x="947450" y="3734718"/>
            <a:ext cx="804232" cy="176270"/>
          </a:xfrm>
          <a:prstGeom prst="rect">
            <a:avLst/>
          </a:prstGeom>
          <a:noFill/>
          <a:ln w="254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3" name="四角形吹き出し 12">
            <a:extLst>
              <a:ext uri="{FF2B5EF4-FFF2-40B4-BE49-F238E27FC236}">
                <a16:creationId xmlns:a16="http://schemas.microsoft.com/office/drawing/2014/main" id="{7ABD6EC7-F5DB-321B-878D-9A066FB87FE6}"/>
              </a:ext>
            </a:extLst>
          </p:cNvPr>
          <p:cNvSpPr/>
          <p:nvPr/>
        </p:nvSpPr>
        <p:spPr>
          <a:xfrm>
            <a:off x="947450" y="3285710"/>
            <a:ext cx="2049137" cy="286580"/>
          </a:xfrm>
          <a:prstGeom prst="wedgeRectCallout">
            <a:avLst>
              <a:gd name="adj1" fmla="val -38813"/>
              <a:gd name="adj2" fmla="val 67829"/>
            </a:avLst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kumimoji="1" lang="ja-JP" altLang="en-US" sz="1100">
                <a:solidFill>
                  <a:schemeClr val="tx1">
                    <a:lumMod val="75000"/>
                    <a:lumOff val="25000"/>
                  </a:schemeClr>
                </a:solidFill>
                <a:latin typeface="Yu Gothic UI" panose="020B0500000000000000" pitchFamily="34" charset="-128"/>
                <a:ea typeface="Yu Gothic UI" panose="020B0500000000000000" pitchFamily="34" charset="-128"/>
              </a:rPr>
              <a:t>「リビジョンとレプリカ」</a:t>
            </a:r>
            <a:r>
              <a:rPr kumimoji="1" lang="en-US" altLang="ja-JP" sz="1100" dirty="0">
                <a:solidFill>
                  <a:schemeClr val="tx1">
                    <a:lumMod val="75000"/>
                    <a:lumOff val="25000"/>
                  </a:schemeClr>
                </a:solidFill>
                <a:latin typeface="Yu Gothic UI" panose="020B0500000000000000" pitchFamily="34" charset="-128"/>
                <a:ea typeface="Yu Gothic UI" panose="020B0500000000000000" pitchFamily="34" charset="-128"/>
              </a:rPr>
              <a:t> </a:t>
            </a:r>
            <a:r>
              <a:rPr kumimoji="1" lang="ja-JP" altLang="en-US" sz="1100">
                <a:solidFill>
                  <a:schemeClr val="tx1">
                    <a:lumMod val="75000"/>
                    <a:lumOff val="25000"/>
                  </a:schemeClr>
                </a:solidFill>
                <a:latin typeface="Yu Gothic UI" panose="020B0500000000000000" pitchFamily="34" charset="-128"/>
                <a:ea typeface="Yu Gothic UI" panose="020B0500000000000000" pitchFamily="34" charset="-128"/>
              </a:rPr>
              <a:t>をクリック</a:t>
            </a:r>
            <a:endParaRPr kumimoji="1" lang="en-US" altLang="ja-JP" sz="1100" dirty="0">
              <a:solidFill>
                <a:schemeClr val="tx1">
                  <a:lumMod val="75000"/>
                  <a:lumOff val="25000"/>
                </a:schemeClr>
              </a:solidFill>
              <a:latin typeface="Yu Gothic UI" panose="020B0500000000000000" pitchFamily="34" charset="-128"/>
              <a:ea typeface="Yu Gothic UI" panose="020B0500000000000000" pitchFamily="34" charset="-128"/>
            </a:endParaRPr>
          </a:p>
        </p:txBody>
      </p:sp>
      <p:sp>
        <p:nvSpPr>
          <p:cNvPr id="18" name="正方形/長方形 17">
            <a:extLst>
              <a:ext uri="{FF2B5EF4-FFF2-40B4-BE49-F238E27FC236}">
                <a16:creationId xmlns:a16="http://schemas.microsoft.com/office/drawing/2014/main" id="{FDEFF55A-9A66-E5BB-0B64-DAC7A9E5C149}"/>
              </a:ext>
            </a:extLst>
          </p:cNvPr>
          <p:cNvSpPr/>
          <p:nvPr/>
        </p:nvSpPr>
        <p:spPr>
          <a:xfrm>
            <a:off x="1746410" y="3646583"/>
            <a:ext cx="804232" cy="176270"/>
          </a:xfrm>
          <a:prstGeom prst="rect">
            <a:avLst/>
          </a:prstGeom>
          <a:noFill/>
          <a:ln w="254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9" name="四角形吹き出し 18">
            <a:extLst>
              <a:ext uri="{FF2B5EF4-FFF2-40B4-BE49-F238E27FC236}">
                <a16:creationId xmlns:a16="http://schemas.microsoft.com/office/drawing/2014/main" id="{8A09772A-9260-8F4E-586D-7F072C01C671}"/>
              </a:ext>
            </a:extLst>
          </p:cNvPr>
          <p:cNvSpPr/>
          <p:nvPr/>
        </p:nvSpPr>
        <p:spPr>
          <a:xfrm>
            <a:off x="793620" y="4913312"/>
            <a:ext cx="2049137" cy="286580"/>
          </a:xfrm>
          <a:prstGeom prst="wedgeRectCallout">
            <a:avLst>
              <a:gd name="adj1" fmla="val 6886"/>
              <a:gd name="adj2" fmla="val -412703"/>
            </a:avLst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kumimoji="1" lang="ja-JP" altLang="en-US" sz="1100">
                <a:solidFill>
                  <a:schemeClr val="tx1">
                    <a:lumMod val="75000"/>
                    <a:lumOff val="25000"/>
                  </a:schemeClr>
                </a:solidFill>
                <a:latin typeface="Yu Gothic UI" panose="020B0500000000000000" pitchFamily="34" charset="-128"/>
                <a:ea typeface="Yu Gothic UI" panose="020B0500000000000000" pitchFamily="34" charset="-128"/>
              </a:rPr>
              <a:t>リビジョン名をクリック</a:t>
            </a:r>
            <a:endParaRPr kumimoji="1" lang="en-US" altLang="ja-JP" sz="1100" dirty="0">
              <a:solidFill>
                <a:schemeClr val="tx1">
                  <a:lumMod val="75000"/>
                  <a:lumOff val="25000"/>
                </a:schemeClr>
              </a:solidFill>
              <a:latin typeface="Yu Gothic UI" panose="020B0500000000000000" pitchFamily="34" charset="-128"/>
              <a:ea typeface="Yu Gothic UI" panose="020B0500000000000000" pitchFamily="34" charset="-128"/>
            </a:endParaRPr>
          </a:p>
        </p:txBody>
      </p:sp>
      <p:sp>
        <p:nvSpPr>
          <p:cNvPr id="27" name="正方形/長方形 26">
            <a:extLst>
              <a:ext uri="{FF2B5EF4-FFF2-40B4-BE49-F238E27FC236}">
                <a16:creationId xmlns:a16="http://schemas.microsoft.com/office/drawing/2014/main" id="{74E98DD7-9204-E135-9DB6-22A5C662FB77}"/>
              </a:ext>
            </a:extLst>
          </p:cNvPr>
          <p:cNvSpPr/>
          <p:nvPr/>
        </p:nvSpPr>
        <p:spPr>
          <a:xfrm>
            <a:off x="3087615" y="4305758"/>
            <a:ext cx="426766" cy="189123"/>
          </a:xfrm>
          <a:prstGeom prst="rect">
            <a:avLst/>
          </a:prstGeom>
          <a:noFill/>
          <a:ln w="254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8" name="四角形吹き出し 27">
            <a:extLst>
              <a:ext uri="{FF2B5EF4-FFF2-40B4-BE49-F238E27FC236}">
                <a16:creationId xmlns:a16="http://schemas.microsoft.com/office/drawing/2014/main" id="{F2020DCC-D8AD-FA9E-9FED-5949A09599E4}"/>
              </a:ext>
            </a:extLst>
          </p:cNvPr>
          <p:cNvSpPr/>
          <p:nvPr/>
        </p:nvSpPr>
        <p:spPr>
          <a:xfrm>
            <a:off x="3022296" y="4957449"/>
            <a:ext cx="1659873" cy="480406"/>
          </a:xfrm>
          <a:prstGeom prst="wedgeRectCallout">
            <a:avLst>
              <a:gd name="adj1" fmla="val -26447"/>
              <a:gd name="adj2" fmla="val -133957"/>
            </a:avLst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kumimoji="1" lang="ja-JP" altLang="en-US" sz="1100">
                <a:solidFill>
                  <a:schemeClr val="tx1">
                    <a:lumMod val="75000"/>
                    <a:lumOff val="25000"/>
                  </a:schemeClr>
                </a:solidFill>
                <a:latin typeface="Yu Gothic UI" panose="020B0500000000000000" pitchFamily="34" charset="-128"/>
                <a:ea typeface="Yu Gothic UI" panose="020B0500000000000000" pitchFamily="34" charset="-128"/>
              </a:rPr>
              <a:t>コンテナーの「詳細を表示」をクリック</a:t>
            </a:r>
            <a:endParaRPr kumimoji="1" lang="en-US" altLang="ja-JP" sz="1100" dirty="0">
              <a:solidFill>
                <a:schemeClr val="tx1">
                  <a:lumMod val="75000"/>
                  <a:lumOff val="25000"/>
                </a:schemeClr>
              </a:solidFill>
              <a:latin typeface="Yu Gothic UI" panose="020B0500000000000000" pitchFamily="34" charset="-128"/>
              <a:ea typeface="Yu Gothic UI" panose="020B0500000000000000" pitchFamily="34" charset="-128"/>
            </a:endParaRPr>
          </a:p>
        </p:txBody>
      </p:sp>
      <p:sp>
        <p:nvSpPr>
          <p:cNvPr id="29" name="正方形/長方形 28">
            <a:extLst>
              <a:ext uri="{FF2B5EF4-FFF2-40B4-BE49-F238E27FC236}">
                <a16:creationId xmlns:a16="http://schemas.microsoft.com/office/drawing/2014/main" id="{92730AFA-3E67-C3E8-1637-F4D3CD3F0B7E}"/>
              </a:ext>
            </a:extLst>
          </p:cNvPr>
          <p:cNvSpPr/>
          <p:nvPr/>
        </p:nvSpPr>
        <p:spPr>
          <a:xfrm>
            <a:off x="8151020" y="4048698"/>
            <a:ext cx="2105683" cy="622454"/>
          </a:xfrm>
          <a:prstGeom prst="rect">
            <a:avLst/>
          </a:prstGeom>
          <a:noFill/>
          <a:ln w="254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30" name="四角形吹き出し 29">
            <a:extLst>
              <a:ext uri="{FF2B5EF4-FFF2-40B4-BE49-F238E27FC236}">
                <a16:creationId xmlns:a16="http://schemas.microsoft.com/office/drawing/2014/main" id="{7CBE2E56-6655-525A-65C8-398A3D74B81E}"/>
              </a:ext>
            </a:extLst>
          </p:cNvPr>
          <p:cNvSpPr/>
          <p:nvPr/>
        </p:nvSpPr>
        <p:spPr>
          <a:xfrm>
            <a:off x="9169704" y="5133720"/>
            <a:ext cx="1659873" cy="480406"/>
          </a:xfrm>
          <a:prstGeom prst="wedgeRectCallout">
            <a:avLst>
              <a:gd name="adj1" fmla="val -26447"/>
              <a:gd name="adj2" fmla="val -133957"/>
            </a:avLst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kumimoji="1" lang="ja-JP" altLang="en-US" sz="1100">
                <a:solidFill>
                  <a:schemeClr val="tx1">
                    <a:lumMod val="75000"/>
                    <a:lumOff val="25000"/>
                  </a:schemeClr>
                </a:solidFill>
                <a:latin typeface="Yu Gothic UI" panose="020B0500000000000000" pitchFamily="34" charset="-128"/>
                <a:ea typeface="Yu Gothic UI" panose="020B0500000000000000" pitchFamily="34" charset="-128"/>
              </a:rPr>
              <a:t>自身の</a:t>
            </a:r>
            <a:r>
              <a:rPr kumimoji="1" lang="en-US" altLang="ja-JP" sz="1100" dirty="0">
                <a:solidFill>
                  <a:schemeClr val="tx1">
                    <a:lumMod val="75000"/>
                    <a:lumOff val="25000"/>
                  </a:schemeClr>
                </a:solidFill>
                <a:latin typeface="Yu Gothic UI" panose="020B0500000000000000" pitchFamily="34" charset="-128"/>
                <a:ea typeface="Yu Gothic UI" panose="020B0500000000000000" pitchFamily="34" charset="-128"/>
              </a:rPr>
              <a:t> ACR </a:t>
            </a:r>
            <a:r>
              <a:rPr kumimoji="1" lang="ja-JP" altLang="en-US" sz="1100">
                <a:solidFill>
                  <a:schemeClr val="tx1">
                    <a:lumMod val="75000"/>
                    <a:lumOff val="25000"/>
                  </a:schemeClr>
                </a:solidFill>
                <a:latin typeface="Yu Gothic UI" panose="020B0500000000000000" pitchFamily="34" charset="-128"/>
                <a:ea typeface="Yu Gothic UI" panose="020B0500000000000000" pitchFamily="34" charset="-128"/>
              </a:rPr>
              <a:t>のコンテナイメージが元になっていることがわかる</a:t>
            </a:r>
            <a:endParaRPr kumimoji="1" lang="en-US" altLang="ja-JP" sz="1100" dirty="0">
              <a:solidFill>
                <a:schemeClr val="tx1">
                  <a:lumMod val="75000"/>
                  <a:lumOff val="25000"/>
                </a:schemeClr>
              </a:solidFill>
              <a:latin typeface="Yu Gothic UI" panose="020B0500000000000000" pitchFamily="34" charset="-128"/>
              <a:ea typeface="Yu Gothic UI" panose="020B0500000000000000" pitchFamily="3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612414634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611697B-56D9-EADC-EF12-7655CD7F2FB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正方形/長方形 2">
            <a:extLst>
              <a:ext uri="{FF2B5EF4-FFF2-40B4-BE49-F238E27FC236}">
                <a16:creationId xmlns:a16="http://schemas.microsoft.com/office/drawing/2014/main" id="{A0B45279-77B1-D419-A6DA-7BD86D7F4BC3}"/>
              </a:ext>
            </a:extLst>
          </p:cNvPr>
          <p:cNvSpPr>
            <a:spLocks noGrp="1"/>
          </p:cNvSpPr>
          <p:nvPr/>
        </p:nvSpPr>
        <p:spPr>
          <a:xfrm>
            <a:off x="550606" y="2157412"/>
            <a:ext cx="11080955" cy="3886200"/>
          </a:xfrm>
          <a:prstGeom prst="rect">
            <a:avLst/>
          </a:prstGeom>
          <a:solidFill>
            <a:srgbClr val="FFFFFF"/>
          </a:solidFill>
          <a:ln w="9525">
            <a:solidFill>
              <a:srgbClr val="D0D5DD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5" name="正方形/長方形 14">
            <a:extLst>
              <a:ext uri="{FF2B5EF4-FFF2-40B4-BE49-F238E27FC236}">
                <a16:creationId xmlns:a16="http://schemas.microsoft.com/office/drawing/2014/main" id="{908C7881-3D3A-CC27-DF86-397A00FDB34B}"/>
              </a:ext>
            </a:extLst>
          </p:cNvPr>
          <p:cNvSpPr>
            <a:spLocks noGrp="1"/>
          </p:cNvSpPr>
          <p:nvPr/>
        </p:nvSpPr>
        <p:spPr>
          <a:xfrm>
            <a:off x="685800" y="400050"/>
            <a:ext cx="8953500" cy="4953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>
              <a:defRPr sz="2325" b="1">
                <a:solidFill>
                  <a:srgbClr val="1F2937"/>
                </a:solidFill>
                <a:latin typeface="Yu Gothic"/>
                <a:ea typeface="Yu Gothic"/>
                <a:cs typeface="Yu Gothic"/>
              </a:defRPr>
            </a:pPr>
            <a:r>
              <a:rPr lang="ja-JP" altLang="en-US" sz="2000" b="1">
                <a:solidFill>
                  <a:srgbClr val="1F2937"/>
                </a:solidFill>
                <a:latin typeface="Yu Gothic"/>
                <a:ea typeface="Yu Gothic"/>
                <a:cs typeface="Yu Gothic"/>
              </a:rPr>
              <a:t>アプリにアクセスしてテストする</a:t>
            </a:r>
            <a:endParaRPr lang="ja-JP" altLang="en-US" sz="2000" b="1" dirty="0">
              <a:solidFill>
                <a:srgbClr val="1F2937"/>
              </a:solidFill>
              <a:latin typeface="Yu Gothic"/>
              <a:ea typeface="Yu Gothic"/>
              <a:cs typeface="Yu Gothic"/>
            </a:endParaRPr>
          </a:p>
        </p:txBody>
      </p:sp>
      <p:sp>
        <p:nvSpPr>
          <p:cNvPr id="2" name="正方形/長方形 1">
            <a:extLst>
              <a:ext uri="{FF2B5EF4-FFF2-40B4-BE49-F238E27FC236}">
                <a16:creationId xmlns:a16="http://schemas.microsoft.com/office/drawing/2014/main" id="{6F8C0F6E-5B6B-AD4D-7395-CBF8680AAE90}"/>
              </a:ext>
            </a:extLst>
          </p:cNvPr>
          <p:cNvSpPr>
            <a:spLocks noGrp="1"/>
          </p:cNvSpPr>
          <p:nvPr/>
        </p:nvSpPr>
        <p:spPr>
          <a:xfrm>
            <a:off x="685800" y="876300"/>
            <a:ext cx="36195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13" b="0">
                <a:solidFill>
                  <a:srgbClr val="667085"/>
                </a:solidFill>
                <a:latin typeface="Yu Gothic UI"/>
                <a:ea typeface="Yu Gothic UI"/>
                <a:cs typeface="Yu Gothic UI"/>
              </a:defRPr>
            </a:pPr>
            <a:r>
              <a:rPr sz="713" b="0" dirty="0">
                <a:solidFill>
                  <a:srgbClr val="667085"/>
                </a:solidFill>
                <a:latin typeface="Yu Gothic UI"/>
                <a:ea typeface="Yu Gothic UI"/>
                <a:cs typeface="Yu Gothic UI"/>
              </a:rPr>
              <a:t>Azure Workshop for Beginners </a:t>
            </a:r>
            <a:r>
              <a:rPr lang="ja-JP" altLang="en-US" sz="713" b="0">
                <a:solidFill>
                  <a:srgbClr val="667085"/>
                </a:solidFill>
                <a:latin typeface="Yu Gothic UI"/>
                <a:ea typeface="Yu Gothic UI"/>
                <a:cs typeface="Yu Gothic UI"/>
              </a:rPr>
              <a:t> </a:t>
            </a:r>
            <a:r>
              <a:rPr lang="en-US" altLang="ja-JP" sz="713" b="0" dirty="0">
                <a:solidFill>
                  <a:srgbClr val="667085"/>
                </a:solidFill>
                <a:latin typeface="Yu Gothic UI"/>
                <a:ea typeface="Yu Gothic UI"/>
                <a:cs typeface="Yu Gothic UI"/>
              </a:rPr>
              <a:t>| </a:t>
            </a:r>
            <a:r>
              <a:rPr lang="ja-JP" altLang="en-US" sz="713" b="0">
                <a:solidFill>
                  <a:srgbClr val="667085"/>
                </a:solidFill>
                <a:latin typeface="Yu Gothic UI"/>
                <a:ea typeface="Yu Gothic UI"/>
                <a:cs typeface="Yu Gothic UI"/>
              </a:rPr>
              <a:t>第</a:t>
            </a:r>
            <a:r>
              <a:rPr lang="en-US" altLang="ja-JP" sz="713" b="0" dirty="0">
                <a:solidFill>
                  <a:srgbClr val="667085"/>
                </a:solidFill>
                <a:latin typeface="Yu Gothic UI"/>
                <a:ea typeface="Yu Gothic UI"/>
                <a:cs typeface="Yu Gothic UI"/>
              </a:rPr>
              <a:t>6</a:t>
            </a:r>
            <a:r>
              <a:rPr lang="ja-JP" altLang="en-US" sz="713" b="0">
                <a:solidFill>
                  <a:srgbClr val="667085"/>
                </a:solidFill>
                <a:latin typeface="Yu Gothic UI"/>
                <a:ea typeface="Yu Gothic UI"/>
                <a:cs typeface="Yu Gothic UI"/>
              </a:rPr>
              <a:t>回</a:t>
            </a:r>
            <a:endParaRPr sz="713" b="0" dirty="0">
              <a:solidFill>
                <a:srgbClr val="667085"/>
              </a:solidFill>
              <a:latin typeface="Yu Gothic UI"/>
              <a:ea typeface="Yu Gothic UI"/>
              <a:cs typeface="Yu Gothic UI"/>
            </a:endParaRPr>
          </a:p>
        </p:txBody>
      </p:sp>
      <p:sp>
        <p:nvSpPr>
          <p:cNvPr id="4" name="正方形/長方形 3">
            <a:extLst>
              <a:ext uri="{FF2B5EF4-FFF2-40B4-BE49-F238E27FC236}">
                <a16:creationId xmlns:a16="http://schemas.microsoft.com/office/drawing/2014/main" id="{8A9C2E26-62FD-CC00-E9D8-6F9CB1AA9021}"/>
              </a:ext>
            </a:extLst>
          </p:cNvPr>
          <p:cNvSpPr>
            <a:spLocks noGrp="1"/>
          </p:cNvSpPr>
          <p:nvPr/>
        </p:nvSpPr>
        <p:spPr>
          <a:xfrm>
            <a:off x="685800" y="1200150"/>
            <a:ext cx="10820400" cy="14288"/>
          </a:xfrm>
          <a:prstGeom prst="rect">
            <a:avLst/>
          </a:prstGeom>
          <a:solidFill>
            <a:srgbClr val="D0D5DD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6" name="正方形/長方形 5">
            <a:extLst>
              <a:ext uri="{FF2B5EF4-FFF2-40B4-BE49-F238E27FC236}">
                <a16:creationId xmlns:a16="http://schemas.microsoft.com/office/drawing/2014/main" id="{DD1E09A0-415A-8482-257C-E90365D4B2CE}"/>
              </a:ext>
            </a:extLst>
          </p:cNvPr>
          <p:cNvSpPr>
            <a:spLocks noGrp="1"/>
          </p:cNvSpPr>
          <p:nvPr/>
        </p:nvSpPr>
        <p:spPr>
          <a:xfrm>
            <a:off x="685800" y="1352550"/>
            <a:ext cx="10820400" cy="552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19050" rIns="0" bIns="0" anchor="t"/>
          <a:lstStyle/>
          <a:p>
            <a:pPr>
              <a:defRPr sz="1238" b="0">
                <a:solidFill>
                  <a:srgbClr val="64748B"/>
                </a:solidFill>
                <a:latin typeface="Yu Gothic"/>
                <a:ea typeface="Yu Gothic"/>
                <a:cs typeface="Yu Gothic"/>
              </a:defRPr>
            </a:pPr>
            <a:r>
              <a:rPr lang="ja-JP" altLang="en-US" sz="1200">
                <a:solidFill>
                  <a:srgbClr val="64748B"/>
                </a:solidFill>
                <a:latin typeface="Yu Gothic"/>
                <a:ea typeface="Yu Gothic"/>
                <a:cs typeface="Yu Gothic"/>
              </a:rPr>
              <a:t>ブラウザーで </a:t>
            </a:r>
            <a:r>
              <a:rPr lang="en" altLang="ja-JP" sz="1200" dirty="0">
                <a:solidFill>
                  <a:srgbClr val="64748B"/>
                </a:solidFill>
                <a:latin typeface="Yu Gothic"/>
                <a:ea typeface="Yu Gothic"/>
                <a:cs typeface="Yu Gothic"/>
              </a:rPr>
              <a:t>Web URL </a:t>
            </a:r>
            <a:r>
              <a:rPr lang="ja-JP" altLang="en-US" sz="1200">
                <a:solidFill>
                  <a:srgbClr val="64748B"/>
                </a:solidFill>
                <a:latin typeface="Yu Gothic"/>
                <a:ea typeface="Yu Gothic"/>
                <a:cs typeface="Yu Gothic"/>
              </a:rPr>
              <a:t>を開き、</a:t>
            </a:r>
            <a:r>
              <a:rPr lang="en" altLang="ja-JP" sz="1200" dirty="0">
                <a:solidFill>
                  <a:srgbClr val="64748B"/>
                </a:solidFill>
                <a:latin typeface="Yu Gothic"/>
                <a:ea typeface="Yu Gothic"/>
                <a:cs typeface="Yu Gothic"/>
              </a:rPr>
              <a:t>Todo </a:t>
            </a:r>
            <a:r>
              <a:rPr lang="ja-JP" altLang="en-US" sz="1200">
                <a:solidFill>
                  <a:srgbClr val="64748B"/>
                </a:solidFill>
                <a:latin typeface="Yu Gothic"/>
                <a:ea typeface="Yu Gothic"/>
                <a:cs typeface="Yu Gothic"/>
              </a:rPr>
              <a:t>アプリのログイン画面が表示されることを確認します。</a:t>
            </a:r>
            <a:endParaRPr lang="ja-JP" altLang="en-US" sz="1200" dirty="0">
              <a:solidFill>
                <a:srgbClr val="64748B"/>
              </a:solidFill>
              <a:latin typeface="Yu Gothic"/>
              <a:ea typeface="Yu Gothic"/>
              <a:cs typeface="Yu Gothic"/>
            </a:endParaRPr>
          </a:p>
        </p:txBody>
      </p:sp>
      <p:pic>
        <p:nvPicPr>
          <p:cNvPr id="5" name="図 4">
            <a:extLst>
              <a:ext uri="{FF2B5EF4-FFF2-40B4-BE49-F238E27FC236}">
                <a16:creationId xmlns:a16="http://schemas.microsoft.com/office/drawing/2014/main" id="{55A3D561-84CD-0A07-9882-05836611380A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685801" y="2476501"/>
            <a:ext cx="5174664" cy="2910748"/>
          </a:xfrm>
          <a:prstGeom prst="rect">
            <a:avLst/>
          </a:prstGeom>
        </p:spPr>
      </p:pic>
      <p:sp>
        <p:nvSpPr>
          <p:cNvPr id="8" name="正方形/長方形 7">
            <a:extLst>
              <a:ext uri="{FF2B5EF4-FFF2-40B4-BE49-F238E27FC236}">
                <a16:creationId xmlns:a16="http://schemas.microsoft.com/office/drawing/2014/main" id="{BB61F255-05B8-D9F9-602F-923DF712428C}"/>
              </a:ext>
            </a:extLst>
          </p:cNvPr>
          <p:cNvSpPr/>
          <p:nvPr/>
        </p:nvSpPr>
        <p:spPr>
          <a:xfrm>
            <a:off x="4181138" y="3073706"/>
            <a:ext cx="1481532" cy="269626"/>
          </a:xfrm>
          <a:prstGeom prst="rect">
            <a:avLst/>
          </a:prstGeom>
          <a:noFill/>
          <a:ln w="254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9" name="正方形/長方形 8">
            <a:extLst>
              <a:ext uri="{FF2B5EF4-FFF2-40B4-BE49-F238E27FC236}">
                <a16:creationId xmlns:a16="http://schemas.microsoft.com/office/drawing/2014/main" id="{0F62F3DE-563B-C5F3-99D3-37363E98CCED}"/>
              </a:ext>
            </a:extLst>
          </p:cNvPr>
          <p:cNvSpPr/>
          <p:nvPr/>
        </p:nvSpPr>
        <p:spPr>
          <a:xfrm>
            <a:off x="1749671" y="1839912"/>
            <a:ext cx="3168072" cy="636588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kumimoji="1" lang="en-US" altLang="ja-JP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Yu Gothic UI" panose="020B0500000000000000" pitchFamily="34" charset="-128"/>
                <a:ea typeface="Yu Gothic UI" panose="020B0500000000000000" pitchFamily="34" charset="-128"/>
              </a:rPr>
              <a:t>Azure Portal </a:t>
            </a:r>
            <a:r>
              <a:rPr kumimoji="1" lang="ja-JP" altLang="en-US" sz="1200">
                <a:solidFill>
                  <a:schemeClr val="tx1">
                    <a:lumMod val="75000"/>
                    <a:lumOff val="25000"/>
                  </a:schemeClr>
                </a:solidFill>
                <a:latin typeface="Yu Gothic UI" panose="020B0500000000000000" pitchFamily="34" charset="-128"/>
                <a:ea typeface="Yu Gothic UI" panose="020B0500000000000000" pitchFamily="34" charset="-128"/>
              </a:rPr>
              <a:t>にアクセスし、自身のリソースグループから</a:t>
            </a:r>
            <a:r>
              <a:rPr kumimoji="1" lang="en-US" altLang="ja-JP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Yu Gothic UI" panose="020B0500000000000000" pitchFamily="34" charset="-128"/>
                <a:ea typeface="Yu Gothic UI" panose="020B0500000000000000" pitchFamily="34" charset="-128"/>
              </a:rPr>
              <a:t> Web </a:t>
            </a:r>
            <a:r>
              <a:rPr kumimoji="1" lang="ja-JP" altLang="en-US" sz="1200">
                <a:solidFill>
                  <a:schemeClr val="tx1">
                    <a:lumMod val="75000"/>
                    <a:lumOff val="25000"/>
                  </a:schemeClr>
                </a:solidFill>
                <a:latin typeface="Yu Gothic UI" panose="020B0500000000000000" pitchFamily="34" charset="-128"/>
                <a:ea typeface="Yu Gothic UI" panose="020B0500000000000000" pitchFamily="34" charset="-128"/>
              </a:rPr>
              <a:t>用コンテナアプリ</a:t>
            </a:r>
            <a:r>
              <a:rPr kumimoji="1" lang="en-US" altLang="ja-JP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Yu Gothic UI" panose="020B0500000000000000" pitchFamily="34" charset="-128"/>
                <a:ea typeface="Yu Gothic UI" panose="020B0500000000000000" pitchFamily="34" charset="-128"/>
              </a:rPr>
              <a:t> </a:t>
            </a:r>
            <a:r>
              <a:rPr kumimoji="1" lang="ja-JP" altLang="en-US" sz="1200">
                <a:solidFill>
                  <a:schemeClr val="tx1">
                    <a:lumMod val="75000"/>
                    <a:lumOff val="25000"/>
                  </a:schemeClr>
                </a:solidFill>
                <a:latin typeface="Yu Gothic UI" panose="020B0500000000000000" pitchFamily="34" charset="-128"/>
                <a:ea typeface="Yu Gothic UI" panose="020B0500000000000000" pitchFamily="34" charset="-128"/>
              </a:rPr>
              <a:t>を開く</a:t>
            </a:r>
          </a:p>
        </p:txBody>
      </p:sp>
      <p:sp>
        <p:nvSpPr>
          <p:cNvPr id="10" name="四角形吹き出し 9">
            <a:extLst>
              <a:ext uri="{FF2B5EF4-FFF2-40B4-BE49-F238E27FC236}">
                <a16:creationId xmlns:a16="http://schemas.microsoft.com/office/drawing/2014/main" id="{8256B6DC-FF49-1F47-92A2-40DD9A75B0BA}"/>
              </a:ext>
            </a:extLst>
          </p:cNvPr>
          <p:cNvSpPr/>
          <p:nvPr/>
        </p:nvSpPr>
        <p:spPr>
          <a:xfrm>
            <a:off x="3613533" y="3738562"/>
            <a:ext cx="2049137" cy="468103"/>
          </a:xfrm>
          <a:prstGeom prst="wedgeRectCallout">
            <a:avLst>
              <a:gd name="adj1" fmla="val 14950"/>
              <a:gd name="adj2" fmla="val -111901"/>
            </a:avLst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kumimoji="1" lang="en-US" altLang="ja-JP" sz="1100" dirty="0">
                <a:solidFill>
                  <a:schemeClr val="tx1">
                    <a:lumMod val="75000"/>
                    <a:lumOff val="25000"/>
                  </a:schemeClr>
                </a:solidFill>
                <a:latin typeface="Yu Gothic UI" panose="020B0500000000000000" pitchFamily="34" charset="-128"/>
                <a:ea typeface="Yu Gothic UI" panose="020B0500000000000000" pitchFamily="34" charset="-128"/>
              </a:rPr>
              <a:t>Web </a:t>
            </a:r>
            <a:r>
              <a:rPr kumimoji="1" lang="ja-JP" altLang="en-US" sz="1100">
                <a:solidFill>
                  <a:schemeClr val="tx1">
                    <a:lumMod val="75000"/>
                    <a:lumOff val="25000"/>
                  </a:schemeClr>
                </a:solidFill>
                <a:latin typeface="Yu Gothic UI" panose="020B0500000000000000" pitchFamily="34" charset="-128"/>
                <a:ea typeface="Yu Gothic UI" panose="020B0500000000000000" pitchFamily="34" charset="-128"/>
              </a:rPr>
              <a:t>用コンテナアプリのアプリケーション</a:t>
            </a:r>
            <a:r>
              <a:rPr kumimoji="1" lang="en-US" altLang="ja-JP" sz="1100" dirty="0">
                <a:solidFill>
                  <a:schemeClr val="tx1">
                    <a:lumMod val="75000"/>
                    <a:lumOff val="25000"/>
                  </a:schemeClr>
                </a:solidFill>
                <a:latin typeface="Yu Gothic UI" panose="020B0500000000000000" pitchFamily="34" charset="-128"/>
                <a:ea typeface="Yu Gothic UI" panose="020B0500000000000000" pitchFamily="34" charset="-128"/>
              </a:rPr>
              <a:t> URL </a:t>
            </a:r>
            <a:r>
              <a:rPr kumimoji="1" lang="ja-JP" altLang="en-US" sz="1100">
                <a:solidFill>
                  <a:schemeClr val="tx1">
                    <a:lumMod val="75000"/>
                    <a:lumOff val="25000"/>
                  </a:schemeClr>
                </a:solidFill>
                <a:latin typeface="Yu Gothic UI" panose="020B0500000000000000" pitchFamily="34" charset="-128"/>
                <a:ea typeface="Yu Gothic UI" panose="020B0500000000000000" pitchFamily="34" charset="-128"/>
              </a:rPr>
              <a:t>をクリック</a:t>
            </a:r>
            <a:endParaRPr kumimoji="1" lang="en-US" altLang="ja-JP" sz="1100" dirty="0">
              <a:solidFill>
                <a:schemeClr val="tx1">
                  <a:lumMod val="75000"/>
                  <a:lumOff val="25000"/>
                </a:schemeClr>
              </a:solidFill>
              <a:latin typeface="Yu Gothic UI" panose="020B0500000000000000" pitchFamily="34" charset="-128"/>
              <a:ea typeface="Yu Gothic UI" panose="020B0500000000000000" pitchFamily="34" charset="-128"/>
            </a:endParaRPr>
          </a:p>
        </p:txBody>
      </p:sp>
      <p:pic>
        <p:nvPicPr>
          <p:cNvPr id="16" name="図 15">
            <a:extLst>
              <a:ext uri="{FF2B5EF4-FFF2-40B4-BE49-F238E27FC236}">
                <a16:creationId xmlns:a16="http://schemas.microsoft.com/office/drawing/2014/main" id="{EE9D1905-DC65-0E43-ABAD-894F17DA3976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6331535" y="2476501"/>
            <a:ext cx="4846320" cy="3028950"/>
          </a:xfrm>
          <a:prstGeom prst="rect">
            <a:avLst/>
          </a:prstGeom>
        </p:spPr>
      </p:pic>
      <p:sp>
        <p:nvSpPr>
          <p:cNvPr id="17" name="正方形/長方形 16">
            <a:extLst>
              <a:ext uri="{FF2B5EF4-FFF2-40B4-BE49-F238E27FC236}">
                <a16:creationId xmlns:a16="http://schemas.microsoft.com/office/drawing/2014/main" id="{EEC122F2-F7D8-2277-449F-203292BAA3F5}"/>
              </a:ext>
            </a:extLst>
          </p:cNvPr>
          <p:cNvSpPr/>
          <p:nvPr/>
        </p:nvSpPr>
        <p:spPr>
          <a:xfrm>
            <a:off x="7170659" y="5021262"/>
            <a:ext cx="3168072" cy="636588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kumimoji="1" lang="ja-JP" altLang="en-US" sz="1200">
                <a:solidFill>
                  <a:schemeClr val="tx1">
                    <a:lumMod val="75000"/>
                    <a:lumOff val="25000"/>
                  </a:schemeClr>
                </a:solidFill>
                <a:latin typeface="Yu Gothic UI" panose="020B0500000000000000" pitchFamily="34" charset="-128"/>
                <a:ea typeface="Yu Gothic UI" panose="020B0500000000000000" pitchFamily="34" charset="-128"/>
              </a:rPr>
              <a:t>サンプルアプリのトップページが表示されることを確認する</a:t>
            </a:r>
          </a:p>
        </p:txBody>
      </p:sp>
    </p:spTree>
    <p:extLst>
      <p:ext uri="{BB962C8B-B14F-4D97-AF65-F5344CB8AC3E}">
        <p14:creationId xmlns:p14="http://schemas.microsoft.com/office/powerpoint/2010/main" val="250012811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C1597BC-9B49-821C-D230-6F05F89D56B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正方形/長方形 2">
            <a:extLst>
              <a:ext uri="{FF2B5EF4-FFF2-40B4-BE49-F238E27FC236}">
                <a16:creationId xmlns:a16="http://schemas.microsoft.com/office/drawing/2014/main" id="{EF647BED-3321-7F66-A7EB-6DBB69EDFC87}"/>
              </a:ext>
            </a:extLst>
          </p:cNvPr>
          <p:cNvSpPr>
            <a:spLocks noGrp="1"/>
          </p:cNvSpPr>
          <p:nvPr/>
        </p:nvSpPr>
        <p:spPr>
          <a:xfrm>
            <a:off x="550606" y="2157412"/>
            <a:ext cx="11080955" cy="3886200"/>
          </a:xfrm>
          <a:prstGeom prst="rect">
            <a:avLst/>
          </a:prstGeom>
          <a:solidFill>
            <a:srgbClr val="FFFFFF"/>
          </a:solidFill>
          <a:ln w="9525">
            <a:solidFill>
              <a:srgbClr val="D0D5DD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5" name="正方形/長方形 14">
            <a:extLst>
              <a:ext uri="{FF2B5EF4-FFF2-40B4-BE49-F238E27FC236}">
                <a16:creationId xmlns:a16="http://schemas.microsoft.com/office/drawing/2014/main" id="{D0529230-1C9D-98E4-1338-E48870AAAC8D}"/>
              </a:ext>
            </a:extLst>
          </p:cNvPr>
          <p:cNvSpPr>
            <a:spLocks noGrp="1"/>
          </p:cNvSpPr>
          <p:nvPr/>
        </p:nvSpPr>
        <p:spPr>
          <a:xfrm>
            <a:off x="685800" y="400050"/>
            <a:ext cx="8953500" cy="4953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>
              <a:defRPr sz="2325" b="1">
                <a:solidFill>
                  <a:srgbClr val="1F2937"/>
                </a:solidFill>
                <a:latin typeface="Yu Gothic"/>
                <a:ea typeface="Yu Gothic"/>
                <a:cs typeface="Yu Gothic"/>
              </a:defRPr>
            </a:pPr>
            <a:r>
              <a:rPr lang="en" altLang="ja-JP" sz="2000" b="1" dirty="0">
                <a:solidFill>
                  <a:srgbClr val="1F2937"/>
                </a:solidFill>
                <a:latin typeface="Yu Gothic"/>
                <a:ea typeface="Yu Gothic"/>
                <a:cs typeface="Yu Gothic"/>
              </a:rPr>
              <a:t>Entra ID </a:t>
            </a:r>
            <a:r>
              <a:rPr lang="ja-JP" altLang="en-US" sz="2000" b="1">
                <a:solidFill>
                  <a:srgbClr val="1F2937"/>
                </a:solidFill>
                <a:latin typeface="Yu Gothic"/>
                <a:ea typeface="Yu Gothic"/>
                <a:cs typeface="Yu Gothic"/>
              </a:rPr>
              <a:t>でサインインする</a:t>
            </a:r>
            <a:endParaRPr lang="ja-JP" altLang="en-US" sz="2000" b="1" dirty="0">
              <a:solidFill>
                <a:srgbClr val="1F2937"/>
              </a:solidFill>
              <a:latin typeface="Yu Gothic"/>
              <a:ea typeface="Yu Gothic"/>
              <a:cs typeface="Yu Gothic"/>
            </a:endParaRPr>
          </a:p>
        </p:txBody>
      </p:sp>
      <p:sp>
        <p:nvSpPr>
          <p:cNvPr id="2" name="正方形/長方形 1">
            <a:extLst>
              <a:ext uri="{FF2B5EF4-FFF2-40B4-BE49-F238E27FC236}">
                <a16:creationId xmlns:a16="http://schemas.microsoft.com/office/drawing/2014/main" id="{5A14F525-6BC9-2AAB-F03F-52ACE1B2A2CE}"/>
              </a:ext>
            </a:extLst>
          </p:cNvPr>
          <p:cNvSpPr>
            <a:spLocks noGrp="1"/>
          </p:cNvSpPr>
          <p:nvPr/>
        </p:nvSpPr>
        <p:spPr>
          <a:xfrm>
            <a:off x="685800" y="876300"/>
            <a:ext cx="36195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13" b="0">
                <a:solidFill>
                  <a:srgbClr val="667085"/>
                </a:solidFill>
                <a:latin typeface="Yu Gothic UI"/>
                <a:ea typeface="Yu Gothic UI"/>
                <a:cs typeface="Yu Gothic UI"/>
              </a:defRPr>
            </a:pPr>
            <a:r>
              <a:rPr sz="713" b="0" dirty="0">
                <a:solidFill>
                  <a:srgbClr val="667085"/>
                </a:solidFill>
                <a:latin typeface="Yu Gothic UI"/>
                <a:ea typeface="Yu Gothic UI"/>
                <a:cs typeface="Yu Gothic UI"/>
              </a:rPr>
              <a:t>Azure Workshop for Beginners </a:t>
            </a:r>
            <a:r>
              <a:rPr lang="ja-JP" altLang="en-US" sz="713" b="0">
                <a:solidFill>
                  <a:srgbClr val="667085"/>
                </a:solidFill>
                <a:latin typeface="Yu Gothic UI"/>
                <a:ea typeface="Yu Gothic UI"/>
                <a:cs typeface="Yu Gothic UI"/>
              </a:rPr>
              <a:t> </a:t>
            </a:r>
            <a:r>
              <a:rPr lang="en-US" altLang="ja-JP" sz="713" b="0" dirty="0">
                <a:solidFill>
                  <a:srgbClr val="667085"/>
                </a:solidFill>
                <a:latin typeface="Yu Gothic UI"/>
                <a:ea typeface="Yu Gothic UI"/>
                <a:cs typeface="Yu Gothic UI"/>
              </a:rPr>
              <a:t>| </a:t>
            </a:r>
            <a:r>
              <a:rPr lang="ja-JP" altLang="en-US" sz="713" b="0">
                <a:solidFill>
                  <a:srgbClr val="667085"/>
                </a:solidFill>
                <a:latin typeface="Yu Gothic UI"/>
                <a:ea typeface="Yu Gothic UI"/>
                <a:cs typeface="Yu Gothic UI"/>
              </a:rPr>
              <a:t>第</a:t>
            </a:r>
            <a:r>
              <a:rPr lang="en-US" altLang="ja-JP" sz="713" b="0" dirty="0">
                <a:solidFill>
                  <a:srgbClr val="667085"/>
                </a:solidFill>
                <a:latin typeface="Yu Gothic UI"/>
                <a:ea typeface="Yu Gothic UI"/>
                <a:cs typeface="Yu Gothic UI"/>
              </a:rPr>
              <a:t>6</a:t>
            </a:r>
            <a:r>
              <a:rPr lang="ja-JP" altLang="en-US" sz="713" b="0">
                <a:solidFill>
                  <a:srgbClr val="667085"/>
                </a:solidFill>
                <a:latin typeface="Yu Gothic UI"/>
                <a:ea typeface="Yu Gothic UI"/>
                <a:cs typeface="Yu Gothic UI"/>
              </a:rPr>
              <a:t>回</a:t>
            </a:r>
            <a:endParaRPr sz="713" b="0" dirty="0">
              <a:solidFill>
                <a:srgbClr val="667085"/>
              </a:solidFill>
              <a:latin typeface="Yu Gothic UI"/>
              <a:ea typeface="Yu Gothic UI"/>
              <a:cs typeface="Yu Gothic UI"/>
            </a:endParaRPr>
          </a:p>
        </p:txBody>
      </p:sp>
      <p:sp>
        <p:nvSpPr>
          <p:cNvPr id="4" name="正方形/長方形 3">
            <a:extLst>
              <a:ext uri="{FF2B5EF4-FFF2-40B4-BE49-F238E27FC236}">
                <a16:creationId xmlns:a16="http://schemas.microsoft.com/office/drawing/2014/main" id="{220E6B79-7621-0B1B-556B-7278ACC41F91}"/>
              </a:ext>
            </a:extLst>
          </p:cNvPr>
          <p:cNvSpPr>
            <a:spLocks noGrp="1"/>
          </p:cNvSpPr>
          <p:nvPr/>
        </p:nvSpPr>
        <p:spPr>
          <a:xfrm>
            <a:off x="685800" y="1200150"/>
            <a:ext cx="10820400" cy="14288"/>
          </a:xfrm>
          <a:prstGeom prst="rect">
            <a:avLst/>
          </a:prstGeom>
          <a:solidFill>
            <a:srgbClr val="D0D5DD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6" name="正方形/長方形 5">
            <a:extLst>
              <a:ext uri="{FF2B5EF4-FFF2-40B4-BE49-F238E27FC236}">
                <a16:creationId xmlns:a16="http://schemas.microsoft.com/office/drawing/2014/main" id="{A0016267-6ED0-4CF4-9442-1F8C61F578EB}"/>
              </a:ext>
            </a:extLst>
          </p:cNvPr>
          <p:cNvSpPr>
            <a:spLocks noGrp="1"/>
          </p:cNvSpPr>
          <p:nvPr/>
        </p:nvSpPr>
        <p:spPr>
          <a:xfrm>
            <a:off x="685800" y="1352550"/>
            <a:ext cx="10820400" cy="552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19050" rIns="0" bIns="0" anchor="t"/>
          <a:lstStyle/>
          <a:p>
            <a:pPr>
              <a:defRPr sz="1238" b="0">
                <a:solidFill>
                  <a:srgbClr val="64748B"/>
                </a:solidFill>
                <a:latin typeface="Yu Gothic"/>
                <a:ea typeface="Yu Gothic"/>
                <a:cs typeface="Yu Gothic"/>
              </a:defRPr>
            </a:pPr>
            <a:r>
              <a:rPr lang="en" altLang="ja-JP" sz="1200" dirty="0">
                <a:solidFill>
                  <a:srgbClr val="64748B"/>
                </a:solidFill>
                <a:latin typeface="Yu Gothic"/>
                <a:ea typeface="Yu Gothic"/>
                <a:cs typeface="Yu Gothic"/>
              </a:rPr>
              <a:t>Microsoft Entra ID </a:t>
            </a:r>
            <a:r>
              <a:rPr lang="ja-JP" altLang="en-US" sz="1200">
                <a:solidFill>
                  <a:srgbClr val="64748B"/>
                </a:solidFill>
                <a:latin typeface="Yu Gothic"/>
                <a:ea typeface="Yu Gothic"/>
                <a:cs typeface="Yu Gothic"/>
              </a:rPr>
              <a:t>の認証を通って </a:t>
            </a:r>
            <a:r>
              <a:rPr lang="en" altLang="ja-JP" sz="1200" dirty="0">
                <a:solidFill>
                  <a:srgbClr val="64748B"/>
                </a:solidFill>
                <a:latin typeface="Yu Gothic"/>
                <a:ea typeface="Yu Gothic"/>
                <a:cs typeface="Yu Gothic"/>
              </a:rPr>
              <a:t>Todo </a:t>
            </a:r>
            <a:r>
              <a:rPr lang="ja-JP" altLang="en-US" sz="1200">
                <a:solidFill>
                  <a:srgbClr val="64748B"/>
                </a:solidFill>
                <a:latin typeface="Yu Gothic"/>
                <a:ea typeface="Yu Gothic"/>
                <a:cs typeface="Yu Gothic"/>
              </a:rPr>
              <a:t>画面に入ります。</a:t>
            </a:r>
            <a:endParaRPr lang="ja-JP" altLang="en-US" sz="1200" dirty="0">
              <a:solidFill>
                <a:srgbClr val="64748B"/>
              </a:solidFill>
              <a:latin typeface="Yu Gothic"/>
              <a:ea typeface="Yu Gothic"/>
              <a:cs typeface="Yu Gothic"/>
            </a:endParaRPr>
          </a:p>
        </p:txBody>
      </p:sp>
      <p:pic>
        <p:nvPicPr>
          <p:cNvPr id="7" name="図 6">
            <a:extLst>
              <a:ext uri="{FF2B5EF4-FFF2-40B4-BE49-F238E27FC236}">
                <a16:creationId xmlns:a16="http://schemas.microsoft.com/office/drawing/2014/main" id="{D4F31387-1F04-2912-44C2-6550F190CAD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3021573" y="2347912"/>
            <a:ext cx="5741918" cy="3562350"/>
          </a:xfrm>
          <a:prstGeom prst="rect">
            <a:avLst/>
          </a:prstGeom>
        </p:spPr>
      </p:pic>
      <p:sp>
        <p:nvSpPr>
          <p:cNvPr id="11" name="正方形/長方形 10">
            <a:extLst>
              <a:ext uri="{FF2B5EF4-FFF2-40B4-BE49-F238E27FC236}">
                <a16:creationId xmlns:a16="http://schemas.microsoft.com/office/drawing/2014/main" id="{E87464AF-6C6C-59D5-673E-34C5615F38C8}"/>
              </a:ext>
            </a:extLst>
          </p:cNvPr>
          <p:cNvSpPr/>
          <p:nvPr/>
        </p:nvSpPr>
        <p:spPr>
          <a:xfrm>
            <a:off x="7281959" y="2578348"/>
            <a:ext cx="771371" cy="269626"/>
          </a:xfrm>
          <a:prstGeom prst="rect">
            <a:avLst/>
          </a:prstGeom>
          <a:noFill/>
          <a:ln w="254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2" name="四角形吹き出し 11">
            <a:extLst>
              <a:ext uri="{FF2B5EF4-FFF2-40B4-BE49-F238E27FC236}">
                <a16:creationId xmlns:a16="http://schemas.microsoft.com/office/drawing/2014/main" id="{84CB7EC6-6EF9-4FF8-9100-0E5609057069}"/>
              </a:ext>
            </a:extLst>
          </p:cNvPr>
          <p:cNvSpPr/>
          <p:nvPr/>
        </p:nvSpPr>
        <p:spPr>
          <a:xfrm>
            <a:off x="4305300" y="1784559"/>
            <a:ext cx="2049137" cy="468103"/>
          </a:xfrm>
          <a:prstGeom prst="wedgeRectCallout">
            <a:avLst>
              <a:gd name="adj1" fmla="val 82154"/>
              <a:gd name="adj2" fmla="val 116390"/>
            </a:avLst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kumimoji="1" lang="ja-JP" altLang="en-US" sz="1100">
                <a:solidFill>
                  <a:schemeClr val="tx1">
                    <a:lumMod val="75000"/>
                    <a:lumOff val="25000"/>
                  </a:schemeClr>
                </a:solidFill>
                <a:latin typeface="Yu Gothic UI" panose="020B0500000000000000" pitchFamily="34" charset="-128"/>
                <a:ea typeface="Yu Gothic UI" panose="020B0500000000000000" pitchFamily="34" charset="-128"/>
              </a:rPr>
              <a:t>ログインをクリックすると、</a:t>
            </a:r>
            <a:r>
              <a:rPr kumimoji="1" lang="en-US" altLang="ja-JP" sz="1100" dirty="0">
                <a:solidFill>
                  <a:schemeClr val="tx1">
                    <a:lumMod val="75000"/>
                    <a:lumOff val="25000"/>
                  </a:schemeClr>
                </a:solidFill>
                <a:latin typeface="Yu Gothic UI" panose="020B0500000000000000" pitchFamily="34" charset="-128"/>
                <a:ea typeface="Yu Gothic UI" panose="020B0500000000000000" pitchFamily="34" charset="-128"/>
              </a:rPr>
              <a:t>Entra ID </a:t>
            </a:r>
            <a:r>
              <a:rPr kumimoji="1" lang="ja-JP" altLang="en-US" sz="1100">
                <a:solidFill>
                  <a:schemeClr val="tx1">
                    <a:lumMod val="75000"/>
                    <a:lumOff val="25000"/>
                  </a:schemeClr>
                </a:solidFill>
                <a:latin typeface="Yu Gothic UI" panose="020B0500000000000000" pitchFamily="34" charset="-128"/>
                <a:ea typeface="Yu Gothic UI" panose="020B0500000000000000" pitchFamily="34" charset="-128"/>
              </a:rPr>
              <a:t>の認証ウィンドウがポップアップする</a:t>
            </a:r>
            <a:endParaRPr kumimoji="1" lang="en-US" altLang="ja-JP" sz="1100" dirty="0">
              <a:solidFill>
                <a:schemeClr val="tx1">
                  <a:lumMod val="75000"/>
                  <a:lumOff val="25000"/>
                </a:schemeClr>
              </a:solidFill>
              <a:latin typeface="Yu Gothic UI" panose="020B0500000000000000" pitchFamily="34" charset="-128"/>
              <a:ea typeface="Yu Gothic UI" panose="020B0500000000000000" pitchFamily="34" charset="-128"/>
            </a:endParaRPr>
          </a:p>
        </p:txBody>
      </p:sp>
      <p:sp>
        <p:nvSpPr>
          <p:cNvPr id="13" name="正方形/長方形 12">
            <a:extLst>
              <a:ext uri="{FF2B5EF4-FFF2-40B4-BE49-F238E27FC236}">
                <a16:creationId xmlns:a16="http://schemas.microsoft.com/office/drawing/2014/main" id="{E5B8CE38-D5FD-BE7F-8210-09F162AD0DAA}"/>
              </a:ext>
            </a:extLst>
          </p:cNvPr>
          <p:cNvSpPr/>
          <p:nvPr/>
        </p:nvSpPr>
        <p:spPr>
          <a:xfrm>
            <a:off x="4305300" y="2505074"/>
            <a:ext cx="2049137" cy="3000376"/>
          </a:xfrm>
          <a:prstGeom prst="rect">
            <a:avLst/>
          </a:prstGeom>
          <a:noFill/>
          <a:ln w="254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4" name="四角形吹き出し 13">
            <a:extLst>
              <a:ext uri="{FF2B5EF4-FFF2-40B4-BE49-F238E27FC236}">
                <a16:creationId xmlns:a16="http://schemas.microsoft.com/office/drawing/2014/main" id="{CAB717C2-DEA7-4033-B603-AA9D51C9D16B}"/>
              </a:ext>
            </a:extLst>
          </p:cNvPr>
          <p:cNvSpPr/>
          <p:nvPr/>
        </p:nvSpPr>
        <p:spPr>
          <a:xfrm>
            <a:off x="6714354" y="4066543"/>
            <a:ext cx="2049137" cy="468103"/>
          </a:xfrm>
          <a:prstGeom prst="wedgeRectCallout">
            <a:avLst>
              <a:gd name="adj1" fmla="val -56556"/>
              <a:gd name="adj2" fmla="val -135436"/>
            </a:avLst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kumimoji="1" lang="ja-JP" altLang="en-US" sz="1100">
                <a:solidFill>
                  <a:schemeClr val="tx1">
                    <a:lumMod val="75000"/>
                    <a:lumOff val="25000"/>
                  </a:schemeClr>
                </a:solidFill>
                <a:latin typeface="Yu Gothic UI" panose="020B0500000000000000" pitchFamily="34" charset="-128"/>
                <a:ea typeface="Yu Gothic UI" panose="020B0500000000000000" pitchFamily="34" charset="-128"/>
              </a:rPr>
              <a:t>ハンズオンに使っているアカウントでログインする</a:t>
            </a:r>
            <a:endParaRPr kumimoji="1" lang="en-US" altLang="ja-JP" sz="1100" dirty="0">
              <a:solidFill>
                <a:schemeClr val="tx1">
                  <a:lumMod val="75000"/>
                  <a:lumOff val="25000"/>
                </a:schemeClr>
              </a:solidFill>
              <a:latin typeface="Yu Gothic UI" panose="020B0500000000000000" pitchFamily="34" charset="-128"/>
              <a:ea typeface="Yu Gothic UI" panose="020B0500000000000000" pitchFamily="3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1106191159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64D9843-0C91-0585-CDAE-1D7AAB05B2B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正方形/長方形 2">
            <a:extLst>
              <a:ext uri="{FF2B5EF4-FFF2-40B4-BE49-F238E27FC236}">
                <a16:creationId xmlns:a16="http://schemas.microsoft.com/office/drawing/2014/main" id="{FC637C55-EC12-2041-4D6C-3C1C009F3A4C}"/>
              </a:ext>
            </a:extLst>
          </p:cNvPr>
          <p:cNvSpPr>
            <a:spLocks noGrp="1"/>
          </p:cNvSpPr>
          <p:nvPr/>
        </p:nvSpPr>
        <p:spPr>
          <a:xfrm>
            <a:off x="550606" y="2157412"/>
            <a:ext cx="11080955" cy="3886200"/>
          </a:xfrm>
          <a:prstGeom prst="rect">
            <a:avLst/>
          </a:prstGeom>
          <a:solidFill>
            <a:srgbClr val="FFFFFF"/>
          </a:solidFill>
          <a:ln w="9525">
            <a:solidFill>
              <a:srgbClr val="D0D5DD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5" name="正方形/長方形 14">
            <a:extLst>
              <a:ext uri="{FF2B5EF4-FFF2-40B4-BE49-F238E27FC236}">
                <a16:creationId xmlns:a16="http://schemas.microsoft.com/office/drawing/2014/main" id="{4C20E0CC-2508-ECF8-0456-8626F1A87381}"/>
              </a:ext>
            </a:extLst>
          </p:cNvPr>
          <p:cNvSpPr>
            <a:spLocks noGrp="1"/>
          </p:cNvSpPr>
          <p:nvPr/>
        </p:nvSpPr>
        <p:spPr>
          <a:xfrm>
            <a:off x="685800" y="400050"/>
            <a:ext cx="8953500" cy="4953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>
              <a:defRPr sz="2325" b="1">
                <a:solidFill>
                  <a:srgbClr val="1F2937"/>
                </a:solidFill>
                <a:latin typeface="Yu Gothic"/>
                <a:ea typeface="Yu Gothic"/>
                <a:cs typeface="Yu Gothic"/>
              </a:defRPr>
            </a:pPr>
            <a:r>
              <a:rPr lang="en" altLang="ja-JP" sz="2000" b="1" dirty="0">
                <a:solidFill>
                  <a:srgbClr val="1F2937"/>
                </a:solidFill>
                <a:latin typeface="Yu Gothic"/>
                <a:ea typeface="Yu Gothic"/>
                <a:cs typeface="Yu Gothic"/>
              </a:rPr>
              <a:t>Todo </a:t>
            </a:r>
            <a:r>
              <a:rPr lang="ja-JP" altLang="en-US" sz="2000" b="1">
                <a:solidFill>
                  <a:srgbClr val="1F2937"/>
                </a:solidFill>
                <a:latin typeface="Yu Gothic"/>
                <a:ea typeface="Yu Gothic"/>
                <a:cs typeface="Yu Gothic"/>
              </a:rPr>
              <a:t>の作成、編集、削除をする</a:t>
            </a:r>
            <a:endParaRPr lang="ja-JP" altLang="en-US" sz="2000" b="1" dirty="0">
              <a:solidFill>
                <a:srgbClr val="1F2937"/>
              </a:solidFill>
              <a:latin typeface="Yu Gothic"/>
              <a:ea typeface="Yu Gothic"/>
              <a:cs typeface="Yu Gothic"/>
            </a:endParaRPr>
          </a:p>
        </p:txBody>
      </p:sp>
      <p:sp>
        <p:nvSpPr>
          <p:cNvPr id="2" name="正方形/長方形 1">
            <a:extLst>
              <a:ext uri="{FF2B5EF4-FFF2-40B4-BE49-F238E27FC236}">
                <a16:creationId xmlns:a16="http://schemas.microsoft.com/office/drawing/2014/main" id="{AE9776C7-4FC4-26EB-9844-D22132DC27A8}"/>
              </a:ext>
            </a:extLst>
          </p:cNvPr>
          <p:cNvSpPr>
            <a:spLocks noGrp="1"/>
          </p:cNvSpPr>
          <p:nvPr/>
        </p:nvSpPr>
        <p:spPr>
          <a:xfrm>
            <a:off x="685800" y="876300"/>
            <a:ext cx="36195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13" b="0">
                <a:solidFill>
                  <a:srgbClr val="667085"/>
                </a:solidFill>
                <a:latin typeface="Yu Gothic UI"/>
                <a:ea typeface="Yu Gothic UI"/>
                <a:cs typeface="Yu Gothic UI"/>
              </a:defRPr>
            </a:pPr>
            <a:r>
              <a:rPr sz="713" b="0" dirty="0">
                <a:solidFill>
                  <a:srgbClr val="667085"/>
                </a:solidFill>
                <a:latin typeface="Yu Gothic UI"/>
                <a:ea typeface="Yu Gothic UI"/>
                <a:cs typeface="Yu Gothic UI"/>
              </a:rPr>
              <a:t>Azure Workshop for Beginners </a:t>
            </a:r>
            <a:r>
              <a:rPr lang="ja-JP" altLang="en-US" sz="713" b="0">
                <a:solidFill>
                  <a:srgbClr val="667085"/>
                </a:solidFill>
                <a:latin typeface="Yu Gothic UI"/>
                <a:ea typeface="Yu Gothic UI"/>
                <a:cs typeface="Yu Gothic UI"/>
              </a:rPr>
              <a:t> </a:t>
            </a:r>
            <a:r>
              <a:rPr lang="en-US" altLang="ja-JP" sz="713" b="0" dirty="0">
                <a:solidFill>
                  <a:srgbClr val="667085"/>
                </a:solidFill>
                <a:latin typeface="Yu Gothic UI"/>
                <a:ea typeface="Yu Gothic UI"/>
                <a:cs typeface="Yu Gothic UI"/>
              </a:rPr>
              <a:t>| </a:t>
            </a:r>
            <a:r>
              <a:rPr lang="ja-JP" altLang="en-US" sz="713" b="0">
                <a:solidFill>
                  <a:srgbClr val="667085"/>
                </a:solidFill>
                <a:latin typeface="Yu Gothic UI"/>
                <a:ea typeface="Yu Gothic UI"/>
                <a:cs typeface="Yu Gothic UI"/>
              </a:rPr>
              <a:t>第</a:t>
            </a:r>
            <a:r>
              <a:rPr lang="en-US" altLang="ja-JP" sz="713" b="0" dirty="0">
                <a:solidFill>
                  <a:srgbClr val="667085"/>
                </a:solidFill>
                <a:latin typeface="Yu Gothic UI"/>
                <a:ea typeface="Yu Gothic UI"/>
                <a:cs typeface="Yu Gothic UI"/>
              </a:rPr>
              <a:t>6</a:t>
            </a:r>
            <a:r>
              <a:rPr lang="ja-JP" altLang="en-US" sz="713" b="0">
                <a:solidFill>
                  <a:srgbClr val="667085"/>
                </a:solidFill>
                <a:latin typeface="Yu Gothic UI"/>
                <a:ea typeface="Yu Gothic UI"/>
                <a:cs typeface="Yu Gothic UI"/>
              </a:rPr>
              <a:t>回</a:t>
            </a:r>
            <a:endParaRPr sz="713" b="0" dirty="0">
              <a:solidFill>
                <a:srgbClr val="667085"/>
              </a:solidFill>
              <a:latin typeface="Yu Gothic UI"/>
              <a:ea typeface="Yu Gothic UI"/>
              <a:cs typeface="Yu Gothic UI"/>
            </a:endParaRPr>
          </a:p>
        </p:txBody>
      </p:sp>
      <p:sp>
        <p:nvSpPr>
          <p:cNvPr id="4" name="正方形/長方形 3">
            <a:extLst>
              <a:ext uri="{FF2B5EF4-FFF2-40B4-BE49-F238E27FC236}">
                <a16:creationId xmlns:a16="http://schemas.microsoft.com/office/drawing/2014/main" id="{D493EDBD-15A8-96D8-37B3-EB70EA19DBED}"/>
              </a:ext>
            </a:extLst>
          </p:cNvPr>
          <p:cNvSpPr>
            <a:spLocks noGrp="1"/>
          </p:cNvSpPr>
          <p:nvPr/>
        </p:nvSpPr>
        <p:spPr>
          <a:xfrm>
            <a:off x="685800" y="1200150"/>
            <a:ext cx="10820400" cy="14288"/>
          </a:xfrm>
          <a:prstGeom prst="rect">
            <a:avLst/>
          </a:prstGeom>
          <a:solidFill>
            <a:srgbClr val="D0D5DD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6" name="正方形/長方形 5">
            <a:extLst>
              <a:ext uri="{FF2B5EF4-FFF2-40B4-BE49-F238E27FC236}">
                <a16:creationId xmlns:a16="http://schemas.microsoft.com/office/drawing/2014/main" id="{EB1B9130-9BF2-2850-0ACD-657CE47C726B}"/>
              </a:ext>
            </a:extLst>
          </p:cNvPr>
          <p:cNvSpPr>
            <a:spLocks noGrp="1"/>
          </p:cNvSpPr>
          <p:nvPr/>
        </p:nvSpPr>
        <p:spPr>
          <a:xfrm>
            <a:off x="685800" y="1352550"/>
            <a:ext cx="10820400" cy="552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19050" rIns="0" bIns="0" anchor="t"/>
          <a:lstStyle/>
          <a:p>
            <a:pPr>
              <a:defRPr sz="1238" b="0">
                <a:solidFill>
                  <a:srgbClr val="64748B"/>
                </a:solidFill>
                <a:latin typeface="Yu Gothic"/>
                <a:ea typeface="Yu Gothic"/>
                <a:cs typeface="Yu Gothic"/>
              </a:defRPr>
            </a:pPr>
            <a:r>
              <a:rPr lang="ja-JP" altLang="en-US" sz="1200">
                <a:solidFill>
                  <a:srgbClr val="64748B"/>
                </a:solidFill>
                <a:latin typeface="Yu Gothic"/>
                <a:ea typeface="Yu Gothic"/>
                <a:cs typeface="Yu Gothic"/>
              </a:rPr>
              <a:t>新しい </a:t>
            </a:r>
            <a:r>
              <a:rPr lang="en" altLang="ja-JP" sz="1200" dirty="0">
                <a:solidFill>
                  <a:srgbClr val="64748B"/>
                </a:solidFill>
                <a:latin typeface="Yu Gothic"/>
                <a:ea typeface="Yu Gothic"/>
                <a:cs typeface="Yu Gothic"/>
              </a:rPr>
              <a:t>Todo </a:t>
            </a:r>
            <a:r>
              <a:rPr lang="ja-JP" altLang="en-US" sz="1200">
                <a:solidFill>
                  <a:srgbClr val="64748B"/>
                </a:solidFill>
                <a:latin typeface="Yu Gothic"/>
                <a:ea typeface="Yu Gothic"/>
                <a:cs typeface="Yu Gothic"/>
              </a:rPr>
              <a:t>を追加し、</a:t>
            </a:r>
            <a:r>
              <a:rPr lang="en" altLang="ja-JP" sz="1200" dirty="0">
                <a:solidFill>
                  <a:srgbClr val="64748B"/>
                </a:solidFill>
                <a:latin typeface="Yu Gothic"/>
                <a:ea typeface="Yu Gothic"/>
                <a:cs typeface="Yu Gothic"/>
              </a:rPr>
              <a:t>Web </a:t>
            </a:r>
            <a:r>
              <a:rPr lang="ja-JP" altLang="en-US" sz="1200">
                <a:solidFill>
                  <a:srgbClr val="64748B"/>
                </a:solidFill>
                <a:latin typeface="Yu Gothic"/>
                <a:ea typeface="Yu Gothic"/>
                <a:cs typeface="Yu Gothic"/>
              </a:rPr>
              <a:t>から </a:t>
            </a:r>
            <a:r>
              <a:rPr lang="en" altLang="ja-JP" sz="1200" dirty="0">
                <a:solidFill>
                  <a:srgbClr val="64748B"/>
                </a:solidFill>
                <a:latin typeface="Yu Gothic"/>
                <a:ea typeface="Yu Gothic"/>
                <a:cs typeface="Yu Gothic"/>
              </a:rPr>
              <a:t>API </a:t>
            </a:r>
            <a:r>
              <a:rPr lang="ja-JP" altLang="en-US" sz="1200">
                <a:solidFill>
                  <a:srgbClr val="64748B"/>
                </a:solidFill>
                <a:latin typeface="Yu Gothic"/>
                <a:ea typeface="Yu Gothic"/>
                <a:cs typeface="Yu Gothic"/>
              </a:rPr>
              <a:t>を通って </a:t>
            </a:r>
            <a:r>
              <a:rPr lang="en" altLang="ja-JP" sz="1200" dirty="0">
                <a:solidFill>
                  <a:srgbClr val="64748B"/>
                </a:solidFill>
                <a:latin typeface="Yu Gothic"/>
                <a:ea typeface="Yu Gothic"/>
                <a:cs typeface="Yu Gothic"/>
              </a:rPr>
              <a:t>DB </a:t>
            </a:r>
            <a:r>
              <a:rPr lang="ja-JP" altLang="en-US" sz="1200">
                <a:solidFill>
                  <a:srgbClr val="64748B"/>
                </a:solidFill>
                <a:latin typeface="Yu Gothic"/>
                <a:ea typeface="Yu Gothic"/>
                <a:cs typeface="Yu Gothic"/>
              </a:rPr>
              <a:t>に保存されることを確認します。</a:t>
            </a:r>
            <a:endParaRPr lang="en-US" altLang="ja-JP" sz="1200" dirty="0">
              <a:solidFill>
                <a:srgbClr val="64748B"/>
              </a:solidFill>
              <a:latin typeface="Yu Gothic"/>
              <a:ea typeface="Yu Gothic"/>
              <a:cs typeface="Yu Gothic"/>
            </a:endParaRPr>
          </a:p>
          <a:p>
            <a:pPr>
              <a:defRPr sz="1238" b="0">
                <a:solidFill>
                  <a:srgbClr val="64748B"/>
                </a:solidFill>
                <a:latin typeface="Yu Gothic"/>
                <a:ea typeface="Yu Gothic"/>
                <a:cs typeface="Yu Gothic"/>
              </a:defRPr>
            </a:pPr>
            <a:r>
              <a:rPr lang="ja-JP" altLang="en-US" sz="1200">
                <a:solidFill>
                  <a:srgbClr val="64748B"/>
                </a:solidFill>
                <a:latin typeface="Yu Gothic"/>
                <a:ea typeface="Yu Gothic"/>
                <a:cs typeface="Yu Gothic"/>
              </a:rPr>
              <a:t>更新と削除が成功することで、</a:t>
            </a:r>
            <a:r>
              <a:rPr lang="en" altLang="ja-JP" sz="1200" dirty="0">
                <a:solidFill>
                  <a:srgbClr val="64748B"/>
                </a:solidFill>
                <a:latin typeface="Yu Gothic"/>
                <a:ea typeface="Yu Gothic"/>
                <a:cs typeface="Yu Gothic"/>
              </a:rPr>
              <a:t>Web</a:t>
            </a:r>
            <a:r>
              <a:rPr lang="ja-JP" altLang="en" sz="1200">
                <a:solidFill>
                  <a:srgbClr val="64748B"/>
                </a:solidFill>
                <a:latin typeface="Yu Gothic"/>
                <a:ea typeface="Yu Gothic"/>
                <a:cs typeface="Yu Gothic"/>
              </a:rPr>
              <a:t>、</a:t>
            </a:r>
            <a:r>
              <a:rPr lang="en" altLang="ja-JP" sz="1200" dirty="0">
                <a:solidFill>
                  <a:srgbClr val="64748B"/>
                </a:solidFill>
                <a:latin typeface="Yu Gothic"/>
                <a:ea typeface="Yu Gothic"/>
                <a:cs typeface="Yu Gothic"/>
              </a:rPr>
              <a:t>API</a:t>
            </a:r>
            <a:r>
              <a:rPr lang="ja-JP" altLang="en" sz="1200">
                <a:solidFill>
                  <a:srgbClr val="64748B"/>
                </a:solidFill>
                <a:latin typeface="Yu Gothic"/>
                <a:ea typeface="Yu Gothic"/>
                <a:cs typeface="Yu Gothic"/>
              </a:rPr>
              <a:t>、</a:t>
            </a:r>
            <a:r>
              <a:rPr lang="en" altLang="ja-JP" sz="1200" dirty="0">
                <a:solidFill>
                  <a:srgbClr val="64748B"/>
                </a:solidFill>
                <a:latin typeface="Yu Gothic"/>
                <a:ea typeface="Yu Gothic"/>
                <a:cs typeface="Yu Gothic"/>
              </a:rPr>
              <a:t>DB </a:t>
            </a:r>
            <a:r>
              <a:rPr lang="ja-JP" altLang="en-US" sz="1200">
                <a:solidFill>
                  <a:srgbClr val="64748B"/>
                </a:solidFill>
                <a:latin typeface="Yu Gothic"/>
                <a:ea typeface="Yu Gothic"/>
                <a:cs typeface="Yu Gothic"/>
              </a:rPr>
              <a:t>の基本動作が一通りつながっていることを確認できます。</a:t>
            </a:r>
          </a:p>
          <a:p>
            <a:pPr>
              <a:defRPr sz="1238" b="0">
                <a:solidFill>
                  <a:srgbClr val="64748B"/>
                </a:solidFill>
                <a:latin typeface="Yu Gothic"/>
                <a:ea typeface="Yu Gothic"/>
                <a:cs typeface="Yu Gothic"/>
              </a:defRPr>
            </a:pPr>
            <a:endParaRPr lang="ja-JP" altLang="en-US" sz="1200" dirty="0">
              <a:solidFill>
                <a:srgbClr val="64748B"/>
              </a:solidFill>
              <a:latin typeface="Yu Gothic"/>
              <a:ea typeface="Yu Gothic"/>
              <a:cs typeface="Yu Gothic"/>
            </a:endParaRPr>
          </a:p>
        </p:txBody>
      </p:sp>
      <p:pic>
        <p:nvPicPr>
          <p:cNvPr id="5" name="図 4">
            <a:extLst>
              <a:ext uri="{FF2B5EF4-FFF2-40B4-BE49-F238E27FC236}">
                <a16:creationId xmlns:a16="http://schemas.microsoft.com/office/drawing/2014/main" id="{B625AA08-338C-DD04-AAB9-8BD0F0260210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297848" y="2286000"/>
            <a:ext cx="5586470" cy="34915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12752058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111EC56-1FF8-F2F1-ECEC-0EF65469790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正方形/長方形 8">
            <a:extLst>
              <a:ext uri="{FF2B5EF4-FFF2-40B4-BE49-F238E27FC236}">
                <a16:creationId xmlns:a16="http://schemas.microsoft.com/office/drawing/2014/main" id="{1090A241-7E22-26A2-344C-A0136B518016}"/>
              </a:ext>
            </a:extLst>
          </p:cNvPr>
          <p:cNvSpPr>
            <a:spLocks noGrp="1"/>
          </p:cNvSpPr>
          <p:nvPr/>
        </p:nvSpPr>
        <p:spPr>
          <a:xfrm>
            <a:off x="685800" y="400050"/>
            <a:ext cx="8953500" cy="4953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>
              <a:defRPr sz="2325" b="1">
                <a:solidFill>
                  <a:srgbClr val="1F2937"/>
                </a:solidFill>
                <a:latin typeface="Yu Gothic"/>
                <a:ea typeface="Yu Gothic"/>
                <a:cs typeface="Yu Gothic"/>
              </a:defRPr>
            </a:pPr>
            <a:r>
              <a:rPr lang="ja-JP" altLang="en-US" sz="2000" b="1">
                <a:solidFill>
                  <a:srgbClr val="1F2937"/>
                </a:solidFill>
                <a:latin typeface="Yu Gothic"/>
                <a:ea typeface="Yu Gothic"/>
                <a:cs typeface="Yu Gothic"/>
              </a:rPr>
              <a:t>更新後も保持されることを確認する</a:t>
            </a:r>
            <a:endParaRPr lang="ja-JP" altLang="en-US" sz="2000" b="1" dirty="0">
              <a:solidFill>
                <a:srgbClr val="1F2937"/>
              </a:solidFill>
              <a:latin typeface="Yu Gothic"/>
              <a:ea typeface="Yu Gothic"/>
              <a:cs typeface="Yu Gothic"/>
            </a:endParaRPr>
          </a:p>
        </p:txBody>
      </p:sp>
      <p:sp>
        <p:nvSpPr>
          <p:cNvPr id="2" name="正方形/長方形 1">
            <a:extLst>
              <a:ext uri="{FF2B5EF4-FFF2-40B4-BE49-F238E27FC236}">
                <a16:creationId xmlns:a16="http://schemas.microsoft.com/office/drawing/2014/main" id="{7BC744EB-0A15-C3AD-3218-CAF16B5D6109}"/>
              </a:ext>
            </a:extLst>
          </p:cNvPr>
          <p:cNvSpPr>
            <a:spLocks noGrp="1"/>
          </p:cNvSpPr>
          <p:nvPr/>
        </p:nvSpPr>
        <p:spPr>
          <a:xfrm>
            <a:off x="685800" y="876300"/>
            <a:ext cx="36195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13" b="0">
                <a:solidFill>
                  <a:srgbClr val="667085"/>
                </a:solidFill>
                <a:latin typeface="Yu Gothic UI"/>
                <a:ea typeface="Yu Gothic UI"/>
                <a:cs typeface="Yu Gothic UI"/>
              </a:defRPr>
            </a:pPr>
            <a:r>
              <a:rPr sz="713" b="0" dirty="0">
                <a:solidFill>
                  <a:srgbClr val="667085"/>
                </a:solidFill>
                <a:latin typeface="Yu Gothic UI"/>
                <a:ea typeface="Yu Gothic UI"/>
                <a:cs typeface="Yu Gothic UI"/>
              </a:rPr>
              <a:t>Azure Workshop for Beginners </a:t>
            </a:r>
            <a:r>
              <a:rPr lang="ja-JP" altLang="en-US" sz="713" b="0">
                <a:solidFill>
                  <a:srgbClr val="667085"/>
                </a:solidFill>
                <a:latin typeface="Yu Gothic UI"/>
                <a:ea typeface="Yu Gothic UI"/>
                <a:cs typeface="Yu Gothic UI"/>
              </a:rPr>
              <a:t> </a:t>
            </a:r>
            <a:r>
              <a:rPr lang="en-US" altLang="ja-JP" sz="713" b="0" dirty="0">
                <a:solidFill>
                  <a:srgbClr val="667085"/>
                </a:solidFill>
                <a:latin typeface="Yu Gothic UI"/>
                <a:ea typeface="Yu Gothic UI"/>
                <a:cs typeface="Yu Gothic UI"/>
              </a:rPr>
              <a:t>| </a:t>
            </a:r>
            <a:r>
              <a:rPr lang="ja-JP" altLang="en-US" sz="713" b="0">
                <a:solidFill>
                  <a:srgbClr val="667085"/>
                </a:solidFill>
                <a:latin typeface="Yu Gothic UI"/>
                <a:ea typeface="Yu Gothic UI"/>
                <a:cs typeface="Yu Gothic UI"/>
              </a:rPr>
              <a:t>第</a:t>
            </a:r>
            <a:r>
              <a:rPr lang="en-US" altLang="ja-JP" sz="713" b="0" dirty="0">
                <a:solidFill>
                  <a:srgbClr val="667085"/>
                </a:solidFill>
                <a:latin typeface="Yu Gothic UI"/>
                <a:ea typeface="Yu Gothic UI"/>
                <a:cs typeface="Yu Gothic UI"/>
              </a:rPr>
              <a:t>6</a:t>
            </a:r>
            <a:r>
              <a:rPr lang="ja-JP" altLang="en-US" sz="713" b="0">
                <a:solidFill>
                  <a:srgbClr val="667085"/>
                </a:solidFill>
                <a:latin typeface="Yu Gothic UI"/>
                <a:ea typeface="Yu Gothic UI"/>
                <a:cs typeface="Yu Gothic UI"/>
              </a:rPr>
              <a:t>回</a:t>
            </a:r>
            <a:endParaRPr sz="713" b="0" dirty="0">
              <a:solidFill>
                <a:srgbClr val="667085"/>
              </a:solidFill>
              <a:latin typeface="Yu Gothic UI"/>
              <a:ea typeface="Yu Gothic UI"/>
              <a:cs typeface="Yu Gothic UI"/>
            </a:endParaRPr>
          </a:p>
        </p:txBody>
      </p:sp>
      <p:sp>
        <p:nvSpPr>
          <p:cNvPr id="4" name="正方形/長方形 3">
            <a:extLst>
              <a:ext uri="{FF2B5EF4-FFF2-40B4-BE49-F238E27FC236}">
                <a16:creationId xmlns:a16="http://schemas.microsoft.com/office/drawing/2014/main" id="{68CDA211-5479-CCFC-C290-84B09DCAE3B2}"/>
              </a:ext>
            </a:extLst>
          </p:cNvPr>
          <p:cNvSpPr>
            <a:spLocks noGrp="1"/>
          </p:cNvSpPr>
          <p:nvPr/>
        </p:nvSpPr>
        <p:spPr>
          <a:xfrm>
            <a:off x="685800" y="1200150"/>
            <a:ext cx="10820400" cy="14288"/>
          </a:xfrm>
          <a:prstGeom prst="rect">
            <a:avLst/>
          </a:prstGeom>
          <a:solidFill>
            <a:srgbClr val="D0D5DD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5" name="正方形/長方形 4">
            <a:extLst>
              <a:ext uri="{FF2B5EF4-FFF2-40B4-BE49-F238E27FC236}">
                <a16:creationId xmlns:a16="http://schemas.microsoft.com/office/drawing/2014/main" id="{BD5D335E-C94D-C9F8-9B9C-0A9152D06C70}"/>
              </a:ext>
            </a:extLst>
          </p:cNvPr>
          <p:cNvSpPr>
            <a:spLocks noGrp="1"/>
          </p:cNvSpPr>
          <p:nvPr/>
        </p:nvSpPr>
        <p:spPr>
          <a:xfrm>
            <a:off x="685800" y="1352550"/>
            <a:ext cx="10820400" cy="552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19050" rIns="0" bIns="0" anchor="t"/>
          <a:lstStyle/>
          <a:p>
            <a:pPr>
              <a:defRPr sz="1350" b="0">
                <a:solidFill>
                  <a:srgbClr val="64748B"/>
                </a:solidFill>
                <a:latin typeface="Yu Gothic"/>
                <a:ea typeface="Yu Gothic"/>
                <a:cs typeface="Yu Gothic"/>
              </a:defRPr>
            </a:pPr>
            <a:r>
              <a:rPr lang="ja-JP" altLang="en-US" sz="1200">
                <a:solidFill>
                  <a:srgbClr val="64748B"/>
                </a:solidFill>
                <a:latin typeface="Yu Gothic"/>
                <a:ea typeface="Yu Gothic"/>
                <a:cs typeface="Yu Gothic"/>
              </a:rPr>
              <a:t>ページを更新しても </a:t>
            </a:r>
            <a:r>
              <a:rPr lang="en" altLang="ja-JP" sz="1200" dirty="0">
                <a:solidFill>
                  <a:srgbClr val="64748B"/>
                </a:solidFill>
                <a:latin typeface="Yu Gothic"/>
                <a:ea typeface="Yu Gothic"/>
                <a:cs typeface="Yu Gothic"/>
              </a:rPr>
              <a:t>Todo </a:t>
            </a:r>
            <a:r>
              <a:rPr lang="ja-JP" altLang="en-US" sz="1200">
                <a:solidFill>
                  <a:srgbClr val="64748B"/>
                </a:solidFill>
                <a:latin typeface="Yu Gothic"/>
                <a:ea typeface="Yu Gothic"/>
                <a:cs typeface="Yu Gothic"/>
              </a:rPr>
              <a:t>の状態が残ることで、画面だけでなく </a:t>
            </a:r>
            <a:r>
              <a:rPr lang="en" altLang="ja-JP" sz="1200" dirty="0">
                <a:solidFill>
                  <a:srgbClr val="64748B"/>
                </a:solidFill>
                <a:latin typeface="Yu Gothic"/>
                <a:ea typeface="Yu Gothic"/>
                <a:cs typeface="Yu Gothic"/>
              </a:rPr>
              <a:t>DB </a:t>
            </a:r>
            <a:r>
              <a:rPr lang="ja-JP" altLang="en-US" sz="1200">
                <a:solidFill>
                  <a:srgbClr val="64748B"/>
                </a:solidFill>
                <a:latin typeface="Yu Gothic"/>
                <a:ea typeface="Yu Gothic"/>
                <a:cs typeface="Yu Gothic"/>
              </a:rPr>
              <a:t>保存まで動いていることを確認できます。</a:t>
            </a:r>
            <a:endParaRPr lang="ja-JP" altLang="en-US" sz="1200" dirty="0">
              <a:solidFill>
                <a:srgbClr val="64748B"/>
              </a:solidFill>
              <a:latin typeface="Yu Gothic"/>
              <a:ea typeface="Yu Gothic"/>
              <a:cs typeface="Yu Gothic"/>
            </a:endParaRPr>
          </a:p>
        </p:txBody>
      </p:sp>
      <p:sp>
        <p:nvSpPr>
          <p:cNvPr id="6" name="正方形/長方形 5">
            <a:extLst>
              <a:ext uri="{FF2B5EF4-FFF2-40B4-BE49-F238E27FC236}">
                <a16:creationId xmlns:a16="http://schemas.microsoft.com/office/drawing/2014/main" id="{FB63988C-0A0F-04EC-0A89-B5AE799DB69D}"/>
              </a:ext>
            </a:extLst>
          </p:cNvPr>
          <p:cNvSpPr>
            <a:spLocks noGrp="1"/>
          </p:cNvSpPr>
          <p:nvPr/>
        </p:nvSpPr>
        <p:spPr>
          <a:xfrm>
            <a:off x="550606" y="2157412"/>
            <a:ext cx="11080955" cy="3886200"/>
          </a:xfrm>
          <a:prstGeom prst="rect">
            <a:avLst/>
          </a:prstGeom>
          <a:solidFill>
            <a:srgbClr val="FFFFFF"/>
          </a:solidFill>
          <a:ln w="9525">
            <a:solidFill>
              <a:srgbClr val="D0D5DD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27" name="角丸四角形 26">
            <a:extLst>
              <a:ext uri="{FF2B5EF4-FFF2-40B4-BE49-F238E27FC236}">
                <a16:creationId xmlns:a16="http://schemas.microsoft.com/office/drawing/2014/main" id="{B1306724-AE3C-EA12-6425-076CF5B39015}"/>
              </a:ext>
            </a:extLst>
          </p:cNvPr>
          <p:cNvSpPr/>
          <p:nvPr/>
        </p:nvSpPr>
        <p:spPr>
          <a:xfrm>
            <a:off x="4919201" y="3288044"/>
            <a:ext cx="6421244" cy="2475106"/>
          </a:xfrm>
          <a:prstGeom prst="roundRect">
            <a:avLst>
              <a:gd name="adj" fmla="val 8334"/>
            </a:avLst>
          </a:prstGeom>
          <a:noFill/>
          <a:ln w="15875">
            <a:solidFill>
              <a:schemeClr val="bg2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8" name="角丸四角形 27">
            <a:extLst>
              <a:ext uri="{FF2B5EF4-FFF2-40B4-BE49-F238E27FC236}">
                <a16:creationId xmlns:a16="http://schemas.microsoft.com/office/drawing/2014/main" id="{662B57BA-1E25-EC5D-2A68-F01C6AA1F8B3}"/>
              </a:ext>
            </a:extLst>
          </p:cNvPr>
          <p:cNvSpPr/>
          <p:nvPr/>
        </p:nvSpPr>
        <p:spPr>
          <a:xfrm>
            <a:off x="5084094" y="3640096"/>
            <a:ext cx="1755586" cy="1491979"/>
          </a:xfrm>
          <a:prstGeom prst="roundRect">
            <a:avLst>
              <a:gd name="adj" fmla="val 8334"/>
            </a:avLst>
          </a:prstGeom>
          <a:noFill/>
          <a:ln w="15875">
            <a:solidFill>
              <a:schemeClr val="bg2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9" name="テキスト ボックス 28">
            <a:extLst>
              <a:ext uri="{FF2B5EF4-FFF2-40B4-BE49-F238E27FC236}">
                <a16:creationId xmlns:a16="http://schemas.microsoft.com/office/drawing/2014/main" id="{86841244-08E9-54E0-90E5-5238A924E638}"/>
              </a:ext>
            </a:extLst>
          </p:cNvPr>
          <p:cNvSpPr txBox="1"/>
          <p:nvPr/>
        </p:nvSpPr>
        <p:spPr>
          <a:xfrm>
            <a:off x="6486997" y="5299461"/>
            <a:ext cx="278367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ja-JP">
                <a:solidFill>
                  <a:schemeClr val="tx1">
                    <a:lumMod val="75000"/>
                    <a:lumOff val="25000"/>
                  </a:schemeClr>
                </a:solidFill>
                <a:latin typeface="Yu Gothic UI" panose="020B0500000000000000" pitchFamily="34" charset="-128"/>
                <a:ea typeface="Yu Gothic UI" panose="020B0500000000000000" pitchFamily="34" charset="-128"/>
              </a:rPr>
              <a:t>Web </a:t>
            </a:r>
            <a:r>
              <a:rPr kumimoji="1" lang="ja-JP" altLang="en-US">
                <a:solidFill>
                  <a:schemeClr val="tx1">
                    <a:lumMod val="75000"/>
                    <a:lumOff val="25000"/>
                  </a:schemeClr>
                </a:solidFill>
                <a:latin typeface="Yu Gothic UI" panose="020B0500000000000000" pitchFamily="34" charset="-128"/>
                <a:ea typeface="Yu Gothic UI" panose="020B0500000000000000" pitchFamily="34" charset="-128"/>
              </a:rPr>
              <a:t>アプリケーション</a:t>
            </a:r>
          </a:p>
        </p:txBody>
      </p:sp>
      <p:sp>
        <p:nvSpPr>
          <p:cNvPr id="30" name="角丸四角形 29">
            <a:extLst>
              <a:ext uri="{FF2B5EF4-FFF2-40B4-BE49-F238E27FC236}">
                <a16:creationId xmlns:a16="http://schemas.microsoft.com/office/drawing/2014/main" id="{F5AFE02B-0C15-CF1F-CA05-92B6DAF06282}"/>
              </a:ext>
            </a:extLst>
          </p:cNvPr>
          <p:cNvSpPr/>
          <p:nvPr/>
        </p:nvSpPr>
        <p:spPr>
          <a:xfrm>
            <a:off x="7252679" y="3640096"/>
            <a:ext cx="1755586" cy="1491979"/>
          </a:xfrm>
          <a:prstGeom prst="roundRect">
            <a:avLst>
              <a:gd name="adj" fmla="val 8334"/>
            </a:avLst>
          </a:prstGeom>
          <a:noFill/>
          <a:ln w="15875">
            <a:solidFill>
              <a:schemeClr val="bg2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31" name="角丸四角形 30">
            <a:extLst>
              <a:ext uri="{FF2B5EF4-FFF2-40B4-BE49-F238E27FC236}">
                <a16:creationId xmlns:a16="http://schemas.microsoft.com/office/drawing/2014/main" id="{8B2CDD9D-04CC-E0C7-7F74-552342A959BF}"/>
              </a:ext>
            </a:extLst>
          </p:cNvPr>
          <p:cNvSpPr/>
          <p:nvPr/>
        </p:nvSpPr>
        <p:spPr>
          <a:xfrm>
            <a:off x="9421265" y="3640096"/>
            <a:ext cx="1755586" cy="1491979"/>
          </a:xfrm>
          <a:prstGeom prst="roundRect">
            <a:avLst>
              <a:gd name="adj" fmla="val 8334"/>
            </a:avLst>
          </a:prstGeom>
          <a:noFill/>
          <a:ln w="15875">
            <a:solidFill>
              <a:schemeClr val="bg2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32" name="テキスト ボックス 31">
            <a:extLst>
              <a:ext uri="{FF2B5EF4-FFF2-40B4-BE49-F238E27FC236}">
                <a16:creationId xmlns:a16="http://schemas.microsoft.com/office/drawing/2014/main" id="{E3B8DFE2-2562-2018-5823-BA0525A26F24}"/>
              </a:ext>
            </a:extLst>
          </p:cNvPr>
          <p:cNvSpPr txBox="1"/>
          <p:nvPr/>
        </p:nvSpPr>
        <p:spPr>
          <a:xfrm>
            <a:off x="5485786" y="3773058"/>
            <a:ext cx="100095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ja-JP">
                <a:solidFill>
                  <a:schemeClr val="tx1">
                    <a:lumMod val="75000"/>
                    <a:lumOff val="25000"/>
                  </a:schemeClr>
                </a:solidFill>
                <a:latin typeface="Yu Gothic UI" panose="020B0500000000000000" pitchFamily="34" charset="-128"/>
                <a:ea typeface="Yu Gothic UI" panose="020B0500000000000000" pitchFamily="34" charset="-128"/>
              </a:rPr>
              <a:t>Web </a:t>
            </a:r>
            <a:r>
              <a:rPr kumimoji="1" lang="ja-JP" altLang="en-US">
                <a:solidFill>
                  <a:schemeClr val="tx1">
                    <a:lumMod val="75000"/>
                    <a:lumOff val="25000"/>
                  </a:schemeClr>
                </a:solidFill>
                <a:latin typeface="Yu Gothic UI" panose="020B0500000000000000" pitchFamily="34" charset="-128"/>
                <a:ea typeface="Yu Gothic UI" panose="020B0500000000000000" pitchFamily="34" charset="-128"/>
              </a:rPr>
              <a:t>層</a:t>
            </a:r>
          </a:p>
        </p:txBody>
      </p:sp>
      <p:sp>
        <p:nvSpPr>
          <p:cNvPr id="33" name="テキスト ボックス 32">
            <a:extLst>
              <a:ext uri="{FF2B5EF4-FFF2-40B4-BE49-F238E27FC236}">
                <a16:creationId xmlns:a16="http://schemas.microsoft.com/office/drawing/2014/main" id="{35C81682-BB8B-E50E-B0AB-88D709828A7C}"/>
              </a:ext>
            </a:extLst>
          </p:cNvPr>
          <p:cNvSpPr txBox="1"/>
          <p:nvPr/>
        </p:nvSpPr>
        <p:spPr>
          <a:xfrm>
            <a:off x="7583646" y="3742306"/>
            <a:ext cx="114903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ja-JP">
                <a:solidFill>
                  <a:schemeClr val="tx1">
                    <a:lumMod val="75000"/>
                    <a:lumOff val="25000"/>
                  </a:schemeClr>
                </a:solidFill>
                <a:latin typeface="Yu Gothic UI" panose="020B0500000000000000" pitchFamily="34" charset="-128"/>
                <a:ea typeface="Yu Gothic UI" panose="020B0500000000000000" pitchFamily="34" charset="-128"/>
              </a:rPr>
              <a:t>AP </a:t>
            </a:r>
            <a:r>
              <a:rPr kumimoji="1" lang="ja-JP" altLang="en-US">
                <a:solidFill>
                  <a:schemeClr val="tx1">
                    <a:lumMod val="75000"/>
                    <a:lumOff val="25000"/>
                  </a:schemeClr>
                </a:solidFill>
                <a:latin typeface="Yu Gothic UI" panose="020B0500000000000000" pitchFamily="34" charset="-128"/>
                <a:ea typeface="Yu Gothic UI" panose="020B0500000000000000" pitchFamily="34" charset="-128"/>
              </a:rPr>
              <a:t>層</a:t>
            </a:r>
          </a:p>
        </p:txBody>
      </p:sp>
      <p:sp>
        <p:nvSpPr>
          <p:cNvPr id="34" name="テキスト ボックス 33">
            <a:extLst>
              <a:ext uri="{FF2B5EF4-FFF2-40B4-BE49-F238E27FC236}">
                <a16:creationId xmlns:a16="http://schemas.microsoft.com/office/drawing/2014/main" id="{A4FFF054-F2E5-8EDF-6657-DB0A12C62CE9}"/>
              </a:ext>
            </a:extLst>
          </p:cNvPr>
          <p:cNvSpPr txBox="1"/>
          <p:nvPr/>
        </p:nvSpPr>
        <p:spPr>
          <a:xfrm>
            <a:off x="9849024" y="3734236"/>
            <a:ext cx="100095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ja-JP">
                <a:solidFill>
                  <a:schemeClr val="tx1">
                    <a:lumMod val="75000"/>
                    <a:lumOff val="25000"/>
                  </a:schemeClr>
                </a:solidFill>
                <a:latin typeface="Yu Gothic UI" panose="020B0500000000000000" pitchFamily="34" charset="-128"/>
                <a:ea typeface="Yu Gothic UI" panose="020B0500000000000000" pitchFamily="34" charset="-128"/>
              </a:rPr>
              <a:t>DB </a:t>
            </a:r>
            <a:r>
              <a:rPr kumimoji="1" lang="ja-JP" altLang="en-US">
                <a:solidFill>
                  <a:schemeClr val="tx1">
                    <a:lumMod val="75000"/>
                    <a:lumOff val="25000"/>
                  </a:schemeClr>
                </a:solidFill>
                <a:latin typeface="Yu Gothic UI" panose="020B0500000000000000" pitchFamily="34" charset="-128"/>
                <a:ea typeface="Yu Gothic UI" panose="020B0500000000000000" pitchFamily="34" charset="-128"/>
              </a:rPr>
              <a:t>層</a:t>
            </a:r>
          </a:p>
        </p:txBody>
      </p:sp>
      <p:sp>
        <p:nvSpPr>
          <p:cNvPr id="35" name="角丸四角形 34">
            <a:extLst>
              <a:ext uri="{FF2B5EF4-FFF2-40B4-BE49-F238E27FC236}">
                <a16:creationId xmlns:a16="http://schemas.microsoft.com/office/drawing/2014/main" id="{9BD5AB37-6304-2215-B4D7-16145E44BB0D}"/>
              </a:ext>
            </a:extLst>
          </p:cNvPr>
          <p:cNvSpPr/>
          <p:nvPr/>
        </p:nvSpPr>
        <p:spPr>
          <a:xfrm>
            <a:off x="1117861" y="4075252"/>
            <a:ext cx="1553851" cy="556181"/>
          </a:xfrm>
          <a:prstGeom prst="roundRect">
            <a:avLst>
              <a:gd name="adj" fmla="val 8334"/>
            </a:avLst>
          </a:prstGeom>
          <a:noFill/>
          <a:ln w="15875">
            <a:solidFill>
              <a:schemeClr val="bg2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36" name="テキスト ボックス 35">
            <a:extLst>
              <a:ext uri="{FF2B5EF4-FFF2-40B4-BE49-F238E27FC236}">
                <a16:creationId xmlns:a16="http://schemas.microsoft.com/office/drawing/2014/main" id="{E4E231BC-7724-38EF-4212-0BD8EFFD689C}"/>
              </a:ext>
            </a:extLst>
          </p:cNvPr>
          <p:cNvSpPr txBox="1"/>
          <p:nvPr/>
        </p:nvSpPr>
        <p:spPr>
          <a:xfrm>
            <a:off x="1225484" y="4168676"/>
            <a:ext cx="133860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ja-JP" altLang="en-US">
                <a:solidFill>
                  <a:schemeClr val="tx1">
                    <a:lumMod val="75000"/>
                    <a:lumOff val="25000"/>
                  </a:schemeClr>
                </a:solidFill>
                <a:latin typeface="Yu Gothic UI" panose="020B0500000000000000" pitchFamily="34" charset="-128"/>
                <a:ea typeface="Yu Gothic UI" panose="020B0500000000000000" pitchFamily="34" charset="-128"/>
              </a:rPr>
              <a:t>ブラウザ</a:t>
            </a:r>
          </a:p>
        </p:txBody>
      </p:sp>
      <p:cxnSp>
        <p:nvCxnSpPr>
          <p:cNvPr id="37" name="直線コネクタ 36">
            <a:extLst>
              <a:ext uri="{FF2B5EF4-FFF2-40B4-BE49-F238E27FC236}">
                <a16:creationId xmlns:a16="http://schemas.microsoft.com/office/drawing/2014/main" id="{F445DA53-586E-E582-DEA1-A6B201F0DD42}"/>
              </a:ext>
            </a:extLst>
          </p:cNvPr>
          <p:cNvCxnSpPr>
            <a:cxnSpLocks/>
          </p:cNvCxnSpPr>
          <p:nvPr/>
        </p:nvCxnSpPr>
        <p:spPr>
          <a:xfrm>
            <a:off x="2770735" y="4204311"/>
            <a:ext cx="2244325" cy="0"/>
          </a:xfrm>
          <a:prstGeom prst="line">
            <a:avLst/>
          </a:prstGeom>
          <a:ln w="444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8" name="テキスト ボックス 37">
            <a:extLst>
              <a:ext uri="{FF2B5EF4-FFF2-40B4-BE49-F238E27FC236}">
                <a16:creationId xmlns:a16="http://schemas.microsoft.com/office/drawing/2014/main" id="{E1261A15-4F52-C1A1-4550-E91AAA02E5FE}"/>
              </a:ext>
            </a:extLst>
          </p:cNvPr>
          <p:cNvSpPr txBox="1"/>
          <p:nvPr/>
        </p:nvSpPr>
        <p:spPr>
          <a:xfrm>
            <a:off x="3232722" y="3942417"/>
            <a:ext cx="1295665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ja-JP" sz="1100">
                <a:solidFill>
                  <a:schemeClr val="tx1">
                    <a:lumMod val="50000"/>
                    <a:lumOff val="50000"/>
                  </a:schemeClr>
                </a:solidFill>
                <a:latin typeface="Yu Gothic UI" panose="020B0500000000000000" pitchFamily="34" charset="-128"/>
                <a:ea typeface="Yu Gothic UI" panose="020B0500000000000000" pitchFamily="34" charset="-128"/>
              </a:rPr>
              <a:t>HTTP </a:t>
            </a:r>
            <a:r>
              <a:rPr kumimoji="1" lang="ja-JP" altLang="en-US" sz="1100">
                <a:solidFill>
                  <a:schemeClr val="tx1">
                    <a:lumMod val="50000"/>
                    <a:lumOff val="50000"/>
                  </a:schemeClr>
                </a:solidFill>
                <a:latin typeface="Yu Gothic UI" panose="020B0500000000000000" pitchFamily="34" charset="-128"/>
                <a:ea typeface="Yu Gothic UI" panose="020B0500000000000000" pitchFamily="34" charset="-128"/>
              </a:rPr>
              <a:t>リクエスト</a:t>
            </a:r>
          </a:p>
        </p:txBody>
      </p:sp>
      <p:sp>
        <p:nvSpPr>
          <p:cNvPr id="39" name="テキスト ボックス 38">
            <a:extLst>
              <a:ext uri="{FF2B5EF4-FFF2-40B4-BE49-F238E27FC236}">
                <a16:creationId xmlns:a16="http://schemas.microsoft.com/office/drawing/2014/main" id="{B5521F08-528D-63A6-EC8E-D4C71EFFF702}"/>
              </a:ext>
            </a:extLst>
          </p:cNvPr>
          <p:cNvSpPr txBox="1"/>
          <p:nvPr/>
        </p:nvSpPr>
        <p:spPr>
          <a:xfrm>
            <a:off x="5088834" y="4244117"/>
            <a:ext cx="1708657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kumimoji="1" lang="en-US" altLang="ja-JP" sz="1100">
                <a:solidFill>
                  <a:schemeClr val="tx1">
                    <a:lumMod val="75000"/>
                    <a:lumOff val="25000"/>
                  </a:schemeClr>
                </a:solidFill>
                <a:latin typeface="Yu Gothic UI" panose="020B0500000000000000" pitchFamily="34" charset="-128"/>
                <a:ea typeface="Yu Gothic UI" panose="020B0500000000000000" pitchFamily="34" charset="-128"/>
              </a:rPr>
              <a:t>HTTP </a:t>
            </a:r>
            <a:r>
              <a:rPr kumimoji="1" lang="ja-JP" altLang="en-US" sz="1100">
                <a:solidFill>
                  <a:schemeClr val="tx1">
                    <a:lumMod val="75000"/>
                    <a:lumOff val="25000"/>
                  </a:schemeClr>
                </a:solidFill>
                <a:latin typeface="Yu Gothic UI" panose="020B0500000000000000" pitchFamily="34" charset="-128"/>
                <a:ea typeface="Yu Gothic UI" panose="020B0500000000000000" pitchFamily="34" charset="-128"/>
              </a:rPr>
              <a:t>リクエストの受付</a:t>
            </a:r>
            <a:endParaRPr kumimoji="1" lang="en-US" altLang="ja-JP" sz="1100">
              <a:solidFill>
                <a:schemeClr val="tx1">
                  <a:lumMod val="75000"/>
                  <a:lumOff val="25000"/>
                </a:schemeClr>
              </a:solidFill>
              <a:latin typeface="Yu Gothic UI" panose="020B0500000000000000" pitchFamily="34" charset="-128"/>
              <a:ea typeface="Yu Gothic UI" panose="020B0500000000000000" pitchFamily="34" charset="-128"/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kumimoji="1" lang="ja-JP" altLang="en-US" sz="1100">
                <a:solidFill>
                  <a:schemeClr val="tx1">
                    <a:lumMod val="75000"/>
                    <a:lumOff val="25000"/>
                  </a:schemeClr>
                </a:solidFill>
                <a:latin typeface="Yu Gothic UI" panose="020B0500000000000000" pitchFamily="34" charset="-128"/>
                <a:ea typeface="Yu Gothic UI" panose="020B0500000000000000" pitchFamily="34" charset="-128"/>
              </a:rPr>
              <a:t>リクエストごとに静的、動的レスポンスの判断</a:t>
            </a:r>
            <a:endParaRPr kumimoji="1" lang="en-US" altLang="ja-JP" sz="1100">
              <a:solidFill>
                <a:schemeClr val="tx1">
                  <a:lumMod val="75000"/>
                  <a:lumOff val="25000"/>
                </a:schemeClr>
              </a:solidFill>
              <a:latin typeface="Yu Gothic UI" panose="020B0500000000000000" pitchFamily="34" charset="-128"/>
              <a:ea typeface="Yu Gothic UI" panose="020B0500000000000000" pitchFamily="34" charset="-128"/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kumimoji="1" lang="ja-JP" altLang="en-US" sz="1100">
                <a:solidFill>
                  <a:schemeClr val="tx1">
                    <a:lumMod val="75000"/>
                    <a:lumOff val="25000"/>
                  </a:schemeClr>
                </a:solidFill>
                <a:latin typeface="Yu Gothic UI" panose="020B0500000000000000" pitchFamily="34" charset="-128"/>
                <a:ea typeface="Yu Gothic UI" panose="020B0500000000000000" pitchFamily="34" charset="-128"/>
              </a:rPr>
              <a:t>レスポンスの返却</a:t>
            </a:r>
          </a:p>
        </p:txBody>
      </p:sp>
      <p:sp>
        <p:nvSpPr>
          <p:cNvPr id="40" name="テキスト ボックス 39">
            <a:extLst>
              <a:ext uri="{FF2B5EF4-FFF2-40B4-BE49-F238E27FC236}">
                <a16:creationId xmlns:a16="http://schemas.microsoft.com/office/drawing/2014/main" id="{FD92628A-9D25-EDA5-E1EB-0AEEE611CDA4}"/>
              </a:ext>
            </a:extLst>
          </p:cNvPr>
          <p:cNvSpPr txBox="1"/>
          <p:nvPr/>
        </p:nvSpPr>
        <p:spPr>
          <a:xfrm>
            <a:off x="7276143" y="4237136"/>
            <a:ext cx="1708657" cy="6001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kumimoji="1" lang="ja-JP" altLang="en-US" sz="1100">
                <a:solidFill>
                  <a:schemeClr val="tx1">
                    <a:lumMod val="75000"/>
                    <a:lumOff val="25000"/>
                  </a:schemeClr>
                </a:solidFill>
                <a:latin typeface="Yu Gothic UI" panose="020B0500000000000000" pitchFamily="34" charset="-128"/>
                <a:ea typeface="Yu Gothic UI" panose="020B0500000000000000" pitchFamily="34" charset="-128"/>
              </a:rPr>
              <a:t>ビジネスロジック</a:t>
            </a:r>
            <a:r>
              <a:rPr kumimoji="1" lang="en-US" altLang="ja-JP" sz="1100">
                <a:solidFill>
                  <a:schemeClr val="tx1">
                    <a:lumMod val="75000"/>
                    <a:lumOff val="25000"/>
                  </a:schemeClr>
                </a:solidFill>
                <a:latin typeface="Yu Gothic UI" panose="020B0500000000000000" pitchFamily="34" charset="-128"/>
                <a:ea typeface="Yu Gothic UI" panose="020B0500000000000000" pitchFamily="34" charset="-128"/>
              </a:rPr>
              <a:t> (</a:t>
            </a:r>
            <a:r>
              <a:rPr kumimoji="1" lang="ja-JP" altLang="en-US" sz="1100">
                <a:solidFill>
                  <a:schemeClr val="tx1">
                    <a:lumMod val="75000"/>
                    <a:lumOff val="25000"/>
                  </a:schemeClr>
                </a:solidFill>
                <a:latin typeface="Yu Gothic UI" panose="020B0500000000000000" pitchFamily="34" charset="-128"/>
                <a:ea typeface="Yu Gothic UI" panose="020B0500000000000000" pitchFamily="34" charset="-128"/>
              </a:rPr>
              <a:t>プログラム</a:t>
            </a:r>
            <a:r>
              <a:rPr kumimoji="1" lang="en-US" altLang="ja-JP" sz="1100">
                <a:solidFill>
                  <a:schemeClr val="tx1">
                    <a:lumMod val="75000"/>
                    <a:lumOff val="25000"/>
                  </a:schemeClr>
                </a:solidFill>
                <a:latin typeface="Yu Gothic UI" panose="020B0500000000000000" pitchFamily="34" charset="-128"/>
                <a:ea typeface="Yu Gothic UI" panose="020B0500000000000000" pitchFamily="34" charset="-128"/>
              </a:rPr>
              <a:t>) </a:t>
            </a:r>
            <a:r>
              <a:rPr kumimoji="1" lang="ja-JP" altLang="en-US" sz="1100">
                <a:solidFill>
                  <a:schemeClr val="tx1">
                    <a:lumMod val="75000"/>
                    <a:lumOff val="25000"/>
                  </a:schemeClr>
                </a:solidFill>
                <a:latin typeface="Yu Gothic UI" panose="020B0500000000000000" pitchFamily="34" charset="-128"/>
                <a:ea typeface="Yu Gothic UI" panose="020B0500000000000000" pitchFamily="34" charset="-128"/>
              </a:rPr>
              <a:t>に従った処理による動的レスポンスの作成</a:t>
            </a:r>
          </a:p>
        </p:txBody>
      </p:sp>
      <p:cxnSp>
        <p:nvCxnSpPr>
          <p:cNvPr id="41" name="直線コネクタ 40">
            <a:extLst>
              <a:ext uri="{FF2B5EF4-FFF2-40B4-BE49-F238E27FC236}">
                <a16:creationId xmlns:a16="http://schemas.microsoft.com/office/drawing/2014/main" id="{012A2C0D-4FBC-3B74-3AB1-4DA9DD5CAE02}"/>
              </a:ext>
            </a:extLst>
          </p:cNvPr>
          <p:cNvCxnSpPr>
            <a:cxnSpLocks/>
          </p:cNvCxnSpPr>
          <p:nvPr/>
        </p:nvCxnSpPr>
        <p:spPr>
          <a:xfrm>
            <a:off x="6839680" y="4196957"/>
            <a:ext cx="412999" cy="0"/>
          </a:xfrm>
          <a:prstGeom prst="line">
            <a:avLst/>
          </a:prstGeom>
          <a:ln w="444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2" name="テキスト ボックス 41">
            <a:extLst>
              <a:ext uri="{FF2B5EF4-FFF2-40B4-BE49-F238E27FC236}">
                <a16:creationId xmlns:a16="http://schemas.microsoft.com/office/drawing/2014/main" id="{85A95C0D-0FE6-07D5-E4E0-86206FF3645C}"/>
              </a:ext>
            </a:extLst>
          </p:cNvPr>
          <p:cNvSpPr txBox="1"/>
          <p:nvPr/>
        </p:nvSpPr>
        <p:spPr>
          <a:xfrm>
            <a:off x="6454097" y="3711503"/>
            <a:ext cx="1134795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ja-JP" altLang="en-US" sz="1050">
                <a:solidFill>
                  <a:schemeClr val="tx1">
                    <a:lumMod val="50000"/>
                    <a:lumOff val="50000"/>
                  </a:schemeClr>
                </a:solidFill>
                <a:latin typeface="Yu Gothic UI" panose="020B0500000000000000" pitchFamily="34" charset="-128"/>
                <a:ea typeface="Yu Gothic UI" panose="020B0500000000000000" pitchFamily="34" charset="-128"/>
              </a:rPr>
              <a:t>ビジネスロジック</a:t>
            </a:r>
            <a:endParaRPr kumimoji="1" lang="en-US" altLang="ja-JP" sz="1050">
              <a:solidFill>
                <a:schemeClr val="tx1">
                  <a:lumMod val="50000"/>
                  <a:lumOff val="50000"/>
                </a:schemeClr>
              </a:solidFill>
              <a:latin typeface="Yu Gothic UI" panose="020B0500000000000000" pitchFamily="34" charset="-128"/>
              <a:ea typeface="Yu Gothic UI" panose="020B0500000000000000" pitchFamily="34" charset="-128"/>
            </a:endParaRPr>
          </a:p>
          <a:p>
            <a:pPr algn="ctr"/>
            <a:r>
              <a:rPr kumimoji="1" lang="ja-JP" altLang="en-US" sz="1050">
                <a:solidFill>
                  <a:schemeClr val="tx1">
                    <a:lumMod val="50000"/>
                    <a:lumOff val="50000"/>
                  </a:schemeClr>
                </a:solidFill>
                <a:latin typeface="Yu Gothic UI" panose="020B0500000000000000" pitchFamily="34" charset="-128"/>
                <a:ea typeface="Yu Gothic UI" panose="020B0500000000000000" pitchFamily="34" charset="-128"/>
              </a:rPr>
              <a:t>処理依頼</a:t>
            </a:r>
          </a:p>
        </p:txBody>
      </p:sp>
      <p:cxnSp>
        <p:nvCxnSpPr>
          <p:cNvPr id="43" name="直線コネクタ 42">
            <a:extLst>
              <a:ext uri="{FF2B5EF4-FFF2-40B4-BE49-F238E27FC236}">
                <a16:creationId xmlns:a16="http://schemas.microsoft.com/office/drawing/2014/main" id="{6E4EAF0D-0B4D-68C5-738B-8F8F28C42B17}"/>
              </a:ext>
            </a:extLst>
          </p:cNvPr>
          <p:cNvCxnSpPr>
            <a:cxnSpLocks/>
          </p:cNvCxnSpPr>
          <p:nvPr/>
        </p:nvCxnSpPr>
        <p:spPr>
          <a:xfrm>
            <a:off x="9008266" y="4204311"/>
            <a:ext cx="412999" cy="0"/>
          </a:xfrm>
          <a:prstGeom prst="line">
            <a:avLst/>
          </a:prstGeom>
          <a:ln w="444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4" name="テキスト ボックス 43">
            <a:extLst>
              <a:ext uri="{FF2B5EF4-FFF2-40B4-BE49-F238E27FC236}">
                <a16:creationId xmlns:a16="http://schemas.microsoft.com/office/drawing/2014/main" id="{4547428A-5A50-88C7-25AB-4E6DEF35E2D8}"/>
              </a:ext>
            </a:extLst>
          </p:cNvPr>
          <p:cNvSpPr txBox="1"/>
          <p:nvPr/>
        </p:nvSpPr>
        <p:spPr>
          <a:xfrm>
            <a:off x="8683727" y="3590445"/>
            <a:ext cx="1000958" cy="5770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ja-JP" altLang="en-US" sz="1050">
                <a:solidFill>
                  <a:schemeClr val="tx1">
                    <a:lumMod val="50000"/>
                    <a:lumOff val="50000"/>
                  </a:schemeClr>
                </a:solidFill>
                <a:latin typeface="Yu Gothic UI" panose="020B0500000000000000" pitchFamily="34" charset="-128"/>
                <a:ea typeface="Yu Gothic UI" panose="020B0500000000000000" pitchFamily="34" charset="-128"/>
              </a:rPr>
              <a:t>データ処理</a:t>
            </a:r>
            <a:endParaRPr kumimoji="1" lang="en-US" altLang="ja-JP" sz="1050">
              <a:solidFill>
                <a:schemeClr val="tx1">
                  <a:lumMod val="50000"/>
                  <a:lumOff val="50000"/>
                </a:schemeClr>
              </a:solidFill>
              <a:latin typeface="Yu Gothic UI" panose="020B0500000000000000" pitchFamily="34" charset="-128"/>
              <a:ea typeface="Yu Gothic UI" panose="020B0500000000000000" pitchFamily="34" charset="-128"/>
            </a:endParaRPr>
          </a:p>
          <a:p>
            <a:pPr algn="ctr"/>
            <a:r>
              <a:rPr kumimoji="1" lang="ja-JP" altLang="en-US" sz="1050">
                <a:solidFill>
                  <a:schemeClr val="tx1">
                    <a:lumMod val="50000"/>
                    <a:lumOff val="50000"/>
                  </a:schemeClr>
                </a:solidFill>
                <a:latin typeface="Yu Gothic UI" panose="020B0500000000000000" pitchFamily="34" charset="-128"/>
                <a:ea typeface="Yu Gothic UI" panose="020B0500000000000000" pitchFamily="34" charset="-128"/>
              </a:rPr>
              <a:t>リクエスト</a:t>
            </a:r>
            <a:endParaRPr kumimoji="1" lang="en-US" altLang="ja-JP" sz="1050">
              <a:solidFill>
                <a:schemeClr val="tx1">
                  <a:lumMod val="50000"/>
                  <a:lumOff val="50000"/>
                </a:schemeClr>
              </a:solidFill>
              <a:latin typeface="Yu Gothic UI" panose="020B0500000000000000" pitchFamily="34" charset="-128"/>
              <a:ea typeface="Yu Gothic UI" panose="020B0500000000000000" pitchFamily="34" charset="-128"/>
            </a:endParaRPr>
          </a:p>
          <a:p>
            <a:pPr algn="ctr"/>
            <a:r>
              <a:rPr kumimoji="1" lang="en-US" altLang="ja-JP" sz="1050">
                <a:solidFill>
                  <a:schemeClr val="tx1">
                    <a:lumMod val="50000"/>
                    <a:lumOff val="50000"/>
                  </a:schemeClr>
                </a:solidFill>
                <a:latin typeface="Yu Gothic UI" panose="020B0500000000000000" pitchFamily="34" charset="-128"/>
                <a:ea typeface="Yu Gothic UI" panose="020B0500000000000000" pitchFamily="34" charset="-128"/>
              </a:rPr>
              <a:t> (CRUD</a:t>
            </a:r>
            <a:r>
              <a:rPr kumimoji="1" lang="ja-JP" altLang="en-US" sz="1050">
                <a:solidFill>
                  <a:schemeClr val="tx1">
                    <a:lumMod val="50000"/>
                    <a:lumOff val="50000"/>
                  </a:schemeClr>
                </a:solidFill>
                <a:latin typeface="Yu Gothic UI" panose="020B0500000000000000" pitchFamily="34" charset="-128"/>
                <a:ea typeface="Yu Gothic UI" panose="020B0500000000000000" pitchFamily="34" charset="-128"/>
              </a:rPr>
              <a:t>操作</a:t>
            </a:r>
            <a:r>
              <a:rPr kumimoji="1" lang="en-US" altLang="ja-JP" sz="1050">
                <a:solidFill>
                  <a:schemeClr val="tx1">
                    <a:lumMod val="50000"/>
                    <a:lumOff val="50000"/>
                  </a:schemeClr>
                </a:solidFill>
                <a:latin typeface="Yu Gothic UI" panose="020B0500000000000000" pitchFamily="34" charset="-128"/>
                <a:ea typeface="Yu Gothic UI" panose="020B0500000000000000" pitchFamily="34" charset="-128"/>
              </a:rPr>
              <a:t>)</a:t>
            </a:r>
          </a:p>
        </p:txBody>
      </p:sp>
      <p:cxnSp>
        <p:nvCxnSpPr>
          <p:cNvPr id="45" name="直線コネクタ 44">
            <a:extLst>
              <a:ext uri="{FF2B5EF4-FFF2-40B4-BE49-F238E27FC236}">
                <a16:creationId xmlns:a16="http://schemas.microsoft.com/office/drawing/2014/main" id="{53F4E03B-9D5C-A139-6CAE-1105AE06A8E4}"/>
              </a:ext>
            </a:extLst>
          </p:cNvPr>
          <p:cNvCxnSpPr>
            <a:cxnSpLocks/>
          </p:cNvCxnSpPr>
          <p:nvPr/>
        </p:nvCxnSpPr>
        <p:spPr>
          <a:xfrm flipH="1">
            <a:off x="9008265" y="4714930"/>
            <a:ext cx="413000" cy="0"/>
          </a:xfrm>
          <a:prstGeom prst="line">
            <a:avLst/>
          </a:prstGeom>
          <a:ln w="444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" name="直線コネクタ 45">
            <a:extLst>
              <a:ext uri="{FF2B5EF4-FFF2-40B4-BE49-F238E27FC236}">
                <a16:creationId xmlns:a16="http://schemas.microsoft.com/office/drawing/2014/main" id="{BAD9D8E2-D398-F6F7-29E2-AC84EDF9FC22}"/>
              </a:ext>
            </a:extLst>
          </p:cNvPr>
          <p:cNvCxnSpPr>
            <a:cxnSpLocks/>
          </p:cNvCxnSpPr>
          <p:nvPr/>
        </p:nvCxnSpPr>
        <p:spPr>
          <a:xfrm flipH="1">
            <a:off x="6827174" y="4714930"/>
            <a:ext cx="413000" cy="0"/>
          </a:xfrm>
          <a:prstGeom prst="line">
            <a:avLst/>
          </a:prstGeom>
          <a:ln w="444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7" name="直線コネクタ 46">
            <a:extLst>
              <a:ext uri="{FF2B5EF4-FFF2-40B4-BE49-F238E27FC236}">
                <a16:creationId xmlns:a16="http://schemas.microsoft.com/office/drawing/2014/main" id="{44F1348F-1F7B-EDED-70CF-AD8BEB7F3ED2}"/>
              </a:ext>
            </a:extLst>
          </p:cNvPr>
          <p:cNvCxnSpPr>
            <a:cxnSpLocks/>
          </p:cNvCxnSpPr>
          <p:nvPr/>
        </p:nvCxnSpPr>
        <p:spPr>
          <a:xfrm flipH="1">
            <a:off x="2746050" y="4518254"/>
            <a:ext cx="2269010" cy="0"/>
          </a:xfrm>
          <a:prstGeom prst="line">
            <a:avLst/>
          </a:prstGeom>
          <a:ln w="444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8" name="テキスト ボックス 47">
            <a:extLst>
              <a:ext uri="{FF2B5EF4-FFF2-40B4-BE49-F238E27FC236}">
                <a16:creationId xmlns:a16="http://schemas.microsoft.com/office/drawing/2014/main" id="{E0CEA739-B574-1F5A-A1C5-D1A896317135}"/>
              </a:ext>
            </a:extLst>
          </p:cNvPr>
          <p:cNvSpPr txBox="1"/>
          <p:nvPr/>
        </p:nvSpPr>
        <p:spPr>
          <a:xfrm>
            <a:off x="3232721" y="4581820"/>
            <a:ext cx="1295665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ja-JP" sz="1100">
                <a:solidFill>
                  <a:schemeClr val="tx1">
                    <a:lumMod val="50000"/>
                    <a:lumOff val="50000"/>
                  </a:schemeClr>
                </a:solidFill>
                <a:latin typeface="Yu Gothic UI" panose="020B0500000000000000" pitchFamily="34" charset="-128"/>
                <a:ea typeface="Yu Gothic UI" panose="020B0500000000000000" pitchFamily="34" charset="-128"/>
              </a:rPr>
              <a:t>HTTP </a:t>
            </a:r>
            <a:r>
              <a:rPr kumimoji="1" lang="ja-JP" altLang="en-US" sz="1100">
                <a:solidFill>
                  <a:schemeClr val="tx1">
                    <a:lumMod val="50000"/>
                    <a:lumOff val="50000"/>
                  </a:schemeClr>
                </a:solidFill>
                <a:latin typeface="Yu Gothic UI" panose="020B0500000000000000" pitchFamily="34" charset="-128"/>
                <a:ea typeface="Yu Gothic UI" panose="020B0500000000000000" pitchFamily="34" charset="-128"/>
              </a:rPr>
              <a:t>レスポンス</a:t>
            </a:r>
          </a:p>
        </p:txBody>
      </p:sp>
      <p:sp>
        <p:nvSpPr>
          <p:cNvPr id="49" name="テキスト ボックス 48">
            <a:extLst>
              <a:ext uri="{FF2B5EF4-FFF2-40B4-BE49-F238E27FC236}">
                <a16:creationId xmlns:a16="http://schemas.microsoft.com/office/drawing/2014/main" id="{10FA1317-F7AF-3095-0741-8F02AFF6D376}"/>
              </a:ext>
            </a:extLst>
          </p:cNvPr>
          <p:cNvSpPr txBox="1"/>
          <p:nvPr/>
        </p:nvSpPr>
        <p:spPr>
          <a:xfrm>
            <a:off x="9397928" y="4217177"/>
            <a:ext cx="1708657" cy="9387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kumimoji="1" lang="ja-JP" altLang="en-US" sz="1100">
                <a:solidFill>
                  <a:schemeClr val="tx1">
                    <a:lumMod val="75000"/>
                    <a:lumOff val="25000"/>
                  </a:schemeClr>
                </a:solidFill>
                <a:latin typeface="Yu Gothic UI" panose="020B0500000000000000" pitchFamily="34" charset="-128"/>
                <a:ea typeface="Yu Gothic UI" panose="020B0500000000000000" pitchFamily="34" charset="-128"/>
              </a:rPr>
              <a:t>データの永続化、保存</a:t>
            </a:r>
            <a:endParaRPr kumimoji="1" lang="en-US" altLang="ja-JP" sz="1100">
              <a:solidFill>
                <a:schemeClr val="tx1">
                  <a:lumMod val="75000"/>
                  <a:lumOff val="25000"/>
                </a:schemeClr>
              </a:solidFill>
              <a:latin typeface="Yu Gothic UI" panose="020B0500000000000000" pitchFamily="34" charset="-128"/>
              <a:ea typeface="Yu Gothic UI" panose="020B0500000000000000" pitchFamily="34" charset="-128"/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kumimoji="1" lang="ja-JP" altLang="en-US" sz="1100">
                <a:solidFill>
                  <a:schemeClr val="tx1">
                    <a:lumMod val="75000"/>
                    <a:lumOff val="25000"/>
                  </a:schemeClr>
                </a:solidFill>
                <a:latin typeface="Yu Gothic UI" panose="020B0500000000000000" pitchFamily="34" charset="-128"/>
                <a:ea typeface="Yu Gothic UI" panose="020B0500000000000000" pitchFamily="34" charset="-128"/>
              </a:rPr>
              <a:t>データの検索</a:t>
            </a:r>
            <a:endParaRPr kumimoji="1" lang="en-US" altLang="ja-JP" sz="1100">
              <a:solidFill>
                <a:schemeClr val="tx1">
                  <a:lumMod val="75000"/>
                  <a:lumOff val="25000"/>
                </a:schemeClr>
              </a:solidFill>
              <a:latin typeface="Yu Gothic UI" panose="020B0500000000000000" pitchFamily="34" charset="-128"/>
              <a:ea typeface="Yu Gothic UI" panose="020B0500000000000000" pitchFamily="34" charset="-128"/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kumimoji="1" lang="ja-JP" altLang="en-US" sz="1100">
                <a:solidFill>
                  <a:schemeClr val="tx1">
                    <a:lumMod val="75000"/>
                    <a:lumOff val="25000"/>
                  </a:schemeClr>
                </a:solidFill>
                <a:latin typeface="Yu Gothic UI" panose="020B0500000000000000" pitchFamily="34" charset="-128"/>
                <a:ea typeface="Yu Gothic UI" panose="020B0500000000000000" pitchFamily="34" charset="-128"/>
              </a:rPr>
              <a:t>データの作成</a:t>
            </a:r>
            <a:endParaRPr kumimoji="1" lang="en-US" altLang="ja-JP" sz="1100">
              <a:solidFill>
                <a:schemeClr val="tx1">
                  <a:lumMod val="75000"/>
                  <a:lumOff val="25000"/>
                </a:schemeClr>
              </a:solidFill>
              <a:latin typeface="Yu Gothic UI" panose="020B0500000000000000" pitchFamily="34" charset="-128"/>
              <a:ea typeface="Yu Gothic UI" panose="020B0500000000000000" pitchFamily="34" charset="-128"/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kumimoji="1" lang="ja-JP" altLang="en-US" sz="1100">
                <a:solidFill>
                  <a:schemeClr val="tx1">
                    <a:lumMod val="75000"/>
                    <a:lumOff val="25000"/>
                  </a:schemeClr>
                </a:solidFill>
                <a:latin typeface="Yu Gothic UI" panose="020B0500000000000000" pitchFamily="34" charset="-128"/>
                <a:ea typeface="Yu Gothic UI" panose="020B0500000000000000" pitchFamily="34" charset="-128"/>
              </a:rPr>
              <a:t>データの更新</a:t>
            </a:r>
            <a:endParaRPr kumimoji="1" lang="en-US" altLang="ja-JP" sz="1100">
              <a:solidFill>
                <a:schemeClr val="tx1">
                  <a:lumMod val="75000"/>
                  <a:lumOff val="25000"/>
                </a:schemeClr>
              </a:solidFill>
              <a:latin typeface="Yu Gothic UI" panose="020B0500000000000000" pitchFamily="34" charset="-128"/>
              <a:ea typeface="Yu Gothic UI" panose="020B0500000000000000" pitchFamily="34" charset="-128"/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kumimoji="1" lang="ja-JP" altLang="en-US" sz="1100">
                <a:solidFill>
                  <a:schemeClr val="tx1">
                    <a:lumMod val="75000"/>
                    <a:lumOff val="25000"/>
                  </a:schemeClr>
                </a:solidFill>
                <a:latin typeface="Yu Gothic UI" panose="020B0500000000000000" pitchFamily="34" charset="-128"/>
                <a:ea typeface="Yu Gothic UI" panose="020B0500000000000000" pitchFamily="34" charset="-128"/>
              </a:rPr>
              <a:t>データの削除</a:t>
            </a:r>
            <a:endParaRPr kumimoji="1" lang="en-US" altLang="ja-JP" sz="1100">
              <a:solidFill>
                <a:schemeClr val="tx1">
                  <a:lumMod val="75000"/>
                  <a:lumOff val="25000"/>
                </a:schemeClr>
              </a:solidFill>
              <a:latin typeface="Yu Gothic UI" panose="020B0500000000000000" pitchFamily="34" charset="-128"/>
              <a:ea typeface="Yu Gothic UI" panose="020B0500000000000000" pitchFamily="34" charset="-128"/>
            </a:endParaRPr>
          </a:p>
        </p:txBody>
      </p:sp>
      <p:sp>
        <p:nvSpPr>
          <p:cNvPr id="50" name="テキスト ボックス 49">
            <a:extLst>
              <a:ext uri="{FF2B5EF4-FFF2-40B4-BE49-F238E27FC236}">
                <a16:creationId xmlns:a16="http://schemas.microsoft.com/office/drawing/2014/main" id="{E4ABD836-AA35-629B-4489-E868019475AB}"/>
              </a:ext>
            </a:extLst>
          </p:cNvPr>
          <p:cNvSpPr txBox="1"/>
          <p:nvPr/>
        </p:nvSpPr>
        <p:spPr>
          <a:xfrm>
            <a:off x="8863473" y="4777749"/>
            <a:ext cx="678096" cy="2539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ja-JP" altLang="en-US" sz="1050">
                <a:solidFill>
                  <a:schemeClr val="tx1">
                    <a:lumMod val="50000"/>
                    <a:lumOff val="50000"/>
                  </a:schemeClr>
                </a:solidFill>
                <a:latin typeface="Yu Gothic UI" panose="020B0500000000000000" pitchFamily="34" charset="-128"/>
                <a:ea typeface="Yu Gothic UI" panose="020B0500000000000000" pitchFamily="34" charset="-128"/>
              </a:rPr>
              <a:t>データ</a:t>
            </a:r>
          </a:p>
        </p:txBody>
      </p:sp>
      <p:sp>
        <p:nvSpPr>
          <p:cNvPr id="51" name="テキスト ボックス 50">
            <a:extLst>
              <a:ext uri="{FF2B5EF4-FFF2-40B4-BE49-F238E27FC236}">
                <a16:creationId xmlns:a16="http://schemas.microsoft.com/office/drawing/2014/main" id="{9F12415B-3C57-E46D-F978-239A02B52F96}"/>
              </a:ext>
            </a:extLst>
          </p:cNvPr>
          <p:cNvSpPr txBox="1"/>
          <p:nvPr/>
        </p:nvSpPr>
        <p:spPr>
          <a:xfrm>
            <a:off x="6727111" y="4788547"/>
            <a:ext cx="719626" cy="2539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ja-JP" altLang="en-US" sz="1050">
                <a:solidFill>
                  <a:schemeClr val="tx1">
                    <a:lumMod val="50000"/>
                    <a:lumOff val="50000"/>
                  </a:schemeClr>
                </a:solidFill>
                <a:latin typeface="Yu Gothic UI" panose="020B0500000000000000" pitchFamily="34" charset="-128"/>
                <a:ea typeface="Yu Gothic UI" panose="020B0500000000000000" pitchFamily="34" charset="-128"/>
              </a:rPr>
              <a:t>処理結果</a:t>
            </a:r>
          </a:p>
        </p:txBody>
      </p:sp>
      <p:sp>
        <p:nvSpPr>
          <p:cNvPr id="52" name="四角形吹き出し 51">
            <a:extLst>
              <a:ext uri="{FF2B5EF4-FFF2-40B4-BE49-F238E27FC236}">
                <a16:creationId xmlns:a16="http://schemas.microsoft.com/office/drawing/2014/main" id="{8AAA2094-AB25-CDCA-2EEC-7173DD64A03A}"/>
              </a:ext>
            </a:extLst>
          </p:cNvPr>
          <p:cNvSpPr/>
          <p:nvPr/>
        </p:nvSpPr>
        <p:spPr>
          <a:xfrm>
            <a:off x="5015060" y="2240650"/>
            <a:ext cx="1755587" cy="1180977"/>
          </a:xfrm>
          <a:prstGeom prst="wedgeRectCallout">
            <a:avLst/>
          </a:prstGeom>
          <a:solidFill>
            <a:schemeClr val="bg1"/>
          </a:solidFill>
          <a:ln w="15875">
            <a:solidFill>
              <a:schemeClr val="bg2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>
              <a:solidFill>
                <a:schemeClr val="tx1"/>
              </a:solidFill>
            </a:endParaRPr>
          </a:p>
        </p:txBody>
      </p:sp>
      <p:sp>
        <p:nvSpPr>
          <p:cNvPr id="53" name="テキスト ボックス 52">
            <a:extLst>
              <a:ext uri="{FF2B5EF4-FFF2-40B4-BE49-F238E27FC236}">
                <a16:creationId xmlns:a16="http://schemas.microsoft.com/office/drawing/2014/main" id="{AF28A859-CDFA-ABCB-4B3A-26029D48A2CF}"/>
              </a:ext>
            </a:extLst>
          </p:cNvPr>
          <p:cNvSpPr txBox="1"/>
          <p:nvPr/>
        </p:nvSpPr>
        <p:spPr>
          <a:xfrm>
            <a:off x="5002890" y="2244645"/>
            <a:ext cx="145120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ja-JP" altLang="en-US" sz="1400" b="1">
                <a:solidFill>
                  <a:srgbClr val="1F2937"/>
                </a:solidFill>
                <a:latin typeface="Yu Gothic UI" panose="020B0500000000000000" pitchFamily="34" charset="-128"/>
                <a:ea typeface="Yu Gothic UI" panose="020B0500000000000000" pitchFamily="34" charset="-128"/>
                <a:cs typeface="Yu Gothic"/>
              </a:rPr>
              <a:t>画面と入口</a:t>
            </a:r>
            <a:endParaRPr kumimoji="1" lang="ja-JP" altLang="en-US" sz="1400">
              <a:solidFill>
                <a:schemeClr val="tx1">
                  <a:lumMod val="75000"/>
                  <a:lumOff val="25000"/>
                </a:schemeClr>
              </a:solidFill>
              <a:latin typeface="Yu Gothic UI" panose="020B0500000000000000" pitchFamily="34" charset="-128"/>
              <a:ea typeface="Yu Gothic UI" panose="020B0500000000000000" pitchFamily="34" charset="-128"/>
            </a:endParaRPr>
          </a:p>
        </p:txBody>
      </p:sp>
      <p:sp>
        <p:nvSpPr>
          <p:cNvPr id="54" name="テキスト ボックス 53">
            <a:extLst>
              <a:ext uri="{FF2B5EF4-FFF2-40B4-BE49-F238E27FC236}">
                <a16:creationId xmlns:a16="http://schemas.microsoft.com/office/drawing/2014/main" id="{DBEF5998-4671-D455-9C0D-9DBC99F0194F}"/>
              </a:ext>
            </a:extLst>
          </p:cNvPr>
          <p:cNvSpPr txBox="1"/>
          <p:nvPr/>
        </p:nvSpPr>
        <p:spPr>
          <a:xfrm>
            <a:off x="5002889" y="2623220"/>
            <a:ext cx="175558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defRPr sz="1125" b="0">
                <a:solidFill>
                  <a:srgbClr val="1F2937"/>
                </a:solidFill>
                <a:latin typeface="Yu Gothic"/>
                <a:ea typeface="Yu Gothic"/>
                <a:cs typeface="Yu Gothic"/>
              </a:defRPr>
            </a:pPr>
            <a:r>
              <a:rPr lang="ja-JP" altLang="en-US" sz="1400">
                <a:solidFill>
                  <a:srgbClr val="1F2937"/>
                </a:solidFill>
                <a:latin typeface="Yu Gothic UI" panose="020B0500000000000000" pitchFamily="34" charset="-128"/>
                <a:ea typeface="Yu Gothic UI" panose="020B0500000000000000" pitchFamily="34" charset="-128"/>
                <a:cs typeface="Yu Gothic"/>
              </a:rPr>
              <a:t>利用者がアクセスする画面を提供します。</a:t>
            </a:r>
            <a:endParaRPr lang="ja-JP" altLang="en-US" sz="1400" dirty="0">
              <a:solidFill>
                <a:srgbClr val="1F2937"/>
              </a:solidFill>
              <a:latin typeface="Yu Gothic UI" panose="020B0500000000000000" pitchFamily="34" charset="-128"/>
              <a:ea typeface="Yu Gothic UI" panose="020B0500000000000000" pitchFamily="34" charset="-128"/>
              <a:cs typeface="Yu Gothic"/>
            </a:endParaRPr>
          </a:p>
        </p:txBody>
      </p:sp>
      <p:sp>
        <p:nvSpPr>
          <p:cNvPr id="55" name="四角形吹き出し 54">
            <a:extLst>
              <a:ext uri="{FF2B5EF4-FFF2-40B4-BE49-F238E27FC236}">
                <a16:creationId xmlns:a16="http://schemas.microsoft.com/office/drawing/2014/main" id="{EA14035B-352F-5B32-1026-8105A3D22CA2}"/>
              </a:ext>
            </a:extLst>
          </p:cNvPr>
          <p:cNvSpPr/>
          <p:nvPr/>
        </p:nvSpPr>
        <p:spPr>
          <a:xfrm>
            <a:off x="7201444" y="2244645"/>
            <a:ext cx="1755587" cy="1180977"/>
          </a:xfrm>
          <a:prstGeom prst="wedgeRectCallout">
            <a:avLst/>
          </a:prstGeom>
          <a:solidFill>
            <a:schemeClr val="bg1"/>
          </a:solidFill>
          <a:ln w="15875">
            <a:solidFill>
              <a:schemeClr val="bg2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>
              <a:solidFill>
                <a:schemeClr val="tx1"/>
              </a:solidFill>
            </a:endParaRPr>
          </a:p>
        </p:txBody>
      </p:sp>
      <p:sp>
        <p:nvSpPr>
          <p:cNvPr id="56" name="テキスト ボックス 55">
            <a:extLst>
              <a:ext uri="{FF2B5EF4-FFF2-40B4-BE49-F238E27FC236}">
                <a16:creationId xmlns:a16="http://schemas.microsoft.com/office/drawing/2014/main" id="{2489ED54-BE75-8701-D98E-AA936AC16441}"/>
              </a:ext>
            </a:extLst>
          </p:cNvPr>
          <p:cNvSpPr txBox="1"/>
          <p:nvPr/>
        </p:nvSpPr>
        <p:spPr>
          <a:xfrm>
            <a:off x="7189274" y="2248640"/>
            <a:ext cx="145120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defRPr sz="1500" b="1">
                <a:solidFill>
                  <a:srgbClr val="1F2937"/>
                </a:solidFill>
                <a:latin typeface="Yu Gothic"/>
                <a:ea typeface="Yu Gothic"/>
                <a:cs typeface="Yu Gothic"/>
              </a:defRPr>
            </a:pPr>
            <a:r>
              <a:rPr lang="ja-JP" altLang="en-US" sz="1400" b="1">
                <a:solidFill>
                  <a:srgbClr val="1F2937"/>
                </a:solidFill>
                <a:latin typeface="Yu Gothic UI" panose="020B0500000000000000" pitchFamily="34" charset="-128"/>
                <a:ea typeface="Yu Gothic UI" panose="020B0500000000000000" pitchFamily="34" charset="-128"/>
                <a:cs typeface="Yu Gothic"/>
              </a:rPr>
              <a:t>業務処理</a:t>
            </a:r>
            <a:endParaRPr lang="ja-JP" altLang="en-US" sz="1400" b="1" dirty="0">
              <a:solidFill>
                <a:srgbClr val="1F2937"/>
              </a:solidFill>
              <a:latin typeface="Yu Gothic UI" panose="020B0500000000000000" pitchFamily="34" charset="-128"/>
              <a:ea typeface="Yu Gothic UI" panose="020B0500000000000000" pitchFamily="34" charset="-128"/>
              <a:cs typeface="Yu Gothic"/>
            </a:endParaRPr>
          </a:p>
        </p:txBody>
      </p:sp>
      <p:sp>
        <p:nvSpPr>
          <p:cNvPr id="57" name="テキスト ボックス 56">
            <a:extLst>
              <a:ext uri="{FF2B5EF4-FFF2-40B4-BE49-F238E27FC236}">
                <a16:creationId xmlns:a16="http://schemas.microsoft.com/office/drawing/2014/main" id="{F22F6C0B-029A-47BB-8990-2673B6F7B983}"/>
              </a:ext>
            </a:extLst>
          </p:cNvPr>
          <p:cNvSpPr txBox="1"/>
          <p:nvPr/>
        </p:nvSpPr>
        <p:spPr>
          <a:xfrm>
            <a:off x="7189273" y="2627215"/>
            <a:ext cx="175558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defRPr sz="1125" b="0">
                <a:solidFill>
                  <a:srgbClr val="1F2937"/>
                </a:solidFill>
                <a:latin typeface="Yu Gothic"/>
                <a:ea typeface="Yu Gothic"/>
                <a:cs typeface="Yu Gothic"/>
              </a:defRPr>
            </a:pPr>
            <a:r>
              <a:rPr lang="en" altLang="ja-JP" sz="1400" dirty="0">
                <a:solidFill>
                  <a:srgbClr val="1F2937"/>
                </a:solidFill>
                <a:latin typeface="Yu Gothic UI" panose="020B0500000000000000" pitchFamily="34" charset="-128"/>
                <a:ea typeface="Yu Gothic UI" panose="020B0500000000000000" pitchFamily="34" charset="-128"/>
                <a:cs typeface="Yu Gothic"/>
              </a:rPr>
              <a:t>Todo </a:t>
            </a:r>
            <a:r>
              <a:rPr lang="ja-JP" altLang="en-US" sz="1400">
                <a:solidFill>
                  <a:srgbClr val="1F2937"/>
                </a:solidFill>
                <a:latin typeface="Yu Gothic UI" panose="020B0500000000000000" pitchFamily="34" charset="-128"/>
                <a:ea typeface="Yu Gothic UI" panose="020B0500000000000000" pitchFamily="34" charset="-128"/>
                <a:cs typeface="Yu Gothic"/>
              </a:rPr>
              <a:t>の作成、更新、削除を処理します。</a:t>
            </a:r>
            <a:endParaRPr lang="ja-JP" altLang="en-US" sz="1400" dirty="0">
              <a:solidFill>
                <a:srgbClr val="1F2937"/>
              </a:solidFill>
              <a:latin typeface="Yu Gothic UI" panose="020B0500000000000000" pitchFamily="34" charset="-128"/>
              <a:ea typeface="Yu Gothic UI" panose="020B0500000000000000" pitchFamily="34" charset="-128"/>
              <a:cs typeface="Yu Gothic"/>
            </a:endParaRPr>
          </a:p>
        </p:txBody>
      </p:sp>
      <p:sp>
        <p:nvSpPr>
          <p:cNvPr id="58" name="四角形吹き出し 57">
            <a:extLst>
              <a:ext uri="{FF2B5EF4-FFF2-40B4-BE49-F238E27FC236}">
                <a16:creationId xmlns:a16="http://schemas.microsoft.com/office/drawing/2014/main" id="{DE76B158-BF07-8731-AA6D-74789B2C3FA8}"/>
              </a:ext>
            </a:extLst>
          </p:cNvPr>
          <p:cNvSpPr/>
          <p:nvPr/>
        </p:nvSpPr>
        <p:spPr>
          <a:xfrm>
            <a:off x="9407532" y="2240650"/>
            <a:ext cx="1755587" cy="1180977"/>
          </a:xfrm>
          <a:prstGeom prst="wedgeRectCallout">
            <a:avLst/>
          </a:prstGeom>
          <a:solidFill>
            <a:schemeClr val="bg1"/>
          </a:solidFill>
          <a:ln w="15875">
            <a:solidFill>
              <a:schemeClr val="bg2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>
              <a:solidFill>
                <a:schemeClr val="tx1"/>
              </a:solidFill>
            </a:endParaRPr>
          </a:p>
        </p:txBody>
      </p:sp>
      <p:sp>
        <p:nvSpPr>
          <p:cNvPr id="59" name="テキスト ボックス 58">
            <a:extLst>
              <a:ext uri="{FF2B5EF4-FFF2-40B4-BE49-F238E27FC236}">
                <a16:creationId xmlns:a16="http://schemas.microsoft.com/office/drawing/2014/main" id="{B1AACB74-7A2C-6FEE-7AA6-0D6065694C49}"/>
              </a:ext>
            </a:extLst>
          </p:cNvPr>
          <p:cNvSpPr txBox="1"/>
          <p:nvPr/>
        </p:nvSpPr>
        <p:spPr>
          <a:xfrm>
            <a:off x="9395362" y="2244645"/>
            <a:ext cx="145120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defRPr sz="1500" b="1">
                <a:solidFill>
                  <a:srgbClr val="1F2937"/>
                </a:solidFill>
                <a:latin typeface="Yu Gothic"/>
                <a:ea typeface="Yu Gothic"/>
                <a:cs typeface="Yu Gothic"/>
              </a:defRPr>
            </a:pPr>
            <a:r>
              <a:rPr lang="ja-JP" altLang="en-US" sz="1400" b="1">
                <a:solidFill>
                  <a:srgbClr val="1F2937"/>
                </a:solidFill>
                <a:latin typeface="Yu Gothic UI" panose="020B0500000000000000" pitchFamily="34" charset="-128"/>
                <a:ea typeface="Yu Gothic UI" panose="020B0500000000000000" pitchFamily="34" charset="-128"/>
                <a:cs typeface="Yu Gothic"/>
              </a:rPr>
              <a:t>データ保持</a:t>
            </a:r>
          </a:p>
        </p:txBody>
      </p:sp>
      <p:sp>
        <p:nvSpPr>
          <p:cNvPr id="60" name="テキスト ボックス 59">
            <a:extLst>
              <a:ext uri="{FF2B5EF4-FFF2-40B4-BE49-F238E27FC236}">
                <a16:creationId xmlns:a16="http://schemas.microsoft.com/office/drawing/2014/main" id="{D51EBF20-5181-590C-3F19-378F283DA776}"/>
              </a:ext>
            </a:extLst>
          </p:cNvPr>
          <p:cNvSpPr txBox="1"/>
          <p:nvPr/>
        </p:nvSpPr>
        <p:spPr>
          <a:xfrm>
            <a:off x="9395361" y="2623220"/>
            <a:ext cx="1755587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defRPr sz="1125" b="0">
                <a:solidFill>
                  <a:srgbClr val="1F2937"/>
                </a:solidFill>
                <a:latin typeface="Yu Gothic"/>
                <a:ea typeface="Yu Gothic"/>
                <a:cs typeface="Yu Gothic"/>
              </a:defRPr>
            </a:pPr>
            <a:r>
              <a:rPr lang="en" altLang="ja-JP" sz="1400" dirty="0">
                <a:solidFill>
                  <a:srgbClr val="1F2937"/>
                </a:solidFill>
                <a:latin typeface="Yu Gothic UI" panose="020B0500000000000000" pitchFamily="34" charset="-128"/>
                <a:ea typeface="Yu Gothic UI" panose="020B0500000000000000" pitchFamily="34" charset="-128"/>
                <a:cs typeface="Yu Gothic"/>
              </a:rPr>
              <a:t>Todo </a:t>
            </a:r>
            <a:r>
              <a:rPr lang="ja-JP" altLang="en-US" sz="1400">
                <a:solidFill>
                  <a:srgbClr val="1F2937"/>
                </a:solidFill>
                <a:latin typeface="Yu Gothic UI" panose="020B0500000000000000" pitchFamily="34" charset="-128"/>
                <a:ea typeface="Yu Gothic UI" panose="020B0500000000000000" pitchFamily="34" charset="-128"/>
                <a:cs typeface="Yu Gothic"/>
              </a:rPr>
              <a:t>の状態を </a:t>
            </a:r>
            <a:r>
              <a:rPr lang="en" altLang="ja-JP" sz="1400" dirty="0">
                <a:solidFill>
                  <a:srgbClr val="1F2937"/>
                </a:solidFill>
                <a:latin typeface="Yu Gothic UI" panose="020B0500000000000000" pitchFamily="34" charset="-128"/>
                <a:ea typeface="Yu Gothic UI" panose="020B0500000000000000" pitchFamily="34" charset="-128"/>
                <a:cs typeface="Yu Gothic"/>
              </a:rPr>
              <a:t>PostgreSQL </a:t>
            </a:r>
            <a:r>
              <a:rPr lang="ja-JP" altLang="en-US" sz="1400">
                <a:solidFill>
                  <a:srgbClr val="1F2937"/>
                </a:solidFill>
                <a:latin typeface="Yu Gothic UI" panose="020B0500000000000000" pitchFamily="34" charset="-128"/>
                <a:ea typeface="Yu Gothic UI" panose="020B0500000000000000" pitchFamily="34" charset="-128"/>
                <a:cs typeface="Yu Gothic"/>
              </a:rPr>
              <a:t>に保存します。</a:t>
            </a:r>
          </a:p>
        </p:txBody>
      </p:sp>
    </p:spTree>
    <p:extLst>
      <p:ext uri="{BB962C8B-B14F-4D97-AF65-F5344CB8AC3E}">
        <p14:creationId xmlns:p14="http://schemas.microsoft.com/office/powerpoint/2010/main" val="2812349212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4BAFEC0-4B82-9842-F227-80D1E7C780B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正方形/長方形 8">
            <a:extLst>
              <a:ext uri="{FF2B5EF4-FFF2-40B4-BE49-F238E27FC236}">
                <a16:creationId xmlns:a16="http://schemas.microsoft.com/office/drawing/2014/main" id="{C9477EAA-5143-96CB-E4EA-B2F79D0E303E}"/>
              </a:ext>
            </a:extLst>
          </p:cNvPr>
          <p:cNvSpPr>
            <a:spLocks noGrp="1"/>
          </p:cNvSpPr>
          <p:nvPr/>
        </p:nvSpPr>
        <p:spPr>
          <a:xfrm>
            <a:off x="685800" y="400050"/>
            <a:ext cx="8953500" cy="4953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>
              <a:defRPr sz="2325" b="1">
                <a:solidFill>
                  <a:srgbClr val="1F2937"/>
                </a:solidFill>
                <a:latin typeface="Yu Gothic"/>
                <a:ea typeface="Yu Gothic"/>
                <a:cs typeface="Yu Gothic"/>
              </a:defRPr>
            </a:pPr>
            <a:r>
              <a:rPr lang="ja-JP" altLang="en-US" sz="2000" b="1">
                <a:solidFill>
                  <a:srgbClr val="1F2937"/>
                </a:solidFill>
                <a:latin typeface="Yu Gothic"/>
                <a:ea typeface="Yu Gothic"/>
                <a:cs typeface="Yu Gothic"/>
              </a:rPr>
              <a:t>アーキテクチャの振り返り</a:t>
            </a:r>
            <a:endParaRPr lang="ja-JP" altLang="en-US" sz="2000" b="1" dirty="0">
              <a:solidFill>
                <a:srgbClr val="1F2937"/>
              </a:solidFill>
              <a:latin typeface="Yu Gothic"/>
              <a:ea typeface="Yu Gothic"/>
              <a:cs typeface="Yu Gothic"/>
            </a:endParaRPr>
          </a:p>
        </p:txBody>
      </p:sp>
      <p:sp>
        <p:nvSpPr>
          <p:cNvPr id="2" name="正方形/長方形 1">
            <a:extLst>
              <a:ext uri="{FF2B5EF4-FFF2-40B4-BE49-F238E27FC236}">
                <a16:creationId xmlns:a16="http://schemas.microsoft.com/office/drawing/2014/main" id="{3042AA6A-FE4F-1ECC-9F0E-9A6287C46D0C}"/>
              </a:ext>
            </a:extLst>
          </p:cNvPr>
          <p:cNvSpPr>
            <a:spLocks noGrp="1"/>
          </p:cNvSpPr>
          <p:nvPr/>
        </p:nvSpPr>
        <p:spPr>
          <a:xfrm>
            <a:off x="685800" y="876300"/>
            <a:ext cx="36195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13" b="0">
                <a:solidFill>
                  <a:srgbClr val="667085"/>
                </a:solidFill>
                <a:latin typeface="Yu Gothic UI"/>
                <a:ea typeface="Yu Gothic UI"/>
                <a:cs typeface="Yu Gothic UI"/>
              </a:defRPr>
            </a:pPr>
            <a:r>
              <a:rPr sz="713" b="0" dirty="0">
                <a:solidFill>
                  <a:srgbClr val="667085"/>
                </a:solidFill>
                <a:latin typeface="Yu Gothic UI"/>
                <a:ea typeface="Yu Gothic UI"/>
                <a:cs typeface="Yu Gothic UI"/>
              </a:rPr>
              <a:t>Azure Workshop for Beginners </a:t>
            </a:r>
            <a:r>
              <a:rPr lang="ja-JP" altLang="en-US" sz="713" b="0">
                <a:solidFill>
                  <a:srgbClr val="667085"/>
                </a:solidFill>
                <a:latin typeface="Yu Gothic UI"/>
                <a:ea typeface="Yu Gothic UI"/>
                <a:cs typeface="Yu Gothic UI"/>
              </a:rPr>
              <a:t> </a:t>
            </a:r>
            <a:r>
              <a:rPr lang="en-US" altLang="ja-JP" sz="713" b="0" dirty="0">
                <a:solidFill>
                  <a:srgbClr val="667085"/>
                </a:solidFill>
                <a:latin typeface="Yu Gothic UI"/>
                <a:ea typeface="Yu Gothic UI"/>
                <a:cs typeface="Yu Gothic UI"/>
              </a:rPr>
              <a:t>| </a:t>
            </a:r>
            <a:r>
              <a:rPr lang="ja-JP" altLang="en-US" sz="713" b="0">
                <a:solidFill>
                  <a:srgbClr val="667085"/>
                </a:solidFill>
                <a:latin typeface="Yu Gothic UI"/>
                <a:ea typeface="Yu Gothic UI"/>
                <a:cs typeface="Yu Gothic UI"/>
              </a:rPr>
              <a:t>第</a:t>
            </a:r>
            <a:r>
              <a:rPr lang="en-US" altLang="ja-JP" sz="713" b="0" dirty="0">
                <a:solidFill>
                  <a:srgbClr val="667085"/>
                </a:solidFill>
                <a:latin typeface="Yu Gothic UI"/>
                <a:ea typeface="Yu Gothic UI"/>
                <a:cs typeface="Yu Gothic UI"/>
              </a:rPr>
              <a:t>6</a:t>
            </a:r>
            <a:r>
              <a:rPr lang="ja-JP" altLang="en-US" sz="713" b="0">
                <a:solidFill>
                  <a:srgbClr val="667085"/>
                </a:solidFill>
                <a:latin typeface="Yu Gothic UI"/>
                <a:ea typeface="Yu Gothic UI"/>
                <a:cs typeface="Yu Gothic UI"/>
              </a:rPr>
              <a:t>回</a:t>
            </a:r>
            <a:endParaRPr sz="713" b="0" dirty="0">
              <a:solidFill>
                <a:srgbClr val="667085"/>
              </a:solidFill>
              <a:latin typeface="Yu Gothic UI"/>
              <a:ea typeface="Yu Gothic UI"/>
              <a:cs typeface="Yu Gothic UI"/>
            </a:endParaRPr>
          </a:p>
        </p:txBody>
      </p:sp>
      <p:sp>
        <p:nvSpPr>
          <p:cNvPr id="4" name="正方形/長方形 3">
            <a:extLst>
              <a:ext uri="{FF2B5EF4-FFF2-40B4-BE49-F238E27FC236}">
                <a16:creationId xmlns:a16="http://schemas.microsoft.com/office/drawing/2014/main" id="{628E726C-1178-2227-6BD1-184E1CA6F432}"/>
              </a:ext>
            </a:extLst>
          </p:cNvPr>
          <p:cNvSpPr>
            <a:spLocks noGrp="1"/>
          </p:cNvSpPr>
          <p:nvPr/>
        </p:nvSpPr>
        <p:spPr>
          <a:xfrm>
            <a:off x="685800" y="1200150"/>
            <a:ext cx="10820400" cy="14288"/>
          </a:xfrm>
          <a:prstGeom prst="rect">
            <a:avLst/>
          </a:prstGeom>
          <a:solidFill>
            <a:srgbClr val="D0D5DD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5" name="正方形/長方形 4">
            <a:extLst>
              <a:ext uri="{FF2B5EF4-FFF2-40B4-BE49-F238E27FC236}">
                <a16:creationId xmlns:a16="http://schemas.microsoft.com/office/drawing/2014/main" id="{0BD2E6AC-B4A9-1F95-B1E5-AD7D405B7332}"/>
              </a:ext>
            </a:extLst>
          </p:cNvPr>
          <p:cNvSpPr>
            <a:spLocks noGrp="1"/>
          </p:cNvSpPr>
          <p:nvPr/>
        </p:nvSpPr>
        <p:spPr>
          <a:xfrm>
            <a:off x="685800" y="1352550"/>
            <a:ext cx="10820400" cy="552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19050" rIns="0" bIns="0" anchor="t"/>
          <a:lstStyle/>
          <a:p>
            <a:pPr>
              <a:defRPr sz="1350" b="0">
                <a:solidFill>
                  <a:srgbClr val="64748B"/>
                </a:solidFill>
                <a:latin typeface="Yu Gothic"/>
                <a:ea typeface="Yu Gothic"/>
                <a:cs typeface="Yu Gothic"/>
              </a:defRPr>
            </a:pPr>
            <a:r>
              <a:rPr lang="ja-JP" altLang="en-US" sz="1200">
                <a:solidFill>
                  <a:srgbClr val="64748B"/>
                </a:solidFill>
                <a:latin typeface="Yu Gothic"/>
                <a:ea typeface="Yu Gothic"/>
                <a:cs typeface="Yu Gothic"/>
              </a:rPr>
              <a:t>完成形では </a:t>
            </a:r>
            <a:r>
              <a:rPr lang="en" altLang="ja-JP" sz="1200" dirty="0">
                <a:solidFill>
                  <a:srgbClr val="64748B"/>
                </a:solidFill>
                <a:latin typeface="Yu Gothic"/>
                <a:ea typeface="Yu Gothic"/>
                <a:cs typeface="Yu Gothic"/>
              </a:rPr>
              <a:t>Web </a:t>
            </a:r>
            <a:r>
              <a:rPr lang="ja-JP" altLang="en-US" sz="1200">
                <a:solidFill>
                  <a:srgbClr val="64748B"/>
                </a:solidFill>
                <a:latin typeface="Yu Gothic"/>
                <a:ea typeface="Yu Gothic"/>
                <a:cs typeface="Yu Gothic"/>
              </a:rPr>
              <a:t>と </a:t>
            </a:r>
            <a:r>
              <a:rPr lang="en" altLang="ja-JP" sz="1200" dirty="0">
                <a:solidFill>
                  <a:srgbClr val="64748B"/>
                </a:solidFill>
                <a:latin typeface="Yu Gothic"/>
                <a:ea typeface="Yu Gothic"/>
                <a:cs typeface="Yu Gothic"/>
              </a:rPr>
              <a:t>API </a:t>
            </a:r>
            <a:r>
              <a:rPr lang="ja-JP" altLang="en-US" sz="1200">
                <a:solidFill>
                  <a:srgbClr val="64748B"/>
                </a:solidFill>
                <a:latin typeface="Yu Gothic"/>
                <a:ea typeface="Yu Gothic"/>
                <a:cs typeface="Yu Gothic"/>
              </a:rPr>
              <a:t>が </a:t>
            </a:r>
            <a:r>
              <a:rPr lang="en" altLang="ja-JP" sz="1200" dirty="0">
                <a:solidFill>
                  <a:srgbClr val="64748B"/>
                </a:solidFill>
                <a:latin typeface="Yu Gothic"/>
                <a:ea typeface="Yu Gothic"/>
                <a:cs typeface="Yu Gothic"/>
              </a:rPr>
              <a:t>Azure Container Apps </a:t>
            </a:r>
            <a:r>
              <a:rPr lang="ja-JP" altLang="en-US" sz="1200">
                <a:solidFill>
                  <a:srgbClr val="64748B"/>
                </a:solidFill>
                <a:latin typeface="Yu Gothic"/>
                <a:ea typeface="Yu Gothic"/>
                <a:cs typeface="Yu Gothic"/>
              </a:rPr>
              <a:t>で動き、コンテナイメージは </a:t>
            </a:r>
            <a:r>
              <a:rPr lang="en" altLang="ja-JP" sz="1200" dirty="0">
                <a:solidFill>
                  <a:srgbClr val="64748B"/>
                </a:solidFill>
                <a:latin typeface="Yu Gothic"/>
                <a:ea typeface="Yu Gothic"/>
                <a:cs typeface="Yu Gothic"/>
              </a:rPr>
              <a:t>ACR </a:t>
            </a:r>
            <a:r>
              <a:rPr lang="ja-JP" altLang="en-US" sz="1200">
                <a:solidFill>
                  <a:srgbClr val="64748B"/>
                </a:solidFill>
                <a:latin typeface="Yu Gothic"/>
                <a:ea typeface="Yu Gothic"/>
                <a:cs typeface="Yu Gothic"/>
              </a:rPr>
              <a:t>に置かれ、</a:t>
            </a:r>
            <a:r>
              <a:rPr lang="en" altLang="ja-JP" sz="1200" dirty="0">
                <a:solidFill>
                  <a:srgbClr val="64748B"/>
                </a:solidFill>
                <a:latin typeface="Yu Gothic"/>
                <a:ea typeface="Yu Gothic"/>
                <a:cs typeface="Yu Gothic"/>
              </a:rPr>
              <a:t>Todo </a:t>
            </a:r>
            <a:r>
              <a:rPr lang="ja-JP" altLang="en-US" sz="1200">
                <a:solidFill>
                  <a:srgbClr val="64748B"/>
                </a:solidFill>
                <a:latin typeface="Yu Gothic"/>
                <a:ea typeface="Yu Gothic"/>
                <a:cs typeface="Yu Gothic"/>
              </a:rPr>
              <a:t>データは </a:t>
            </a:r>
            <a:r>
              <a:rPr lang="en" altLang="ja-JP" sz="1200" dirty="0">
                <a:solidFill>
                  <a:srgbClr val="64748B"/>
                </a:solidFill>
                <a:latin typeface="Yu Gothic"/>
                <a:ea typeface="Yu Gothic"/>
                <a:cs typeface="Yu Gothic"/>
              </a:rPr>
              <a:t>Azure Database for PostgreSQL </a:t>
            </a:r>
            <a:r>
              <a:rPr lang="ja-JP" altLang="en-US" sz="1200">
                <a:solidFill>
                  <a:srgbClr val="64748B"/>
                </a:solidFill>
                <a:latin typeface="Yu Gothic"/>
                <a:ea typeface="Yu Gothic"/>
                <a:cs typeface="Yu Gothic"/>
              </a:rPr>
              <a:t>に保存されます。</a:t>
            </a:r>
            <a:endParaRPr lang="ja-JP" altLang="en-US" sz="1200" dirty="0">
              <a:solidFill>
                <a:srgbClr val="64748B"/>
              </a:solidFill>
              <a:latin typeface="Yu Gothic"/>
              <a:ea typeface="Yu Gothic"/>
              <a:cs typeface="Yu Gothic"/>
            </a:endParaRPr>
          </a:p>
        </p:txBody>
      </p:sp>
      <p:sp>
        <p:nvSpPr>
          <p:cNvPr id="6" name="正方形/長方形 5">
            <a:extLst>
              <a:ext uri="{FF2B5EF4-FFF2-40B4-BE49-F238E27FC236}">
                <a16:creationId xmlns:a16="http://schemas.microsoft.com/office/drawing/2014/main" id="{5CE159F6-5E92-4D63-9BB8-348C633D11EA}"/>
              </a:ext>
            </a:extLst>
          </p:cNvPr>
          <p:cNvSpPr>
            <a:spLocks noGrp="1"/>
          </p:cNvSpPr>
          <p:nvPr/>
        </p:nvSpPr>
        <p:spPr>
          <a:xfrm>
            <a:off x="550606" y="2157412"/>
            <a:ext cx="11080955" cy="3886200"/>
          </a:xfrm>
          <a:prstGeom prst="rect">
            <a:avLst/>
          </a:prstGeom>
          <a:solidFill>
            <a:srgbClr val="FFFFFF"/>
          </a:solidFill>
          <a:ln w="9525">
            <a:solidFill>
              <a:srgbClr val="D0D5DD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pic>
        <p:nvPicPr>
          <p:cNvPr id="7" name="図 6" descr="Architecture">
            <a:extLst>
              <a:ext uri="{FF2B5EF4-FFF2-40B4-BE49-F238E27FC236}">
                <a16:creationId xmlns:a16="http://schemas.microsoft.com/office/drawing/2014/main" id="{887AC109-7653-9CA4-F887-5B235EE0F482}"/>
              </a:ext>
            </a:extLst>
          </p:cNvPr>
          <p:cNvPicPr>
            <a:picLocks noChangeAspect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784309" y="2262648"/>
            <a:ext cx="4377083" cy="3719052"/>
          </a:xfrm>
          <a:prstGeom prst="rect">
            <a:avLst/>
          </a:prstGeom>
        </p:spPr>
      </p:pic>
      <p:grpSp>
        <p:nvGrpSpPr>
          <p:cNvPr id="11" name="グループ化 10">
            <a:extLst>
              <a:ext uri="{FF2B5EF4-FFF2-40B4-BE49-F238E27FC236}">
                <a16:creationId xmlns:a16="http://schemas.microsoft.com/office/drawing/2014/main" id="{CCF4B56E-3591-0B5E-B55A-C19833B1F6C9}"/>
              </a:ext>
            </a:extLst>
          </p:cNvPr>
          <p:cNvGrpSpPr/>
          <p:nvPr/>
        </p:nvGrpSpPr>
        <p:grpSpPr>
          <a:xfrm>
            <a:off x="2901127" y="3029871"/>
            <a:ext cx="953120" cy="307777"/>
            <a:chOff x="1858907" y="2259085"/>
            <a:chExt cx="953120" cy="307777"/>
          </a:xfrm>
        </p:grpSpPr>
        <p:sp>
          <p:nvSpPr>
            <p:cNvPr id="22" name="四角形吹き出し 21">
              <a:extLst>
                <a:ext uri="{FF2B5EF4-FFF2-40B4-BE49-F238E27FC236}">
                  <a16:creationId xmlns:a16="http://schemas.microsoft.com/office/drawing/2014/main" id="{63BFBA55-AEB6-888A-590C-123E3661FB71}"/>
                </a:ext>
              </a:extLst>
            </p:cNvPr>
            <p:cNvSpPr/>
            <p:nvPr/>
          </p:nvSpPr>
          <p:spPr>
            <a:xfrm>
              <a:off x="1858907" y="2259085"/>
              <a:ext cx="953120" cy="307777"/>
            </a:xfrm>
            <a:prstGeom prst="wedgeRectCallout">
              <a:avLst>
                <a:gd name="adj1" fmla="val 171042"/>
                <a:gd name="adj2" fmla="val 158338"/>
              </a:avLst>
            </a:prstGeom>
            <a:solidFill>
              <a:schemeClr val="bg1"/>
            </a:solidFill>
            <a:ln w="15875">
              <a:solidFill>
                <a:schemeClr val="bg2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>
                <a:solidFill>
                  <a:schemeClr val="tx1"/>
                </a:solidFill>
              </a:endParaRPr>
            </a:p>
          </p:txBody>
        </p:sp>
        <p:sp>
          <p:nvSpPr>
            <p:cNvPr id="23" name="テキスト ボックス 22">
              <a:extLst>
                <a:ext uri="{FF2B5EF4-FFF2-40B4-BE49-F238E27FC236}">
                  <a16:creationId xmlns:a16="http://schemas.microsoft.com/office/drawing/2014/main" id="{F7904D08-16DF-379B-6AF1-F549799788E6}"/>
                </a:ext>
              </a:extLst>
            </p:cNvPr>
            <p:cNvSpPr txBox="1"/>
            <p:nvPr/>
          </p:nvSpPr>
          <p:spPr>
            <a:xfrm>
              <a:off x="1858907" y="2259085"/>
              <a:ext cx="953120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>
                <a:defRPr sz="1125" b="0">
                  <a:solidFill>
                    <a:srgbClr val="1F2937"/>
                  </a:solidFill>
                  <a:latin typeface="Yu Gothic"/>
                  <a:ea typeface="Yu Gothic"/>
                  <a:cs typeface="Yu Gothic"/>
                </a:defRPr>
              </a:pPr>
              <a:r>
                <a:rPr lang="en-US" altLang="ja-JP" sz="1400" dirty="0">
                  <a:solidFill>
                    <a:srgbClr val="1F2937"/>
                  </a:solidFill>
                  <a:latin typeface="Yu Gothic UI" panose="020B0500000000000000" pitchFamily="34" charset="-128"/>
                  <a:ea typeface="Yu Gothic UI" panose="020B0500000000000000" pitchFamily="34" charset="-128"/>
                  <a:cs typeface="Yu Gothic"/>
                </a:rPr>
                <a:t>Web </a:t>
              </a:r>
              <a:r>
                <a:rPr lang="ja-JP" altLang="en-US" sz="1400">
                  <a:solidFill>
                    <a:srgbClr val="1F2937"/>
                  </a:solidFill>
                  <a:latin typeface="Yu Gothic UI" panose="020B0500000000000000" pitchFamily="34" charset="-128"/>
                  <a:ea typeface="Yu Gothic UI" panose="020B0500000000000000" pitchFamily="34" charset="-128"/>
                  <a:cs typeface="Yu Gothic"/>
                </a:rPr>
                <a:t>層</a:t>
              </a:r>
              <a:endParaRPr lang="ja-JP" altLang="en-US" sz="1400" dirty="0">
                <a:solidFill>
                  <a:srgbClr val="1F2937"/>
                </a:solidFill>
                <a:latin typeface="Yu Gothic UI" panose="020B0500000000000000" pitchFamily="34" charset="-128"/>
                <a:ea typeface="Yu Gothic UI" panose="020B0500000000000000" pitchFamily="34" charset="-128"/>
                <a:cs typeface="Yu Gothic"/>
              </a:endParaRPr>
            </a:p>
          </p:txBody>
        </p:sp>
      </p:grpSp>
      <p:grpSp>
        <p:nvGrpSpPr>
          <p:cNvPr id="24" name="グループ化 23">
            <a:extLst>
              <a:ext uri="{FF2B5EF4-FFF2-40B4-BE49-F238E27FC236}">
                <a16:creationId xmlns:a16="http://schemas.microsoft.com/office/drawing/2014/main" id="{0C892991-6F71-523A-6315-36F947CE9E59}"/>
              </a:ext>
            </a:extLst>
          </p:cNvPr>
          <p:cNvGrpSpPr/>
          <p:nvPr/>
        </p:nvGrpSpPr>
        <p:grpSpPr>
          <a:xfrm>
            <a:off x="2901127" y="4255321"/>
            <a:ext cx="953120" cy="307777"/>
            <a:chOff x="1858907" y="2259085"/>
            <a:chExt cx="953120" cy="307777"/>
          </a:xfrm>
        </p:grpSpPr>
        <p:sp>
          <p:nvSpPr>
            <p:cNvPr id="25" name="四角形吹き出し 24">
              <a:extLst>
                <a:ext uri="{FF2B5EF4-FFF2-40B4-BE49-F238E27FC236}">
                  <a16:creationId xmlns:a16="http://schemas.microsoft.com/office/drawing/2014/main" id="{49597C6B-3ECF-1562-7B30-70C2748DE637}"/>
                </a:ext>
              </a:extLst>
            </p:cNvPr>
            <p:cNvSpPr/>
            <p:nvPr/>
          </p:nvSpPr>
          <p:spPr>
            <a:xfrm>
              <a:off x="1858907" y="2259085"/>
              <a:ext cx="953120" cy="307777"/>
            </a:xfrm>
            <a:prstGeom prst="wedgeRectCallout">
              <a:avLst>
                <a:gd name="adj1" fmla="val 170010"/>
                <a:gd name="adj2" fmla="val 68889"/>
              </a:avLst>
            </a:prstGeom>
            <a:solidFill>
              <a:schemeClr val="bg1"/>
            </a:solidFill>
            <a:ln w="15875">
              <a:solidFill>
                <a:schemeClr val="bg2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>
                <a:solidFill>
                  <a:schemeClr val="tx1"/>
                </a:solidFill>
              </a:endParaRPr>
            </a:p>
          </p:txBody>
        </p:sp>
        <p:sp>
          <p:nvSpPr>
            <p:cNvPr id="26" name="テキスト ボックス 25">
              <a:extLst>
                <a:ext uri="{FF2B5EF4-FFF2-40B4-BE49-F238E27FC236}">
                  <a16:creationId xmlns:a16="http://schemas.microsoft.com/office/drawing/2014/main" id="{3B520A74-ABC2-6701-3DA7-1686EB94EF40}"/>
                </a:ext>
              </a:extLst>
            </p:cNvPr>
            <p:cNvSpPr txBox="1"/>
            <p:nvPr/>
          </p:nvSpPr>
          <p:spPr>
            <a:xfrm>
              <a:off x="1858907" y="2259085"/>
              <a:ext cx="953120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>
                <a:defRPr sz="1125" b="0">
                  <a:solidFill>
                    <a:srgbClr val="1F2937"/>
                  </a:solidFill>
                  <a:latin typeface="Yu Gothic"/>
                  <a:ea typeface="Yu Gothic"/>
                  <a:cs typeface="Yu Gothic"/>
                </a:defRPr>
              </a:pPr>
              <a:r>
                <a:rPr lang="en-US" altLang="ja-JP" sz="1400" dirty="0">
                  <a:solidFill>
                    <a:srgbClr val="1F2937"/>
                  </a:solidFill>
                  <a:latin typeface="Yu Gothic UI" panose="020B0500000000000000" pitchFamily="34" charset="-128"/>
                  <a:ea typeface="Yu Gothic UI" panose="020B0500000000000000" pitchFamily="34" charset="-128"/>
                  <a:cs typeface="Yu Gothic"/>
                </a:rPr>
                <a:t>AP </a:t>
              </a:r>
              <a:r>
                <a:rPr lang="ja-JP" altLang="en-US" sz="1400">
                  <a:solidFill>
                    <a:srgbClr val="1F2937"/>
                  </a:solidFill>
                  <a:latin typeface="Yu Gothic UI" panose="020B0500000000000000" pitchFamily="34" charset="-128"/>
                  <a:ea typeface="Yu Gothic UI" panose="020B0500000000000000" pitchFamily="34" charset="-128"/>
                  <a:cs typeface="Yu Gothic"/>
                </a:rPr>
                <a:t>層</a:t>
              </a:r>
              <a:endParaRPr lang="ja-JP" altLang="en-US" sz="1400" dirty="0">
                <a:solidFill>
                  <a:srgbClr val="1F2937"/>
                </a:solidFill>
                <a:latin typeface="Yu Gothic UI" panose="020B0500000000000000" pitchFamily="34" charset="-128"/>
                <a:ea typeface="Yu Gothic UI" panose="020B0500000000000000" pitchFamily="34" charset="-128"/>
                <a:cs typeface="Yu Gothic"/>
              </a:endParaRPr>
            </a:p>
          </p:txBody>
        </p:sp>
      </p:grpSp>
      <p:grpSp>
        <p:nvGrpSpPr>
          <p:cNvPr id="27" name="グループ化 26">
            <a:extLst>
              <a:ext uri="{FF2B5EF4-FFF2-40B4-BE49-F238E27FC236}">
                <a16:creationId xmlns:a16="http://schemas.microsoft.com/office/drawing/2014/main" id="{253C7D1E-EB53-153A-2370-79E066CE956F}"/>
              </a:ext>
            </a:extLst>
          </p:cNvPr>
          <p:cNvGrpSpPr/>
          <p:nvPr/>
        </p:nvGrpSpPr>
        <p:grpSpPr>
          <a:xfrm>
            <a:off x="8161392" y="4255321"/>
            <a:ext cx="953120" cy="307777"/>
            <a:chOff x="1858907" y="2259085"/>
            <a:chExt cx="953120" cy="307777"/>
          </a:xfrm>
        </p:grpSpPr>
        <p:sp>
          <p:nvSpPr>
            <p:cNvPr id="28" name="四角形吹き出し 27">
              <a:extLst>
                <a:ext uri="{FF2B5EF4-FFF2-40B4-BE49-F238E27FC236}">
                  <a16:creationId xmlns:a16="http://schemas.microsoft.com/office/drawing/2014/main" id="{446871F5-1766-6FA4-B70C-2C24939AB407}"/>
                </a:ext>
              </a:extLst>
            </p:cNvPr>
            <p:cNvSpPr/>
            <p:nvPr/>
          </p:nvSpPr>
          <p:spPr>
            <a:xfrm>
              <a:off x="1858907" y="2259085"/>
              <a:ext cx="953120" cy="307777"/>
            </a:xfrm>
            <a:prstGeom prst="wedgeRectCallout">
              <a:avLst>
                <a:gd name="adj1" fmla="val -179698"/>
                <a:gd name="adj2" fmla="val 75278"/>
              </a:avLst>
            </a:prstGeom>
            <a:solidFill>
              <a:schemeClr val="bg1"/>
            </a:solidFill>
            <a:ln w="15875">
              <a:solidFill>
                <a:schemeClr val="bg2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>
                <a:solidFill>
                  <a:schemeClr val="tx1"/>
                </a:solidFill>
              </a:endParaRPr>
            </a:p>
          </p:txBody>
        </p:sp>
        <p:sp>
          <p:nvSpPr>
            <p:cNvPr id="29" name="テキスト ボックス 28">
              <a:extLst>
                <a:ext uri="{FF2B5EF4-FFF2-40B4-BE49-F238E27FC236}">
                  <a16:creationId xmlns:a16="http://schemas.microsoft.com/office/drawing/2014/main" id="{732FAECD-CC98-1B6F-F35C-8A55A61BA54C}"/>
                </a:ext>
              </a:extLst>
            </p:cNvPr>
            <p:cNvSpPr txBox="1"/>
            <p:nvPr/>
          </p:nvSpPr>
          <p:spPr>
            <a:xfrm>
              <a:off x="1858907" y="2259085"/>
              <a:ext cx="953120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>
                <a:defRPr sz="1125" b="0">
                  <a:solidFill>
                    <a:srgbClr val="1F2937"/>
                  </a:solidFill>
                  <a:latin typeface="Yu Gothic"/>
                  <a:ea typeface="Yu Gothic"/>
                  <a:cs typeface="Yu Gothic"/>
                </a:defRPr>
              </a:pPr>
              <a:r>
                <a:rPr lang="en-US" altLang="ja-JP" sz="1400" dirty="0">
                  <a:solidFill>
                    <a:srgbClr val="1F2937"/>
                  </a:solidFill>
                  <a:latin typeface="Yu Gothic UI" panose="020B0500000000000000" pitchFamily="34" charset="-128"/>
                  <a:ea typeface="Yu Gothic UI" panose="020B0500000000000000" pitchFamily="34" charset="-128"/>
                  <a:cs typeface="Yu Gothic"/>
                </a:rPr>
                <a:t>DB </a:t>
              </a:r>
              <a:r>
                <a:rPr lang="ja-JP" altLang="en-US" sz="1400">
                  <a:solidFill>
                    <a:srgbClr val="1F2937"/>
                  </a:solidFill>
                  <a:latin typeface="Yu Gothic UI" panose="020B0500000000000000" pitchFamily="34" charset="-128"/>
                  <a:ea typeface="Yu Gothic UI" panose="020B0500000000000000" pitchFamily="34" charset="-128"/>
                  <a:cs typeface="Yu Gothic"/>
                </a:rPr>
                <a:t>層</a:t>
              </a:r>
              <a:endParaRPr lang="ja-JP" altLang="en-US" sz="1400" dirty="0">
                <a:solidFill>
                  <a:srgbClr val="1F2937"/>
                </a:solidFill>
                <a:latin typeface="Yu Gothic UI" panose="020B0500000000000000" pitchFamily="34" charset="-128"/>
                <a:ea typeface="Yu Gothic UI" panose="020B0500000000000000" pitchFamily="34" charset="-128"/>
                <a:cs typeface="Yu Gothic"/>
              </a:endParaRPr>
            </a:p>
          </p:txBody>
        </p:sp>
      </p:grpSp>
      <p:grpSp>
        <p:nvGrpSpPr>
          <p:cNvPr id="30" name="グループ化 29">
            <a:extLst>
              <a:ext uri="{FF2B5EF4-FFF2-40B4-BE49-F238E27FC236}">
                <a16:creationId xmlns:a16="http://schemas.microsoft.com/office/drawing/2014/main" id="{78CA9954-EBBC-0E44-4B99-A2B9AEC0C9C3}"/>
              </a:ext>
            </a:extLst>
          </p:cNvPr>
          <p:cNvGrpSpPr/>
          <p:nvPr/>
        </p:nvGrpSpPr>
        <p:grpSpPr>
          <a:xfrm>
            <a:off x="1582994" y="2132111"/>
            <a:ext cx="2271253" cy="741019"/>
            <a:chOff x="540774" y="1946600"/>
            <a:chExt cx="2271253" cy="741019"/>
          </a:xfrm>
        </p:grpSpPr>
        <p:sp>
          <p:nvSpPr>
            <p:cNvPr id="31" name="四角形吹き出し 30">
              <a:extLst>
                <a:ext uri="{FF2B5EF4-FFF2-40B4-BE49-F238E27FC236}">
                  <a16:creationId xmlns:a16="http://schemas.microsoft.com/office/drawing/2014/main" id="{8B0E9A2F-E965-291C-D01D-89EC58A5013E}"/>
                </a:ext>
              </a:extLst>
            </p:cNvPr>
            <p:cNvSpPr/>
            <p:nvPr/>
          </p:nvSpPr>
          <p:spPr>
            <a:xfrm>
              <a:off x="540774" y="1946600"/>
              <a:ext cx="2271253" cy="738665"/>
            </a:xfrm>
            <a:prstGeom prst="wedgeRectCallout">
              <a:avLst>
                <a:gd name="adj1" fmla="val 87151"/>
                <a:gd name="adj2" fmla="val 12451"/>
              </a:avLst>
            </a:prstGeom>
            <a:solidFill>
              <a:schemeClr val="bg1"/>
            </a:solidFill>
            <a:ln w="15875">
              <a:solidFill>
                <a:schemeClr val="bg2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>
                <a:solidFill>
                  <a:schemeClr val="tx1"/>
                </a:solidFill>
              </a:endParaRPr>
            </a:p>
          </p:txBody>
        </p:sp>
        <p:sp>
          <p:nvSpPr>
            <p:cNvPr id="32" name="テキスト ボックス 31">
              <a:extLst>
                <a:ext uri="{FF2B5EF4-FFF2-40B4-BE49-F238E27FC236}">
                  <a16:creationId xmlns:a16="http://schemas.microsoft.com/office/drawing/2014/main" id="{E3C986D2-247D-8659-0B94-FCC2DB2E31D8}"/>
                </a:ext>
              </a:extLst>
            </p:cNvPr>
            <p:cNvSpPr txBox="1"/>
            <p:nvPr/>
          </p:nvSpPr>
          <p:spPr>
            <a:xfrm>
              <a:off x="540774" y="1948955"/>
              <a:ext cx="2271253" cy="73866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96838" indent="-96838">
                <a:buFont typeface="Arial" panose="020B0604020202020204" pitchFamily="34" charset="0"/>
                <a:buChar char="•"/>
                <a:defRPr sz="1125" b="0">
                  <a:solidFill>
                    <a:srgbClr val="1F2937"/>
                  </a:solidFill>
                  <a:latin typeface="Yu Gothic"/>
                  <a:ea typeface="Yu Gothic"/>
                  <a:cs typeface="Yu Gothic"/>
                </a:defRPr>
              </a:pPr>
              <a:r>
                <a:rPr lang="en-US" altLang="ja-JP" sz="1400" dirty="0">
                  <a:solidFill>
                    <a:srgbClr val="1F2937"/>
                  </a:solidFill>
                  <a:latin typeface="Yu Gothic UI" panose="020B0500000000000000" pitchFamily="34" charset="-128"/>
                  <a:ea typeface="Yu Gothic UI" panose="020B0500000000000000" pitchFamily="34" charset="-128"/>
                  <a:cs typeface="Yu Gothic"/>
                </a:rPr>
                <a:t>ACA </a:t>
              </a:r>
              <a:r>
                <a:rPr lang="ja-JP" altLang="en-US" sz="1400">
                  <a:solidFill>
                    <a:srgbClr val="1F2937"/>
                  </a:solidFill>
                  <a:latin typeface="Yu Gothic UI" panose="020B0500000000000000" pitchFamily="34" charset="-128"/>
                  <a:ea typeface="Yu Gothic UI" panose="020B0500000000000000" pitchFamily="34" charset="-128"/>
                  <a:cs typeface="Yu Gothic"/>
                </a:rPr>
                <a:t>から</a:t>
              </a:r>
              <a:r>
                <a:rPr lang="en-US" altLang="ja-JP" sz="1400" dirty="0">
                  <a:solidFill>
                    <a:srgbClr val="1F2937"/>
                  </a:solidFill>
                  <a:latin typeface="Yu Gothic UI" panose="020B0500000000000000" pitchFamily="34" charset="-128"/>
                  <a:ea typeface="Yu Gothic UI" panose="020B0500000000000000" pitchFamily="34" charset="-128"/>
                  <a:cs typeface="Yu Gothic"/>
                </a:rPr>
                <a:t> DB </a:t>
              </a:r>
              <a:r>
                <a:rPr lang="ja-JP" altLang="en-US" sz="1400">
                  <a:solidFill>
                    <a:srgbClr val="1F2937"/>
                  </a:solidFill>
                  <a:latin typeface="Yu Gothic UI" panose="020B0500000000000000" pitchFamily="34" charset="-128"/>
                  <a:ea typeface="Yu Gothic UI" panose="020B0500000000000000" pitchFamily="34" charset="-128"/>
                  <a:cs typeface="Yu Gothic"/>
                </a:rPr>
                <a:t>へのアクセスの認証</a:t>
              </a:r>
              <a:endParaRPr lang="en-US" altLang="ja-JP" sz="1400" dirty="0">
                <a:solidFill>
                  <a:srgbClr val="1F2937"/>
                </a:solidFill>
                <a:latin typeface="Yu Gothic UI" panose="020B0500000000000000" pitchFamily="34" charset="-128"/>
                <a:ea typeface="Yu Gothic UI" panose="020B0500000000000000" pitchFamily="34" charset="-128"/>
                <a:cs typeface="Yu Gothic"/>
              </a:endParaRPr>
            </a:p>
            <a:p>
              <a:pPr marL="96838" indent="-96838">
                <a:buFont typeface="Arial" panose="020B0604020202020204" pitchFamily="34" charset="0"/>
                <a:buChar char="•"/>
                <a:defRPr sz="1125" b="0">
                  <a:solidFill>
                    <a:srgbClr val="1F2937"/>
                  </a:solidFill>
                  <a:latin typeface="Yu Gothic"/>
                  <a:ea typeface="Yu Gothic"/>
                  <a:cs typeface="Yu Gothic"/>
                </a:defRPr>
              </a:pPr>
              <a:r>
                <a:rPr lang="ja-JP" altLang="en-US" sz="1400">
                  <a:solidFill>
                    <a:srgbClr val="1F2937"/>
                  </a:solidFill>
                  <a:latin typeface="Yu Gothic UI" panose="020B0500000000000000" pitchFamily="34" charset="-128"/>
                  <a:ea typeface="Yu Gothic UI" panose="020B0500000000000000" pitchFamily="34" charset="-128"/>
                  <a:cs typeface="Yu Gothic"/>
                </a:rPr>
                <a:t>ユーザーの認証</a:t>
              </a:r>
              <a:endParaRPr lang="ja-JP" altLang="en-US" sz="1400" dirty="0">
                <a:solidFill>
                  <a:srgbClr val="1F2937"/>
                </a:solidFill>
                <a:latin typeface="Yu Gothic UI" panose="020B0500000000000000" pitchFamily="34" charset="-128"/>
                <a:ea typeface="Yu Gothic UI" panose="020B0500000000000000" pitchFamily="34" charset="-128"/>
                <a:cs typeface="Yu Gothic"/>
              </a:endParaRPr>
            </a:p>
          </p:txBody>
        </p:sp>
      </p:grpSp>
      <p:grpSp>
        <p:nvGrpSpPr>
          <p:cNvPr id="33" name="グループ化 32">
            <a:extLst>
              <a:ext uri="{FF2B5EF4-FFF2-40B4-BE49-F238E27FC236}">
                <a16:creationId xmlns:a16="http://schemas.microsoft.com/office/drawing/2014/main" id="{0EA21603-08AB-02E3-FC05-C2801CDEB963}"/>
              </a:ext>
            </a:extLst>
          </p:cNvPr>
          <p:cNvGrpSpPr/>
          <p:nvPr/>
        </p:nvGrpSpPr>
        <p:grpSpPr>
          <a:xfrm>
            <a:off x="8411497" y="4920065"/>
            <a:ext cx="2512142" cy="585385"/>
            <a:chOff x="540774" y="1946600"/>
            <a:chExt cx="2512142" cy="585385"/>
          </a:xfrm>
        </p:grpSpPr>
        <p:sp>
          <p:nvSpPr>
            <p:cNvPr id="34" name="四角形吹き出し 33">
              <a:extLst>
                <a:ext uri="{FF2B5EF4-FFF2-40B4-BE49-F238E27FC236}">
                  <a16:creationId xmlns:a16="http://schemas.microsoft.com/office/drawing/2014/main" id="{599D5CB9-4DC2-02A7-BC20-88FE2C402E5D}"/>
                </a:ext>
              </a:extLst>
            </p:cNvPr>
            <p:cNvSpPr/>
            <p:nvPr/>
          </p:nvSpPr>
          <p:spPr>
            <a:xfrm>
              <a:off x="540774" y="1946600"/>
              <a:ext cx="2512142" cy="585385"/>
            </a:xfrm>
            <a:prstGeom prst="wedgeRectCallout">
              <a:avLst>
                <a:gd name="adj1" fmla="val -105490"/>
                <a:gd name="adj2" fmla="val 78275"/>
              </a:avLst>
            </a:prstGeom>
            <a:solidFill>
              <a:schemeClr val="bg1"/>
            </a:solidFill>
            <a:ln w="15875">
              <a:solidFill>
                <a:schemeClr val="bg2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>
                <a:solidFill>
                  <a:schemeClr val="tx1"/>
                </a:solidFill>
              </a:endParaRPr>
            </a:p>
          </p:txBody>
        </p:sp>
        <p:sp>
          <p:nvSpPr>
            <p:cNvPr id="35" name="テキスト ボックス 34">
              <a:extLst>
                <a:ext uri="{FF2B5EF4-FFF2-40B4-BE49-F238E27FC236}">
                  <a16:creationId xmlns:a16="http://schemas.microsoft.com/office/drawing/2014/main" id="{8DA68E6B-6084-C565-E1E3-433042A1AEC1}"/>
                </a:ext>
              </a:extLst>
            </p:cNvPr>
            <p:cNvSpPr txBox="1"/>
            <p:nvPr/>
          </p:nvSpPr>
          <p:spPr>
            <a:xfrm>
              <a:off x="540774" y="1948955"/>
              <a:ext cx="2512142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>
                <a:defRPr sz="1125" b="0">
                  <a:solidFill>
                    <a:srgbClr val="1F2937"/>
                  </a:solidFill>
                  <a:latin typeface="Yu Gothic"/>
                  <a:ea typeface="Yu Gothic"/>
                  <a:cs typeface="Yu Gothic"/>
                </a:defRPr>
              </a:pPr>
              <a:r>
                <a:rPr lang="en-US" altLang="ja-JP" sz="1400" dirty="0">
                  <a:solidFill>
                    <a:srgbClr val="1F2937"/>
                  </a:solidFill>
                  <a:latin typeface="Yu Gothic UI" panose="020B0500000000000000" pitchFamily="34" charset="-128"/>
                  <a:ea typeface="Yu Gothic UI" panose="020B0500000000000000" pitchFamily="34" charset="-128"/>
                  <a:cs typeface="Yu Gothic"/>
                </a:rPr>
                <a:t>ACA </a:t>
              </a:r>
              <a:r>
                <a:rPr lang="ja-JP" altLang="en-US" sz="1400">
                  <a:solidFill>
                    <a:srgbClr val="1F2937"/>
                  </a:solidFill>
                  <a:latin typeface="Yu Gothic UI" panose="020B0500000000000000" pitchFamily="34" charset="-128"/>
                  <a:ea typeface="Yu Gothic UI" panose="020B0500000000000000" pitchFamily="34" charset="-128"/>
                  <a:cs typeface="Yu Gothic"/>
                </a:rPr>
                <a:t>への</a:t>
              </a:r>
              <a:r>
                <a:rPr lang="en-US" altLang="ja-JP" sz="1400" dirty="0">
                  <a:solidFill>
                    <a:srgbClr val="1F2937"/>
                  </a:solidFill>
                  <a:latin typeface="Yu Gothic UI" panose="020B0500000000000000" pitchFamily="34" charset="-128"/>
                  <a:ea typeface="Yu Gothic UI" panose="020B0500000000000000" pitchFamily="34" charset="-128"/>
                  <a:cs typeface="Yu Gothic"/>
                </a:rPr>
                <a:t> Web </a:t>
              </a:r>
              <a:r>
                <a:rPr lang="ja-JP" altLang="en-US" sz="1400">
                  <a:solidFill>
                    <a:srgbClr val="1F2937"/>
                  </a:solidFill>
                  <a:latin typeface="Yu Gothic UI" panose="020B0500000000000000" pitchFamily="34" charset="-128"/>
                  <a:ea typeface="Yu Gothic UI" panose="020B0500000000000000" pitchFamily="34" charset="-128"/>
                  <a:cs typeface="Yu Gothic"/>
                </a:rPr>
                <a:t>と</a:t>
              </a:r>
              <a:r>
                <a:rPr lang="en-US" altLang="ja-JP" sz="1400" dirty="0">
                  <a:solidFill>
                    <a:srgbClr val="1F2937"/>
                  </a:solidFill>
                  <a:latin typeface="Yu Gothic UI" panose="020B0500000000000000" pitchFamily="34" charset="-128"/>
                  <a:ea typeface="Yu Gothic UI" panose="020B0500000000000000" pitchFamily="34" charset="-128"/>
                  <a:cs typeface="Yu Gothic"/>
                </a:rPr>
                <a:t> AP </a:t>
              </a:r>
              <a:r>
                <a:rPr lang="ja-JP" altLang="en-US" sz="1400">
                  <a:solidFill>
                    <a:srgbClr val="1F2937"/>
                  </a:solidFill>
                  <a:latin typeface="Yu Gothic UI" panose="020B0500000000000000" pitchFamily="34" charset="-128"/>
                  <a:ea typeface="Yu Gothic UI" panose="020B0500000000000000" pitchFamily="34" charset="-128"/>
                  <a:cs typeface="Yu Gothic"/>
                </a:rPr>
                <a:t>用コンテナイメージ作成し、</a:t>
              </a:r>
              <a:r>
                <a:rPr lang="en-US" altLang="ja-JP" sz="1400" dirty="0">
                  <a:solidFill>
                    <a:srgbClr val="1F2937"/>
                  </a:solidFill>
                  <a:latin typeface="Yu Gothic UI" panose="020B0500000000000000" pitchFamily="34" charset="-128"/>
                  <a:ea typeface="Yu Gothic UI" panose="020B0500000000000000" pitchFamily="34" charset="-128"/>
                  <a:cs typeface="Yu Gothic"/>
                </a:rPr>
                <a:t>ACR </a:t>
              </a:r>
              <a:r>
                <a:rPr lang="ja-JP" altLang="en-US" sz="1400">
                  <a:solidFill>
                    <a:srgbClr val="1F2937"/>
                  </a:solidFill>
                  <a:latin typeface="Yu Gothic UI" panose="020B0500000000000000" pitchFamily="34" charset="-128"/>
                  <a:ea typeface="Yu Gothic UI" panose="020B0500000000000000" pitchFamily="34" charset="-128"/>
                  <a:cs typeface="Yu Gothic"/>
                </a:rPr>
                <a:t>へ格納</a:t>
              </a:r>
              <a:endParaRPr lang="ja-JP" altLang="en-US" sz="1400" dirty="0">
                <a:solidFill>
                  <a:srgbClr val="1F2937"/>
                </a:solidFill>
                <a:latin typeface="Yu Gothic UI" panose="020B0500000000000000" pitchFamily="34" charset="-128"/>
                <a:ea typeface="Yu Gothic UI" panose="020B0500000000000000" pitchFamily="34" charset="-128"/>
                <a:cs typeface="Yu Gothic"/>
              </a:endParaRPr>
            </a:p>
          </p:txBody>
        </p:sp>
      </p:grpSp>
      <p:grpSp>
        <p:nvGrpSpPr>
          <p:cNvPr id="36" name="グループ化 35">
            <a:extLst>
              <a:ext uri="{FF2B5EF4-FFF2-40B4-BE49-F238E27FC236}">
                <a16:creationId xmlns:a16="http://schemas.microsoft.com/office/drawing/2014/main" id="{014FF78A-B4CA-F0CB-48F8-5D92BC2724FC}"/>
              </a:ext>
            </a:extLst>
          </p:cNvPr>
          <p:cNvGrpSpPr/>
          <p:nvPr/>
        </p:nvGrpSpPr>
        <p:grpSpPr>
          <a:xfrm>
            <a:off x="8411497" y="3312347"/>
            <a:ext cx="2271253" cy="585385"/>
            <a:chOff x="540774" y="1946600"/>
            <a:chExt cx="2271253" cy="585385"/>
          </a:xfrm>
        </p:grpSpPr>
        <p:sp>
          <p:nvSpPr>
            <p:cNvPr id="37" name="四角形吹き出し 36">
              <a:extLst>
                <a:ext uri="{FF2B5EF4-FFF2-40B4-BE49-F238E27FC236}">
                  <a16:creationId xmlns:a16="http://schemas.microsoft.com/office/drawing/2014/main" id="{F65F766A-E61E-308C-9853-3283F43D4396}"/>
                </a:ext>
              </a:extLst>
            </p:cNvPr>
            <p:cNvSpPr/>
            <p:nvPr/>
          </p:nvSpPr>
          <p:spPr>
            <a:xfrm>
              <a:off x="540774" y="1946600"/>
              <a:ext cx="2271253" cy="585385"/>
            </a:xfrm>
            <a:prstGeom prst="wedgeRectCallout">
              <a:avLst>
                <a:gd name="adj1" fmla="val -65663"/>
                <a:gd name="adj2" fmla="val 34605"/>
              </a:avLst>
            </a:prstGeom>
            <a:solidFill>
              <a:schemeClr val="bg1"/>
            </a:solidFill>
            <a:ln w="15875">
              <a:solidFill>
                <a:schemeClr val="bg2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>
                <a:solidFill>
                  <a:schemeClr val="tx1"/>
                </a:solidFill>
              </a:endParaRPr>
            </a:p>
          </p:txBody>
        </p:sp>
        <p:sp>
          <p:nvSpPr>
            <p:cNvPr id="38" name="テキスト ボックス 37">
              <a:extLst>
                <a:ext uri="{FF2B5EF4-FFF2-40B4-BE49-F238E27FC236}">
                  <a16:creationId xmlns:a16="http://schemas.microsoft.com/office/drawing/2014/main" id="{FD992009-0EF3-66B3-2028-FCEC7A6DA212}"/>
                </a:ext>
              </a:extLst>
            </p:cNvPr>
            <p:cNvSpPr txBox="1"/>
            <p:nvPr/>
          </p:nvSpPr>
          <p:spPr>
            <a:xfrm>
              <a:off x="540774" y="1948955"/>
              <a:ext cx="2271253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>
                <a:defRPr sz="1125" b="0">
                  <a:solidFill>
                    <a:srgbClr val="1F2937"/>
                  </a:solidFill>
                  <a:latin typeface="Yu Gothic"/>
                  <a:ea typeface="Yu Gothic"/>
                  <a:cs typeface="Yu Gothic"/>
                </a:defRPr>
              </a:pPr>
              <a:r>
                <a:rPr lang="en-US" altLang="ja-JP" sz="1400" dirty="0">
                  <a:solidFill>
                    <a:srgbClr val="1F2937"/>
                  </a:solidFill>
                  <a:latin typeface="Yu Gothic UI" panose="020B0500000000000000" pitchFamily="34" charset="-128"/>
                  <a:ea typeface="Yu Gothic UI" panose="020B0500000000000000" pitchFamily="34" charset="-128"/>
                  <a:cs typeface="Yu Gothic"/>
                </a:rPr>
                <a:t>ACA </a:t>
              </a:r>
              <a:r>
                <a:rPr lang="ja-JP" altLang="en-US" sz="1400">
                  <a:solidFill>
                    <a:srgbClr val="1F2937"/>
                  </a:solidFill>
                  <a:latin typeface="Yu Gothic UI" panose="020B0500000000000000" pitchFamily="34" charset="-128"/>
                  <a:ea typeface="Yu Gothic UI" panose="020B0500000000000000" pitchFamily="34" charset="-128"/>
                  <a:cs typeface="Yu Gothic"/>
                </a:rPr>
                <a:t>への</a:t>
              </a:r>
              <a:r>
                <a:rPr lang="en-US" altLang="ja-JP" sz="1400" dirty="0">
                  <a:solidFill>
                    <a:srgbClr val="1F2937"/>
                  </a:solidFill>
                  <a:latin typeface="Yu Gothic UI" panose="020B0500000000000000" pitchFamily="34" charset="-128"/>
                  <a:ea typeface="Yu Gothic UI" panose="020B0500000000000000" pitchFamily="34" charset="-128"/>
                  <a:cs typeface="Yu Gothic"/>
                </a:rPr>
                <a:t> Web </a:t>
              </a:r>
              <a:r>
                <a:rPr lang="ja-JP" altLang="en-US" sz="1400">
                  <a:solidFill>
                    <a:srgbClr val="1F2937"/>
                  </a:solidFill>
                  <a:latin typeface="Yu Gothic UI" panose="020B0500000000000000" pitchFamily="34" charset="-128"/>
                  <a:ea typeface="Yu Gothic UI" panose="020B0500000000000000" pitchFamily="34" charset="-128"/>
                  <a:cs typeface="Yu Gothic"/>
                </a:rPr>
                <a:t>と</a:t>
              </a:r>
              <a:r>
                <a:rPr lang="en-US" altLang="ja-JP" sz="1400" dirty="0">
                  <a:solidFill>
                    <a:srgbClr val="1F2937"/>
                  </a:solidFill>
                  <a:latin typeface="Yu Gothic UI" panose="020B0500000000000000" pitchFamily="34" charset="-128"/>
                  <a:ea typeface="Yu Gothic UI" panose="020B0500000000000000" pitchFamily="34" charset="-128"/>
                  <a:cs typeface="Yu Gothic"/>
                </a:rPr>
                <a:t> AP </a:t>
              </a:r>
              <a:r>
                <a:rPr lang="ja-JP" altLang="en-US" sz="1400">
                  <a:solidFill>
                    <a:srgbClr val="1F2937"/>
                  </a:solidFill>
                  <a:latin typeface="Yu Gothic UI" panose="020B0500000000000000" pitchFamily="34" charset="-128"/>
                  <a:ea typeface="Yu Gothic UI" panose="020B0500000000000000" pitchFamily="34" charset="-128"/>
                  <a:cs typeface="Yu Gothic"/>
                </a:rPr>
                <a:t>用コンテナイメージの保管</a:t>
              </a:r>
              <a:endParaRPr lang="ja-JP" altLang="en-US" sz="1400" dirty="0">
                <a:solidFill>
                  <a:srgbClr val="1F2937"/>
                </a:solidFill>
                <a:latin typeface="Yu Gothic UI" panose="020B0500000000000000" pitchFamily="34" charset="-128"/>
                <a:ea typeface="Yu Gothic UI" panose="020B0500000000000000" pitchFamily="34" charset="-128"/>
                <a:cs typeface="Yu Gothic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400104679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2F07795-1E7D-EED7-A176-191E32140FB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正方形/長方形 2">
            <a:extLst>
              <a:ext uri="{FF2B5EF4-FFF2-40B4-BE49-F238E27FC236}">
                <a16:creationId xmlns:a16="http://schemas.microsoft.com/office/drawing/2014/main" id="{9E2FECA5-EA4E-83A9-0CD2-763803481F41}"/>
              </a:ext>
            </a:extLst>
          </p:cNvPr>
          <p:cNvSpPr>
            <a:spLocks noGrp="1"/>
          </p:cNvSpPr>
          <p:nvPr/>
        </p:nvSpPr>
        <p:spPr>
          <a:xfrm>
            <a:off x="550606" y="2157412"/>
            <a:ext cx="11080955" cy="3886200"/>
          </a:xfrm>
          <a:prstGeom prst="rect">
            <a:avLst/>
          </a:prstGeom>
          <a:solidFill>
            <a:srgbClr val="FFFFFF"/>
          </a:solidFill>
          <a:ln w="9525">
            <a:solidFill>
              <a:srgbClr val="D0D5DD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5" name="正方形/長方形 14">
            <a:extLst>
              <a:ext uri="{FF2B5EF4-FFF2-40B4-BE49-F238E27FC236}">
                <a16:creationId xmlns:a16="http://schemas.microsoft.com/office/drawing/2014/main" id="{3E2F148C-59A4-98F8-56F4-E0DE4FCBBD5C}"/>
              </a:ext>
            </a:extLst>
          </p:cNvPr>
          <p:cNvSpPr>
            <a:spLocks noGrp="1"/>
          </p:cNvSpPr>
          <p:nvPr/>
        </p:nvSpPr>
        <p:spPr>
          <a:xfrm>
            <a:off x="685800" y="400050"/>
            <a:ext cx="8953500" cy="4953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>
              <a:defRPr sz="2325" b="1">
                <a:solidFill>
                  <a:srgbClr val="1F2937"/>
                </a:solidFill>
                <a:latin typeface="Yu Gothic"/>
                <a:ea typeface="Yu Gothic"/>
                <a:cs typeface="Yu Gothic"/>
              </a:defRPr>
            </a:pPr>
            <a:r>
              <a:rPr lang="ja-JP" altLang="en-US" sz="2000" b="1">
                <a:solidFill>
                  <a:srgbClr val="1F2937"/>
                </a:solidFill>
                <a:latin typeface="Yu Gothic"/>
                <a:ea typeface="Yu Gothic"/>
                <a:cs typeface="Yu Gothic"/>
              </a:rPr>
              <a:t>クリーンアップ</a:t>
            </a:r>
            <a:endParaRPr lang="ja-JP" altLang="en-US" sz="2000" b="1" dirty="0">
              <a:solidFill>
                <a:srgbClr val="1F2937"/>
              </a:solidFill>
              <a:latin typeface="Yu Gothic"/>
              <a:ea typeface="Yu Gothic"/>
              <a:cs typeface="Yu Gothic"/>
            </a:endParaRPr>
          </a:p>
        </p:txBody>
      </p:sp>
      <p:sp>
        <p:nvSpPr>
          <p:cNvPr id="2" name="正方形/長方形 1">
            <a:extLst>
              <a:ext uri="{FF2B5EF4-FFF2-40B4-BE49-F238E27FC236}">
                <a16:creationId xmlns:a16="http://schemas.microsoft.com/office/drawing/2014/main" id="{87603385-4A87-AE86-2D95-D03EF9A88CAA}"/>
              </a:ext>
            </a:extLst>
          </p:cNvPr>
          <p:cNvSpPr>
            <a:spLocks noGrp="1"/>
          </p:cNvSpPr>
          <p:nvPr/>
        </p:nvSpPr>
        <p:spPr>
          <a:xfrm>
            <a:off x="685800" y="876300"/>
            <a:ext cx="36195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13" b="0">
                <a:solidFill>
                  <a:srgbClr val="667085"/>
                </a:solidFill>
                <a:latin typeface="Yu Gothic UI"/>
                <a:ea typeface="Yu Gothic UI"/>
                <a:cs typeface="Yu Gothic UI"/>
              </a:defRPr>
            </a:pPr>
            <a:r>
              <a:rPr sz="713" b="0" dirty="0">
                <a:solidFill>
                  <a:srgbClr val="667085"/>
                </a:solidFill>
                <a:latin typeface="Yu Gothic UI"/>
                <a:ea typeface="Yu Gothic UI"/>
                <a:cs typeface="Yu Gothic UI"/>
              </a:rPr>
              <a:t>Azure Workshop for Beginners </a:t>
            </a:r>
            <a:r>
              <a:rPr lang="ja-JP" altLang="en-US" sz="713" b="0">
                <a:solidFill>
                  <a:srgbClr val="667085"/>
                </a:solidFill>
                <a:latin typeface="Yu Gothic UI"/>
                <a:ea typeface="Yu Gothic UI"/>
                <a:cs typeface="Yu Gothic UI"/>
              </a:rPr>
              <a:t> </a:t>
            </a:r>
            <a:r>
              <a:rPr lang="en-US" altLang="ja-JP" sz="713" b="0" dirty="0">
                <a:solidFill>
                  <a:srgbClr val="667085"/>
                </a:solidFill>
                <a:latin typeface="Yu Gothic UI"/>
                <a:ea typeface="Yu Gothic UI"/>
                <a:cs typeface="Yu Gothic UI"/>
              </a:rPr>
              <a:t>| </a:t>
            </a:r>
            <a:r>
              <a:rPr lang="ja-JP" altLang="en-US" sz="713" b="0">
                <a:solidFill>
                  <a:srgbClr val="667085"/>
                </a:solidFill>
                <a:latin typeface="Yu Gothic UI"/>
                <a:ea typeface="Yu Gothic UI"/>
                <a:cs typeface="Yu Gothic UI"/>
              </a:rPr>
              <a:t>第</a:t>
            </a:r>
            <a:r>
              <a:rPr lang="en-US" altLang="ja-JP" sz="713" b="0" dirty="0">
                <a:solidFill>
                  <a:srgbClr val="667085"/>
                </a:solidFill>
                <a:latin typeface="Yu Gothic UI"/>
                <a:ea typeface="Yu Gothic UI"/>
                <a:cs typeface="Yu Gothic UI"/>
              </a:rPr>
              <a:t>6</a:t>
            </a:r>
            <a:r>
              <a:rPr lang="ja-JP" altLang="en-US" sz="713" b="0">
                <a:solidFill>
                  <a:srgbClr val="667085"/>
                </a:solidFill>
                <a:latin typeface="Yu Gothic UI"/>
                <a:ea typeface="Yu Gothic UI"/>
                <a:cs typeface="Yu Gothic UI"/>
              </a:rPr>
              <a:t>回</a:t>
            </a:r>
            <a:endParaRPr sz="713" b="0" dirty="0">
              <a:solidFill>
                <a:srgbClr val="667085"/>
              </a:solidFill>
              <a:latin typeface="Yu Gothic UI"/>
              <a:ea typeface="Yu Gothic UI"/>
              <a:cs typeface="Yu Gothic UI"/>
            </a:endParaRPr>
          </a:p>
        </p:txBody>
      </p:sp>
      <p:sp>
        <p:nvSpPr>
          <p:cNvPr id="4" name="正方形/長方形 3">
            <a:extLst>
              <a:ext uri="{FF2B5EF4-FFF2-40B4-BE49-F238E27FC236}">
                <a16:creationId xmlns:a16="http://schemas.microsoft.com/office/drawing/2014/main" id="{D97F112B-4344-34F8-DAC1-5FF2C5894CCF}"/>
              </a:ext>
            </a:extLst>
          </p:cNvPr>
          <p:cNvSpPr>
            <a:spLocks noGrp="1"/>
          </p:cNvSpPr>
          <p:nvPr/>
        </p:nvSpPr>
        <p:spPr>
          <a:xfrm>
            <a:off x="685800" y="1200150"/>
            <a:ext cx="10820400" cy="14288"/>
          </a:xfrm>
          <a:prstGeom prst="rect">
            <a:avLst/>
          </a:prstGeom>
          <a:solidFill>
            <a:srgbClr val="D0D5DD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6" name="正方形/長方形 5">
            <a:extLst>
              <a:ext uri="{FF2B5EF4-FFF2-40B4-BE49-F238E27FC236}">
                <a16:creationId xmlns:a16="http://schemas.microsoft.com/office/drawing/2014/main" id="{2E2D229F-9D43-6D60-E6D9-37D8EB023AE0}"/>
              </a:ext>
            </a:extLst>
          </p:cNvPr>
          <p:cNvSpPr>
            <a:spLocks noGrp="1"/>
          </p:cNvSpPr>
          <p:nvPr/>
        </p:nvSpPr>
        <p:spPr>
          <a:xfrm>
            <a:off x="685800" y="1352550"/>
            <a:ext cx="10820400" cy="552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19050" rIns="0" bIns="0" anchor="t"/>
          <a:lstStyle/>
          <a:p>
            <a:pPr>
              <a:defRPr sz="1238" b="0">
                <a:solidFill>
                  <a:srgbClr val="64748B"/>
                </a:solidFill>
                <a:latin typeface="Yu Gothic"/>
                <a:ea typeface="Yu Gothic"/>
                <a:cs typeface="Yu Gothic"/>
              </a:defRPr>
            </a:pPr>
            <a:r>
              <a:rPr lang="ja-JP" altLang="en-US" sz="1200">
                <a:solidFill>
                  <a:srgbClr val="64748B"/>
                </a:solidFill>
                <a:latin typeface="Yu Gothic"/>
                <a:ea typeface="Yu Gothic"/>
                <a:cs typeface="Yu Gothic"/>
              </a:rPr>
              <a:t>ハンズオンが成功したらクリーンアップし、課金を停止します。</a:t>
            </a:r>
            <a:endParaRPr lang="ja-JP" altLang="en-US" sz="1200" dirty="0">
              <a:solidFill>
                <a:srgbClr val="64748B"/>
              </a:solidFill>
              <a:latin typeface="Yu Gothic"/>
              <a:ea typeface="Yu Gothic"/>
              <a:cs typeface="Yu Gothic"/>
            </a:endParaRPr>
          </a:p>
        </p:txBody>
      </p:sp>
      <p:pic>
        <p:nvPicPr>
          <p:cNvPr id="12" name="図 11">
            <a:extLst>
              <a:ext uri="{FF2B5EF4-FFF2-40B4-BE49-F238E27FC236}">
                <a16:creationId xmlns:a16="http://schemas.microsoft.com/office/drawing/2014/main" id="{0D5651FC-4258-72D2-598E-F13F6C8FA0C6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333707" y="2286000"/>
            <a:ext cx="5715000" cy="3571875"/>
          </a:xfrm>
          <a:prstGeom prst="rect">
            <a:avLst/>
          </a:prstGeom>
        </p:spPr>
      </p:pic>
      <p:sp>
        <p:nvSpPr>
          <p:cNvPr id="9" name="正方形/長方形 8">
            <a:extLst>
              <a:ext uri="{FF2B5EF4-FFF2-40B4-BE49-F238E27FC236}">
                <a16:creationId xmlns:a16="http://schemas.microsoft.com/office/drawing/2014/main" id="{11D9D65A-76B0-17B6-B5AF-DAF826A26DD9}"/>
              </a:ext>
            </a:extLst>
          </p:cNvPr>
          <p:cNvSpPr/>
          <p:nvPr/>
        </p:nvSpPr>
        <p:spPr>
          <a:xfrm>
            <a:off x="1749671" y="1839912"/>
            <a:ext cx="3168072" cy="636588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kumimoji="1" lang="en-US" altLang="ja-JP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Yu Gothic UI" panose="020B0500000000000000" pitchFamily="34" charset="-128"/>
                <a:ea typeface="Yu Gothic UI" panose="020B0500000000000000" pitchFamily="34" charset="-128"/>
              </a:rPr>
              <a:t>Azure Portal </a:t>
            </a:r>
            <a:r>
              <a:rPr kumimoji="1" lang="ja-JP" altLang="en-US" sz="1200">
                <a:solidFill>
                  <a:schemeClr val="tx1">
                    <a:lumMod val="75000"/>
                    <a:lumOff val="25000"/>
                  </a:schemeClr>
                </a:solidFill>
                <a:latin typeface="Yu Gothic UI" panose="020B0500000000000000" pitchFamily="34" charset="-128"/>
                <a:ea typeface="Yu Gothic UI" panose="020B0500000000000000" pitchFamily="34" charset="-128"/>
              </a:rPr>
              <a:t>にアクセスし、自身のリソースグループを開く</a:t>
            </a:r>
          </a:p>
        </p:txBody>
      </p:sp>
      <p:sp>
        <p:nvSpPr>
          <p:cNvPr id="13" name="正方形/長方形 12">
            <a:extLst>
              <a:ext uri="{FF2B5EF4-FFF2-40B4-BE49-F238E27FC236}">
                <a16:creationId xmlns:a16="http://schemas.microsoft.com/office/drawing/2014/main" id="{E4EA17EB-047C-37D0-7E76-B299A1DB18AA}"/>
              </a:ext>
            </a:extLst>
          </p:cNvPr>
          <p:cNvSpPr/>
          <p:nvPr/>
        </p:nvSpPr>
        <p:spPr>
          <a:xfrm>
            <a:off x="5345437" y="2760701"/>
            <a:ext cx="339267" cy="269626"/>
          </a:xfrm>
          <a:prstGeom prst="rect">
            <a:avLst/>
          </a:prstGeom>
          <a:noFill/>
          <a:ln w="254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4" name="四角形吹き出し 13">
            <a:extLst>
              <a:ext uri="{FF2B5EF4-FFF2-40B4-BE49-F238E27FC236}">
                <a16:creationId xmlns:a16="http://schemas.microsoft.com/office/drawing/2014/main" id="{4EC5056B-C39D-38CA-FD6F-539A3EA97B46}"/>
              </a:ext>
            </a:extLst>
          </p:cNvPr>
          <p:cNvSpPr/>
          <p:nvPr/>
        </p:nvSpPr>
        <p:spPr>
          <a:xfrm>
            <a:off x="1284570" y="2933010"/>
            <a:ext cx="2049137" cy="468103"/>
          </a:xfrm>
          <a:prstGeom prst="wedgeRectCallout">
            <a:avLst>
              <a:gd name="adj1" fmla="val 145595"/>
              <a:gd name="adj2" fmla="val -64830"/>
            </a:avLst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kumimoji="1" lang="ja-JP" altLang="en-US" sz="1100">
                <a:solidFill>
                  <a:schemeClr val="tx1">
                    <a:lumMod val="75000"/>
                    <a:lumOff val="25000"/>
                  </a:schemeClr>
                </a:solidFill>
                <a:latin typeface="Yu Gothic UI" panose="020B0500000000000000" pitchFamily="34" charset="-128"/>
                <a:ea typeface="Yu Gothic UI" panose="020B0500000000000000" pitchFamily="34" charset="-128"/>
              </a:rPr>
              <a:t>リソースグループの削除を選択</a:t>
            </a:r>
            <a:endParaRPr kumimoji="1" lang="en-US" altLang="ja-JP" sz="1100" dirty="0">
              <a:solidFill>
                <a:schemeClr val="tx1">
                  <a:lumMod val="75000"/>
                  <a:lumOff val="25000"/>
                </a:schemeClr>
              </a:solidFill>
              <a:latin typeface="Yu Gothic UI" panose="020B0500000000000000" pitchFamily="34" charset="-128"/>
              <a:ea typeface="Yu Gothic UI" panose="020B0500000000000000" pitchFamily="34" charset="-128"/>
            </a:endParaRPr>
          </a:p>
        </p:txBody>
      </p:sp>
      <p:sp>
        <p:nvSpPr>
          <p:cNvPr id="18" name="正方形/長方形 17">
            <a:extLst>
              <a:ext uri="{FF2B5EF4-FFF2-40B4-BE49-F238E27FC236}">
                <a16:creationId xmlns:a16="http://schemas.microsoft.com/office/drawing/2014/main" id="{27A10359-4ED3-0C90-432E-995E467F31D0}"/>
              </a:ext>
            </a:extLst>
          </p:cNvPr>
          <p:cNvSpPr/>
          <p:nvPr/>
        </p:nvSpPr>
        <p:spPr>
          <a:xfrm>
            <a:off x="5684704" y="5370637"/>
            <a:ext cx="3238959" cy="269626"/>
          </a:xfrm>
          <a:prstGeom prst="rect">
            <a:avLst/>
          </a:prstGeom>
          <a:noFill/>
          <a:ln w="254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9" name="四角形吹き出し 18">
            <a:extLst>
              <a:ext uri="{FF2B5EF4-FFF2-40B4-BE49-F238E27FC236}">
                <a16:creationId xmlns:a16="http://schemas.microsoft.com/office/drawing/2014/main" id="{34018831-D42D-1EB2-33EC-ABE697C969B2}"/>
              </a:ext>
            </a:extLst>
          </p:cNvPr>
          <p:cNvSpPr/>
          <p:nvPr/>
        </p:nvSpPr>
        <p:spPr>
          <a:xfrm>
            <a:off x="8583606" y="4776328"/>
            <a:ext cx="2049137" cy="376697"/>
          </a:xfrm>
          <a:prstGeom prst="wedgeRectCallout">
            <a:avLst>
              <a:gd name="adj1" fmla="val -54943"/>
              <a:gd name="adj2" fmla="val 92146"/>
            </a:avLst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kumimoji="1" lang="ja-JP" altLang="en-US" sz="1100">
                <a:solidFill>
                  <a:schemeClr val="tx1">
                    <a:lumMod val="75000"/>
                    <a:lumOff val="25000"/>
                  </a:schemeClr>
                </a:solidFill>
                <a:latin typeface="Yu Gothic UI" panose="020B0500000000000000" pitchFamily="34" charset="-128"/>
                <a:ea typeface="Yu Gothic UI" panose="020B0500000000000000" pitchFamily="34" charset="-128"/>
              </a:rPr>
              <a:t>リソースグループ名を入力</a:t>
            </a:r>
            <a:endParaRPr kumimoji="1" lang="en-US" altLang="ja-JP" sz="1100" dirty="0">
              <a:solidFill>
                <a:schemeClr val="tx1">
                  <a:lumMod val="75000"/>
                  <a:lumOff val="25000"/>
                </a:schemeClr>
              </a:solidFill>
              <a:latin typeface="Yu Gothic UI" panose="020B0500000000000000" pitchFamily="34" charset="-128"/>
              <a:ea typeface="Yu Gothic UI" panose="020B0500000000000000" pitchFamily="34" charset="-128"/>
            </a:endParaRPr>
          </a:p>
        </p:txBody>
      </p:sp>
      <p:sp>
        <p:nvSpPr>
          <p:cNvPr id="20" name="正方形/長方形 19">
            <a:extLst>
              <a:ext uri="{FF2B5EF4-FFF2-40B4-BE49-F238E27FC236}">
                <a16:creationId xmlns:a16="http://schemas.microsoft.com/office/drawing/2014/main" id="{7E24AF21-703E-3AE3-22D8-4C0C286D098D}"/>
              </a:ext>
            </a:extLst>
          </p:cNvPr>
          <p:cNvSpPr/>
          <p:nvPr/>
        </p:nvSpPr>
        <p:spPr>
          <a:xfrm>
            <a:off x="5684703" y="5623049"/>
            <a:ext cx="411297" cy="269626"/>
          </a:xfrm>
          <a:prstGeom prst="rect">
            <a:avLst/>
          </a:prstGeom>
          <a:noFill/>
          <a:ln w="254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1" name="四角形吹き出し 20">
            <a:extLst>
              <a:ext uri="{FF2B5EF4-FFF2-40B4-BE49-F238E27FC236}">
                <a16:creationId xmlns:a16="http://schemas.microsoft.com/office/drawing/2014/main" id="{D63087B7-C0F4-027D-75CD-138E9EC0D099}"/>
              </a:ext>
            </a:extLst>
          </p:cNvPr>
          <p:cNvSpPr/>
          <p:nvPr/>
        </p:nvSpPr>
        <p:spPr>
          <a:xfrm>
            <a:off x="6235548" y="5704326"/>
            <a:ext cx="1200838" cy="371161"/>
          </a:xfrm>
          <a:prstGeom prst="wedgeRectCallout">
            <a:avLst>
              <a:gd name="adj1" fmla="val -54943"/>
              <a:gd name="adj2" fmla="val -14710"/>
            </a:avLst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kumimoji="1" lang="ja-JP" altLang="en-US" sz="1100">
                <a:solidFill>
                  <a:schemeClr val="tx1">
                    <a:lumMod val="75000"/>
                    <a:lumOff val="25000"/>
                  </a:schemeClr>
                </a:solidFill>
                <a:latin typeface="Yu Gothic UI" panose="020B0500000000000000" pitchFamily="34" charset="-128"/>
                <a:ea typeface="Yu Gothic UI" panose="020B0500000000000000" pitchFamily="34" charset="-128"/>
              </a:rPr>
              <a:t>削除をクリック</a:t>
            </a:r>
            <a:endParaRPr kumimoji="1" lang="en-US" altLang="ja-JP" sz="1100" dirty="0">
              <a:solidFill>
                <a:schemeClr val="tx1">
                  <a:lumMod val="75000"/>
                  <a:lumOff val="25000"/>
                </a:schemeClr>
              </a:solidFill>
              <a:latin typeface="Yu Gothic UI" panose="020B0500000000000000" pitchFamily="34" charset="-128"/>
              <a:ea typeface="Yu Gothic UI" panose="020B0500000000000000" pitchFamily="3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119166961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游ゴシック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txDef>
      <a:spPr>
        <a:noFill/>
      </a:spPr>
      <a:bodyPr wrap="square" lIns="0" tIns="0" rIns="0" bIns="0" rtlCol="0" anchor="ctr">
        <a:spAutoFit/>
      </a:bodyPr>
      <a:lstStyle>
        <a:defPPr marL="0" marR="0" indent="0" algn="l" defTabSz="931757" rtl="0" eaLnBrk="1" fontAlgn="base" latinLnBrk="0" hangingPunct="1">
          <a:lnSpc>
            <a:spcPct val="9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sz="1600" b="0" i="0" u="none" strike="noStrike" kern="1200" cap="none" spc="0" normalizeH="0" baseline="0" noProof="0" smtClean="0">
            <a:ln>
              <a:noFill/>
            </a:ln>
            <a:solidFill>
              <a:srgbClr val="000000">
                <a:lumMod val="85000"/>
                <a:lumOff val="15000"/>
              </a:srgbClr>
            </a:solidFill>
            <a:effectLst/>
            <a:uLnTx/>
            <a:uFillTx/>
            <a:latin typeface="Yu Gothic UI" panose="020B0500000000000000" pitchFamily="34" charset="-128"/>
            <a:ea typeface="Yu Gothic UI" panose="020B0500000000000000" pitchFamily="34" charset="-128"/>
            <a:cs typeface="Segoe UI" panose="020B0502040204020203" pitchFamily="34" charset="0"/>
          </a:defRPr>
        </a:defPPr>
      </a:lstStyle>
    </a:txDef>
  </a:objectDefaults>
  <a:extraClrSchemeLst/>
</a:theme>
</file>

<file path=ppt/theme/theme2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游ゴシック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Metadata/LabelInfo.xml><?xml version="1.0" encoding="utf-8"?>
<clbl:labelList xmlns:clbl="http://schemas.microsoft.com/office/2020/mipLabelMetadata">
  <clbl:label id="{f42aa342-8706-4288-bd11-ebb85995028c}" enabled="1" method="Privileged" siteId="{72f988bf-86f1-41af-91ab-2d7cd011db47}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otalTime>6896</TotalTime>
  <Words>2802</Words>
  <Application>Microsoft Macintosh PowerPoint</Application>
  <DocSecurity>0</DocSecurity>
  <PresentationFormat>ワイド画面</PresentationFormat>
  <Paragraphs>344</Paragraphs>
  <Slides>28</Slides>
  <Notes>28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5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28</vt:i4>
      </vt:variant>
    </vt:vector>
  </HeadingPairs>
  <TitlesOfParts>
    <vt:vector size="34" baseType="lpstr">
      <vt:lpstr>Meiryo UI</vt:lpstr>
      <vt:lpstr>Yu Gothic UI</vt:lpstr>
      <vt:lpstr>Yu Gothic</vt:lpstr>
      <vt:lpstr>Yu Gothic</vt:lpstr>
      <vt:lpstr>Arial</vt:lpstr>
      <vt:lpstr>Office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hiyam_EX_Tenant_admin</cp:lastModifiedBy>
  <cp:revision>1</cp:revision>
  <dcterms:created xsi:type="dcterms:W3CDTF">2026-05-27T01:15:34Z</dcterms:created>
  <dcterms:modified xsi:type="dcterms:W3CDTF">2026-06-09T14:42:51Z</dcterms:modified>
</cp:coreProperties>
</file>