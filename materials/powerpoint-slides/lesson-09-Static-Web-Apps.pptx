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2"/>
    <p:sldId id="262" r:id="rId3"/>
    <p:sldId id="257" r:id="rId4"/>
    <p:sldId id="2076138975" r:id="rId5"/>
    <p:sldId id="2076139038" r:id="rId6"/>
    <p:sldId id="2076139039" r:id="rId7"/>
    <p:sldId id="2076139040" r:id="rId8"/>
    <p:sldId id="2076139042" r:id="rId9"/>
    <p:sldId id="2076139041" r:id="rId10"/>
    <p:sldId id="2076139044" r:id="rId11"/>
    <p:sldId id="2076139045" r:id="rId12"/>
    <p:sldId id="2076139046" r:id="rId13"/>
    <p:sldId id="2076139048" r:id="rId14"/>
    <p:sldId id="2076139050" r:id="rId15"/>
    <p:sldId id="2076139051" r:id="rId16"/>
    <p:sldId id="2076139052" r:id="rId17"/>
    <p:sldId id="2076139047" r:id="rId18"/>
    <p:sldId id="2076139053" r:id="rId19"/>
    <p:sldId id="2076139049" r:id="rId20"/>
    <p:sldId id="2076139043" r:id="rId21"/>
    <p:sldId id="2076139054" r:id="rId22"/>
    <p:sldId id="2076139055" r:id="rId23"/>
    <p:sldId id="2076139056" r:id="rId24"/>
    <p:sldId id="2076139057" r:id="rId25"/>
    <p:sldId id="2076139058" r:id="rId26"/>
    <p:sldId id="2076139059" r:id="rId27"/>
    <p:sldId id="2076139060" r:id="rId28"/>
    <p:sldId id="2076139061" r:id="rId29"/>
    <p:sldId id="2076139062" r:id="rId30"/>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278CA2B2-9711-034F-A366-FB669B9845B9}">
          <p14:sldIdLst>
            <p14:sldId id="256"/>
            <p14:sldId id="262"/>
            <p14:sldId id="257"/>
          </p14:sldIdLst>
        </p14:section>
        <p14:section name="Section 1" id="{B8EAF6B5-498F-D04D-A0FC-6F269AF9709F}">
          <p14:sldIdLst>
            <p14:sldId id="2076138975"/>
            <p14:sldId id="2076139038"/>
            <p14:sldId id="2076139039"/>
            <p14:sldId id="2076139040"/>
          </p14:sldIdLst>
        </p14:section>
        <p14:section name="Section 2" id="{CD15DF56-14BE-F040-AC45-0A3E37AD338D}">
          <p14:sldIdLst>
            <p14:sldId id="2076139042"/>
            <p14:sldId id="2076139041"/>
            <p14:sldId id="2076139044"/>
            <p14:sldId id="2076139045"/>
            <p14:sldId id="2076139046"/>
            <p14:sldId id="2076139048"/>
            <p14:sldId id="2076139050"/>
            <p14:sldId id="2076139051"/>
            <p14:sldId id="2076139052"/>
            <p14:sldId id="2076139047"/>
            <p14:sldId id="2076139053"/>
            <p14:sldId id="2076139049"/>
            <p14:sldId id="2076139043"/>
          </p14:sldIdLst>
        </p14:section>
        <p14:section name="Section 3" id="{AF8A8B4B-FAAA-354A-AA8D-37AE8FE58BF6}">
          <p14:sldIdLst>
            <p14:sldId id="2076139054"/>
            <p14:sldId id="2076139055"/>
            <p14:sldId id="2076139056"/>
            <p14:sldId id="2076139057"/>
            <p14:sldId id="2076139058"/>
          </p14:sldIdLst>
        </p14:section>
        <p14:section name="Section 4" id="{FBB74CC8-2B41-B64E-A2AD-853D33ED29B0}">
          <p14:sldIdLst>
            <p14:sldId id="2076139059"/>
            <p14:sldId id="2076139060"/>
            <p14:sldId id="2076139061"/>
            <p14:sldId id="20761390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C8D6"/>
    <a:srgbClr val="334155"/>
    <a:srgbClr val="4472C4"/>
    <a:srgbClr val="70AD47"/>
    <a:srgbClr val="3D74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1FC64A-A52F-594C-951A-CCF64DD6B864}" v="134" dt="2026-07-22T06:29:32.18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961"/>
    <p:restoredTop sz="91867"/>
  </p:normalViewPr>
  <p:slideViewPr>
    <p:cSldViewPr snapToGrid="0">
      <p:cViewPr varScale="1">
        <p:scale>
          <a:sx n="136" d="100"/>
          <a:sy n="136" d="100"/>
        </p:scale>
        <p:origin x="201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ronari Yamada" userId="e57621f8-ec3c-449e-bb19-001fffcc008e" providerId="ADAL" clId="{BC0BD879-F267-5CCA-8DEA-E3B2DD07DA4E}"/>
    <pc:docChg chg="undo custSel addSld delSld modSld sldOrd modSection">
      <pc:chgData name="Hironari Yamada" userId="e57621f8-ec3c-449e-bb19-001fffcc008e" providerId="ADAL" clId="{BC0BD879-F267-5CCA-8DEA-E3B2DD07DA4E}" dt="2026-07-22T06:30:01.134" v="9566" actId="1076"/>
      <pc:docMkLst>
        <pc:docMk/>
      </pc:docMkLst>
      <pc:sldChg chg="addSp delSp modSp mod">
        <pc:chgData name="Hironari Yamada" userId="e57621f8-ec3c-449e-bb19-001fffcc008e" providerId="ADAL" clId="{BC0BD879-F267-5CCA-8DEA-E3B2DD07DA4E}" dt="2026-07-16T05:23:54.084" v="197" actId="20577"/>
        <pc:sldMkLst>
          <pc:docMk/>
          <pc:sldMk cId="646352617" sldId="2076139039"/>
        </pc:sldMkLst>
        <pc:spChg chg="add mod">
          <ac:chgData name="Hironari Yamada" userId="e57621f8-ec3c-449e-bb19-001fffcc008e" providerId="ADAL" clId="{BC0BD879-F267-5CCA-8DEA-E3B2DD07DA4E}" dt="2026-07-16T05:23:49.556" v="195" actId="20577"/>
          <ac:spMkLst>
            <pc:docMk/>
            <pc:sldMk cId="646352617" sldId="2076139039"/>
            <ac:spMk id="12" creationId="{28961EF1-919A-B066-91C0-3DD10F3844EC}"/>
          </ac:spMkLst>
        </pc:spChg>
        <pc:spChg chg="mod">
          <ac:chgData name="Hironari Yamada" userId="e57621f8-ec3c-449e-bb19-001fffcc008e" providerId="ADAL" clId="{BC0BD879-F267-5CCA-8DEA-E3B2DD07DA4E}" dt="2026-07-16T05:23:54.084" v="197" actId="20577"/>
          <ac:spMkLst>
            <pc:docMk/>
            <pc:sldMk cId="646352617" sldId="2076139039"/>
            <ac:spMk id="17" creationId="{028C0777-16FE-6F82-D127-4677C0741894}"/>
          </ac:spMkLst>
        </pc:spChg>
      </pc:sldChg>
      <pc:sldChg chg="modSp mod">
        <pc:chgData name="Hironari Yamada" userId="e57621f8-ec3c-449e-bb19-001fffcc008e" providerId="ADAL" clId="{BC0BD879-F267-5CCA-8DEA-E3B2DD07DA4E}" dt="2026-07-16T05:19:23.559" v="0" actId="1076"/>
        <pc:sldMkLst>
          <pc:docMk/>
          <pc:sldMk cId="1473070938" sldId="2076139041"/>
        </pc:sldMkLst>
        <pc:grpChg chg="mod">
          <ac:chgData name="Hironari Yamada" userId="e57621f8-ec3c-449e-bb19-001fffcc008e" providerId="ADAL" clId="{BC0BD879-F267-5CCA-8DEA-E3B2DD07DA4E}" dt="2026-07-16T05:19:23.559" v="0" actId="1076"/>
          <ac:grpSpMkLst>
            <pc:docMk/>
            <pc:sldMk cId="1473070938" sldId="2076139041"/>
            <ac:grpSpMk id="169" creationId="{7411B705-5E66-C6EE-0D9D-C998D76A7C06}"/>
          </ac:grpSpMkLst>
        </pc:grpChg>
        <pc:picChg chg="mod">
          <ac:chgData name="Hironari Yamada" userId="e57621f8-ec3c-449e-bb19-001fffcc008e" providerId="ADAL" clId="{BC0BD879-F267-5CCA-8DEA-E3B2DD07DA4E}" dt="2026-07-16T05:19:23.559" v="0" actId="1076"/>
          <ac:picMkLst>
            <pc:docMk/>
            <pc:sldMk cId="1473070938" sldId="2076139041"/>
            <ac:picMk id="171" creationId="{C469B537-99D3-77C5-CFE4-1A71A49BE334}"/>
          </ac:picMkLst>
        </pc:picChg>
        <pc:picChg chg="mod">
          <ac:chgData name="Hironari Yamada" userId="e57621f8-ec3c-449e-bb19-001fffcc008e" providerId="ADAL" clId="{BC0BD879-F267-5CCA-8DEA-E3B2DD07DA4E}" dt="2026-07-16T05:19:23.559" v="0" actId="1076"/>
          <ac:picMkLst>
            <pc:docMk/>
            <pc:sldMk cId="1473070938" sldId="2076139041"/>
            <ac:picMk id="195" creationId="{CEB658C4-4E30-9D2E-01F0-482346068CB5}"/>
          </ac:picMkLst>
        </pc:picChg>
        <pc:cxnChg chg="mod">
          <ac:chgData name="Hironari Yamada" userId="e57621f8-ec3c-449e-bb19-001fffcc008e" providerId="ADAL" clId="{BC0BD879-F267-5CCA-8DEA-E3B2DD07DA4E}" dt="2026-07-16T05:19:23.559" v="0" actId="1076"/>
          <ac:cxnSpMkLst>
            <pc:docMk/>
            <pc:sldMk cId="1473070938" sldId="2076139041"/>
            <ac:cxnSpMk id="170" creationId="{A2A882FF-B09F-88DF-54AA-573AA5C29B93}"/>
          </ac:cxnSpMkLst>
        </pc:cxnChg>
        <pc:cxnChg chg="mod">
          <ac:chgData name="Hironari Yamada" userId="e57621f8-ec3c-449e-bb19-001fffcc008e" providerId="ADAL" clId="{BC0BD879-F267-5CCA-8DEA-E3B2DD07DA4E}" dt="2026-07-16T05:19:23.559" v="0" actId="1076"/>
          <ac:cxnSpMkLst>
            <pc:docMk/>
            <pc:sldMk cId="1473070938" sldId="2076139041"/>
            <ac:cxnSpMk id="172" creationId="{A944C3B1-F27A-C013-BAFF-DD697B44AE79}"/>
          </ac:cxnSpMkLst>
        </pc:cxnChg>
      </pc:sldChg>
      <pc:sldChg chg="modSp mod">
        <pc:chgData name="Hironari Yamada" userId="e57621f8-ec3c-449e-bb19-001fffcc008e" providerId="ADAL" clId="{BC0BD879-F267-5CCA-8DEA-E3B2DD07DA4E}" dt="2026-07-21T02:10:31.085" v="4182" actId="20577"/>
        <pc:sldMkLst>
          <pc:docMk/>
          <pc:sldMk cId="286238194" sldId="2076139043"/>
        </pc:sldMkLst>
        <pc:spChg chg="mod">
          <ac:chgData name="Hironari Yamada" userId="e57621f8-ec3c-449e-bb19-001fffcc008e" providerId="ADAL" clId="{BC0BD879-F267-5CCA-8DEA-E3B2DD07DA4E}" dt="2026-07-21T02:10:31.085" v="4182" actId="20577"/>
          <ac:spMkLst>
            <pc:docMk/>
            <pc:sldMk cId="286238194" sldId="2076139043"/>
            <ac:spMk id="3" creationId="{49215316-A6AE-C517-05AA-80ECFAA713DF}"/>
          </ac:spMkLst>
        </pc:spChg>
      </pc:sldChg>
      <pc:sldChg chg="addSp delSp modSp add mod delAnim">
        <pc:chgData name="Hironari Yamada" userId="e57621f8-ec3c-449e-bb19-001fffcc008e" providerId="ADAL" clId="{BC0BD879-F267-5CCA-8DEA-E3B2DD07DA4E}" dt="2026-07-16T06:34:15.523" v="888" actId="20577"/>
        <pc:sldMkLst>
          <pc:docMk/>
          <pc:sldMk cId="2240106470" sldId="2076139044"/>
        </pc:sldMkLst>
        <pc:spChg chg="mod">
          <ac:chgData name="Hironari Yamada" userId="e57621f8-ec3c-449e-bb19-001fffcc008e" providerId="ADAL" clId="{BC0BD879-F267-5CCA-8DEA-E3B2DD07DA4E}" dt="2026-07-16T05:33:00.116" v="240" actId="20577"/>
          <ac:spMkLst>
            <pc:docMk/>
            <pc:sldMk cId="2240106470" sldId="2076139044"/>
            <ac:spMk id="3" creationId="{0DB5DD71-4DDF-321B-3C08-DE02B135C4F0}"/>
          </ac:spMkLst>
        </pc:spChg>
        <pc:spChg chg="mod">
          <ac:chgData name="Hironari Yamada" userId="e57621f8-ec3c-449e-bb19-001fffcc008e" providerId="ADAL" clId="{BC0BD879-F267-5CCA-8DEA-E3B2DD07DA4E}" dt="2026-07-16T05:32:27.821" v="231" actId="20577"/>
          <ac:spMkLst>
            <pc:docMk/>
            <pc:sldMk cId="2240106470" sldId="2076139044"/>
            <ac:spMk id="9" creationId="{9BE99E78-CBF8-818F-7575-C2378EC8F0DB}"/>
          </ac:spMkLst>
        </pc:spChg>
        <pc:graphicFrameChg chg="add mod modGraphic">
          <ac:chgData name="Hironari Yamada" userId="e57621f8-ec3c-449e-bb19-001fffcc008e" providerId="ADAL" clId="{BC0BD879-F267-5CCA-8DEA-E3B2DD07DA4E}" dt="2026-07-16T06:34:15.523" v="888" actId="20577"/>
          <ac:graphicFrameMkLst>
            <pc:docMk/>
            <pc:sldMk cId="2240106470" sldId="2076139044"/>
            <ac:graphicFrameMk id="5" creationId="{E8B09056-0AFF-F394-5B56-67931CBF1F04}"/>
          </ac:graphicFrameMkLst>
        </pc:graphicFrameChg>
      </pc:sldChg>
      <pc:sldChg chg="addSp delSp modSp add mod">
        <pc:chgData name="Hironari Yamada" userId="e57621f8-ec3c-449e-bb19-001fffcc008e" providerId="ADAL" clId="{BC0BD879-F267-5CCA-8DEA-E3B2DD07DA4E}" dt="2026-07-16T06:44:05.085" v="1372" actId="403"/>
        <pc:sldMkLst>
          <pc:docMk/>
          <pc:sldMk cId="3145863521" sldId="2076139045"/>
        </pc:sldMkLst>
        <pc:spChg chg="mod">
          <ac:chgData name="Hironari Yamada" userId="e57621f8-ec3c-449e-bb19-001fffcc008e" providerId="ADAL" clId="{BC0BD879-F267-5CCA-8DEA-E3B2DD07DA4E}" dt="2026-07-16T06:43:51.056" v="1343" actId="20577"/>
          <ac:spMkLst>
            <pc:docMk/>
            <pc:sldMk cId="3145863521" sldId="2076139045"/>
            <ac:spMk id="3" creationId="{78E73E84-2E80-B316-80D4-EE9518A57192}"/>
          </ac:spMkLst>
        </pc:spChg>
        <pc:spChg chg="add mod">
          <ac:chgData name="Hironari Yamada" userId="e57621f8-ec3c-449e-bb19-001fffcc008e" providerId="ADAL" clId="{BC0BD879-F267-5CCA-8DEA-E3B2DD07DA4E}" dt="2026-07-16T06:44:05.085" v="1372" actId="403"/>
          <ac:spMkLst>
            <pc:docMk/>
            <pc:sldMk cId="3145863521" sldId="2076139045"/>
            <ac:spMk id="6" creationId="{3E21C933-CCAA-2338-E51A-EA75B2DA66F9}"/>
          </ac:spMkLst>
        </pc:spChg>
        <pc:spChg chg="add mod">
          <ac:chgData name="Hironari Yamada" userId="e57621f8-ec3c-449e-bb19-001fffcc008e" providerId="ADAL" clId="{BC0BD879-F267-5CCA-8DEA-E3B2DD07DA4E}" dt="2026-07-16T06:44:05.085" v="1372" actId="403"/>
          <ac:spMkLst>
            <pc:docMk/>
            <pc:sldMk cId="3145863521" sldId="2076139045"/>
            <ac:spMk id="7" creationId="{04AE6DC1-9F1D-BA74-DA92-57F03E19378D}"/>
          </ac:spMkLst>
        </pc:spChg>
        <pc:spChg chg="mod">
          <ac:chgData name="Hironari Yamada" userId="e57621f8-ec3c-449e-bb19-001fffcc008e" providerId="ADAL" clId="{BC0BD879-F267-5CCA-8DEA-E3B2DD07DA4E}" dt="2026-07-16T06:41:51.363" v="957" actId="20577"/>
          <ac:spMkLst>
            <pc:docMk/>
            <pc:sldMk cId="3145863521" sldId="2076139045"/>
            <ac:spMk id="9" creationId="{CA40C5A6-E483-D90A-DF26-1BBEE3433E71}"/>
          </ac:spMkLst>
        </pc:spChg>
        <pc:spChg chg="add mod">
          <ac:chgData name="Hironari Yamada" userId="e57621f8-ec3c-449e-bb19-001fffcc008e" providerId="ADAL" clId="{BC0BD879-F267-5CCA-8DEA-E3B2DD07DA4E}" dt="2026-07-16T06:44:05.085" v="1372" actId="403"/>
          <ac:spMkLst>
            <pc:docMk/>
            <pc:sldMk cId="3145863521" sldId="2076139045"/>
            <ac:spMk id="11" creationId="{3C4CCCB4-09F1-4024-5A26-E8DC73A3629C}"/>
          </ac:spMkLst>
        </pc:spChg>
        <pc:spChg chg="add mod">
          <ac:chgData name="Hironari Yamada" userId="e57621f8-ec3c-449e-bb19-001fffcc008e" providerId="ADAL" clId="{BC0BD879-F267-5CCA-8DEA-E3B2DD07DA4E}" dt="2026-07-16T06:44:05.085" v="1372" actId="403"/>
          <ac:spMkLst>
            <pc:docMk/>
            <pc:sldMk cId="3145863521" sldId="2076139045"/>
            <ac:spMk id="12" creationId="{F2CD76BD-0299-B1F8-630C-4BBC72119ABD}"/>
          </ac:spMkLst>
        </pc:spChg>
        <pc:spChg chg="add mod">
          <ac:chgData name="Hironari Yamada" userId="e57621f8-ec3c-449e-bb19-001fffcc008e" providerId="ADAL" clId="{BC0BD879-F267-5CCA-8DEA-E3B2DD07DA4E}" dt="2026-07-16T06:44:05.085" v="1372" actId="403"/>
          <ac:spMkLst>
            <pc:docMk/>
            <pc:sldMk cId="3145863521" sldId="2076139045"/>
            <ac:spMk id="13" creationId="{5A03E8A0-D91E-EEB4-2897-6AC3A3EA765D}"/>
          </ac:spMkLst>
        </pc:spChg>
        <pc:spChg chg="add mod">
          <ac:chgData name="Hironari Yamada" userId="e57621f8-ec3c-449e-bb19-001fffcc008e" providerId="ADAL" clId="{BC0BD879-F267-5CCA-8DEA-E3B2DD07DA4E}" dt="2026-07-16T06:44:05.085" v="1372" actId="403"/>
          <ac:spMkLst>
            <pc:docMk/>
            <pc:sldMk cId="3145863521" sldId="2076139045"/>
            <ac:spMk id="14" creationId="{9BF94658-3C79-0D64-CD02-0B49606D55A6}"/>
          </ac:spMkLst>
        </pc:spChg>
        <pc:spChg chg="add mod">
          <ac:chgData name="Hironari Yamada" userId="e57621f8-ec3c-449e-bb19-001fffcc008e" providerId="ADAL" clId="{BC0BD879-F267-5CCA-8DEA-E3B2DD07DA4E}" dt="2026-07-16T06:44:05.085" v="1372" actId="403"/>
          <ac:spMkLst>
            <pc:docMk/>
            <pc:sldMk cId="3145863521" sldId="2076139045"/>
            <ac:spMk id="15" creationId="{85FCC3CC-F2E9-8F00-3D1B-690204FE453D}"/>
          </ac:spMkLst>
        </pc:spChg>
        <pc:spChg chg="add mod">
          <ac:chgData name="Hironari Yamada" userId="e57621f8-ec3c-449e-bb19-001fffcc008e" providerId="ADAL" clId="{BC0BD879-F267-5CCA-8DEA-E3B2DD07DA4E}" dt="2026-07-16T06:44:05.085" v="1372" actId="403"/>
          <ac:spMkLst>
            <pc:docMk/>
            <pc:sldMk cId="3145863521" sldId="2076139045"/>
            <ac:spMk id="16" creationId="{57DF1FA7-1FA7-FF5F-248E-5D4351A391B0}"/>
          </ac:spMkLst>
        </pc:spChg>
        <pc:spChg chg="add mod">
          <ac:chgData name="Hironari Yamada" userId="e57621f8-ec3c-449e-bb19-001fffcc008e" providerId="ADAL" clId="{BC0BD879-F267-5CCA-8DEA-E3B2DD07DA4E}" dt="2026-07-16T06:44:05.085" v="1372" actId="403"/>
          <ac:spMkLst>
            <pc:docMk/>
            <pc:sldMk cId="3145863521" sldId="2076139045"/>
            <ac:spMk id="18" creationId="{681D9ED0-3498-0ECF-C85F-F4CB1F9B9F86}"/>
          </ac:spMkLst>
        </pc:spChg>
        <pc:spChg chg="add mod">
          <ac:chgData name="Hironari Yamada" userId="e57621f8-ec3c-449e-bb19-001fffcc008e" providerId="ADAL" clId="{BC0BD879-F267-5CCA-8DEA-E3B2DD07DA4E}" dt="2026-07-16T06:44:05.085" v="1372" actId="403"/>
          <ac:spMkLst>
            <pc:docMk/>
            <pc:sldMk cId="3145863521" sldId="2076139045"/>
            <ac:spMk id="19" creationId="{66CA1357-90DD-2E08-9468-1A99BFA54DBD}"/>
          </ac:spMkLst>
        </pc:spChg>
      </pc:sldChg>
      <pc:sldChg chg="addSp delSp modSp add mod delAnim modAnim">
        <pc:chgData name="Hironari Yamada" userId="e57621f8-ec3c-449e-bb19-001fffcc008e" providerId="ADAL" clId="{BC0BD879-F267-5CCA-8DEA-E3B2DD07DA4E}" dt="2026-07-21T01:34:56.536" v="1940" actId="1076"/>
        <pc:sldMkLst>
          <pc:docMk/>
          <pc:sldMk cId="2731538553" sldId="2076139046"/>
        </pc:sldMkLst>
        <pc:spChg chg="mod">
          <ac:chgData name="Hironari Yamada" userId="e57621f8-ec3c-449e-bb19-001fffcc008e" providerId="ADAL" clId="{BC0BD879-F267-5CCA-8DEA-E3B2DD07DA4E}" dt="2026-07-21T01:15:42.364" v="1811" actId="20577"/>
          <ac:spMkLst>
            <pc:docMk/>
            <pc:sldMk cId="2731538553" sldId="2076139046"/>
            <ac:spMk id="3" creationId="{B73D8A08-DE45-D300-70F7-41F9257CC4E5}"/>
          </ac:spMkLst>
        </pc:spChg>
        <pc:spChg chg="add del mod">
          <ac:chgData name="Hironari Yamada" userId="e57621f8-ec3c-449e-bb19-001fffcc008e" providerId="ADAL" clId="{BC0BD879-F267-5CCA-8DEA-E3B2DD07DA4E}" dt="2026-07-21T01:34:52.470" v="1937" actId="478"/>
          <ac:spMkLst>
            <pc:docMk/>
            <pc:sldMk cId="2731538553" sldId="2076139046"/>
            <ac:spMk id="5" creationId="{CCA5ABF1-BCB0-AFA4-697B-8479E353E491}"/>
          </ac:spMkLst>
        </pc:spChg>
        <pc:spChg chg="del mod">
          <ac:chgData name="Hironari Yamada" userId="e57621f8-ec3c-449e-bb19-001fffcc008e" providerId="ADAL" clId="{BC0BD879-F267-5CCA-8DEA-E3B2DD07DA4E}" dt="2026-07-21T01:34:52.470" v="1937" actId="478"/>
          <ac:spMkLst>
            <pc:docMk/>
            <pc:sldMk cId="2731538553" sldId="2076139046"/>
            <ac:spMk id="6" creationId="{09D059AA-94E6-0769-1C41-E92278E179D6}"/>
          </ac:spMkLst>
        </pc:spChg>
        <pc:spChg chg="add del mod">
          <ac:chgData name="Hironari Yamada" userId="e57621f8-ec3c-449e-bb19-001fffcc008e" providerId="ADAL" clId="{BC0BD879-F267-5CCA-8DEA-E3B2DD07DA4E}" dt="2026-07-21T01:34:52.470" v="1937" actId="478"/>
          <ac:spMkLst>
            <pc:docMk/>
            <pc:sldMk cId="2731538553" sldId="2076139046"/>
            <ac:spMk id="7" creationId="{4A100AA8-AD85-15D4-F1F7-508092AC5F70}"/>
          </ac:spMkLst>
        </pc:spChg>
        <pc:spChg chg="mod">
          <ac:chgData name="Hironari Yamada" userId="e57621f8-ec3c-449e-bb19-001fffcc008e" providerId="ADAL" clId="{BC0BD879-F267-5CCA-8DEA-E3B2DD07DA4E}" dt="2026-07-16T07:04:14.324" v="1405" actId="20577"/>
          <ac:spMkLst>
            <pc:docMk/>
            <pc:sldMk cId="2731538553" sldId="2076139046"/>
            <ac:spMk id="9" creationId="{725C0604-BC0C-C809-FA4E-190139DDEC5F}"/>
          </ac:spMkLst>
        </pc:spChg>
        <pc:spChg chg="mod">
          <ac:chgData name="Hironari Yamada" userId="e57621f8-ec3c-449e-bb19-001fffcc008e" providerId="ADAL" clId="{BC0BD879-F267-5CCA-8DEA-E3B2DD07DA4E}" dt="2026-07-21T01:12:23.247" v="1491" actId="207"/>
          <ac:spMkLst>
            <pc:docMk/>
            <pc:sldMk cId="2731538553" sldId="2076139046"/>
            <ac:spMk id="14" creationId="{C49FFE0C-1725-FC68-BED1-51D73F3E802E}"/>
          </ac:spMkLst>
        </pc:spChg>
        <pc:spChg chg="mod">
          <ac:chgData name="Hironari Yamada" userId="e57621f8-ec3c-449e-bb19-001fffcc008e" providerId="ADAL" clId="{BC0BD879-F267-5CCA-8DEA-E3B2DD07DA4E}" dt="2026-07-21T01:12:23.247" v="1491" actId="207"/>
          <ac:spMkLst>
            <pc:docMk/>
            <pc:sldMk cId="2731538553" sldId="2076139046"/>
            <ac:spMk id="16" creationId="{CBA36029-9E2B-1363-81BD-0BCF74FFAB02}"/>
          </ac:spMkLst>
        </pc:spChg>
        <pc:spChg chg="mod">
          <ac:chgData name="Hironari Yamada" userId="e57621f8-ec3c-449e-bb19-001fffcc008e" providerId="ADAL" clId="{BC0BD879-F267-5CCA-8DEA-E3B2DD07DA4E}" dt="2026-07-21T01:12:23.247" v="1491" actId="207"/>
          <ac:spMkLst>
            <pc:docMk/>
            <pc:sldMk cId="2731538553" sldId="2076139046"/>
            <ac:spMk id="17" creationId="{33667FAC-74A0-1297-2244-E656E40D3D03}"/>
          </ac:spMkLst>
        </pc:spChg>
        <pc:spChg chg="mod">
          <ac:chgData name="Hironari Yamada" userId="e57621f8-ec3c-449e-bb19-001fffcc008e" providerId="ADAL" clId="{BC0BD879-F267-5CCA-8DEA-E3B2DD07DA4E}" dt="2026-07-21T01:12:23.247" v="1491" actId="207"/>
          <ac:spMkLst>
            <pc:docMk/>
            <pc:sldMk cId="2731538553" sldId="2076139046"/>
            <ac:spMk id="18" creationId="{249FA9BA-E11F-C5F9-517F-05B00E91BB9B}"/>
          </ac:spMkLst>
        </pc:spChg>
        <pc:spChg chg="mod">
          <ac:chgData name="Hironari Yamada" userId="e57621f8-ec3c-449e-bb19-001fffcc008e" providerId="ADAL" clId="{BC0BD879-F267-5CCA-8DEA-E3B2DD07DA4E}" dt="2026-07-21T01:12:23.247" v="1491" actId="207"/>
          <ac:spMkLst>
            <pc:docMk/>
            <pc:sldMk cId="2731538553" sldId="2076139046"/>
            <ac:spMk id="19" creationId="{812C1204-C9DA-20CA-CF03-CBA291A133BF}"/>
          </ac:spMkLst>
        </pc:spChg>
        <pc:spChg chg="mod">
          <ac:chgData name="Hironari Yamada" userId="e57621f8-ec3c-449e-bb19-001fffcc008e" providerId="ADAL" clId="{BC0BD879-F267-5CCA-8DEA-E3B2DD07DA4E}" dt="2026-07-21T01:12:23.247" v="1491" actId="207"/>
          <ac:spMkLst>
            <pc:docMk/>
            <pc:sldMk cId="2731538553" sldId="2076139046"/>
            <ac:spMk id="20" creationId="{9A3BDBDF-FE36-8698-FA77-C6C8E669F8A6}"/>
          </ac:spMkLst>
        </pc:spChg>
        <pc:spChg chg="mod">
          <ac:chgData name="Hironari Yamada" userId="e57621f8-ec3c-449e-bb19-001fffcc008e" providerId="ADAL" clId="{BC0BD879-F267-5CCA-8DEA-E3B2DD07DA4E}" dt="2026-07-21T01:12:23.247" v="1491" actId="207"/>
          <ac:spMkLst>
            <pc:docMk/>
            <pc:sldMk cId="2731538553" sldId="2076139046"/>
            <ac:spMk id="21" creationId="{39B4F7F7-F3F5-16A5-B698-E00B9C9A1A22}"/>
          </ac:spMkLst>
        </pc:spChg>
        <pc:spChg chg="mod">
          <ac:chgData name="Hironari Yamada" userId="e57621f8-ec3c-449e-bb19-001fffcc008e" providerId="ADAL" clId="{BC0BD879-F267-5CCA-8DEA-E3B2DD07DA4E}" dt="2026-07-21T01:12:23.247" v="1491" actId="207"/>
          <ac:spMkLst>
            <pc:docMk/>
            <pc:sldMk cId="2731538553" sldId="2076139046"/>
            <ac:spMk id="22" creationId="{CD4C590B-1E4A-6BF4-0150-3A47B8F9E8C6}"/>
          </ac:spMkLst>
        </pc:spChg>
        <pc:spChg chg="mod">
          <ac:chgData name="Hironari Yamada" userId="e57621f8-ec3c-449e-bb19-001fffcc008e" providerId="ADAL" clId="{BC0BD879-F267-5CCA-8DEA-E3B2DD07DA4E}" dt="2026-07-21T01:12:23.247" v="1491" actId="207"/>
          <ac:spMkLst>
            <pc:docMk/>
            <pc:sldMk cId="2731538553" sldId="2076139046"/>
            <ac:spMk id="23" creationId="{8490DA8E-987A-34A8-10C2-164401F27489}"/>
          </ac:spMkLst>
        </pc:spChg>
        <pc:spChg chg="del mod">
          <ac:chgData name="Hironari Yamada" userId="e57621f8-ec3c-449e-bb19-001fffcc008e" providerId="ADAL" clId="{BC0BD879-F267-5CCA-8DEA-E3B2DD07DA4E}" dt="2026-07-21T01:34:52.470" v="1937" actId="478"/>
          <ac:spMkLst>
            <pc:docMk/>
            <pc:sldMk cId="2731538553" sldId="2076139046"/>
            <ac:spMk id="24" creationId="{8578D1F8-B7D9-6B34-2950-F19B40743DEE}"/>
          </ac:spMkLst>
        </pc:spChg>
        <pc:spChg chg="add del mod">
          <ac:chgData name="Hironari Yamada" userId="e57621f8-ec3c-449e-bb19-001fffcc008e" providerId="ADAL" clId="{BC0BD879-F267-5CCA-8DEA-E3B2DD07DA4E}" dt="2026-07-21T01:34:52.470" v="1937" actId="478"/>
          <ac:spMkLst>
            <pc:docMk/>
            <pc:sldMk cId="2731538553" sldId="2076139046"/>
            <ac:spMk id="25" creationId="{304AA3DA-9B57-5B0A-33B1-DE5FF85FB802}"/>
          </ac:spMkLst>
        </pc:spChg>
        <pc:spChg chg="del mod">
          <ac:chgData name="Hironari Yamada" userId="e57621f8-ec3c-449e-bb19-001fffcc008e" providerId="ADAL" clId="{BC0BD879-F267-5CCA-8DEA-E3B2DD07DA4E}" dt="2026-07-21T01:34:52.470" v="1937" actId="478"/>
          <ac:spMkLst>
            <pc:docMk/>
            <pc:sldMk cId="2731538553" sldId="2076139046"/>
            <ac:spMk id="26" creationId="{336AECCA-679A-444A-BE75-52669801D875}"/>
          </ac:spMkLst>
        </pc:spChg>
        <pc:spChg chg="del mod">
          <ac:chgData name="Hironari Yamada" userId="e57621f8-ec3c-449e-bb19-001fffcc008e" providerId="ADAL" clId="{BC0BD879-F267-5CCA-8DEA-E3B2DD07DA4E}" dt="2026-07-21T01:34:52.470" v="1937" actId="478"/>
          <ac:spMkLst>
            <pc:docMk/>
            <pc:sldMk cId="2731538553" sldId="2076139046"/>
            <ac:spMk id="27" creationId="{DF7A0918-D864-6DBA-7A39-4158CED87AF9}"/>
          </ac:spMkLst>
        </pc:spChg>
        <pc:spChg chg="add del mod">
          <ac:chgData name="Hironari Yamada" userId="e57621f8-ec3c-449e-bb19-001fffcc008e" providerId="ADAL" clId="{BC0BD879-F267-5CCA-8DEA-E3B2DD07DA4E}" dt="2026-07-21T01:34:52.470" v="1937" actId="478"/>
          <ac:spMkLst>
            <pc:docMk/>
            <pc:sldMk cId="2731538553" sldId="2076139046"/>
            <ac:spMk id="28" creationId="{64499838-0098-A37D-0F96-88FAFDEAB39D}"/>
          </ac:spMkLst>
        </pc:spChg>
        <pc:spChg chg="del mod">
          <ac:chgData name="Hironari Yamada" userId="e57621f8-ec3c-449e-bb19-001fffcc008e" providerId="ADAL" clId="{BC0BD879-F267-5CCA-8DEA-E3B2DD07DA4E}" dt="2026-07-21T01:34:52.470" v="1937" actId="478"/>
          <ac:spMkLst>
            <pc:docMk/>
            <pc:sldMk cId="2731538553" sldId="2076139046"/>
            <ac:spMk id="29" creationId="{7C910F04-5227-1F14-8936-6FE152943BEA}"/>
          </ac:spMkLst>
        </pc:spChg>
        <pc:spChg chg="del mod">
          <ac:chgData name="Hironari Yamada" userId="e57621f8-ec3c-449e-bb19-001fffcc008e" providerId="ADAL" clId="{BC0BD879-F267-5CCA-8DEA-E3B2DD07DA4E}" dt="2026-07-21T01:34:52.470" v="1937" actId="478"/>
          <ac:spMkLst>
            <pc:docMk/>
            <pc:sldMk cId="2731538553" sldId="2076139046"/>
            <ac:spMk id="30" creationId="{B5AB4C83-7399-F516-A1CF-3D2D756F10F4}"/>
          </ac:spMkLst>
        </pc:spChg>
        <pc:spChg chg="mod">
          <ac:chgData name="Hironari Yamada" userId="e57621f8-ec3c-449e-bb19-001fffcc008e" providerId="ADAL" clId="{BC0BD879-F267-5CCA-8DEA-E3B2DD07DA4E}" dt="2026-07-21T01:12:04.204" v="1488"/>
          <ac:spMkLst>
            <pc:docMk/>
            <pc:sldMk cId="2731538553" sldId="2076139046"/>
            <ac:spMk id="33" creationId="{37146C30-1BEA-3749-BE07-C9A6E36C02E3}"/>
          </ac:spMkLst>
        </pc:spChg>
        <pc:spChg chg="mod">
          <ac:chgData name="Hironari Yamada" userId="e57621f8-ec3c-449e-bb19-001fffcc008e" providerId="ADAL" clId="{BC0BD879-F267-5CCA-8DEA-E3B2DD07DA4E}" dt="2026-07-21T01:12:04.204" v="1488"/>
          <ac:spMkLst>
            <pc:docMk/>
            <pc:sldMk cId="2731538553" sldId="2076139046"/>
            <ac:spMk id="36" creationId="{6F5C9AEA-FF24-DABA-5F44-5F4AB2453747}"/>
          </ac:spMkLst>
        </pc:spChg>
        <pc:spChg chg="mod">
          <ac:chgData name="Hironari Yamada" userId="e57621f8-ec3c-449e-bb19-001fffcc008e" providerId="ADAL" clId="{BC0BD879-F267-5CCA-8DEA-E3B2DD07DA4E}" dt="2026-07-21T01:12:04.204" v="1488"/>
          <ac:spMkLst>
            <pc:docMk/>
            <pc:sldMk cId="2731538553" sldId="2076139046"/>
            <ac:spMk id="38" creationId="{58FB93B4-FD81-6EBA-1332-DD758924FF73}"/>
          </ac:spMkLst>
        </pc:spChg>
        <pc:spChg chg="add mod">
          <ac:chgData name="Hironari Yamada" userId="e57621f8-ec3c-449e-bb19-001fffcc008e" providerId="ADAL" clId="{BC0BD879-F267-5CCA-8DEA-E3B2DD07DA4E}" dt="2026-07-21T01:34:56.536" v="1940" actId="1076"/>
          <ac:spMkLst>
            <pc:docMk/>
            <pc:sldMk cId="2731538553" sldId="2076139046"/>
            <ac:spMk id="45" creationId="{73148D62-5C01-0FEE-73A1-96D416A7D348}"/>
          </ac:spMkLst>
        </pc:spChg>
        <pc:spChg chg="add mod">
          <ac:chgData name="Hironari Yamada" userId="e57621f8-ec3c-449e-bb19-001fffcc008e" providerId="ADAL" clId="{BC0BD879-F267-5CCA-8DEA-E3B2DD07DA4E}" dt="2026-07-21T01:34:56.536" v="1940" actId="1076"/>
          <ac:spMkLst>
            <pc:docMk/>
            <pc:sldMk cId="2731538553" sldId="2076139046"/>
            <ac:spMk id="46" creationId="{62AB6C0A-4996-0FE6-2C3D-7060E7AD5B57}"/>
          </ac:spMkLst>
        </pc:spChg>
        <pc:spChg chg="add mod">
          <ac:chgData name="Hironari Yamada" userId="e57621f8-ec3c-449e-bb19-001fffcc008e" providerId="ADAL" clId="{BC0BD879-F267-5CCA-8DEA-E3B2DD07DA4E}" dt="2026-07-21T01:34:56.536" v="1940" actId="1076"/>
          <ac:spMkLst>
            <pc:docMk/>
            <pc:sldMk cId="2731538553" sldId="2076139046"/>
            <ac:spMk id="47" creationId="{6ED5AFD2-8CC7-5CB8-2BD8-98DCDD2B9501}"/>
          </ac:spMkLst>
        </pc:spChg>
        <pc:spChg chg="add mod">
          <ac:chgData name="Hironari Yamada" userId="e57621f8-ec3c-449e-bb19-001fffcc008e" providerId="ADAL" clId="{BC0BD879-F267-5CCA-8DEA-E3B2DD07DA4E}" dt="2026-07-21T01:34:56.536" v="1940" actId="1076"/>
          <ac:spMkLst>
            <pc:docMk/>
            <pc:sldMk cId="2731538553" sldId="2076139046"/>
            <ac:spMk id="48" creationId="{EF04AB94-4B30-EC83-4B87-54E51A793DC4}"/>
          </ac:spMkLst>
        </pc:spChg>
        <pc:spChg chg="add mod">
          <ac:chgData name="Hironari Yamada" userId="e57621f8-ec3c-449e-bb19-001fffcc008e" providerId="ADAL" clId="{BC0BD879-F267-5CCA-8DEA-E3B2DD07DA4E}" dt="2026-07-21T01:34:56.536" v="1940" actId="1076"/>
          <ac:spMkLst>
            <pc:docMk/>
            <pc:sldMk cId="2731538553" sldId="2076139046"/>
            <ac:spMk id="55" creationId="{3FCDB48A-AF79-3469-FA89-03B7081A8A00}"/>
          </ac:spMkLst>
        </pc:spChg>
        <pc:spChg chg="add mod">
          <ac:chgData name="Hironari Yamada" userId="e57621f8-ec3c-449e-bb19-001fffcc008e" providerId="ADAL" clId="{BC0BD879-F267-5CCA-8DEA-E3B2DD07DA4E}" dt="2026-07-21T01:34:56.536" v="1940" actId="1076"/>
          <ac:spMkLst>
            <pc:docMk/>
            <pc:sldMk cId="2731538553" sldId="2076139046"/>
            <ac:spMk id="56" creationId="{CB0D9CB7-3D08-655D-E392-6BC8F0A872CF}"/>
          </ac:spMkLst>
        </pc:spChg>
        <pc:spChg chg="add mod">
          <ac:chgData name="Hironari Yamada" userId="e57621f8-ec3c-449e-bb19-001fffcc008e" providerId="ADAL" clId="{BC0BD879-F267-5CCA-8DEA-E3B2DD07DA4E}" dt="2026-07-21T01:34:56.536" v="1940" actId="1076"/>
          <ac:spMkLst>
            <pc:docMk/>
            <pc:sldMk cId="2731538553" sldId="2076139046"/>
            <ac:spMk id="59" creationId="{2CB7261D-A735-09DB-C7E5-1008D224ACCF}"/>
          </ac:spMkLst>
        </pc:spChg>
        <pc:spChg chg="add mod">
          <ac:chgData name="Hironari Yamada" userId="e57621f8-ec3c-449e-bb19-001fffcc008e" providerId="ADAL" clId="{BC0BD879-F267-5CCA-8DEA-E3B2DD07DA4E}" dt="2026-07-21T01:34:56.536" v="1940" actId="1076"/>
          <ac:spMkLst>
            <pc:docMk/>
            <pc:sldMk cId="2731538553" sldId="2076139046"/>
            <ac:spMk id="60" creationId="{0B481F73-0EE0-5F47-49C2-12A848FBC883}"/>
          </ac:spMkLst>
        </pc:spChg>
        <pc:spChg chg="add mod">
          <ac:chgData name="Hironari Yamada" userId="e57621f8-ec3c-449e-bb19-001fffcc008e" providerId="ADAL" clId="{BC0BD879-F267-5CCA-8DEA-E3B2DD07DA4E}" dt="2026-07-21T01:34:56.536" v="1940" actId="1076"/>
          <ac:spMkLst>
            <pc:docMk/>
            <pc:sldMk cId="2731538553" sldId="2076139046"/>
            <ac:spMk id="61" creationId="{8ADFC461-8764-6D6D-4C0A-2CB4C01BAD29}"/>
          </ac:spMkLst>
        </pc:spChg>
        <pc:spChg chg="add mod">
          <ac:chgData name="Hironari Yamada" userId="e57621f8-ec3c-449e-bb19-001fffcc008e" providerId="ADAL" clId="{BC0BD879-F267-5CCA-8DEA-E3B2DD07DA4E}" dt="2026-07-21T01:34:56.536" v="1940" actId="1076"/>
          <ac:spMkLst>
            <pc:docMk/>
            <pc:sldMk cId="2731538553" sldId="2076139046"/>
            <ac:spMk id="168" creationId="{EC46AD2A-FB0C-ADF7-86D4-65ACED0A66BA}"/>
          </ac:spMkLst>
        </pc:spChg>
        <pc:grpChg chg="del">
          <ac:chgData name="Hironari Yamada" userId="e57621f8-ec3c-449e-bb19-001fffcc008e" providerId="ADAL" clId="{BC0BD879-F267-5CCA-8DEA-E3B2DD07DA4E}" dt="2026-07-21T01:12:20.004" v="1490" actId="165"/>
          <ac:grpSpMkLst>
            <pc:docMk/>
            <pc:sldMk cId="2731538553" sldId="2076139046"/>
            <ac:grpSpMk id="8" creationId="{4DEEFEA0-210E-3431-0BD8-174B38FB457A}"/>
          </ac:grpSpMkLst>
        </pc:grpChg>
        <pc:grpChg chg="topLvl">
          <ac:chgData name="Hironari Yamada" userId="e57621f8-ec3c-449e-bb19-001fffcc008e" providerId="ADAL" clId="{BC0BD879-F267-5CCA-8DEA-E3B2DD07DA4E}" dt="2026-07-21T01:12:20.004" v="1490" actId="165"/>
          <ac:grpSpMkLst>
            <pc:docMk/>
            <pc:sldMk cId="2731538553" sldId="2076139046"/>
            <ac:grpSpMk id="10" creationId="{297C4505-7175-74B6-0638-3494A1C557EB}"/>
          </ac:grpSpMkLst>
        </pc:grpChg>
        <pc:grpChg chg="topLvl">
          <ac:chgData name="Hironari Yamada" userId="e57621f8-ec3c-449e-bb19-001fffcc008e" providerId="ADAL" clId="{BC0BD879-F267-5CCA-8DEA-E3B2DD07DA4E}" dt="2026-07-21T01:12:20.004" v="1490" actId="165"/>
          <ac:grpSpMkLst>
            <pc:docMk/>
            <pc:sldMk cId="2731538553" sldId="2076139046"/>
            <ac:grpSpMk id="11" creationId="{235B447B-B7F9-8142-324D-1508C8E4E8B8}"/>
          </ac:grpSpMkLst>
        </pc:grpChg>
        <pc:grpChg chg="topLvl">
          <ac:chgData name="Hironari Yamada" userId="e57621f8-ec3c-449e-bb19-001fffcc008e" providerId="ADAL" clId="{BC0BD879-F267-5CCA-8DEA-E3B2DD07DA4E}" dt="2026-07-21T01:12:20.004" v="1490" actId="165"/>
          <ac:grpSpMkLst>
            <pc:docMk/>
            <pc:sldMk cId="2731538553" sldId="2076139046"/>
            <ac:grpSpMk id="12" creationId="{4AEC2BF9-DC32-4DDA-18BE-FADEF8585125}"/>
          </ac:grpSpMkLst>
        </pc:grpChg>
        <pc:grpChg chg="topLvl">
          <ac:chgData name="Hironari Yamada" userId="e57621f8-ec3c-449e-bb19-001fffcc008e" providerId="ADAL" clId="{BC0BD879-F267-5CCA-8DEA-E3B2DD07DA4E}" dt="2026-07-21T01:12:20.004" v="1490" actId="165"/>
          <ac:grpSpMkLst>
            <pc:docMk/>
            <pc:sldMk cId="2731538553" sldId="2076139046"/>
            <ac:grpSpMk id="13" creationId="{C3D8896C-2DB4-5683-3CE3-0E5CFA00F471}"/>
          </ac:grpSpMkLst>
        </pc:grpChg>
        <pc:grpChg chg="mod">
          <ac:chgData name="Hironari Yamada" userId="e57621f8-ec3c-449e-bb19-001fffcc008e" providerId="ADAL" clId="{BC0BD879-F267-5CCA-8DEA-E3B2DD07DA4E}" dt="2026-07-21T01:14:05.986" v="1525" actId="1035"/>
          <ac:grpSpMkLst>
            <pc:docMk/>
            <pc:sldMk cId="2731538553" sldId="2076139046"/>
            <ac:grpSpMk id="31" creationId="{A41318DD-9090-6532-175E-79B84DCA1AF8}"/>
          </ac:grpSpMkLst>
        </pc:grpChg>
        <pc:grpChg chg="mod">
          <ac:chgData name="Hironari Yamada" userId="e57621f8-ec3c-449e-bb19-001fffcc008e" providerId="ADAL" clId="{BC0BD879-F267-5CCA-8DEA-E3B2DD07DA4E}" dt="2026-07-21T01:14:12.473" v="1526" actId="1076"/>
          <ac:grpSpMkLst>
            <pc:docMk/>
            <pc:sldMk cId="2731538553" sldId="2076139046"/>
            <ac:grpSpMk id="34" creationId="{C7231888-0114-F337-1A6F-6396CC92A7B8}"/>
          </ac:grpSpMkLst>
        </pc:grpChg>
        <pc:grpChg chg="mod">
          <ac:chgData name="Hironari Yamada" userId="e57621f8-ec3c-449e-bb19-001fffcc008e" providerId="ADAL" clId="{BC0BD879-F267-5CCA-8DEA-E3B2DD07DA4E}" dt="2026-07-21T01:14:12.473" v="1526" actId="1076"/>
          <ac:grpSpMkLst>
            <pc:docMk/>
            <pc:sldMk cId="2731538553" sldId="2076139046"/>
            <ac:grpSpMk id="37" creationId="{A9B9CA94-A972-7701-BFAE-140910128D59}"/>
          </ac:grpSpMkLst>
        </pc:grpChg>
        <pc:picChg chg="add mod">
          <ac:chgData name="Hironari Yamada" userId="e57621f8-ec3c-449e-bb19-001fffcc008e" providerId="ADAL" clId="{BC0BD879-F267-5CCA-8DEA-E3B2DD07DA4E}" dt="2026-07-21T01:13:27.092" v="1502" actId="1076"/>
          <ac:picMkLst>
            <pc:docMk/>
            <pc:sldMk cId="2731538553" sldId="2076139046"/>
            <ac:picMk id="44" creationId="{14466A70-D7BC-C75B-5BA7-5ACDD877F194}"/>
          </ac:picMkLst>
        </pc:picChg>
      </pc:sldChg>
      <pc:sldChg chg="addSp modSp add mod ord">
        <pc:chgData name="Hironari Yamada" userId="e57621f8-ec3c-449e-bb19-001fffcc008e" providerId="ADAL" clId="{BC0BD879-F267-5CCA-8DEA-E3B2DD07DA4E}" dt="2026-07-21T02:01:38.242" v="3560" actId="1076"/>
        <pc:sldMkLst>
          <pc:docMk/>
          <pc:sldMk cId="4027009084" sldId="2076139047"/>
        </pc:sldMkLst>
        <pc:spChg chg="mod">
          <ac:chgData name="Hironari Yamada" userId="e57621f8-ec3c-449e-bb19-001fffcc008e" providerId="ADAL" clId="{BC0BD879-F267-5CCA-8DEA-E3B2DD07DA4E}" dt="2026-07-21T02:01:17.807" v="3553" actId="20577"/>
          <ac:spMkLst>
            <pc:docMk/>
            <pc:sldMk cId="4027009084" sldId="2076139047"/>
            <ac:spMk id="3" creationId="{5ED50524-9E50-AB57-F1C0-D894CC4BA251}"/>
          </ac:spMkLst>
        </pc:spChg>
        <pc:spChg chg="add mod">
          <ac:chgData name="Hironari Yamada" userId="e57621f8-ec3c-449e-bb19-001fffcc008e" providerId="ADAL" clId="{BC0BD879-F267-5CCA-8DEA-E3B2DD07DA4E}" dt="2026-07-21T01:42:56.047" v="2450" actId="1076"/>
          <ac:spMkLst>
            <pc:docMk/>
            <pc:sldMk cId="4027009084" sldId="2076139047"/>
            <ac:spMk id="5" creationId="{879265B5-C526-54AC-C994-F2437DF8FEB6}"/>
          </ac:spMkLst>
        </pc:spChg>
        <pc:spChg chg="mod">
          <ac:chgData name="Hironari Yamada" userId="e57621f8-ec3c-449e-bb19-001fffcc008e" providerId="ADAL" clId="{BC0BD879-F267-5CCA-8DEA-E3B2DD07DA4E}" dt="2026-07-21T02:00:57.259" v="3455" actId="20577"/>
          <ac:spMkLst>
            <pc:docMk/>
            <pc:sldMk cId="4027009084" sldId="2076139047"/>
            <ac:spMk id="9" creationId="{9BAA8BF4-8ABD-6921-5D99-07D4C5F73E70}"/>
          </ac:spMkLst>
        </pc:spChg>
        <pc:spChg chg="add mod">
          <ac:chgData name="Hironari Yamada" userId="e57621f8-ec3c-449e-bb19-001fffcc008e" providerId="ADAL" clId="{BC0BD879-F267-5CCA-8DEA-E3B2DD07DA4E}" dt="2026-07-21T01:41:15.964" v="2215"/>
          <ac:spMkLst>
            <pc:docMk/>
            <pc:sldMk cId="4027009084" sldId="2076139047"/>
            <ac:spMk id="10" creationId="{A129E36A-8AC8-FAB2-3015-769D8D1E2B69}"/>
          </ac:spMkLst>
        </pc:spChg>
        <pc:spChg chg="add mod">
          <ac:chgData name="Hironari Yamada" userId="e57621f8-ec3c-449e-bb19-001fffcc008e" providerId="ADAL" clId="{BC0BD879-F267-5CCA-8DEA-E3B2DD07DA4E}" dt="2026-07-21T01:41:15.964" v="2215"/>
          <ac:spMkLst>
            <pc:docMk/>
            <pc:sldMk cId="4027009084" sldId="2076139047"/>
            <ac:spMk id="11" creationId="{9131AC11-834C-A129-C87A-62BA5B5A18AF}"/>
          </ac:spMkLst>
        </pc:spChg>
        <pc:spChg chg="mod">
          <ac:chgData name="Hironari Yamada" userId="e57621f8-ec3c-449e-bb19-001fffcc008e" providerId="ADAL" clId="{BC0BD879-F267-5CCA-8DEA-E3B2DD07DA4E}" dt="2026-07-21T01:41:21.912" v="2216" actId="1076"/>
          <ac:spMkLst>
            <pc:docMk/>
            <pc:sldMk cId="4027009084" sldId="2076139047"/>
            <ac:spMk id="12" creationId="{5BAE8712-6AD1-DBFA-282F-1392417E5C3C}"/>
          </ac:spMkLst>
        </pc:spChg>
        <pc:spChg chg="add mod">
          <ac:chgData name="Hironari Yamada" userId="e57621f8-ec3c-449e-bb19-001fffcc008e" providerId="ADAL" clId="{BC0BD879-F267-5CCA-8DEA-E3B2DD07DA4E}" dt="2026-07-21T01:43:17.332" v="2458" actId="1076"/>
          <ac:spMkLst>
            <pc:docMk/>
            <pc:sldMk cId="4027009084" sldId="2076139047"/>
            <ac:spMk id="13" creationId="{BE143990-F66B-7B23-B6CE-B441B4F19C43}"/>
          </ac:spMkLst>
        </pc:spChg>
        <pc:spChg chg="mod">
          <ac:chgData name="Hironari Yamada" userId="e57621f8-ec3c-449e-bb19-001fffcc008e" providerId="ADAL" clId="{BC0BD879-F267-5CCA-8DEA-E3B2DD07DA4E}" dt="2026-07-21T02:01:28.236" v="3554" actId="1076"/>
          <ac:spMkLst>
            <pc:docMk/>
            <pc:sldMk cId="4027009084" sldId="2076139047"/>
            <ac:spMk id="14" creationId="{A197059A-0EB4-8037-8ED5-65F324DD8011}"/>
          </ac:spMkLst>
        </pc:spChg>
        <pc:spChg chg="add mod">
          <ac:chgData name="Hironari Yamada" userId="e57621f8-ec3c-449e-bb19-001fffcc008e" providerId="ADAL" clId="{BC0BD879-F267-5CCA-8DEA-E3B2DD07DA4E}" dt="2026-07-21T01:41:15.964" v="2215"/>
          <ac:spMkLst>
            <pc:docMk/>
            <pc:sldMk cId="4027009084" sldId="2076139047"/>
            <ac:spMk id="23" creationId="{98331B0A-A368-0E42-5EDB-4C0E24D519C3}"/>
          </ac:spMkLst>
        </pc:spChg>
        <pc:spChg chg="add mod">
          <ac:chgData name="Hironari Yamada" userId="e57621f8-ec3c-449e-bb19-001fffcc008e" providerId="ADAL" clId="{BC0BD879-F267-5CCA-8DEA-E3B2DD07DA4E}" dt="2026-07-21T01:41:15.964" v="2215"/>
          <ac:spMkLst>
            <pc:docMk/>
            <pc:sldMk cId="4027009084" sldId="2076139047"/>
            <ac:spMk id="25" creationId="{F75A942B-2825-EECE-7A5C-A751B1D64176}"/>
          </ac:spMkLst>
        </pc:spChg>
        <pc:spChg chg="add mod">
          <ac:chgData name="Hironari Yamada" userId="e57621f8-ec3c-449e-bb19-001fffcc008e" providerId="ADAL" clId="{BC0BD879-F267-5CCA-8DEA-E3B2DD07DA4E}" dt="2026-07-21T01:41:15.964" v="2215"/>
          <ac:spMkLst>
            <pc:docMk/>
            <pc:sldMk cId="4027009084" sldId="2076139047"/>
            <ac:spMk id="26" creationId="{F5A01EBB-7525-A2D3-79AF-2F35373AFEAF}"/>
          </ac:spMkLst>
        </pc:spChg>
        <pc:spChg chg="add mod">
          <ac:chgData name="Hironari Yamada" userId="e57621f8-ec3c-449e-bb19-001fffcc008e" providerId="ADAL" clId="{BC0BD879-F267-5CCA-8DEA-E3B2DD07DA4E}" dt="2026-07-21T01:41:15.964" v="2215"/>
          <ac:spMkLst>
            <pc:docMk/>
            <pc:sldMk cId="4027009084" sldId="2076139047"/>
            <ac:spMk id="33" creationId="{9674D707-54F9-25D4-D50E-C1EB1B2EDE0A}"/>
          </ac:spMkLst>
        </pc:spChg>
        <pc:spChg chg="add mod">
          <ac:chgData name="Hironari Yamada" userId="e57621f8-ec3c-449e-bb19-001fffcc008e" providerId="ADAL" clId="{BC0BD879-F267-5CCA-8DEA-E3B2DD07DA4E}" dt="2026-07-21T01:41:15.964" v="2215"/>
          <ac:spMkLst>
            <pc:docMk/>
            <pc:sldMk cId="4027009084" sldId="2076139047"/>
            <ac:spMk id="48" creationId="{7FE420DF-5834-F381-D8AB-EEA568E6C907}"/>
          </ac:spMkLst>
        </pc:spChg>
        <pc:spChg chg="add mod">
          <ac:chgData name="Hironari Yamada" userId="e57621f8-ec3c-449e-bb19-001fffcc008e" providerId="ADAL" clId="{BC0BD879-F267-5CCA-8DEA-E3B2DD07DA4E}" dt="2026-07-21T01:41:15.964" v="2215"/>
          <ac:spMkLst>
            <pc:docMk/>
            <pc:sldMk cId="4027009084" sldId="2076139047"/>
            <ac:spMk id="50" creationId="{CE837C46-4501-9173-F485-D9D5859DDA19}"/>
          </ac:spMkLst>
        </pc:spChg>
        <pc:picChg chg="add mod">
          <ac:chgData name="Hironari Yamada" userId="e57621f8-ec3c-449e-bb19-001fffcc008e" providerId="ADAL" clId="{BC0BD879-F267-5CCA-8DEA-E3B2DD07DA4E}" dt="2026-07-21T01:43:22.204" v="2459" actId="1076"/>
          <ac:picMkLst>
            <pc:docMk/>
            <pc:sldMk cId="4027009084" sldId="2076139047"/>
            <ac:picMk id="52" creationId="{F594FC95-37D0-D6D3-F2A4-5B958292CB37}"/>
          </ac:picMkLst>
        </pc:picChg>
        <pc:picChg chg="add mod">
          <ac:chgData name="Hironari Yamada" userId="e57621f8-ec3c-449e-bb19-001fffcc008e" providerId="ADAL" clId="{BC0BD879-F267-5CCA-8DEA-E3B2DD07DA4E}" dt="2026-07-21T01:43:12.542" v="2457" actId="1076"/>
          <ac:picMkLst>
            <pc:docMk/>
            <pc:sldMk cId="4027009084" sldId="2076139047"/>
            <ac:picMk id="53" creationId="{B181BE69-842E-CF05-22CF-80ECB792E522}"/>
          </ac:picMkLst>
        </pc:picChg>
        <pc:picChg chg="add mod">
          <ac:chgData name="Hironari Yamada" userId="e57621f8-ec3c-449e-bb19-001fffcc008e" providerId="ADAL" clId="{BC0BD879-F267-5CCA-8DEA-E3B2DD07DA4E}" dt="2026-07-21T02:01:38.242" v="3560" actId="1076"/>
          <ac:picMkLst>
            <pc:docMk/>
            <pc:sldMk cId="4027009084" sldId="2076139047"/>
            <ac:picMk id="54" creationId="{5FA81B4F-18C4-EFC2-E77A-E580AFC68139}"/>
          </ac:picMkLst>
        </pc:picChg>
      </pc:sldChg>
      <pc:sldChg chg="addSp modSp add mod">
        <pc:chgData name="Hironari Yamada" userId="e57621f8-ec3c-449e-bb19-001fffcc008e" providerId="ADAL" clId="{BC0BD879-F267-5CCA-8DEA-E3B2DD07DA4E}" dt="2026-07-21T01:35:48.778" v="2140" actId="20577"/>
        <pc:sldMkLst>
          <pc:docMk/>
          <pc:sldMk cId="597128773" sldId="2076139048"/>
        </pc:sldMkLst>
        <pc:spChg chg="mod">
          <ac:chgData name="Hironari Yamada" userId="e57621f8-ec3c-449e-bb19-001fffcc008e" providerId="ADAL" clId="{BC0BD879-F267-5CCA-8DEA-E3B2DD07DA4E}" dt="2026-07-21T01:35:48.778" v="2140" actId="20577"/>
          <ac:spMkLst>
            <pc:docMk/>
            <pc:sldMk cId="597128773" sldId="2076139048"/>
            <ac:spMk id="3" creationId="{0D3F5C39-D449-33D7-3BE4-C1CE418E86C3}"/>
          </ac:spMkLst>
        </pc:spChg>
        <pc:spChg chg="mod">
          <ac:chgData name="Hironari Yamada" userId="e57621f8-ec3c-449e-bb19-001fffcc008e" providerId="ADAL" clId="{BC0BD879-F267-5CCA-8DEA-E3B2DD07DA4E}" dt="2026-07-17T01:19:16.760" v="1487" actId="20577"/>
          <ac:spMkLst>
            <pc:docMk/>
            <pc:sldMk cId="597128773" sldId="2076139048"/>
            <ac:spMk id="9" creationId="{C65DBB05-2C84-732C-704D-0F08D29EF85E}"/>
          </ac:spMkLst>
        </pc:spChg>
        <pc:graphicFrameChg chg="add mod modGraphic">
          <ac:chgData name="Hironari Yamada" userId="e57621f8-ec3c-449e-bb19-001fffcc008e" providerId="ADAL" clId="{BC0BD879-F267-5CCA-8DEA-E3B2DD07DA4E}" dt="2026-07-21T01:35:12.398" v="1947" actId="403"/>
          <ac:graphicFrameMkLst>
            <pc:docMk/>
            <pc:sldMk cId="597128773" sldId="2076139048"/>
            <ac:graphicFrameMk id="5" creationId="{00B40A86-1D47-9A30-AD3D-7117040EA846}"/>
          </ac:graphicFrameMkLst>
        </pc:graphicFrameChg>
      </pc:sldChg>
      <pc:sldChg chg="addSp delSp modSp add mod">
        <pc:chgData name="Hironari Yamada" userId="e57621f8-ec3c-449e-bb19-001fffcc008e" providerId="ADAL" clId="{BC0BD879-F267-5CCA-8DEA-E3B2DD07DA4E}" dt="2026-07-21T02:08:54.157" v="4142" actId="20577"/>
        <pc:sldMkLst>
          <pc:docMk/>
          <pc:sldMk cId="2294863161" sldId="2076139049"/>
        </pc:sldMkLst>
        <pc:spChg chg="mod">
          <ac:chgData name="Hironari Yamada" userId="e57621f8-ec3c-449e-bb19-001fffcc008e" providerId="ADAL" clId="{BC0BD879-F267-5CCA-8DEA-E3B2DD07DA4E}" dt="2026-07-21T02:08:54.157" v="4142" actId="20577"/>
          <ac:spMkLst>
            <pc:docMk/>
            <pc:sldMk cId="2294863161" sldId="2076139049"/>
            <ac:spMk id="3" creationId="{5DA413A3-E3B6-0DD1-D00D-B5951DAEA417}"/>
          </ac:spMkLst>
        </pc:spChg>
        <pc:spChg chg="add mod">
          <ac:chgData name="Hironari Yamada" userId="e57621f8-ec3c-449e-bb19-001fffcc008e" providerId="ADAL" clId="{BC0BD879-F267-5CCA-8DEA-E3B2DD07DA4E}" dt="2026-07-21T02:05:12.707" v="3563" actId="1076"/>
          <ac:spMkLst>
            <pc:docMk/>
            <pc:sldMk cId="2294863161" sldId="2076139049"/>
            <ac:spMk id="5" creationId="{DDEA8074-11C1-9A12-E547-231A1021DD06}"/>
          </ac:spMkLst>
        </pc:spChg>
        <pc:spChg chg="add mod">
          <ac:chgData name="Hironari Yamada" userId="e57621f8-ec3c-449e-bb19-001fffcc008e" providerId="ADAL" clId="{BC0BD879-F267-5CCA-8DEA-E3B2DD07DA4E}" dt="2026-07-21T02:05:12.707" v="3563" actId="1076"/>
          <ac:spMkLst>
            <pc:docMk/>
            <pc:sldMk cId="2294863161" sldId="2076139049"/>
            <ac:spMk id="14" creationId="{1BBA1381-EA5A-35ED-574A-8FEEEDB06EFA}"/>
          </ac:spMkLst>
        </pc:spChg>
        <pc:spChg chg="add mod">
          <ac:chgData name="Hironari Yamada" userId="e57621f8-ec3c-449e-bb19-001fffcc008e" providerId="ADAL" clId="{BC0BD879-F267-5CCA-8DEA-E3B2DD07DA4E}" dt="2026-07-21T02:05:12.707" v="3563" actId="1076"/>
          <ac:spMkLst>
            <pc:docMk/>
            <pc:sldMk cId="2294863161" sldId="2076139049"/>
            <ac:spMk id="16" creationId="{EB4AB99E-7512-9000-D4E8-D330FDC470EC}"/>
          </ac:spMkLst>
        </pc:spChg>
        <pc:spChg chg="add mod">
          <ac:chgData name="Hironari Yamada" userId="e57621f8-ec3c-449e-bb19-001fffcc008e" providerId="ADAL" clId="{BC0BD879-F267-5CCA-8DEA-E3B2DD07DA4E}" dt="2026-07-21T02:07:15.420" v="3904" actId="20577"/>
          <ac:spMkLst>
            <pc:docMk/>
            <pc:sldMk cId="2294863161" sldId="2076139049"/>
            <ac:spMk id="20" creationId="{DE2909BB-E6E6-791E-6258-8AADC4257A1C}"/>
          </ac:spMkLst>
        </pc:spChg>
        <pc:spChg chg="add mod">
          <ac:chgData name="Hironari Yamada" userId="e57621f8-ec3c-449e-bb19-001fffcc008e" providerId="ADAL" clId="{BC0BD879-F267-5CCA-8DEA-E3B2DD07DA4E}" dt="2026-07-21T02:05:12.707" v="3563" actId="1076"/>
          <ac:spMkLst>
            <pc:docMk/>
            <pc:sldMk cId="2294863161" sldId="2076139049"/>
            <ac:spMk id="22" creationId="{4594EB60-9750-AFEB-66EA-E61C42A31C95}"/>
          </ac:spMkLst>
        </pc:spChg>
        <pc:spChg chg="add mod">
          <ac:chgData name="Hironari Yamada" userId="e57621f8-ec3c-449e-bb19-001fffcc008e" providerId="ADAL" clId="{BC0BD879-F267-5CCA-8DEA-E3B2DD07DA4E}" dt="2026-07-21T02:05:12.707" v="3563" actId="1076"/>
          <ac:spMkLst>
            <pc:docMk/>
            <pc:sldMk cId="2294863161" sldId="2076139049"/>
            <ac:spMk id="24" creationId="{4D6ED856-941F-9770-6DC2-CA7F77B42C4D}"/>
          </ac:spMkLst>
        </pc:spChg>
        <pc:spChg chg="add mod">
          <ac:chgData name="Hironari Yamada" userId="e57621f8-ec3c-449e-bb19-001fffcc008e" providerId="ADAL" clId="{BC0BD879-F267-5CCA-8DEA-E3B2DD07DA4E}" dt="2026-07-21T02:05:12.707" v="3563" actId="1076"/>
          <ac:spMkLst>
            <pc:docMk/>
            <pc:sldMk cId="2294863161" sldId="2076139049"/>
            <ac:spMk id="34" creationId="{E1117ACB-43D6-8A10-4A53-4661D7023BEE}"/>
          </ac:spMkLst>
        </pc:spChg>
        <pc:spChg chg="add mod">
          <ac:chgData name="Hironari Yamada" userId="e57621f8-ec3c-449e-bb19-001fffcc008e" providerId="ADAL" clId="{BC0BD879-F267-5CCA-8DEA-E3B2DD07DA4E}" dt="2026-07-21T02:05:12.707" v="3563" actId="1076"/>
          <ac:spMkLst>
            <pc:docMk/>
            <pc:sldMk cId="2294863161" sldId="2076139049"/>
            <ac:spMk id="39" creationId="{00085E69-C016-874F-9BFC-57D1019981B5}"/>
          </ac:spMkLst>
        </pc:spChg>
        <pc:spChg chg="add mod">
          <ac:chgData name="Hironari Yamada" userId="e57621f8-ec3c-449e-bb19-001fffcc008e" providerId="ADAL" clId="{BC0BD879-F267-5CCA-8DEA-E3B2DD07DA4E}" dt="2026-07-21T02:05:12.707" v="3563" actId="1076"/>
          <ac:spMkLst>
            <pc:docMk/>
            <pc:sldMk cId="2294863161" sldId="2076139049"/>
            <ac:spMk id="43" creationId="{C797F1EA-D83E-AF98-1D6C-E96786BBA7B9}"/>
          </ac:spMkLst>
        </pc:spChg>
        <pc:spChg chg="add mod">
          <ac:chgData name="Hironari Yamada" userId="e57621f8-ec3c-449e-bb19-001fffcc008e" providerId="ADAL" clId="{BC0BD879-F267-5CCA-8DEA-E3B2DD07DA4E}" dt="2026-07-21T02:05:12.707" v="3563" actId="1076"/>
          <ac:spMkLst>
            <pc:docMk/>
            <pc:sldMk cId="2294863161" sldId="2076139049"/>
            <ac:spMk id="45" creationId="{872B1525-21A2-592C-0374-905043A51FD2}"/>
          </ac:spMkLst>
        </pc:spChg>
        <pc:spChg chg="mod">
          <ac:chgData name="Hironari Yamada" userId="e57621f8-ec3c-449e-bb19-001fffcc008e" providerId="ADAL" clId="{BC0BD879-F267-5CCA-8DEA-E3B2DD07DA4E}" dt="2026-07-21T02:06:37.403" v="3824" actId="14100"/>
          <ac:spMkLst>
            <pc:docMk/>
            <pc:sldMk cId="2294863161" sldId="2076139049"/>
            <ac:spMk id="46" creationId="{F75844CA-F55E-490C-0E8C-3C5E539AA0AF}"/>
          </ac:spMkLst>
        </pc:spChg>
        <pc:spChg chg="del">
          <ac:chgData name="Hironari Yamada" userId="e57621f8-ec3c-449e-bb19-001fffcc008e" providerId="ADAL" clId="{BC0BD879-F267-5CCA-8DEA-E3B2DD07DA4E}" dt="2026-07-21T02:06:29.879" v="3822" actId="478"/>
          <ac:spMkLst>
            <pc:docMk/>
            <pc:sldMk cId="2294863161" sldId="2076139049"/>
            <ac:spMk id="47" creationId="{9CD7F9A8-D7CF-86D0-BB95-6A795A0B0328}"/>
          </ac:spMkLst>
        </pc:spChg>
        <pc:spChg chg="add mod">
          <ac:chgData name="Hironari Yamada" userId="e57621f8-ec3c-449e-bb19-001fffcc008e" providerId="ADAL" clId="{BC0BD879-F267-5CCA-8DEA-E3B2DD07DA4E}" dt="2026-07-21T02:08:18.648" v="4034" actId="14100"/>
          <ac:spMkLst>
            <pc:docMk/>
            <pc:sldMk cId="2294863161" sldId="2076139049"/>
            <ac:spMk id="48" creationId="{362CDD5C-E00B-CBD1-6818-254C5B5D77DC}"/>
          </ac:spMkLst>
        </pc:spChg>
        <pc:spChg chg="add mod">
          <ac:chgData name="Hironari Yamada" userId="e57621f8-ec3c-449e-bb19-001fffcc008e" providerId="ADAL" clId="{BC0BD879-F267-5CCA-8DEA-E3B2DD07DA4E}" dt="2026-07-21T02:08:14.709" v="4033" actId="20577"/>
          <ac:spMkLst>
            <pc:docMk/>
            <pc:sldMk cId="2294863161" sldId="2076139049"/>
            <ac:spMk id="49" creationId="{62361118-6396-848F-9DD6-EDCC7EFF07B5}"/>
          </ac:spMkLst>
        </pc:spChg>
      </pc:sldChg>
      <pc:sldChg chg="addSp delSp modSp add del mod delAnim modAnim">
        <pc:chgData name="Hironari Yamada" userId="e57621f8-ec3c-449e-bb19-001fffcc008e" providerId="ADAL" clId="{BC0BD879-F267-5CCA-8DEA-E3B2DD07DA4E}" dt="2026-07-21T01:34:57.929" v="1941" actId="2696"/>
        <pc:sldMkLst>
          <pc:docMk/>
          <pc:sldMk cId="3929764908" sldId="2076139049"/>
        </pc:sldMkLst>
        <pc:spChg chg="mod">
          <ac:chgData name="Hironari Yamada" userId="e57621f8-ec3c-449e-bb19-001fffcc008e" providerId="ADAL" clId="{BC0BD879-F267-5CCA-8DEA-E3B2DD07DA4E}" dt="2026-07-21T01:16:17.100" v="1922" actId="20577"/>
          <ac:spMkLst>
            <pc:docMk/>
            <pc:sldMk cId="3929764908" sldId="2076139049"/>
            <ac:spMk id="3" creationId="{29100E5A-44B8-1862-0A04-89BA0441CA3B}"/>
          </ac:spMkLst>
        </pc:spChg>
        <pc:spChg chg="del">
          <ac:chgData name="Hironari Yamada" userId="e57621f8-ec3c-449e-bb19-001fffcc008e" providerId="ADAL" clId="{BC0BD879-F267-5CCA-8DEA-E3B2DD07DA4E}" dt="2026-07-21T01:14:38.614" v="1558" actId="478"/>
          <ac:spMkLst>
            <pc:docMk/>
            <pc:sldMk cId="3929764908" sldId="2076139049"/>
            <ac:spMk id="5" creationId="{3FCFA37A-DF08-1869-CF10-E520297F2C3E}"/>
          </ac:spMkLst>
        </pc:spChg>
        <pc:spChg chg="del">
          <ac:chgData name="Hironari Yamada" userId="e57621f8-ec3c-449e-bb19-001fffcc008e" providerId="ADAL" clId="{BC0BD879-F267-5CCA-8DEA-E3B2DD07DA4E}" dt="2026-07-21T01:14:38.614" v="1558" actId="478"/>
          <ac:spMkLst>
            <pc:docMk/>
            <pc:sldMk cId="3929764908" sldId="2076139049"/>
            <ac:spMk id="6" creationId="{A51F18A9-ACCC-B650-06E9-E0BABE2BB31F}"/>
          </ac:spMkLst>
        </pc:spChg>
        <pc:spChg chg="del">
          <ac:chgData name="Hironari Yamada" userId="e57621f8-ec3c-449e-bb19-001fffcc008e" providerId="ADAL" clId="{BC0BD879-F267-5CCA-8DEA-E3B2DD07DA4E}" dt="2026-07-21T01:14:38.614" v="1558" actId="478"/>
          <ac:spMkLst>
            <pc:docMk/>
            <pc:sldMk cId="3929764908" sldId="2076139049"/>
            <ac:spMk id="7" creationId="{E2BF6CDA-3018-2C06-E675-9C423C6D1770}"/>
          </ac:spMkLst>
        </pc:spChg>
        <pc:spChg chg="add mod">
          <ac:chgData name="Hironari Yamada" userId="e57621f8-ec3c-449e-bb19-001fffcc008e" providerId="ADAL" clId="{BC0BD879-F267-5CCA-8DEA-E3B2DD07DA4E}" dt="2026-07-21T01:16:25.911" v="1924" actId="207"/>
          <ac:spMkLst>
            <pc:docMk/>
            <pc:sldMk cId="3929764908" sldId="2076139049"/>
            <ac:spMk id="8" creationId="{22DBA01F-A960-E9F7-EF46-6A7EE9D43FE4}"/>
          </ac:spMkLst>
        </pc:spChg>
        <pc:spChg chg="mod">
          <ac:chgData name="Hironari Yamada" userId="e57621f8-ec3c-449e-bb19-001fffcc008e" providerId="ADAL" clId="{BC0BD879-F267-5CCA-8DEA-E3B2DD07DA4E}" dt="2026-07-21T01:14:32.233" v="1557" actId="20577"/>
          <ac:spMkLst>
            <pc:docMk/>
            <pc:sldMk cId="3929764908" sldId="2076139049"/>
            <ac:spMk id="9" creationId="{9DCC480A-B966-EC1F-97B3-4D777F212557}"/>
          </ac:spMkLst>
        </pc:spChg>
        <pc:spChg chg="del">
          <ac:chgData name="Hironari Yamada" userId="e57621f8-ec3c-449e-bb19-001fffcc008e" providerId="ADAL" clId="{BC0BD879-F267-5CCA-8DEA-E3B2DD07DA4E}" dt="2026-07-21T01:14:38.614" v="1558" actId="478"/>
          <ac:spMkLst>
            <pc:docMk/>
            <pc:sldMk cId="3929764908" sldId="2076139049"/>
            <ac:spMk id="24" creationId="{D1924049-C174-FBFA-BFBC-0CD085C6453B}"/>
          </ac:spMkLst>
        </pc:spChg>
        <pc:spChg chg="del">
          <ac:chgData name="Hironari Yamada" userId="e57621f8-ec3c-449e-bb19-001fffcc008e" providerId="ADAL" clId="{BC0BD879-F267-5CCA-8DEA-E3B2DD07DA4E}" dt="2026-07-21T01:14:38.614" v="1558" actId="478"/>
          <ac:spMkLst>
            <pc:docMk/>
            <pc:sldMk cId="3929764908" sldId="2076139049"/>
            <ac:spMk id="25" creationId="{04B57ABE-845A-A41E-BEE9-02B92494E7E2}"/>
          </ac:spMkLst>
        </pc:spChg>
        <pc:spChg chg="del">
          <ac:chgData name="Hironari Yamada" userId="e57621f8-ec3c-449e-bb19-001fffcc008e" providerId="ADAL" clId="{BC0BD879-F267-5CCA-8DEA-E3B2DD07DA4E}" dt="2026-07-21T01:14:38.614" v="1558" actId="478"/>
          <ac:spMkLst>
            <pc:docMk/>
            <pc:sldMk cId="3929764908" sldId="2076139049"/>
            <ac:spMk id="26" creationId="{C81F650F-A2B5-EA09-5731-E3BBCB4E899B}"/>
          </ac:spMkLst>
        </pc:spChg>
        <pc:spChg chg="del">
          <ac:chgData name="Hironari Yamada" userId="e57621f8-ec3c-449e-bb19-001fffcc008e" providerId="ADAL" clId="{BC0BD879-F267-5CCA-8DEA-E3B2DD07DA4E}" dt="2026-07-21T01:14:38.614" v="1558" actId="478"/>
          <ac:spMkLst>
            <pc:docMk/>
            <pc:sldMk cId="3929764908" sldId="2076139049"/>
            <ac:spMk id="27" creationId="{E4C5FA23-53BA-B9E7-5140-77E6163936E3}"/>
          </ac:spMkLst>
        </pc:spChg>
        <pc:spChg chg="del">
          <ac:chgData name="Hironari Yamada" userId="e57621f8-ec3c-449e-bb19-001fffcc008e" providerId="ADAL" clId="{BC0BD879-F267-5CCA-8DEA-E3B2DD07DA4E}" dt="2026-07-21T01:14:38.614" v="1558" actId="478"/>
          <ac:spMkLst>
            <pc:docMk/>
            <pc:sldMk cId="3929764908" sldId="2076139049"/>
            <ac:spMk id="28" creationId="{CABAF8D1-E2A8-5A4B-B9E8-43EB6FE268E3}"/>
          </ac:spMkLst>
        </pc:spChg>
        <pc:spChg chg="del">
          <ac:chgData name="Hironari Yamada" userId="e57621f8-ec3c-449e-bb19-001fffcc008e" providerId="ADAL" clId="{BC0BD879-F267-5CCA-8DEA-E3B2DD07DA4E}" dt="2026-07-21T01:14:38.614" v="1558" actId="478"/>
          <ac:spMkLst>
            <pc:docMk/>
            <pc:sldMk cId="3929764908" sldId="2076139049"/>
            <ac:spMk id="29" creationId="{E77C0677-69DE-5FC4-5357-1A263A81F961}"/>
          </ac:spMkLst>
        </pc:spChg>
        <pc:spChg chg="del">
          <ac:chgData name="Hironari Yamada" userId="e57621f8-ec3c-449e-bb19-001fffcc008e" providerId="ADAL" clId="{BC0BD879-F267-5CCA-8DEA-E3B2DD07DA4E}" dt="2026-07-21T01:14:38.614" v="1558" actId="478"/>
          <ac:spMkLst>
            <pc:docMk/>
            <pc:sldMk cId="3929764908" sldId="2076139049"/>
            <ac:spMk id="30" creationId="{EE2E4537-28EA-F603-E51B-3D717A9EA5AF}"/>
          </ac:spMkLst>
        </pc:spChg>
        <pc:spChg chg="add mod">
          <ac:chgData name="Hironari Yamada" userId="e57621f8-ec3c-449e-bb19-001fffcc008e" providerId="ADAL" clId="{BC0BD879-F267-5CCA-8DEA-E3B2DD07DA4E}" dt="2026-07-21T01:16:25.911" v="1924" actId="207"/>
          <ac:spMkLst>
            <pc:docMk/>
            <pc:sldMk cId="3929764908" sldId="2076139049"/>
            <ac:spMk id="43" creationId="{21A0C6AA-F0C8-D12B-B97E-6DF72CD996F6}"/>
          </ac:spMkLst>
        </pc:spChg>
        <pc:spChg chg="add mod">
          <ac:chgData name="Hironari Yamada" userId="e57621f8-ec3c-449e-bb19-001fffcc008e" providerId="ADAL" clId="{BC0BD879-F267-5CCA-8DEA-E3B2DD07DA4E}" dt="2026-07-21T01:16:25.911" v="1924" actId="207"/>
          <ac:spMkLst>
            <pc:docMk/>
            <pc:sldMk cId="3929764908" sldId="2076139049"/>
            <ac:spMk id="45" creationId="{236F9548-2C63-C735-1C42-CA79E25C7587}"/>
          </ac:spMkLst>
        </pc:spChg>
        <pc:spChg chg="add mod">
          <ac:chgData name="Hironari Yamada" userId="e57621f8-ec3c-449e-bb19-001fffcc008e" providerId="ADAL" clId="{BC0BD879-F267-5CCA-8DEA-E3B2DD07DA4E}" dt="2026-07-21T01:16:25.911" v="1924" actId="207"/>
          <ac:spMkLst>
            <pc:docMk/>
            <pc:sldMk cId="3929764908" sldId="2076139049"/>
            <ac:spMk id="46" creationId="{8177A96E-3B4D-55E6-0FC8-F971871C233E}"/>
          </ac:spMkLst>
        </pc:spChg>
        <pc:spChg chg="add mod">
          <ac:chgData name="Hironari Yamada" userId="e57621f8-ec3c-449e-bb19-001fffcc008e" providerId="ADAL" clId="{BC0BD879-F267-5CCA-8DEA-E3B2DD07DA4E}" dt="2026-07-21T01:16:25.911" v="1924" actId="207"/>
          <ac:spMkLst>
            <pc:docMk/>
            <pc:sldMk cId="3929764908" sldId="2076139049"/>
            <ac:spMk id="53" creationId="{EAD2DE62-241C-9FCF-9955-92CFA94E7D8B}"/>
          </ac:spMkLst>
        </pc:spChg>
        <pc:spChg chg="add mod">
          <ac:chgData name="Hironari Yamada" userId="e57621f8-ec3c-449e-bb19-001fffcc008e" providerId="ADAL" clId="{BC0BD879-F267-5CCA-8DEA-E3B2DD07DA4E}" dt="2026-07-21T01:16:25.911" v="1924" actId="207"/>
          <ac:spMkLst>
            <pc:docMk/>
            <pc:sldMk cId="3929764908" sldId="2076139049"/>
            <ac:spMk id="54" creationId="{73A3D32B-5123-5C76-232C-80A980355F42}"/>
          </ac:spMkLst>
        </pc:spChg>
        <pc:spChg chg="add mod">
          <ac:chgData name="Hironari Yamada" userId="e57621f8-ec3c-449e-bb19-001fffcc008e" providerId="ADAL" clId="{BC0BD879-F267-5CCA-8DEA-E3B2DD07DA4E}" dt="2026-07-21T01:16:25.911" v="1924" actId="207"/>
          <ac:spMkLst>
            <pc:docMk/>
            <pc:sldMk cId="3929764908" sldId="2076139049"/>
            <ac:spMk id="55" creationId="{4C0EFCFF-203C-7377-4D41-4D4927752E12}"/>
          </ac:spMkLst>
        </pc:spChg>
        <pc:spChg chg="add mod">
          <ac:chgData name="Hironari Yamada" userId="e57621f8-ec3c-449e-bb19-001fffcc008e" providerId="ADAL" clId="{BC0BD879-F267-5CCA-8DEA-E3B2DD07DA4E}" dt="2026-07-21T01:16:25.911" v="1924" actId="207"/>
          <ac:spMkLst>
            <pc:docMk/>
            <pc:sldMk cId="3929764908" sldId="2076139049"/>
            <ac:spMk id="57" creationId="{A2C28ABA-6A3D-880D-F92F-79DACDF0EE56}"/>
          </ac:spMkLst>
        </pc:spChg>
        <pc:spChg chg="add mod">
          <ac:chgData name="Hironari Yamada" userId="e57621f8-ec3c-449e-bb19-001fffcc008e" providerId="ADAL" clId="{BC0BD879-F267-5CCA-8DEA-E3B2DD07DA4E}" dt="2026-07-21T01:16:25.911" v="1924" actId="207"/>
          <ac:spMkLst>
            <pc:docMk/>
            <pc:sldMk cId="3929764908" sldId="2076139049"/>
            <ac:spMk id="59" creationId="{09B40BF1-0CD2-DFB7-A94C-E7A0C6299517}"/>
          </ac:spMkLst>
        </pc:spChg>
        <pc:spChg chg="add mod">
          <ac:chgData name="Hironari Yamada" userId="e57621f8-ec3c-449e-bb19-001fffcc008e" providerId="ADAL" clId="{BC0BD879-F267-5CCA-8DEA-E3B2DD07DA4E}" dt="2026-07-21T01:16:25.911" v="1924" actId="207"/>
          <ac:spMkLst>
            <pc:docMk/>
            <pc:sldMk cId="3929764908" sldId="2076139049"/>
            <ac:spMk id="64" creationId="{C53E954D-4BB5-87C0-71A1-1A9C69329646}"/>
          </ac:spMkLst>
        </pc:spChg>
        <pc:picChg chg="mod">
          <ac:chgData name="Hironari Yamada" userId="e57621f8-ec3c-449e-bb19-001fffcc008e" providerId="ADAL" clId="{BC0BD879-F267-5CCA-8DEA-E3B2DD07DA4E}" dt="2026-07-21T01:17:57.685" v="1934" actId="207"/>
          <ac:picMkLst>
            <pc:docMk/>
            <pc:sldMk cId="3929764908" sldId="2076139049"/>
            <ac:picMk id="47" creationId="{41AFB9CD-CA1A-A545-8A13-758802BCC0EC}"/>
          </ac:picMkLst>
        </pc:picChg>
        <pc:picChg chg="mod">
          <ac:chgData name="Hironari Yamada" userId="e57621f8-ec3c-449e-bb19-001fffcc008e" providerId="ADAL" clId="{BC0BD879-F267-5CCA-8DEA-E3B2DD07DA4E}" dt="2026-07-21T01:17:57.685" v="1934" actId="207"/>
          <ac:picMkLst>
            <pc:docMk/>
            <pc:sldMk cId="3929764908" sldId="2076139049"/>
            <ac:picMk id="48" creationId="{FDDA8581-1A9B-69A6-BBF0-FD69F8B1A636}"/>
          </ac:picMkLst>
        </pc:picChg>
        <pc:picChg chg="mod">
          <ac:chgData name="Hironari Yamada" userId="e57621f8-ec3c-449e-bb19-001fffcc008e" providerId="ADAL" clId="{BC0BD879-F267-5CCA-8DEA-E3B2DD07DA4E}" dt="2026-07-21T01:17:31.146" v="1930" actId="207"/>
          <ac:picMkLst>
            <pc:docMk/>
            <pc:sldMk cId="3929764908" sldId="2076139049"/>
            <ac:picMk id="49" creationId="{317B5570-658B-365C-9727-738FFA56354A}"/>
          </ac:picMkLst>
        </pc:picChg>
        <pc:picChg chg="mod">
          <ac:chgData name="Hironari Yamada" userId="e57621f8-ec3c-449e-bb19-001fffcc008e" providerId="ADAL" clId="{BC0BD879-F267-5CCA-8DEA-E3B2DD07DA4E}" dt="2026-07-21T01:17:31.146" v="1930" actId="207"/>
          <ac:picMkLst>
            <pc:docMk/>
            <pc:sldMk cId="3929764908" sldId="2076139049"/>
            <ac:picMk id="50" creationId="{E2B42BB4-6263-4BAC-38E7-BFDC1AD277CE}"/>
          </ac:picMkLst>
        </pc:picChg>
        <pc:picChg chg="mod">
          <ac:chgData name="Hironari Yamada" userId="e57621f8-ec3c-449e-bb19-001fffcc008e" providerId="ADAL" clId="{BC0BD879-F267-5CCA-8DEA-E3B2DD07DA4E}" dt="2026-07-21T01:17:31.146" v="1930" actId="207"/>
          <ac:picMkLst>
            <pc:docMk/>
            <pc:sldMk cId="3929764908" sldId="2076139049"/>
            <ac:picMk id="51" creationId="{62929493-69C0-2988-36CD-859354994E45}"/>
          </ac:picMkLst>
        </pc:picChg>
        <pc:picChg chg="mod">
          <ac:chgData name="Hironari Yamada" userId="e57621f8-ec3c-449e-bb19-001fffcc008e" providerId="ADAL" clId="{BC0BD879-F267-5CCA-8DEA-E3B2DD07DA4E}" dt="2026-07-21T01:17:31.146" v="1930" actId="207"/>
          <ac:picMkLst>
            <pc:docMk/>
            <pc:sldMk cId="3929764908" sldId="2076139049"/>
            <ac:picMk id="52" creationId="{75DEC205-4518-7283-3093-E12928192365}"/>
          </ac:picMkLst>
        </pc:picChg>
        <pc:picChg chg="mod">
          <ac:chgData name="Hironari Yamada" userId="e57621f8-ec3c-449e-bb19-001fffcc008e" providerId="ADAL" clId="{BC0BD879-F267-5CCA-8DEA-E3B2DD07DA4E}" dt="2026-07-21T01:18:08.061" v="1935"/>
          <ac:picMkLst>
            <pc:docMk/>
            <pc:sldMk cId="3929764908" sldId="2076139049"/>
            <ac:picMk id="60" creationId="{09505CFC-F682-88DA-A977-998843A51BBD}"/>
          </ac:picMkLst>
        </pc:picChg>
        <pc:picChg chg="mod">
          <ac:chgData name="Hironari Yamada" userId="e57621f8-ec3c-449e-bb19-001fffcc008e" providerId="ADAL" clId="{BC0BD879-F267-5CCA-8DEA-E3B2DD07DA4E}" dt="2026-07-21T01:18:08.061" v="1935"/>
          <ac:picMkLst>
            <pc:docMk/>
            <pc:sldMk cId="3929764908" sldId="2076139049"/>
            <ac:picMk id="61" creationId="{4468C8A8-0DB7-C10D-2AA0-A4BFC12C1780}"/>
          </ac:picMkLst>
        </pc:picChg>
        <pc:picChg chg="mod">
          <ac:chgData name="Hironari Yamada" userId="e57621f8-ec3c-449e-bb19-001fffcc008e" providerId="ADAL" clId="{BC0BD879-F267-5CCA-8DEA-E3B2DD07DA4E}" dt="2026-07-21T01:18:08.061" v="1935"/>
          <ac:picMkLst>
            <pc:docMk/>
            <pc:sldMk cId="3929764908" sldId="2076139049"/>
            <ac:picMk id="62" creationId="{FB465DE1-27C5-6417-D9E8-7133E9ABE17C}"/>
          </ac:picMkLst>
        </pc:picChg>
        <pc:picChg chg="mod">
          <ac:chgData name="Hironari Yamada" userId="e57621f8-ec3c-449e-bb19-001fffcc008e" providerId="ADAL" clId="{BC0BD879-F267-5CCA-8DEA-E3B2DD07DA4E}" dt="2026-07-21T01:18:08.061" v="1935"/>
          <ac:picMkLst>
            <pc:docMk/>
            <pc:sldMk cId="3929764908" sldId="2076139049"/>
            <ac:picMk id="63" creationId="{ADBACE83-CF63-8413-8F03-09AE9DC533DE}"/>
          </ac:picMkLst>
        </pc:picChg>
      </pc:sldChg>
      <pc:sldChg chg="addSp delSp modSp add mod">
        <pc:chgData name="Hironari Yamada" userId="e57621f8-ec3c-449e-bb19-001fffcc008e" providerId="ADAL" clId="{BC0BD879-F267-5CCA-8DEA-E3B2DD07DA4E}" dt="2026-07-21T01:45:04.718" v="2733" actId="20577"/>
        <pc:sldMkLst>
          <pc:docMk/>
          <pc:sldMk cId="1805130072" sldId="2076139050"/>
        </pc:sldMkLst>
        <pc:spChg chg="mod">
          <ac:chgData name="Hironari Yamada" userId="e57621f8-ec3c-449e-bb19-001fffcc008e" providerId="ADAL" clId="{BC0BD879-F267-5CCA-8DEA-E3B2DD07DA4E}" dt="2026-07-21T01:45:04.718" v="2733" actId="20577"/>
          <ac:spMkLst>
            <pc:docMk/>
            <pc:sldMk cId="1805130072" sldId="2076139050"/>
            <ac:spMk id="3" creationId="{1BB8426F-8B61-75B5-8828-04AC73443D1E}"/>
          </ac:spMkLst>
        </pc:spChg>
        <pc:spChg chg="del">
          <ac:chgData name="Hironari Yamada" userId="e57621f8-ec3c-449e-bb19-001fffcc008e" providerId="ADAL" clId="{BC0BD879-F267-5CCA-8DEA-E3B2DD07DA4E}" dt="2026-07-21T01:44:05.205" v="2482" actId="478"/>
          <ac:spMkLst>
            <pc:docMk/>
            <pc:sldMk cId="1805130072" sldId="2076139050"/>
            <ac:spMk id="8" creationId="{A136B6E1-1E1C-B680-2CEF-90D12586A689}"/>
          </ac:spMkLst>
        </pc:spChg>
        <pc:spChg chg="mod">
          <ac:chgData name="Hironari Yamada" userId="e57621f8-ec3c-449e-bb19-001fffcc008e" providerId="ADAL" clId="{BC0BD879-F267-5CCA-8DEA-E3B2DD07DA4E}" dt="2026-07-21T01:43:47.843" v="2481" actId="20577"/>
          <ac:spMkLst>
            <pc:docMk/>
            <pc:sldMk cId="1805130072" sldId="2076139050"/>
            <ac:spMk id="9" creationId="{DAD94D81-DD3A-ACB3-156D-9F8FC2277F13}"/>
          </ac:spMkLst>
        </pc:spChg>
        <pc:spChg chg="del">
          <ac:chgData name="Hironari Yamada" userId="e57621f8-ec3c-449e-bb19-001fffcc008e" providerId="ADAL" clId="{BC0BD879-F267-5CCA-8DEA-E3B2DD07DA4E}" dt="2026-07-21T01:44:05.205" v="2482" actId="478"/>
          <ac:spMkLst>
            <pc:docMk/>
            <pc:sldMk cId="1805130072" sldId="2076139050"/>
            <ac:spMk id="14" creationId="{3FE56159-C959-B338-68ED-906279C2D850}"/>
          </ac:spMkLst>
        </pc:spChg>
        <pc:spChg chg="del">
          <ac:chgData name="Hironari Yamada" userId="e57621f8-ec3c-449e-bb19-001fffcc008e" providerId="ADAL" clId="{BC0BD879-F267-5CCA-8DEA-E3B2DD07DA4E}" dt="2026-07-21T01:44:05.205" v="2482" actId="478"/>
          <ac:spMkLst>
            <pc:docMk/>
            <pc:sldMk cId="1805130072" sldId="2076139050"/>
            <ac:spMk id="15" creationId="{A7397BF7-A515-46FC-9FE8-DE12FDCB72A1}"/>
          </ac:spMkLst>
        </pc:spChg>
        <pc:spChg chg="del">
          <ac:chgData name="Hironari Yamada" userId="e57621f8-ec3c-449e-bb19-001fffcc008e" providerId="ADAL" clId="{BC0BD879-F267-5CCA-8DEA-E3B2DD07DA4E}" dt="2026-07-21T01:44:05.205" v="2482" actId="478"/>
          <ac:spMkLst>
            <pc:docMk/>
            <pc:sldMk cId="1805130072" sldId="2076139050"/>
            <ac:spMk id="16" creationId="{243D51A3-9E70-ECD7-CCAD-10B0BA7AA1D8}"/>
          </ac:spMkLst>
        </pc:spChg>
        <pc:spChg chg="del">
          <ac:chgData name="Hironari Yamada" userId="e57621f8-ec3c-449e-bb19-001fffcc008e" providerId="ADAL" clId="{BC0BD879-F267-5CCA-8DEA-E3B2DD07DA4E}" dt="2026-07-21T01:44:05.205" v="2482" actId="478"/>
          <ac:spMkLst>
            <pc:docMk/>
            <pc:sldMk cId="1805130072" sldId="2076139050"/>
            <ac:spMk id="19" creationId="{A544FC53-8990-4002-D3AF-C24EBDB28D0A}"/>
          </ac:spMkLst>
        </pc:spChg>
        <pc:spChg chg="del">
          <ac:chgData name="Hironari Yamada" userId="e57621f8-ec3c-449e-bb19-001fffcc008e" providerId="ADAL" clId="{BC0BD879-F267-5CCA-8DEA-E3B2DD07DA4E}" dt="2026-07-21T01:44:05.205" v="2482" actId="478"/>
          <ac:spMkLst>
            <pc:docMk/>
            <pc:sldMk cId="1805130072" sldId="2076139050"/>
            <ac:spMk id="23" creationId="{E014BC51-56D9-66A1-9411-295012F724E9}"/>
          </ac:spMkLst>
        </pc:spChg>
        <pc:spChg chg="del">
          <ac:chgData name="Hironari Yamada" userId="e57621f8-ec3c-449e-bb19-001fffcc008e" providerId="ADAL" clId="{BC0BD879-F267-5CCA-8DEA-E3B2DD07DA4E}" dt="2026-07-21T01:44:05.205" v="2482" actId="478"/>
          <ac:spMkLst>
            <pc:docMk/>
            <pc:sldMk cId="1805130072" sldId="2076139050"/>
            <ac:spMk id="25" creationId="{B081DA5E-792B-59F2-039F-99073BC212E3}"/>
          </ac:spMkLst>
        </pc:spChg>
        <pc:spChg chg="del">
          <ac:chgData name="Hironari Yamada" userId="e57621f8-ec3c-449e-bb19-001fffcc008e" providerId="ADAL" clId="{BC0BD879-F267-5CCA-8DEA-E3B2DD07DA4E}" dt="2026-07-21T01:44:05.205" v="2482" actId="478"/>
          <ac:spMkLst>
            <pc:docMk/>
            <pc:sldMk cId="1805130072" sldId="2076139050"/>
            <ac:spMk id="27" creationId="{6040394E-95E2-E099-9A2D-B7F37864EC46}"/>
          </ac:spMkLst>
        </pc:spChg>
        <pc:spChg chg="del">
          <ac:chgData name="Hironari Yamada" userId="e57621f8-ec3c-449e-bb19-001fffcc008e" providerId="ADAL" clId="{BC0BD879-F267-5CCA-8DEA-E3B2DD07DA4E}" dt="2026-07-21T01:44:05.205" v="2482" actId="478"/>
          <ac:spMkLst>
            <pc:docMk/>
            <pc:sldMk cId="1805130072" sldId="2076139050"/>
            <ac:spMk id="28" creationId="{66E3BC6E-92C0-97BB-D519-9BE7F7249CF2}"/>
          </ac:spMkLst>
        </pc:spChg>
        <pc:spChg chg="del">
          <ac:chgData name="Hironari Yamada" userId="e57621f8-ec3c-449e-bb19-001fffcc008e" providerId="ADAL" clId="{BC0BD879-F267-5CCA-8DEA-E3B2DD07DA4E}" dt="2026-07-21T01:44:05.205" v="2482" actId="478"/>
          <ac:spMkLst>
            <pc:docMk/>
            <pc:sldMk cId="1805130072" sldId="2076139050"/>
            <ac:spMk id="50" creationId="{7DB1EB37-959B-C450-2D2B-0AE1744034E8}"/>
          </ac:spMkLst>
        </pc:spChg>
        <pc:spChg chg="add mod">
          <ac:chgData name="Hironari Yamada" userId="e57621f8-ec3c-449e-bb19-001fffcc008e" providerId="ADAL" clId="{BC0BD879-F267-5CCA-8DEA-E3B2DD07DA4E}" dt="2026-07-21T01:44:05.816" v="2483"/>
          <ac:spMkLst>
            <pc:docMk/>
            <pc:sldMk cId="1805130072" sldId="2076139050"/>
            <ac:spMk id="51" creationId="{817846C3-F7A8-5462-4986-E67194AD6FCC}"/>
          </ac:spMkLst>
        </pc:spChg>
        <pc:spChg chg="add mod">
          <ac:chgData name="Hironari Yamada" userId="e57621f8-ec3c-449e-bb19-001fffcc008e" providerId="ADAL" clId="{BC0BD879-F267-5CCA-8DEA-E3B2DD07DA4E}" dt="2026-07-21T01:44:05.816" v="2483"/>
          <ac:spMkLst>
            <pc:docMk/>
            <pc:sldMk cId="1805130072" sldId="2076139050"/>
            <ac:spMk id="54" creationId="{83C24D1D-5C2B-2BA2-F799-DCE57B575503}"/>
          </ac:spMkLst>
        </pc:spChg>
        <pc:spChg chg="add mod">
          <ac:chgData name="Hironari Yamada" userId="e57621f8-ec3c-449e-bb19-001fffcc008e" providerId="ADAL" clId="{BC0BD879-F267-5CCA-8DEA-E3B2DD07DA4E}" dt="2026-07-21T01:44:05.816" v="2483"/>
          <ac:spMkLst>
            <pc:docMk/>
            <pc:sldMk cId="1805130072" sldId="2076139050"/>
            <ac:spMk id="55" creationId="{6DCDBD6D-485A-DB93-0529-ECE53B7F8F0E}"/>
          </ac:spMkLst>
        </pc:spChg>
        <pc:spChg chg="add mod">
          <ac:chgData name="Hironari Yamada" userId="e57621f8-ec3c-449e-bb19-001fffcc008e" providerId="ADAL" clId="{BC0BD879-F267-5CCA-8DEA-E3B2DD07DA4E}" dt="2026-07-21T01:44:05.816" v="2483"/>
          <ac:spMkLst>
            <pc:docMk/>
            <pc:sldMk cId="1805130072" sldId="2076139050"/>
            <ac:spMk id="56" creationId="{56120E88-09B3-73B4-7A57-543717385A90}"/>
          </ac:spMkLst>
        </pc:spChg>
        <pc:spChg chg="add mod">
          <ac:chgData name="Hironari Yamada" userId="e57621f8-ec3c-449e-bb19-001fffcc008e" providerId="ADAL" clId="{BC0BD879-F267-5CCA-8DEA-E3B2DD07DA4E}" dt="2026-07-21T01:44:05.816" v="2483"/>
          <ac:spMkLst>
            <pc:docMk/>
            <pc:sldMk cId="1805130072" sldId="2076139050"/>
            <ac:spMk id="57" creationId="{0C2432E9-73E4-CE05-F5C9-08BD7BA593C7}"/>
          </ac:spMkLst>
        </pc:spChg>
        <pc:spChg chg="add mod">
          <ac:chgData name="Hironari Yamada" userId="e57621f8-ec3c-449e-bb19-001fffcc008e" providerId="ADAL" clId="{BC0BD879-F267-5CCA-8DEA-E3B2DD07DA4E}" dt="2026-07-21T01:44:05.816" v="2483"/>
          <ac:spMkLst>
            <pc:docMk/>
            <pc:sldMk cId="1805130072" sldId="2076139050"/>
            <ac:spMk id="58" creationId="{1668135A-F179-D6C5-3A86-1E509C0454FB}"/>
          </ac:spMkLst>
        </pc:spChg>
        <pc:spChg chg="add mod">
          <ac:chgData name="Hironari Yamada" userId="e57621f8-ec3c-449e-bb19-001fffcc008e" providerId="ADAL" clId="{BC0BD879-F267-5CCA-8DEA-E3B2DD07DA4E}" dt="2026-07-21T01:44:05.816" v="2483"/>
          <ac:spMkLst>
            <pc:docMk/>
            <pc:sldMk cId="1805130072" sldId="2076139050"/>
            <ac:spMk id="59" creationId="{7BDB6F69-E220-7CF3-1865-CBE48B452AF3}"/>
          </ac:spMkLst>
        </pc:spChg>
        <pc:spChg chg="add mod">
          <ac:chgData name="Hironari Yamada" userId="e57621f8-ec3c-449e-bb19-001fffcc008e" providerId="ADAL" clId="{BC0BD879-F267-5CCA-8DEA-E3B2DD07DA4E}" dt="2026-07-21T01:44:05.816" v="2483"/>
          <ac:spMkLst>
            <pc:docMk/>
            <pc:sldMk cId="1805130072" sldId="2076139050"/>
            <ac:spMk id="60" creationId="{01F26EB8-707C-B869-9C71-974A994112A5}"/>
          </ac:spMkLst>
        </pc:spChg>
        <pc:spChg chg="add mod">
          <ac:chgData name="Hironari Yamada" userId="e57621f8-ec3c-449e-bb19-001fffcc008e" providerId="ADAL" clId="{BC0BD879-F267-5CCA-8DEA-E3B2DD07DA4E}" dt="2026-07-21T01:44:05.816" v="2483"/>
          <ac:spMkLst>
            <pc:docMk/>
            <pc:sldMk cId="1805130072" sldId="2076139050"/>
            <ac:spMk id="61" creationId="{82EB65CF-2B0D-AE4D-317A-8A2BB58EACDC}"/>
          </ac:spMkLst>
        </pc:spChg>
        <pc:spChg chg="add mod">
          <ac:chgData name="Hironari Yamada" userId="e57621f8-ec3c-449e-bb19-001fffcc008e" providerId="ADAL" clId="{BC0BD879-F267-5CCA-8DEA-E3B2DD07DA4E}" dt="2026-07-21T01:44:05.816" v="2483"/>
          <ac:spMkLst>
            <pc:docMk/>
            <pc:sldMk cId="1805130072" sldId="2076139050"/>
            <ac:spMk id="62" creationId="{0AA234E6-D3F1-92B7-B910-5B0315666EF2}"/>
          </ac:spMkLst>
        </pc:spChg>
      </pc:sldChg>
      <pc:sldChg chg="addSp delSp modSp add mod">
        <pc:chgData name="Hironari Yamada" userId="e57621f8-ec3c-449e-bb19-001fffcc008e" providerId="ADAL" clId="{BC0BD879-F267-5CCA-8DEA-E3B2DD07DA4E}" dt="2026-07-21T02:03:57.257" v="3561" actId="20577"/>
        <pc:sldMkLst>
          <pc:docMk/>
          <pc:sldMk cId="658710575" sldId="2076139051"/>
        </pc:sldMkLst>
        <pc:spChg chg="mod">
          <ac:chgData name="Hironari Yamada" userId="e57621f8-ec3c-449e-bb19-001fffcc008e" providerId="ADAL" clId="{BC0BD879-F267-5CCA-8DEA-E3B2DD07DA4E}" dt="2026-07-21T01:56:16.046" v="3064" actId="20577"/>
          <ac:spMkLst>
            <pc:docMk/>
            <pc:sldMk cId="658710575" sldId="2076139051"/>
            <ac:spMk id="3" creationId="{27A07F96-C242-893D-8EE6-18AF33D35101}"/>
          </ac:spMkLst>
        </pc:spChg>
        <pc:spChg chg="mod">
          <ac:chgData name="Hironari Yamada" userId="e57621f8-ec3c-449e-bb19-001fffcc008e" providerId="ADAL" clId="{BC0BD879-F267-5CCA-8DEA-E3B2DD07DA4E}" dt="2026-07-21T01:54:54.198" v="2861"/>
          <ac:spMkLst>
            <pc:docMk/>
            <pc:sldMk cId="658710575" sldId="2076139051"/>
            <ac:spMk id="5" creationId="{30F00970-45EB-3027-3A4A-5B3CF5C7E01E}"/>
          </ac:spMkLst>
        </pc:spChg>
        <pc:spChg chg="mod">
          <ac:chgData name="Hironari Yamada" userId="e57621f8-ec3c-449e-bb19-001fffcc008e" providerId="ADAL" clId="{BC0BD879-F267-5CCA-8DEA-E3B2DD07DA4E}" dt="2026-07-21T01:54:54.198" v="2861"/>
          <ac:spMkLst>
            <pc:docMk/>
            <pc:sldMk cId="658710575" sldId="2076139051"/>
            <ac:spMk id="6" creationId="{09E2D49D-A3E3-6D93-3818-1F2BE7119255}"/>
          </ac:spMkLst>
        </pc:spChg>
        <pc:spChg chg="mod">
          <ac:chgData name="Hironari Yamada" userId="e57621f8-ec3c-449e-bb19-001fffcc008e" providerId="ADAL" clId="{BC0BD879-F267-5CCA-8DEA-E3B2DD07DA4E}" dt="2026-07-21T01:54:54.198" v="2861"/>
          <ac:spMkLst>
            <pc:docMk/>
            <pc:sldMk cId="658710575" sldId="2076139051"/>
            <ac:spMk id="7" creationId="{DAB1ECD9-0264-0C8F-4211-FD7FA76F0856}"/>
          </ac:spMkLst>
        </pc:spChg>
        <pc:spChg chg="add mod">
          <ac:chgData name="Hironari Yamada" userId="e57621f8-ec3c-449e-bb19-001fffcc008e" providerId="ADAL" clId="{BC0BD879-F267-5CCA-8DEA-E3B2DD07DA4E}" dt="2026-07-21T01:54:54.198" v="2861"/>
          <ac:spMkLst>
            <pc:docMk/>
            <pc:sldMk cId="658710575" sldId="2076139051"/>
            <ac:spMk id="8" creationId="{99741705-8CBC-8281-C850-282BC2AA4FB7}"/>
          </ac:spMkLst>
        </pc:spChg>
        <pc:spChg chg="mod">
          <ac:chgData name="Hironari Yamada" userId="e57621f8-ec3c-449e-bb19-001fffcc008e" providerId="ADAL" clId="{BC0BD879-F267-5CCA-8DEA-E3B2DD07DA4E}" dt="2026-07-21T02:03:57.257" v="3561" actId="20577"/>
          <ac:spMkLst>
            <pc:docMk/>
            <pc:sldMk cId="658710575" sldId="2076139051"/>
            <ac:spMk id="9" creationId="{E74D5016-C6F0-EA27-50B2-12170338F22F}"/>
          </ac:spMkLst>
        </pc:spChg>
        <pc:spChg chg="mod">
          <ac:chgData name="Hironari Yamada" userId="e57621f8-ec3c-449e-bb19-001fffcc008e" providerId="ADAL" clId="{BC0BD879-F267-5CCA-8DEA-E3B2DD07DA4E}" dt="2026-07-21T01:54:51.644" v="2860"/>
          <ac:spMkLst>
            <pc:docMk/>
            <pc:sldMk cId="658710575" sldId="2076139051"/>
            <ac:spMk id="12" creationId="{3222777C-7C4A-7793-2F2B-34454233C310}"/>
          </ac:spMkLst>
        </pc:spChg>
        <pc:spChg chg="mod">
          <ac:chgData name="Hironari Yamada" userId="e57621f8-ec3c-449e-bb19-001fffcc008e" providerId="ADAL" clId="{BC0BD879-F267-5CCA-8DEA-E3B2DD07DA4E}" dt="2026-07-21T01:54:54.198" v="2861"/>
          <ac:spMkLst>
            <pc:docMk/>
            <pc:sldMk cId="658710575" sldId="2076139051"/>
            <ac:spMk id="13" creationId="{D3E5F05D-B2D9-182C-2E87-3A3CF2233CEB}"/>
          </ac:spMkLst>
        </pc:spChg>
        <pc:spChg chg="mod">
          <ac:chgData name="Hironari Yamada" userId="e57621f8-ec3c-449e-bb19-001fffcc008e" providerId="ADAL" clId="{BC0BD879-F267-5CCA-8DEA-E3B2DD07DA4E}" dt="2026-07-21T01:54:54.198" v="2861"/>
          <ac:spMkLst>
            <pc:docMk/>
            <pc:sldMk cId="658710575" sldId="2076139051"/>
            <ac:spMk id="14" creationId="{526BAB03-0F40-8B3C-4C14-05F38A2DFFA3}"/>
          </ac:spMkLst>
        </pc:spChg>
        <pc:spChg chg="mod">
          <ac:chgData name="Hironari Yamada" userId="e57621f8-ec3c-449e-bb19-001fffcc008e" providerId="ADAL" clId="{BC0BD879-F267-5CCA-8DEA-E3B2DD07DA4E}" dt="2026-07-21T01:54:51.644" v="2860"/>
          <ac:spMkLst>
            <pc:docMk/>
            <pc:sldMk cId="658710575" sldId="2076139051"/>
            <ac:spMk id="22" creationId="{CFED6331-EDDC-A9B5-42DB-A2114F773F93}"/>
          </ac:spMkLst>
        </pc:spChg>
        <pc:spChg chg="mod">
          <ac:chgData name="Hironari Yamada" userId="e57621f8-ec3c-449e-bb19-001fffcc008e" providerId="ADAL" clId="{BC0BD879-F267-5CCA-8DEA-E3B2DD07DA4E}" dt="2026-07-21T01:54:51.644" v="2860"/>
          <ac:spMkLst>
            <pc:docMk/>
            <pc:sldMk cId="658710575" sldId="2076139051"/>
            <ac:spMk id="24" creationId="{1CE7FF38-1A11-E469-CCAF-EB6A539A554D}"/>
          </ac:spMkLst>
        </pc:spChg>
        <pc:spChg chg="mod">
          <ac:chgData name="Hironari Yamada" userId="e57621f8-ec3c-449e-bb19-001fffcc008e" providerId="ADAL" clId="{BC0BD879-F267-5CCA-8DEA-E3B2DD07DA4E}" dt="2026-07-21T01:54:51.644" v="2860"/>
          <ac:spMkLst>
            <pc:docMk/>
            <pc:sldMk cId="658710575" sldId="2076139051"/>
            <ac:spMk id="30" creationId="{BE2228B6-2BB1-DB45-3DF6-C46FC28E72A2}"/>
          </ac:spMkLst>
        </pc:spChg>
        <pc:spChg chg="mod">
          <ac:chgData name="Hironari Yamada" userId="e57621f8-ec3c-449e-bb19-001fffcc008e" providerId="ADAL" clId="{BC0BD879-F267-5CCA-8DEA-E3B2DD07DA4E}" dt="2026-07-21T01:54:51.644" v="2860"/>
          <ac:spMkLst>
            <pc:docMk/>
            <pc:sldMk cId="658710575" sldId="2076139051"/>
            <ac:spMk id="34" creationId="{AC65F9E3-2C42-E598-4B1B-9EB48D0A5D7F}"/>
          </ac:spMkLst>
        </pc:spChg>
        <pc:spChg chg="mod">
          <ac:chgData name="Hironari Yamada" userId="e57621f8-ec3c-449e-bb19-001fffcc008e" providerId="ADAL" clId="{BC0BD879-F267-5CCA-8DEA-E3B2DD07DA4E}" dt="2026-07-21T01:54:51.644" v="2860"/>
          <ac:spMkLst>
            <pc:docMk/>
            <pc:sldMk cId="658710575" sldId="2076139051"/>
            <ac:spMk id="35" creationId="{3CC25131-6150-7CE1-0C21-10FEB2E61AF4}"/>
          </ac:spMkLst>
        </pc:spChg>
        <pc:spChg chg="mod">
          <ac:chgData name="Hironari Yamada" userId="e57621f8-ec3c-449e-bb19-001fffcc008e" providerId="ADAL" clId="{BC0BD879-F267-5CCA-8DEA-E3B2DD07DA4E}" dt="2026-07-21T01:54:54.198" v="2861"/>
          <ac:spMkLst>
            <pc:docMk/>
            <pc:sldMk cId="658710575" sldId="2076139051"/>
            <ac:spMk id="36" creationId="{C1E35406-2F5A-3762-F115-6318A9CF4C51}"/>
          </ac:spMkLst>
        </pc:spChg>
        <pc:spChg chg="mod">
          <ac:chgData name="Hironari Yamada" userId="e57621f8-ec3c-449e-bb19-001fffcc008e" providerId="ADAL" clId="{BC0BD879-F267-5CCA-8DEA-E3B2DD07DA4E}" dt="2026-07-21T01:54:54.198" v="2861"/>
          <ac:spMkLst>
            <pc:docMk/>
            <pc:sldMk cId="658710575" sldId="2076139051"/>
            <ac:spMk id="37" creationId="{8E7740BF-4FDA-303A-AD84-0256EC54A74E}"/>
          </ac:spMkLst>
        </pc:spChg>
        <pc:spChg chg="mod">
          <ac:chgData name="Hironari Yamada" userId="e57621f8-ec3c-449e-bb19-001fffcc008e" providerId="ADAL" clId="{BC0BD879-F267-5CCA-8DEA-E3B2DD07DA4E}" dt="2026-07-21T01:54:51.644" v="2860"/>
          <ac:spMkLst>
            <pc:docMk/>
            <pc:sldMk cId="658710575" sldId="2076139051"/>
            <ac:spMk id="40" creationId="{B5D8B964-9AC4-0931-3C76-0C2049A3A545}"/>
          </ac:spMkLst>
        </pc:spChg>
        <pc:spChg chg="mod">
          <ac:chgData name="Hironari Yamada" userId="e57621f8-ec3c-449e-bb19-001fffcc008e" providerId="ADAL" clId="{BC0BD879-F267-5CCA-8DEA-E3B2DD07DA4E}" dt="2026-07-21T01:54:51.644" v="2860"/>
          <ac:spMkLst>
            <pc:docMk/>
            <pc:sldMk cId="658710575" sldId="2076139051"/>
            <ac:spMk id="45" creationId="{0FACEAED-B0BF-308C-EBB2-F36769FE3CF7}"/>
          </ac:spMkLst>
        </pc:spChg>
        <pc:spChg chg="mod">
          <ac:chgData name="Hironari Yamada" userId="e57621f8-ec3c-449e-bb19-001fffcc008e" providerId="ADAL" clId="{BC0BD879-F267-5CCA-8DEA-E3B2DD07DA4E}" dt="2026-07-21T01:54:54.198" v="2861"/>
          <ac:spMkLst>
            <pc:docMk/>
            <pc:sldMk cId="658710575" sldId="2076139051"/>
            <ac:spMk id="46" creationId="{75B661E4-B52D-560D-60AC-861B500A1F1F}"/>
          </ac:spMkLst>
        </pc:spChg>
        <pc:spChg chg="del">
          <ac:chgData name="Hironari Yamada" userId="e57621f8-ec3c-449e-bb19-001fffcc008e" providerId="ADAL" clId="{BC0BD879-F267-5CCA-8DEA-E3B2DD07DA4E}" dt="2026-07-21T01:46:01.612" v="2791" actId="478"/>
          <ac:spMkLst>
            <pc:docMk/>
            <pc:sldMk cId="658710575" sldId="2076139051"/>
            <ac:spMk id="51" creationId="{9DA9DDB1-B222-AD96-55F7-AD5B120198EF}"/>
          </ac:spMkLst>
        </pc:spChg>
        <pc:spChg chg="del">
          <ac:chgData name="Hironari Yamada" userId="e57621f8-ec3c-449e-bb19-001fffcc008e" providerId="ADAL" clId="{BC0BD879-F267-5CCA-8DEA-E3B2DD07DA4E}" dt="2026-07-21T01:46:01.612" v="2791" actId="478"/>
          <ac:spMkLst>
            <pc:docMk/>
            <pc:sldMk cId="658710575" sldId="2076139051"/>
            <ac:spMk id="54" creationId="{7CB7B72C-97C9-4DA5-5D3C-6ABF972A6167}"/>
          </ac:spMkLst>
        </pc:spChg>
        <pc:spChg chg="del">
          <ac:chgData name="Hironari Yamada" userId="e57621f8-ec3c-449e-bb19-001fffcc008e" providerId="ADAL" clId="{BC0BD879-F267-5CCA-8DEA-E3B2DD07DA4E}" dt="2026-07-21T01:46:01.612" v="2791" actId="478"/>
          <ac:spMkLst>
            <pc:docMk/>
            <pc:sldMk cId="658710575" sldId="2076139051"/>
            <ac:spMk id="55" creationId="{C1E42CA6-A8AA-22B7-24B7-E24E89DBDC87}"/>
          </ac:spMkLst>
        </pc:spChg>
        <pc:spChg chg="del">
          <ac:chgData name="Hironari Yamada" userId="e57621f8-ec3c-449e-bb19-001fffcc008e" providerId="ADAL" clId="{BC0BD879-F267-5CCA-8DEA-E3B2DD07DA4E}" dt="2026-07-21T01:46:01.612" v="2791" actId="478"/>
          <ac:spMkLst>
            <pc:docMk/>
            <pc:sldMk cId="658710575" sldId="2076139051"/>
            <ac:spMk id="56" creationId="{6B8D3B8A-DB59-5929-0D26-DDE889828908}"/>
          </ac:spMkLst>
        </pc:spChg>
        <pc:spChg chg="del">
          <ac:chgData name="Hironari Yamada" userId="e57621f8-ec3c-449e-bb19-001fffcc008e" providerId="ADAL" clId="{BC0BD879-F267-5CCA-8DEA-E3B2DD07DA4E}" dt="2026-07-21T01:46:01.612" v="2791" actId="478"/>
          <ac:spMkLst>
            <pc:docMk/>
            <pc:sldMk cId="658710575" sldId="2076139051"/>
            <ac:spMk id="58" creationId="{C97E809D-7753-8A74-52BC-A526D32D9D62}"/>
          </ac:spMkLst>
        </pc:spChg>
        <pc:spChg chg="del">
          <ac:chgData name="Hironari Yamada" userId="e57621f8-ec3c-449e-bb19-001fffcc008e" providerId="ADAL" clId="{BC0BD879-F267-5CCA-8DEA-E3B2DD07DA4E}" dt="2026-07-21T01:46:01.612" v="2791" actId="478"/>
          <ac:spMkLst>
            <pc:docMk/>
            <pc:sldMk cId="658710575" sldId="2076139051"/>
            <ac:spMk id="59" creationId="{27723E0A-492B-9D32-C25B-8F4DEF8F9B29}"/>
          </ac:spMkLst>
        </pc:spChg>
        <pc:spChg chg="del">
          <ac:chgData name="Hironari Yamada" userId="e57621f8-ec3c-449e-bb19-001fffcc008e" providerId="ADAL" clId="{BC0BD879-F267-5CCA-8DEA-E3B2DD07DA4E}" dt="2026-07-21T01:46:01.612" v="2791" actId="478"/>
          <ac:spMkLst>
            <pc:docMk/>
            <pc:sldMk cId="658710575" sldId="2076139051"/>
            <ac:spMk id="60" creationId="{38396892-C4F3-EA76-A7B8-8B9F2B97D9F8}"/>
          </ac:spMkLst>
        </pc:spChg>
        <pc:spChg chg="del">
          <ac:chgData name="Hironari Yamada" userId="e57621f8-ec3c-449e-bb19-001fffcc008e" providerId="ADAL" clId="{BC0BD879-F267-5CCA-8DEA-E3B2DD07DA4E}" dt="2026-07-21T01:46:01.612" v="2791" actId="478"/>
          <ac:spMkLst>
            <pc:docMk/>
            <pc:sldMk cId="658710575" sldId="2076139051"/>
            <ac:spMk id="62" creationId="{E8E3F2D4-4DE6-7CAD-B9C3-3DD0FF633C9A}"/>
          </ac:spMkLst>
        </pc:spChg>
        <pc:spChg chg="del">
          <ac:chgData name="Hironari Yamada" userId="e57621f8-ec3c-449e-bb19-001fffcc008e" providerId="ADAL" clId="{BC0BD879-F267-5CCA-8DEA-E3B2DD07DA4E}" dt="2026-07-21T01:46:01.612" v="2791" actId="478"/>
          <ac:spMkLst>
            <pc:docMk/>
            <pc:sldMk cId="658710575" sldId="2076139051"/>
            <ac:spMk id="63" creationId="{D1897CEB-3622-64BC-7C29-14572F955EBE}"/>
          </ac:spMkLst>
        </pc:spChg>
        <pc:spChg chg="del">
          <ac:chgData name="Hironari Yamada" userId="e57621f8-ec3c-449e-bb19-001fffcc008e" providerId="ADAL" clId="{BC0BD879-F267-5CCA-8DEA-E3B2DD07DA4E}" dt="2026-07-21T01:46:01.612" v="2791" actId="478"/>
          <ac:spMkLst>
            <pc:docMk/>
            <pc:sldMk cId="658710575" sldId="2076139051"/>
            <ac:spMk id="64" creationId="{D2B9CC8B-F805-42DE-2AA9-EEE314FA7C77}"/>
          </ac:spMkLst>
        </pc:spChg>
        <pc:spChg chg="mod">
          <ac:chgData name="Hironari Yamada" userId="e57621f8-ec3c-449e-bb19-001fffcc008e" providerId="ADAL" clId="{BC0BD879-F267-5CCA-8DEA-E3B2DD07DA4E}" dt="2026-07-21T01:54:51.644" v="2860"/>
          <ac:spMkLst>
            <pc:docMk/>
            <pc:sldMk cId="658710575" sldId="2076139051"/>
            <ac:spMk id="66" creationId="{AA7A082D-7E01-0A4A-32F2-362F955EF3E9}"/>
          </ac:spMkLst>
        </pc:spChg>
        <pc:spChg chg="mod">
          <ac:chgData name="Hironari Yamada" userId="e57621f8-ec3c-449e-bb19-001fffcc008e" providerId="ADAL" clId="{BC0BD879-F267-5CCA-8DEA-E3B2DD07DA4E}" dt="2026-07-21T01:56:21.641" v="3076" actId="1036"/>
          <ac:spMkLst>
            <pc:docMk/>
            <pc:sldMk cId="658710575" sldId="2076139051"/>
            <ac:spMk id="71" creationId="{22F3E974-6C26-6462-BCC6-81794E81D99F}"/>
          </ac:spMkLst>
        </pc:spChg>
        <pc:spChg chg="mod">
          <ac:chgData name="Hironari Yamada" userId="e57621f8-ec3c-449e-bb19-001fffcc008e" providerId="ADAL" clId="{BC0BD879-F267-5CCA-8DEA-E3B2DD07DA4E}" dt="2026-07-21T01:56:51.194" v="3082" actId="403"/>
          <ac:spMkLst>
            <pc:docMk/>
            <pc:sldMk cId="658710575" sldId="2076139051"/>
            <ac:spMk id="73" creationId="{C29E495A-54F1-A1EB-4761-E3002CA0D65A}"/>
          </ac:spMkLst>
        </pc:spChg>
        <pc:spChg chg="add mod">
          <ac:chgData name="Hironari Yamada" userId="e57621f8-ec3c-449e-bb19-001fffcc008e" providerId="ADAL" clId="{BC0BD879-F267-5CCA-8DEA-E3B2DD07DA4E}" dt="2026-07-21T01:54:57.812" v="2863" actId="1076"/>
          <ac:spMkLst>
            <pc:docMk/>
            <pc:sldMk cId="658710575" sldId="2076139051"/>
            <ac:spMk id="74" creationId="{8FCB6BD8-FD90-535A-2735-960BE6AAB4D5}"/>
          </ac:spMkLst>
        </pc:spChg>
        <pc:spChg chg="mod">
          <ac:chgData name="Hironari Yamada" userId="e57621f8-ec3c-449e-bb19-001fffcc008e" providerId="ADAL" clId="{BC0BD879-F267-5CCA-8DEA-E3B2DD07DA4E}" dt="2026-07-21T01:54:57.812" v="2863" actId="1076"/>
          <ac:spMkLst>
            <pc:docMk/>
            <pc:sldMk cId="658710575" sldId="2076139051"/>
            <ac:spMk id="77" creationId="{ACE74786-7826-C7BF-4A8E-D95A83245604}"/>
          </ac:spMkLst>
        </pc:spChg>
        <pc:spChg chg="mod">
          <ac:chgData name="Hironari Yamada" userId="e57621f8-ec3c-449e-bb19-001fffcc008e" providerId="ADAL" clId="{BC0BD879-F267-5CCA-8DEA-E3B2DD07DA4E}" dt="2026-07-21T01:56:51.194" v="3082" actId="403"/>
          <ac:spMkLst>
            <pc:docMk/>
            <pc:sldMk cId="658710575" sldId="2076139051"/>
            <ac:spMk id="78" creationId="{5B759661-220E-0725-9466-C9671AC704E1}"/>
          </ac:spMkLst>
        </pc:spChg>
        <pc:spChg chg="mod">
          <ac:chgData name="Hironari Yamada" userId="e57621f8-ec3c-449e-bb19-001fffcc008e" providerId="ADAL" clId="{BC0BD879-F267-5CCA-8DEA-E3B2DD07DA4E}" dt="2026-07-21T01:54:57.812" v="2863" actId="1076"/>
          <ac:spMkLst>
            <pc:docMk/>
            <pc:sldMk cId="658710575" sldId="2076139051"/>
            <ac:spMk id="90" creationId="{DEDEA509-74B4-AC4C-D725-E847D8449DAC}"/>
          </ac:spMkLst>
        </pc:spChg>
        <pc:spChg chg="mod">
          <ac:chgData name="Hironari Yamada" userId="e57621f8-ec3c-449e-bb19-001fffcc008e" providerId="ADAL" clId="{BC0BD879-F267-5CCA-8DEA-E3B2DD07DA4E}" dt="2026-07-21T01:54:57.812" v="2863" actId="1076"/>
          <ac:spMkLst>
            <pc:docMk/>
            <pc:sldMk cId="658710575" sldId="2076139051"/>
            <ac:spMk id="93" creationId="{58CF8F75-D023-E2B7-99EF-FFE46D8B9931}"/>
          </ac:spMkLst>
        </pc:spChg>
        <pc:spChg chg="mod">
          <ac:chgData name="Hironari Yamada" userId="e57621f8-ec3c-449e-bb19-001fffcc008e" providerId="ADAL" clId="{BC0BD879-F267-5CCA-8DEA-E3B2DD07DA4E}" dt="2026-07-21T01:54:57.812" v="2863" actId="1076"/>
          <ac:spMkLst>
            <pc:docMk/>
            <pc:sldMk cId="658710575" sldId="2076139051"/>
            <ac:spMk id="95" creationId="{98BD7BD4-38E5-A6A6-21D8-1EAB0377B5C7}"/>
          </ac:spMkLst>
        </pc:spChg>
        <pc:spChg chg="mod">
          <ac:chgData name="Hironari Yamada" userId="e57621f8-ec3c-449e-bb19-001fffcc008e" providerId="ADAL" clId="{BC0BD879-F267-5CCA-8DEA-E3B2DD07DA4E}" dt="2026-07-21T01:56:51.194" v="3082" actId="403"/>
          <ac:spMkLst>
            <pc:docMk/>
            <pc:sldMk cId="658710575" sldId="2076139051"/>
            <ac:spMk id="101" creationId="{7BCCD290-165C-71C3-C225-7737C3C74A64}"/>
          </ac:spMkLst>
        </pc:spChg>
        <pc:spChg chg="mod">
          <ac:chgData name="Hironari Yamada" userId="e57621f8-ec3c-449e-bb19-001fffcc008e" providerId="ADAL" clId="{BC0BD879-F267-5CCA-8DEA-E3B2DD07DA4E}" dt="2026-07-21T01:54:57.812" v="2863" actId="1076"/>
          <ac:spMkLst>
            <pc:docMk/>
            <pc:sldMk cId="658710575" sldId="2076139051"/>
            <ac:spMk id="104" creationId="{2B29D7EC-B947-EE43-E002-328C8901C6F6}"/>
          </ac:spMkLst>
        </pc:spChg>
        <pc:spChg chg="mod">
          <ac:chgData name="Hironari Yamada" userId="e57621f8-ec3c-449e-bb19-001fffcc008e" providerId="ADAL" clId="{BC0BD879-F267-5CCA-8DEA-E3B2DD07DA4E}" dt="2026-07-21T01:54:57.812" v="2863" actId="1076"/>
          <ac:spMkLst>
            <pc:docMk/>
            <pc:sldMk cId="658710575" sldId="2076139051"/>
            <ac:spMk id="110" creationId="{850A759D-3EE0-A908-0C88-343857D87C47}"/>
          </ac:spMkLst>
        </pc:spChg>
        <pc:spChg chg="mod">
          <ac:chgData name="Hironari Yamada" userId="e57621f8-ec3c-449e-bb19-001fffcc008e" providerId="ADAL" clId="{BC0BD879-F267-5CCA-8DEA-E3B2DD07DA4E}" dt="2026-07-21T01:56:51.194" v="3082" actId="403"/>
          <ac:spMkLst>
            <pc:docMk/>
            <pc:sldMk cId="658710575" sldId="2076139051"/>
            <ac:spMk id="111" creationId="{E1E41ABA-488A-D886-A21C-CF0B0E2D6EC6}"/>
          </ac:spMkLst>
        </pc:spChg>
        <pc:spChg chg="mod">
          <ac:chgData name="Hironari Yamada" userId="e57621f8-ec3c-449e-bb19-001fffcc008e" providerId="ADAL" clId="{BC0BD879-F267-5CCA-8DEA-E3B2DD07DA4E}" dt="2026-07-21T01:54:57.812" v="2863" actId="1076"/>
          <ac:spMkLst>
            <pc:docMk/>
            <pc:sldMk cId="658710575" sldId="2076139051"/>
            <ac:spMk id="117" creationId="{AB837317-D45F-AD9C-4606-A342FC3E64AB}"/>
          </ac:spMkLst>
        </pc:spChg>
        <pc:spChg chg="mod">
          <ac:chgData name="Hironari Yamada" userId="e57621f8-ec3c-449e-bb19-001fffcc008e" providerId="ADAL" clId="{BC0BD879-F267-5CCA-8DEA-E3B2DD07DA4E}" dt="2026-07-21T01:54:57.812" v="2863" actId="1076"/>
          <ac:spMkLst>
            <pc:docMk/>
            <pc:sldMk cId="658710575" sldId="2076139051"/>
            <ac:spMk id="119" creationId="{748536CB-918D-60BD-FAAC-C9DBB9431EC3}"/>
          </ac:spMkLst>
        </pc:spChg>
        <pc:spChg chg="mod">
          <ac:chgData name="Hironari Yamada" userId="e57621f8-ec3c-449e-bb19-001fffcc008e" providerId="ADAL" clId="{BC0BD879-F267-5CCA-8DEA-E3B2DD07DA4E}" dt="2026-07-21T01:54:57.812" v="2863" actId="1076"/>
          <ac:spMkLst>
            <pc:docMk/>
            <pc:sldMk cId="658710575" sldId="2076139051"/>
            <ac:spMk id="120" creationId="{2903882F-8724-3CE8-1222-EC3BA75FE704}"/>
          </ac:spMkLst>
        </pc:spChg>
        <pc:picChg chg="add mod">
          <ac:chgData name="Hironari Yamada" userId="e57621f8-ec3c-449e-bb19-001fffcc008e" providerId="ADAL" clId="{BC0BD879-F267-5CCA-8DEA-E3B2DD07DA4E}" dt="2026-07-21T01:56:21.641" v="3076" actId="1036"/>
          <ac:picMkLst>
            <pc:docMk/>
            <pc:sldMk cId="658710575" sldId="2076139051"/>
            <ac:picMk id="124" creationId="{EE679818-462F-9EB9-606F-B07ADD7B880F}"/>
          </ac:picMkLst>
        </pc:picChg>
        <pc:picChg chg="add mod">
          <ac:chgData name="Hironari Yamada" userId="e57621f8-ec3c-449e-bb19-001fffcc008e" providerId="ADAL" clId="{BC0BD879-F267-5CCA-8DEA-E3B2DD07DA4E}" dt="2026-07-21T01:57:32.963" v="3083"/>
          <ac:picMkLst>
            <pc:docMk/>
            <pc:sldMk cId="658710575" sldId="2076139051"/>
            <ac:picMk id="125" creationId="{C11EA36D-8803-1C0F-3E7B-83677E1F0520}"/>
          </ac:picMkLst>
        </pc:picChg>
      </pc:sldChg>
      <pc:sldChg chg="addSp delSp modSp add mod">
        <pc:chgData name="Hironari Yamada" userId="e57621f8-ec3c-449e-bb19-001fffcc008e" providerId="ADAL" clId="{BC0BD879-F267-5CCA-8DEA-E3B2DD07DA4E}" dt="2026-07-21T02:00:00.706" v="3431" actId="1076"/>
        <pc:sldMkLst>
          <pc:docMk/>
          <pc:sldMk cId="760994414" sldId="2076139052"/>
        </pc:sldMkLst>
        <pc:spChg chg="mod">
          <ac:chgData name="Hironari Yamada" userId="e57621f8-ec3c-449e-bb19-001fffcc008e" providerId="ADAL" clId="{BC0BD879-F267-5CCA-8DEA-E3B2DD07DA4E}" dt="2026-07-21T01:59:38.609" v="3427" actId="20577"/>
          <ac:spMkLst>
            <pc:docMk/>
            <pc:sldMk cId="760994414" sldId="2076139052"/>
            <ac:spMk id="3" creationId="{ED200C34-574A-5D23-6D3B-6505A6A87103}"/>
          </ac:spMkLst>
        </pc:spChg>
        <pc:spChg chg="add mod">
          <ac:chgData name="Hironari Yamada" userId="e57621f8-ec3c-449e-bb19-001fffcc008e" providerId="ADAL" clId="{BC0BD879-F267-5CCA-8DEA-E3B2DD07DA4E}" dt="2026-07-21T01:59:50.511" v="3429" actId="1076"/>
          <ac:spMkLst>
            <pc:docMk/>
            <pc:sldMk cId="760994414" sldId="2076139052"/>
            <ac:spMk id="5" creationId="{8523048A-B40D-C62E-F929-B9ADE7E30D60}"/>
          </ac:spMkLst>
        </pc:spChg>
        <pc:spChg chg="add mod">
          <ac:chgData name="Hironari Yamada" userId="e57621f8-ec3c-449e-bb19-001fffcc008e" providerId="ADAL" clId="{BC0BD879-F267-5CCA-8DEA-E3B2DD07DA4E}" dt="2026-07-21T02:00:00.706" v="3431" actId="1076"/>
          <ac:spMkLst>
            <pc:docMk/>
            <pc:sldMk cId="760994414" sldId="2076139052"/>
            <ac:spMk id="6" creationId="{C1065130-F317-A3AB-D5B4-D156E541E400}"/>
          </ac:spMkLst>
        </pc:spChg>
        <pc:spChg chg="add mod">
          <ac:chgData name="Hironari Yamada" userId="e57621f8-ec3c-449e-bb19-001fffcc008e" providerId="ADAL" clId="{BC0BD879-F267-5CCA-8DEA-E3B2DD07DA4E}" dt="2026-07-21T02:00:00.706" v="3431" actId="1076"/>
          <ac:spMkLst>
            <pc:docMk/>
            <pc:sldMk cId="760994414" sldId="2076139052"/>
            <ac:spMk id="7" creationId="{F25F2471-4618-A432-E44B-56E28780D24A}"/>
          </ac:spMkLst>
        </pc:spChg>
        <pc:spChg chg="mod">
          <ac:chgData name="Hironari Yamada" userId="e57621f8-ec3c-449e-bb19-001fffcc008e" providerId="ADAL" clId="{BC0BD879-F267-5CCA-8DEA-E3B2DD07DA4E}" dt="2026-07-21T01:58:55.469" v="3285" actId="20577"/>
          <ac:spMkLst>
            <pc:docMk/>
            <pc:sldMk cId="760994414" sldId="2076139052"/>
            <ac:spMk id="9" creationId="{BD0522F5-55C8-6C37-7A5D-BADB64C97630}"/>
          </ac:spMkLst>
        </pc:spChg>
        <pc:spChg chg="mod">
          <ac:chgData name="Hironari Yamada" userId="e57621f8-ec3c-449e-bb19-001fffcc008e" providerId="ADAL" clId="{BC0BD879-F267-5CCA-8DEA-E3B2DD07DA4E}" dt="2026-07-21T02:00:00.706" v="3431" actId="1076"/>
          <ac:spMkLst>
            <pc:docMk/>
            <pc:sldMk cId="760994414" sldId="2076139052"/>
            <ac:spMk id="12" creationId="{C0A93B2E-C78A-E0CA-6F88-EBFF1A3915A5}"/>
          </ac:spMkLst>
        </pc:spChg>
        <pc:spChg chg="mod">
          <ac:chgData name="Hironari Yamada" userId="e57621f8-ec3c-449e-bb19-001fffcc008e" providerId="ADAL" clId="{BC0BD879-F267-5CCA-8DEA-E3B2DD07DA4E}" dt="2026-07-21T02:00:00.706" v="3431" actId="1076"/>
          <ac:spMkLst>
            <pc:docMk/>
            <pc:sldMk cId="760994414" sldId="2076139052"/>
            <ac:spMk id="13" creationId="{D029895F-DA35-5A11-B1B4-8D6CE3092B7C}"/>
          </ac:spMkLst>
        </pc:spChg>
        <pc:spChg chg="mod">
          <ac:chgData name="Hironari Yamada" userId="e57621f8-ec3c-449e-bb19-001fffcc008e" providerId="ADAL" clId="{BC0BD879-F267-5CCA-8DEA-E3B2DD07DA4E}" dt="2026-07-21T02:00:00.706" v="3431" actId="1076"/>
          <ac:spMkLst>
            <pc:docMk/>
            <pc:sldMk cId="760994414" sldId="2076139052"/>
            <ac:spMk id="15" creationId="{725181C7-EEB8-9D63-C038-873102A53E21}"/>
          </ac:spMkLst>
        </pc:spChg>
        <pc:spChg chg="mod">
          <ac:chgData name="Hironari Yamada" userId="e57621f8-ec3c-449e-bb19-001fffcc008e" providerId="ADAL" clId="{BC0BD879-F267-5CCA-8DEA-E3B2DD07DA4E}" dt="2026-07-21T02:00:00.706" v="3431" actId="1076"/>
          <ac:spMkLst>
            <pc:docMk/>
            <pc:sldMk cId="760994414" sldId="2076139052"/>
            <ac:spMk id="17" creationId="{EF7EB16A-B918-7CDA-DD1C-428FB1165547}"/>
          </ac:spMkLst>
        </pc:spChg>
        <pc:spChg chg="mod">
          <ac:chgData name="Hironari Yamada" userId="e57621f8-ec3c-449e-bb19-001fffcc008e" providerId="ADAL" clId="{BC0BD879-F267-5CCA-8DEA-E3B2DD07DA4E}" dt="2026-07-21T02:00:00.706" v="3431" actId="1076"/>
          <ac:spMkLst>
            <pc:docMk/>
            <pc:sldMk cId="760994414" sldId="2076139052"/>
            <ac:spMk id="18" creationId="{E086F1DD-61D4-FE13-A4E0-88D34A497142}"/>
          </ac:spMkLst>
        </pc:spChg>
        <pc:spChg chg="mod">
          <ac:chgData name="Hironari Yamada" userId="e57621f8-ec3c-449e-bb19-001fffcc008e" providerId="ADAL" clId="{BC0BD879-F267-5CCA-8DEA-E3B2DD07DA4E}" dt="2026-07-21T02:00:00.706" v="3431" actId="1076"/>
          <ac:spMkLst>
            <pc:docMk/>
            <pc:sldMk cId="760994414" sldId="2076139052"/>
            <ac:spMk id="19" creationId="{2FCD3F98-E94C-E933-0229-2E108AAC6593}"/>
          </ac:spMkLst>
        </pc:spChg>
        <pc:spChg chg="mod">
          <ac:chgData name="Hironari Yamada" userId="e57621f8-ec3c-449e-bb19-001fffcc008e" providerId="ADAL" clId="{BC0BD879-F267-5CCA-8DEA-E3B2DD07DA4E}" dt="2026-07-21T02:00:00.706" v="3431" actId="1076"/>
          <ac:spMkLst>
            <pc:docMk/>
            <pc:sldMk cId="760994414" sldId="2076139052"/>
            <ac:spMk id="20" creationId="{0923C21A-DFD9-14DE-13A1-224CEC548E24}"/>
          </ac:spMkLst>
        </pc:spChg>
        <pc:spChg chg="add mod">
          <ac:chgData name="Hironari Yamada" userId="e57621f8-ec3c-449e-bb19-001fffcc008e" providerId="ADAL" clId="{BC0BD879-F267-5CCA-8DEA-E3B2DD07DA4E}" dt="2026-07-21T02:00:00.706" v="3431" actId="1076"/>
          <ac:spMkLst>
            <pc:docMk/>
            <pc:sldMk cId="760994414" sldId="2076139052"/>
            <ac:spMk id="24" creationId="{45134C63-3AB1-7884-0687-9722D50EFF9E}"/>
          </ac:spMkLst>
        </pc:spChg>
        <pc:spChg chg="del">
          <ac:chgData name="Hironari Yamada" userId="e57621f8-ec3c-449e-bb19-001fffcc008e" providerId="ADAL" clId="{BC0BD879-F267-5CCA-8DEA-E3B2DD07DA4E}" dt="2026-07-21T01:58:07.174" v="3127" actId="478"/>
          <ac:spMkLst>
            <pc:docMk/>
            <pc:sldMk cId="760994414" sldId="2076139052"/>
            <ac:spMk id="71" creationId="{9CF7B253-CD56-ACF5-536F-03D054C0666C}"/>
          </ac:spMkLst>
        </pc:spChg>
        <pc:spChg chg="del">
          <ac:chgData name="Hironari Yamada" userId="e57621f8-ec3c-449e-bb19-001fffcc008e" providerId="ADAL" clId="{BC0BD879-F267-5CCA-8DEA-E3B2DD07DA4E}" dt="2026-07-21T01:58:07.174" v="3127" actId="478"/>
          <ac:spMkLst>
            <pc:docMk/>
            <pc:sldMk cId="760994414" sldId="2076139052"/>
            <ac:spMk id="72" creationId="{2D589937-3910-9C2F-F18B-8967E31D84FF}"/>
          </ac:spMkLst>
        </pc:spChg>
        <pc:spChg chg="del">
          <ac:chgData name="Hironari Yamada" userId="e57621f8-ec3c-449e-bb19-001fffcc008e" providerId="ADAL" clId="{BC0BD879-F267-5CCA-8DEA-E3B2DD07DA4E}" dt="2026-07-21T01:58:07.174" v="3127" actId="478"/>
          <ac:spMkLst>
            <pc:docMk/>
            <pc:sldMk cId="760994414" sldId="2076139052"/>
            <ac:spMk id="73" creationId="{54E5AAA9-DB5F-95E1-61D4-BFC329F3017D}"/>
          </ac:spMkLst>
        </pc:spChg>
        <pc:spChg chg="del">
          <ac:chgData name="Hironari Yamada" userId="e57621f8-ec3c-449e-bb19-001fffcc008e" providerId="ADAL" clId="{BC0BD879-F267-5CCA-8DEA-E3B2DD07DA4E}" dt="2026-07-21T01:58:07.174" v="3127" actId="478"/>
          <ac:spMkLst>
            <pc:docMk/>
            <pc:sldMk cId="760994414" sldId="2076139052"/>
            <ac:spMk id="74" creationId="{B5828076-99A3-45DD-8703-C5B656F40812}"/>
          </ac:spMkLst>
        </pc:spChg>
        <pc:spChg chg="del">
          <ac:chgData name="Hironari Yamada" userId="e57621f8-ec3c-449e-bb19-001fffcc008e" providerId="ADAL" clId="{BC0BD879-F267-5CCA-8DEA-E3B2DD07DA4E}" dt="2026-07-21T01:58:07.174" v="3127" actId="478"/>
          <ac:spMkLst>
            <pc:docMk/>
            <pc:sldMk cId="760994414" sldId="2076139052"/>
            <ac:spMk id="78" creationId="{C899C62D-08AF-B39D-19B9-B793A8920BAD}"/>
          </ac:spMkLst>
        </pc:spChg>
        <pc:spChg chg="del">
          <ac:chgData name="Hironari Yamada" userId="e57621f8-ec3c-449e-bb19-001fffcc008e" providerId="ADAL" clId="{BC0BD879-F267-5CCA-8DEA-E3B2DD07DA4E}" dt="2026-07-21T01:58:07.174" v="3127" actId="478"/>
          <ac:spMkLst>
            <pc:docMk/>
            <pc:sldMk cId="760994414" sldId="2076139052"/>
            <ac:spMk id="79" creationId="{C719D26C-B86C-E558-F9F4-3350DA537512}"/>
          </ac:spMkLst>
        </pc:spChg>
        <pc:spChg chg="del">
          <ac:chgData name="Hironari Yamada" userId="e57621f8-ec3c-449e-bb19-001fffcc008e" providerId="ADAL" clId="{BC0BD879-F267-5CCA-8DEA-E3B2DD07DA4E}" dt="2026-07-21T01:58:07.174" v="3127" actId="478"/>
          <ac:spMkLst>
            <pc:docMk/>
            <pc:sldMk cId="760994414" sldId="2076139052"/>
            <ac:spMk id="101" creationId="{0EAA22BF-A70D-3C21-FB45-E464ABE9906D}"/>
          </ac:spMkLst>
        </pc:spChg>
        <pc:spChg chg="del">
          <ac:chgData name="Hironari Yamada" userId="e57621f8-ec3c-449e-bb19-001fffcc008e" providerId="ADAL" clId="{BC0BD879-F267-5CCA-8DEA-E3B2DD07DA4E}" dt="2026-07-21T01:58:07.174" v="3127" actId="478"/>
          <ac:spMkLst>
            <pc:docMk/>
            <pc:sldMk cId="760994414" sldId="2076139052"/>
            <ac:spMk id="102" creationId="{99312F99-6E57-9A5C-5CA0-783CD839F9CA}"/>
          </ac:spMkLst>
        </pc:spChg>
        <pc:spChg chg="del">
          <ac:chgData name="Hironari Yamada" userId="e57621f8-ec3c-449e-bb19-001fffcc008e" providerId="ADAL" clId="{BC0BD879-F267-5CCA-8DEA-E3B2DD07DA4E}" dt="2026-07-21T01:58:07.174" v="3127" actId="478"/>
          <ac:spMkLst>
            <pc:docMk/>
            <pc:sldMk cId="760994414" sldId="2076139052"/>
            <ac:spMk id="111" creationId="{C727CACF-5DCB-7F63-202A-4E805DA3D509}"/>
          </ac:spMkLst>
        </pc:spChg>
        <pc:picChg chg="del">
          <ac:chgData name="Hironari Yamada" userId="e57621f8-ec3c-449e-bb19-001fffcc008e" providerId="ADAL" clId="{BC0BD879-F267-5CCA-8DEA-E3B2DD07DA4E}" dt="2026-07-21T01:58:07.174" v="3127" actId="478"/>
          <ac:picMkLst>
            <pc:docMk/>
            <pc:sldMk cId="760994414" sldId="2076139052"/>
            <ac:picMk id="124" creationId="{12D68DCD-880D-68A7-9B91-D400D7FB5BE8}"/>
          </ac:picMkLst>
        </pc:picChg>
      </pc:sldChg>
      <pc:sldChg chg="addSp delSp modSp add mod ord">
        <pc:chgData name="Hironari Yamada" userId="e57621f8-ec3c-449e-bb19-001fffcc008e" providerId="ADAL" clId="{BC0BD879-F267-5CCA-8DEA-E3B2DD07DA4E}" dt="2026-07-21T04:14:13.983" v="4220" actId="20578"/>
        <pc:sldMkLst>
          <pc:docMk/>
          <pc:sldMk cId="1573612755" sldId="2076139053"/>
        </pc:sldMkLst>
        <pc:spChg chg="mod">
          <ac:chgData name="Hironari Yamada" userId="e57621f8-ec3c-449e-bb19-001fffcc008e" providerId="ADAL" clId="{BC0BD879-F267-5CCA-8DEA-E3B2DD07DA4E}" dt="2026-07-21T04:11:54.900" v="4189" actId="2711"/>
          <ac:spMkLst>
            <pc:docMk/>
            <pc:sldMk cId="1573612755" sldId="2076139053"/>
            <ac:spMk id="3" creationId="{FD31F430-5C6A-B9CE-2288-A7A1C18F0944}"/>
          </ac:spMkLst>
        </pc:spChg>
        <pc:spChg chg="add del mod">
          <ac:chgData name="Hironari Yamada" userId="e57621f8-ec3c-449e-bb19-001fffcc008e" providerId="ADAL" clId="{BC0BD879-F267-5CCA-8DEA-E3B2DD07DA4E}" dt="2026-07-21T04:12:03.477" v="4195"/>
          <ac:spMkLst>
            <pc:docMk/>
            <pc:sldMk cId="1573612755" sldId="2076139053"/>
            <ac:spMk id="6" creationId="{A366153E-2D10-E080-B09C-41DFA52C3D89}"/>
          </ac:spMkLst>
        </pc:spChg>
        <pc:spChg chg="mod">
          <ac:chgData name="Hironari Yamada" userId="e57621f8-ec3c-449e-bb19-001fffcc008e" providerId="ADAL" clId="{BC0BD879-F267-5CCA-8DEA-E3B2DD07DA4E}" dt="2026-07-21T04:11:25.883" v="4184"/>
          <ac:spMkLst>
            <pc:docMk/>
            <pc:sldMk cId="1573612755" sldId="2076139053"/>
            <ac:spMk id="9" creationId="{ED85FD12-818E-761E-40E4-A3A8359F9380}"/>
          </ac:spMkLst>
        </pc:spChg>
        <pc:spChg chg="del">
          <ac:chgData name="Hironari Yamada" userId="e57621f8-ec3c-449e-bb19-001fffcc008e" providerId="ADAL" clId="{BC0BD879-F267-5CCA-8DEA-E3B2DD07DA4E}" dt="2026-07-21T04:11:34.246" v="4185" actId="478"/>
          <ac:spMkLst>
            <pc:docMk/>
            <pc:sldMk cId="1573612755" sldId="2076139053"/>
            <ac:spMk id="51" creationId="{2278EDE2-43DD-9B75-D5CB-E8D03A27E486}"/>
          </ac:spMkLst>
        </pc:spChg>
        <pc:spChg chg="del">
          <ac:chgData name="Hironari Yamada" userId="e57621f8-ec3c-449e-bb19-001fffcc008e" providerId="ADAL" clId="{BC0BD879-F267-5CCA-8DEA-E3B2DD07DA4E}" dt="2026-07-21T04:11:34.246" v="4185" actId="478"/>
          <ac:spMkLst>
            <pc:docMk/>
            <pc:sldMk cId="1573612755" sldId="2076139053"/>
            <ac:spMk id="54" creationId="{4A113355-8B40-139E-0F07-0A041E40DCA3}"/>
          </ac:spMkLst>
        </pc:spChg>
        <pc:spChg chg="del">
          <ac:chgData name="Hironari Yamada" userId="e57621f8-ec3c-449e-bb19-001fffcc008e" providerId="ADAL" clId="{BC0BD879-F267-5CCA-8DEA-E3B2DD07DA4E}" dt="2026-07-21T04:11:34.246" v="4185" actId="478"/>
          <ac:spMkLst>
            <pc:docMk/>
            <pc:sldMk cId="1573612755" sldId="2076139053"/>
            <ac:spMk id="55" creationId="{EDB24277-18D5-5042-AE5D-1458DF04F478}"/>
          </ac:spMkLst>
        </pc:spChg>
        <pc:spChg chg="del">
          <ac:chgData name="Hironari Yamada" userId="e57621f8-ec3c-449e-bb19-001fffcc008e" providerId="ADAL" clId="{BC0BD879-F267-5CCA-8DEA-E3B2DD07DA4E}" dt="2026-07-21T04:11:34.246" v="4185" actId="478"/>
          <ac:spMkLst>
            <pc:docMk/>
            <pc:sldMk cId="1573612755" sldId="2076139053"/>
            <ac:spMk id="56" creationId="{869D423B-FAA5-01AC-1C60-EB89E344C3EB}"/>
          </ac:spMkLst>
        </pc:spChg>
        <pc:spChg chg="del">
          <ac:chgData name="Hironari Yamada" userId="e57621f8-ec3c-449e-bb19-001fffcc008e" providerId="ADAL" clId="{BC0BD879-F267-5CCA-8DEA-E3B2DD07DA4E}" dt="2026-07-21T04:11:34.246" v="4185" actId="478"/>
          <ac:spMkLst>
            <pc:docMk/>
            <pc:sldMk cId="1573612755" sldId="2076139053"/>
            <ac:spMk id="58" creationId="{B190805B-E2A2-84BB-DB87-91FD326A052E}"/>
          </ac:spMkLst>
        </pc:spChg>
        <pc:spChg chg="del">
          <ac:chgData name="Hironari Yamada" userId="e57621f8-ec3c-449e-bb19-001fffcc008e" providerId="ADAL" clId="{BC0BD879-F267-5CCA-8DEA-E3B2DD07DA4E}" dt="2026-07-21T04:11:34.246" v="4185" actId="478"/>
          <ac:spMkLst>
            <pc:docMk/>
            <pc:sldMk cId="1573612755" sldId="2076139053"/>
            <ac:spMk id="59" creationId="{94320271-9EC4-9246-A5FB-24EFF517A019}"/>
          </ac:spMkLst>
        </pc:spChg>
        <pc:spChg chg="del">
          <ac:chgData name="Hironari Yamada" userId="e57621f8-ec3c-449e-bb19-001fffcc008e" providerId="ADAL" clId="{BC0BD879-F267-5CCA-8DEA-E3B2DD07DA4E}" dt="2026-07-21T04:11:34.246" v="4185" actId="478"/>
          <ac:spMkLst>
            <pc:docMk/>
            <pc:sldMk cId="1573612755" sldId="2076139053"/>
            <ac:spMk id="60" creationId="{C6B66474-BFC3-E1BE-9DBD-8247952CAB41}"/>
          </ac:spMkLst>
        </pc:spChg>
        <pc:spChg chg="del">
          <ac:chgData name="Hironari Yamada" userId="e57621f8-ec3c-449e-bb19-001fffcc008e" providerId="ADAL" clId="{BC0BD879-F267-5CCA-8DEA-E3B2DD07DA4E}" dt="2026-07-21T04:11:34.246" v="4185" actId="478"/>
          <ac:spMkLst>
            <pc:docMk/>
            <pc:sldMk cId="1573612755" sldId="2076139053"/>
            <ac:spMk id="62" creationId="{4CF6F0B8-D44C-E745-3B3F-7B8C4B81BFB2}"/>
          </ac:spMkLst>
        </pc:spChg>
        <pc:spChg chg="del">
          <ac:chgData name="Hironari Yamada" userId="e57621f8-ec3c-449e-bb19-001fffcc008e" providerId="ADAL" clId="{BC0BD879-F267-5CCA-8DEA-E3B2DD07DA4E}" dt="2026-07-21T04:11:34.246" v="4185" actId="478"/>
          <ac:spMkLst>
            <pc:docMk/>
            <pc:sldMk cId="1573612755" sldId="2076139053"/>
            <ac:spMk id="63" creationId="{A6FB1924-8185-C236-0F7E-68CDAC9BD4E7}"/>
          </ac:spMkLst>
        </pc:spChg>
        <pc:spChg chg="del">
          <ac:chgData name="Hironari Yamada" userId="e57621f8-ec3c-449e-bb19-001fffcc008e" providerId="ADAL" clId="{BC0BD879-F267-5CCA-8DEA-E3B2DD07DA4E}" dt="2026-07-21T04:11:34.246" v="4185" actId="478"/>
          <ac:spMkLst>
            <pc:docMk/>
            <pc:sldMk cId="1573612755" sldId="2076139053"/>
            <ac:spMk id="64" creationId="{EA247D8C-EAA3-0328-5193-6605E6D46146}"/>
          </ac:spMkLst>
        </pc:spChg>
        <pc:graphicFrameChg chg="add mod modGraphic">
          <ac:chgData name="Hironari Yamada" userId="e57621f8-ec3c-449e-bb19-001fffcc008e" providerId="ADAL" clId="{BC0BD879-F267-5CCA-8DEA-E3B2DD07DA4E}" dt="2026-07-21T04:12:46.804" v="4219" actId="20577"/>
          <ac:graphicFrameMkLst>
            <pc:docMk/>
            <pc:sldMk cId="1573612755" sldId="2076139053"/>
            <ac:graphicFrameMk id="5" creationId="{5C2D3E71-CF18-6691-CBA9-71CE890DC2B8}"/>
          </ac:graphicFrameMkLst>
        </pc:graphicFrameChg>
      </pc:sldChg>
      <pc:sldChg chg="modSp add mod">
        <pc:chgData name="Hironari Yamada" userId="e57621f8-ec3c-449e-bb19-001fffcc008e" providerId="ADAL" clId="{BC0BD879-F267-5CCA-8DEA-E3B2DD07DA4E}" dt="2026-07-21T04:58:53.439" v="5440" actId="20577"/>
        <pc:sldMkLst>
          <pc:docMk/>
          <pc:sldMk cId="2926534364" sldId="2076139054"/>
        </pc:sldMkLst>
        <pc:spChg chg="mod">
          <ac:chgData name="Hironari Yamada" userId="e57621f8-ec3c-449e-bb19-001fffcc008e" providerId="ADAL" clId="{BC0BD879-F267-5CCA-8DEA-E3B2DD07DA4E}" dt="2026-07-21T04:58:53.439" v="5440" actId="20577"/>
          <ac:spMkLst>
            <pc:docMk/>
            <pc:sldMk cId="2926534364" sldId="2076139054"/>
            <ac:spMk id="2" creationId="{E1A7741D-B468-C39F-5D47-87E5E790D0B2}"/>
          </ac:spMkLst>
        </pc:spChg>
      </pc:sldChg>
      <pc:sldChg chg="modSp add del mod">
        <pc:chgData name="Hironari Yamada" userId="e57621f8-ec3c-449e-bb19-001fffcc008e" providerId="ADAL" clId="{BC0BD879-F267-5CCA-8DEA-E3B2DD07DA4E}" dt="2026-07-21T04:18:14.883" v="4234"/>
        <pc:sldMkLst>
          <pc:docMk/>
          <pc:sldMk cId="3045664489" sldId="2076139054"/>
        </pc:sldMkLst>
        <pc:spChg chg="mod">
          <ac:chgData name="Hironari Yamada" userId="e57621f8-ec3c-449e-bb19-001fffcc008e" providerId="ADAL" clId="{BC0BD879-F267-5CCA-8DEA-E3B2DD07DA4E}" dt="2026-07-21T04:18:14.598" v="4233" actId="20577"/>
          <ac:spMkLst>
            <pc:docMk/>
            <pc:sldMk cId="3045664489" sldId="2076139054"/>
            <ac:spMk id="2" creationId="{435F005F-53A6-954C-0D47-883A5A7ADD33}"/>
          </ac:spMkLst>
        </pc:spChg>
      </pc:sldChg>
      <pc:sldChg chg="addSp delSp modSp add mod">
        <pc:chgData name="Hironari Yamada" userId="e57621f8-ec3c-449e-bb19-001fffcc008e" providerId="ADAL" clId="{BC0BD879-F267-5CCA-8DEA-E3B2DD07DA4E}" dt="2026-07-21T04:59:00.279" v="5441" actId="20577"/>
        <pc:sldMkLst>
          <pc:docMk/>
          <pc:sldMk cId="4280376487" sldId="2076139055"/>
        </pc:sldMkLst>
        <pc:spChg chg="mod">
          <ac:chgData name="Hironari Yamada" userId="e57621f8-ec3c-449e-bb19-001fffcc008e" providerId="ADAL" clId="{BC0BD879-F267-5CCA-8DEA-E3B2DD07DA4E}" dt="2026-07-21T04:48:03.106" v="5111" actId="20577"/>
          <ac:spMkLst>
            <pc:docMk/>
            <pc:sldMk cId="4280376487" sldId="2076139055"/>
            <ac:spMk id="3" creationId="{FA45AD62-E867-DA4F-8E0F-86DEE7355BA0}"/>
          </ac:spMkLst>
        </pc:spChg>
        <pc:spChg chg="mod">
          <ac:chgData name="Hironari Yamada" userId="e57621f8-ec3c-449e-bb19-001fffcc008e" providerId="ADAL" clId="{BC0BD879-F267-5CCA-8DEA-E3B2DD07DA4E}" dt="2026-07-21T04:59:00.279" v="5441" actId="20577"/>
          <ac:spMkLst>
            <pc:docMk/>
            <pc:sldMk cId="4280376487" sldId="2076139055"/>
            <ac:spMk id="9" creationId="{254C30ED-C9D1-3633-ED2E-F85410947948}"/>
          </ac:spMkLst>
        </pc:spChg>
        <pc:spChg chg="del">
          <ac:chgData name="Hironari Yamada" userId="e57621f8-ec3c-449e-bb19-001fffcc008e" providerId="ADAL" clId="{BC0BD879-F267-5CCA-8DEA-E3B2DD07DA4E}" dt="2026-07-21T04:19:16.636" v="4334" actId="478"/>
          <ac:spMkLst>
            <pc:docMk/>
            <pc:sldMk cId="4280376487" sldId="2076139055"/>
            <ac:spMk id="12" creationId="{2B45F5FD-C057-D37F-795E-9F4D2B9E3929}"/>
          </ac:spMkLst>
        </pc:spChg>
        <pc:spChg chg="add mod">
          <ac:chgData name="Hironari Yamada" userId="e57621f8-ec3c-449e-bb19-001fffcc008e" providerId="ADAL" clId="{BC0BD879-F267-5CCA-8DEA-E3B2DD07DA4E}" dt="2026-07-21T04:19:43.236" v="4338" actId="1076"/>
          <ac:spMkLst>
            <pc:docMk/>
            <pc:sldMk cId="4280376487" sldId="2076139055"/>
            <ac:spMk id="13" creationId="{3F92CFE8-7574-2A5E-F50B-57C1C55F189D}"/>
          </ac:spMkLst>
        </pc:spChg>
        <pc:spChg chg="add mod">
          <ac:chgData name="Hironari Yamada" userId="e57621f8-ec3c-449e-bb19-001fffcc008e" providerId="ADAL" clId="{BC0BD879-F267-5CCA-8DEA-E3B2DD07DA4E}" dt="2026-07-21T04:21:39.958" v="4461" actId="1076"/>
          <ac:spMkLst>
            <pc:docMk/>
            <pc:sldMk cId="4280376487" sldId="2076139055"/>
            <ac:spMk id="14" creationId="{2341A51A-DF9B-5477-4788-52011C1DEDCB}"/>
          </ac:spMkLst>
        </pc:spChg>
        <pc:spChg chg="add del mod">
          <ac:chgData name="Hironari Yamada" userId="e57621f8-ec3c-449e-bb19-001fffcc008e" providerId="ADAL" clId="{BC0BD879-F267-5CCA-8DEA-E3B2DD07DA4E}" dt="2026-07-21T04:20:24.692" v="4419" actId="478"/>
          <ac:spMkLst>
            <pc:docMk/>
            <pc:sldMk cId="4280376487" sldId="2076139055"/>
            <ac:spMk id="20" creationId="{1906AAD8-68B4-8923-4891-C47D883EC94B}"/>
          </ac:spMkLst>
        </pc:spChg>
        <pc:spChg chg="mod">
          <ac:chgData name="Hironari Yamada" userId="e57621f8-ec3c-449e-bb19-001fffcc008e" providerId="ADAL" clId="{BC0BD879-F267-5CCA-8DEA-E3B2DD07DA4E}" dt="2026-07-21T04:22:09.083" v="4469" actId="1076"/>
          <ac:spMkLst>
            <pc:docMk/>
            <pc:sldMk cId="4280376487" sldId="2076139055"/>
            <ac:spMk id="28" creationId="{D5BE248C-2469-769E-5C93-22004F6B8126}"/>
          </ac:spMkLst>
        </pc:spChg>
        <pc:spChg chg="mod">
          <ac:chgData name="Hironari Yamada" userId="e57621f8-ec3c-449e-bb19-001fffcc008e" providerId="ADAL" clId="{BC0BD879-F267-5CCA-8DEA-E3B2DD07DA4E}" dt="2026-07-21T04:19:25.423" v="4335" actId="1076"/>
          <ac:spMkLst>
            <pc:docMk/>
            <pc:sldMk cId="4280376487" sldId="2076139055"/>
            <ac:spMk id="33" creationId="{CF411CE0-89E5-186A-B7E9-731A999C227D}"/>
          </ac:spMkLst>
        </pc:spChg>
        <pc:spChg chg="mod">
          <ac:chgData name="Hironari Yamada" userId="e57621f8-ec3c-449e-bb19-001fffcc008e" providerId="ADAL" clId="{BC0BD879-F267-5CCA-8DEA-E3B2DD07DA4E}" dt="2026-07-21T04:19:25.423" v="4335" actId="1076"/>
          <ac:spMkLst>
            <pc:docMk/>
            <pc:sldMk cId="4280376487" sldId="2076139055"/>
            <ac:spMk id="34" creationId="{1A43C1F6-080A-A8B9-7BE3-B5A18FEE5844}"/>
          </ac:spMkLst>
        </pc:spChg>
        <pc:spChg chg="mod">
          <ac:chgData name="Hironari Yamada" userId="e57621f8-ec3c-449e-bb19-001fffcc008e" providerId="ADAL" clId="{BC0BD879-F267-5CCA-8DEA-E3B2DD07DA4E}" dt="2026-07-21T04:19:25.423" v="4335" actId="1076"/>
          <ac:spMkLst>
            <pc:docMk/>
            <pc:sldMk cId="4280376487" sldId="2076139055"/>
            <ac:spMk id="36" creationId="{02B558AF-812C-0B53-E499-9144CA8F687A}"/>
          </ac:spMkLst>
        </pc:spChg>
        <pc:spChg chg="mod">
          <ac:chgData name="Hironari Yamada" userId="e57621f8-ec3c-449e-bb19-001fffcc008e" providerId="ADAL" clId="{BC0BD879-F267-5CCA-8DEA-E3B2DD07DA4E}" dt="2026-07-21T04:19:25.423" v="4335" actId="1076"/>
          <ac:spMkLst>
            <pc:docMk/>
            <pc:sldMk cId="4280376487" sldId="2076139055"/>
            <ac:spMk id="37" creationId="{45E9EF39-4276-EF69-64E8-9BD51C791574}"/>
          </ac:spMkLst>
        </pc:spChg>
        <pc:spChg chg="del">
          <ac:chgData name="Hironari Yamada" userId="e57621f8-ec3c-449e-bb19-001fffcc008e" providerId="ADAL" clId="{BC0BD879-F267-5CCA-8DEA-E3B2DD07DA4E}" dt="2026-07-21T04:21:21.482" v="4455" actId="478"/>
          <ac:spMkLst>
            <pc:docMk/>
            <pc:sldMk cId="4280376487" sldId="2076139055"/>
            <ac:spMk id="41" creationId="{E01E051B-F41E-E346-841E-AB07D9D8AC62}"/>
          </ac:spMkLst>
        </pc:spChg>
        <pc:spChg chg="mod">
          <ac:chgData name="Hironari Yamada" userId="e57621f8-ec3c-449e-bb19-001fffcc008e" providerId="ADAL" clId="{BC0BD879-F267-5CCA-8DEA-E3B2DD07DA4E}" dt="2026-07-21T04:19:25.423" v="4335" actId="1076"/>
          <ac:spMkLst>
            <pc:docMk/>
            <pc:sldMk cId="4280376487" sldId="2076139055"/>
            <ac:spMk id="43" creationId="{9255952F-48E8-ED42-1190-029CF355E7B9}"/>
          </ac:spMkLst>
        </pc:spChg>
        <pc:spChg chg="del">
          <ac:chgData name="Hironari Yamada" userId="e57621f8-ec3c-449e-bb19-001fffcc008e" providerId="ADAL" clId="{BC0BD879-F267-5CCA-8DEA-E3B2DD07DA4E}" dt="2026-07-21T04:20:31.590" v="4420" actId="478"/>
          <ac:spMkLst>
            <pc:docMk/>
            <pc:sldMk cId="4280376487" sldId="2076139055"/>
            <ac:spMk id="45" creationId="{F90C3E11-B696-27C8-D6E8-2408CEFB97E1}"/>
          </ac:spMkLst>
        </pc:spChg>
        <pc:spChg chg="del mod">
          <ac:chgData name="Hironari Yamada" userId="e57621f8-ec3c-449e-bb19-001fffcc008e" providerId="ADAL" clId="{BC0BD879-F267-5CCA-8DEA-E3B2DD07DA4E}" dt="2026-07-21T04:20:31.590" v="4420" actId="478"/>
          <ac:spMkLst>
            <pc:docMk/>
            <pc:sldMk cId="4280376487" sldId="2076139055"/>
            <ac:spMk id="47" creationId="{D8D123AD-CAD9-5176-E1DE-72EE9689B229}"/>
          </ac:spMkLst>
        </pc:spChg>
        <pc:spChg chg="del">
          <ac:chgData name="Hironari Yamada" userId="e57621f8-ec3c-449e-bb19-001fffcc008e" providerId="ADAL" clId="{BC0BD879-F267-5CCA-8DEA-E3B2DD07DA4E}" dt="2026-07-21T04:21:21.482" v="4455" actId="478"/>
          <ac:spMkLst>
            <pc:docMk/>
            <pc:sldMk cId="4280376487" sldId="2076139055"/>
            <ac:spMk id="51" creationId="{25AB37DC-1A66-3302-8BEE-08C41894F29F}"/>
          </ac:spMkLst>
        </pc:spChg>
        <pc:spChg chg="mod">
          <ac:chgData name="Hironari Yamada" userId="e57621f8-ec3c-449e-bb19-001fffcc008e" providerId="ADAL" clId="{BC0BD879-F267-5CCA-8DEA-E3B2DD07DA4E}" dt="2026-07-21T04:19:25.423" v="4335" actId="1076"/>
          <ac:spMkLst>
            <pc:docMk/>
            <pc:sldMk cId="4280376487" sldId="2076139055"/>
            <ac:spMk id="52" creationId="{5A91F029-C166-7F2B-BF93-A95A234FB61D}"/>
          </ac:spMkLst>
        </pc:spChg>
        <pc:spChg chg="del mod">
          <ac:chgData name="Hironari Yamada" userId="e57621f8-ec3c-449e-bb19-001fffcc008e" providerId="ADAL" clId="{BC0BD879-F267-5CCA-8DEA-E3B2DD07DA4E}" dt="2026-07-21T04:20:36.344" v="4421" actId="478"/>
          <ac:spMkLst>
            <pc:docMk/>
            <pc:sldMk cId="4280376487" sldId="2076139055"/>
            <ac:spMk id="53" creationId="{350CFECA-7C63-FF6F-E10D-FA4E1C96D245}"/>
          </ac:spMkLst>
        </pc:spChg>
        <pc:spChg chg="del">
          <ac:chgData name="Hironari Yamada" userId="e57621f8-ec3c-449e-bb19-001fffcc008e" providerId="ADAL" clId="{BC0BD879-F267-5CCA-8DEA-E3B2DD07DA4E}" dt="2026-07-21T04:20:36.344" v="4421" actId="478"/>
          <ac:spMkLst>
            <pc:docMk/>
            <pc:sldMk cId="4280376487" sldId="2076139055"/>
            <ac:spMk id="54" creationId="{B7C271A6-9937-C75D-9A35-1362B59624CB}"/>
          </ac:spMkLst>
        </pc:spChg>
        <pc:spChg chg="add mod">
          <ac:chgData name="Hironari Yamada" userId="e57621f8-ec3c-449e-bb19-001fffcc008e" providerId="ADAL" clId="{BC0BD879-F267-5CCA-8DEA-E3B2DD07DA4E}" dt="2026-07-21T04:21:53.067" v="4463" actId="1076"/>
          <ac:spMkLst>
            <pc:docMk/>
            <pc:sldMk cId="4280376487" sldId="2076139055"/>
            <ac:spMk id="67" creationId="{28F49797-23F4-C230-25D3-8301FC00B7C1}"/>
          </ac:spMkLst>
        </pc:spChg>
        <pc:spChg chg="add mod">
          <ac:chgData name="Hironari Yamada" userId="e57621f8-ec3c-449e-bb19-001fffcc008e" providerId="ADAL" clId="{BC0BD879-F267-5CCA-8DEA-E3B2DD07DA4E}" dt="2026-07-21T04:21:58.711" v="4466" actId="20577"/>
          <ac:spMkLst>
            <pc:docMk/>
            <pc:sldMk cId="4280376487" sldId="2076139055"/>
            <ac:spMk id="69" creationId="{8CCB21EF-F344-FF79-CD34-E754ED74552D}"/>
          </ac:spMkLst>
        </pc:spChg>
        <pc:spChg chg="del mod">
          <ac:chgData name="Hironari Yamada" userId="e57621f8-ec3c-449e-bb19-001fffcc008e" providerId="ADAL" clId="{BC0BD879-F267-5CCA-8DEA-E3B2DD07DA4E}" dt="2026-07-21T04:21:33.928" v="4460" actId="478"/>
          <ac:spMkLst>
            <pc:docMk/>
            <pc:sldMk cId="4280376487" sldId="2076139055"/>
            <ac:spMk id="72" creationId="{EEBA7080-C05A-053D-0F48-E1634358EB6A}"/>
          </ac:spMkLst>
        </pc:spChg>
        <pc:spChg chg="del">
          <ac:chgData name="Hironari Yamada" userId="e57621f8-ec3c-449e-bb19-001fffcc008e" providerId="ADAL" clId="{BC0BD879-F267-5CCA-8DEA-E3B2DD07DA4E}" dt="2026-07-21T04:21:29.112" v="4458" actId="478"/>
          <ac:spMkLst>
            <pc:docMk/>
            <pc:sldMk cId="4280376487" sldId="2076139055"/>
            <ac:spMk id="73" creationId="{D6BACC76-91CA-766A-B8A6-4983F4286645}"/>
          </ac:spMkLst>
        </pc:spChg>
        <pc:spChg chg="del">
          <ac:chgData name="Hironari Yamada" userId="e57621f8-ec3c-449e-bb19-001fffcc008e" providerId="ADAL" clId="{BC0BD879-F267-5CCA-8DEA-E3B2DD07DA4E}" dt="2026-07-21T04:21:23.938" v="4456" actId="478"/>
          <ac:spMkLst>
            <pc:docMk/>
            <pc:sldMk cId="4280376487" sldId="2076139055"/>
            <ac:spMk id="74" creationId="{A459337E-93D1-A5A3-0002-9A144FD9B5C8}"/>
          </ac:spMkLst>
        </pc:spChg>
        <pc:spChg chg="del">
          <ac:chgData name="Hironari Yamada" userId="e57621f8-ec3c-449e-bb19-001fffcc008e" providerId="ADAL" clId="{BC0BD879-F267-5CCA-8DEA-E3B2DD07DA4E}" dt="2026-07-21T04:21:26.633" v="4457" actId="478"/>
          <ac:spMkLst>
            <pc:docMk/>
            <pc:sldMk cId="4280376487" sldId="2076139055"/>
            <ac:spMk id="75" creationId="{0569270F-C8DA-8BE9-C919-B9BB0FD42685}"/>
          </ac:spMkLst>
        </pc:spChg>
        <pc:spChg chg="add mod">
          <ac:chgData name="Hironari Yamada" userId="e57621f8-ec3c-449e-bb19-001fffcc008e" providerId="ADAL" clId="{BC0BD879-F267-5CCA-8DEA-E3B2DD07DA4E}" dt="2026-07-21T04:26:15.805" v="5037" actId="207"/>
          <ac:spMkLst>
            <pc:docMk/>
            <pc:sldMk cId="4280376487" sldId="2076139055"/>
            <ac:spMk id="76" creationId="{BA4A8BBA-5028-4171-435D-41F816B00461}"/>
          </ac:spMkLst>
        </pc:spChg>
        <pc:cxnChg chg="add del mod">
          <ac:chgData name="Hironari Yamada" userId="e57621f8-ec3c-449e-bb19-001fffcc008e" providerId="ADAL" clId="{BC0BD879-F267-5CCA-8DEA-E3B2DD07DA4E}" dt="2026-07-21T04:21:00.329" v="4449" actId="478"/>
          <ac:cxnSpMkLst>
            <pc:docMk/>
            <pc:sldMk cId="4280376487" sldId="2076139055"/>
            <ac:cxnSpMk id="42" creationId="{8DB830CF-82D8-5548-D195-956781BD986A}"/>
          </ac:cxnSpMkLst>
        </pc:cxnChg>
        <pc:cxnChg chg="mod">
          <ac:chgData name="Hironari Yamada" userId="e57621f8-ec3c-449e-bb19-001fffcc008e" providerId="ADAL" clId="{BC0BD879-F267-5CCA-8DEA-E3B2DD07DA4E}" dt="2026-07-21T04:20:55.875" v="4447" actId="14100"/>
          <ac:cxnSpMkLst>
            <pc:docMk/>
            <pc:sldMk cId="4280376487" sldId="2076139055"/>
            <ac:cxnSpMk id="44" creationId="{7B7D5277-D881-A777-D661-7B931B96C41D}"/>
          </ac:cxnSpMkLst>
        </pc:cxnChg>
        <pc:cxnChg chg="mod">
          <ac:chgData name="Hironari Yamada" userId="e57621f8-ec3c-449e-bb19-001fffcc008e" providerId="ADAL" clId="{BC0BD879-F267-5CCA-8DEA-E3B2DD07DA4E}" dt="2026-07-21T04:19:25.423" v="4335" actId="1076"/>
          <ac:cxnSpMkLst>
            <pc:docMk/>
            <pc:sldMk cId="4280376487" sldId="2076139055"/>
            <ac:cxnSpMk id="46" creationId="{147E2C89-38FF-A34A-458C-B67EAB5B3ABB}"/>
          </ac:cxnSpMkLst>
        </pc:cxnChg>
        <pc:cxnChg chg="mod">
          <ac:chgData name="Hironari Yamada" userId="e57621f8-ec3c-449e-bb19-001fffcc008e" providerId="ADAL" clId="{BC0BD879-F267-5CCA-8DEA-E3B2DD07DA4E}" dt="2026-07-21T04:23:27.433" v="4698" actId="692"/>
          <ac:cxnSpMkLst>
            <pc:docMk/>
            <pc:sldMk cId="4280376487" sldId="2076139055"/>
            <ac:cxnSpMk id="48" creationId="{BC975840-F9DD-3A9E-23E8-C4676AEA386D}"/>
          </ac:cxnSpMkLst>
        </pc:cxnChg>
        <pc:cxnChg chg="mod">
          <ac:chgData name="Hironari Yamada" userId="e57621f8-ec3c-449e-bb19-001fffcc008e" providerId="ADAL" clId="{BC0BD879-F267-5CCA-8DEA-E3B2DD07DA4E}" dt="2026-07-21T04:23:33.662" v="4699" actId="692"/>
          <ac:cxnSpMkLst>
            <pc:docMk/>
            <pc:sldMk cId="4280376487" sldId="2076139055"/>
            <ac:cxnSpMk id="49" creationId="{D4BE4D9F-DDF8-9CD8-148C-2EEDACE8DBAD}"/>
          </ac:cxnSpMkLst>
        </pc:cxnChg>
        <pc:cxnChg chg="add del mod">
          <ac:chgData name="Hironari Yamada" userId="e57621f8-ec3c-449e-bb19-001fffcc008e" providerId="ADAL" clId="{BC0BD879-F267-5CCA-8DEA-E3B2DD07DA4E}" dt="2026-07-21T04:21:00.329" v="4449" actId="478"/>
          <ac:cxnSpMkLst>
            <pc:docMk/>
            <pc:sldMk cId="4280376487" sldId="2076139055"/>
            <ac:cxnSpMk id="55" creationId="{5287C1F4-193E-0104-9F85-26DBEF09D56C}"/>
          </ac:cxnSpMkLst>
        </pc:cxnChg>
        <pc:cxnChg chg="add mod">
          <ac:chgData name="Hironari Yamada" userId="e57621f8-ec3c-449e-bb19-001fffcc008e" providerId="ADAL" clId="{BC0BD879-F267-5CCA-8DEA-E3B2DD07DA4E}" dt="2026-07-21T04:21:08.539" v="4452" actId="14100"/>
          <ac:cxnSpMkLst>
            <pc:docMk/>
            <pc:sldMk cId="4280376487" sldId="2076139055"/>
            <ac:cxnSpMk id="56" creationId="{886138B3-62F9-CDBA-4042-01B84761C1B6}"/>
          </ac:cxnSpMkLst>
        </pc:cxnChg>
        <pc:cxnChg chg="add mod">
          <ac:chgData name="Hironari Yamada" userId="e57621f8-ec3c-449e-bb19-001fffcc008e" providerId="ADAL" clId="{BC0BD879-F267-5CCA-8DEA-E3B2DD07DA4E}" dt="2026-07-21T04:23:33.662" v="4699" actId="692"/>
          <ac:cxnSpMkLst>
            <pc:docMk/>
            <pc:sldMk cId="4280376487" sldId="2076139055"/>
            <ac:cxnSpMk id="61" creationId="{DF7EBFA8-A1B3-3D12-341B-19296861D64C}"/>
          </ac:cxnSpMkLst>
        </pc:cxnChg>
        <pc:cxnChg chg="mod">
          <ac:chgData name="Hironari Yamada" userId="e57621f8-ec3c-449e-bb19-001fffcc008e" providerId="ADAL" clId="{BC0BD879-F267-5CCA-8DEA-E3B2DD07DA4E}" dt="2026-07-21T04:23:38.305" v="4700" actId="692"/>
          <ac:cxnSpMkLst>
            <pc:docMk/>
            <pc:sldMk cId="4280376487" sldId="2076139055"/>
            <ac:cxnSpMk id="66" creationId="{DE3E54D2-7C36-6601-5F78-273AADC89ED2}"/>
          </ac:cxnSpMkLst>
        </pc:cxnChg>
        <pc:cxnChg chg="add mod">
          <ac:chgData name="Hironari Yamada" userId="e57621f8-ec3c-449e-bb19-001fffcc008e" providerId="ADAL" clId="{BC0BD879-F267-5CCA-8DEA-E3B2DD07DA4E}" dt="2026-07-21T04:22:04.809" v="4468" actId="1076"/>
          <ac:cxnSpMkLst>
            <pc:docMk/>
            <pc:sldMk cId="4280376487" sldId="2076139055"/>
            <ac:cxnSpMk id="70" creationId="{37DFB749-C682-B894-74D1-C0BED09532A9}"/>
          </ac:cxnSpMkLst>
        </pc:cxnChg>
        <pc:cxnChg chg="add mod">
          <ac:chgData name="Hironari Yamada" userId="e57621f8-ec3c-449e-bb19-001fffcc008e" providerId="ADAL" clId="{BC0BD879-F267-5CCA-8DEA-E3B2DD07DA4E}" dt="2026-07-21T04:23:27.433" v="4698" actId="692"/>
          <ac:cxnSpMkLst>
            <pc:docMk/>
            <pc:sldMk cId="4280376487" sldId="2076139055"/>
            <ac:cxnSpMk id="71" creationId="{5D0BC511-E5A3-B07A-721B-B4BD516B09C5}"/>
          </ac:cxnSpMkLst>
        </pc:cxnChg>
      </pc:sldChg>
      <pc:sldChg chg="addSp delSp modSp add mod">
        <pc:chgData name="Hironari Yamada" userId="e57621f8-ec3c-449e-bb19-001fffcc008e" providerId="ADAL" clId="{BC0BD879-F267-5CCA-8DEA-E3B2DD07DA4E}" dt="2026-07-21T05:26:55.586" v="7202" actId="1076"/>
        <pc:sldMkLst>
          <pc:docMk/>
          <pc:sldMk cId="278462375" sldId="2076139056"/>
        </pc:sldMkLst>
        <pc:spChg chg="mod">
          <ac:chgData name="Hironari Yamada" userId="e57621f8-ec3c-449e-bb19-001fffcc008e" providerId="ADAL" clId="{BC0BD879-F267-5CCA-8DEA-E3B2DD07DA4E}" dt="2026-07-21T05:25:19.320" v="6918" actId="404"/>
          <ac:spMkLst>
            <pc:docMk/>
            <pc:sldMk cId="278462375" sldId="2076139056"/>
            <ac:spMk id="3" creationId="{4C1AAD0B-2E64-92A2-8069-8108D2AA147D}"/>
          </ac:spMkLst>
        </pc:spChg>
        <pc:spChg chg="mod">
          <ac:chgData name="Hironari Yamada" userId="e57621f8-ec3c-449e-bb19-001fffcc008e" providerId="ADAL" clId="{BC0BD879-F267-5CCA-8DEA-E3B2DD07DA4E}" dt="2026-07-21T05:16:15.417" v="6152" actId="1076"/>
          <ac:spMkLst>
            <pc:docMk/>
            <pc:sldMk cId="278462375" sldId="2076139056"/>
            <ac:spMk id="6" creationId="{4C1D24E4-DDFB-4568-9A3F-9B6BB290F564}"/>
          </ac:spMkLst>
        </pc:spChg>
        <pc:spChg chg="mod">
          <ac:chgData name="Hironari Yamada" userId="e57621f8-ec3c-449e-bb19-001fffcc008e" providerId="ADAL" clId="{BC0BD879-F267-5CCA-8DEA-E3B2DD07DA4E}" dt="2026-07-21T04:48:10.524" v="5125" actId="20577"/>
          <ac:spMkLst>
            <pc:docMk/>
            <pc:sldMk cId="278462375" sldId="2076139056"/>
            <ac:spMk id="9" creationId="{5F1DE944-A305-FA36-503D-89835E3816F7}"/>
          </ac:spMkLst>
        </pc:spChg>
        <pc:spChg chg="add mod">
          <ac:chgData name="Hironari Yamada" userId="e57621f8-ec3c-449e-bb19-001fffcc008e" providerId="ADAL" clId="{BC0BD879-F267-5CCA-8DEA-E3B2DD07DA4E}" dt="2026-07-21T05:23:52.922" v="6817" actId="1035"/>
          <ac:spMkLst>
            <pc:docMk/>
            <pc:sldMk cId="278462375" sldId="2076139056"/>
            <ac:spMk id="10" creationId="{ECA3C6A1-928C-1317-D401-0196AE46D3DC}"/>
          </ac:spMkLst>
        </pc:spChg>
        <pc:spChg chg="add mod">
          <ac:chgData name="Hironari Yamada" userId="e57621f8-ec3c-449e-bb19-001fffcc008e" providerId="ADAL" clId="{BC0BD879-F267-5CCA-8DEA-E3B2DD07DA4E}" dt="2026-07-21T05:23:52.922" v="6817" actId="1035"/>
          <ac:spMkLst>
            <pc:docMk/>
            <pc:sldMk cId="278462375" sldId="2076139056"/>
            <ac:spMk id="12" creationId="{789B4E9A-8483-0219-9C6A-2D40BF02C55C}"/>
          </ac:spMkLst>
        </pc:spChg>
        <pc:spChg chg="del">
          <ac:chgData name="Hironari Yamada" userId="e57621f8-ec3c-449e-bb19-001fffcc008e" providerId="ADAL" clId="{BC0BD879-F267-5CCA-8DEA-E3B2DD07DA4E}" dt="2026-07-21T04:47:47.060" v="5097" actId="478"/>
          <ac:spMkLst>
            <pc:docMk/>
            <pc:sldMk cId="278462375" sldId="2076139056"/>
            <ac:spMk id="14" creationId="{91FB24DC-54A7-4A96-91A9-E516117CFE37}"/>
          </ac:spMkLst>
        </pc:spChg>
        <pc:spChg chg="del">
          <ac:chgData name="Hironari Yamada" userId="e57621f8-ec3c-449e-bb19-001fffcc008e" providerId="ADAL" clId="{BC0BD879-F267-5CCA-8DEA-E3B2DD07DA4E}" dt="2026-07-21T04:47:47.060" v="5097" actId="478"/>
          <ac:spMkLst>
            <pc:docMk/>
            <pc:sldMk cId="278462375" sldId="2076139056"/>
            <ac:spMk id="17" creationId="{021FB329-77DD-24FC-C277-D87C157B4651}"/>
          </ac:spMkLst>
        </pc:spChg>
        <pc:spChg chg="add mod">
          <ac:chgData name="Hironari Yamada" userId="e57621f8-ec3c-449e-bb19-001fffcc008e" providerId="ADAL" clId="{BC0BD879-F267-5CCA-8DEA-E3B2DD07DA4E}" dt="2026-07-21T05:07:57.322" v="6077" actId="1036"/>
          <ac:spMkLst>
            <pc:docMk/>
            <pc:sldMk cId="278462375" sldId="2076139056"/>
            <ac:spMk id="20" creationId="{D05CE5DB-3798-3FB3-BAD7-02FE8FBDEBB0}"/>
          </ac:spMkLst>
        </pc:spChg>
        <pc:spChg chg="add mod">
          <ac:chgData name="Hironari Yamada" userId="e57621f8-ec3c-449e-bb19-001fffcc008e" providerId="ADAL" clId="{BC0BD879-F267-5CCA-8DEA-E3B2DD07DA4E}" dt="2026-07-21T05:23:52.922" v="6817" actId="1035"/>
          <ac:spMkLst>
            <pc:docMk/>
            <pc:sldMk cId="278462375" sldId="2076139056"/>
            <ac:spMk id="21" creationId="{4A6EF7AB-EB1F-B8FB-69CE-CE2B4EB8377A}"/>
          </ac:spMkLst>
        </pc:spChg>
        <pc:spChg chg="del">
          <ac:chgData name="Hironari Yamada" userId="e57621f8-ec3c-449e-bb19-001fffcc008e" providerId="ADAL" clId="{BC0BD879-F267-5CCA-8DEA-E3B2DD07DA4E}" dt="2026-07-21T04:47:47.060" v="5097" actId="478"/>
          <ac:spMkLst>
            <pc:docMk/>
            <pc:sldMk cId="278462375" sldId="2076139056"/>
            <ac:spMk id="22" creationId="{E6E32889-E333-8530-C093-D59EE6A1066D}"/>
          </ac:spMkLst>
        </pc:spChg>
        <pc:spChg chg="del">
          <ac:chgData name="Hironari Yamada" userId="e57621f8-ec3c-449e-bb19-001fffcc008e" providerId="ADAL" clId="{BC0BD879-F267-5CCA-8DEA-E3B2DD07DA4E}" dt="2026-07-21T04:47:47.060" v="5097" actId="478"/>
          <ac:spMkLst>
            <pc:docMk/>
            <pc:sldMk cId="278462375" sldId="2076139056"/>
            <ac:spMk id="23" creationId="{E889418A-4D7C-EC8D-746D-01465BEBD9DE}"/>
          </ac:spMkLst>
        </pc:spChg>
        <pc:spChg chg="add mod">
          <ac:chgData name="Hironari Yamada" userId="e57621f8-ec3c-449e-bb19-001fffcc008e" providerId="ADAL" clId="{BC0BD879-F267-5CCA-8DEA-E3B2DD07DA4E}" dt="2026-07-21T05:07:57.322" v="6077" actId="1036"/>
          <ac:spMkLst>
            <pc:docMk/>
            <pc:sldMk cId="278462375" sldId="2076139056"/>
            <ac:spMk id="24" creationId="{7A2361F4-59F1-80B0-40D5-473DA1BB9944}"/>
          </ac:spMkLst>
        </pc:spChg>
        <pc:spChg chg="add mod">
          <ac:chgData name="Hironari Yamada" userId="e57621f8-ec3c-449e-bb19-001fffcc008e" providerId="ADAL" clId="{BC0BD879-F267-5CCA-8DEA-E3B2DD07DA4E}" dt="2026-07-21T05:07:57.322" v="6077" actId="1036"/>
          <ac:spMkLst>
            <pc:docMk/>
            <pc:sldMk cId="278462375" sldId="2076139056"/>
            <ac:spMk id="25" creationId="{0E336D4D-36D2-A636-747F-D7A29CDEDEB5}"/>
          </ac:spMkLst>
        </pc:spChg>
        <pc:spChg chg="add mod">
          <ac:chgData name="Hironari Yamada" userId="e57621f8-ec3c-449e-bb19-001fffcc008e" providerId="ADAL" clId="{BC0BD879-F267-5CCA-8DEA-E3B2DD07DA4E}" dt="2026-07-21T05:23:52.922" v="6817" actId="1035"/>
          <ac:spMkLst>
            <pc:docMk/>
            <pc:sldMk cId="278462375" sldId="2076139056"/>
            <ac:spMk id="29" creationId="{0AFE75D5-5A8F-E617-5613-CF53FD6BEF53}"/>
          </ac:spMkLst>
        </pc:spChg>
        <pc:spChg chg="del">
          <ac:chgData name="Hironari Yamada" userId="e57621f8-ec3c-449e-bb19-001fffcc008e" providerId="ADAL" clId="{BC0BD879-F267-5CCA-8DEA-E3B2DD07DA4E}" dt="2026-07-21T04:47:47.060" v="5097" actId="478"/>
          <ac:spMkLst>
            <pc:docMk/>
            <pc:sldMk cId="278462375" sldId="2076139056"/>
            <ac:spMk id="31" creationId="{4ACA4DC6-79DA-4D15-4593-115AA08040A7}"/>
          </ac:spMkLst>
        </pc:spChg>
        <pc:spChg chg="del">
          <ac:chgData name="Hironari Yamada" userId="e57621f8-ec3c-449e-bb19-001fffcc008e" providerId="ADAL" clId="{BC0BD879-F267-5CCA-8DEA-E3B2DD07DA4E}" dt="2026-07-21T04:47:47.060" v="5097" actId="478"/>
          <ac:spMkLst>
            <pc:docMk/>
            <pc:sldMk cId="278462375" sldId="2076139056"/>
            <ac:spMk id="33" creationId="{380498E0-B1CA-6218-103B-6D0FE0C22E79}"/>
          </ac:spMkLst>
        </pc:spChg>
        <pc:spChg chg="del">
          <ac:chgData name="Hironari Yamada" userId="e57621f8-ec3c-449e-bb19-001fffcc008e" providerId="ADAL" clId="{BC0BD879-F267-5CCA-8DEA-E3B2DD07DA4E}" dt="2026-07-21T04:47:47.060" v="5097" actId="478"/>
          <ac:spMkLst>
            <pc:docMk/>
            <pc:sldMk cId="278462375" sldId="2076139056"/>
            <ac:spMk id="37" creationId="{3773FF3E-7D6F-CA71-C1C5-F76BF25F38CF}"/>
          </ac:spMkLst>
        </pc:spChg>
        <pc:spChg chg="add mod">
          <ac:chgData name="Hironari Yamada" userId="e57621f8-ec3c-449e-bb19-001fffcc008e" providerId="ADAL" clId="{BC0BD879-F267-5CCA-8DEA-E3B2DD07DA4E}" dt="2026-07-21T05:23:52.922" v="6817" actId="1035"/>
          <ac:spMkLst>
            <pc:docMk/>
            <pc:sldMk cId="278462375" sldId="2076139056"/>
            <ac:spMk id="39" creationId="{B3D93FA5-F04F-A803-4F64-99D2C80E0489}"/>
          </ac:spMkLst>
        </pc:spChg>
        <pc:spChg chg="add mod">
          <ac:chgData name="Hironari Yamada" userId="e57621f8-ec3c-449e-bb19-001fffcc008e" providerId="ADAL" clId="{BC0BD879-F267-5CCA-8DEA-E3B2DD07DA4E}" dt="2026-07-21T05:07:57.322" v="6077" actId="1036"/>
          <ac:spMkLst>
            <pc:docMk/>
            <pc:sldMk cId="278462375" sldId="2076139056"/>
            <ac:spMk id="41" creationId="{88DAFAC6-5EB4-FE85-CBEE-605B149533D1}"/>
          </ac:spMkLst>
        </pc:spChg>
        <pc:spChg chg="add mod">
          <ac:chgData name="Hironari Yamada" userId="e57621f8-ec3c-449e-bb19-001fffcc008e" providerId="ADAL" clId="{BC0BD879-F267-5CCA-8DEA-E3B2DD07DA4E}" dt="2026-07-21T05:07:57.322" v="6077" actId="1036"/>
          <ac:spMkLst>
            <pc:docMk/>
            <pc:sldMk cId="278462375" sldId="2076139056"/>
            <ac:spMk id="42" creationId="{7C3E7EA4-C4AB-C9FB-FBEB-B28E781C2D7D}"/>
          </ac:spMkLst>
        </pc:spChg>
        <pc:spChg chg="del">
          <ac:chgData name="Hironari Yamada" userId="e57621f8-ec3c-449e-bb19-001fffcc008e" providerId="ADAL" clId="{BC0BD879-F267-5CCA-8DEA-E3B2DD07DA4E}" dt="2026-07-21T04:47:47.060" v="5097" actId="478"/>
          <ac:spMkLst>
            <pc:docMk/>
            <pc:sldMk cId="278462375" sldId="2076139056"/>
            <ac:spMk id="52" creationId="{D1D5C27C-EE2E-D2B2-3842-420D34DE84B1}"/>
          </ac:spMkLst>
        </pc:spChg>
        <pc:spChg chg="add mod">
          <ac:chgData name="Hironari Yamada" userId="e57621f8-ec3c-449e-bb19-001fffcc008e" providerId="ADAL" clId="{BC0BD879-F267-5CCA-8DEA-E3B2DD07DA4E}" dt="2026-07-21T05:07:57.322" v="6077" actId="1036"/>
          <ac:spMkLst>
            <pc:docMk/>
            <pc:sldMk cId="278462375" sldId="2076139056"/>
            <ac:spMk id="55" creationId="{A750D44B-F45B-F081-1551-1F88B72977BA}"/>
          </ac:spMkLst>
        </pc:spChg>
        <pc:spChg chg="del">
          <ac:chgData name="Hironari Yamada" userId="e57621f8-ec3c-449e-bb19-001fffcc008e" providerId="ADAL" clId="{BC0BD879-F267-5CCA-8DEA-E3B2DD07DA4E}" dt="2026-07-21T04:47:47.060" v="5097" actId="478"/>
          <ac:spMkLst>
            <pc:docMk/>
            <pc:sldMk cId="278462375" sldId="2076139056"/>
            <ac:spMk id="59" creationId="{2D6E4D91-3F26-4305-8875-38AB9022274E}"/>
          </ac:spMkLst>
        </pc:spChg>
        <pc:spChg chg="del">
          <ac:chgData name="Hironari Yamada" userId="e57621f8-ec3c-449e-bb19-001fffcc008e" providerId="ADAL" clId="{BC0BD879-F267-5CCA-8DEA-E3B2DD07DA4E}" dt="2026-07-21T04:47:47.060" v="5097" actId="478"/>
          <ac:spMkLst>
            <pc:docMk/>
            <pc:sldMk cId="278462375" sldId="2076139056"/>
            <ac:spMk id="60" creationId="{C7048451-3545-1D1F-4BC6-051D67C934B9}"/>
          </ac:spMkLst>
        </pc:spChg>
        <pc:spChg chg="add mod">
          <ac:chgData name="Hironari Yamada" userId="e57621f8-ec3c-449e-bb19-001fffcc008e" providerId="ADAL" clId="{BC0BD879-F267-5CCA-8DEA-E3B2DD07DA4E}" dt="2026-07-21T05:23:52.922" v="6817" actId="1035"/>
          <ac:spMkLst>
            <pc:docMk/>
            <pc:sldMk cId="278462375" sldId="2076139056"/>
            <ac:spMk id="64" creationId="{AFA9634C-2F9B-267D-13D7-2DA36A8F2A93}"/>
          </ac:spMkLst>
        </pc:spChg>
        <pc:spChg chg="add mod">
          <ac:chgData name="Hironari Yamada" userId="e57621f8-ec3c-449e-bb19-001fffcc008e" providerId="ADAL" clId="{BC0BD879-F267-5CCA-8DEA-E3B2DD07DA4E}" dt="2026-07-21T05:08:47.469" v="6078"/>
          <ac:spMkLst>
            <pc:docMk/>
            <pc:sldMk cId="278462375" sldId="2076139056"/>
            <ac:spMk id="65" creationId="{B8163C85-D558-8504-DDAA-7F79D5492999}"/>
          </ac:spMkLst>
        </pc:spChg>
        <pc:spChg chg="add mod">
          <ac:chgData name="Hironari Yamada" userId="e57621f8-ec3c-449e-bb19-001fffcc008e" providerId="ADAL" clId="{BC0BD879-F267-5CCA-8DEA-E3B2DD07DA4E}" dt="2026-07-21T05:08:47.469" v="6078"/>
          <ac:spMkLst>
            <pc:docMk/>
            <pc:sldMk cId="278462375" sldId="2076139056"/>
            <ac:spMk id="72" creationId="{F99329DB-2D1C-9C8C-BD5F-AF5EF1DF58E0}"/>
          </ac:spMkLst>
        </pc:spChg>
        <pc:spChg chg="add mod">
          <ac:chgData name="Hironari Yamada" userId="e57621f8-ec3c-449e-bb19-001fffcc008e" providerId="ADAL" clId="{BC0BD879-F267-5CCA-8DEA-E3B2DD07DA4E}" dt="2026-07-21T05:08:47.469" v="6078"/>
          <ac:spMkLst>
            <pc:docMk/>
            <pc:sldMk cId="278462375" sldId="2076139056"/>
            <ac:spMk id="73" creationId="{6CD758D8-7BA3-A277-6DF4-94F263B30A5C}"/>
          </ac:spMkLst>
        </pc:spChg>
        <pc:spChg chg="add mod">
          <ac:chgData name="Hironari Yamada" userId="e57621f8-ec3c-449e-bb19-001fffcc008e" providerId="ADAL" clId="{BC0BD879-F267-5CCA-8DEA-E3B2DD07DA4E}" dt="2026-07-21T05:08:47.469" v="6078"/>
          <ac:spMkLst>
            <pc:docMk/>
            <pc:sldMk cId="278462375" sldId="2076139056"/>
            <ac:spMk id="74" creationId="{F4105283-006F-69C7-D0C5-298835521C08}"/>
          </ac:spMkLst>
        </pc:spChg>
        <pc:spChg chg="add mod">
          <ac:chgData name="Hironari Yamada" userId="e57621f8-ec3c-449e-bb19-001fffcc008e" providerId="ADAL" clId="{BC0BD879-F267-5CCA-8DEA-E3B2DD07DA4E}" dt="2026-07-21T05:08:47.469" v="6078"/>
          <ac:spMkLst>
            <pc:docMk/>
            <pc:sldMk cId="278462375" sldId="2076139056"/>
            <ac:spMk id="75" creationId="{2ED90FB6-7634-0297-7633-D645D68972ED}"/>
          </ac:spMkLst>
        </pc:spChg>
        <pc:spChg chg="add mod">
          <ac:chgData name="Hironari Yamada" userId="e57621f8-ec3c-449e-bb19-001fffcc008e" providerId="ADAL" clId="{BC0BD879-F267-5CCA-8DEA-E3B2DD07DA4E}" dt="2026-07-21T05:08:47.469" v="6078"/>
          <ac:spMkLst>
            <pc:docMk/>
            <pc:sldMk cId="278462375" sldId="2076139056"/>
            <ac:spMk id="77" creationId="{EDF51D6E-399C-2D99-0268-5F9D82B583E7}"/>
          </ac:spMkLst>
        </pc:spChg>
        <pc:spChg chg="add mod">
          <ac:chgData name="Hironari Yamada" userId="e57621f8-ec3c-449e-bb19-001fffcc008e" providerId="ADAL" clId="{BC0BD879-F267-5CCA-8DEA-E3B2DD07DA4E}" dt="2026-07-21T05:08:47.469" v="6078"/>
          <ac:spMkLst>
            <pc:docMk/>
            <pc:sldMk cId="278462375" sldId="2076139056"/>
            <ac:spMk id="81" creationId="{9641A86D-9CB2-96CD-54D2-2D50CA261D88}"/>
          </ac:spMkLst>
        </pc:spChg>
        <pc:spChg chg="add mod">
          <ac:chgData name="Hironari Yamada" userId="e57621f8-ec3c-449e-bb19-001fffcc008e" providerId="ADAL" clId="{BC0BD879-F267-5CCA-8DEA-E3B2DD07DA4E}" dt="2026-07-21T05:08:47.469" v="6078"/>
          <ac:spMkLst>
            <pc:docMk/>
            <pc:sldMk cId="278462375" sldId="2076139056"/>
            <ac:spMk id="82" creationId="{AEA6F765-4E2A-DC9A-14A0-4B392CB160F0}"/>
          </ac:spMkLst>
        </pc:spChg>
        <pc:spChg chg="add mod">
          <ac:chgData name="Hironari Yamada" userId="e57621f8-ec3c-449e-bb19-001fffcc008e" providerId="ADAL" clId="{BC0BD879-F267-5CCA-8DEA-E3B2DD07DA4E}" dt="2026-07-21T05:08:47.469" v="6078"/>
          <ac:spMkLst>
            <pc:docMk/>
            <pc:sldMk cId="278462375" sldId="2076139056"/>
            <ac:spMk id="87" creationId="{DA9BB480-5438-9876-D2A6-7B72C5C0E414}"/>
          </ac:spMkLst>
        </pc:spChg>
        <pc:spChg chg="add mod">
          <ac:chgData name="Hironari Yamada" userId="e57621f8-ec3c-449e-bb19-001fffcc008e" providerId="ADAL" clId="{BC0BD879-F267-5CCA-8DEA-E3B2DD07DA4E}" dt="2026-07-21T05:08:47.469" v="6078"/>
          <ac:spMkLst>
            <pc:docMk/>
            <pc:sldMk cId="278462375" sldId="2076139056"/>
            <ac:spMk id="89" creationId="{FED5AF91-116A-7D08-D732-CCFE4CA4274F}"/>
          </ac:spMkLst>
        </pc:spChg>
        <pc:spChg chg="add mod">
          <ac:chgData name="Hironari Yamada" userId="e57621f8-ec3c-449e-bb19-001fffcc008e" providerId="ADAL" clId="{BC0BD879-F267-5CCA-8DEA-E3B2DD07DA4E}" dt="2026-07-21T05:09:28.210" v="6087" actId="14100"/>
          <ac:spMkLst>
            <pc:docMk/>
            <pc:sldMk cId="278462375" sldId="2076139056"/>
            <ac:spMk id="90" creationId="{E0C6EC6E-9A53-83F6-932C-25A04837DA90}"/>
          </ac:spMkLst>
        </pc:spChg>
        <pc:spChg chg="add mod">
          <ac:chgData name="Hironari Yamada" userId="e57621f8-ec3c-449e-bb19-001fffcc008e" providerId="ADAL" clId="{BC0BD879-F267-5CCA-8DEA-E3B2DD07DA4E}" dt="2026-07-21T05:09:30.884" v="6088" actId="1076"/>
          <ac:spMkLst>
            <pc:docMk/>
            <pc:sldMk cId="278462375" sldId="2076139056"/>
            <ac:spMk id="91" creationId="{6D37B885-EDB5-6643-08C8-A3621C64DFE2}"/>
          </ac:spMkLst>
        </pc:spChg>
        <pc:spChg chg="add mod">
          <ac:chgData name="Hironari Yamada" userId="e57621f8-ec3c-449e-bb19-001fffcc008e" providerId="ADAL" clId="{BC0BD879-F267-5CCA-8DEA-E3B2DD07DA4E}" dt="2026-07-21T05:16:27.643" v="6156" actId="14100"/>
          <ac:spMkLst>
            <pc:docMk/>
            <pc:sldMk cId="278462375" sldId="2076139056"/>
            <ac:spMk id="92" creationId="{A1882300-72DA-C1F1-6B68-D646A30864FC}"/>
          </ac:spMkLst>
        </pc:spChg>
        <pc:spChg chg="add mod">
          <ac:chgData name="Hironari Yamada" userId="e57621f8-ec3c-449e-bb19-001fffcc008e" providerId="ADAL" clId="{BC0BD879-F267-5CCA-8DEA-E3B2DD07DA4E}" dt="2026-07-21T05:16:36.234" v="6161" actId="1076"/>
          <ac:spMkLst>
            <pc:docMk/>
            <pc:sldMk cId="278462375" sldId="2076139056"/>
            <ac:spMk id="93" creationId="{B3CD571E-EE85-ABD5-DAE3-DEBA080381D7}"/>
          </ac:spMkLst>
        </pc:spChg>
        <pc:spChg chg="add mod">
          <ac:chgData name="Hironari Yamada" userId="e57621f8-ec3c-449e-bb19-001fffcc008e" providerId="ADAL" clId="{BC0BD879-F267-5CCA-8DEA-E3B2DD07DA4E}" dt="2026-07-21T05:10:00.761" v="6104" actId="1038"/>
          <ac:spMkLst>
            <pc:docMk/>
            <pc:sldMk cId="278462375" sldId="2076139056"/>
            <ac:spMk id="94" creationId="{57330E63-8F98-9390-313A-B075BD111B01}"/>
          </ac:spMkLst>
        </pc:spChg>
        <pc:spChg chg="add mod">
          <ac:chgData name="Hironari Yamada" userId="e57621f8-ec3c-449e-bb19-001fffcc008e" providerId="ADAL" clId="{BC0BD879-F267-5CCA-8DEA-E3B2DD07DA4E}" dt="2026-07-21T05:10:00.761" v="6104" actId="1038"/>
          <ac:spMkLst>
            <pc:docMk/>
            <pc:sldMk cId="278462375" sldId="2076139056"/>
            <ac:spMk id="95" creationId="{A398352E-EA83-8B60-F9E8-6BE4370211E1}"/>
          </ac:spMkLst>
        </pc:spChg>
        <pc:spChg chg="mod">
          <ac:chgData name="Hironari Yamada" userId="e57621f8-ec3c-449e-bb19-001fffcc008e" providerId="ADAL" clId="{BC0BD879-F267-5CCA-8DEA-E3B2DD07DA4E}" dt="2026-07-21T05:19:00.763" v="6243" actId="14100"/>
          <ac:spMkLst>
            <pc:docMk/>
            <pc:sldMk cId="278462375" sldId="2076139056"/>
            <ac:spMk id="97" creationId="{2D01430F-5A27-D65B-D2D4-EBC86EA21FFD}"/>
          </ac:spMkLst>
        </pc:spChg>
        <pc:spChg chg="mod">
          <ac:chgData name="Hironari Yamada" userId="e57621f8-ec3c-449e-bb19-001fffcc008e" providerId="ADAL" clId="{BC0BD879-F267-5CCA-8DEA-E3B2DD07DA4E}" dt="2026-07-21T05:19:37.925" v="6328" actId="20577"/>
          <ac:spMkLst>
            <pc:docMk/>
            <pc:sldMk cId="278462375" sldId="2076139056"/>
            <ac:spMk id="99" creationId="{ED26BD99-EEC4-9371-8529-A830C7AEE1D1}"/>
          </ac:spMkLst>
        </pc:spChg>
        <pc:spChg chg="add mod">
          <ac:chgData name="Hironari Yamada" userId="e57621f8-ec3c-449e-bb19-001fffcc008e" providerId="ADAL" clId="{BC0BD879-F267-5CCA-8DEA-E3B2DD07DA4E}" dt="2026-07-21T05:18:12.035" v="6228" actId="1076"/>
          <ac:spMkLst>
            <pc:docMk/>
            <pc:sldMk cId="278462375" sldId="2076139056"/>
            <ac:spMk id="100" creationId="{F57096FA-11E7-92D6-B72B-8D4CBE2EA4F3}"/>
          </ac:spMkLst>
        </pc:spChg>
        <pc:spChg chg="add mod">
          <ac:chgData name="Hironari Yamada" userId="e57621f8-ec3c-449e-bb19-001fffcc008e" providerId="ADAL" clId="{BC0BD879-F267-5CCA-8DEA-E3B2DD07DA4E}" dt="2026-07-21T05:18:12.035" v="6228" actId="1076"/>
          <ac:spMkLst>
            <pc:docMk/>
            <pc:sldMk cId="278462375" sldId="2076139056"/>
            <ac:spMk id="101" creationId="{B39AF2FC-234D-26C7-E7CC-BEAEDF2A7EF3}"/>
          </ac:spMkLst>
        </pc:spChg>
        <pc:spChg chg="add mod">
          <ac:chgData name="Hironari Yamada" userId="e57621f8-ec3c-449e-bb19-001fffcc008e" providerId="ADAL" clId="{BC0BD879-F267-5CCA-8DEA-E3B2DD07DA4E}" dt="2026-07-21T05:23:52.922" v="6817" actId="1035"/>
          <ac:spMkLst>
            <pc:docMk/>
            <pc:sldMk cId="278462375" sldId="2076139056"/>
            <ac:spMk id="105" creationId="{7BEF6A57-A17B-9CA0-2545-3568A923B887}"/>
          </ac:spMkLst>
        </pc:spChg>
        <pc:spChg chg="add mod">
          <ac:chgData name="Hironari Yamada" userId="e57621f8-ec3c-449e-bb19-001fffcc008e" providerId="ADAL" clId="{BC0BD879-F267-5CCA-8DEA-E3B2DD07DA4E}" dt="2026-07-21T05:23:48.865" v="6815" actId="20577"/>
          <ac:spMkLst>
            <pc:docMk/>
            <pc:sldMk cId="278462375" sldId="2076139056"/>
            <ac:spMk id="107" creationId="{6C6DC4E5-2EB5-74FB-EB67-56BCE7012766}"/>
          </ac:spMkLst>
        </pc:spChg>
        <pc:spChg chg="add mod">
          <ac:chgData name="Hironari Yamada" userId="e57621f8-ec3c-449e-bb19-001fffcc008e" providerId="ADAL" clId="{BC0BD879-F267-5CCA-8DEA-E3B2DD07DA4E}" dt="2026-07-21T05:17:44.155" v="6222" actId="1076"/>
          <ac:spMkLst>
            <pc:docMk/>
            <pc:sldMk cId="278462375" sldId="2076139056"/>
            <ac:spMk id="108" creationId="{8C43D419-30F6-1FC8-E4C1-47B3915BCB01}"/>
          </ac:spMkLst>
        </pc:spChg>
        <pc:spChg chg="add mod">
          <ac:chgData name="Hironari Yamada" userId="e57621f8-ec3c-449e-bb19-001fffcc008e" providerId="ADAL" clId="{BC0BD879-F267-5CCA-8DEA-E3B2DD07DA4E}" dt="2026-07-21T05:17:44.155" v="6222" actId="1076"/>
          <ac:spMkLst>
            <pc:docMk/>
            <pc:sldMk cId="278462375" sldId="2076139056"/>
            <ac:spMk id="110" creationId="{97D5A877-34A8-FFF1-3A83-E771430DA3B9}"/>
          </ac:spMkLst>
        </pc:spChg>
        <pc:spChg chg="add mod">
          <ac:chgData name="Hironari Yamada" userId="e57621f8-ec3c-449e-bb19-001fffcc008e" providerId="ADAL" clId="{BC0BD879-F267-5CCA-8DEA-E3B2DD07DA4E}" dt="2026-07-21T05:17:18.504" v="6209" actId="1076"/>
          <ac:spMkLst>
            <pc:docMk/>
            <pc:sldMk cId="278462375" sldId="2076139056"/>
            <ac:spMk id="111" creationId="{67FDB141-0BC1-E7EC-5551-5097B3CF9EA6}"/>
          </ac:spMkLst>
        </pc:spChg>
        <pc:spChg chg="add mod">
          <ac:chgData name="Hironari Yamada" userId="e57621f8-ec3c-449e-bb19-001fffcc008e" providerId="ADAL" clId="{BC0BD879-F267-5CCA-8DEA-E3B2DD07DA4E}" dt="2026-07-21T05:23:52.922" v="6817" actId="1035"/>
          <ac:spMkLst>
            <pc:docMk/>
            <pc:sldMk cId="278462375" sldId="2076139056"/>
            <ac:spMk id="112" creationId="{3ECE9CF3-8634-12A2-A249-8AA8AD724BF5}"/>
          </ac:spMkLst>
        </pc:spChg>
        <pc:spChg chg="add del mod">
          <ac:chgData name="Hironari Yamada" userId="e57621f8-ec3c-449e-bb19-001fffcc008e" providerId="ADAL" clId="{BC0BD879-F267-5CCA-8DEA-E3B2DD07DA4E}" dt="2026-07-21T05:17:48.072" v="6225"/>
          <ac:spMkLst>
            <pc:docMk/>
            <pc:sldMk cId="278462375" sldId="2076139056"/>
            <ac:spMk id="113" creationId="{C03B977E-26FE-A86C-4A97-7222D89A8E47}"/>
          </ac:spMkLst>
        </pc:spChg>
        <pc:spChg chg="add del mod">
          <ac:chgData name="Hironari Yamada" userId="e57621f8-ec3c-449e-bb19-001fffcc008e" providerId="ADAL" clId="{BC0BD879-F267-5CCA-8DEA-E3B2DD07DA4E}" dt="2026-07-21T05:19:50.279" v="6335"/>
          <ac:spMkLst>
            <pc:docMk/>
            <pc:sldMk cId="278462375" sldId="2076139056"/>
            <ac:spMk id="122" creationId="{C1059420-E56B-6DBF-40F3-B28261FB3380}"/>
          </ac:spMkLst>
        </pc:spChg>
        <pc:spChg chg="add mod">
          <ac:chgData name="Hironari Yamada" userId="e57621f8-ec3c-449e-bb19-001fffcc008e" providerId="ADAL" clId="{BC0BD879-F267-5CCA-8DEA-E3B2DD07DA4E}" dt="2026-07-21T05:23:52.922" v="6817" actId="1035"/>
          <ac:spMkLst>
            <pc:docMk/>
            <pc:sldMk cId="278462375" sldId="2076139056"/>
            <ac:spMk id="123" creationId="{0BA95B5C-8AD3-2B4E-C001-0B3F7E913422}"/>
          </ac:spMkLst>
        </pc:spChg>
        <pc:spChg chg="add mod">
          <ac:chgData name="Hironari Yamada" userId="e57621f8-ec3c-449e-bb19-001fffcc008e" providerId="ADAL" clId="{BC0BD879-F267-5CCA-8DEA-E3B2DD07DA4E}" dt="2026-07-21T05:23:52.922" v="6817" actId="1035"/>
          <ac:spMkLst>
            <pc:docMk/>
            <pc:sldMk cId="278462375" sldId="2076139056"/>
            <ac:spMk id="126" creationId="{31B276E8-9A29-7842-CED1-1062D74CB0F1}"/>
          </ac:spMkLst>
        </pc:spChg>
        <pc:spChg chg="add mod">
          <ac:chgData name="Hironari Yamada" userId="e57621f8-ec3c-449e-bb19-001fffcc008e" providerId="ADAL" clId="{BC0BD879-F267-5CCA-8DEA-E3B2DD07DA4E}" dt="2026-07-21T05:25:24.812" v="6919" actId="404"/>
          <ac:spMkLst>
            <pc:docMk/>
            <pc:sldMk cId="278462375" sldId="2076139056"/>
            <ac:spMk id="127" creationId="{2D51D66F-1834-D692-5CA2-987E30B4356E}"/>
          </ac:spMkLst>
        </pc:spChg>
        <pc:spChg chg="add mod">
          <ac:chgData name="Hironari Yamada" userId="e57621f8-ec3c-449e-bb19-001fffcc008e" providerId="ADAL" clId="{BC0BD879-F267-5CCA-8DEA-E3B2DD07DA4E}" dt="2026-07-21T05:25:44.797" v="6968" actId="20577"/>
          <ac:spMkLst>
            <pc:docMk/>
            <pc:sldMk cId="278462375" sldId="2076139056"/>
            <ac:spMk id="128" creationId="{C0D4635A-F8F2-6937-5176-1D8C4C4BB772}"/>
          </ac:spMkLst>
        </pc:spChg>
        <pc:spChg chg="add del">
          <ac:chgData name="Hironari Yamada" userId="e57621f8-ec3c-449e-bb19-001fffcc008e" providerId="ADAL" clId="{BC0BD879-F267-5CCA-8DEA-E3B2DD07DA4E}" dt="2026-07-21T05:25:10.125" v="6912" actId="22"/>
          <ac:spMkLst>
            <pc:docMk/>
            <pc:sldMk cId="278462375" sldId="2076139056"/>
            <ac:spMk id="130" creationId="{BF24CE80-A4A3-71A0-44A6-66349B505629}"/>
          </ac:spMkLst>
        </pc:spChg>
        <pc:spChg chg="add mod">
          <ac:chgData name="Hironari Yamada" userId="e57621f8-ec3c-449e-bb19-001fffcc008e" providerId="ADAL" clId="{BC0BD879-F267-5CCA-8DEA-E3B2DD07DA4E}" dt="2026-07-21T05:26:55.586" v="7202" actId="1076"/>
          <ac:spMkLst>
            <pc:docMk/>
            <pc:sldMk cId="278462375" sldId="2076139056"/>
            <ac:spMk id="131" creationId="{53898C18-0109-8B4E-B6C1-ABFA9F5F81D4}"/>
          </ac:spMkLst>
        </pc:spChg>
        <pc:cxnChg chg="add mod">
          <ac:chgData name="Hironari Yamada" userId="e57621f8-ec3c-449e-bb19-001fffcc008e" providerId="ADAL" clId="{BC0BD879-F267-5CCA-8DEA-E3B2DD07DA4E}" dt="2026-07-21T05:06:21.750" v="5956" actId="1076"/>
          <ac:cxnSpMkLst>
            <pc:docMk/>
            <pc:sldMk cId="278462375" sldId="2076139056"/>
            <ac:cxnSpMk id="27" creationId="{CF55CBD2-437C-BC78-58AF-6805190433D1}"/>
          </ac:cxnSpMkLst>
        </pc:cxnChg>
        <pc:cxnChg chg="add mod">
          <ac:chgData name="Hironari Yamada" userId="e57621f8-ec3c-449e-bb19-001fffcc008e" providerId="ADAL" clId="{BC0BD879-F267-5CCA-8DEA-E3B2DD07DA4E}" dt="2026-07-21T05:06:21.750" v="5956" actId="1076"/>
          <ac:cxnSpMkLst>
            <pc:docMk/>
            <pc:sldMk cId="278462375" sldId="2076139056"/>
            <ac:cxnSpMk id="30" creationId="{426739D0-C9D9-6553-CA55-189365E82162}"/>
          </ac:cxnSpMkLst>
        </pc:cxnChg>
        <pc:cxnChg chg="add mod">
          <ac:chgData name="Hironari Yamada" userId="e57621f8-ec3c-449e-bb19-001fffcc008e" providerId="ADAL" clId="{BC0BD879-F267-5CCA-8DEA-E3B2DD07DA4E}" dt="2026-07-21T05:07:03.203" v="5968" actId="692"/>
          <ac:cxnSpMkLst>
            <pc:docMk/>
            <pc:sldMk cId="278462375" sldId="2076139056"/>
            <ac:cxnSpMk id="45" creationId="{B8F270BC-89FA-D969-008E-112B5DA604C5}"/>
          </ac:cxnSpMkLst>
        </pc:cxnChg>
        <pc:cxnChg chg="add mod">
          <ac:chgData name="Hironari Yamada" userId="e57621f8-ec3c-449e-bb19-001fffcc008e" providerId="ADAL" clId="{BC0BD879-F267-5CCA-8DEA-E3B2DD07DA4E}" dt="2026-07-21T05:07:09.512" v="5970" actId="1076"/>
          <ac:cxnSpMkLst>
            <pc:docMk/>
            <pc:sldMk cId="278462375" sldId="2076139056"/>
            <ac:cxnSpMk id="53" creationId="{1981A927-CEA0-9227-B65D-FD1435DA5ECC}"/>
          </ac:cxnSpMkLst>
        </pc:cxnChg>
        <pc:cxnChg chg="add mod">
          <ac:chgData name="Hironari Yamada" userId="e57621f8-ec3c-449e-bb19-001fffcc008e" providerId="ADAL" clId="{BC0BD879-F267-5CCA-8DEA-E3B2DD07DA4E}" dt="2026-07-21T05:07:19.545" v="5984" actId="1076"/>
          <ac:cxnSpMkLst>
            <pc:docMk/>
            <pc:sldMk cId="278462375" sldId="2076139056"/>
            <ac:cxnSpMk id="54" creationId="{E540721A-87D4-1CCD-2205-9BA49C0394AA}"/>
          </ac:cxnSpMkLst>
        </pc:cxnChg>
        <pc:cxnChg chg="add mod">
          <ac:chgData name="Hironari Yamada" userId="e57621f8-ec3c-449e-bb19-001fffcc008e" providerId="ADAL" clId="{BC0BD879-F267-5CCA-8DEA-E3B2DD07DA4E}" dt="2026-07-21T05:07:19.545" v="5984" actId="1076"/>
          <ac:cxnSpMkLst>
            <pc:docMk/>
            <pc:sldMk cId="278462375" sldId="2076139056"/>
            <ac:cxnSpMk id="62" creationId="{D6349634-A6F4-AEA9-CEA1-13D261AA7B63}"/>
          </ac:cxnSpMkLst>
        </pc:cxnChg>
        <pc:cxnChg chg="mod">
          <ac:chgData name="Hironari Yamada" userId="e57621f8-ec3c-449e-bb19-001fffcc008e" providerId="ADAL" clId="{BC0BD879-F267-5CCA-8DEA-E3B2DD07DA4E}" dt="2026-07-21T05:17:52.796" v="6226" actId="14100"/>
          <ac:cxnSpMkLst>
            <pc:docMk/>
            <pc:sldMk cId="278462375" sldId="2076139056"/>
            <ac:cxnSpMk id="96" creationId="{DE656235-AA1B-BA9C-A7BE-884DA5B34159}"/>
          </ac:cxnSpMkLst>
        </pc:cxnChg>
        <pc:cxnChg chg="mod">
          <ac:chgData name="Hironari Yamada" userId="e57621f8-ec3c-449e-bb19-001fffcc008e" providerId="ADAL" clId="{BC0BD879-F267-5CCA-8DEA-E3B2DD07DA4E}" dt="2026-07-21T05:17:56.452" v="6227" actId="14100"/>
          <ac:cxnSpMkLst>
            <pc:docMk/>
            <pc:sldMk cId="278462375" sldId="2076139056"/>
            <ac:cxnSpMk id="98" creationId="{71E03C99-3244-C897-4604-8F927D1FA28F}"/>
          </ac:cxnSpMkLst>
        </pc:cxnChg>
        <pc:cxnChg chg="mod">
          <ac:chgData name="Hironari Yamada" userId="e57621f8-ec3c-449e-bb19-001fffcc008e" providerId="ADAL" clId="{BC0BD879-F267-5CCA-8DEA-E3B2DD07DA4E}" dt="2026-07-21T05:16:27.643" v="6156" actId="14100"/>
          <ac:cxnSpMkLst>
            <pc:docMk/>
            <pc:sldMk cId="278462375" sldId="2076139056"/>
            <ac:cxnSpMk id="102" creationId="{4F7C71BA-6D90-706D-0957-BB987E522425}"/>
          </ac:cxnSpMkLst>
        </pc:cxnChg>
        <pc:cxnChg chg="mod">
          <ac:chgData name="Hironari Yamada" userId="e57621f8-ec3c-449e-bb19-001fffcc008e" providerId="ADAL" clId="{BC0BD879-F267-5CCA-8DEA-E3B2DD07DA4E}" dt="2026-07-21T05:18:19.219" v="6230" actId="14100"/>
          <ac:cxnSpMkLst>
            <pc:docMk/>
            <pc:sldMk cId="278462375" sldId="2076139056"/>
            <ac:cxnSpMk id="103" creationId="{600E7815-5543-0E6E-1176-33841696542D}"/>
          </ac:cxnSpMkLst>
        </pc:cxnChg>
        <pc:cxnChg chg="mod">
          <ac:chgData name="Hironari Yamada" userId="e57621f8-ec3c-449e-bb19-001fffcc008e" providerId="ADAL" clId="{BC0BD879-F267-5CCA-8DEA-E3B2DD07DA4E}" dt="2026-07-21T05:18:29.379" v="6232" actId="14100"/>
          <ac:cxnSpMkLst>
            <pc:docMk/>
            <pc:sldMk cId="278462375" sldId="2076139056"/>
            <ac:cxnSpMk id="104" creationId="{4BE76FC7-CFA4-F4AF-A1B3-CADB20276F41}"/>
          </ac:cxnSpMkLst>
        </pc:cxnChg>
        <pc:cxnChg chg="mod">
          <ac:chgData name="Hironari Yamada" userId="e57621f8-ec3c-449e-bb19-001fffcc008e" providerId="ADAL" clId="{BC0BD879-F267-5CCA-8DEA-E3B2DD07DA4E}" dt="2026-07-21T05:18:32.315" v="6233" actId="14100"/>
          <ac:cxnSpMkLst>
            <pc:docMk/>
            <pc:sldMk cId="278462375" sldId="2076139056"/>
            <ac:cxnSpMk id="106" creationId="{5F2A94BB-B2EE-5A00-45B5-AAE488CF193C}"/>
          </ac:cxnSpMkLst>
        </pc:cxnChg>
        <pc:cxnChg chg="add mod">
          <ac:chgData name="Hironari Yamada" userId="e57621f8-ec3c-449e-bb19-001fffcc008e" providerId="ADAL" clId="{BC0BD879-F267-5CCA-8DEA-E3B2DD07DA4E}" dt="2026-07-21T05:19:05.973" v="6245" actId="1076"/>
          <ac:cxnSpMkLst>
            <pc:docMk/>
            <pc:sldMk cId="278462375" sldId="2076139056"/>
            <ac:cxnSpMk id="121" creationId="{1DF8F4BC-CE49-8FE2-993A-173CC38127EE}"/>
          </ac:cxnSpMkLst>
        </pc:cxnChg>
        <pc:cxnChg chg="add mod">
          <ac:chgData name="Hironari Yamada" userId="e57621f8-ec3c-449e-bb19-001fffcc008e" providerId="ADAL" clId="{BC0BD879-F267-5CCA-8DEA-E3B2DD07DA4E}" dt="2026-07-21T05:19:56.804" v="6338" actId="14100"/>
          <ac:cxnSpMkLst>
            <pc:docMk/>
            <pc:sldMk cId="278462375" sldId="2076139056"/>
            <ac:cxnSpMk id="124" creationId="{A0C3ADFC-977B-D134-EA01-E468EBEC78A8}"/>
          </ac:cxnSpMkLst>
        </pc:cxnChg>
      </pc:sldChg>
      <pc:sldChg chg="addSp delSp modSp add mod">
        <pc:chgData name="Hironari Yamada" userId="e57621f8-ec3c-449e-bb19-001fffcc008e" providerId="ADAL" clId="{BC0BD879-F267-5CCA-8DEA-E3B2DD07DA4E}" dt="2026-07-21T05:49:22.026" v="7480" actId="1038"/>
        <pc:sldMkLst>
          <pc:docMk/>
          <pc:sldMk cId="2150602609" sldId="2076139057"/>
        </pc:sldMkLst>
        <pc:spChg chg="mod">
          <ac:chgData name="Hironari Yamada" userId="e57621f8-ec3c-449e-bb19-001fffcc008e" providerId="ADAL" clId="{BC0BD879-F267-5CCA-8DEA-E3B2DD07DA4E}" dt="2026-07-21T05:42:56.935" v="7368" actId="20577"/>
          <ac:spMkLst>
            <pc:docMk/>
            <pc:sldMk cId="2150602609" sldId="2076139057"/>
            <ac:spMk id="3" creationId="{54AFE386-82E9-80BF-8350-23BDE67EDB03}"/>
          </ac:spMkLst>
        </pc:spChg>
        <pc:spChg chg="mod">
          <ac:chgData name="Hironari Yamada" userId="e57621f8-ec3c-449e-bb19-001fffcc008e" providerId="ADAL" clId="{BC0BD879-F267-5CCA-8DEA-E3B2DD07DA4E}" dt="2026-07-21T05:42:26.801" v="7251" actId="20577"/>
          <ac:spMkLst>
            <pc:docMk/>
            <pc:sldMk cId="2150602609" sldId="2076139057"/>
            <ac:spMk id="9" creationId="{08B64CBD-2E27-3A89-71B6-8FA6E75365B9}"/>
          </ac:spMkLst>
        </pc:spChg>
        <pc:spChg chg="del">
          <ac:chgData name="Hironari Yamada" userId="e57621f8-ec3c-449e-bb19-001fffcc008e" providerId="ADAL" clId="{BC0BD879-F267-5CCA-8DEA-E3B2DD07DA4E}" dt="2026-07-21T05:42:32.578" v="7252" actId="478"/>
          <ac:spMkLst>
            <pc:docMk/>
            <pc:sldMk cId="2150602609" sldId="2076139057"/>
            <ac:spMk id="12" creationId="{8F613C0C-2BF3-994F-F850-4FABCD023D20}"/>
          </ac:spMkLst>
        </pc:spChg>
        <pc:spChg chg="add mod">
          <ac:chgData name="Hironari Yamada" userId="e57621f8-ec3c-449e-bb19-001fffcc008e" providerId="ADAL" clId="{BC0BD879-F267-5CCA-8DEA-E3B2DD07DA4E}" dt="2026-07-21T05:45:37.492" v="7404" actId="1076"/>
          <ac:spMkLst>
            <pc:docMk/>
            <pc:sldMk cId="2150602609" sldId="2076139057"/>
            <ac:spMk id="18" creationId="{5753A517-5DA5-928F-1090-5A20028CB200}"/>
          </ac:spMkLst>
        </pc:spChg>
        <pc:spChg chg="add mod">
          <ac:chgData name="Hironari Yamada" userId="e57621f8-ec3c-449e-bb19-001fffcc008e" providerId="ADAL" clId="{BC0BD879-F267-5CCA-8DEA-E3B2DD07DA4E}" dt="2026-07-21T05:49:22.026" v="7480" actId="1038"/>
          <ac:spMkLst>
            <pc:docMk/>
            <pc:sldMk cId="2150602609" sldId="2076139057"/>
            <ac:spMk id="19" creationId="{37BB0B06-6442-2940-9913-214A29D03C3E}"/>
          </ac:spMkLst>
        </pc:spChg>
        <pc:spChg chg="add mod">
          <ac:chgData name="Hironari Yamada" userId="e57621f8-ec3c-449e-bb19-001fffcc008e" providerId="ADAL" clId="{BC0BD879-F267-5CCA-8DEA-E3B2DD07DA4E}" dt="2026-07-21T05:47:39.998" v="7462" actId="1076"/>
          <ac:spMkLst>
            <pc:docMk/>
            <pc:sldMk cId="2150602609" sldId="2076139057"/>
            <ac:spMk id="22" creationId="{A5B15D6F-9094-CEAA-A729-DF925F029411}"/>
          </ac:spMkLst>
        </pc:spChg>
        <pc:spChg chg="add mod">
          <ac:chgData name="Hironari Yamada" userId="e57621f8-ec3c-449e-bb19-001fffcc008e" providerId="ADAL" clId="{BC0BD879-F267-5CCA-8DEA-E3B2DD07DA4E}" dt="2026-07-21T05:46:08.364" v="7432"/>
          <ac:spMkLst>
            <pc:docMk/>
            <pc:sldMk cId="2150602609" sldId="2076139057"/>
            <ac:spMk id="23" creationId="{143D1B57-BCB6-8654-47C6-1925545C830B}"/>
          </ac:spMkLst>
        </pc:spChg>
        <pc:spChg chg="add mod">
          <ac:chgData name="Hironari Yamada" userId="e57621f8-ec3c-449e-bb19-001fffcc008e" providerId="ADAL" clId="{BC0BD879-F267-5CCA-8DEA-E3B2DD07DA4E}" dt="2026-07-21T05:46:51.744" v="7443" actId="14100"/>
          <ac:spMkLst>
            <pc:docMk/>
            <pc:sldMk cId="2150602609" sldId="2076139057"/>
            <ac:spMk id="26" creationId="{D723625B-FAF9-B7F7-372F-04558EAC461D}"/>
          </ac:spMkLst>
        </pc:spChg>
        <pc:spChg chg="add mod">
          <ac:chgData name="Hironari Yamada" userId="e57621f8-ec3c-449e-bb19-001fffcc008e" providerId="ADAL" clId="{BC0BD879-F267-5CCA-8DEA-E3B2DD07DA4E}" dt="2026-07-21T05:49:22.026" v="7480" actId="1038"/>
          <ac:spMkLst>
            <pc:docMk/>
            <pc:sldMk cId="2150602609" sldId="2076139057"/>
            <ac:spMk id="28" creationId="{83F75E3B-5152-53FA-02C8-BC4EFFFDEC2A}"/>
          </ac:spMkLst>
        </pc:spChg>
        <pc:spChg chg="del">
          <ac:chgData name="Hironari Yamada" userId="e57621f8-ec3c-449e-bb19-001fffcc008e" providerId="ADAL" clId="{BC0BD879-F267-5CCA-8DEA-E3B2DD07DA4E}" dt="2026-07-21T05:42:32.578" v="7252" actId="478"/>
          <ac:spMkLst>
            <pc:docMk/>
            <pc:sldMk cId="2150602609" sldId="2076139057"/>
            <ac:spMk id="29" creationId="{B3799A57-149C-CA7B-D663-E0A04FDDB161}"/>
          </ac:spMkLst>
        </pc:spChg>
        <pc:spChg chg="add del mod">
          <ac:chgData name="Hironari Yamada" userId="e57621f8-ec3c-449e-bb19-001fffcc008e" providerId="ADAL" clId="{BC0BD879-F267-5CCA-8DEA-E3B2DD07DA4E}" dt="2026-07-21T05:47:24.882" v="7458"/>
          <ac:spMkLst>
            <pc:docMk/>
            <pc:sldMk cId="2150602609" sldId="2076139057"/>
            <ac:spMk id="31" creationId="{B3D9282E-0CA3-5DF5-2212-FE0207E132E7}"/>
          </ac:spMkLst>
        </pc:spChg>
        <pc:spChg chg="add mod">
          <ac:chgData name="Hironari Yamada" userId="e57621f8-ec3c-449e-bb19-001fffcc008e" providerId="ADAL" clId="{BC0BD879-F267-5CCA-8DEA-E3B2DD07DA4E}" dt="2026-07-21T05:47:30.214" v="7459" actId="14100"/>
          <ac:spMkLst>
            <pc:docMk/>
            <pc:sldMk cId="2150602609" sldId="2076139057"/>
            <ac:spMk id="32" creationId="{523AD8AF-2D72-B236-6B60-12D7C8C82441}"/>
          </ac:spMkLst>
        </pc:spChg>
        <pc:spChg chg="add mod">
          <ac:chgData name="Hironari Yamada" userId="e57621f8-ec3c-449e-bb19-001fffcc008e" providerId="ADAL" clId="{BC0BD879-F267-5CCA-8DEA-E3B2DD07DA4E}" dt="2026-07-21T05:48:18.617" v="7468" actId="14100"/>
          <ac:spMkLst>
            <pc:docMk/>
            <pc:sldMk cId="2150602609" sldId="2076139057"/>
            <ac:spMk id="33" creationId="{97696910-951B-34B3-449A-48ABF3DC4867}"/>
          </ac:spMkLst>
        </pc:spChg>
        <pc:spChg chg="add mod">
          <ac:chgData name="Hironari Yamada" userId="e57621f8-ec3c-449e-bb19-001fffcc008e" providerId="ADAL" clId="{BC0BD879-F267-5CCA-8DEA-E3B2DD07DA4E}" dt="2026-07-21T05:48:18.617" v="7468" actId="14100"/>
          <ac:spMkLst>
            <pc:docMk/>
            <pc:sldMk cId="2150602609" sldId="2076139057"/>
            <ac:spMk id="34" creationId="{120B8ABE-674F-883A-E47B-73D44564EC62}"/>
          </ac:spMkLst>
        </pc:spChg>
        <pc:spChg chg="add mod">
          <ac:chgData name="Hironari Yamada" userId="e57621f8-ec3c-449e-bb19-001fffcc008e" providerId="ADAL" clId="{BC0BD879-F267-5CCA-8DEA-E3B2DD07DA4E}" dt="2026-07-21T05:48:18.617" v="7468" actId="14100"/>
          <ac:spMkLst>
            <pc:docMk/>
            <pc:sldMk cId="2150602609" sldId="2076139057"/>
            <ac:spMk id="35" creationId="{61025095-0F3B-B72B-8104-29A17FC6F963}"/>
          </ac:spMkLst>
        </pc:spChg>
        <pc:spChg chg="add mod">
          <ac:chgData name="Hironari Yamada" userId="e57621f8-ec3c-449e-bb19-001fffcc008e" providerId="ADAL" clId="{BC0BD879-F267-5CCA-8DEA-E3B2DD07DA4E}" dt="2026-07-21T05:48:18.617" v="7468" actId="14100"/>
          <ac:spMkLst>
            <pc:docMk/>
            <pc:sldMk cId="2150602609" sldId="2076139057"/>
            <ac:spMk id="36" creationId="{3B7D6CB4-907D-5F49-F047-9139B0F48990}"/>
          </ac:spMkLst>
        </pc:spChg>
        <pc:spChg chg="add mod">
          <ac:chgData name="Hironari Yamada" userId="e57621f8-ec3c-449e-bb19-001fffcc008e" providerId="ADAL" clId="{BC0BD879-F267-5CCA-8DEA-E3B2DD07DA4E}" dt="2026-07-21T05:49:22.026" v="7480" actId="1038"/>
          <ac:spMkLst>
            <pc:docMk/>
            <pc:sldMk cId="2150602609" sldId="2076139057"/>
            <ac:spMk id="37" creationId="{61C5526E-69B5-B964-467C-80C1268ECC16}"/>
          </ac:spMkLst>
        </pc:spChg>
        <pc:spChg chg="add mod">
          <ac:chgData name="Hironari Yamada" userId="e57621f8-ec3c-449e-bb19-001fffcc008e" providerId="ADAL" clId="{BC0BD879-F267-5CCA-8DEA-E3B2DD07DA4E}" dt="2026-07-21T05:49:22.026" v="7480" actId="1038"/>
          <ac:spMkLst>
            <pc:docMk/>
            <pc:sldMk cId="2150602609" sldId="2076139057"/>
            <ac:spMk id="38" creationId="{26E69F7F-F6B9-7718-08E2-D467B34C925A}"/>
          </ac:spMkLst>
        </pc:spChg>
        <pc:spChg chg="del">
          <ac:chgData name="Hironari Yamada" userId="e57621f8-ec3c-449e-bb19-001fffcc008e" providerId="ADAL" clId="{BC0BD879-F267-5CCA-8DEA-E3B2DD07DA4E}" dt="2026-07-21T05:42:32.578" v="7252" actId="478"/>
          <ac:spMkLst>
            <pc:docMk/>
            <pc:sldMk cId="2150602609" sldId="2076139057"/>
            <ac:spMk id="39" creationId="{3392C5AA-ECAC-3D69-B8A4-BCA52E955B4F}"/>
          </ac:spMkLst>
        </pc:spChg>
        <pc:spChg chg="add mod">
          <ac:chgData name="Hironari Yamada" userId="e57621f8-ec3c-449e-bb19-001fffcc008e" providerId="ADAL" clId="{BC0BD879-F267-5CCA-8DEA-E3B2DD07DA4E}" dt="2026-07-21T05:49:22.026" v="7480" actId="1038"/>
          <ac:spMkLst>
            <pc:docMk/>
            <pc:sldMk cId="2150602609" sldId="2076139057"/>
            <ac:spMk id="40" creationId="{45C27CBF-109D-9AE0-9D33-F707E41588B3}"/>
          </ac:spMkLst>
        </pc:spChg>
        <pc:spChg chg="add mod">
          <ac:chgData name="Hironari Yamada" userId="e57621f8-ec3c-449e-bb19-001fffcc008e" providerId="ADAL" clId="{BC0BD879-F267-5CCA-8DEA-E3B2DD07DA4E}" dt="2026-07-21T05:49:22.026" v="7480" actId="1038"/>
          <ac:spMkLst>
            <pc:docMk/>
            <pc:sldMk cId="2150602609" sldId="2076139057"/>
            <ac:spMk id="43" creationId="{D8E470BD-D432-4E1B-3619-C5D7410AD0A1}"/>
          </ac:spMkLst>
        </pc:spChg>
        <pc:spChg chg="add mod">
          <ac:chgData name="Hironari Yamada" userId="e57621f8-ec3c-449e-bb19-001fffcc008e" providerId="ADAL" clId="{BC0BD879-F267-5CCA-8DEA-E3B2DD07DA4E}" dt="2026-07-21T05:49:09.474" v="7475" actId="14100"/>
          <ac:spMkLst>
            <pc:docMk/>
            <pc:sldMk cId="2150602609" sldId="2076139057"/>
            <ac:spMk id="44" creationId="{9C946622-A12B-3256-774B-5D204C01B852}"/>
          </ac:spMkLst>
        </pc:spChg>
        <pc:spChg chg="add mod">
          <ac:chgData name="Hironari Yamada" userId="e57621f8-ec3c-449e-bb19-001fffcc008e" providerId="ADAL" clId="{BC0BD879-F267-5CCA-8DEA-E3B2DD07DA4E}" dt="2026-07-21T05:49:09.474" v="7475" actId="14100"/>
          <ac:spMkLst>
            <pc:docMk/>
            <pc:sldMk cId="2150602609" sldId="2076139057"/>
            <ac:spMk id="46" creationId="{84E29A07-2669-8EC8-43E5-02A9EC577622}"/>
          </ac:spMkLst>
        </pc:spChg>
        <pc:spChg chg="add mod">
          <ac:chgData name="Hironari Yamada" userId="e57621f8-ec3c-449e-bb19-001fffcc008e" providerId="ADAL" clId="{BC0BD879-F267-5CCA-8DEA-E3B2DD07DA4E}" dt="2026-07-21T05:49:09.474" v="7475" actId="14100"/>
          <ac:spMkLst>
            <pc:docMk/>
            <pc:sldMk cId="2150602609" sldId="2076139057"/>
            <ac:spMk id="47" creationId="{9A7D2AAA-043A-F273-3C2C-A0395AF9455C}"/>
          </ac:spMkLst>
        </pc:spChg>
        <pc:spChg chg="add mod">
          <ac:chgData name="Hironari Yamada" userId="e57621f8-ec3c-449e-bb19-001fffcc008e" providerId="ADAL" clId="{BC0BD879-F267-5CCA-8DEA-E3B2DD07DA4E}" dt="2026-07-21T05:49:09.474" v="7475" actId="14100"/>
          <ac:spMkLst>
            <pc:docMk/>
            <pc:sldMk cId="2150602609" sldId="2076139057"/>
            <ac:spMk id="48" creationId="{38D0C109-E8EF-C042-51EB-B8A920AC3DC5}"/>
          </ac:spMkLst>
        </pc:spChg>
        <pc:spChg chg="del">
          <ac:chgData name="Hironari Yamada" userId="e57621f8-ec3c-449e-bb19-001fffcc008e" providerId="ADAL" clId="{BC0BD879-F267-5CCA-8DEA-E3B2DD07DA4E}" dt="2026-07-21T05:42:32.578" v="7252" actId="478"/>
          <ac:spMkLst>
            <pc:docMk/>
            <pc:sldMk cId="2150602609" sldId="2076139057"/>
            <ac:spMk id="64" creationId="{66FB09D7-684F-0EC7-BAE0-E28B3738218E}"/>
          </ac:spMkLst>
        </pc:spChg>
        <pc:spChg chg="del">
          <ac:chgData name="Hironari Yamada" userId="e57621f8-ec3c-449e-bb19-001fffcc008e" providerId="ADAL" clId="{BC0BD879-F267-5CCA-8DEA-E3B2DD07DA4E}" dt="2026-07-21T05:42:32.578" v="7252" actId="478"/>
          <ac:spMkLst>
            <pc:docMk/>
            <pc:sldMk cId="2150602609" sldId="2076139057"/>
            <ac:spMk id="93" creationId="{B01E97AA-7547-EE80-5192-10FD6A26B7A0}"/>
          </ac:spMkLst>
        </pc:spChg>
        <pc:spChg chg="del">
          <ac:chgData name="Hironari Yamada" userId="e57621f8-ec3c-449e-bb19-001fffcc008e" providerId="ADAL" clId="{BC0BD879-F267-5CCA-8DEA-E3B2DD07DA4E}" dt="2026-07-21T05:42:32.578" v="7252" actId="478"/>
          <ac:spMkLst>
            <pc:docMk/>
            <pc:sldMk cId="2150602609" sldId="2076139057"/>
            <ac:spMk id="97" creationId="{A37892F1-4014-FD29-58DE-4DC38457CF0B}"/>
          </ac:spMkLst>
        </pc:spChg>
        <pc:spChg chg="del">
          <ac:chgData name="Hironari Yamada" userId="e57621f8-ec3c-449e-bb19-001fffcc008e" providerId="ADAL" clId="{BC0BD879-F267-5CCA-8DEA-E3B2DD07DA4E}" dt="2026-07-21T05:42:32.578" v="7252" actId="478"/>
          <ac:spMkLst>
            <pc:docMk/>
            <pc:sldMk cId="2150602609" sldId="2076139057"/>
            <ac:spMk id="100" creationId="{A628F6F7-A437-18F4-9176-121BA2F2C9E3}"/>
          </ac:spMkLst>
        </pc:spChg>
        <pc:spChg chg="del">
          <ac:chgData name="Hironari Yamada" userId="e57621f8-ec3c-449e-bb19-001fffcc008e" providerId="ADAL" clId="{BC0BD879-F267-5CCA-8DEA-E3B2DD07DA4E}" dt="2026-07-21T05:42:32.578" v="7252" actId="478"/>
          <ac:spMkLst>
            <pc:docMk/>
            <pc:sldMk cId="2150602609" sldId="2076139057"/>
            <ac:spMk id="110" creationId="{99C23444-E7A0-E44B-29BD-E5C741D405E8}"/>
          </ac:spMkLst>
        </pc:spChg>
        <pc:spChg chg="del">
          <ac:chgData name="Hironari Yamada" userId="e57621f8-ec3c-449e-bb19-001fffcc008e" providerId="ADAL" clId="{BC0BD879-F267-5CCA-8DEA-E3B2DD07DA4E}" dt="2026-07-21T05:42:32.578" v="7252" actId="478"/>
          <ac:spMkLst>
            <pc:docMk/>
            <pc:sldMk cId="2150602609" sldId="2076139057"/>
            <ac:spMk id="127" creationId="{63DDB78B-75F4-010B-098C-747946348746}"/>
          </ac:spMkLst>
        </pc:spChg>
        <pc:spChg chg="del">
          <ac:chgData name="Hironari Yamada" userId="e57621f8-ec3c-449e-bb19-001fffcc008e" providerId="ADAL" clId="{BC0BD879-F267-5CCA-8DEA-E3B2DD07DA4E}" dt="2026-07-21T05:42:32.578" v="7252" actId="478"/>
          <ac:spMkLst>
            <pc:docMk/>
            <pc:sldMk cId="2150602609" sldId="2076139057"/>
            <ac:spMk id="128" creationId="{27EB1B34-F713-8391-D033-B9B9042A6612}"/>
          </ac:spMkLst>
        </pc:spChg>
        <pc:picChg chg="add mod">
          <ac:chgData name="Hironari Yamada" userId="e57621f8-ec3c-449e-bb19-001fffcc008e" providerId="ADAL" clId="{BC0BD879-F267-5CCA-8DEA-E3B2DD07DA4E}" dt="2026-07-21T05:49:22.026" v="7480" actId="1038"/>
          <ac:picMkLst>
            <pc:docMk/>
            <pc:sldMk cId="2150602609" sldId="2076139057"/>
            <ac:picMk id="13" creationId="{3EB75E0A-5D12-64D6-A510-FF29F17EA36F}"/>
          </ac:picMkLst>
        </pc:picChg>
        <pc:picChg chg="add mod">
          <ac:chgData name="Hironari Yamada" userId="e57621f8-ec3c-449e-bb19-001fffcc008e" providerId="ADAL" clId="{BC0BD879-F267-5CCA-8DEA-E3B2DD07DA4E}" dt="2026-07-21T05:47:56.942" v="7465" actId="1076"/>
          <ac:picMkLst>
            <pc:docMk/>
            <pc:sldMk cId="2150602609" sldId="2076139057"/>
            <ac:picMk id="15" creationId="{DB349CF3-9C88-28A8-6310-C28249A385DE}"/>
          </ac:picMkLst>
        </pc:picChg>
        <pc:picChg chg="add mod">
          <ac:chgData name="Hironari Yamada" userId="e57621f8-ec3c-449e-bb19-001fffcc008e" providerId="ADAL" clId="{BC0BD879-F267-5CCA-8DEA-E3B2DD07DA4E}" dt="2026-07-21T05:47:37.041" v="7461" actId="1076"/>
          <ac:picMkLst>
            <pc:docMk/>
            <pc:sldMk cId="2150602609" sldId="2076139057"/>
            <ac:picMk id="17" creationId="{27095FDB-2540-E719-7579-8D77E020FC7F}"/>
          </ac:picMkLst>
        </pc:picChg>
        <pc:cxnChg chg="add del">
          <ac:chgData name="Hironari Yamada" userId="e57621f8-ec3c-449e-bb19-001fffcc008e" providerId="ADAL" clId="{BC0BD879-F267-5CCA-8DEA-E3B2DD07DA4E}" dt="2026-07-21T05:49:16.570" v="7476" actId="478"/>
          <ac:cxnSpMkLst>
            <pc:docMk/>
            <pc:sldMk cId="2150602609" sldId="2076139057"/>
            <ac:cxnSpMk id="7" creationId="{16AE68C7-5BA0-2330-0F03-0173FC6DA29A}"/>
          </ac:cxnSpMkLst>
        </pc:cxnChg>
        <pc:cxnChg chg="add del mod">
          <ac:chgData name="Hironari Yamada" userId="e57621f8-ec3c-449e-bb19-001fffcc008e" providerId="ADAL" clId="{BC0BD879-F267-5CCA-8DEA-E3B2DD07DA4E}" dt="2026-07-21T05:49:16.570" v="7476" actId="478"/>
          <ac:cxnSpMkLst>
            <pc:docMk/>
            <pc:sldMk cId="2150602609" sldId="2076139057"/>
            <ac:cxnSpMk id="8" creationId="{0256A7F1-3A8C-1E75-FA82-140028383F96}"/>
          </ac:cxnSpMkLst>
        </pc:cxnChg>
      </pc:sldChg>
      <pc:sldChg chg="addSp delSp modSp add mod">
        <pc:chgData name="Hironari Yamada" userId="e57621f8-ec3c-449e-bb19-001fffcc008e" providerId="ADAL" clId="{BC0BD879-F267-5CCA-8DEA-E3B2DD07DA4E}" dt="2026-07-21T06:00:23.319" v="8145" actId="20577"/>
        <pc:sldMkLst>
          <pc:docMk/>
          <pc:sldMk cId="2137661362" sldId="2076139058"/>
        </pc:sldMkLst>
        <pc:spChg chg="mod">
          <ac:chgData name="Hironari Yamada" userId="e57621f8-ec3c-449e-bb19-001fffcc008e" providerId="ADAL" clId="{BC0BD879-F267-5CCA-8DEA-E3B2DD07DA4E}" dt="2026-07-21T05:49:44.516" v="7519" actId="20577"/>
          <ac:spMkLst>
            <pc:docMk/>
            <pc:sldMk cId="2137661362" sldId="2076139058"/>
            <ac:spMk id="9" creationId="{09EB18D6-90A0-310A-070F-7E1F8221D189}"/>
          </ac:spMkLst>
        </pc:spChg>
        <pc:spChg chg="del">
          <ac:chgData name="Hironari Yamada" userId="e57621f8-ec3c-449e-bb19-001fffcc008e" providerId="ADAL" clId="{BC0BD879-F267-5CCA-8DEA-E3B2DD07DA4E}" dt="2026-07-21T05:49:48.616" v="7520" actId="478"/>
          <ac:spMkLst>
            <pc:docMk/>
            <pc:sldMk cId="2137661362" sldId="2076139058"/>
            <ac:spMk id="19" creationId="{4ABFB0C7-C14D-DC8E-FFFF-38573CD99DF1}"/>
          </ac:spMkLst>
        </pc:spChg>
        <pc:spChg chg="del">
          <ac:chgData name="Hironari Yamada" userId="e57621f8-ec3c-449e-bb19-001fffcc008e" providerId="ADAL" clId="{BC0BD879-F267-5CCA-8DEA-E3B2DD07DA4E}" dt="2026-07-21T05:49:48.616" v="7520" actId="478"/>
          <ac:spMkLst>
            <pc:docMk/>
            <pc:sldMk cId="2137661362" sldId="2076139058"/>
            <ac:spMk id="22" creationId="{C210C2D7-B00C-CD7C-B12B-3D3A5D4797DA}"/>
          </ac:spMkLst>
        </pc:spChg>
        <pc:spChg chg="del">
          <ac:chgData name="Hironari Yamada" userId="e57621f8-ec3c-449e-bb19-001fffcc008e" providerId="ADAL" clId="{BC0BD879-F267-5CCA-8DEA-E3B2DD07DA4E}" dt="2026-07-21T05:49:48.616" v="7520" actId="478"/>
          <ac:spMkLst>
            <pc:docMk/>
            <pc:sldMk cId="2137661362" sldId="2076139058"/>
            <ac:spMk id="26" creationId="{ABC889C0-3EE7-1480-575F-1798E785C718}"/>
          </ac:spMkLst>
        </pc:spChg>
        <pc:spChg chg="del">
          <ac:chgData name="Hironari Yamada" userId="e57621f8-ec3c-449e-bb19-001fffcc008e" providerId="ADAL" clId="{BC0BD879-F267-5CCA-8DEA-E3B2DD07DA4E}" dt="2026-07-21T05:49:48.616" v="7520" actId="478"/>
          <ac:spMkLst>
            <pc:docMk/>
            <pc:sldMk cId="2137661362" sldId="2076139058"/>
            <ac:spMk id="32" creationId="{678079EC-6D8A-5A30-CCD7-D911E07C97D0}"/>
          </ac:spMkLst>
        </pc:spChg>
        <pc:spChg chg="del">
          <ac:chgData name="Hironari Yamada" userId="e57621f8-ec3c-449e-bb19-001fffcc008e" providerId="ADAL" clId="{BC0BD879-F267-5CCA-8DEA-E3B2DD07DA4E}" dt="2026-07-21T05:49:48.616" v="7520" actId="478"/>
          <ac:spMkLst>
            <pc:docMk/>
            <pc:sldMk cId="2137661362" sldId="2076139058"/>
            <ac:spMk id="33" creationId="{0CF25EBC-1696-6682-5150-EB33B1CFA76E}"/>
          </ac:spMkLst>
        </pc:spChg>
        <pc:spChg chg="del">
          <ac:chgData name="Hironari Yamada" userId="e57621f8-ec3c-449e-bb19-001fffcc008e" providerId="ADAL" clId="{BC0BD879-F267-5CCA-8DEA-E3B2DD07DA4E}" dt="2026-07-21T05:49:48.616" v="7520" actId="478"/>
          <ac:spMkLst>
            <pc:docMk/>
            <pc:sldMk cId="2137661362" sldId="2076139058"/>
            <ac:spMk id="34" creationId="{E1793657-33BF-9BD3-90F2-14CEF7F12665}"/>
          </ac:spMkLst>
        </pc:spChg>
        <pc:spChg chg="del">
          <ac:chgData name="Hironari Yamada" userId="e57621f8-ec3c-449e-bb19-001fffcc008e" providerId="ADAL" clId="{BC0BD879-F267-5CCA-8DEA-E3B2DD07DA4E}" dt="2026-07-21T05:49:48.616" v="7520" actId="478"/>
          <ac:spMkLst>
            <pc:docMk/>
            <pc:sldMk cId="2137661362" sldId="2076139058"/>
            <ac:spMk id="35" creationId="{EFC87938-9C1A-7431-5140-1ACE898E5413}"/>
          </ac:spMkLst>
        </pc:spChg>
        <pc:spChg chg="del">
          <ac:chgData name="Hironari Yamada" userId="e57621f8-ec3c-449e-bb19-001fffcc008e" providerId="ADAL" clId="{BC0BD879-F267-5CCA-8DEA-E3B2DD07DA4E}" dt="2026-07-21T05:49:48.616" v="7520" actId="478"/>
          <ac:spMkLst>
            <pc:docMk/>
            <pc:sldMk cId="2137661362" sldId="2076139058"/>
            <ac:spMk id="43" creationId="{DED17820-D25C-959F-51C5-6FC7DD6A932C}"/>
          </ac:spMkLst>
        </pc:spChg>
        <pc:spChg chg="del">
          <ac:chgData name="Hironari Yamada" userId="e57621f8-ec3c-449e-bb19-001fffcc008e" providerId="ADAL" clId="{BC0BD879-F267-5CCA-8DEA-E3B2DD07DA4E}" dt="2026-07-21T05:49:48.616" v="7520" actId="478"/>
          <ac:spMkLst>
            <pc:docMk/>
            <pc:sldMk cId="2137661362" sldId="2076139058"/>
            <ac:spMk id="44" creationId="{0899C507-FBBB-1DD3-8025-BB1325CD7079}"/>
          </ac:spMkLst>
        </pc:spChg>
        <pc:spChg chg="del">
          <ac:chgData name="Hironari Yamada" userId="e57621f8-ec3c-449e-bb19-001fffcc008e" providerId="ADAL" clId="{BC0BD879-F267-5CCA-8DEA-E3B2DD07DA4E}" dt="2026-07-21T05:49:48.616" v="7520" actId="478"/>
          <ac:spMkLst>
            <pc:docMk/>
            <pc:sldMk cId="2137661362" sldId="2076139058"/>
            <ac:spMk id="46" creationId="{AC5AD13B-95D0-988C-1293-9C651BD1C905}"/>
          </ac:spMkLst>
        </pc:spChg>
        <pc:graphicFrameChg chg="add mod modGraphic">
          <ac:chgData name="Hironari Yamada" userId="e57621f8-ec3c-449e-bb19-001fffcc008e" providerId="ADAL" clId="{BC0BD879-F267-5CCA-8DEA-E3B2DD07DA4E}" dt="2026-07-21T06:00:23.319" v="8145" actId="20577"/>
          <ac:graphicFrameMkLst>
            <pc:docMk/>
            <pc:sldMk cId="2137661362" sldId="2076139058"/>
            <ac:graphicFrameMk id="5" creationId="{88E4EAF8-B8D2-66FF-2E63-1F1605E090AE}"/>
          </ac:graphicFrameMkLst>
        </pc:graphicFrameChg>
      </pc:sldChg>
      <pc:sldChg chg="modSp add mod">
        <pc:chgData name="Hironari Yamada" userId="e57621f8-ec3c-449e-bb19-001fffcc008e" providerId="ADAL" clId="{BC0BD879-F267-5CCA-8DEA-E3B2DD07DA4E}" dt="2026-07-21T06:15:17.918" v="8214" actId="20577"/>
        <pc:sldMkLst>
          <pc:docMk/>
          <pc:sldMk cId="812775730" sldId="2076139059"/>
        </pc:sldMkLst>
        <pc:spChg chg="mod">
          <ac:chgData name="Hironari Yamada" userId="e57621f8-ec3c-449e-bb19-001fffcc008e" providerId="ADAL" clId="{BC0BD879-F267-5CCA-8DEA-E3B2DD07DA4E}" dt="2026-07-21T06:15:17.918" v="8214" actId="20577"/>
          <ac:spMkLst>
            <pc:docMk/>
            <pc:sldMk cId="812775730" sldId="2076139059"/>
            <ac:spMk id="2" creationId="{BE41E064-90B5-6C69-F7F5-E2472ED4E4DB}"/>
          </ac:spMkLst>
        </pc:spChg>
      </pc:sldChg>
      <pc:sldChg chg="addSp delSp modSp add mod">
        <pc:chgData name="Hironari Yamada" userId="e57621f8-ec3c-449e-bb19-001fffcc008e" providerId="ADAL" clId="{BC0BD879-F267-5CCA-8DEA-E3B2DD07DA4E}" dt="2026-07-22T06:24:19.613" v="9328" actId="1076"/>
        <pc:sldMkLst>
          <pc:docMk/>
          <pc:sldMk cId="788668165" sldId="2076139060"/>
        </pc:sldMkLst>
        <pc:spChg chg="mod">
          <ac:chgData name="Hironari Yamada" userId="e57621f8-ec3c-449e-bb19-001fffcc008e" providerId="ADAL" clId="{BC0BD879-F267-5CCA-8DEA-E3B2DD07DA4E}" dt="2026-07-22T06:23:44.398" v="9323"/>
          <ac:spMkLst>
            <pc:docMk/>
            <pc:sldMk cId="788668165" sldId="2076139060"/>
            <ac:spMk id="3" creationId="{E2A35AB2-1451-8E81-F710-99C20DF8F6BA}"/>
          </ac:spMkLst>
        </pc:spChg>
        <pc:spChg chg="mod">
          <ac:chgData name="Hironari Yamada" userId="e57621f8-ec3c-449e-bb19-001fffcc008e" providerId="ADAL" clId="{BC0BD879-F267-5CCA-8DEA-E3B2DD07DA4E}" dt="2026-07-21T06:16:07.530" v="8250" actId="20577"/>
          <ac:spMkLst>
            <pc:docMk/>
            <pc:sldMk cId="788668165" sldId="2076139060"/>
            <ac:spMk id="9" creationId="{9FCD3DDF-3D78-75A8-8178-94E5CAE5C9AC}"/>
          </ac:spMkLst>
        </pc:spChg>
        <pc:spChg chg="del">
          <ac:chgData name="Hironari Yamada" userId="e57621f8-ec3c-449e-bb19-001fffcc008e" providerId="ADAL" clId="{BC0BD879-F267-5CCA-8DEA-E3B2DD07DA4E}" dt="2026-07-21T06:16:11.309" v="8251" actId="478"/>
          <ac:spMkLst>
            <pc:docMk/>
            <pc:sldMk cId="788668165" sldId="2076139060"/>
            <ac:spMk id="22" creationId="{8DB909B8-6A88-7485-3EEC-6BB26822A125}"/>
          </ac:spMkLst>
        </pc:spChg>
        <pc:spChg chg="del">
          <ac:chgData name="Hironari Yamada" userId="e57621f8-ec3c-449e-bb19-001fffcc008e" providerId="ADAL" clId="{BC0BD879-F267-5CCA-8DEA-E3B2DD07DA4E}" dt="2026-07-21T06:16:11.309" v="8251" actId="478"/>
          <ac:spMkLst>
            <pc:docMk/>
            <pc:sldMk cId="788668165" sldId="2076139060"/>
            <ac:spMk id="28" creationId="{6E8AD18C-FB8A-5736-4E12-76C5AB0A9274}"/>
          </ac:spMkLst>
        </pc:spChg>
        <pc:spChg chg="del">
          <ac:chgData name="Hironari Yamada" userId="e57621f8-ec3c-449e-bb19-001fffcc008e" providerId="ADAL" clId="{BC0BD879-F267-5CCA-8DEA-E3B2DD07DA4E}" dt="2026-07-21T06:16:11.309" v="8251" actId="478"/>
          <ac:spMkLst>
            <pc:docMk/>
            <pc:sldMk cId="788668165" sldId="2076139060"/>
            <ac:spMk id="32" creationId="{205F4B70-5B5F-103A-6766-C65D2A86A337}"/>
          </ac:spMkLst>
        </pc:spChg>
        <pc:spChg chg="del">
          <ac:chgData name="Hironari Yamada" userId="e57621f8-ec3c-449e-bb19-001fffcc008e" providerId="ADAL" clId="{BC0BD879-F267-5CCA-8DEA-E3B2DD07DA4E}" dt="2026-07-21T06:16:11.309" v="8251" actId="478"/>
          <ac:spMkLst>
            <pc:docMk/>
            <pc:sldMk cId="788668165" sldId="2076139060"/>
            <ac:spMk id="33" creationId="{B701DAD8-0959-8D21-A4B7-548A8DE8260F}"/>
          </ac:spMkLst>
        </pc:spChg>
        <pc:spChg chg="del">
          <ac:chgData name="Hironari Yamada" userId="e57621f8-ec3c-449e-bb19-001fffcc008e" providerId="ADAL" clId="{BC0BD879-F267-5CCA-8DEA-E3B2DD07DA4E}" dt="2026-07-21T06:16:11.309" v="8251" actId="478"/>
          <ac:spMkLst>
            <pc:docMk/>
            <pc:sldMk cId="788668165" sldId="2076139060"/>
            <ac:spMk id="36" creationId="{F9A997EA-8350-0CE1-4B3E-DA776F69C679}"/>
          </ac:spMkLst>
        </pc:spChg>
        <pc:spChg chg="del">
          <ac:chgData name="Hironari Yamada" userId="e57621f8-ec3c-449e-bb19-001fffcc008e" providerId="ADAL" clId="{BC0BD879-F267-5CCA-8DEA-E3B2DD07DA4E}" dt="2026-07-21T06:16:11.309" v="8251" actId="478"/>
          <ac:spMkLst>
            <pc:docMk/>
            <pc:sldMk cId="788668165" sldId="2076139060"/>
            <ac:spMk id="37" creationId="{99F04288-F3ED-16E9-F50E-19E4F7B1053E}"/>
          </ac:spMkLst>
        </pc:spChg>
        <pc:spChg chg="del">
          <ac:chgData name="Hironari Yamada" userId="e57621f8-ec3c-449e-bb19-001fffcc008e" providerId="ADAL" clId="{BC0BD879-F267-5CCA-8DEA-E3B2DD07DA4E}" dt="2026-07-21T06:16:11.309" v="8251" actId="478"/>
          <ac:spMkLst>
            <pc:docMk/>
            <pc:sldMk cId="788668165" sldId="2076139060"/>
            <ac:spMk id="40" creationId="{1A4B53E5-5503-31D9-0A1B-A0C8E61BF851}"/>
          </ac:spMkLst>
        </pc:spChg>
        <pc:spChg chg="del">
          <ac:chgData name="Hironari Yamada" userId="e57621f8-ec3c-449e-bb19-001fffcc008e" providerId="ADAL" clId="{BC0BD879-F267-5CCA-8DEA-E3B2DD07DA4E}" dt="2026-07-21T06:16:11.309" v="8251" actId="478"/>
          <ac:spMkLst>
            <pc:docMk/>
            <pc:sldMk cId="788668165" sldId="2076139060"/>
            <ac:spMk id="44" creationId="{D7C3F8F5-6DED-163E-9FE0-D4CBBAB7389F}"/>
          </ac:spMkLst>
        </pc:spChg>
        <pc:spChg chg="del">
          <ac:chgData name="Hironari Yamada" userId="e57621f8-ec3c-449e-bb19-001fffcc008e" providerId="ADAL" clId="{BC0BD879-F267-5CCA-8DEA-E3B2DD07DA4E}" dt="2026-07-21T06:16:11.309" v="8251" actId="478"/>
          <ac:spMkLst>
            <pc:docMk/>
            <pc:sldMk cId="788668165" sldId="2076139060"/>
            <ac:spMk id="46" creationId="{0FBD121A-AA71-7758-1195-58358D244DB4}"/>
          </ac:spMkLst>
        </pc:spChg>
        <pc:spChg chg="del">
          <ac:chgData name="Hironari Yamada" userId="e57621f8-ec3c-449e-bb19-001fffcc008e" providerId="ADAL" clId="{BC0BD879-F267-5CCA-8DEA-E3B2DD07DA4E}" dt="2026-07-21T06:16:11.309" v="8251" actId="478"/>
          <ac:spMkLst>
            <pc:docMk/>
            <pc:sldMk cId="788668165" sldId="2076139060"/>
            <ac:spMk id="47" creationId="{7914DEF5-8DF9-6FE0-4E7C-91C5D42BE9EE}"/>
          </ac:spMkLst>
        </pc:spChg>
        <pc:picChg chg="add del mod">
          <ac:chgData name="Hironari Yamada" userId="e57621f8-ec3c-449e-bb19-001fffcc008e" providerId="ADAL" clId="{BC0BD879-F267-5CCA-8DEA-E3B2DD07DA4E}" dt="2026-07-22T06:23:52.931" v="9324" actId="478"/>
          <ac:picMkLst>
            <pc:docMk/>
            <pc:sldMk cId="788668165" sldId="2076139060"/>
            <ac:picMk id="5" creationId="{861F019D-04BE-6A04-4110-86E3A7D7DBD7}"/>
          </ac:picMkLst>
        </pc:picChg>
        <pc:picChg chg="add mod">
          <ac:chgData name="Hironari Yamada" userId="e57621f8-ec3c-449e-bb19-001fffcc008e" providerId="ADAL" clId="{BC0BD879-F267-5CCA-8DEA-E3B2DD07DA4E}" dt="2026-07-22T06:24:19.613" v="9328" actId="1076"/>
          <ac:picMkLst>
            <pc:docMk/>
            <pc:sldMk cId="788668165" sldId="2076139060"/>
            <ac:picMk id="8" creationId="{A3E64EA5-E6C7-6FBA-D3F3-99061BE78966}"/>
          </ac:picMkLst>
        </pc:picChg>
      </pc:sldChg>
      <pc:sldChg chg="addSp delSp modSp add mod">
        <pc:chgData name="Hironari Yamada" userId="e57621f8-ec3c-449e-bb19-001fffcc008e" providerId="ADAL" clId="{BC0BD879-F267-5CCA-8DEA-E3B2DD07DA4E}" dt="2026-07-22T06:28:16.828" v="9409" actId="20577"/>
        <pc:sldMkLst>
          <pc:docMk/>
          <pc:sldMk cId="1225532077" sldId="2076139061"/>
        </pc:sldMkLst>
        <pc:spChg chg="mod">
          <ac:chgData name="Hironari Yamada" userId="e57621f8-ec3c-449e-bb19-001fffcc008e" providerId="ADAL" clId="{BC0BD879-F267-5CCA-8DEA-E3B2DD07DA4E}" dt="2026-07-22T06:28:16.828" v="9409" actId="20577"/>
          <ac:spMkLst>
            <pc:docMk/>
            <pc:sldMk cId="1225532077" sldId="2076139061"/>
            <ac:spMk id="3" creationId="{62940DFE-DA5F-F2C0-8D69-F48EEFF338A0}"/>
          </ac:spMkLst>
        </pc:spChg>
        <pc:spChg chg="add mod">
          <ac:chgData name="Hironari Yamada" userId="e57621f8-ec3c-449e-bb19-001fffcc008e" providerId="ADAL" clId="{BC0BD879-F267-5CCA-8DEA-E3B2DD07DA4E}" dt="2026-07-22T06:26:18.551" v="9330"/>
          <ac:spMkLst>
            <pc:docMk/>
            <pc:sldMk cId="1225532077" sldId="2076139061"/>
            <ac:spMk id="5" creationId="{92ED192B-F774-1C0C-1239-33A039451F3E}"/>
          </ac:spMkLst>
        </pc:spChg>
        <pc:spChg chg="add mod">
          <ac:chgData name="Hironari Yamada" userId="e57621f8-ec3c-449e-bb19-001fffcc008e" providerId="ADAL" clId="{BC0BD879-F267-5CCA-8DEA-E3B2DD07DA4E}" dt="2026-07-22T06:26:18.551" v="9330"/>
          <ac:spMkLst>
            <pc:docMk/>
            <pc:sldMk cId="1225532077" sldId="2076139061"/>
            <ac:spMk id="8" creationId="{E62E63B8-1797-04D2-2B5E-C3C35B707EBF}"/>
          </ac:spMkLst>
        </pc:spChg>
        <pc:spChg chg="add del">
          <ac:chgData name="Hironari Yamada" userId="e57621f8-ec3c-449e-bb19-001fffcc008e" providerId="ADAL" clId="{BC0BD879-F267-5CCA-8DEA-E3B2DD07DA4E}" dt="2026-07-21T06:22:48.271" v="8465" actId="478"/>
          <ac:spMkLst>
            <pc:docMk/>
            <pc:sldMk cId="1225532077" sldId="2076139061"/>
            <ac:spMk id="8" creationId="{FEB5303F-9C96-DCE0-EE9A-C53276E9F7E9}"/>
          </ac:spMkLst>
        </pc:spChg>
        <pc:spChg chg="mod">
          <ac:chgData name="Hironari Yamada" userId="e57621f8-ec3c-449e-bb19-001fffcc008e" providerId="ADAL" clId="{BC0BD879-F267-5CCA-8DEA-E3B2DD07DA4E}" dt="2026-07-21T06:22:24.837" v="8462" actId="20577"/>
          <ac:spMkLst>
            <pc:docMk/>
            <pc:sldMk cId="1225532077" sldId="2076139061"/>
            <ac:spMk id="9" creationId="{62AD2D26-5ECA-C8FC-AD94-78D514713C23}"/>
          </ac:spMkLst>
        </pc:spChg>
        <pc:spChg chg="add mod">
          <ac:chgData name="Hironari Yamada" userId="e57621f8-ec3c-449e-bb19-001fffcc008e" providerId="ADAL" clId="{BC0BD879-F267-5CCA-8DEA-E3B2DD07DA4E}" dt="2026-07-22T06:26:18.551" v="9330"/>
          <ac:spMkLst>
            <pc:docMk/>
            <pc:sldMk cId="1225532077" sldId="2076139061"/>
            <ac:spMk id="11" creationId="{EC6ECE8A-9855-9DAE-1E1C-2AF455E9ACE7}"/>
          </ac:spMkLst>
        </pc:spChg>
        <pc:spChg chg="add del mod">
          <ac:chgData name="Hironari Yamada" userId="e57621f8-ec3c-449e-bb19-001fffcc008e" providerId="ADAL" clId="{BC0BD879-F267-5CCA-8DEA-E3B2DD07DA4E}" dt="2026-07-21T06:24:53.418" v="8641" actId="478"/>
          <ac:spMkLst>
            <pc:docMk/>
            <pc:sldMk cId="1225532077" sldId="2076139061"/>
            <ac:spMk id="12" creationId="{95626125-AA38-C3EA-8A4B-DC3772178A65}"/>
          </ac:spMkLst>
        </pc:spChg>
        <pc:spChg chg="add mod">
          <ac:chgData name="Hironari Yamada" userId="e57621f8-ec3c-449e-bb19-001fffcc008e" providerId="ADAL" clId="{BC0BD879-F267-5CCA-8DEA-E3B2DD07DA4E}" dt="2026-07-22T06:26:46.824" v="9339" actId="14100"/>
          <ac:spMkLst>
            <pc:docMk/>
            <pc:sldMk cId="1225532077" sldId="2076139061"/>
            <ac:spMk id="13" creationId="{9CBC6540-2307-B0EF-7AC5-2E8F2379C727}"/>
          </ac:spMkLst>
        </pc:spChg>
        <pc:spChg chg="add mod">
          <ac:chgData name="Hironari Yamada" userId="e57621f8-ec3c-449e-bb19-001fffcc008e" providerId="ADAL" clId="{BC0BD879-F267-5CCA-8DEA-E3B2DD07DA4E}" dt="2026-07-22T06:26:43.705" v="9338" actId="1076"/>
          <ac:spMkLst>
            <pc:docMk/>
            <pc:sldMk cId="1225532077" sldId="2076139061"/>
            <ac:spMk id="14" creationId="{DF8A9B84-BB70-D1FD-7283-8F59B4F998A7}"/>
          </ac:spMkLst>
        </pc:spChg>
        <pc:spChg chg="add mod">
          <ac:chgData name="Hironari Yamada" userId="e57621f8-ec3c-449e-bb19-001fffcc008e" providerId="ADAL" clId="{BC0BD879-F267-5CCA-8DEA-E3B2DD07DA4E}" dt="2026-07-21T06:31:13.889" v="8793" actId="14100"/>
          <ac:spMkLst>
            <pc:docMk/>
            <pc:sldMk cId="1225532077" sldId="2076139061"/>
            <ac:spMk id="15" creationId="{282EA907-6C85-F3BC-BB06-46A6A27AC393}"/>
          </ac:spMkLst>
        </pc:spChg>
        <pc:spChg chg="add mod">
          <ac:chgData name="Hironari Yamada" userId="e57621f8-ec3c-449e-bb19-001fffcc008e" providerId="ADAL" clId="{BC0BD879-F267-5CCA-8DEA-E3B2DD07DA4E}" dt="2026-07-21T06:26:02.541" v="8792" actId="1076"/>
          <ac:spMkLst>
            <pc:docMk/>
            <pc:sldMk cId="1225532077" sldId="2076139061"/>
            <ac:spMk id="16" creationId="{04815073-8E24-DF50-EE98-0664BA2E9525}"/>
          </ac:spMkLst>
        </pc:spChg>
        <pc:spChg chg="add del mod">
          <ac:chgData name="Hironari Yamada" userId="e57621f8-ec3c-449e-bb19-001fffcc008e" providerId="ADAL" clId="{BC0BD879-F267-5CCA-8DEA-E3B2DD07DA4E}" dt="2026-07-22T06:27:08.699" v="9341" actId="478"/>
          <ac:spMkLst>
            <pc:docMk/>
            <pc:sldMk cId="1225532077" sldId="2076139061"/>
            <ac:spMk id="17" creationId="{D5C8A8C0-A8F0-BD84-DC3D-A98784934412}"/>
          </ac:spMkLst>
        </pc:spChg>
        <pc:spChg chg="add del mod">
          <ac:chgData name="Hironari Yamada" userId="e57621f8-ec3c-449e-bb19-001fffcc008e" providerId="ADAL" clId="{BC0BD879-F267-5CCA-8DEA-E3B2DD07DA4E}" dt="2026-07-22T06:27:08.699" v="9341" actId="478"/>
          <ac:spMkLst>
            <pc:docMk/>
            <pc:sldMk cId="1225532077" sldId="2076139061"/>
            <ac:spMk id="18" creationId="{7CCC5D65-A74E-CAD4-1065-51978A36BF88}"/>
          </ac:spMkLst>
        </pc:spChg>
        <pc:spChg chg="add mod">
          <ac:chgData name="Hironari Yamada" userId="e57621f8-ec3c-449e-bb19-001fffcc008e" providerId="ADAL" clId="{BC0BD879-F267-5CCA-8DEA-E3B2DD07DA4E}" dt="2026-07-22T06:27:39.805" v="9347" actId="14100"/>
          <ac:spMkLst>
            <pc:docMk/>
            <pc:sldMk cId="1225532077" sldId="2076139061"/>
            <ac:spMk id="19" creationId="{56541220-A5BB-1D43-C24A-31082F8721CE}"/>
          </ac:spMkLst>
        </pc:spChg>
        <pc:spChg chg="add mod">
          <ac:chgData name="Hironari Yamada" userId="e57621f8-ec3c-449e-bb19-001fffcc008e" providerId="ADAL" clId="{BC0BD879-F267-5CCA-8DEA-E3B2DD07DA4E}" dt="2026-07-22T06:27:35.486" v="9346" actId="1076"/>
          <ac:spMkLst>
            <pc:docMk/>
            <pc:sldMk cId="1225532077" sldId="2076139061"/>
            <ac:spMk id="20" creationId="{7C4F7475-B32F-442F-99A9-160E99345192}"/>
          </ac:spMkLst>
        </pc:spChg>
        <pc:spChg chg="add mod">
          <ac:chgData name="Hironari Yamada" userId="e57621f8-ec3c-449e-bb19-001fffcc008e" providerId="ADAL" clId="{BC0BD879-F267-5CCA-8DEA-E3B2DD07DA4E}" dt="2026-07-22T06:27:16.614" v="9343" actId="14100"/>
          <ac:spMkLst>
            <pc:docMk/>
            <pc:sldMk cId="1225532077" sldId="2076139061"/>
            <ac:spMk id="21" creationId="{9F1F534C-31F6-DFB5-2D7D-FB36C54F9A89}"/>
          </ac:spMkLst>
        </pc:spChg>
        <pc:spChg chg="add mod">
          <ac:chgData name="Hironari Yamada" userId="e57621f8-ec3c-449e-bb19-001fffcc008e" providerId="ADAL" clId="{BC0BD879-F267-5CCA-8DEA-E3B2DD07DA4E}" dt="2026-07-22T06:27:12.820" v="9342" actId="1076"/>
          <ac:spMkLst>
            <pc:docMk/>
            <pc:sldMk cId="1225532077" sldId="2076139061"/>
            <ac:spMk id="22" creationId="{8913C35A-3393-9A95-AD75-EFF7F00A1341}"/>
          </ac:spMkLst>
        </pc:spChg>
        <pc:spChg chg="add mod">
          <ac:chgData name="Hironari Yamada" userId="e57621f8-ec3c-449e-bb19-001fffcc008e" providerId="ADAL" clId="{BC0BD879-F267-5CCA-8DEA-E3B2DD07DA4E}" dt="2026-07-22T06:27:49.585" v="9349" actId="14100"/>
          <ac:spMkLst>
            <pc:docMk/>
            <pc:sldMk cId="1225532077" sldId="2076139061"/>
            <ac:spMk id="23" creationId="{597E5C21-C9B4-B918-1657-97F0D778B6EB}"/>
          </ac:spMkLst>
        </pc:spChg>
        <pc:spChg chg="add mod">
          <ac:chgData name="Hironari Yamada" userId="e57621f8-ec3c-449e-bb19-001fffcc008e" providerId="ADAL" clId="{BC0BD879-F267-5CCA-8DEA-E3B2DD07DA4E}" dt="2026-07-22T06:27:46.029" v="9348" actId="1076"/>
          <ac:spMkLst>
            <pc:docMk/>
            <pc:sldMk cId="1225532077" sldId="2076139061"/>
            <ac:spMk id="24" creationId="{E1A560BC-018A-20BB-CD39-2C0B0B93F536}"/>
          </ac:spMkLst>
        </pc:spChg>
        <pc:spChg chg="add mod">
          <ac:chgData name="Hironari Yamada" userId="e57621f8-ec3c-449e-bb19-001fffcc008e" providerId="ADAL" clId="{BC0BD879-F267-5CCA-8DEA-E3B2DD07DA4E}" dt="2026-07-22T06:26:18.551" v="9330"/>
          <ac:spMkLst>
            <pc:docMk/>
            <pc:sldMk cId="1225532077" sldId="2076139061"/>
            <ac:spMk id="28" creationId="{ED4928E6-E92A-39AE-4622-E8C5F5E04099}"/>
          </ac:spMkLst>
        </pc:spChg>
        <pc:spChg chg="add mod">
          <ac:chgData name="Hironari Yamada" userId="e57621f8-ec3c-449e-bb19-001fffcc008e" providerId="ADAL" clId="{BC0BD879-F267-5CCA-8DEA-E3B2DD07DA4E}" dt="2026-07-22T06:26:18.551" v="9330"/>
          <ac:spMkLst>
            <pc:docMk/>
            <pc:sldMk cId="1225532077" sldId="2076139061"/>
            <ac:spMk id="41" creationId="{9FE7D514-AFF9-2D3F-ED69-7F0618657F08}"/>
          </ac:spMkLst>
        </pc:spChg>
        <pc:spChg chg="add mod">
          <ac:chgData name="Hironari Yamada" userId="e57621f8-ec3c-449e-bb19-001fffcc008e" providerId="ADAL" clId="{BC0BD879-F267-5CCA-8DEA-E3B2DD07DA4E}" dt="2026-07-22T06:26:18.551" v="9330"/>
          <ac:spMkLst>
            <pc:docMk/>
            <pc:sldMk cId="1225532077" sldId="2076139061"/>
            <ac:spMk id="57" creationId="{E88A9DB9-61C9-F064-05D6-498DB6023416}"/>
          </ac:spMkLst>
        </pc:spChg>
        <pc:spChg chg="add mod">
          <ac:chgData name="Hironari Yamada" userId="e57621f8-ec3c-449e-bb19-001fffcc008e" providerId="ADAL" clId="{BC0BD879-F267-5CCA-8DEA-E3B2DD07DA4E}" dt="2026-07-22T06:26:18.551" v="9330"/>
          <ac:spMkLst>
            <pc:docMk/>
            <pc:sldMk cId="1225532077" sldId="2076139061"/>
            <ac:spMk id="70" creationId="{4883B837-3847-3821-3607-8B20FBD015D8}"/>
          </ac:spMkLst>
        </pc:spChg>
        <pc:spChg chg="add mod">
          <ac:chgData name="Hironari Yamada" userId="e57621f8-ec3c-449e-bb19-001fffcc008e" providerId="ADAL" clId="{BC0BD879-F267-5CCA-8DEA-E3B2DD07DA4E}" dt="2026-07-22T06:26:18.551" v="9330"/>
          <ac:spMkLst>
            <pc:docMk/>
            <pc:sldMk cId="1225532077" sldId="2076139061"/>
            <ac:spMk id="72" creationId="{845C4CEE-1B2C-C6A3-D73A-DE9A1DA173C2}"/>
          </ac:spMkLst>
        </pc:spChg>
        <pc:spChg chg="add mod">
          <ac:chgData name="Hironari Yamada" userId="e57621f8-ec3c-449e-bb19-001fffcc008e" providerId="ADAL" clId="{BC0BD879-F267-5CCA-8DEA-E3B2DD07DA4E}" dt="2026-07-22T06:26:18.551" v="9330"/>
          <ac:spMkLst>
            <pc:docMk/>
            <pc:sldMk cId="1225532077" sldId="2076139061"/>
            <ac:spMk id="73" creationId="{2A1BA01A-4B04-10EE-23D5-75096493618C}"/>
          </ac:spMkLst>
        </pc:spChg>
        <pc:spChg chg="add mod">
          <ac:chgData name="Hironari Yamada" userId="e57621f8-ec3c-449e-bb19-001fffcc008e" providerId="ADAL" clId="{BC0BD879-F267-5CCA-8DEA-E3B2DD07DA4E}" dt="2026-07-22T06:26:18.551" v="9330"/>
          <ac:spMkLst>
            <pc:docMk/>
            <pc:sldMk cId="1225532077" sldId="2076139061"/>
            <ac:spMk id="98" creationId="{106072E1-4050-31E2-A871-2FF0A65F5D1C}"/>
          </ac:spMkLst>
        </pc:spChg>
        <pc:picChg chg="del">
          <ac:chgData name="Hironari Yamada" userId="e57621f8-ec3c-449e-bb19-001fffcc008e" providerId="ADAL" clId="{BC0BD879-F267-5CCA-8DEA-E3B2DD07DA4E}" dt="2026-07-21T06:22:26.230" v="8463" actId="478"/>
          <ac:picMkLst>
            <pc:docMk/>
            <pc:sldMk cId="1225532077" sldId="2076139061"/>
            <ac:picMk id="5" creationId="{FBAE5602-1F47-3F63-C91A-94D97DAE17B4}"/>
          </ac:picMkLst>
        </pc:picChg>
        <pc:picChg chg="add del mod">
          <ac:chgData name="Hironari Yamada" userId="e57621f8-ec3c-449e-bb19-001fffcc008e" providerId="ADAL" clId="{BC0BD879-F267-5CCA-8DEA-E3B2DD07DA4E}" dt="2026-07-22T06:26:17.580" v="9329" actId="478"/>
          <ac:picMkLst>
            <pc:docMk/>
            <pc:sldMk cId="1225532077" sldId="2076139061"/>
            <ac:picMk id="10" creationId="{EF35501B-3FC4-00B3-4804-5EE77C7D84B2}"/>
          </ac:picMkLst>
        </pc:picChg>
        <pc:picChg chg="add del mod">
          <ac:chgData name="Hironari Yamada" userId="e57621f8-ec3c-449e-bb19-001fffcc008e" providerId="ADAL" clId="{BC0BD879-F267-5CCA-8DEA-E3B2DD07DA4E}" dt="2026-07-21T06:23:02.314" v="8472" actId="478"/>
          <ac:picMkLst>
            <pc:docMk/>
            <pc:sldMk cId="1225532077" sldId="2076139061"/>
            <ac:picMk id="11" creationId="{4FB084F8-42E5-4040-A3FF-4331858D5D80}"/>
          </ac:picMkLst>
        </pc:picChg>
        <pc:picChg chg="add mod">
          <ac:chgData name="Hironari Yamada" userId="e57621f8-ec3c-449e-bb19-001fffcc008e" providerId="ADAL" clId="{BC0BD879-F267-5CCA-8DEA-E3B2DD07DA4E}" dt="2026-07-22T06:26:32.837" v="9335" actId="167"/>
          <ac:picMkLst>
            <pc:docMk/>
            <pc:sldMk cId="1225532077" sldId="2076139061"/>
            <ac:picMk id="102" creationId="{31726AC0-DA59-74DE-727E-A1C85EF40823}"/>
          </ac:picMkLst>
        </pc:picChg>
      </pc:sldChg>
      <pc:sldChg chg="addSp delSp modSp add mod">
        <pc:chgData name="Hironari Yamada" userId="e57621f8-ec3c-449e-bb19-001fffcc008e" providerId="ADAL" clId="{BC0BD879-F267-5CCA-8DEA-E3B2DD07DA4E}" dt="2026-07-22T06:30:01.134" v="9566" actId="1076"/>
        <pc:sldMkLst>
          <pc:docMk/>
          <pc:sldMk cId="1409895977" sldId="2076139062"/>
        </pc:sldMkLst>
        <pc:spChg chg="mod">
          <ac:chgData name="Hironari Yamada" userId="e57621f8-ec3c-449e-bb19-001fffcc008e" providerId="ADAL" clId="{BC0BD879-F267-5CCA-8DEA-E3B2DD07DA4E}" dt="2026-07-22T06:29:14.406" v="9561" actId="20577"/>
          <ac:spMkLst>
            <pc:docMk/>
            <pc:sldMk cId="1409895977" sldId="2076139062"/>
            <ac:spMk id="3" creationId="{10147177-4477-0521-FCFD-C649212F6C52}"/>
          </ac:spMkLst>
        </pc:spChg>
        <pc:spChg chg="mod">
          <ac:chgData name="Hironari Yamada" userId="e57621f8-ec3c-449e-bb19-001fffcc008e" providerId="ADAL" clId="{BC0BD879-F267-5CCA-8DEA-E3B2DD07DA4E}" dt="2026-07-22T05:54:30.272" v="9317" actId="20577"/>
          <ac:spMkLst>
            <pc:docMk/>
            <pc:sldMk cId="1409895977" sldId="2076139062"/>
            <ac:spMk id="9" creationId="{461B20F4-5830-1B52-6971-B8DD570D8024}"/>
          </ac:spMkLst>
        </pc:spChg>
        <pc:spChg chg="del">
          <ac:chgData name="Hironari Yamada" userId="e57621f8-ec3c-449e-bb19-001fffcc008e" providerId="ADAL" clId="{BC0BD879-F267-5CCA-8DEA-E3B2DD07DA4E}" dt="2026-07-22T05:54:34.112" v="9318" actId="478"/>
          <ac:spMkLst>
            <pc:docMk/>
            <pc:sldMk cId="1409895977" sldId="2076139062"/>
            <ac:spMk id="13" creationId="{1C778BB5-46CE-06E5-133F-4C6AAE368698}"/>
          </ac:spMkLst>
        </pc:spChg>
        <pc:spChg chg="del">
          <ac:chgData name="Hironari Yamada" userId="e57621f8-ec3c-449e-bb19-001fffcc008e" providerId="ADAL" clId="{BC0BD879-F267-5CCA-8DEA-E3B2DD07DA4E}" dt="2026-07-22T05:54:34.112" v="9318" actId="478"/>
          <ac:spMkLst>
            <pc:docMk/>
            <pc:sldMk cId="1409895977" sldId="2076139062"/>
            <ac:spMk id="14" creationId="{F34AF58A-A276-23E7-A92C-4DE9F57B1062}"/>
          </ac:spMkLst>
        </pc:spChg>
        <pc:spChg chg="del">
          <ac:chgData name="Hironari Yamada" userId="e57621f8-ec3c-449e-bb19-001fffcc008e" providerId="ADAL" clId="{BC0BD879-F267-5CCA-8DEA-E3B2DD07DA4E}" dt="2026-07-22T05:54:34.112" v="9318" actId="478"/>
          <ac:spMkLst>
            <pc:docMk/>
            <pc:sldMk cId="1409895977" sldId="2076139062"/>
            <ac:spMk id="15" creationId="{F4226C92-6AB4-DBE2-4171-68A83D81B32B}"/>
          </ac:spMkLst>
        </pc:spChg>
        <pc:spChg chg="del">
          <ac:chgData name="Hironari Yamada" userId="e57621f8-ec3c-449e-bb19-001fffcc008e" providerId="ADAL" clId="{BC0BD879-F267-5CCA-8DEA-E3B2DD07DA4E}" dt="2026-07-22T05:54:34.112" v="9318" actId="478"/>
          <ac:spMkLst>
            <pc:docMk/>
            <pc:sldMk cId="1409895977" sldId="2076139062"/>
            <ac:spMk id="16" creationId="{0D9424BE-4F64-DB39-04C8-F2287D038211}"/>
          </ac:spMkLst>
        </pc:spChg>
        <pc:spChg chg="del">
          <ac:chgData name="Hironari Yamada" userId="e57621f8-ec3c-449e-bb19-001fffcc008e" providerId="ADAL" clId="{BC0BD879-F267-5CCA-8DEA-E3B2DD07DA4E}" dt="2026-07-22T05:54:34.112" v="9318" actId="478"/>
          <ac:spMkLst>
            <pc:docMk/>
            <pc:sldMk cId="1409895977" sldId="2076139062"/>
            <ac:spMk id="17" creationId="{17EEDE04-1CD1-7E00-1F3B-57DAC8E12993}"/>
          </ac:spMkLst>
        </pc:spChg>
        <pc:spChg chg="del">
          <ac:chgData name="Hironari Yamada" userId="e57621f8-ec3c-449e-bb19-001fffcc008e" providerId="ADAL" clId="{BC0BD879-F267-5CCA-8DEA-E3B2DD07DA4E}" dt="2026-07-22T05:54:34.112" v="9318" actId="478"/>
          <ac:spMkLst>
            <pc:docMk/>
            <pc:sldMk cId="1409895977" sldId="2076139062"/>
            <ac:spMk id="18" creationId="{942CDC76-0080-BD7F-E6F5-1EA45181FA17}"/>
          </ac:spMkLst>
        </pc:spChg>
        <pc:spChg chg="del">
          <ac:chgData name="Hironari Yamada" userId="e57621f8-ec3c-449e-bb19-001fffcc008e" providerId="ADAL" clId="{BC0BD879-F267-5CCA-8DEA-E3B2DD07DA4E}" dt="2026-07-22T05:54:34.112" v="9318" actId="478"/>
          <ac:spMkLst>
            <pc:docMk/>
            <pc:sldMk cId="1409895977" sldId="2076139062"/>
            <ac:spMk id="19" creationId="{A9269A5D-C6C8-3D12-0030-B4050024FABB}"/>
          </ac:spMkLst>
        </pc:spChg>
        <pc:spChg chg="del">
          <ac:chgData name="Hironari Yamada" userId="e57621f8-ec3c-449e-bb19-001fffcc008e" providerId="ADAL" clId="{BC0BD879-F267-5CCA-8DEA-E3B2DD07DA4E}" dt="2026-07-22T05:54:34.112" v="9318" actId="478"/>
          <ac:spMkLst>
            <pc:docMk/>
            <pc:sldMk cId="1409895977" sldId="2076139062"/>
            <ac:spMk id="22" creationId="{C095DFE7-5CD4-25B1-53E5-9EF0336C5B61}"/>
          </ac:spMkLst>
        </pc:spChg>
        <pc:spChg chg="del">
          <ac:chgData name="Hironari Yamada" userId="e57621f8-ec3c-449e-bb19-001fffcc008e" providerId="ADAL" clId="{BC0BD879-F267-5CCA-8DEA-E3B2DD07DA4E}" dt="2026-07-22T05:54:34.112" v="9318" actId="478"/>
          <ac:spMkLst>
            <pc:docMk/>
            <pc:sldMk cId="1409895977" sldId="2076139062"/>
            <ac:spMk id="23" creationId="{10E2FB91-AFE4-870E-258E-5DDB83EDB66D}"/>
          </ac:spMkLst>
        </pc:spChg>
        <pc:spChg chg="del">
          <ac:chgData name="Hironari Yamada" userId="e57621f8-ec3c-449e-bb19-001fffcc008e" providerId="ADAL" clId="{BC0BD879-F267-5CCA-8DEA-E3B2DD07DA4E}" dt="2026-07-22T05:54:34.112" v="9318" actId="478"/>
          <ac:spMkLst>
            <pc:docMk/>
            <pc:sldMk cId="1409895977" sldId="2076139062"/>
            <ac:spMk id="24" creationId="{0D66B8FA-1725-3C9B-769B-9F31240D6707}"/>
          </ac:spMkLst>
        </pc:spChg>
        <pc:picChg chg="add mod">
          <ac:chgData name="Hironari Yamada" userId="e57621f8-ec3c-449e-bb19-001fffcc008e" providerId="ADAL" clId="{BC0BD879-F267-5CCA-8DEA-E3B2DD07DA4E}" dt="2026-07-22T06:30:01.134" v="9566" actId="1076"/>
          <ac:picMkLst>
            <pc:docMk/>
            <pc:sldMk cId="1409895977" sldId="2076139062"/>
            <ac:picMk id="7" creationId="{5D6F39FC-E67F-64CC-3CE1-AFC24E7CCEB5}"/>
          </ac:picMkLst>
        </pc:picChg>
        <pc:picChg chg="del">
          <ac:chgData name="Hironari Yamada" userId="e57621f8-ec3c-449e-bb19-001fffcc008e" providerId="ADAL" clId="{BC0BD879-F267-5CCA-8DEA-E3B2DD07DA4E}" dt="2026-07-22T05:54:37.203" v="9319" actId="478"/>
          <ac:picMkLst>
            <pc:docMk/>
            <pc:sldMk cId="1409895977" sldId="2076139062"/>
            <ac:picMk id="10" creationId="{41AE8A6D-BABB-77B7-1257-E31E3854366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69C67-DBF2-0228-79E6-4C42201853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26B8E6-2D8B-D8A5-41A7-5056422F69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128AB-179F-8D53-3933-98BDCDE1896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7BD6765-33F6-3994-137E-6F80FA73BF5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892799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29685-0536-B3E9-3B73-416800B9A1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F426F6-C2CA-2D6D-591E-D7C8D50CE4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78F6B4-4B23-C9AF-D366-0C97F97AAE34}"/>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65C1229-FA14-7A49-E228-A95AE608CCA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62315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ACB0F-A71C-A126-3C6C-BD4DA9ABF2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F8AB9C-691C-3ED1-5602-B29515244E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F13AF1-AC1B-EB7B-74E5-3FFAF074F70D}"/>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B8E92949-2277-CC72-949B-E905CD5AC71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031497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2E5B0-3608-390F-8A2E-F4543FAD9B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0D4A0C-ADA6-03DB-D64F-C41BDD9842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DF874B-F20E-81F3-2D03-33873BF8E057}"/>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5695E830-D4B8-8A81-7583-DAE49F701AB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807120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E65F7-4FD0-2120-E5B4-809EDEF505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9997AD-71C6-53AB-32BF-142A264022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5229A4-DE89-486F-85D4-30802F4F47AD}"/>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D59F22CD-773D-1FDC-4F34-0697676F9A6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2019114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575A9-6018-3910-F75E-75A73312B2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186328-36C0-B752-C200-46474FF2E0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73C9D1-FA48-11F8-4FCB-029DA8159542}"/>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8ADE0A4-DD43-6639-04EC-2F67227D7A8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854536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99D7D-14AA-005C-F514-D9B7701057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FD7CA2-7AFB-17C6-95CC-B34C9C25A7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AFC880-93CB-EE06-FBBC-8B0BD30D728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E6C141B8-209F-8B87-2BD6-FDE3EC77044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733648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BADD6-5D16-2E9C-E4E9-C8B422CFB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A672A-2CE3-2C53-B8DC-1D9B901805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182DC4-F2B8-71DF-E166-59B6A541915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DF3C2D28-CC4C-05D7-A052-E6FD4E95964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6554571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07745-E68E-6261-F901-BDE706465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EBF570-8E28-ED7D-CB97-F5679FF8C8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EC3F47-CD92-45D7-1B97-F1E0375298D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BFF89BD5-9C6A-B714-1F09-BE7BEC5FA97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7906478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79941-8150-9195-AD90-C36513FE29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7FC6A9-7C45-B1F5-CBC0-B33FFB3FCD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DA7881-3CA4-C01F-D529-8D9FBCA9A2C5}"/>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691AB094-8E65-7039-897E-47A7FACCE24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722230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3C22C-6F02-1407-45DE-3742D15321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C2FED9-C23A-2425-3273-9121F4A706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0E999A-B002-8F07-D415-D99F7785A28F}"/>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D62837C0-E585-C081-ADD9-FF00F39CB96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80040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A9579-A438-699A-08B8-98B83C68CB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D29C07-23E8-83EB-1B82-9DF2ADB164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3C99D7-CC04-F511-EA2D-EEC00C7D3A5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BF934653-628F-90BB-0D06-3101C1DB3EB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6173871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7D8F3-B09C-058E-C5EE-6FCB7CAE05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04CDA8-AE3D-CADD-8AB5-41C36532AA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D7B45E-AED9-017A-3ABE-FF8E03DD3D91}"/>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B79E56E5-3D62-7970-97C4-B12B3E2D657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9323524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52DD1-754D-2FA6-F7B4-26E8172D7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589CE3-F823-1505-B54F-981B78BBA2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3EABAB-84DF-4BF8-9439-5C2CD862127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5AEFDD20-CD53-0729-E8ED-990B4BBCB28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8522785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AFCAE-5765-B573-07EB-7FA2AB0B11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E50495-6864-655D-7856-9C22D99EB0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919AA-41BE-893D-415F-C94BCEE5646B}"/>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1026A6F5-F92A-9261-7B27-27F36A3893F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173482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E17E6-E967-DC03-7D1C-EFEEF19A2E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87E039-6633-C705-B6E7-BD803792D7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2E2B0F-C060-0D13-D1EE-70DF6DF416A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24ECC6BF-ADBD-4F4F-3A73-09ABF99EAF7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274426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47874-240E-2F60-9D8D-BA327CE059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06B51C-B894-8ECC-4C78-2DB22B878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5D12F-EE95-C6E9-6CBF-7FE2F9DBDEE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2E32BC19-CDEC-D010-DAAB-DBA1A5B8897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641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E2DFD-D131-F672-A3B2-061B59534C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1DD0C4-13DE-FB45-BC1A-4C3F8F483C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2C9368-FC2A-2D65-A452-2C1D4F10A0EF}"/>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67095AA-E7DE-CEF7-C6C6-DDA39E0F89C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394639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21CD0-8940-8785-A994-EF7EE8A0ED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5FBA36-3A4F-3529-353F-2D166743B0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237858-B00D-80FB-DD50-58BBA9685622}"/>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F4323E38-DBBB-AD2F-DB11-A2F374F591D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414212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2CF70-F8B1-AD55-4943-72805B540D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58E3CD-C1D8-37E8-9CC4-1F8B3C9D82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BCFDB0-AEF5-3AAE-B291-0DFB330E06FB}"/>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6F1C5999-A55B-038D-494D-550CDEFCC13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4315119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3849F-6AE3-B1DB-83EA-F55B0BF16A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3CE53-E363-4019-A95B-930796583D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16A7EB-B19F-DB02-DCBD-3B1B3BD39CD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0DBE54B4-FD59-D4D6-B1AA-C3D7897454B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316308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8FB9D-2030-9E5F-BC0C-DCB3E38CCD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42245C-81E5-BB52-E620-8632B2A11F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3F34B6-0FA4-B60E-8D8A-7AEB838211E6}"/>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14FE251E-3EBE-1169-EE7B-E3124652BF8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8006631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27F25-C550-F203-62AD-5F926C5E6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B9C6C3-B403-BD8C-A0DC-1BF74DF4E9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7A947A-0BDE-C8E3-69A8-197C24973E07}"/>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1D54A3BD-4D0B-3187-973C-F3929488DFD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02330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標準スライドマスター">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4907625"/>
          </a:xfrm>
        </p:spPr>
        <p:txBody>
          <a:bodyPr>
            <a:normAutofit/>
          </a:bodyPr>
          <a:lstStyle>
            <a:lvl1pPr>
              <a:buNone/>
              <a:defRPr sz="1600">
                <a:latin typeface="Yu Gothic UI"/>
                <a:ea typeface="Yu Gothic UI"/>
                <a:cs typeface="Yu Gothic UI"/>
              </a:defRPr>
            </a:lvl1pPr>
            <a:lvl2pPr>
              <a:buNone/>
              <a:defRPr sz="1600">
                <a:latin typeface="Yu Gothic UI"/>
                <a:ea typeface="Yu Gothic UI"/>
                <a:cs typeface="Yu Gothic UI"/>
              </a:defRPr>
            </a:lvl2pPr>
            <a:lvl3pPr>
              <a:buNone/>
              <a:defRPr sz="1600">
                <a:latin typeface="Yu Gothic UI"/>
                <a:ea typeface="Yu Gothic UI"/>
                <a:cs typeface="Yu Gothic UI"/>
              </a:defRPr>
            </a:lvl3pPr>
            <a:lvl4pPr>
              <a:buNone/>
              <a:defRPr sz="1600">
                <a:latin typeface="Yu Gothic UI"/>
                <a:ea typeface="Yu Gothic UI"/>
                <a:cs typeface="Yu Gothic UI"/>
              </a:defRPr>
            </a:lvl4pPr>
            <a:lvl5pPr>
              <a:buNone/>
              <a:defRPr sz="16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スライド表紙">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AA04A7EC-51A4-2CCD-C19C-6471CA721861}"/>
              </a:ext>
            </a:extLst>
          </p:cNvPr>
          <p:cNvSpPr>
            <a:spLocks noGrp="1"/>
          </p:cNvSpPr>
          <p:nvPr>
            <p:ph type="ctrTitle"/>
          </p:nvPr>
        </p:nvSpPr>
        <p:spPr>
          <a:xfrm>
            <a:off x="1524000" y="1122363"/>
            <a:ext cx="9144000" cy="2387600"/>
          </a:xfrm>
        </p:spPr>
        <p:txBody>
          <a:bodyPr anchor="b">
            <a:normAutofit/>
          </a:bodyPr>
          <a:lstStyle>
            <a:lvl1pPr algn="ctr">
              <a:buNone/>
              <a:defRPr sz="4000"/>
            </a:lvl1pPr>
          </a:lstStyle>
          <a:p>
            <a:endParaRPr/>
          </a:p>
        </p:txBody>
      </p:sp>
      <p:sp>
        <p:nvSpPr>
          <p:cNvPr id="4" name="字幕 2">
            <a:extLst>
              <a:ext uri="{FF2B5EF4-FFF2-40B4-BE49-F238E27FC236}">
                <a16:creationId xmlns:a16="http://schemas.microsoft.com/office/drawing/2014/main" id="{6FAFA8D3-BD7F-63F6-E03A-E4C1097B0C91}"/>
              </a:ext>
            </a:extLst>
          </p:cNvPr>
          <p:cNvSpPr>
            <a:spLocks noGrp="1"/>
          </p:cNvSpPr>
          <p:nvPr>
            <p:ph type="subTitle" idx="1"/>
          </p:nvPr>
        </p:nvSpPr>
        <p:spPr>
          <a:xfrm>
            <a:off x="1524000" y="3602038"/>
            <a:ext cx="9144000" cy="863362"/>
          </a:xfrm>
        </p:spPr>
        <p:txBody>
          <a:bodyPr/>
          <a:lstStyle>
            <a:lvl1pPr marL="0" indent="0" algn="ctr">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a:p>
        </p:txBody>
      </p:sp>
      <p:sp>
        <p:nvSpPr>
          <p:cNvPr id="9" name="テキスト プレースホルダー 8">
            <a:extLst>
              <a:ext uri="{FF2B5EF4-FFF2-40B4-BE49-F238E27FC236}">
                <a16:creationId xmlns:a16="http://schemas.microsoft.com/office/drawing/2014/main" id="{CFB302AD-8C05-763D-CA33-038DD291D42B}"/>
              </a:ext>
            </a:extLst>
          </p:cNvPr>
          <p:cNvSpPr>
            <a:spLocks noGrp="1"/>
          </p:cNvSpPr>
          <p:nvPr>
            <p:ph type="body" idx="10"/>
          </p:nvPr>
        </p:nvSpPr>
        <p:spPr>
          <a:xfrm>
            <a:off x="577356" y="5155452"/>
            <a:ext cx="5184775" cy="1221390"/>
          </a:xfrm>
        </p:spPr>
        <p:txBody>
          <a:bodyPr/>
          <a:lstStyle>
            <a:lvl1pPr>
              <a:spcBef>
                <a:spcPts val="400"/>
              </a:spcBef>
              <a:buNone/>
              <a:defRPr sz="2400"/>
            </a:lvl1pPr>
          </a:lstStyle>
          <a:p>
            <a:endParaRPr/>
          </a:p>
        </p:txBody>
      </p:sp>
      <p:sp>
        <p:nvSpPr>
          <p:cNvPr id="12" name="テキスト プレースホルダー 11">
            <a:extLst>
              <a:ext uri="{FF2B5EF4-FFF2-40B4-BE49-F238E27FC236}">
                <a16:creationId xmlns:a16="http://schemas.microsoft.com/office/drawing/2014/main" id="{C5F34568-844A-6D62-99C6-A28EF2F3CC14}"/>
              </a:ext>
            </a:extLst>
          </p:cNvPr>
          <p:cNvSpPr>
            <a:spLocks noGrp="1"/>
          </p:cNvSpPr>
          <p:nvPr>
            <p:ph type="body" idx="11"/>
          </p:nvPr>
        </p:nvSpPr>
        <p:spPr>
          <a:xfrm>
            <a:off x="9282113" y="5919642"/>
            <a:ext cx="2572430" cy="457200"/>
          </a:xfrm>
        </p:spPr>
        <p:txBody>
          <a:bodyPr>
            <a:noAutofit/>
          </a:bodyPr>
          <a:lstStyle>
            <a:lvl1pPr algn="r">
              <a:buNone/>
              <a:defRPr sz="2400"/>
            </a:lvl1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1173825"/>
          </a:xfrm>
        </p:spPr>
        <p:txBody>
          <a:bodyPr>
            <a:noAutofit/>
          </a:bodyPr>
          <a:lstStyle>
            <a:lvl1pPr marL="9525" indent="-9525">
              <a:buNone/>
              <a:defRPr sz="1800">
                <a:latin typeface="Yu Gothic UI"/>
                <a:ea typeface="Yu Gothic UI"/>
                <a:cs typeface="Yu Gothic UI"/>
              </a:defRPr>
            </a:lvl1pPr>
            <a:lvl2pPr marL="449263" indent="0">
              <a:buNone/>
              <a:defRPr sz="1800">
                <a:latin typeface="Yu Gothic UI"/>
                <a:ea typeface="Yu Gothic UI"/>
                <a:cs typeface="Yu Gothic UI"/>
              </a:defRPr>
            </a:lvl2pPr>
            <a:lvl3pPr marL="890588" indent="0">
              <a:buNone/>
              <a:defRPr sz="1800">
                <a:latin typeface="Yu Gothic UI"/>
                <a:ea typeface="Yu Gothic UI"/>
                <a:cs typeface="Yu Gothic UI"/>
              </a:defRPr>
            </a:lvl3pPr>
            <a:lvl4pPr marL="1341438" indent="0">
              <a:buNone/>
              <a:defRPr sz="1800">
                <a:latin typeface="Yu Gothic UI"/>
                <a:ea typeface="Yu Gothic UI"/>
                <a:cs typeface="Yu Gothic UI"/>
              </a:defRPr>
            </a:lvl4pPr>
            <a:lvl5pPr marL="1822450" indent="0">
              <a:buNone/>
              <a:defRPr sz="18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エンドクレジット">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セクションタイトル">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D02FB24-493B-4123-A0B6-09180120D3D5}"/>
              </a:ext>
            </a:extLst>
          </p:cNvPr>
          <p:cNvSpPr>
            <a:spLocks noGrp="1"/>
          </p:cNvSpPr>
          <p:nvPr>
            <p:ph type="dt" idx="10"/>
          </p:nvPr>
        </p:nvSpPr>
        <p:spPr/>
        <p:txBody>
          <a:bodyPr/>
          <a:lstStyle/>
          <a:p>
            <a:endParaRPr/>
          </a:p>
        </p:txBody>
      </p:sp>
      <p:sp>
        <p:nvSpPr>
          <p:cNvPr id="3" name="フッター プレースホルダー 2">
            <a:extLst>
              <a:ext uri="{FF2B5EF4-FFF2-40B4-BE49-F238E27FC236}">
                <a16:creationId xmlns:a16="http://schemas.microsoft.com/office/drawing/2014/main" id="{8890D093-FE2F-4604-946C-D15AB7EBF10A}"/>
              </a:ext>
            </a:extLst>
          </p:cNvPr>
          <p:cNvSpPr>
            <a:spLocks noGrp="1"/>
          </p:cNvSpPr>
          <p:nvPr>
            <p:ph type="ftr" idx="11"/>
          </p:nvPr>
        </p:nvSpPr>
        <p:spPr/>
        <p:txBody>
          <a:bodyPr/>
          <a:lstStyle/>
          <a:p>
            <a:endParaRPr/>
          </a:p>
        </p:txBody>
      </p:sp>
      <p:sp>
        <p:nvSpPr>
          <p:cNvPr id="4" name="スライド番号プレースホルダー 3">
            <a:extLst>
              <a:ext uri="{FF2B5EF4-FFF2-40B4-BE49-F238E27FC236}">
                <a16:creationId xmlns:a16="http://schemas.microsoft.com/office/drawing/2014/main" id="{9D7F2009-FCEB-48FE-8C7A-B8C659F513DD}"/>
              </a:ext>
            </a:extLst>
          </p:cNvPr>
          <p:cNvSpPr>
            <a:spLocks noGrp="1"/>
          </p:cNvSpPr>
          <p:nvPr>
            <p:ph type="sldNum" idx="12"/>
          </p:nvPr>
        </p:nvSpPr>
        <p:spPr/>
        <p:txBody>
          <a:bodyPr/>
          <a:lstStyle/>
          <a:p>
            <a:endParaRPr/>
          </a:p>
        </p:txBody>
      </p:sp>
      <p:sp>
        <p:nvSpPr>
          <p:cNvPr id="7" name="テキスト プレースホルダー 6">
            <a:extLst>
              <a:ext uri="{FF2B5EF4-FFF2-40B4-BE49-F238E27FC236}">
                <a16:creationId xmlns:a16="http://schemas.microsoft.com/office/drawing/2014/main" id="{C8DCFE20-2760-245C-6805-9307FDD861B2}"/>
              </a:ext>
            </a:extLst>
          </p:cNvPr>
          <p:cNvSpPr>
            <a:spLocks noGrp="1"/>
          </p:cNvSpPr>
          <p:nvPr>
            <p:ph type="body" idx="13"/>
          </p:nvPr>
        </p:nvSpPr>
        <p:spPr>
          <a:xfrm>
            <a:off x="838200" y="2716213"/>
            <a:ext cx="10374313" cy="2262187"/>
          </a:xfrm>
        </p:spPr>
        <p:txBody>
          <a:bodyPr/>
          <a:lstStyle>
            <a:lvl1pPr>
              <a:buNone/>
              <a:defRPr sz="3600"/>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リード文な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B48D7FF-B78B-44FF-983F-50666A1D5F71}"/>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endParaRPr/>
          </a:p>
        </p:txBody>
      </p:sp>
      <p:sp>
        <p:nvSpPr>
          <p:cNvPr id="3" name="テキスト プレースホルダー 2">
            <a:extLst>
              <a:ext uri="{FF2B5EF4-FFF2-40B4-BE49-F238E27FC236}">
                <a16:creationId xmlns:a16="http://schemas.microsoft.com/office/drawing/2014/main" id="{E698EC68-E480-458A-B36D-265A18218A83}"/>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endParaRPr/>
          </a:p>
        </p:txBody>
      </p:sp>
      <p:sp>
        <p:nvSpPr>
          <p:cNvPr id="4" name="日付プレースホルダー 3">
            <a:extLst>
              <a:ext uri="{FF2B5EF4-FFF2-40B4-BE49-F238E27FC236}">
                <a16:creationId xmlns:a16="http://schemas.microsoft.com/office/drawing/2014/main" id="{F91653D7-C620-4352-A865-1F041D89FB04}"/>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endParaRPr/>
          </a:p>
        </p:txBody>
      </p:sp>
      <p:sp>
        <p:nvSpPr>
          <p:cNvPr id="5" name="フッター プレースホルダー 4">
            <a:extLst>
              <a:ext uri="{FF2B5EF4-FFF2-40B4-BE49-F238E27FC236}">
                <a16:creationId xmlns:a16="http://schemas.microsoft.com/office/drawing/2014/main" id="{56603EA2-4A43-4B89-B70F-998BB42EEB64}"/>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スライド番号プレースホルダー 5">
            <a:extLst>
              <a:ext uri="{FF2B5EF4-FFF2-40B4-BE49-F238E27FC236}">
                <a16:creationId xmlns:a16="http://schemas.microsoft.com/office/drawing/2014/main" id="{D9C29C83-EA4C-4F10-BAC0-CA53A8B36BC8}"/>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Yu Gothic UI"/>
          <a:ea typeface="Yu Gothic UI"/>
          <a:cs typeface="Yu Gothic UI"/>
        </a:defRPr>
      </a:lvl1pPr>
    </p:titleStyle>
    <p:body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svg"/><Relationship Id="rId7" Type="http://schemas.openxmlformats.org/officeDocument/2006/relationships/image" Target="../media/image4.sv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3.svg"/><Relationship Id="rId5" Type="http://schemas.openxmlformats.org/officeDocument/2006/relationships/hyperlink" Target="https://code.visualstudio.com/updates/v1_35" TargetMode="Externa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12.svg"/><Relationship Id="rId3" Type="http://schemas.openxmlformats.org/officeDocument/2006/relationships/image" Target="../media/image6.svg"/><Relationship Id="rId7" Type="http://schemas.openxmlformats.org/officeDocument/2006/relationships/image" Target="../media/image9.png"/><Relationship Id="rId12" Type="http://schemas.microsoft.com/office/2007/relationships/hdphoto" Target="../media/hdphoto4.wdp"/><Relationship Id="rId17" Type="http://schemas.microsoft.com/office/2007/relationships/hdphoto" Target="../media/hdphoto6.wdp"/><Relationship Id="rId2" Type="http://schemas.openxmlformats.org/officeDocument/2006/relationships/notesSlide" Target="../notesSlides/notesSlide10.xml"/><Relationship Id="rId16" Type="http://schemas.openxmlformats.org/officeDocument/2006/relationships/image" Target="../media/image14.png"/><Relationship Id="rId1" Type="http://schemas.openxmlformats.org/officeDocument/2006/relationships/slideLayout" Target="../slideLayouts/slideLayout3.xml"/><Relationship Id="rId6" Type="http://schemas.microsoft.com/office/2007/relationships/hdphoto" Target="../media/hdphoto1.wdp"/><Relationship Id="rId11" Type="http://schemas.openxmlformats.org/officeDocument/2006/relationships/image" Target="../media/image11.png"/><Relationship Id="rId5" Type="http://schemas.openxmlformats.org/officeDocument/2006/relationships/image" Target="../media/image8.png"/><Relationship Id="rId15" Type="http://schemas.microsoft.com/office/2007/relationships/hdphoto" Target="../media/hdphoto5.wdp"/><Relationship Id="rId10" Type="http://schemas.microsoft.com/office/2007/relationships/hdphoto" Target="../media/hdphoto3.wdp"/><Relationship Id="rId4" Type="http://schemas.openxmlformats.org/officeDocument/2006/relationships/image" Target="../media/image7.svg"/><Relationship Id="rId9" Type="http://schemas.openxmlformats.org/officeDocument/2006/relationships/image" Target="../media/image10.png"/><Relationship Id="rId1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15.svg"/><Relationship Id="rId4" Type="http://schemas.openxmlformats.org/officeDocument/2006/relationships/image" Target="../media/image3.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20.svg"/><Relationship Id="rId4" Type="http://schemas.openxmlformats.org/officeDocument/2006/relationships/image" Target="../media/image19.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hyperlink" Target="https://github.com/hironariy/Azure-PaaS-Workshop" TargetMode="External"/><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hyperlink" Target="https://hironariy.github.io/Azure-PaaS-Workshop/" TargetMode="External"/><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7B3DB332-4829-430D-ABF8-AAA02D2E2F20}"/>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3C3942EC-8BBF-4694-8E7D-18483F43DB53}"/>
              </a:ext>
            </a:extLst>
          </p:cNvPr>
          <p:cNvSpPr>
            <a:spLocks noGrp="1"/>
          </p:cNvSpPr>
          <p:nvPr/>
        </p:nvSpPr>
        <p:spPr>
          <a:xfrm>
            <a:off x="0" y="0"/>
            <a:ext cx="4629150" cy="6858000"/>
          </a:xfrm>
          <a:prstGeom prst="rect">
            <a:avLst/>
          </a:prstGeom>
          <a:solidFill>
            <a:srgbClr val="EAF1FB"/>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828025D4-9544-4FF2-83EA-C8F94EFBD6C1}"/>
              </a:ext>
            </a:extLst>
          </p:cNvPr>
          <p:cNvSpPr>
            <a:spLocks noGrp="1"/>
          </p:cNvSpPr>
          <p:nvPr/>
        </p:nvSpPr>
        <p:spPr>
          <a:xfrm>
            <a:off x="0" y="0"/>
            <a:ext cx="171450" cy="6858000"/>
          </a:xfrm>
          <a:prstGeom prst="rect">
            <a:avLst/>
          </a:prstGeom>
          <a:solidFill>
            <a:srgbClr val="4472C4"/>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50685B20-1434-48E7-9A60-CCE22EA4A975}"/>
              </a:ext>
            </a:extLst>
          </p:cNvPr>
          <p:cNvSpPr>
            <a:spLocks noGrp="1"/>
          </p:cNvSpPr>
          <p:nvPr/>
        </p:nvSpPr>
        <p:spPr>
          <a:xfrm>
            <a:off x="742950" y="819150"/>
            <a:ext cx="34290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Azure Workshop</a:t>
            </a:r>
          </a:p>
          <a:p>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for Beginners</a:t>
            </a:r>
          </a:p>
        </p:txBody>
      </p:sp>
      <p:sp>
        <p:nvSpPr>
          <p:cNvPr id="5" name="正方形/長方形 4">
            <a:extLst>
              <a:ext uri="{FF2B5EF4-FFF2-40B4-BE49-F238E27FC236}">
                <a16:creationId xmlns:a16="http://schemas.microsoft.com/office/drawing/2014/main" id="{9DBD5B95-C9F5-4638-96D9-A8CE4A155095}"/>
              </a:ext>
            </a:extLst>
          </p:cNvPr>
          <p:cNvSpPr>
            <a:spLocks noGrp="1"/>
          </p:cNvSpPr>
          <p:nvPr/>
        </p:nvSpPr>
        <p:spPr>
          <a:xfrm>
            <a:off x="5219700" y="1200150"/>
            <a:ext cx="5810250" cy="1123950"/>
          </a:xfrm>
          <a:prstGeom prst="rect">
            <a:avLst/>
          </a:prstGeom>
          <a:solidFill>
            <a:srgbClr val="000000">
              <a:alpha val="0"/>
            </a:srgbClr>
          </a:solidFill>
          <a:ln w="0">
            <a:solidFill>
              <a:srgbClr val="000000">
                <a:alpha val="0"/>
              </a:srgbClr>
            </a:solidFill>
            <a:prstDash val="solid"/>
          </a:ln>
        </p:spPr>
        <p:txBody>
          <a:bodyPr lIns="0" tIns="0" rIns="0" bIns="0" anchor="t"/>
          <a:lstStyle/>
          <a:p>
            <a:pPr>
              <a:lnSpc>
                <a:spcPct val="103000"/>
              </a:lnSpc>
            </a:pPr>
            <a:r>
              <a:rPr lang="en-US" altLang="ja-JP" sz="2800" b="1" dirty="0" err="1">
                <a:solidFill>
                  <a:srgbClr val="1F2937"/>
                </a:solidFill>
                <a:latin typeface="Yu Gothic" pitchFamily="34" charset="0"/>
                <a:ea typeface="Yu Gothic" pitchFamily="34" charset="-122"/>
                <a:cs typeface="Yu Gothic" pitchFamily="34" charset="-120"/>
              </a:rPr>
              <a:t>静的</a:t>
            </a:r>
            <a:r>
              <a:rPr lang="en-US" altLang="ja-JP" sz="2800" b="1" dirty="0">
                <a:solidFill>
                  <a:srgbClr val="1F2937"/>
                </a:solidFill>
                <a:latin typeface="Yu Gothic" pitchFamily="34" charset="0"/>
                <a:ea typeface="Yu Gothic" pitchFamily="34" charset="-122"/>
                <a:cs typeface="Yu Gothic" pitchFamily="34" charset="-120"/>
              </a:rPr>
              <a:t> Web </a:t>
            </a:r>
            <a:r>
              <a:rPr lang="en-US" altLang="ja-JP" sz="2800" b="1" dirty="0" err="1">
                <a:solidFill>
                  <a:srgbClr val="1F2937"/>
                </a:solidFill>
                <a:latin typeface="Yu Gothic" pitchFamily="34" charset="0"/>
                <a:ea typeface="Yu Gothic" pitchFamily="34" charset="-122"/>
                <a:cs typeface="Yu Gothic" pitchFamily="34" charset="-120"/>
              </a:rPr>
              <a:t>サイトと</a:t>
            </a:r>
            <a:endParaRPr lang="en-US" altLang="ja-JP" sz="2800" b="1" dirty="0">
              <a:solidFill>
                <a:srgbClr val="1F2937"/>
              </a:solidFill>
              <a:latin typeface="Yu Gothic" pitchFamily="34" charset="0"/>
              <a:ea typeface="Yu Gothic" pitchFamily="34" charset="-122"/>
              <a:cs typeface="Yu Gothic" pitchFamily="34" charset="-120"/>
            </a:endParaRPr>
          </a:p>
          <a:p>
            <a:pPr>
              <a:lnSpc>
                <a:spcPct val="103000"/>
              </a:lnSpc>
            </a:pPr>
            <a:r>
              <a:rPr lang="en-US" altLang="ja-JP" sz="2800" b="1" dirty="0">
                <a:solidFill>
                  <a:srgbClr val="1F2937"/>
                </a:solidFill>
                <a:latin typeface="Yu Gothic" pitchFamily="34" charset="0"/>
                <a:ea typeface="Yu Gothic" pitchFamily="34" charset="-122"/>
                <a:cs typeface="Yu Gothic" pitchFamily="34" charset="-120"/>
              </a:rPr>
              <a:t>Static Web Apps</a:t>
            </a:r>
            <a:endParaRPr lang="en-US" altLang="ja-JP" sz="2800" dirty="0"/>
          </a:p>
        </p:txBody>
      </p:sp>
      <p:sp>
        <p:nvSpPr>
          <p:cNvPr id="6" name="正方形/長方形 5">
            <a:extLst>
              <a:ext uri="{FF2B5EF4-FFF2-40B4-BE49-F238E27FC236}">
                <a16:creationId xmlns:a16="http://schemas.microsoft.com/office/drawing/2014/main" id="{2769FC6D-0B0A-4C37-8C6D-9B70639859DC}"/>
              </a:ext>
            </a:extLst>
          </p:cNvPr>
          <p:cNvSpPr>
            <a:spLocks noGrp="1"/>
          </p:cNvSpPr>
          <p:nvPr/>
        </p:nvSpPr>
        <p:spPr>
          <a:xfrm>
            <a:off x="5257800" y="2590800"/>
            <a:ext cx="5524500" cy="1104900"/>
          </a:xfrm>
          <a:prstGeom prst="rect">
            <a:avLst/>
          </a:prstGeom>
          <a:solidFill>
            <a:srgbClr val="000000">
              <a:alpha val="0"/>
            </a:srgbClr>
          </a:solidFill>
          <a:ln w="0">
            <a:solidFill>
              <a:srgbClr val="000000">
                <a:alpha val="0"/>
              </a:srgbClr>
            </a:solidFill>
            <a:prstDash val="solid"/>
          </a:ln>
        </p:spPr>
        <p:txBody>
          <a:bodyPr lIns="0" tIns="0" rIns="0" bIns="0" anchor="t"/>
          <a:lstStyle/>
          <a:p>
            <a:pPr>
              <a:lnSpc>
                <a:spcPct val="110000"/>
              </a:lnSpc>
            </a:pPr>
            <a:r>
              <a:rPr lang="en-US" altLang="ja-JP" sz="1400" dirty="0" err="1">
                <a:solidFill>
                  <a:srgbClr val="5B6472"/>
                </a:solidFill>
                <a:latin typeface="Yu Gothic" pitchFamily="34" charset="0"/>
                <a:ea typeface="Yu Gothic" pitchFamily="34" charset="-122"/>
                <a:cs typeface="Yu Gothic" pitchFamily="34" charset="-120"/>
              </a:rPr>
              <a:t>この回では、Web</a:t>
            </a:r>
            <a:r>
              <a:rPr lang="en-US" altLang="ja-JP" sz="1400" dirty="0">
                <a:solidFill>
                  <a:srgbClr val="5B6472"/>
                </a:solidFill>
                <a:latin typeface="Yu Gothic" pitchFamily="34" charset="0"/>
                <a:ea typeface="Yu Gothic" pitchFamily="34" charset="-122"/>
                <a:cs typeface="Yu Gothic" pitchFamily="34" charset="-120"/>
              </a:rPr>
              <a:t> 3 </a:t>
            </a:r>
            <a:r>
              <a:rPr lang="en-US" altLang="ja-JP" sz="1400" dirty="0" err="1">
                <a:solidFill>
                  <a:srgbClr val="5B6472"/>
                </a:solidFill>
                <a:latin typeface="Yu Gothic" pitchFamily="34" charset="0"/>
                <a:ea typeface="Yu Gothic" pitchFamily="34" charset="-122"/>
                <a:cs typeface="Yu Gothic" pitchFamily="34" charset="-120"/>
              </a:rPr>
              <a:t>層とは違う</a:t>
            </a:r>
            <a:r>
              <a:rPr lang="en-US" altLang="ja-JP" sz="1400" dirty="0">
                <a:solidFill>
                  <a:srgbClr val="5B6472"/>
                </a:solidFill>
                <a:latin typeface="Yu Gothic" pitchFamily="34" charset="0"/>
                <a:ea typeface="Yu Gothic" pitchFamily="34" charset="-122"/>
                <a:cs typeface="Yu Gothic" pitchFamily="34" charset="-120"/>
              </a:rPr>
              <a:t> Web </a:t>
            </a:r>
            <a:r>
              <a:rPr lang="en-US" altLang="ja-JP" sz="1400" dirty="0" err="1">
                <a:solidFill>
                  <a:srgbClr val="5B6472"/>
                </a:solidFill>
                <a:latin typeface="Yu Gothic" pitchFamily="34" charset="0"/>
                <a:ea typeface="Yu Gothic" pitchFamily="34" charset="-122"/>
                <a:cs typeface="Yu Gothic" pitchFamily="34" charset="-120"/>
              </a:rPr>
              <a:t>アプリケーション構成として、静的サイトと</a:t>
            </a:r>
            <a:r>
              <a:rPr lang="en-US" altLang="ja-JP" sz="1400" dirty="0">
                <a:solidFill>
                  <a:srgbClr val="5B6472"/>
                </a:solidFill>
                <a:latin typeface="Yu Gothic" pitchFamily="34" charset="0"/>
                <a:ea typeface="Yu Gothic" pitchFamily="34" charset="-122"/>
                <a:cs typeface="Yu Gothic" pitchFamily="34" charset="-120"/>
              </a:rPr>
              <a:t> </a:t>
            </a:r>
            <a:r>
              <a:rPr lang="en-US" altLang="ja-JP" sz="1400" dirty="0" err="1">
                <a:solidFill>
                  <a:srgbClr val="5B6472"/>
                </a:solidFill>
                <a:latin typeface="Yu Gothic" pitchFamily="34" charset="0"/>
                <a:ea typeface="Yu Gothic" pitchFamily="34" charset="-122"/>
                <a:cs typeface="Yu Gothic" pitchFamily="34" charset="-120"/>
              </a:rPr>
              <a:t>SPA（Single</a:t>
            </a:r>
            <a:r>
              <a:rPr lang="en-US" altLang="ja-JP" sz="1400" dirty="0">
                <a:solidFill>
                  <a:srgbClr val="5B6472"/>
                </a:solidFill>
                <a:latin typeface="Yu Gothic" pitchFamily="34" charset="0"/>
                <a:ea typeface="Yu Gothic" pitchFamily="34" charset="-122"/>
                <a:cs typeface="Yu Gothic" pitchFamily="34" charset="-120"/>
              </a:rPr>
              <a:t> Page </a:t>
            </a:r>
            <a:r>
              <a:rPr lang="en-US" altLang="ja-JP" sz="1400" dirty="0" err="1">
                <a:solidFill>
                  <a:srgbClr val="5B6472"/>
                </a:solidFill>
                <a:latin typeface="Yu Gothic" pitchFamily="34" charset="0"/>
                <a:ea typeface="Yu Gothic" pitchFamily="34" charset="-122"/>
                <a:cs typeface="Yu Gothic" pitchFamily="34" charset="-120"/>
              </a:rPr>
              <a:t>Application）の考え方を学びます</a:t>
            </a:r>
            <a:r>
              <a:rPr lang="en-US" altLang="ja-JP" sz="1400" dirty="0">
                <a:solidFill>
                  <a:srgbClr val="5B6472"/>
                </a:solidFill>
                <a:latin typeface="Yu Gothic" pitchFamily="34" charset="0"/>
                <a:ea typeface="Yu Gothic" pitchFamily="34" charset="-122"/>
                <a:cs typeface="Yu Gothic" pitchFamily="34" charset="-120"/>
              </a:rPr>
              <a:t>。</a:t>
            </a:r>
            <a:endParaRPr lang="en-US" altLang="ja-JP" sz="1400" dirty="0"/>
          </a:p>
        </p:txBody>
      </p:sp>
      <p:sp>
        <p:nvSpPr>
          <p:cNvPr id="7" name="正方形/長方形 6">
            <a:extLst>
              <a:ext uri="{FF2B5EF4-FFF2-40B4-BE49-F238E27FC236}">
                <a16:creationId xmlns:a16="http://schemas.microsoft.com/office/drawing/2014/main" id="{DFE36B7A-5E3C-45E7-B5C6-DD919C94A7E7}"/>
              </a:ext>
            </a:extLst>
          </p:cNvPr>
          <p:cNvSpPr>
            <a:spLocks noGrp="1"/>
          </p:cNvSpPr>
          <p:nvPr/>
        </p:nvSpPr>
        <p:spPr>
          <a:xfrm>
            <a:off x="5257800" y="4057650"/>
            <a:ext cx="800100" cy="285750"/>
          </a:xfrm>
          <a:prstGeom prst="rect">
            <a:avLst/>
          </a:prstGeom>
          <a:solidFill>
            <a:srgbClr val="4472C4"/>
          </a:solidFill>
          <a:ln w="0">
            <a:solidFill>
              <a:srgbClr val="4472C4"/>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dirty="0">
                <a:solidFill>
                  <a:srgbClr val="FFFFFF"/>
                </a:solidFill>
                <a:latin typeface="Yu Gothic UI"/>
                <a:ea typeface="Yu Gothic UI"/>
                <a:cs typeface="Yu Gothic UI"/>
              </a:rPr>
              <a:t>第</a:t>
            </a:r>
            <a:r>
              <a:rPr lang="en-US" sz="765" b="1" dirty="0">
                <a:solidFill>
                  <a:srgbClr val="FFFFFF"/>
                </a:solidFill>
                <a:latin typeface="Yu Gothic UI"/>
                <a:ea typeface="Yu Gothic UI"/>
                <a:cs typeface="Yu Gothic UI"/>
              </a:rPr>
              <a:t>9</a:t>
            </a:r>
            <a:r>
              <a:rPr sz="765" b="1" dirty="0">
                <a:solidFill>
                  <a:srgbClr val="FFFFFF"/>
                </a:solidFill>
                <a:latin typeface="Yu Gothic UI"/>
                <a:ea typeface="Yu Gothic UI"/>
                <a:cs typeface="Yu Gothic UI"/>
              </a:rPr>
              <a:t>回</a:t>
            </a:r>
          </a:p>
        </p:txBody>
      </p:sp>
      <p:sp>
        <p:nvSpPr>
          <p:cNvPr id="8" name="正方形/長方形 7">
            <a:extLst>
              <a:ext uri="{FF2B5EF4-FFF2-40B4-BE49-F238E27FC236}">
                <a16:creationId xmlns:a16="http://schemas.microsoft.com/office/drawing/2014/main" id="{BFE25AC2-4ACC-4216-8714-96B55FB68F91}"/>
              </a:ext>
            </a:extLst>
          </p:cNvPr>
          <p:cNvSpPr>
            <a:spLocks noGrp="1"/>
          </p:cNvSpPr>
          <p:nvPr/>
        </p:nvSpPr>
        <p:spPr>
          <a:xfrm>
            <a:off x="6191250" y="4057650"/>
            <a:ext cx="2076450" cy="285750"/>
          </a:xfrm>
          <a:prstGeom prst="rect">
            <a:avLst/>
          </a:prstGeom>
          <a:solidFill>
            <a:srgbClr val="70AD47"/>
          </a:solidFill>
          <a:ln w="0">
            <a:solidFill>
              <a:srgbClr val="70AD47"/>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a:solidFill>
                  <a:srgbClr val="FFFFFF"/>
                </a:solidFill>
                <a:latin typeface="Yu Gothic UI"/>
                <a:ea typeface="Yu Gothic UI"/>
                <a:cs typeface="Yu Gothic UI"/>
              </a:rPr>
              <a:t>オンライン座学 + ハンズオン</a:t>
            </a:r>
          </a:p>
        </p:txBody>
      </p:sp>
      <p:sp>
        <p:nvSpPr>
          <p:cNvPr id="9" name="正方形/長方形 8">
            <a:extLst>
              <a:ext uri="{FF2B5EF4-FFF2-40B4-BE49-F238E27FC236}">
                <a16:creationId xmlns:a16="http://schemas.microsoft.com/office/drawing/2014/main" id="{357FDBAC-8BBB-46B1-A819-9FBE30EC418A}"/>
              </a:ext>
            </a:extLst>
          </p:cNvPr>
          <p:cNvSpPr>
            <a:spLocks noGrp="1"/>
          </p:cNvSpPr>
          <p:nvPr/>
        </p:nvSpPr>
        <p:spPr>
          <a:xfrm>
            <a:off x="8401050" y="4057650"/>
            <a:ext cx="1352550" cy="285750"/>
          </a:xfrm>
          <a:prstGeom prst="rect">
            <a:avLst/>
          </a:prstGeom>
          <a:solidFill>
            <a:srgbClr val="ED7D31"/>
          </a:solidFill>
          <a:ln w="0">
            <a:solidFill>
              <a:srgbClr val="ED7D31"/>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a:solidFill>
                  <a:srgbClr val="FFFFFF"/>
                </a:solidFill>
                <a:latin typeface="Yu Gothic UI"/>
                <a:ea typeface="Yu Gothic UI"/>
                <a:cs typeface="Yu Gothic UI"/>
              </a:rPr>
              <a:t>50分 + 10分 QA</a:t>
            </a:r>
          </a:p>
        </p:txBody>
      </p:sp>
      <p:sp>
        <p:nvSpPr>
          <p:cNvPr id="10" name="正方形/長方形 9">
            <a:extLst>
              <a:ext uri="{FF2B5EF4-FFF2-40B4-BE49-F238E27FC236}">
                <a16:creationId xmlns:a16="http://schemas.microsoft.com/office/drawing/2014/main" id="{E22E1A59-BBE7-499C-B63A-23D32A401642}"/>
              </a:ext>
            </a:extLst>
          </p:cNvPr>
          <p:cNvSpPr>
            <a:spLocks noGrp="1"/>
          </p:cNvSpPr>
          <p:nvPr/>
        </p:nvSpPr>
        <p:spPr>
          <a:xfrm>
            <a:off x="9886950" y="4057650"/>
            <a:ext cx="1295400" cy="285750"/>
          </a:xfrm>
          <a:prstGeom prst="rect">
            <a:avLst/>
          </a:prstGeom>
          <a:solidFill>
            <a:srgbClr val="0F766E"/>
          </a:solidFill>
          <a:ln w="0">
            <a:solidFill>
              <a:srgbClr val="0F766E"/>
            </a:solidFill>
            <a:prstDash val="solid"/>
          </a:ln>
        </p:spPr>
        <p:txBody>
          <a:bodyPr lIns="76200" tIns="38100" rIns="76200" bIns="38100" anchor="ctr"/>
          <a:lstStyle/>
          <a:p>
            <a:pPr algn="ctr"/>
            <a:r>
              <a:rPr lang="en-US" altLang="ja-JP" sz="800" b="1" dirty="0">
                <a:solidFill>
                  <a:srgbClr val="FFFFFF"/>
                </a:solidFill>
                <a:latin typeface="Yu Gothic" pitchFamily="34" charset="0"/>
                <a:ea typeface="Yu Gothic" pitchFamily="34" charset="-122"/>
                <a:cs typeface="Yu Gothic" pitchFamily="34" charset="-120"/>
              </a:rPr>
              <a:t>2026年8月27日</a:t>
            </a:r>
            <a:endParaRPr lang="en-US" altLang="ja-JP" sz="800" dirty="0"/>
          </a:p>
        </p:txBody>
      </p:sp>
    </p:spTree>
    <p:extLst>
      <p:ext uri="{BB962C8B-B14F-4D97-AF65-F5344CB8AC3E}">
        <p14:creationId xmlns:p14="http://schemas.microsoft.com/office/powerpoint/2010/main" val="188169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FB82B-3769-4F08-F752-C53C2606999B}"/>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34E484A-AE77-E3F2-306D-943F87A9590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ja-JP" altLang="en-US" sz="2025" b="1">
                <a:solidFill>
                  <a:srgbClr val="1F2937"/>
                </a:solidFill>
                <a:latin typeface="Meiryo UI"/>
                <a:ea typeface="Meiryo UI"/>
                <a:cs typeface="Meiryo UI"/>
              </a:rPr>
              <a:t>アジェンダ</a:t>
            </a:r>
            <a:endParaRPr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4FE21A59-58EA-A527-EEA9-DF81F838E9C2}"/>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9</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3AACD652-3F1F-129B-9B67-2671CA41F4C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テキスト プレースホルダー 5">
            <a:extLst>
              <a:ext uri="{FF2B5EF4-FFF2-40B4-BE49-F238E27FC236}">
                <a16:creationId xmlns:a16="http://schemas.microsoft.com/office/drawing/2014/main" id="{3CD4F1C1-B153-1649-DE13-A602B7064ABE}"/>
              </a:ext>
            </a:extLst>
          </p:cNvPr>
          <p:cNvSpPr txBox="1">
            <a:spLocks/>
          </p:cNvSpPr>
          <p:nvPr/>
        </p:nvSpPr>
        <p:spPr>
          <a:xfrm>
            <a:off x="678655" y="1677751"/>
            <a:ext cx="10820399" cy="1751249"/>
          </a:xfrm>
          <a:prstGeom prst="rect">
            <a:avLst/>
          </a:prstGeom>
        </p:spPr>
        <p:txBody>
          <a:bodyPr vert="horz" lIns="91440" tIns="45720" rIns="91440" bIns="45720" anchor="t" anchorCtr="0"/>
          <a:lstStyle>
            <a:defPPr>
              <a:defRPr lang="en-US"/>
            </a:defPPr>
            <a:lvl1pPr marL="0" indent="0" algn="ctr" defTabSz="914400">
              <a:buNone/>
              <a:defRPr sz="1200" kern="1200">
                <a:solidFill>
                  <a:schemeClr val="tx1">
                    <a:tint val="75000"/>
                  </a:schemeClr>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a:lstStyle>
          <a:p>
            <a:pPr marL="457200" indent="-457200" algn="l">
              <a:buFont typeface="+mj-lt"/>
              <a:buAutoNum type="arabicPeriod"/>
            </a:pPr>
            <a:r>
              <a:rPr lang="en" altLang="ja-JP" sz="2800" dirty="0">
                <a:solidFill>
                  <a:schemeClr val="tx1">
                    <a:lumMod val="75000"/>
                    <a:lumOff val="25000"/>
                  </a:schemeClr>
                </a:solidFill>
                <a:latin typeface="Yu Gothic UI" panose="020B0500000000000000" pitchFamily="34" charset="-128"/>
                <a:ea typeface="Yu Gothic UI" panose="020B0500000000000000" pitchFamily="34" charset="-128"/>
              </a:rPr>
              <a:t>Web 3 </a:t>
            </a: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層と </a:t>
            </a:r>
            <a:r>
              <a:rPr lang="en" altLang="ja-JP" sz="2800" dirty="0">
                <a:solidFill>
                  <a:schemeClr val="tx1">
                    <a:lumMod val="75000"/>
                    <a:lumOff val="25000"/>
                  </a:schemeClr>
                </a:solidFill>
                <a:latin typeface="Yu Gothic UI" panose="020B0500000000000000" pitchFamily="34" charset="-128"/>
                <a:ea typeface="Yu Gothic UI" panose="020B0500000000000000" pitchFamily="34" charset="-128"/>
              </a:rPr>
              <a:t>SPA </a:t>
            </a: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の基礎</a:t>
            </a:r>
            <a:endPar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endParaRPr>
          </a:p>
          <a:p>
            <a:pPr marL="457200" indent="-457200" algn="l">
              <a:buFont typeface="+mj-lt"/>
              <a:buAutoNum type="arabicPeriod"/>
            </a:pPr>
            <a:r>
              <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rPr>
              <a:t>SPA </a:t>
            </a: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を支える </a:t>
            </a:r>
            <a:r>
              <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rPr>
              <a:t>Azure </a:t>
            </a: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サービス</a:t>
            </a:r>
            <a:endPar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endParaRPr>
          </a:p>
          <a:p>
            <a:pPr marL="457200" indent="-457200" algn="l">
              <a:buFont typeface="+mj-lt"/>
              <a:buAutoNum type="arabicPeriod"/>
            </a:pP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イベント系サービスの入口</a:t>
            </a:r>
          </a:p>
          <a:p>
            <a:pPr marL="457200" indent="-457200" algn="l">
              <a:buFont typeface="+mj-lt"/>
              <a:buAutoNum type="arabicPeriod"/>
            </a:pP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公式サンプルアプリと振り返り</a:t>
            </a:r>
          </a:p>
          <a:p>
            <a:pPr marL="457200" indent="-457200" algn="l">
              <a:buFont typeface="+mj-lt"/>
              <a:buAutoNum type="arabicPeriod"/>
            </a:pPr>
            <a:endPar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55900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9AA6572-0246-49F6-8808-D5E268117F2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今日のゴール</a:t>
            </a:r>
          </a:p>
        </p:txBody>
      </p:sp>
      <p:sp>
        <p:nvSpPr>
          <p:cNvPr id="2" name="正方形/長方形 1">
            <a:extLst>
              <a:ext uri="{FF2B5EF4-FFF2-40B4-BE49-F238E27FC236}">
                <a16:creationId xmlns:a16="http://schemas.microsoft.com/office/drawing/2014/main" id="{09603FD4-D301-438E-8486-12311D03422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9</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677765BF-B68F-418C-AE34-F72DD54EB63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コンテンツ プレースホルダー 5">
            <a:extLst>
              <a:ext uri="{FF2B5EF4-FFF2-40B4-BE49-F238E27FC236}">
                <a16:creationId xmlns:a16="http://schemas.microsoft.com/office/drawing/2014/main" id="{BA5730E2-5407-A714-1228-8D8DE092CA2A}"/>
              </a:ext>
            </a:extLst>
          </p:cNvPr>
          <p:cNvSpPr txBox="1">
            <a:spLocks/>
          </p:cNvSpPr>
          <p:nvPr/>
        </p:nvSpPr>
        <p:spPr>
          <a:xfrm>
            <a:off x="685800" y="1328738"/>
            <a:ext cx="11101414" cy="1046440"/>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lang="en-US" altLang="ja-JP" sz="2000" kern="0" dirty="0"/>
              <a:t>a</a:t>
            </a:r>
          </a:p>
        </p:txBody>
      </p:sp>
    </p:spTree>
    <p:extLst>
      <p:ext uri="{BB962C8B-B14F-4D97-AF65-F5344CB8AC3E}">
        <p14:creationId xmlns:p14="http://schemas.microsoft.com/office/powerpoint/2010/main" val="1186077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838200" y="2716213"/>
            <a:ext cx="10374313" cy="2262187"/>
          </a:xfrm>
        </p:spPr>
        <p:txBody>
          <a:bodyPr/>
          <a:lstStyle/>
          <a:p>
            <a:pPr marL="0" indent="0">
              <a:spcAft>
                <a:spcPts val="600"/>
              </a:spcAft>
              <a:buNone/>
            </a:pPr>
            <a:r>
              <a:rPr lang="en" sz="1800" b="1" i="0" dirty="0">
                <a:solidFill>
                  <a:srgbClr val="4472C4"/>
                </a:solidFill>
                <a:latin typeface="Yu Gothic UI"/>
                <a:ea typeface="Yu Gothic UI"/>
                <a:cs typeface="Yu Gothic UI"/>
              </a:rPr>
              <a:t>SECTION 1</a:t>
            </a:r>
          </a:p>
          <a:p>
            <a:pPr marL="0" indent="0">
              <a:buNone/>
            </a:pPr>
            <a:r>
              <a:rPr lang="en" altLang="ja-JP" sz="3200" dirty="0">
                <a:solidFill>
                  <a:schemeClr val="tx1">
                    <a:lumMod val="75000"/>
                    <a:lumOff val="25000"/>
                  </a:schemeClr>
                </a:solidFill>
              </a:rPr>
              <a:t>Web 3 </a:t>
            </a:r>
            <a:r>
              <a:rPr lang="ja-JP" altLang="en-US" sz="3200">
                <a:solidFill>
                  <a:schemeClr val="tx1">
                    <a:lumMod val="75000"/>
                    <a:lumOff val="25000"/>
                  </a:schemeClr>
                </a:solidFill>
              </a:rPr>
              <a:t>層と </a:t>
            </a:r>
            <a:r>
              <a:rPr lang="en" altLang="ja-JP" sz="3200" dirty="0">
                <a:solidFill>
                  <a:schemeClr val="tx1">
                    <a:lumMod val="75000"/>
                    <a:lumOff val="25000"/>
                  </a:schemeClr>
                </a:solidFill>
              </a:rPr>
              <a:t>SPA </a:t>
            </a:r>
            <a:r>
              <a:rPr lang="ja-JP" altLang="en-US" sz="3200">
                <a:solidFill>
                  <a:schemeClr val="tx1">
                    <a:lumMod val="75000"/>
                    <a:lumOff val="25000"/>
                  </a:schemeClr>
                </a:solidFill>
              </a:rPr>
              <a:t>の基礎</a:t>
            </a:r>
          </a:p>
          <a:p>
            <a:pPr marL="0" indent="0">
              <a:buNone/>
            </a:pPr>
            <a:r>
              <a:rPr lang="en" sz="1400" dirty="0">
                <a:solidFill>
                  <a:srgbClr val="595959"/>
                </a:solidFill>
              </a:rPr>
              <a:t>Static websites and Single Page Applications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542BF-703E-3A4E-1D37-BE34622812B4}"/>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05D7809C-3465-2458-9DBC-AB467D3B975C}"/>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Web 3 </a:t>
            </a:r>
            <a:r>
              <a:rPr lang="en-US" altLang="ja-JP" sz="2000" b="1" dirty="0" err="1">
                <a:solidFill>
                  <a:srgbClr val="1F2937"/>
                </a:solidFill>
                <a:latin typeface="Yu Gothic" pitchFamily="34" charset="0"/>
                <a:ea typeface="Yu Gothic" pitchFamily="34" charset="-122"/>
                <a:cs typeface="Yu Gothic" pitchFamily="34" charset="-120"/>
              </a:rPr>
              <a:t>層の振り返り</a:t>
            </a:r>
            <a:endParaRPr lang="en-US" altLang="ja-JP" sz="2000" dirty="0"/>
          </a:p>
        </p:txBody>
      </p:sp>
      <p:sp>
        <p:nvSpPr>
          <p:cNvPr id="2" name="正方形/長方形 1">
            <a:extLst>
              <a:ext uri="{FF2B5EF4-FFF2-40B4-BE49-F238E27FC236}">
                <a16:creationId xmlns:a16="http://schemas.microsoft.com/office/drawing/2014/main" id="{6002608E-6C12-826A-3562-E9407A638A1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9</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6F53E4DC-3BFD-F050-1D14-21C12AC573E9}"/>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13CE9210-429A-0A4A-2530-6B11D2BD9B88}"/>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defRPr sz="1200" b="0">
                <a:solidFill>
                  <a:srgbClr val="344054"/>
                </a:solidFill>
                <a:latin typeface="Yu Gothic UI"/>
                <a:ea typeface="Yu Gothic UI"/>
                <a:cs typeface="Yu Gothic UI"/>
              </a:defRPr>
            </a:pPr>
            <a:r>
              <a:rPr lang="en" altLang="ja-JP" sz="2000" dirty="0">
                <a:solidFill>
                  <a:srgbClr val="344054"/>
                </a:solidFill>
              </a:rPr>
              <a:t>Web 3</a:t>
            </a:r>
            <a:r>
              <a:rPr lang="ja-JP" altLang="en-US" sz="2000">
                <a:solidFill>
                  <a:srgbClr val="344054"/>
                </a:solidFill>
              </a:rPr>
              <a:t>層では、利用者に近いリクエスト受け付け、業務処理、データ管理を分け、どの処理をどの層が担当するかを論理的な役割として整理しました。</a:t>
            </a:r>
            <a:r>
              <a:rPr lang="en-US" altLang="ja-JP" sz="2000" dirty="0">
                <a:solidFill>
                  <a:srgbClr val="344054"/>
                </a:solidFill>
              </a:rPr>
              <a:t>Web </a:t>
            </a:r>
            <a:r>
              <a:rPr lang="ja-JP" altLang="en-US" sz="2000">
                <a:solidFill>
                  <a:srgbClr val="344054"/>
                </a:solidFill>
              </a:rPr>
              <a:t>層がリクエストを受け付けて、</a:t>
            </a:r>
            <a:r>
              <a:rPr lang="en-US" altLang="ja-JP" sz="2000" u="sng" dirty="0">
                <a:solidFill>
                  <a:srgbClr val="344054"/>
                </a:solidFill>
              </a:rPr>
              <a:t>AP </a:t>
            </a:r>
            <a:r>
              <a:rPr lang="ja-JP" altLang="en-US" sz="2000" u="sng">
                <a:solidFill>
                  <a:srgbClr val="344054"/>
                </a:solidFill>
              </a:rPr>
              <a:t>層のビジネス処理の結果を画面描画に反映して</a:t>
            </a:r>
            <a:r>
              <a:rPr lang="ja-JP" altLang="en-US" sz="2000">
                <a:solidFill>
                  <a:srgbClr val="344054"/>
                </a:solidFill>
              </a:rPr>
              <a:t>、レスポンスを返却するという特徴があります。</a:t>
            </a:r>
            <a:endParaRPr lang="ja-JP" altLang="en-US" sz="2000" dirty="0">
              <a:solidFill>
                <a:srgbClr val="344054"/>
              </a:solidFill>
            </a:endParaRPr>
          </a:p>
        </p:txBody>
      </p:sp>
      <p:sp>
        <p:nvSpPr>
          <p:cNvPr id="6" name="字幕 1">
            <a:extLst>
              <a:ext uri="{FF2B5EF4-FFF2-40B4-BE49-F238E27FC236}">
                <a16:creationId xmlns:a16="http://schemas.microsoft.com/office/drawing/2014/main" id="{60EC4286-31E4-4A6C-EA1F-43DA3D85BE26}"/>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正方形/長方形 4">
            <a:extLst>
              <a:ext uri="{FF2B5EF4-FFF2-40B4-BE49-F238E27FC236}">
                <a16:creationId xmlns:a16="http://schemas.microsoft.com/office/drawing/2014/main" id="{7C0968B1-394B-AE12-4BCA-B2E07E0ADF9D}"/>
              </a:ext>
            </a:extLst>
          </p:cNvPr>
          <p:cNvSpPr>
            <a:spLocks noGrp="1"/>
          </p:cNvSpPr>
          <p:nvPr/>
        </p:nvSpPr>
        <p:spPr>
          <a:xfrm>
            <a:off x="685800" y="2600325"/>
            <a:ext cx="10820400" cy="3857625"/>
          </a:xfrm>
          <a:prstGeom prst="rect">
            <a:avLst/>
          </a:prstGeom>
          <a:solidFill>
            <a:srgbClr val="FFFFFF"/>
          </a:solidFill>
          <a:ln w="9525">
            <a:solidFill>
              <a:srgbClr val="D0D5DD"/>
            </a:solidFill>
            <a:prstDash val="solid"/>
          </a:ln>
        </p:spPr>
        <p:txBody>
          <a:bodyPr/>
          <a:lstStyle/>
          <a:p>
            <a:endParaRPr lang="ja-JP" altLang="en-US"/>
          </a:p>
        </p:txBody>
      </p:sp>
      <p:sp>
        <p:nvSpPr>
          <p:cNvPr id="7" name="角丸四角形 6">
            <a:extLst>
              <a:ext uri="{FF2B5EF4-FFF2-40B4-BE49-F238E27FC236}">
                <a16:creationId xmlns:a16="http://schemas.microsoft.com/office/drawing/2014/main" id="{4321174D-912A-01D6-4E0A-2872C6A94E12}"/>
              </a:ext>
            </a:extLst>
          </p:cNvPr>
          <p:cNvSpPr/>
          <p:nvPr/>
        </p:nvSpPr>
        <p:spPr>
          <a:xfrm>
            <a:off x="4919201" y="3368237"/>
            <a:ext cx="6421244" cy="2475106"/>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A4119CCE-9C67-2DF8-96F6-50BB06C28AFD}"/>
              </a:ext>
            </a:extLst>
          </p:cNvPr>
          <p:cNvSpPr/>
          <p:nvPr/>
        </p:nvSpPr>
        <p:spPr>
          <a:xfrm>
            <a:off x="5084094" y="3720289"/>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4F8498E5-061D-5A82-6BE1-C741F173D37F}"/>
              </a:ext>
            </a:extLst>
          </p:cNvPr>
          <p:cNvSpPr txBox="1"/>
          <p:nvPr/>
        </p:nvSpPr>
        <p:spPr>
          <a:xfrm>
            <a:off x="6486997" y="5379654"/>
            <a:ext cx="2783674"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アプリケーション</a:t>
            </a:r>
          </a:p>
        </p:txBody>
      </p:sp>
      <p:sp>
        <p:nvSpPr>
          <p:cNvPr id="33" name="角丸四角形 32">
            <a:extLst>
              <a:ext uri="{FF2B5EF4-FFF2-40B4-BE49-F238E27FC236}">
                <a16:creationId xmlns:a16="http://schemas.microsoft.com/office/drawing/2014/main" id="{BD65740A-728C-6E28-05A5-9190D2BF74A1}"/>
              </a:ext>
            </a:extLst>
          </p:cNvPr>
          <p:cNvSpPr/>
          <p:nvPr/>
        </p:nvSpPr>
        <p:spPr>
          <a:xfrm>
            <a:off x="7252679" y="3720289"/>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角丸四角形 33">
            <a:extLst>
              <a:ext uri="{FF2B5EF4-FFF2-40B4-BE49-F238E27FC236}">
                <a16:creationId xmlns:a16="http://schemas.microsoft.com/office/drawing/2014/main" id="{533C002D-9906-02AB-C630-635A74A69C6E}"/>
              </a:ext>
            </a:extLst>
          </p:cNvPr>
          <p:cNvSpPr/>
          <p:nvPr/>
        </p:nvSpPr>
        <p:spPr>
          <a:xfrm>
            <a:off x="9421265" y="3720289"/>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6E54AAF3-F14F-F1EA-10BF-EA62DF22A493}"/>
              </a:ext>
            </a:extLst>
          </p:cNvPr>
          <p:cNvSpPr txBox="1"/>
          <p:nvPr/>
        </p:nvSpPr>
        <p:spPr>
          <a:xfrm>
            <a:off x="5485786" y="3853251"/>
            <a:ext cx="1000958"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36" name="テキスト ボックス 35">
            <a:extLst>
              <a:ext uri="{FF2B5EF4-FFF2-40B4-BE49-F238E27FC236}">
                <a16:creationId xmlns:a16="http://schemas.microsoft.com/office/drawing/2014/main" id="{00C7B8C9-0788-20DE-2FBC-F7B81207F2E7}"/>
              </a:ext>
            </a:extLst>
          </p:cNvPr>
          <p:cNvSpPr txBox="1"/>
          <p:nvPr/>
        </p:nvSpPr>
        <p:spPr>
          <a:xfrm>
            <a:off x="7583646" y="3822499"/>
            <a:ext cx="1149035"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AP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37" name="テキスト ボックス 36">
            <a:extLst>
              <a:ext uri="{FF2B5EF4-FFF2-40B4-BE49-F238E27FC236}">
                <a16:creationId xmlns:a16="http://schemas.microsoft.com/office/drawing/2014/main" id="{F6971224-AA67-E08F-85AB-067A26BCCED8}"/>
              </a:ext>
            </a:extLst>
          </p:cNvPr>
          <p:cNvSpPr txBox="1"/>
          <p:nvPr/>
        </p:nvSpPr>
        <p:spPr>
          <a:xfrm>
            <a:off x="9849024" y="3814429"/>
            <a:ext cx="1000958"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DB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38" name="角丸四角形 37">
            <a:extLst>
              <a:ext uri="{FF2B5EF4-FFF2-40B4-BE49-F238E27FC236}">
                <a16:creationId xmlns:a16="http://schemas.microsoft.com/office/drawing/2014/main" id="{79CA0A17-08A2-7C5D-47F3-6E8E082305CE}"/>
              </a:ext>
            </a:extLst>
          </p:cNvPr>
          <p:cNvSpPr/>
          <p:nvPr/>
        </p:nvSpPr>
        <p:spPr>
          <a:xfrm>
            <a:off x="1117861" y="4155445"/>
            <a:ext cx="1553851" cy="55618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A701D9DE-4B62-0436-0E2F-6BAB5875808D}"/>
              </a:ext>
            </a:extLst>
          </p:cNvPr>
          <p:cNvSpPr txBox="1"/>
          <p:nvPr/>
        </p:nvSpPr>
        <p:spPr>
          <a:xfrm>
            <a:off x="1225484" y="4248869"/>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ブラウザ</a:t>
            </a:r>
          </a:p>
        </p:txBody>
      </p:sp>
      <p:cxnSp>
        <p:nvCxnSpPr>
          <p:cNvPr id="40" name="直線コネクタ 39">
            <a:extLst>
              <a:ext uri="{FF2B5EF4-FFF2-40B4-BE49-F238E27FC236}">
                <a16:creationId xmlns:a16="http://schemas.microsoft.com/office/drawing/2014/main" id="{6157ACB0-356B-C1E3-DD5D-1FC9B8D7EF64}"/>
              </a:ext>
            </a:extLst>
          </p:cNvPr>
          <p:cNvCxnSpPr>
            <a:cxnSpLocks/>
          </p:cNvCxnSpPr>
          <p:nvPr/>
        </p:nvCxnSpPr>
        <p:spPr>
          <a:xfrm>
            <a:off x="2770735" y="4284504"/>
            <a:ext cx="2244325"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1" name="テキスト ボックス 40">
            <a:extLst>
              <a:ext uri="{FF2B5EF4-FFF2-40B4-BE49-F238E27FC236}">
                <a16:creationId xmlns:a16="http://schemas.microsoft.com/office/drawing/2014/main" id="{2864C20D-FD26-CB2A-A7B5-53BBCDC668CE}"/>
              </a:ext>
            </a:extLst>
          </p:cNvPr>
          <p:cNvSpPr txBox="1"/>
          <p:nvPr/>
        </p:nvSpPr>
        <p:spPr>
          <a:xfrm>
            <a:off x="3232722" y="4022610"/>
            <a:ext cx="1295665" cy="261610"/>
          </a:xfrm>
          <a:prstGeom prst="rect">
            <a:avLst/>
          </a:prstGeom>
          <a:noFill/>
        </p:spPr>
        <p:txBody>
          <a:bodyPr wrap="square" rtlCol="0">
            <a:spAutoFit/>
          </a:bodyPr>
          <a:lstStyle/>
          <a:p>
            <a:pPr algn="ctr"/>
            <a:r>
              <a:rPr kumimoji="1" lang="en-US" altLang="ja-JP" sz="1100">
                <a:solidFill>
                  <a:schemeClr val="tx1">
                    <a:lumMod val="50000"/>
                    <a:lumOff val="50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リクエスト</a:t>
            </a:r>
          </a:p>
        </p:txBody>
      </p:sp>
      <p:sp>
        <p:nvSpPr>
          <p:cNvPr id="42" name="テキスト ボックス 41">
            <a:extLst>
              <a:ext uri="{FF2B5EF4-FFF2-40B4-BE49-F238E27FC236}">
                <a16:creationId xmlns:a16="http://schemas.microsoft.com/office/drawing/2014/main" id="{8164F5D5-110B-3192-E8CE-965E1A3F213F}"/>
              </a:ext>
            </a:extLst>
          </p:cNvPr>
          <p:cNvSpPr txBox="1"/>
          <p:nvPr/>
        </p:nvSpPr>
        <p:spPr>
          <a:xfrm>
            <a:off x="5088834" y="4324310"/>
            <a:ext cx="1708657" cy="769441"/>
          </a:xfrm>
          <a:prstGeom prst="rect">
            <a:avLst/>
          </a:prstGeom>
          <a:noFill/>
        </p:spPr>
        <p:txBody>
          <a:bodyPr wrap="square" rtlCol="0">
            <a:spAutoFit/>
          </a:bodyPr>
          <a:lstStyle/>
          <a:p>
            <a:pPr marL="171450" indent="-171450">
              <a:buFont typeface="Arial" panose="020B0604020202020204" pitchFamily="34" charset="0"/>
              <a:buChar char="•"/>
            </a:pP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リクエストの受付</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リクエストごとに静的、動的レスポンスの判断</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レスポンスの返却</a:t>
            </a:r>
          </a:p>
        </p:txBody>
      </p:sp>
      <p:sp>
        <p:nvSpPr>
          <p:cNvPr id="43" name="テキスト ボックス 42">
            <a:extLst>
              <a:ext uri="{FF2B5EF4-FFF2-40B4-BE49-F238E27FC236}">
                <a16:creationId xmlns:a16="http://schemas.microsoft.com/office/drawing/2014/main" id="{58CDAFDD-47A7-5F81-ABFE-86F02B6E6367}"/>
              </a:ext>
            </a:extLst>
          </p:cNvPr>
          <p:cNvSpPr txBox="1"/>
          <p:nvPr/>
        </p:nvSpPr>
        <p:spPr>
          <a:xfrm>
            <a:off x="7276143" y="4317329"/>
            <a:ext cx="1708657" cy="600164"/>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ビジネスロジック</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プログラム</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に従った処理による動的レスポンスの作成</a:t>
            </a:r>
          </a:p>
        </p:txBody>
      </p:sp>
      <p:cxnSp>
        <p:nvCxnSpPr>
          <p:cNvPr id="44" name="直線コネクタ 43">
            <a:extLst>
              <a:ext uri="{FF2B5EF4-FFF2-40B4-BE49-F238E27FC236}">
                <a16:creationId xmlns:a16="http://schemas.microsoft.com/office/drawing/2014/main" id="{2BAEB5F7-C879-FE2B-EA4A-FF0C87077ED2}"/>
              </a:ext>
            </a:extLst>
          </p:cNvPr>
          <p:cNvCxnSpPr>
            <a:cxnSpLocks/>
          </p:cNvCxnSpPr>
          <p:nvPr/>
        </p:nvCxnSpPr>
        <p:spPr>
          <a:xfrm>
            <a:off x="6839680" y="4277150"/>
            <a:ext cx="412999"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5" name="テキスト ボックス 44">
            <a:extLst>
              <a:ext uri="{FF2B5EF4-FFF2-40B4-BE49-F238E27FC236}">
                <a16:creationId xmlns:a16="http://schemas.microsoft.com/office/drawing/2014/main" id="{B9DC6A06-1116-8472-DDAB-F4B65124DCC9}"/>
              </a:ext>
            </a:extLst>
          </p:cNvPr>
          <p:cNvSpPr txBox="1"/>
          <p:nvPr/>
        </p:nvSpPr>
        <p:spPr>
          <a:xfrm>
            <a:off x="6454097" y="3791696"/>
            <a:ext cx="1134795" cy="430887"/>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ビジネスロジック</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処理依頼</a:t>
            </a:r>
          </a:p>
        </p:txBody>
      </p:sp>
      <p:cxnSp>
        <p:nvCxnSpPr>
          <p:cNvPr id="46" name="直線コネクタ 45">
            <a:extLst>
              <a:ext uri="{FF2B5EF4-FFF2-40B4-BE49-F238E27FC236}">
                <a16:creationId xmlns:a16="http://schemas.microsoft.com/office/drawing/2014/main" id="{2AC40251-E5D5-D920-6C81-779125B1D818}"/>
              </a:ext>
            </a:extLst>
          </p:cNvPr>
          <p:cNvCxnSpPr>
            <a:cxnSpLocks/>
          </p:cNvCxnSpPr>
          <p:nvPr/>
        </p:nvCxnSpPr>
        <p:spPr>
          <a:xfrm>
            <a:off x="9008266" y="4284504"/>
            <a:ext cx="412999"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7" name="テキスト ボックス 46">
            <a:extLst>
              <a:ext uri="{FF2B5EF4-FFF2-40B4-BE49-F238E27FC236}">
                <a16:creationId xmlns:a16="http://schemas.microsoft.com/office/drawing/2014/main" id="{9B6E328E-C6A3-5746-F033-204BE02B01A5}"/>
              </a:ext>
            </a:extLst>
          </p:cNvPr>
          <p:cNvSpPr txBox="1"/>
          <p:nvPr/>
        </p:nvSpPr>
        <p:spPr>
          <a:xfrm>
            <a:off x="8683727" y="3670638"/>
            <a:ext cx="1000958" cy="577081"/>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データ処理</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リクエスト</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rPr>
              <a:t> (CRUD</a:t>
            </a: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操作</a:t>
            </a:r>
            <a:r>
              <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rPr>
              <a:t>)</a:t>
            </a:r>
          </a:p>
        </p:txBody>
      </p:sp>
      <p:cxnSp>
        <p:nvCxnSpPr>
          <p:cNvPr id="48" name="直線コネクタ 47">
            <a:extLst>
              <a:ext uri="{FF2B5EF4-FFF2-40B4-BE49-F238E27FC236}">
                <a16:creationId xmlns:a16="http://schemas.microsoft.com/office/drawing/2014/main" id="{34156FB7-7131-78A6-6F61-D41849D87467}"/>
              </a:ext>
            </a:extLst>
          </p:cNvPr>
          <p:cNvCxnSpPr>
            <a:cxnSpLocks/>
          </p:cNvCxnSpPr>
          <p:nvPr/>
        </p:nvCxnSpPr>
        <p:spPr>
          <a:xfrm flipH="1">
            <a:off x="9008265" y="4795123"/>
            <a:ext cx="41300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AF05C763-15E7-7C1C-35F2-6D7E8AEBF84A}"/>
              </a:ext>
            </a:extLst>
          </p:cNvPr>
          <p:cNvCxnSpPr>
            <a:cxnSpLocks/>
          </p:cNvCxnSpPr>
          <p:nvPr/>
        </p:nvCxnSpPr>
        <p:spPr>
          <a:xfrm flipH="1">
            <a:off x="6827174" y="4795123"/>
            <a:ext cx="41300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ABE4BBDF-A311-EE5C-A41E-523E1E8544FC}"/>
              </a:ext>
            </a:extLst>
          </p:cNvPr>
          <p:cNvCxnSpPr>
            <a:cxnSpLocks/>
          </p:cNvCxnSpPr>
          <p:nvPr/>
        </p:nvCxnSpPr>
        <p:spPr>
          <a:xfrm flipH="1">
            <a:off x="2746050" y="4598447"/>
            <a:ext cx="226901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51" name="テキスト ボックス 50">
            <a:extLst>
              <a:ext uri="{FF2B5EF4-FFF2-40B4-BE49-F238E27FC236}">
                <a16:creationId xmlns:a16="http://schemas.microsoft.com/office/drawing/2014/main" id="{F6D9C1A7-86B4-E2BD-EE89-997EA6FC50DF}"/>
              </a:ext>
            </a:extLst>
          </p:cNvPr>
          <p:cNvSpPr txBox="1"/>
          <p:nvPr/>
        </p:nvSpPr>
        <p:spPr>
          <a:xfrm>
            <a:off x="3232721" y="4662013"/>
            <a:ext cx="1295665" cy="261610"/>
          </a:xfrm>
          <a:prstGeom prst="rect">
            <a:avLst/>
          </a:prstGeom>
          <a:noFill/>
        </p:spPr>
        <p:txBody>
          <a:bodyPr wrap="square" rtlCol="0">
            <a:spAutoFit/>
          </a:bodyPr>
          <a:lstStyle/>
          <a:p>
            <a:pPr algn="ctr"/>
            <a:r>
              <a:rPr kumimoji="1" lang="en-US" altLang="ja-JP" sz="1100">
                <a:solidFill>
                  <a:schemeClr val="tx1">
                    <a:lumMod val="50000"/>
                    <a:lumOff val="50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レスポンス</a:t>
            </a:r>
          </a:p>
        </p:txBody>
      </p:sp>
      <p:sp>
        <p:nvSpPr>
          <p:cNvPr id="52" name="テキスト ボックス 51">
            <a:extLst>
              <a:ext uri="{FF2B5EF4-FFF2-40B4-BE49-F238E27FC236}">
                <a16:creationId xmlns:a16="http://schemas.microsoft.com/office/drawing/2014/main" id="{E8C3E25E-3277-07A5-E101-20DE01ED1F1E}"/>
              </a:ext>
            </a:extLst>
          </p:cNvPr>
          <p:cNvSpPr txBox="1"/>
          <p:nvPr/>
        </p:nvSpPr>
        <p:spPr>
          <a:xfrm>
            <a:off x="9397928" y="4297370"/>
            <a:ext cx="1708657" cy="938719"/>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データの永続化、保存</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データの検索</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データの作成</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データの更新</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データの削除</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3" name="テキスト ボックス 52">
            <a:extLst>
              <a:ext uri="{FF2B5EF4-FFF2-40B4-BE49-F238E27FC236}">
                <a16:creationId xmlns:a16="http://schemas.microsoft.com/office/drawing/2014/main" id="{6171243C-94A1-D4A9-8A89-708DA7FCDFB3}"/>
              </a:ext>
            </a:extLst>
          </p:cNvPr>
          <p:cNvSpPr txBox="1"/>
          <p:nvPr/>
        </p:nvSpPr>
        <p:spPr>
          <a:xfrm>
            <a:off x="8863473" y="4857942"/>
            <a:ext cx="67809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データ</a:t>
            </a:r>
          </a:p>
        </p:txBody>
      </p:sp>
      <p:sp>
        <p:nvSpPr>
          <p:cNvPr id="54" name="テキスト ボックス 53">
            <a:extLst>
              <a:ext uri="{FF2B5EF4-FFF2-40B4-BE49-F238E27FC236}">
                <a16:creationId xmlns:a16="http://schemas.microsoft.com/office/drawing/2014/main" id="{E69448F9-AE52-B8C3-E7E8-B18962535B79}"/>
              </a:ext>
            </a:extLst>
          </p:cNvPr>
          <p:cNvSpPr txBox="1"/>
          <p:nvPr/>
        </p:nvSpPr>
        <p:spPr>
          <a:xfrm>
            <a:off x="6727111" y="4868740"/>
            <a:ext cx="71962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処理結果</a:t>
            </a:r>
          </a:p>
        </p:txBody>
      </p:sp>
      <p:sp>
        <p:nvSpPr>
          <p:cNvPr id="55" name="四角形吹き出し 54">
            <a:extLst>
              <a:ext uri="{FF2B5EF4-FFF2-40B4-BE49-F238E27FC236}">
                <a16:creationId xmlns:a16="http://schemas.microsoft.com/office/drawing/2014/main" id="{5CD874B8-5CB9-5882-1881-23CFBE999F2D}"/>
              </a:ext>
            </a:extLst>
          </p:cNvPr>
          <p:cNvSpPr/>
          <p:nvPr/>
        </p:nvSpPr>
        <p:spPr>
          <a:xfrm>
            <a:off x="5015060" y="2710292"/>
            <a:ext cx="2908507" cy="791528"/>
          </a:xfrm>
          <a:prstGeom prst="wedgeRectCallout">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6" name="テキスト ボックス 55">
            <a:extLst>
              <a:ext uri="{FF2B5EF4-FFF2-40B4-BE49-F238E27FC236}">
                <a16:creationId xmlns:a16="http://schemas.microsoft.com/office/drawing/2014/main" id="{B526BD42-AF5E-1FB5-8A1E-5B58F2B92FD2}"/>
              </a:ext>
            </a:extLst>
          </p:cNvPr>
          <p:cNvSpPr txBox="1"/>
          <p:nvPr/>
        </p:nvSpPr>
        <p:spPr>
          <a:xfrm>
            <a:off x="5084094" y="2735391"/>
            <a:ext cx="2839473" cy="646331"/>
          </a:xfrm>
          <a:prstGeom prst="rect">
            <a:avLst/>
          </a:prstGeom>
          <a:noFill/>
        </p:spPr>
        <p:txBody>
          <a:bodyPr wrap="square" rtlCol="0">
            <a:spAutoFit/>
          </a:bodyPr>
          <a:lstStyle/>
          <a:p>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各層が単一、もしくは複数のサーバで構成される</a:t>
            </a:r>
          </a:p>
        </p:txBody>
      </p:sp>
      <p:sp>
        <p:nvSpPr>
          <p:cNvPr id="10" name="フローチャート: 書類 9">
            <a:extLst>
              <a:ext uri="{FF2B5EF4-FFF2-40B4-BE49-F238E27FC236}">
                <a16:creationId xmlns:a16="http://schemas.microsoft.com/office/drawing/2014/main" id="{691F34D6-75DA-C957-A688-EA1B61E8C6A6}"/>
              </a:ext>
            </a:extLst>
          </p:cNvPr>
          <p:cNvSpPr/>
          <p:nvPr/>
        </p:nvSpPr>
        <p:spPr>
          <a:xfrm>
            <a:off x="3232721" y="5093751"/>
            <a:ext cx="1295665" cy="655235"/>
          </a:xfrm>
          <a:prstGeom prst="flowChartDocumen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tx1">
                    <a:lumMod val="85000"/>
                    <a:lumOff val="15000"/>
                  </a:schemeClr>
                </a:solidFill>
              </a:rPr>
              <a:t>静的コンテンツ</a:t>
            </a:r>
            <a:endParaRPr kumimoji="1" lang="en-US" altLang="ja-JP" sz="1200" dirty="0">
              <a:solidFill>
                <a:schemeClr val="tx1">
                  <a:lumMod val="85000"/>
                  <a:lumOff val="15000"/>
                </a:schemeClr>
              </a:solidFill>
            </a:endParaRPr>
          </a:p>
          <a:p>
            <a:pPr algn="ctr">
              <a:spcBef>
                <a:spcPts val="300"/>
              </a:spcBef>
            </a:pPr>
            <a:r>
              <a:rPr kumimoji="1" lang="en-US" altLang="ja-JP" sz="900" dirty="0">
                <a:solidFill>
                  <a:schemeClr val="tx1">
                    <a:lumMod val="85000"/>
                    <a:lumOff val="15000"/>
                  </a:schemeClr>
                </a:solidFill>
              </a:rPr>
              <a:t>HTML/CSS</a:t>
            </a:r>
          </a:p>
          <a:p>
            <a:pPr algn="ctr"/>
            <a:r>
              <a:rPr kumimoji="1" lang="en-US" altLang="ja-JP" sz="900" dirty="0">
                <a:solidFill>
                  <a:schemeClr val="tx1">
                    <a:lumMod val="85000"/>
                    <a:lumOff val="15000"/>
                  </a:schemeClr>
                </a:solidFill>
              </a:rPr>
              <a:t>/JavaScript</a:t>
            </a:r>
            <a:endParaRPr kumimoji="1" lang="ja-JP" altLang="en-US" sz="1050">
              <a:solidFill>
                <a:schemeClr val="tx1">
                  <a:lumMod val="85000"/>
                  <a:lumOff val="15000"/>
                </a:schemeClr>
              </a:solidFill>
            </a:endParaRPr>
          </a:p>
        </p:txBody>
      </p:sp>
      <p:sp>
        <p:nvSpPr>
          <p:cNvPr id="12" name="四角形吹き出し 11">
            <a:extLst>
              <a:ext uri="{FF2B5EF4-FFF2-40B4-BE49-F238E27FC236}">
                <a16:creationId xmlns:a16="http://schemas.microsoft.com/office/drawing/2014/main" id="{D3F94E24-29D3-F4D9-06EA-ADF91F74C555}"/>
              </a:ext>
            </a:extLst>
          </p:cNvPr>
          <p:cNvSpPr/>
          <p:nvPr/>
        </p:nvSpPr>
        <p:spPr>
          <a:xfrm>
            <a:off x="860491" y="4932143"/>
            <a:ext cx="2068590" cy="1272714"/>
          </a:xfrm>
          <a:prstGeom prst="wedgeRectCallout">
            <a:avLst>
              <a:gd name="adj1" fmla="val 60358"/>
              <a:gd name="adj2" fmla="val -18075"/>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3" name="テキスト ボックス 12">
            <a:extLst>
              <a:ext uri="{FF2B5EF4-FFF2-40B4-BE49-F238E27FC236}">
                <a16:creationId xmlns:a16="http://schemas.microsoft.com/office/drawing/2014/main" id="{C5041F33-6124-27E0-48AA-CEB8FCEC525F}"/>
              </a:ext>
            </a:extLst>
          </p:cNvPr>
          <p:cNvSpPr txBox="1"/>
          <p:nvPr/>
        </p:nvSpPr>
        <p:spPr>
          <a:xfrm>
            <a:off x="904796" y="4984900"/>
            <a:ext cx="1979980" cy="1200329"/>
          </a:xfrm>
          <a:prstGeom prst="rect">
            <a:avLst/>
          </a:prstGeom>
          <a:noFill/>
        </p:spPr>
        <p:txBody>
          <a:bodyPr wrap="square" rtlCol="0">
            <a:spAutoFit/>
          </a:bodyPr>
          <a:lstStyle/>
          <a:p>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AP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層で作成されたデータを含む画面描画指示</a:t>
            </a: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 (HTML)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が返却される</a:t>
            </a:r>
          </a:p>
        </p:txBody>
      </p:sp>
    </p:spTree>
    <p:extLst>
      <p:ext uri="{BB962C8B-B14F-4D97-AF65-F5344CB8AC3E}">
        <p14:creationId xmlns:p14="http://schemas.microsoft.com/office/powerpoint/2010/main" val="3202806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A9860-E4B6-3290-096E-7081F9733728}"/>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C53F6B4E-E2FA-2490-68BB-EC6F91121422}"/>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Single Page Application (SPA) </a:t>
            </a:r>
            <a:r>
              <a:rPr lang="ja-JP" altLang="en-US" sz="2000" b="1">
                <a:solidFill>
                  <a:srgbClr val="1F2937"/>
                </a:solidFill>
                <a:latin typeface="Yu Gothic" pitchFamily="34" charset="0"/>
                <a:ea typeface="Yu Gothic" pitchFamily="34" charset="-122"/>
                <a:cs typeface="Yu Gothic" pitchFamily="34" charset="-120"/>
              </a:rPr>
              <a:t>のアーキテクチャ</a:t>
            </a:r>
            <a:endParaRPr lang="en-US" altLang="ja-JP" sz="2000" dirty="0"/>
          </a:p>
        </p:txBody>
      </p:sp>
      <p:sp>
        <p:nvSpPr>
          <p:cNvPr id="2" name="正方形/長方形 1">
            <a:extLst>
              <a:ext uri="{FF2B5EF4-FFF2-40B4-BE49-F238E27FC236}">
                <a16:creationId xmlns:a16="http://schemas.microsoft.com/office/drawing/2014/main" id="{BE16EF40-285C-8EC9-C61F-825E1164F1E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9</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AACA5CA4-1381-7E73-E7FA-995FD482EAD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1AAF9482-ECF3-28D3-1D66-A2FFD3D63C9B}"/>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defRPr sz="1200" b="0">
                <a:solidFill>
                  <a:srgbClr val="344054"/>
                </a:solidFill>
                <a:latin typeface="Yu Gothic UI"/>
                <a:ea typeface="Yu Gothic UI"/>
                <a:cs typeface="Yu Gothic UI"/>
              </a:defRPr>
            </a:pPr>
            <a:r>
              <a:rPr lang="en-US" altLang="ja-JP" sz="2000" dirty="0">
                <a:solidFill>
                  <a:srgbClr val="344054"/>
                </a:solidFill>
              </a:rPr>
              <a:t>Single Paga Application </a:t>
            </a:r>
            <a:r>
              <a:rPr lang="ja-JP" altLang="en-US" sz="2000">
                <a:solidFill>
                  <a:srgbClr val="344054"/>
                </a:solidFill>
              </a:rPr>
              <a:t>では最初に</a:t>
            </a:r>
            <a:r>
              <a:rPr lang="en-US" altLang="ja-JP" sz="2000" dirty="0">
                <a:solidFill>
                  <a:srgbClr val="344054"/>
                </a:solidFill>
              </a:rPr>
              <a:t> HTML/CSS/JavaScript </a:t>
            </a:r>
            <a:r>
              <a:rPr lang="ja-JP" altLang="en-US" sz="2000">
                <a:solidFill>
                  <a:srgbClr val="344054"/>
                </a:solidFill>
              </a:rPr>
              <a:t>を</a:t>
            </a:r>
            <a:r>
              <a:rPr lang="en-US" altLang="ja-JP" sz="2000" dirty="0">
                <a:solidFill>
                  <a:srgbClr val="344054"/>
                </a:solidFill>
              </a:rPr>
              <a:t> Web </a:t>
            </a:r>
            <a:r>
              <a:rPr lang="ja-JP" altLang="en-US" sz="2000">
                <a:solidFill>
                  <a:srgbClr val="344054"/>
                </a:solidFill>
              </a:rPr>
              <a:t>層から取得するところは同じですが、ブラウザがそれらを取得したら、</a:t>
            </a:r>
            <a:r>
              <a:rPr lang="en-US" altLang="ja-JP" sz="2000" dirty="0">
                <a:solidFill>
                  <a:srgbClr val="344054"/>
                </a:solidFill>
              </a:rPr>
              <a:t>JavaScript </a:t>
            </a:r>
            <a:r>
              <a:rPr lang="ja-JP" altLang="en-US" sz="2000">
                <a:solidFill>
                  <a:srgbClr val="344054"/>
                </a:solidFill>
              </a:rPr>
              <a:t>で書かれたフロントエンドアプリをロードします。以降、ページの操作に伴うビジネスデータの取得はフロントエンドアプリが</a:t>
            </a:r>
            <a:r>
              <a:rPr lang="en-US" altLang="ja-JP" sz="2000" dirty="0">
                <a:solidFill>
                  <a:srgbClr val="344054"/>
                </a:solidFill>
              </a:rPr>
              <a:t> API </a:t>
            </a:r>
            <a:r>
              <a:rPr lang="ja-JP" altLang="en-US" sz="2000">
                <a:solidFill>
                  <a:srgbClr val="344054"/>
                </a:solidFill>
              </a:rPr>
              <a:t>用ルートを通じて、</a:t>
            </a:r>
            <a:r>
              <a:rPr lang="en-US" altLang="ja-JP" sz="2000" dirty="0">
                <a:solidFill>
                  <a:srgbClr val="344054"/>
                </a:solidFill>
              </a:rPr>
              <a:t> Web API </a:t>
            </a:r>
            <a:r>
              <a:rPr lang="ja-JP" altLang="en-US" sz="2000">
                <a:solidFill>
                  <a:srgbClr val="344054"/>
                </a:solidFill>
              </a:rPr>
              <a:t>に行い、そこから直接データを取得し、画面に反映します。</a:t>
            </a:r>
            <a:endParaRPr lang="en-US" altLang="ja-JP" sz="2000" dirty="0">
              <a:solidFill>
                <a:srgbClr val="344054"/>
              </a:solidFill>
            </a:endParaRPr>
          </a:p>
        </p:txBody>
      </p:sp>
      <p:sp>
        <p:nvSpPr>
          <p:cNvPr id="6" name="字幕 1">
            <a:extLst>
              <a:ext uri="{FF2B5EF4-FFF2-40B4-BE49-F238E27FC236}">
                <a16:creationId xmlns:a16="http://schemas.microsoft.com/office/drawing/2014/main" id="{6ACA29A2-AEA4-53CD-7499-0AF0CF0B1AC1}"/>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正方形/長方形 4">
            <a:extLst>
              <a:ext uri="{FF2B5EF4-FFF2-40B4-BE49-F238E27FC236}">
                <a16:creationId xmlns:a16="http://schemas.microsoft.com/office/drawing/2014/main" id="{880C92B7-A5B0-F353-9BB6-EF41FE4F39DA}"/>
              </a:ext>
            </a:extLst>
          </p:cNvPr>
          <p:cNvSpPr>
            <a:spLocks noGrp="1"/>
          </p:cNvSpPr>
          <p:nvPr/>
        </p:nvSpPr>
        <p:spPr>
          <a:xfrm>
            <a:off x="292608" y="2600325"/>
            <a:ext cx="11658600" cy="3857625"/>
          </a:xfrm>
          <a:prstGeom prst="rect">
            <a:avLst/>
          </a:prstGeom>
          <a:solidFill>
            <a:srgbClr val="FFFFFF"/>
          </a:solidFill>
          <a:ln w="9525">
            <a:solidFill>
              <a:srgbClr val="D0D5DD"/>
            </a:solidFill>
            <a:prstDash val="solid"/>
          </a:ln>
        </p:spPr>
        <p:txBody>
          <a:bodyPr/>
          <a:lstStyle/>
          <a:p>
            <a:endParaRPr lang="ja-JP" altLang="en-US"/>
          </a:p>
        </p:txBody>
      </p:sp>
      <p:sp>
        <p:nvSpPr>
          <p:cNvPr id="7" name="角丸四角形 6">
            <a:extLst>
              <a:ext uri="{FF2B5EF4-FFF2-40B4-BE49-F238E27FC236}">
                <a16:creationId xmlns:a16="http://schemas.microsoft.com/office/drawing/2014/main" id="{BB5D684D-E9A1-2511-9545-7F8010DAEFFC}"/>
              </a:ext>
            </a:extLst>
          </p:cNvPr>
          <p:cNvSpPr/>
          <p:nvPr/>
        </p:nvSpPr>
        <p:spPr>
          <a:xfrm>
            <a:off x="5111225" y="2702560"/>
            <a:ext cx="6421244" cy="367791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BAEE34B5-544B-87E6-9D4F-1E612A8FC0D8}"/>
              </a:ext>
            </a:extLst>
          </p:cNvPr>
          <p:cNvSpPr/>
          <p:nvPr/>
        </p:nvSpPr>
        <p:spPr>
          <a:xfrm>
            <a:off x="5276118" y="2863251"/>
            <a:ext cx="1821020" cy="336482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05BB33AF-C109-C571-C32B-81E880FBB25B}"/>
              </a:ext>
            </a:extLst>
          </p:cNvPr>
          <p:cNvSpPr txBox="1"/>
          <p:nvPr/>
        </p:nvSpPr>
        <p:spPr>
          <a:xfrm>
            <a:off x="8554504" y="2809945"/>
            <a:ext cx="2783674" cy="369332"/>
          </a:xfrm>
          <a:prstGeom prst="rect">
            <a:avLst/>
          </a:prstGeom>
          <a:noFill/>
        </p:spPr>
        <p:txBody>
          <a:bodyPr wrap="square" rtlCol="0">
            <a:spAutoFit/>
          </a:bodyPr>
          <a:lstStyle/>
          <a:p>
            <a:pPr algn="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アプリケーション</a:t>
            </a:r>
          </a:p>
        </p:txBody>
      </p:sp>
      <p:sp>
        <p:nvSpPr>
          <p:cNvPr id="33" name="角丸四角形 32">
            <a:extLst>
              <a:ext uri="{FF2B5EF4-FFF2-40B4-BE49-F238E27FC236}">
                <a16:creationId xmlns:a16="http://schemas.microsoft.com/office/drawing/2014/main" id="{5F1F128D-2B53-F03A-6CEE-AFAA8098C36D}"/>
              </a:ext>
            </a:extLst>
          </p:cNvPr>
          <p:cNvSpPr/>
          <p:nvPr/>
        </p:nvSpPr>
        <p:spPr>
          <a:xfrm>
            <a:off x="7444703" y="3720289"/>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角丸四角形 33">
            <a:extLst>
              <a:ext uri="{FF2B5EF4-FFF2-40B4-BE49-F238E27FC236}">
                <a16:creationId xmlns:a16="http://schemas.microsoft.com/office/drawing/2014/main" id="{22F7E0B9-2E9B-11BC-FEB5-EE161BE48111}"/>
              </a:ext>
            </a:extLst>
          </p:cNvPr>
          <p:cNvSpPr/>
          <p:nvPr/>
        </p:nvSpPr>
        <p:spPr>
          <a:xfrm>
            <a:off x="9613289" y="3720289"/>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5627AA80-F923-CCF0-7BF4-EECBCD6813ED}"/>
              </a:ext>
            </a:extLst>
          </p:cNvPr>
          <p:cNvSpPr txBox="1"/>
          <p:nvPr/>
        </p:nvSpPr>
        <p:spPr>
          <a:xfrm>
            <a:off x="5677457" y="2926115"/>
            <a:ext cx="1000958" cy="369332"/>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36" name="テキスト ボックス 35">
            <a:extLst>
              <a:ext uri="{FF2B5EF4-FFF2-40B4-BE49-F238E27FC236}">
                <a16:creationId xmlns:a16="http://schemas.microsoft.com/office/drawing/2014/main" id="{147A37CE-2E6B-E362-CC3B-BE2ACC791C95}"/>
              </a:ext>
            </a:extLst>
          </p:cNvPr>
          <p:cNvSpPr txBox="1"/>
          <p:nvPr/>
        </p:nvSpPr>
        <p:spPr>
          <a:xfrm>
            <a:off x="7775670" y="3822499"/>
            <a:ext cx="1149035" cy="338554"/>
          </a:xfrm>
          <a:prstGeom prst="rect">
            <a:avLst/>
          </a:prstGeom>
          <a:noFill/>
        </p:spPr>
        <p:txBody>
          <a:bodyPr wrap="square" rtlCol="0">
            <a:spAutoFit/>
          </a:bodyPr>
          <a:lstStyle/>
          <a:p>
            <a:pPr algn="ctr"/>
            <a:r>
              <a:rPr kumimoji="1" lang="en-US" altLang="ja-JP" sz="1600" dirty="0">
                <a:solidFill>
                  <a:schemeClr val="tx1">
                    <a:lumMod val="75000"/>
                    <a:lumOff val="25000"/>
                  </a:schemeClr>
                </a:solidFill>
                <a:latin typeface="Yu Gothic UI" panose="020B0500000000000000" pitchFamily="34" charset="-128"/>
                <a:ea typeface="Yu Gothic UI" panose="020B0500000000000000" pitchFamily="34" charset="-128"/>
              </a:rPr>
              <a:t>Web API</a:t>
            </a:r>
            <a:endParaRPr kumimoji="1" lang="ja-JP" altLang="en-US" sz="16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7" name="テキスト ボックス 36">
            <a:extLst>
              <a:ext uri="{FF2B5EF4-FFF2-40B4-BE49-F238E27FC236}">
                <a16:creationId xmlns:a16="http://schemas.microsoft.com/office/drawing/2014/main" id="{4960AE18-0266-97DA-403D-4B551E3AC441}"/>
              </a:ext>
            </a:extLst>
          </p:cNvPr>
          <p:cNvSpPr txBox="1"/>
          <p:nvPr/>
        </p:nvSpPr>
        <p:spPr>
          <a:xfrm>
            <a:off x="10041048" y="3814429"/>
            <a:ext cx="1000958"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DB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41" name="テキスト ボックス 40">
            <a:extLst>
              <a:ext uri="{FF2B5EF4-FFF2-40B4-BE49-F238E27FC236}">
                <a16:creationId xmlns:a16="http://schemas.microsoft.com/office/drawing/2014/main" id="{90B6486D-65FE-7CA2-1BDA-0F9064C90083}"/>
              </a:ext>
            </a:extLst>
          </p:cNvPr>
          <p:cNvSpPr txBox="1"/>
          <p:nvPr/>
        </p:nvSpPr>
        <p:spPr>
          <a:xfrm>
            <a:off x="3200359" y="4771089"/>
            <a:ext cx="1295665" cy="261610"/>
          </a:xfrm>
          <a:prstGeom prst="rect">
            <a:avLst/>
          </a:prstGeom>
          <a:noFill/>
        </p:spPr>
        <p:txBody>
          <a:bodyPr wrap="square" rtlCol="0">
            <a:spAutoFit/>
          </a:bodyPr>
          <a:lstStyle/>
          <a:p>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1. 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リクエスト</a:t>
            </a:r>
          </a:p>
        </p:txBody>
      </p:sp>
      <p:sp>
        <p:nvSpPr>
          <p:cNvPr id="43" name="テキスト ボックス 42">
            <a:extLst>
              <a:ext uri="{FF2B5EF4-FFF2-40B4-BE49-F238E27FC236}">
                <a16:creationId xmlns:a16="http://schemas.microsoft.com/office/drawing/2014/main" id="{379D5D69-B057-1CEA-78E9-E7ED4B13441B}"/>
              </a:ext>
            </a:extLst>
          </p:cNvPr>
          <p:cNvSpPr txBox="1"/>
          <p:nvPr/>
        </p:nvSpPr>
        <p:spPr>
          <a:xfrm>
            <a:off x="7468167" y="4317329"/>
            <a:ext cx="1708657" cy="600164"/>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ビジネスロジック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プログラム</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に従った処理による動的レスポンスの作成</a:t>
            </a:r>
          </a:p>
        </p:txBody>
      </p:sp>
      <p:sp>
        <p:nvSpPr>
          <p:cNvPr id="45" name="テキスト ボックス 44">
            <a:extLst>
              <a:ext uri="{FF2B5EF4-FFF2-40B4-BE49-F238E27FC236}">
                <a16:creationId xmlns:a16="http://schemas.microsoft.com/office/drawing/2014/main" id="{E3D11385-B71D-C316-E926-2284DAAC6ECC}"/>
              </a:ext>
            </a:extLst>
          </p:cNvPr>
          <p:cNvSpPr txBox="1"/>
          <p:nvPr/>
        </p:nvSpPr>
        <p:spPr>
          <a:xfrm>
            <a:off x="6736241" y="3828611"/>
            <a:ext cx="1134795" cy="430887"/>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ビジネスロジック</a:t>
            </a:r>
            <a:endPar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処理依頼</a:t>
            </a:r>
          </a:p>
        </p:txBody>
      </p:sp>
      <p:cxnSp>
        <p:nvCxnSpPr>
          <p:cNvPr id="46" name="直線コネクタ 45">
            <a:extLst>
              <a:ext uri="{FF2B5EF4-FFF2-40B4-BE49-F238E27FC236}">
                <a16:creationId xmlns:a16="http://schemas.microsoft.com/office/drawing/2014/main" id="{848A068B-13B5-1D0E-5C79-60490F7A7A84}"/>
              </a:ext>
            </a:extLst>
          </p:cNvPr>
          <p:cNvCxnSpPr>
            <a:cxnSpLocks/>
          </p:cNvCxnSpPr>
          <p:nvPr/>
        </p:nvCxnSpPr>
        <p:spPr>
          <a:xfrm>
            <a:off x="9200290" y="4284504"/>
            <a:ext cx="412999"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7" name="テキスト ボックス 46">
            <a:extLst>
              <a:ext uri="{FF2B5EF4-FFF2-40B4-BE49-F238E27FC236}">
                <a16:creationId xmlns:a16="http://schemas.microsoft.com/office/drawing/2014/main" id="{DAC226DB-2ACA-FEDF-2B78-957411910598}"/>
              </a:ext>
            </a:extLst>
          </p:cNvPr>
          <p:cNvSpPr txBox="1"/>
          <p:nvPr/>
        </p:nvSpPr>
        <p:spPr>
          <a:xfrm>
            <a:off x="8875751" y="3670638"/>
            <a:ext cx="1000958" cy="577081"/>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データ処理</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リクエスト</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rPr>
              <a:t> (CRUD</a:t>
            </a: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操作</a:t>
            </a:r>
            <a:r>
              <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rPr>
              <a:t>)</a:t>
            </a:r>
          </a:p>
        </p:txBody>
      </p:sp>
      <p:cxnSp>
        <p:nvCxnSpPr>
          <p:cNvPr id="48" name="直線コネクタ 47">
            <a:extLst>
              <a:ext uri="{FF2B5EF4-FFF2-40B4-BE49-F238E27FC236}">
                <a16:creationId xmlns:a16="http://schemas.microsoft.com/office/drawing/2014/main" id="{97A79024-B357-42E2-2708-245505FE1F24}"/>
              </a:ext>
            </a:extLst>
          </p:cNvPr>
          <p:cNvCxnSpPr>
            <a:cxnSpLocks/>
          </p:cNvCxnSpPr>
          <p:nvPr/>
        </p:nvCxnSpPr>
        <p:spPr>
          <a:xfrm flipH="1">
            <a:off x="9200289" y="4795123"/>
            <a:ext cx="41300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2D923817-21EF-DB0F-55A2-1C7D2169C4B7}"/>
              </a:ext>
            </a:extLst>
          </p:cNvPr>
          <p:cNvCxnSpPr>
            <a:cxnSpLocks/>
          </p:cNvCxnSpPr>
          <p:nvPr/>
        </p:nvCxnSpPr>
        <p:spPr>
          <a:xfrm flipH="1">
            <a:off x="6967252" y="4795123"/>
            <a:ext cx="464946" cy="1094148"/>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51" name="テキスト ボックス 50">
            <a:extLst>
              <a:ext uri="{FF2B5EF4-FFF2-40B4-BE49-F238E27FC236}">
                <a16:creationId xmlns:a16="http://schemas.microsoft.com/office/drawing/2014/main" id="{66345F45-AD7C-B43D-387C-6B47F579C19C}"/>
              </a:ext>
            </a:extLst>
          </p:cNvPr>
          <p:cNvSpPr txBox="1"/>
          <p:nvPr/>
        </p:nvSpPr>
        <p:spPr>
          <a:xfrm>
            <a:off x="3747869" y="3900961"/>
            <a:ext cx="1295665" cy="261610"/>
          </a:xfrm>
          <a:prstGeom prst="rect">
            <a:avLst/>
          </a:prstGeom>
          <a:noFill/>
        </p:spPr>
        <p:txBody>
          <a:bodyPr wrap="square" rtlCol="0">
            <a:spAutoFit/>
          </a:bodyPr>
          <a:lstStyle/>
          <a:p>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2. 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レスポンス</a:t>
            </a:r>
          </a:p>
        </p:txBody>
      </p:sp>
      <p:sp>
        <p:nvSpPr>
          <p:cNvPr id="52" name="テキスト ボックス 51">
            <a:extLst>
              <a:ext uri="{FF2B5EF4-FFF2-40B4-BE49-F238E27FC236}">
                <a16:creationId xmlns:a16="http://schemas.microsoft.com/office/drawing/2014/main" id="{FC064BE6-A161-7D78-FBEC-7F3FA9CD3221}"/>
              </a:ext>
            </a:extLst>
          </p:cNvPr>
          <p:cNvSpPr txBox="1"/>
          <p:nvPr/>
        </p:nvSpPr>
        <p:spPr>
          <a:xfrm>
            <a:off x="9589952" y="4297370"/>
            <a:ext cx="1708657" cy="938719"/>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データの永続化、保存</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データの検索</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データの作成</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データの更新</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データの削除</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3" name="テキスト ボックス 52">
            <a:extLst>
              <a:ext uri="{FF2B5EF4-FFF2-40B4-BE49-F238E27FC236}">
                <a16:creationId xmlns:a16="http://schemas.microsoft.com/office/drawing/2014/main" id="{E2DD05E4-CA3D-7A68-B5FF-25C3EA9B3492}"/>
              </a:ext>
            </a:extLst>
          </p:cNvPr>
          <p:cNvSpPr txBox="1"/>
          <p:nvPr/>
        </p:nvSpPr>
        <p:spPr>
          <a:xfrm>
            <a:off x="9055497" y="4857942"/>
            <a:ext cx="67809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データ</a:t>
            </a:r>
          </a:p>
        </p:txBody>
      </p:sp>
      <p:sp>
        <p:nvSpPr>
          <p:cNvPr id="54" name="テキスト ボックス 53">
            <a:extLst>
              <a:ext uri="{FF2B5EF4-FFF2-40B4-BE49-F238E27FC236}">
                <a16:creationId xmlns:a16="http://schemas.microsoft.com/office/drawing/2014/main" id="{ADB72E55-7C76-8699-0D34-5212884C8A57}"/>
              </a:ext>
            </a:extLst>
          </p:cNvPr>
          <p:cNvSpPr txBox="1"/>
          <p:nvPr/>
        </p:nvSpPr>
        <p:spPr>
          <a:xfrm>
            <a:off x="7198738" y="5397171"/>
            <a:ext cx="71962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処理結果</a:t>
            </a:r>
          </a:p>
        </p:txBody>
      </p:sp>
      <p:sp>
        <p:nvSpPr>
          <p:cNvPr id="11" name="角丸四角形 10">
            <a:extLst>
              <a:ext uri="{FF2B5EF4-FFF2-40B4-BE49-F238E27FC236}">
                <a16:creationId xmlns:a16="http://schemas.microsoft.com/office/drawing/2014/main" id="{FF54B873-EC0C-5519-06AA-ADCFEE267790}"/>
              </a:ext>
            </a:extLst>
          </p:cNvPr>
          <p:cNvSpPr/>
          <p:nvPr/>
        </p:nvSpPr>
        <p:spPr>
          <a:xfrm>
            <a:off x="5426920" y="3365545"/>
            <a:ext cx="1492215" cy="129646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角丸四角形 14">
            <a:extLst>
              <a:ext uri="{FF2B5EF4-FFF2-40B4-BE49-F238E27FC236}">
                <a16:creationId xmlns:a16="http://schemas.microsoft.com/office/drawing/2014/main" id="{EBFEBD34-4EFE-54D3-2097-381593C0D148}"/>
              </a:ext>
            </a:extLst>
          </p:cNvPr>
          <p:cNvSpPr/>
          <p:nvPr/>
        </p:nvSpPr>
        <p:spPr>
          <a:xfrm>
            <a:off x="5426920" y="4822704"/>
            <a:ext cx="1492215" cy="129646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D7747BA4-A4CC-F3DD-EB38-E351F48D6D04}"/>
              </a:ext>
            </a:extLst>
          </p:cNvPr>
          <p:cNvSpPr txBox="1"/>
          <p:nvPr/>
        </p:nvSpPr>
        <p:spPr>
          <a:xfrm>
            <a:off x="5392402" y="3414303"/>
            <a:ext cx="1561249" cy="261610"/>
          </a:xfrm>
          <a:prstGeom prst="rect">
            <a:avLst/>
          </a:prstGeom>
          <a:noFill/>
        </p:spPr>
        <p:txBody>
          <a:bodyPr wrap="square" rtlCol="0">
            <a:spAutoFit/>
          </a:bodyPr>
          <a:lstStyle/>
          <a:p>
            <a:pPr algn="ct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静的コンテンツ用ルート</a:t>
            </a:r>
          </a:p>
        </p:txBody>
      </p:sp>
      <p:sp>
        <p:nvSpPr>
          <p:cNvPr id="17" name="テキスト ボックス 16">
            <a:extLst>
              <a:ext uri="{FF2B5EF4-FFF2-40B4-BE49-F238E27FC236}">
                <a16:creationId xmlns:a16="http://schemas.microsoft.com/office/drawing/2014/main" id="{028C0777-16FE-6F82-D127-4677C0741894}"/>
              </a:ext>
            </a:extLst>
          </p:cNvPr>
          <p:cNvSpPr txBox="1"/>
          <p:nvPr/>
        </p:nvSpPr>
        <p:spPr>
          <a:xfrm>
            <a:off x="5406003" y="4858008"/>
            <a:ext cx="1561249" cy="261610"/>
          </a:xfrm>
          <a:prstGeom prst="rect">
            <a:avLst/>
          </a:prstGeom>
          <a:noFill/>
        </p:spPr>
        <p:txBody>
          <a:bodyPr wrap="square" rtlCol="0">
            <a:spAutoFit/>
          </a:bodyPr>
          <a:lstStyle/>
          <a:p>
            <a:pPr algn="ct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API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用ルート</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8" name="角丸四角形 17">
            <a:extLst>
              <a:ext uri="{FF2B5EF4-FFF2-40B4-BE49-F238E27FC236}">
                <a16:creationId xmlns:a16="http://schemas.microsoft.com/office/drawing/2014/main" id="{CEFAB30C-AD1E-3A7C-FF2E-04ADE0E8E6C2}"/>
              </a:ext>
            </a:extLst>
          </p:cNvPr>
          <p:cNvSpPr/>
          <p:nvPr/>
        </p:nvSpPr>
        <p:spPr>
          <a:xfrm>
            <a:off x="5518849" y="3728059"/>
            <a:ext cx="1129475" cy="661721"/>
          </a:xfrm>
          <a:prstGeom prst="roundRect">
            <a:avLst>
              <a:gd name="adj" fmla="val 8334"/>
            </a:avLst>
          </a:prstGeom>
          <a:solidFill>
            <a:srgbClr val="FCFCFC"/>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角丸四角形 21">
            <a:extLst>
              <a:ext uri="{FF2B5EF4-FFF2-40B4-BE49-F238E27FC236}">
                <a16:creationId xmlns:a16="http://schemas.microsoft.com/office/drawing/2014/main" id="{7ED42151-6CE3-91A7-66EF-E184D455ACC3}"/>
              </a:ext>
            </a:extLst>
          </p:cNvPr>
          <p:cNvSpPr/>
          <p:nvPr/>
        </p:nvSpPr>
        <p:spPr>
          <a:xfrm>
            <a:off x="5618300" y="3831711"/>
            <a:ext cx="1129475" cy="661721"/>
          </a:xfrm>
          <a:prstGeom prst="roundRect">
            <a:avLst>
              <a:gd name="adj" fmla="val 8334"/>
            </a:avLst>
          </a:prstGeom>
          <a:solidFill>
            <a:srgbClr val="FCFCFC"/>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角丸四角形 22">
            <a:extLst>
              <a:ext uri="{FF2B5EF4-FFF2-40B4-BE49-F238E27FC236}">
                <a16:creationId xmlns:a16="http://schemas.microsoft.com/office/drawing/2014/main" id="{4AE80292-9FD7-3163-697E-A0146635ECE3}"/>
              </a:ext>
            </a:extLst>
          </p:cNvPr>
          <p:cNvSpPr/>
          <p:nvPr/>
        </p:nvSpPr>
        <p:spPr>
          <a:xfrm>
            <a:off x="5724300" y="3922781"/>
            <a:ext cx="1129475" cy="661721"/>
          </a:xfrm>
          <a:prstGeom prst="roundRect">
            <a:avLst>
              <a:gd name="adj" fmla="val 8334"/>
            </a:avLst>
          </a:prstGeom>
          <a:solidFill>
            <a:srgbClr val="FCFCFC"/>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4EDC1311-4856-8A78-B439-9259DF7E3809}"/>
              </a:ext>
            </a:extLst>
          </p:cNvPr>
          <p:cNvSpPr txBox="1"/>
          <p:nvPr/>
        </p:nvSpPr>
        <p:spPr>
          <a:xfrm>
            <a:off x="5729757" y="3931738"/>
            <a:ext cx="1129475" cy="661720"/>
          </a:xfrm>
          <a:prstGeom prst="rect">
            <a:avLst/>
          </a:prstGeom>
          <a:noFill/>
        </p:spPr>
        <p:txBody>
          <a:bodyPr wrap="square" rtlCol="0">
            <a:spAutoFit/>
          </a:bodyPr>
          <a:lstStyle/>
          <a:p>
            <a:pPr algn="ct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静的コンテンツ</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spcBef>
                <a:spcPts val="600"/>
              </a:spcBef>
            </a:pPr>
            <a:r>
              <a:rPr kumimoji="1" lang="en-US" altLang="ja-JP" sz="1000" dirty="0">
                <a:solidFill>
                  <a:schemeClr val="tx1">
                    <a:lumMod val="75000"/>
                    <a:lumOff val="25000"/>
                  </a:schemeClr>
                </a:solidFill>
                <a:latin typeface="Yu Gothic UI" panose="020B0500000000000000" pitchFamily="34" charset="-128"/>
                <a:ea typeface="Yu Gothic UI" panose="020B0500000000000000" pitchFamily="34" charset="-128"/>
              </a:rPr>
              <a:t>HTML /CSS /</a:t>
            </a:r>
            <a:r>
              <a:rPr kumimoji="1" lang="ja-JP" altLang="en-US" sz="1000">
                <a:solidFill>
                  <a:schemeClr val="tx1">
                    <a:lumMod val="75000"/>
                    <a:lumOff val="25000"/>
                  </a:schemeClr>
                </a:solidFill>
                <a:latin typeface="Yu Gothic UI" panose="020B0500000000000000" pitchFamily="34" charset="-128"/>
                <a:ea typeface="Yu Gothic UI" panose="020B0500000000000000" pitchFamily="34" charset="-128"/>
              </a:rPr>
              <a:t>画像</a:t>
            </a:r>
            <a:r>
              <a:rPr kumimoji="1" lang="en-US" altLang="ja-JP" sz="1000" dirty="0">
                <a:solidFill>
                  <a:schemeClr val="tx1">
                    <a:lumMod val="75000"/>
                    <a:lumOff val="25000"/>
                  </a:schemeClr>
                </a:solidFill>
                <a:latin typeface="Yu Gothic UI" panose="020B0500000000000000" pitchFamily="34" charset="-128"/>
                <a:ea typeface="Yu Gothic UI" panose="020B0500000000000000" pitchFamily="34" charset="-128"/>
              </a:rPr>
              <a:t>/JavaScript</a:t>
            </a:r>
          </a:p>
        </p:txBody>
      </p:sp>
      <p:cxnSp>
        <p:nvCxnSpPr>
          <p:cNvPr id="40" name="直線コネクタ 39">
            <a:extLst>
              <a:ext uri="{FF2B5EF4-FFF2-40B4-BE49-F238E27FC236}">
                <a16:creationId xmlns:a16="http://schemas.microsoft.com/office/drawing/2014/main" id="{1E385B15-B524-5602-EDD2-8C9EA275A7A5}"/>
              </a:ext>
            </a:extLst>
          </p:cNvPr>
          <p:cNvCxnSpPr>
            <a:cxnSpLocks/>
          </p:cNvCxnSpPr>
          <p:nvPr/>
        </p:nvCxnSpPr>
        <p:spPr>
          <a:xfrm flipV="1">
            <a:off x="2902686" y="4134109"/>
            <a:ext cx="2677355" cy="753713"/>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13862640-8421-B236-2E42-E45951903A17}"/>
              </a:ext>
            </a:extLst>
          </p:cNvPr>
          <p:cNvCxnSpPr>
            <a:cxnSpLocks/>
          </p:cNvCxnSpPr>
          <p:nvPr/>
        </p:nvCxnSpPr>
        <p:spPr>
          <a:xfrm flipH="1">
            <a:off x="2887547" y="3984392"/>
            <a:ext cx="2565942" cy="733302"/>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28" name="フローチャート: 書類 27">
            <a:extLst>
              <a:ext uri="{FF2B5EF4-FFF2-40B4-BE49-F238E27FC236}">
                <a16:creationId xmlns:a16="http://schemas.microsoft.com/office/drawing/2014/main" id="{35650D4C-8925-A823-1F1C-3EEB5E7804E8}"/>
              </a:ext>
            </a:extLst>
          </p:cNvPr>
          <p:cNvSpPr/>
          <p:nvPr/>
        </p:nvSpPr>
        <p:spPr>
          <a:xfrm>
            <a:off x="2554716" y="3392671"/>
            <a:ext cx="1295665" cy="655235"/>
          </a:xfrm>
          <a:prstGeom prst="flowChartDocumen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tx1">
                    <a:lumMod val="85000"/>
                    <a:lumOff val="15000"/>
                  </a:schemeClr>
                </a:solidFill>
              </a:rPr>
              <a:t>静的コンテンツ</a:t>
            </a:r>
            <a:endParaRPr kumimoji="1" lang="en-US" altLang="ja-JP" sz="1200" dirty="0">
              <a:solidFill>
                <a:schemeClr val="tx1">
                  <a:lumMod val="85000"/>
                  <a:lumOff val="15000"/>
                </a:schemeClr>
              </a:solidFill>
            </a:endParaRPr>
          </a:p>
          <a:p>
            <a:pPr algn="ctr">
              <a:spcBef>
                <a:spcPts val="300"/>
              </a:spcBef>
            </a:pPr>
            <a:r>
              <a:rPr kumimoji="1" lang="en-US" altLang="ja-JP" sz="900" dirty="0">
                <a:solidFill>
                  <a:schemeClr val="tx1">
                    <a:lumMod val="85000"/>
                    <a:lumOff val="15000"/>
                  </a:schemeClr>
                </a:solidFill>
              </a:rPr>
              <a:t>HTML/CSS</a:t>
            </a:r>
          </a:p>
          <a:p>
            <a:pPr algn="ctr"/>
            <a:r>
              <a:rPr kumimoji="1" lang="en-US" altLang="ja-JP" sz="900" dirty="0">
                <a:solidFill>
                  <a:schemeClr val="tx1">
                    <a:lumMod val="85000"/>
                    <a:lumOff val="15000"/>
                  </a:schemeClr>
                </a:solidFill>
              </a:rPr>
              <a:t>/JavaScript</a:t>
            </a:r>
            <a:endParaRPr kumimoji="1" lang="ja-JP" altLang="en-US" sz="1050">
              <a:solidFill>
                <a:schemeClr val="tx1">
                  <a:lumMod val="85000"/>
                  <a:lumOff val="15000"/>
                </a:schemeClr>
              </a:solidFill>
            </a:endParaRPr>
          </a:p>
        </p:txBody>
      </p:sp>
      <p:sp>
        <p:nvSpPr>
          <p:cNvPr id="31" name="角丸四角形 30">
            <a:extLst>
              <a:ext uri="{FF2B5EF4-FFF2-40B4-BE49-F238E27FC236}">
                <a16:creationId xmlns:a16="http://schemas.microsoft.com/office/drawing/2014/main" id="{E0960978-C8BE-E2BD-3FA1-0AEBDDEE431A}"/>
              </a:ext>
            </a:extLst>
          </p:cNvPr>
          <p:cNvSpPr/>
          <p:nvPr/>
        </p:nvSpPr>
        <p:spPr>
          <a:xfrm>
            <a:off x="1146817" y="4647836"/>
            <a:ext cx="1553851" cy="1479973"/>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テキスト ボックス 56">
            <a:extLst>
              <a:ext uri="{FF2B5EF4-FFF2-40B4-BE49-F238E27FC236}">
                <a16:creationId xmlns:a16="http://schemas.microsoft.com/office/drawing/2014/main" id="{D4A7E571-71BD-730F-9026-754356A38536}"/>
              </a:ext>
            </a:extLst>
          </p:cNvPr>
          <p:cNvSpPr txBox="1"/>
          <p:nvPr/>
        </p:nvSpPr>
        <p:spPr>
          <a:xfrm>
            <a:off x="1254440" y="4741260"/>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ブラウザ</a:t>
            </a:r>
          </a:p>
        </p:txBody>
      </p:sp>
      <p:sp>
        <p:nvSpPr>
          <p:cNvPr id="58" name="角丸四角形 57">
            <a:extLst>
              <a:ext uri="{FF2B5EF4-FFF2-40B4-BE49-F238E27FC236}">
                <a16:creationId xmlns:a16="http://schemas.microsoft.com/office/drawing/2014/main" id="{119CF70A-6E5C-D594-18DC-67F378163796}"/>
              </a:ext>
            </a:extLst>
          </p:cNvPr>
          <p:cNvSpPr/>
          <p:nvPr/>
        </p:nvSpPr>
        <p:spPr>
          <a:xfrm>
            <a:off x="1299459" y="5204016"/>
            <a:ext cx="1293587" cy="816513"/>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テキスト ボックス 58">
            <a:extLst>
              <a:ext uri="{FF2B5EF4-FFF2-40B4-BE49-F238E27FC236}">
                <a16:creationId xmlns:a16="http://schemas.microsoft.com/office/drawing/2014/main" id="{24C8879A-613F-205E-2D65-7C30D1442F4A}"/>
              </a:ext>
            </a:extLst>
          </p:cNvPr>
          <p:cNvSpPr txBox="1"/>
          <p:nvPr/>
        </p:nvSpPr>
        <p:spPr>
          <a:xfrm>
            <a:off x="1299459" y="5242940"/>
            <a:ext cx="1293588" cy="646331"/>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フロントエンドアプリ</a:t>
            </a:r>
            <a:endPar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60" name="円弧 59">
            <a:extLst>
              <a:ext uri="{FF2B5EF4-FFF2-40B4-BE49-F238E27FC236}">
                <a16:creationId xmlns:a16="http://schemas.microsoft.com/office/drawing/2014/main" id="{73BB01AC-6708-487C-6493-8EDA357A9200}"/>
              </a:ext>
            </a:extLst>
          </p:cNvPr>
          <p:cNvSpPr/>
          <p:nvPr/>
        </p:nvSpPr>
        <p:spPr>
          <a:xfrm rot="10800000">
            <a:off x="633211" y="4820625"/>
            <a:ext cx="559196" cy="1063645"/>
          </a:xfrm>
          <a:prstGeom prst="arc">
            <a:avLst>
              <a:gd name="adj1" fmla="val 13183720"/>
              <a:gd name="adj2" fmla="val 8698786"/>
            </a:avLst>
          </a:prstGeom>
          <a:ln w="44450">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cxnSp>
        <p:nvCxnSpPr>
          <p:cNvPr id="63" name="直線コネクタ 62">
            <a:extLst>
              <a:ext uri="{FF2B5EF4-FFF2-40B4-BE49-F238E27FC236}">
                <a16:creationId xmlns:a16="http://schemas.microsoft.com/office/drawing/2014/main" id="{1D933E97-6E7F-C01A-1D91-B40B0CE2F203}"/>
              </a:ext>
            </a:extLst>
          </p:cNvPr>
          <p:cNvCxnSpPr>
            <a:cxnSpLocks/>
          </p:cNvCxnSpPr>
          <p:nvPr/>
        </p:nvCxnSpPr>
        <p:spPr>
          <a:xfrm>
            <a:off x="2611334" y="5657850"/>
            <a:ext cx="2781068"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7D821DDE-8755-5C4C-F5B2-70CEEBAFD517}"/>
              </a:ext>
            </a:extLst>
          </p:cNvPr>
          <p:cNvCxnSpPr>
            <a:cxnSpLocks/>
          </p:cNvCxnSpPr>
          <p:nvPr/>
        </p:nvCxnSpPr>
        <p:spPr>
          <a:xfrm>
            <a:off x="2593046" y="5868565"/>
            <a:ext cx="2761528" cy="0"/>
          </a:xfrm>
          <a:prstGeom prst="line">
            <a:avLst/>
          </a:prstGeom>
          <a:ln w="44450">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9DCDBD7E-20AC-2E90-F84F-0DD68872561B}"/>
              </a:ext>
            </a:extLst>
          </p:cNvPr>
          <p:cNvCxnSpPr>
            <a:cxnSpLocks/>
          </p:cNvCxnSpPr>
          <p:nvPr/>
        </p:nvCxnSpPr>
        <p:spPr>
          <a:xfrm flipV="1">
            <a:off x="6953651" y="4277150"/>
            <a:ext cx="491052" cy="1206126"/>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EFD62B8B-F46B-9856-622E-D361D292EF67}"/>
              </a:ext>
            </a:extLst>
          </p:cNvPr>
          <p:cNvSpPr txBox="1"/>
          <p:nvPr/>
        </p:nvSpPr>
        <p:spPr>
          <a:xfrm>
            <a:off x="5453489" y="5141141"/>
            <a:ext cx="1443497" cy="430887"/>
          </a:xfrm>
          <a:prstGeom prst="rect">
            <a:avLst/>
          </a:prstGeom>
          <a:noFill/>
        </p:spPr>
        <p:txBody>
          <a:bodyPr wrap="square" rtlCol="0">
            <a:spAutoFit/>
          </a:bodyPr>
          <a:lstStyle/>
          <a:p>
            <a:pPr marL="171450" indent="-171450">
              <a:buFont typeface="Arial" panose="020B0604020202020204" pitchFamily="34" charset="0"/>
              <a:buChar char="•"/>
            </a:pP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API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アクセスの受付、認証</a:t>
            </a:r>
          </a:p>
        </p:txBody>
      </p:sp>
      <p:sp>
        <p:nvSpPr>
          <p:cNvPr id="72" name="テキスト ボックス 71">
            <a:extLst>
              <a:ext uri="{FF2B5EF4-FFF2-40B4-BE49-F238E27FC236}">
                <a16:creationId xmlns:a16="http://schemas.microsoft.com/office/drawing/2014/main" id="{09F755F2-C845-B5B0-BA8C-AB01A950C853}"/>
              </a:ext>
            </a:extLst>
          </p:cNvPr>
          <p:cNvSpPr txBox="1"/>
          <p:nvPr/>
        </p:nvSpPr>
        <p:spPr>
          <a:xfrm>
            <a:off x="3548018" y="5971082"/>
            <a:ext cx="961532" cy="253916"/>
          </a:xfrm>
          <a:prstGeom prst="rect">
            <a:avLst/>
          </a:prstGeom>
          <a:noFill/>
        </p:spPr>
        <p:txBody>
          <a:bodyPr wrap="square" rtlCol="0">
            <a:spAutoFit/>
          </a:bodyPr>
          <a:lstStyle/>
          <a:p>
            <a:pPr algn="ctr"/>
            <a:r>
              <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rPr>
              <a:t>7. </a:t>
            </a: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処理結果</a:t>
            </a:r>
          </a:p>
        </p:txBody>
      </p:sp>
      <p:sp>
        <p:nvSpPr>
          <p:cNvPr id="73" name="テキスト ボックス 72">
            <a:extLst>
              <a:ext uri="{FF2B5EF4-FFF2-40B4-BE49-F238E27FC236}">
                <a16:creationId xmlns:a16="http://schemas.microsoft.com/office/drawing/2014/main" id="{A414AE8A-DC7B-F97B-8194-D0874BE5227E}"/>
              </a:ext>
            </a:extLst>
          </p:cNvPr>
          <p:cNvSpPr txBox="1"/>
          <p:nvPr/>
        </p:nvSpPr>
        <p:spPr>
          <a:xfrm>
            <a:off x="3291202" y="5251423"/>
            <a:ext cx="1712401" cy="430887"/>
          </a:xfrm>
          <a:prstGeom prst="rect">
            <a:avLst/>
          </a:prstGeom>
          <a:noFill/>
        </p:spPr>
        <p:txBody>
          <a:bodyPr wrap="square" rtlCol="0">
            <a:spAutoFit/>
          </a:bodyPr>
          <a:lstStyle/>
          <a:p>
            <a:pPr algn="ct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4.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画面の操作、状態に従って</a:t>
            </a: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 API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にアクセス</a:t>
            </a:r>
            <a:endPar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endParaRPr>
          </a:p>
        </p:txBody>
      </p:sp>
      <p:sp>
        <p:nvSpPr>
          <p:cNvPr id="74" name="テキスト ボックス 73">
            <a:extLst>
              <a:ext uri="{FF2B5EF4-FFF2-40B4-BE49-F238E27FC236}">
                <a16:creationId xmlns:a16="http://schemas.microsoft.com/office/drawing/2014/main" id="{EF4CC3F4-D31C-BFB9-B5FF-B6CF529B9C37}"/>
              </a:ext>
            </a:extLst>
          </p:cNvPr>
          <p:cNvSpPr txBox="1"/>
          <p:nvPr/>
        </p:nvSpPr>
        <p:spPr>
          <a:xfrm>
            <a:off x="359134" y="3398017"/>
            <a:ext cx="1880650" cy="1277273"/>
          </a:xfrm>
          <a:prstGeom prst="rect">
            <a:avLst/>
          </a:prstGeom>
          <a:noFill/>
        </p:spPr>
        <p:txBody>
          <a:bodyPr wrap="square" rtlCol="0">
            <a:spAutoFit/>
          </a:bodyPr>
          <a:lstStyle/>
          <a:p>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3.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静的コンテンツに含まれる</a:t>
            </a: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 JavaScript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が読み込まれ、フロントエンドアプリとして機能する。</a:t>
            </a:r>
            <a:endPar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endParaRPr>
          </a:p>
          <a:p>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画面の描画や指定された</a:t>
            </a: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 API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へのアクセスを行う。</a:t>
            </a:r>
            <a:endPar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endParaRPr>
          </a:p>
          <a:p>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8.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受け取った内容に応じて画面を更新</a:t>
            </a:r>
            <a:endPar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endParaRPr>
          </a:p>
        </p:txBody>
      </p:sp>
      <p:sp>
        <p:nvSpPr>
          <p:cNvPr id="75" name="テキスト ボックス 74">
            <a:extLst>
              <a:ext uri="{FF2B5EF4-FFF2-40B4-BE49-F238E27FC236}">
                <a16:creationId xmlns:a16="http://schemas.microsoft.com/office/drawing/2014/main" id="{A9D9B646-481A-DD9A-39AA-A7FF17936794}"/>
              </a:ext>
            </a:extLst>
          </p:cNvPr>
          <p:cNvSpPr txBox="1"/>
          <p:nvPr/>
        </p:nvSpPr>
        <p:spPr>
          <a:xfrm>
            <a:off x="673228" y="6228079"/>
            <a:ext cx="2567148" cy="443198"/>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画面処理</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がブラウザに寄せられているのが</a:t>
            </a: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 SPA </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の特徴</a:t>
            </a:r>
            <a:endPar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12" name="テキスト ボックス 11">
            <a:extLst>
              <a:ext uri="{FF2B5EF4-FFF2-40B4-BE49-F238E27FC236}">
                <a16:creationId xmlns:a16="http://schemas.microsoft.com/office/drawing/2014/main" id="{28961EF1-919A-B066-91C0-3DD10F3844EC}"/>
              </a:ext>
            </a:extLst>
          </p:cNvPr>
          <p:cNvSpPr txBox="1"/>
          <p:nvPr/>
        </p:nvSpPr>
        <p:spPr>
          <a:xfrm>
            <a:off x="7198738" y="5971082"/>
            <a:ext cx="4247422" cy="415498"/>
          </a:xfrm>
          <a:prstGeom prst="rect">
            <a:avLst/>
          </a:prstGeom>
          <a:noFill/>
        </p:spPr>
        <p:txBody>
          <a:bodyPr wrap="square" rtlCol="0">
            <a:spAutoFit/>
          </a:bodyPr>
          <a:lstStyle/>
          <a:p>
            <a:r>
              <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rPr>
              <a:t>* Web </a:t>
            </a: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層に</a:t>
            </a:r>
            <a:r>
              <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rPr>
              <a:t> API </a:t>
            </a: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用ルートを用意せずにフロントエンドアプリから直接</a:t>
            </a:r>
            <a:r>
              <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rPr>
              <a:t> Web API </a:t>
            </a: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にアクセスするアーキテクチャも可能。ただし、</a:t>
            </a:r>
            <a:r>
              <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rPr>
              <a:t>CORS </a:t>
            </a: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に注意する必要がある。</a:t>
            </a:r>
          </a:p>
        </p:txBody>
      </p:sp>
    </p:spTree>
    <p:extLst>
      <p:ext uri="{BB962C8B-B14F-4D97-AF65-F5344CB8AC3E}">
        <p14:creationId xmlns:p14="http://schemas.microsoft.com/office/powerpoint/2010/main" val="646352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16620-4A21-AAEF-C4D2-929BA31D5C3D}"/>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CAB356D9-4B27-4B79-D3FA-3E2899078FDD}"/>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Web 3</a:t>
            </a:r>
            <a:r>
              <a:rPr lang="ja-JP" altLang="en-US" sz="2000" b="1">
                <a:solidFill>
                  <a:srgbClr val="1F2937"/>
                </a:solidFill>
                <a:latin typeface="Yu Gothic" pitchFamily="34" charset="0"/>
                <a:ea typeface="Yu Gothic" pitchFamily="34" charset="-122"/>
                <a:cs typeface="Yu Gothic" pitchFamily="34" charset="-120"/>
              </a:rPr>
              <a:t>層アプリケーション</a:t>
            </a:r>
            <a:r>
              <a:rPr lang="en-US" altLang="ja-JP" sz="2000" b="1" dirty="0">
                <a:solidFill>
                  <a:srgbClr val="1F2937"/>
                </a:solidFill>
                <a:latin typeface="Yu Gothic" pitchFamily="34" charset="0"/>
                <a:ea typeface="Yu Gothic" pitchFamily="34" charset="-122"/>
                <a:cs typeface="Yu Gothic" pitchFamily="34" charset="-120"/>
              </a:rPr>
              <a:t> </a:t>
            </a:r>
            <a:r>
              <a:rPr lang="ja-JP" altLang="en-US" sz="2000" b="1">
                <a:solidFill>
                  <a:srgbClr val="1F2937"/>
                </a:solidFill>
                <a:latin typeface="Yu Gothic" pitchFamily="34" charset="0"/>
                <a:ea typeface="Yu Gothic" pitchFamily="34" charset="-122"/>
                <a:cs typeface="Yu Gothic" pitchFamily="34" charset="-120"/>
              </a:rPr>
              <a:t>と</a:t>
            </a:r>
            <a:r>
              <a:rPr lang="en-US" altLang="ja-JP" sz="2000" b="1" dirty="0">
                <a:solidFill>
                  <a:srgbClr val="1F2937"/>
                </a:solidFill>
                <a:latin typeface="Yu Gothic" pitchFamily="34" charset="0"/>
                <a:ea typeface="Yu Gothic" pitchFamily="34" charset="-122"/>
                <a:cs typeface="Yu Gothic" pitchFamily="34" charset="-120"/>
              </a:rPr>
              <a:t> SPA </a:t>
            </a:r>
            <a:r>
              <a:rPr lang="ja-JP" altLang="en-US" sz="2000" b="1">
                <a:solidFill>
                  <a:srgbClr val="1F2937"/>
                </a:solidFill>
                <a:latin typeface="Yu Gothic" pitchFamily="34" charset="0"/>
                <a:ea typeface="Yu Gothic" pitchFamily="34" charset="-122"/>
                <a:cs typeface="Yu Gothic" pitchFamily="34" charset="-120"/>
              </a:rPr>
              <a:t>の比較</a:t>
            </a:r>
            <a:endParaRPr lang="en-US" altLang="ja-JP" sz="2000" dirty="0"/>
          </a:p>
        </p:txBody>
      </p:sp>
      <p:sp>
        <p:nvSpPr>
          <p:cNvPr id="2" name="正方形/長方形 1">
            <a:extLst>
              <a:ext uri="{FF2B5EF4-FFF2-40B4-BE49-F238E27FC236}">
                <a16:creationId xmlns:a16="http://schemas.microsoft.com/office/drawing/2014/main" id="{74C561A7-BC59-6E86-65B8-7CEB99D20AB2}"/>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9</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DEE15140-3780-1DBC-336A-20048C99BB0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graphicFrame>
        <p:nvGraphicFramePr>
          <p:cNvPr id="10" name="Table 0">
            <a:extLst>
              <a:ext uri="{FF2B5EF4-FFF2-40B4-BE49-F238E27FC236}">
                <a16:creationId xmlns:a16="http://schemas.microsoft.com/office/drawing/2014/main" id="{041846DF-A916-8BB7-1431-7C5F2990B822}"/>
              </a:ext>
            </a:extLst>
          </p:cNvPr>
          <p:cNvGraphicFramePr>
            <a:graphicFrameLocks noGrp="1"/>
          </p:cNvGraphicFramePr>
          <p:nvPr>
            <p:extLst>
              <p:ext uri="{D42A27DB-BD31-4B8C-83A1-F6EECF244321}">
                <p14:modId xmlns:p14="http://schemas.microsoft.com/office/powerpoint/2010/main" val="1705246774"/>
              </p:ext>
            </p:extLst>
          </p:nvPr>
        </p:nvGraphicFramePr>
        <p:xfrm>
          <a:off x="685799" y="1390650"/>
          <a:ext cx="10820401" cy="4277868"/>
        </p:xfrm>
        <a:graphic>
          <a:graphicData uri="http://schemas.openxmlformats.org/drawingml/2006/table">
            <a:tbl>
              <a:tblPr/>
              <a:tblGrid>
                <a:gridCol w="2284307">
                  <a:extLst>
                    <a:ext uri="{9D8B030D-6E8A-4147-A177-3AD203B41FA5}">
                      <a16:colId xmlns:a16="http://schemas.microsoft.com/office/drawing/2014/main" val="20000"/>
                    </a:ext>
                  </a:extLst>
                </a:gridCol>
                <a:gridCol w="3727027">
                  <a:extLst>
                    <a:ext uri="{9D8B030D-6E8A-4147-A177-3AD203B41FA5}">
                      <a16:colId xmlns:a16="http://schemas.microsoft.com/office/drawing/2014/main" val="20001"/>
                    </a:ext>
                  </a:extLst>
                </a:gridCol>
                <a:gridCol w="4809067">
                  <a:extLst>
                    <a:ext uri="{9D8B030D-6E8A-4147-A177-3AD203B41FA5}">
                      <a16:colId xmlns:a16="http://schemas.microsoft.com/office/drawing/2014/main" val="20003"/>
                    </a:ext>
                  </a:extLst>
                </a:gridCol>
              </a:tblGrid>
              <a:tr h="566928">
                <a:tc>
                  <a:txBody>
                    <a:bodyPr/>
                    <a:lstStyle/>
                    <a:p>
                      <a:pPr marL="0" indent="0" algn="ctr">
                        <a:buNone/>
                      </a:pPr>
                      <a:r>
                        <a:rPr lang="en-US" sz="1050" b="1" dirty="0">
                          <a:solidFill>
                            <a:srgbClr val="FFFFFF"/>
                          </a:solidFill>
                          <a:latin typeface="Yu Gothic" pitchFamily="34" charset="0"/>
                          <a:ea typeface="Yu Gothic" pitchFamily="34" charset="-122"/>
                          <a:cs typeface="Yu Gothic" pitchFamily="34" charset="-120"/>
                        </a:rPr>
                        <a:t>観点</a:t>
                      </a:r>
                      <a:endParaRPr lang="en-US" sz="105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4472C4"/>
                    </a:solidFill>
                  </a:tcPr>
                </a:tc>
                <a:tc>
                  <a:txBody>
                    <a:bodyPr/>
                    <a:lstStyle/>
                    <a:p>
                      <a:pPr marL="0" indent="0" algn="ctr">
                        <a:buNone/>
                      </a:pPr>
                      <a:r>
                        <a:rPr lang="en-US" sz="1050" b="1" dirty="0">
                          <a:solidFill>
                            <a:srgbClr val="FFFFFF"/>
                          </a:solidFill>
                          <a:latin typeface="Yu Gothic" pitchFamily="34" charset="0"/>
                          <a:ea typeface="Yu Gothic" pitchFamily="34" charset="-122"/>
                          <a:cs typeface="Yu Gothic" pitchFamily="34" charset="-120"/>
                        </a:rPr>
                        <a:t>Web 3 層</a:t>
                      </a:r>
                      <a:endParaRPr lang="en-US" sz="105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4472C4"/>
                    </a:solidFill>
                  </a:tcPr>
                </a:tc>
                <a:tc>
                  <a:txBody>
                    <a:bodyPr/>
                    <a:lstStyle/>
                    <a:p>
                      <a:pPr marL="0" indent="0" algn="ctr">
                        <a:buNone/>
                      </a:pPr>
                      <a:r>
                        <a:rPr lang="en-US" sz="1050" b="1" dirty="0">
                          <a:solidFill>
                            <a:srgbClr val="FFFFFF"/>
                          </a:solidFill>
                          <a:latin typeface="Yu Gothic" pitchFamily="34" charset="0"/>
                          <a:ea typeface="Yu Gothic" pitchFamily="34" charset="-122"/>
                          <a:cs typeface="Yu Gothic" pitchFamily="34" charset="-120"/>
                        </a:rPr>
                        <a:t>SPA</a:t>
                      </a:r>
                      <a:endParaRPr lang="en-US" sz="105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566928">
                <a:tc>
                  <a:txBody>
                    <a:bodyPr/>
                    <a:lstStyle/>
                    <a:p>
                      <a:pPr marL="0" indent="0" algn="l">
                        <a:buNone/>
                      </a:pPr>
                      <a:r>
                        <a:rPr lang="en-US" sz="1050" dirty="0" err="1">
                          <a:solidFill>
                            <a:srgbClr val="334155"/>
                          </a:solidFill>
                          <a:latin typeface="Yu Gothic" pitchFamily="34" charset="0"/>
                          <a:ea typeface="Yu Gothic" pitchFamily="34" charset="-122"/>
                          <a:cs typeface="Yu Gothic" pitchFamily="34" charset="-120"/>
                        </a:rPr>
                        <a:t>画面描画</a:t>
                      </a:r>
                      <a:endParaRPr lang="en-US" sz="105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4155"/>
                          </a:solidFill>
                          <a:latin typeface="Yu Gothic" pitchFamily="34" charset="0"/>
                          <a:ea typeface="Yu Gothic" pitchFamily="34" charset="-122"/>
                          <a:cs typeface="Yu Gothic" pitchFamily="34" charset="-120"/>
                        </a:rPr>
                        <a:t>Web </a:t>
                      </a:r>
                      <a:r>
                        <a:rPr lang="en-US" sz="1050" dirty="0" err="1">
                          <a:solidFill>
                            <a:srgbClr val="334155"/>
                          </a:solidFill>
                          <a:latin typeface="Yu Gothic" pitchFamily="34" charset="0"/>
                          <a:ea typeface="Yu Gothic" pitchFamily="34" charset="-122"/>
                          <a:cs typeface="Yu Gothic" pitchFamily="34" charset="-120"/>
                        </a:rPr>
                        <a:t>層が</a:t>
                      </a:r>
                      <a:r>
                        <a:rPr lang="en-US" sz="1050" dirty="0">
                          <a:solidFill>
                            <a:srgbClr val="334155"/>
                          </a:solidFill>
                          <a:latin typeface="Yu Gothic" pitchFamily="34" charset="0"/>
                          <a:ea typeface="Yu Gothic" pitchFamily="34" charset="-122"/>
                          <a:cs typeface="Yu Gothic" pitchFamily="34" charset="-120"/>
                        </a:rPr>
                        <a:t> AP </a:t>
                      </a:r>
                      <a:r>
                        <a:rPr lang="en-US" sz="1050" dirty="0" err="1">
                          <a:solidFill>
                            <a:srgbClr val="334155"/>
                          </a:solidFill>
                          <a:latin typeface="Yu Gothic" pitchFamily="34" charset="0"/>
                          <a:ea typeface="Yu Gothic" pitchFamily="34" charset="-122"/>
                          <a:cs typeface="Yu Gothic" pitchFamily="34" charset="-120"/>
                        </a:rPr>
                        <a:t>層のデータに基づいて、HTML</a:t>
                      </a:r>
                      <a:r>
                        <a:rPr lang="en-US" sz="1050" dirty="0">
                          <a:solidFill>
                            <a:srgbClr val="334155"/>
                          </a:solidFill>
                          <a:latin typeface="Yu Gothic" pitchFamily="34" charset="0"/>
                          <a:ea typeface="Yu Gothic" pitchFamily="34" charset="-122"/>
                          <a:cs typeface="Yu Gothic" pitchFamily="34" charset="-120"/>
                        </a:rPr>
                        <a:t> </a:t>
                      </a:r>
                      <a:r>
                        <a:rPr lang="en-US" sz="1050" dirty="0" err="1">
                          <a:solidFill>
                            <a:srgbClr val="334155"/>
                          </a:solidFill>
                          <a:latin typeface="Yu Gothic" pitchFamily="34" charset="0"/>
                          <a:ea typeface="Yu Gothic" pitchFamily="34" charset="-122"/>
                          <a:cs typeface="Yu Gothic" pitchFamily="34" charset="-120"/>
                        </a:rPr>
                        <a:t>を作成。ブラウザはその</a:t>
                      </a:r>
                      <a:r>
                        <a:rPr lang="en-US" sz="1050" dirty="0">
                          <a:solidFill>
                            <a:srgbClr val="334155"/>
                          </a:solidFill>
                          <a:latin typeface="Yu Gothic" pitchFamily="34" charset="0"/>
                          <a:ea typeface="Yu Gothic" pitchFamily="34" charset="-122"/>
                          <a:cs typeface="Yu Gothic" pitchFamily="34" charset="-120"/>
                        </a:rPr>
                        <a:t> HTML </a:t>
                      </a:r>
                      <a:r>
                        <a:rPr lang="en-US" sz="1050" dirty="0" err="1">
                          <a:solidFill>
                            <a:srgbClr val="334155"/>
                          </a:solidFill>
                          <a:latin typeface="Yu Gothic" pitchFamily="34" charset="0"/>
                          <a:ea typeface="Yu Gothic" pitchFamily="34" charset="-122"/>
                          <a:cs typeface="Yu Gothic" pitchFamily="34" charset="-120"/>
                        </a:rPr>
                        <a:t>に基づいて画面を描画する</a:t>
                      </a:r>
                      <a:endParaRPr lang="en-US" sz="1050" dirty="0">
                        <a:solidFill>
                          <a:srgbClr val="334155"/>
                        </a:solidFill>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050" dirty="0" err="1">
                          <a:solidFill>
                            <a:srgbClr val="334155"/>
                          </a:solidFill>
                          <a:latin typeface="Yu Gothic" pitchFamily="34" charset="0"/>
                          <a:ea typeface="Yu Gothic" pitchFamily="34" charset="-122"/>
                          <a:cs typeface="Yu Gothic" pitchFamily="34" charset="-120"/>
                        </a:rPr>
                        <a:t>初回のフロントエンドアプリのロード時は</a:t>
                      </a:r>
                      <a:r>
                        <a:rPr lang="en-US" sz="1050" dirty="0">
                          <a:solidFill>
                            <a:srgbClr val="334155"/>
                          </a:solidFill>
                          <a:latin typeface="Yu Gothic" pitchFamily="34" charset="0"/>
                          <a:ea typeface="Yu Gothic" pitchFamily="34" charset="-122"/>
                          <a:cs typeface="Yu Gothic" pitchFamily="34" charset="-120"/>
                        </a:rPr>
                        <a:t> Web 3層と同じ。以降、画面操作に基づくデータのアップデートによる画面の更新はブラウザのフロントエンドアプリが描画する。</a:t>
                      </a:r>
                      <a:endParaRPr lang="en-US" sz="1050" dirty="0">
                        <a:solidFill>
                          <a:srgbClr val="334155"/>
                        </a:solidFill>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050" dirty="0" err="1">
                          <a:solidFill>
                            <a:srgbClr val="334155"/>
                          </a:solidFill>
                          <a:latin typeface="Yu Gothic" pitchFamily="34" charset="0"/>
                          <a:ea typeface="Yu Gothic" pitchFamily="34" charset="-122"/>
                          <a:cs typeface="Yu Gothic" pitchFamily="34" charset="-120"/>
                        </a:rPr>
                        <a:t>ビジネスロジックの処理</a:t>
                      </a:r>
                      <a:endParaRPr lang="en-US" sz="105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tc>
                  <a:txBody>
                    <a:bodyPr/>
                    <a:lstStyle/>
                    <a:p>
                      <a:pPr marL="0" indent="0" algn="l">
                        <a:buNone/>
                      </a:pPr>
                      <a:r>
                        <a:rPr lang="en-US" sz="1050" dirty="0">
                          <a:solidFill>
                            <a:srgbClr val="334155"/>
                          </a:solidFill>
                          <a:latin typeface="Yu Gothic" pitchFamily="34" charset="0"/>
                          <a:ea typeface="Yu Gothic" pitchFamily="34" charset="-122"/>
                          <a:cs typeface="Yu Gothic" pitchFamily="34" charset="-120"/>
                        </a:rPr>
                        <a:t>Web </a:t>
                      </a:r>
                      <a:r>
                        <a:rPr lang="en-US" sz="1050" dirty="0" err="1">
                          <a:solidFill>
                            <a:srgbClr val="334155"/>
                          </a:solidFill>
                          <a:latin typeface="Yu Gothic" pitchFamily="34" charset="0"/>
                          <a:ea typeface="Yu Gothic" pitchFamily="34" charset="-122"/>
                          <a:cs typeface="Yu Gothic" pitchFamily="34" charset="-120"/>
                        </a:rPr>
                        <a:t>層からのリクエストを受け、AP</a:t>
                      </a:r>
                      <a:r>
                        <a:rPr lang="en-US" sz="1050" dirty="0">
                          <a:solidFill>
                            <a:srgbClr val="334155"/>
                          </a:solidFill>
                          <a:latin typeface="Yu Gothic" pitchFamily="34" charset="0"/>
                          <a:ea typeface="Yu Gothic" pitchFamily="34" charset="-122"/>
                          <a:cs typeface="Yu Gothic" pitchFamily="34" charset="-120"/>
                        </a:rPr>
                        <a:t> </a:t>
                      </a:r>
                      <a:r>
                        <a:rPr lang="en-US" sz="1050" dirty="0" err="1">
                          <a:solidFill>
                            <a:srgbClr val="334155"/>
                          </a:solidFill>
                          <a:latin typeface="Yu Gothic" pitchFamily="34" charset="0"/>
                          <a:ea typeface="Yu Gothic" pitchFamily="34" charset="-122"/>
                          <a:cs typeface="Yu Gothic" pitchFamily="34" charset="-120"/>
                        </a:rPr>
                        <a:t>層が実行</a:t>
                      </a:r>
                      <a:endParaRPr lang="en-US" sz="1050" dirty="0">
                        <a:solidFill>
                          <a:srgbClr val="334155"/>
                        </a:solidFill>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tc>
                  <a:txBody>
                    <a:bodyPr/>
                    <a:lstStyle/>
                    <a:p>
                      <a:pPr marL="0" indent="0" algn="l">
                        <a:buNone/>
                      </a:pPr>
                      <a:r>
                        <a:rPr lang="en-US" sz="1050" dirty="0">
                          <a:solidFill>
                            <a:srgbClr val="334155"/>
                          </a:solidFill>
                          <a:latin typeface="Yu Gothic" pitchFamily="34" charset="0"/>
                          <a:ea typeface="Yu Gothic" pitchFamily="34" charset="-122"/>
                          <a:cs typeface="Yu Gothic" pitchFamily="34" charset="-120"/>
                        </a:rPr>
                        <a:t>API </a:t>
                      </a:r>
                      <a:r>
                        <a:rPr lang="en-US" sz="1050" dirty="0" err="1">
                          <a:solidFill>
                            <a:srgbClr val="334155"/>
                          </a:solidFill>
                          <a:latin typeface="Yu Gothic" pitchFamily="34" charset="0"/>
                          <a:ea typeface="Yu Gothic" pitchFamily="34" charset="-122"/>
                          <a:cs typeface="Yu Gothic" pitchFamily="34" charset="-120"/>
                        </a:rPr>
                        <a:t>ルートから</a:t>
                      </a:r>
                      <a:r>
                        <a:rPr lang="en-US" sz="1050" dirty="0">
                          <a:solidFill>
                            <a:srgbClr val="334155"/>
                          </a:solidFill>
                          <a:latin typeface="Yu Gothic" pitchFamily="34" charset="0"/>
                          <a:ea typeface="Yu Gothic" pitchFamily="34" charset="-122"/>
                          <a:cs typeface="Yu Gothic" pitchFamily="34" charset="-120"/>
                        </a:rPr>
                        <a:t> Web API </a:t>
                      </a:r>
                      <a:r>
                        <a:rPr lang="en-US" sz="1050" dirty="0" err="1">
                          <a:solidFill>
                            <a:srgbClr val="334155"/>
                          </a:solidFill>
                          <a:latin typeface="Yu Gothic" pitchFamily="34" charset="0"/>
                          <a:ea typeface="Yu Gothic" pitchFamily="34" charset="-122"/>
                          <a:cs typeface="Yu Gothic" pitchFamily="34" charset="-120"/>
                        </a:rPr>
                        <a:t>を呼び出して実行</a:t>
                      </a:r>
                      <a:endParaRPr lang="en-US" sz="1050" dirty="0">
                        <a:solidFill>
                          <a:srgbClr val="334155"/>
                        </a:solidFill>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extLst>
                  <a:ext uri="{0D108BD9-81ED-4DB2-BD59-A6C34878D82A}">
                    <a16:rowId xmlns:a16="http://schemas.microsoft.com/office/drawing/2014/main" val="10002"/>
                  </a:ext>
                </a:extLst>
              </a:tr>
              <a:tr h="566928">
                <a:tc>
                  <a:txBody>
                    <a:bodyPr/>
                    <a:lstStyle/>
                    <a:p>
                      <a:pPr marL="0" indent="0" algn="l">
                        <a:buNone/>
                      </a:pPr>
                      <a:r>
                        <a:rPr lang="en-US" sz="1050" dirty="0">
                          <a:solidFill>
                            <a:srgbClr val="334155"/>
                          </a:solidFill>
                          <a:latin typeface="Yu Gothic" pitchFamily="34" charset="0"/>
                          <a:ea typeface="Yu Gothic" pitchFamily="34" charset="-122"/>
                          <a:cs typeface="Yu Gothic" pitchFamily="34" charset="-120"/>
                        </a:rPr>
                        <a:t>データ保存</a:t>
                      </a:r>
                      <a:endParaRPr lang="en-US" sz="105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4155"/>
                          </a:solidFill>
                          <a:latin typeface="Yu Gothic" pitchFamily="34" charset="0"/>
                          <a:ea typeface="Yu Gothic" pitchFamily="34" charset="-122"/>
                          <a:cs typeface="Yu Gothic" pitchFamily="34" charset="-120"/>
                        </a:rPr>
                        <a:t>AP </a:t>
                      </a:r>
                      <a:r>
                        <a:rPr lang="ja-JP" altLang="en-US" sz="1050">
                          <a:solidFill>
                            <a:srgbClr val="334155"/>
                          </a:solidFill>
                          <a:latin typeface="Yu Gothic" pitchFamily="34" charset="0"/>
                          <a:ea typeface="Yu Gothic" pitchFamily="34" charset="-122"/>
                          <a:cs typeface="Yu Gothic" pitchFamily="34" charset="-120"/>
                        </a:rPr>
                        <a:t>層のデータ処理の結果を、</a:t>
                      </a:r>
                      <a:r>
                        <a:rPr lang="en-US" sz="1050" dirty="0">
                          <a:solidFill>
                            <a:srgbClr val="334155"/>
                          </a:solidFill>
                          <a:latin typeface="Yu Gothic" pitchFamily="34" charset="0"/>
                          <a:ea typeface="Yu Gothic" pitchFamily="34" charset="-122"/>
                          <a:cs typeface="Yu Gothic" pitchFamily="34" charset="-120"/>
                        </a:rPr>
                        <a:t>DB </a:t>
                      </a:r>
                      <a:r>
                        <a:rPr lang="en-US" sz="1050" dirty="0" err="1">
                          <a:solidFill>
                            <a:srgbClr val="334155"/>
                          </a:solidFill>
                          <a:latin typeface="Yu Gothic" pitchFamily="34" charset="0"/>
                          <a:ea typeface="Yu Gothic" pitchFamily="34" charset="-122"/>
                          <a:cs typeface="Yu Gothic" pitchFamily="34" charset="-120"/>
                        </a:rPr>
                        <a:t>層が保存</a:t>
                      </a:r>
                      <a:endParaRPr lang="en-US" sz="1050" dirty="0">
                        <a:solidFill>
                          <a:srgbClr val="334155"/>
                        </a:solidFill>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4155"/>
                          </a:solidFill>
                          <a:latin typeface="Yu Gothic" pitchFamily="34" charset="0"/>
                          <a:ea typeface="Yu Gothic" pitchFamily="34" charset="-122"/>
                          <a:cs typeface="Yu Gothic" pitchFamily="34" charset="-120"/>
                        </a:rPr>
                        <a:t>API </a:t>
                      </a:r>
                      <a:r>
                        <a:rPr lang="en-US" sz="1050" dirty="0" err="1">
                          <a:solidFill>
                            <a:srgbClr val="334155"/>
                          </a:solidFill>
                          <a:latin typeface="Yu Gothic" pitchFamily="34" charset="0"/>
                          <a:ea typeface="Yu Gothic" pitchFamily="34" charset="-122"/>
                          <a:cs typeface="Yu Gothic" pitchFamily="34" charset="-120"/>
                        </a:rPr>
                        <a:t>のデータ処理の結果を、DB</a:t>
                      </a:r>
                      <a:r>
                        <a:rPr lang="ja-JP" altLang="en-US" sz="1050">
                          <a:solidFill>
                            <a:srgbClr val="334155"/>
                          </a:solidFill>
                          <a:latin typeface="Yu Gothic" pitchFamily="34" charset="0"/>
                          <a:ea typeface="Yu Gothic" pitchFamily="34" charset="-122"/>
                          <a:cs typeface="Yu Gothic" pitchFamily="34" charset="-120"/>
                        </a:rPr>
                        <a:t>　</a:t>
                      </a:r>
                      <a:r>
                        <a:rPr lang="en-US" sz="1050" dirty="0" err="1">
                          <a:solidFill>
                            <a:srgbClr val="334155"/>
                          </a:solidFill>
                          <a:latin typeface="Yu Gothic" pitchFamily="34" charset="0"/>
                          <a:ea typeface="Yu Gothic" pitchFamily="34" charset="-122"/>
                          <a:cs typeface="Yu Gothic" pitchFamily="34" charset="-120"/>
                        </a:rPr>
                        <a:t>層が保存</a:t>
                      </a:r>
                      <a:endParaRPr lang="en-US" sz="1050" dirty="0">
                        <a:solidFill>
                          <a:srgbClr val="334155"/>
                        </a:solidFill>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050" dirty="0" err="1">
                          <a:latin typeface="Yu Gothic" charset="0"/>
                          <a:ea typeface="Yu Gothic" charset="0"/>
                          <a:cs typeface="Yu Gothic" charset="0"/>
                        </a:rPr>
                        <a:t>画面描画のためのデータの保持</a:t>
                      </a:r>
                      <a:endParaRPr lang="en-US" sz="105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4155"/>
                          </a:solidFill>
                          <a:latin typeface="Yu Gothic" charset="0"/>
                          <a:ea typeface="Yu Gothic" charset="0"/>
                          <a:cs typeface="Yu Gothic" charset="0"/>
                        </a:rPr>
                        <a:t>Web </a:t>
                      </a:r>
                      <a:r>
                        <a:rPr lang="en-US" sz="1050" dirty="0" err="1">
                          <a:solidFill>
                            <a:srgbClr val="334155"/>
                          </a:solidFill>
                          <a:latin typeface="Yu Gothic" charset="0"/>
                          <a:ea typeface="Yu Gothic" charset="0"/>
                          <a:cs typeface="Yu Gothic" charset="0"/>
                        </a:rPr>
                        <a:t>層が保持</a:t>
                      </a:r>
                      <a:endParaRPr lang="en-US" sz="1050" dirty="0">
                        <a:solidFill>
                          <a:srgbClr val="334155"/>
                        </a:solidFill>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050" dirty="0" err="1">
                          <a:solidFill>
                            <a:srgbClr val="334155"/>
                          </a:solidFill>
                          <a:latin typeface="Yu Gothic" charset="0"/>
                          <a:ea typeface="Yu Gothic" charset="0"/>
                          <a:cs typeface="Yu Gothic" charset="0"/>
                        </a:rPr>
                        <a:t>クライント</a:t>
                      </a:r>
                      <a:r>
                        <a:rPr lang="en-US" sz="1050" dirty="0">
                          <a:solidFill>
                            <a:srgbClr val="334155"/>
                          </a:solidFill>
                          <a:latin typeface="Yu Gothic" charset="0"/>
                          <a:ea typeface="Yu Gothic" charset="0"/>
                          <a:cs typeface="Yu Gothic" charset="0"/>
                        </a:rPr>
                        <a:t> (</a:t>
                      </a:r>
                      <a:r>
                        <a:rPr lang="en-US" sz="1050" dirty="0" err="1">
                          <a:solidFill>
                            <a:srgbClr val="334155"/>
                          </a:solidFill>
                          <a:latin typeface="Yu Gothic" charset="0"/>
                          <a:ea typeface="Yu Gothic" charset="0"/>
                          <a:cs typeface="Yu Gothic" charset="0"/>
                        </a:rPr>
                        <a:t>ブラウザ</a:t>
                      </a:r>
                      <a:r>
                        <a:rPr lang="en-US" sz="1050" dirty="0">
                          <a:solidFill>
                            <a:srgbClr val="334155"/>
                          </a:solidFill>
                          <a:latin typeface="Yu Gothic" charset="0"/>
                          <a:ea typeface="Yu Gothic" charset="0"/>
                          <a:cs typeface="Yu Gothic" charset="0"/>
                        </a:rPr>
                        <a:t>) </a:t>
                      </a:r>
                      <a:r>
                        <a:rPr lang="en-US" sz="1050" dirty="0" err="1">
                          <a:solidFill>
                            <a:srgbClr val="334155"/>
                          </a:solidFill>
                          <a:latin typeface="Yu Gothic" charset="0"/>
                          <a:ea typeface="Yu Gothic" charset="0"/>
                          <a:cs typeface="Yu Gothic" charset="0"/>
                        </a:rPr>
                        <a:t>が保持</a:t>
                      </a:r>
                      <a:endParaRPr lang="en-US" sz="1050" dirty="0">
                        <a:solidFill>
                          <a:srgbClr val="334155"/>
                        </a:solidFill>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228160060"/>
                  </a:ext>
                </a:extLst>
              </a:tr>
              <a:tr h="566928">
                <a:tc>
                  <a:txBody>
                    <a:bodyPr/>
                    <a:lstStyle/>
                    <a:p>
                      <a:pPr marL="0" indent="0" algn="l">
                        <a:buNone/>
                      </a:pPr>
                      <a:r>
                        <a:rPr lang="en-US" sz="1050" dirty="0">
                          <a:solidFill>
                            <a:srgbClr val="334155"/>
                          </a:solidFill>
                          <a:latin typeface="Yu Gothic" pitchFamily="34" charset="0"/>
                          <a:ea typeface="Yu Gothic" pitchFamily="34" charset="-122"/>
                          <a:cs typeface="Yu Gothic" pitchFamily="34" charset="-120"/>
                        </a:rPr>
                        <a:t>向いている例</a:t>
                      </a:r>
                      <a:endParaRPr lang="en-US" sz="105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tc>
                  <a:txBody>
                    <a:bodyPr/>
                    <a:lstStyle/>
                    <a:p>
                      <a:pPr marL="0" indent="0" algn="l">
                        <a:buNone/>
                      </a:pPr>
                      <a:r>
                        <a:rPr lang="en-US" sz="1050" dirty="0">
                          <a:solidFill>
                            <a:srgbClr val="334155"/>
                          </a:solidFill>
                          <a:latin typeface="Yu Gothic" charset="0"/>
                          <a:ea typeface="Yu Gothic" charset="0"/>
                          <a:cs typeface="Yu Gothic" charset="0"/>
                        </a:rPr>
                        <a:t>・</a:t>
                      </a:r>
                      <a:r>
                        <a:rPr lang="en-US" sz="1050" dirty="0" err="1">
                          <a:solidFill>
                            <a:srgbClr val="334155"/>
                          </a:solidFill>
                          <a:latin typeface="Yu Gothic" charset="0"/>
                          <a:ea typeface="Yu Gothic" charset="0"/>
                          <a:cs typeface="Yu Gothic" charset="0"/>
                        </a:rPr>
                        <a:t>クライアント</a:t>
                      </a:r>
                      <a:r>
                        <a:rPr lang="en-US" sz="1050" dirty="0">
                          <a:solidFill>
                            <a:srgbClr val="334155"/>
                          </a:solidFill>
                          <a:latin typeface="Yu Gothic" charset="0"/>
                          <a:ea typeface="Yu Gothic" charset="0"/>
                          <a:cs typeface="Yu Gothic" charset="0"/>
                        </a:rPr>
                        <a:t> (</a:t>
                      </a:r>
                      <a:r>
                        <a:rPr lang="en-US" sz="1050" dirty="0" err="1">
                          <a:solidFill>
                            <a:srgbClr val="334155"/>
                          </a:solidFill>
                          <a:latin typeface="Yu Gothic" charset="0"/>
                          <a:ea typeface="Yu Gothic" charset="0"/>
                          <a:cs typeface="Yu Gothic" charset="0"/>
                        </a:rPr>
                        <a:t>ブラウザ</a:t>
                      </a:r>
                      <a:r>
                        <a:rPr lang="en-US" sz="1050" dirty="0">
                          <a:solidFill>
                            <a:srgbClr val="334155"/>
                          </a:solidFill>
                          <a:latin typeface="Yu Gothic" charset="0"/>
                          <a:ea typeface="Yu Gothic" charset="0"/>
                          <a:cs typeface="Yu Gothic" charset="0"/>
                        </a:rPr>
                        <a:t>) </a:t>
                      </a:r>
                      <a:r>
                        <a:rPr lang="en-US" sz="1050" dirty="0" err="1">
                          <a:solidFill>
                            <a:srgbClr val="334155"/>
                          </a:solidFill>
                          <a:latin typeface="Yu Gothic" charset="0"/>
                          <a:ea typeface="Yu Gothic" charset="0"/>
                          <a:cs typeface="Yu Gothic" charset="0"/>
                        </a:rPr>
                        <a:t>には秘匿するデータをあつかうアプリケーション</a:t>
                      </a:r>
                      <a:r>
                        <a:rPr lang="en-US" sz="1050" dirty="0">
                          <a:solidFill>
                            <a:srgbClr val="334155"/>
                          </a:solidFill>
                          <a:latin typeface="Yu Gothic" charset="0"/>
                          <a:ea typeface="Yu Gothic" charset="0"/>
                          <a:cs typeface="Yu Gothic" charset="0"/>
                        </a:rPr>
                        <a:t> (API </a:t>
                      </a:r>
                      <a:r>
                        <a:rPr lang="en-US" sz="1050" dirty="0" err="1">
                          <a:solidFill>
                            <a:srgbClr val="334155"/>
                          </a:solidFill>
                          <a:latin typeface="Yu Gothic" charset="0"/>
                          <a:ea typeface="Yu Gothic" charset="0"/>
                          <a:cs typeface="Yu Gothic" charset="0"/>
                        </a:rPr>
                        <a:t>キーなどのシークレットやユーザーごとに見せるコンテンツを変えるような場合</a:t>
                      </a:r>
                      <a:r>
                        <a:rPr lang="en-US" sz="1050" dirty="0">
                          <a:solidFill>
                            <a:srgbClr val="334155"/>
                          </a:solidFill>
                          <a:latin typeface="Yu Gothic" charset="0"/>
                          <a:ea typeface="Yu Gothic" charset="0"/>
                          <a:cs typeface="Yu Gothic" charset="0"/>
                        </a:rPr>
                        <a:t>)</a:t>
                      </a:r>
                    </a:p>
                    <a:p>
                      <a:pPr marL="0" indent="0" algn="l">
                        <a:buNone/>
                      </a:pPr>
                      <a:r>
                        <a:rPr lang="en-US" sz="1050" dirty="0">
                          <a:solidFill>
                            <a:srgbClr val="334155"/>
                          </a:solidFill>
                          <a:latin typeface="Yu Gothic" charset="0"/>
                          <a:ea typeface="Yu Gothic" charset="0"/>
                          <a:cs typeface="Yu Gothic" charset="0"/>
                        </a:rPr>
                        <a:t>・</a:t>
                      </a:r>
                      <a:r>
                        <a:rPr lang="en-US" sz="1050" dirty="0" err="1">
                          <a:solidFill>
                            <a:srgbClr val="334155"/>
                          </a:solidFill>
                          <a:latin typeface="Yu Gothic" charset="0"/>
                          <a:ea typeface="Yu Gothic" charset="0"/>
                          <a:cs typeface="Yu Gothic" charset="0"/>
                        </a:rPr>
                        <a:t>検索エンジンによるユーザーの流入を期待するアプリ、サービス</a:t>
                      </a:r>
                      <a:endParaRPr lang="en-US" sz="1050" dirty="0">
                        <a:solidFill>
                          <a:srgbClr val="334155"/>
                        </a:solidFill>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tc>
                  <a:txBody>
                    <a:bodyPr/>
                    <a:lstStyle/>
                    <a:p>
                      <a:pPr marL="0" indent="0" algn="l">
                        <a:buNone/>
                      </a:pPr>
                      <a:r>
                        <a:rPr lang="en-US" sz="1050" dirty="0">
                          <a:solidFill>
                            <a:srgbClr val="334155"/>
                          </a:solidFill>
                          <a:latin typeface="Yu Gothic" pitchFamily="34" charset="0"/>
                          <a:ea typeface="Yu Gothic" pitchFamily="34" charset="-122"/>
                          <a:cs typeface="Yu Gothic" pitchFamily="34" charset="-120"/>
                        </a:rPr>
                        <a:t>・</a:t>
                      </a:r>
                      <a:r>
                        <a:rPr lang="en-US" sz="1050" dirty="0" err="1">
                          <a:solidFill>
                            <a:srgbClr val="334155"/>
                          </a:solidFill>
                          <a:latin typeface="Yu Gothic" pitchFamily="34" charset="0"/>
                          <a:ea typeface="Yu Gothic" pitchFamily="34" charset="-122"/>
                          <a:cs typeface="Yu Gothic" pitchFamily="34" charset="-120"/>
                        </a:rPr>
                        <a:t>画面をいちいちサーバ側でロードせずに、クライアント側できびきびと描画するような軽快な</a:t>
                      </a:r>
                      <a:r>
                        <a:rPr lang="en-US" sz="1050" dirty="0">
                          <a:solidFill>
                            <a:srgbClr val="334155"/>
                          </a:solidFill>
                          <a:latin typeface="Yu Gothic" pitchFamily="34" charset="0"/>
                          <a:ea typeface="Yu Gothic" pitchFamily="34" charset="-122"/>
                          <a:cs typeface="Yu Gothic" pitchFamily="34" charset="-120"/>
                        </a:rPr>
                        <a:t> UI </a:t>
                      </a:r>
                      <a:r>
                        <a:rPr lang="en-US" sz="1050" dirty="0" err="1">
                          <a:solidFill>
                            <a:srgbClr val="334155"/>
                          </a:solidFill>
                          <a:latin typeface="Yu Gothic" pitchFamily="34" charset="0"/>
                          <a:ea typeface="Yu Gothic" pitchFamily="34" charset="-122"/>
                          <a:cs typeface="Yu Gothic" pitchFamily="34" charset="-120"/>
                        </a:rPr>
                        <a:t>のアプリケーション</a:t>
                      </a:r>
                      <a:endParaRPr lang="en-US" sz="1050" dirty="0">
                        <a:solidFill>
                          <a:srgbClr val="334155"/>
                        </a:solidFill>
                        <a:latin typeface="Yu Gothic" pitchFamily="34" charset="0"/>
                        <a:ea typeface="Yu Gothic" pitchFamily="34" charset="-122"/>
                        <a:cs typeface="Yu Gothic" pitchFamily="34" charset="-120"/>
                      </a:endParaRPr>
                    </a:p>
                    <a:p>
                      <a:pPr marL="0" indent="0" algn="l">
                        <a:buNone/>
                      </a:pPr>
                      <a:r>
                        <a:rPr lang="en-US" sz="1050" dirty="0">
                          <a:solidFill>
                            <a:srgbClr val="334155"/>
                          </a:solidFill>
                          <a:latin typeface="Yu Gothic" pitchFamily="34" charset="0"/>
                          <a:ea typeface="Yu Gothic" pitchFamily="34" charset="-122"/>
                          <a:cs typeface="Yu Gothic" pitchFamily="34" charset="-120"/>
                        </a:rPr>
                        <a:t>・</a:t>
                      </a:r>
                      <a:r>
                        <a:rPr lang="en-US" sz="1050" dirty="0" err="1">
                          <a:solidFill>
                            <a:srgbClr val="334155"/>
                          </a:solidFill>
                          <a:latin typeface="Yu Gothic" pitchFamily="34" charset="0"/>
                          <a:ea typeface="Yu Gothic" pitchFamily="34" charset="-122"/>
                          <a:cs typeface="Yu Gothic" pitchFamily="34" charset="-120"/>
                        </a:rPr>
                        <a:t>検索エンジンによるユーザーの流入は不要なアプリ、サービス</a:t>
                      </a:r>
                      <a:endParaRPr lang="en-US" sz="1050" dirty="0">
                        <a:solidFill>
                          <a:srgbClr val="334155"/>
                        </a:solidFill>
                        <a:latin typeface="Yu Gothic" pitchFamily="34" charset="0"/>
                        <a:ea typeface="Yu Gothic" pitchFamily="34" charset="-122"/>
                        <a:cs typeface="Yu Gothic" pitchFamily="34" charset="-12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extLst>
                  <a:ext uri="{0D108BD9-81ED-4DB2-BD59-A6C34878D82A}">
                    <a16:rowId xmlns:a16="http://schemas.microsoft.com/office/drawing/2014/main" val="10004"/>
                  </a:ext>
                </a:extLst>
              </a:tr>
              <a:tr h="566928">
                <a:tc>
                  <a:txBody>
                    <a:bodyPr/>
                    <a:lstStyle/>
                    <a:p>
                      <a:pPr marL="0" indent="0" algn="l">
                        <a:buNone/>
                      </a:pPr>
                      <a:r>
                        <a:rPr lang="en-US" sz="1050" dirty="0">
                          <a:solidFill>
                            <a:srgbClr val="334155"/>
                          </a:solidFill>
                          <a:latin typeface="Yu Gothic" pitchFamily="34" charset="0"/>
                          <a:ea typeface="Yu Gothic" pitchFamily="34" charset="-122"/>
                          <a:cs typeface="Yu Gothic" pitchFamily="34" charset="-120"/>
                        </a:rPr>
                        <a:t>注意点</a:t>
                      </a:r>
                      <a:endParaRPr lang="en-US" sz="105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050" dirty="0" err="1">
                          <a:solidFill>
                            <a:srgbClr val="334155"/>
                          </a:solidFill>
                          <a:latin typeface="Yu Gothic" pitchFamily="34" charset="0"/>
                          <a:ea typeface="Yu Gothic" pitchFamily="34" charset="-122"/>
                          <a:cs typeface="Yu Gothic" pitchFamily="34" charset="-120"/>
                        </a:rPr>
                        <a:t>いちいちサーバ側で画面を描画するので画面の更新によるUX</a:t>
                      </a:r>
                      <a:r>
                        <a:rPr lang="en-US" sz="1050" dirty="0">
                          <a:solidFill>
                            <a:srgbClr val="334155"/>
                          </a:solidFill>
                          <a:latin typeface="Yu Gothic" pitchFamily="34" charset="0"/>
                          <a:ea typeface="Yu Gothic" pitchFamily="34" charset="-122"/>
                          <a:cs typeface="Yu Gothic" pitchFamily="34" charset="-120"/>
                        </a:rPr>
                        <a:t> </a:t>
                      </a:r>
                      <a:r>
                        <a:rPr lang="en-US" sz="1050" dirty="0" err="1">
                          <a:solidFill>
                            <a:srgbClr val="334155"/>
                          </a:solidFill>
                          <a:latin typeface="Yu Gothic" pitchFamily="34" charset="0"/>
                          <a:ea typeface="Yu Gothic" pitchFamily="34" charset="-122"/>
                          <a:cs typeface="Yu Gothic" pitchFamily="34" charset="-120"/>
                        </a:rPr>
                        <a:t>は低下しがち</a:t>
                      </a:r>
                      <a:endParaRPr lang="en-US" sz="1050" dirty="0">
                        <a:solidFill>
                          <a:srgbClr val="334155"/>
                        </a:solidFill>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050" dirty="0" err="1">
                          <a:solidFill>
                            <a:srgbClr val="334155"/>
                          </a:solidFill>
                          <a:latin typeface="Yu Gothic" pitchFamily="34" charset="0"/>
                          <a:ea typeface="Yu Gothic" pitchFamily="34" charset="-122"/>
                          <a:cs typeface="Yu Gothic" pitchFamily="34" charset="-120"/>
                        </a:rPr>
                        <a:t>クライアント</a:t>
                      </a:r>
                      <a:r>
                        <a:rPr lang="en-US" sz="1050" dirty="0">
                          <a:solidFill>
                            <a:srgbClr val="334155"/>
                          </a:solidFill>
                          <a:latin typeface="Yu Gothic" pitchFamily="34" charset="0"/>
                          <a:ea typeface="Yu Gothic" pitchFamily="34" charset="-122"/>
                          <a:cs typeface="Yu Gothic" pitchFamily="34" charset="-120"/>
                        </a:rPr>
                        <a:t> (</a:t>
                      </a:r>
                      <a:r>
                        <a:rPr lang="en-US" sz="1050" dirty="0" err="1">
                          <a:solidFill>
                            <a:srgbClr val="334155"/>
                          </a:solidFill>
                          <a:latin typeface="Yu Gothic" pitchFamily="34" charset="0"/>
                          <a:ea typeface="Yu Gothic" pitchFamily="34" charset="-122"/>
                          <a:cs typeface="Yu Gothic" pitchFamily="34" charset="-120"/>
                        </a:rPr>
                        <a:t>ブラウザ</a:t>
                      </a:r>
                      <a:r>
                        <a:rPr lang="en-US" sz="1050" dirty="0">
                          <a:solidFill>
                            <a:srgbClr val="334155"/>
                          </a:solidFill>
                          <a:latin typeface="Yu Gothic" pitchFamily="34" charset="0"/>
                          <a:ea typeface="Yu Gothic" pitchFamily="34" charset="-122"/>
                          <a:cs typeface="Yu Gothic" pitchFamily="34" charset="-120"/>
                        </a:rPr>
                        <a:t>) </a:t>
                      </a:r>
                      <a:r>
                        <a:rPr lang="en-US" sz="1050" dirty="0" err="1">
                          <a:solidFill>
                            <a:srgbClr val="334155"/>
                          </a:solidFill>
                          <a:latin typeface="Yu Gothic" pitchFamily="34" charset="0"/>
                          <a:ea typeface="Yu Gothic" pitchFamily="34" charset="-122"/>
                          <a:cs typeface="Yu Gothic" pitchFamily="34" charset="-120"/>
                        </a:rPr>
                        <a:t>側にデータをもたせるので、ユーザーには渡したくないデータの処理を検討する必要がある</a:t>
                      </a:r>
                      <a:endParaRPr lang="en-US" sz="1050" dirty="0">
                        <a:solidFill>
                          <a:srgbClr val="334155"/>
                        </a:solidFill>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549203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5E297-0855-BA8D-BC58-90E90A36479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685047F-90B5-CBAF-0168-76FD01BEBC32}"/>
              </a:ext>
            </a:extLst>
          </p:cNvPr>
          <p:cNvSpPr>
            <a:spLocks noGrp="1"/>
          </p:cNvSpPr>
          <p:nvPr>
            <p:ph type="body" sz="quarter" idx="13"/>
          </p:nvPr>
        </p:nvSpPr>
        <p:spPr>
          <a:xfrm>
            <a:off x="838200" y="2716213"/>
            <a:ext cx="10374313" cy="2262187"/>
          </a:xfrm>
        </p:spPr>
        <p:txBody>
          <a:bodyPr/>
          <a:lstStyle/>
          <a:p>
            <a:pPr marL="0" indent="0">
              <a:spcAft>
                <a:spcPts val="600"/>
              </a:spcAft>
              <a:buNone/>
            </a:pPr>
            <a:r>
              <a:rPr lang="en" sz="1800" b="1" i="0" dirty="0">
                <a:solidFill>
                  <a:srgbClr val="4472C4"/>
                </a:solidFill>
                <a:latin typeface="Yu Gothic UI"/>
                <a:ea typeface="Yu Gothic UI"/>
                <a:cs typeface="Yu Gothic UI"/>
              </a:rPr>
              <a:t>SECTION 2</a:t>
            </a:r>
          </a:p>
          <a:p>
            <a:pPr marL="0" indent="0">
              <a:buNone/>
            </a:pPr>
            <a:r>
              <a:rPr lang="en" altLang="ja-JP" sz="3200" dirty="0">
                <a:solidFill>
                  <a:schemeClr val="tx1">
                    <a:lumMod val="75000"/>
                    <a:lumOff val="25000"/>
                  </a:schemeClr>
                </a:solidFill>
              </a:rPr>
              <a:t>SPA </a:t>
            </a:r>
            <a:r>
              <a:rPr lang="ja-JP" altLang="en-US" sz="3200">
                <a:solidFill>
                  <a:schemeClr val="tx1">
                    <a:lumMod val="75000"/>
                    <a:lumOff val="25000"/>
                  </a:schemeClr>
                </a:solidFill>
              </a:rPr>
              <a:t>を支える </a:t>
            </a:r>
            <a:r>
              <a:rPr lang="en" altLang="ja-JP" sz="3200" dirty="0">
                <a:solidFill>
                  <a:schemeClr val="tx1">
                    <a:lumMod val="75000"/>
                    <a:lumOff val="25000"/>
                  </a:schemeClr>
                </a:solidFill>
              </a:rPr>
              <a:t>Azure </a:t>
            </a:r>
            <a:r>
              <a:rPr lang="ja-JP" altLang="en-US" sz="3200">
                <a:solidFill>
                  <a:schemeClr val="tx1">
                    <a:lumMod val="75000"/>
                    <a:lumOff val="25000"/>
                  </a:schemeClr>
                </a:solidFill>
              </a:rPr>
              <a:t>サービス</a:t>
            </a:r>
          </a:p>
          <a:p>
            <a:pPr marL="0" indent="0">
              <a:buNone/>
            </a:pPr>
            <a:r>
              <a:rPr lang="en-US" altLang="ja-JP" sz="1400" dirty="0">
                <a:solidFill>
                  <a:srgbClr val="5B6472"/>
                </a:solidFill>
                <a:latin typeface="Yu Gothic" pitchFamily="34" charset="0"/>
                <a:ea typeface="Yu Gothic" pitchFamily="34" charset="-122"/>
                <a:cs typeface="Yu Gothic" pitchFamily="34" charset="-120"/>
              </a:rPr>
              <a:t>Static Web Apps, Functions, Databases</a:t>
            </a:r>
            <a:endParaRPr lang="en-US" altLang="ja-JP" sz="1400" dirty="0"/>
          </a:p>
        </p:txBody>
      </p:sp>
    </p:spTree>
    <p:extLst>
      <p:ext uri="{BB962C8B-B14F-4D97-AF65-F5344CB8AC3E}">
        <p14:creationId xmlns:p14="http://schemas.microsoft.com/office/powerpoint/2010/main" val="2917774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67F94-0F2A-D6F9-481D-D09BAD481B20}"/>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22E7C5E-0B13-652A-38CA-C5A956AD255D}"/>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rPr>
              <a:t>Azure Static Web Apps</a:t>
            </a:r>
            <a:endParaRPr lang="en-US" altLang="ja-JP" sz="2000" dirty="0"/>
          </a:p>
        </p:txBody>
      </p:sp>
      <p:sp>
        <p:nvSpPr>
          <p:cNvPr id="2" name="正方形/長方形 1">
            <a:extLst>
              <a:ext uri="{FF2B5EF4-FFF2-40B4-BE49-F238E27FC236}">
                <a16:creationId xmlns:a16="http://schemas.microsoft.com/office/drawing/2014/main" id="{FE707889-EA24-0F87-DDAB-DA1AE4299923}"/>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9</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21189B8F-377E-3A3E-54B7-80E481B230E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335E780A-28C2-D19A-603F-D7FBE2228B0D}"/>
              </a:ext>
            </a:extLst>
          </p:cNvPr>
          <p:cNvSpPr txBox="1">
            <a:spLocks/>
          </p:cNvSpPr>
          <p:nvPr/>
        </p:nvSpPr>
        <p:spPr>
          <a:xfrm>
            <a:off x="685798" y="1359610"/>
            <a:ext cx="10820402"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defRPr sz="1200" b="0">
                <a:solidFill>
                  <a:srgbClr val="344054"/>
                </a:solidFill>
                <a:latin typeface="Yu Gothic UI"/>
                <a:ea typeface="Yu Gothic UI"/>
                <a:cs typeface="Yu Gothic UI"/>
              </a:defRPr>
            </a:pPr>
            <a:r>
              <a:rPr lang="en-US" altLang="ja-JP" sz="2000" dirty="0">
                <a:solidFill>
                  <a:srgbClr val="344054"/>
                </a:solidFill>
              </a:rPr>
              <a:t>Azure Static Web Apps (SWA) </a:t>
            </a:r>
            <a:r>
              <a:rPr lang="ja-JP" altLang="en-US" sz="2000">
                <a:solidFill>
                  <a:srgbClr val="344054"/>
                </a:solidFill>
              </a:rPr>
              <a:t>は</a:t>
            </a:r>
            <a:r>
              <a:rPr lang="en-US" altLang="ja-JP" sz="2000" dirty="0">
                <a:solidFill>
                  <a:srgbClr val="344054"/>
                </a:solidFill>
              </a:rPr>
              <a:t> SPA/MPA (SPA </a:t>
            </a:r>
            <a:r>
              <a:rPr lang="ja-JP" altLang="en-US" sz="2000">
                <a:solidFill>
                  <a:srgbClr val="344054"/>
                </a:solidFill>
              </a:rPr>
              <a:t>と</a:t>
            </a:r>
            <a:r>
              <a:rPr lang="en-US" altLang="ja-JP" sz="2000" dirty="0">
                <a:solidFill>
                  <a:srgbClr val="344054"/>
                </a:solidFill>
              </a:rPr>
              <a:t> Web 3</a:t>
            </a:r>
            <a:r>
              <a:rPr lang="ja-JP" altLang="en-US" sz="2000">
                <a:solidFill>
                  <a:srgbClr val="344054"/>
                </a:solidFill>
              </a:rPr>
              <a:t>層アプリケーションのハイブリッド</a:t>
            </a:r>
            <a:r>
              <a:rPr lang="en-US" altLang="ja-JP" sz="2000" dirty="0">
                <a:solidFill>
                  <a:srgbClr val="344054"/>
                </a:solidFill>
              </a:rPr>
              <a:t>) </a:t>
            </a:r>
            <a:r>
              <a:rPr lang="ja-JP" altLang="en-US" sz="2000">
                <a:solidFill>
                  <a:srgbClr val="344054"/>
                </a:solidFill>
              </a:rPr>
              <a:t>に特化した</a:t>
            </a:r>
            <a:r>
              <a:rPr lang="en-US" altLang="ja-JP" sz="2000" dirty="0">
                <a:solidFill>
                  <a:srgbClr val="344054"/>
                </a:solidFill>
              </a:rPr>
              <a:t> Web </a:t>
            </a:r>
            <a:r>
              <a:rPr lang="ja-JP" altLang="en-US" sz="2000">
                <a:solidFill>
                  <a:srgbClr val="344054"/>
                </a:solidFill>
              </a:rPr>
              <a:t>アプリケーションホスティングサービスです。</a:t>
            </a:r>
            <a:endParaRPr lang="en-US" altLang="ja-JP" sz="2000" dirty="0">
              <a:solidFill>
                <a:srgbClr val="344054"/>
              </a:solidFill>
            </a:endParaRPr>
          </a:p>
        </p:txBody>
      </p:sp>
      <p:grpSp>
        <p:nvGrpSpPr>
          <p:cNvPr id="130" name="Group 78" descr="Global Hosting">
            <a:extLst>
              <a:ext uri="{FF2B5EF4-FFF2-40B4-BE49-F238E27FC236}">
                <a16:creationId xmlns:a16="http://schemas.microsoft.com/office/drawing/2014/main" id="{2E534F45-1E65-2EC6-C7A3-5B9963D40E04}"/>
              </a:ext>
            </a:extLst>
          </p:cNvPr>
          <p:cNvGrpSpPr/>
          <p:nvPr/>
        </p:nvGrpSpPr>
        <p:grpSpPr>
          <a:xfrm>
            <a:off x="656061" y="2255622"/>
            <a:ext cx="5994504" cy="754053"/>
            <a:chOff x="660296" y="1806931"/>
            <a:chExt cx="5994504" cy="754053"/>
          </a:xfrm>
        </p:grpSpPr>
        <p:sp>
          <p:nvSpPr>
            <p:cNvPr id="131" name="Title 1">
              <a:extLst>
                <a:ext uri="{FF2B5EF4-FFF2-40B4-BE49-F238E27FC236}">
                  <a16:creationId xmlns:a16="http://schemas.microsoft.com/office/drawing/2014/main" id="{B2E52519-A0D4-C68C-D42D-8DAB33F46031}"/>
                </a:ext>
              </a:extLst>
            </p:cNvPr>
            <p:cNvSpPr txBox="1">
              <a:spLocks/>
            </p:cNvSpPr>
            <p:nvPr/>
          </p:nvSpPr>
          <p:spPr>
            <a:xfrm>
              <a:off x="1537499" y="1806931"/>
              <a:ext cx="5117301" cy="754053"/>
            </a:xfrm>
            <a:prstGeom prst="rect">
              <a:avLst/>
            </a:prstGeom>
          </p:spPr>
          <p:txBody>
            <a:bodyPr vert="horz" wrap="square" lIns="0" tIns="0" rIns="0" bIns="0" rtlCol="0" anchor="t" anchorCtr="0">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a:lnSpc>
                  <a:spcPct val="100000"/>
                </a:lnSpc>
                <a:spcBef>
                  <a:spcPts val="0"/>
                </a:spcBef>
                <a:spcAft>
                  <a:spcPts val="600"/>
                </a:spcAft>
                <a:buClr>
                  <a:srgbClr val="50E6FF"/>
                </a:buClr>
                <a:buSzPct val="80000"/>
                <a:defRPr/>
              </a:pPr>
              <a:r>
                <a:rPr sz="1600" b="1" spc="0" dirty="0">
                  <a:ln>
                    <a:noFill/>
                  </a:ln>
                  <a:solidFill>
                    <a:schemeClr val="tx1">
                      <a:lumMod val="75000"/>
                      <a:lumOff val="25000"/>
                    </a:schemeClr>
                  </a:solidFill>
                  <a:latin typeface="Segoe UI Semibold"/>
                </a:rPr>
                <a:t>Global Hosting</a:t>
              </a:r>
            </a:p>
            <a:p>
              <a:pPr>
                <a:lnSpc>
                  <a:spcPct val="100000"/>
                </a:lnSpc>
                <a:spcBef>
                  <a:spcPts val="0"/>
                </a:spcBef>
                <a:spcAft>
                  <a:spcPts val="600"/>
                </a:spcAft>
                <a:buClr>
                  <a:srgbClr val="50E6FF"/>
                </a:buClr>
                <a:buSzPct val="80000"/>
                <a:defRPr/>
              </a:pPr>
              <a:r>
                <a:rPr sz="1400" spc="0" dirty="0">
                  <a:ln>
                    <a:noFill/>
                  </a:ln>
                  <a:solidFill>
                    <a:schemeClr val="tx1">
                      <a:lumMod val="75000"/>
                      <a:lumOff val="25000"/>
                    </a:schemeClr>
                  </a:solidFill>
                  <a:latin typeface="Segoe UI"/>
                  <a:cs typeface="Segoe UI Semilight" panose="020B0402040204020203" pitchFamily="34" charset="0"/>
                </a:rPr>
                <a:t>Bring your content closer to your customers with automated content geo-distribution</a:t>
              </a:r>
            </a:p>
          </p:txBody>
        </p:sp>
        <p:grpSp>
          <p:nvGrpSpPr>
            <p:cNvPr id="132" name="Group 80">
              <a:extLst>
                <a:ext uri="{FF2B5EF4-FFF2-40B4-BE49-F238E27FC236}">
                  <a16:creationId xmlns:a16="http://schemas.microsoft.com/office/drawing/2014/main" id="{6B3C2EAB-CC72-1C87-ED62-729CCA79C7A6}"/>
                </a:ext>
                <a:ext uri="{C183D7F6-B498-43B3-948B-1728B52AA6E4}">
                  <adec:decorative xmlns:adec="http://schemas.microsoft.com/office/drawing/2017/decorative" val="1"/>
                </a:ext>
              </a:extLst>
            </p:cNvPr>
            <p:cNvGrpSpPr/>
            <p:nvPr/>
          </p:nvGrpSpPr>
          <p:grpSpPr>
            <a:xfrm>
              <a:off x="660296" y="1960258"/>
              <a:ext cx="603924" cy="447398"/>
              <a:chOff x="1784067" y="5230544"/>
              <a:chExt cx="671417" cy="497400"/>
            </a:xfrm>
          </p:grpSpPr>
          <p:sp>
            <p:nvSpPr>
              <p:cNvPr id="133" name="data2" descr="data">
                <a:extLst>
                  <a:ext uri="{FF2B5EF4-FFF2-40B4-BE49-F238E27FC236}">
                    <a16:creationId xmlns:a16="http://schemas.microsoft.com/office/drawing/2014/main" id="{D8048DBB-8C17-AE38-0A46-DCEC20FF4BD5}"/>
                  </a:ext>
                </a:extLst>
              </p:cNvPr>
              <p:cNvSpPr/>
              <p:nvPr/>
            </p:nvSpPr>
            <p:spPr>
              <a:xfrm>
                <a:off x="2112627" y="5230544"/>
                <a:ext cx="101722" cy="142363"/>
              </a:xfrm>
              <a:custGeom>
                <a:avLst/>
                <a:gdLst>
                  <a:gd name="connsiteX0" fmla="*/ 101604 w 101722"/>
                  <a:gd name="connsiteY0" fmla="*/ 48794 h 142363"/>
                  <a:gd name="connsiteX1" fmla="*/ 50093 w 101722"/>
                  <a:gd name="connsiteY1" fmla="*/ 0 h 142363"/>
                  <a:gd name="connsiteX2" fmla="*/ 0 w 101722"/>
                  <a:gd name="connsiteY2" fmla="*/ 50093 h 142363"/>
                  <a:gd name="connsiteX3" fmla="*/ 0 w 101722"/>
                  <a:gd name="connsiteY3" fmla="*/ 90734 h 142363"/>
                  <a:gd name="connsiteX4" fmla="*/ 50093 w 101722"/>
                  <a:gd name="connsiteY4" fmla="*/ 142364 h 142363"/>
                  <a:gd name="connsiteX5" fmla="*/ 101722 w 101722"/>
                  <a:gd name="connsiteY5" fmla="*/ 90734 h 142363"/>
                  <a:gd name="connsiteX6" fmla="*/ 101604 w 101722"/>
                  <a:gd name="connsiteY6" fmla="*/ 48794 h 142363"/>
                  <a:gd name="connsiteX7" fmla="*/ 70296 w 101722"/>
                  <a:gd name="connsiteY7" fmla="*/ 90734 h 142363"/>
                  <a:gd name="connsiteX8" fmla="*/ 51274 w 101722"/>
                  <a:gd name="connsiteY8" fmla="*/ 111056 h 142363"/>
                  <a:gd name="connsiteX9" fmla="*/ 31189 w 101722"/>
                  <a:gd name="connsiteY9" fmla="*/ 90734 h 142363"/>
                  <a:gd name="connsiteX10" fmla="*/ 31189 w 101722"/>
                  <a:gd name="connsiteY10" fmla="*/ 50093 h 142363"/>
                  <a:gd name="connsiteX11" fmla="*/ 49975 w 101722"/>
                  <a:gd name="connsiteY11" fmla="*/ 31308 h 142363"/>
                  <a:gd name="connsiteX12" fmla="*/ 70296 w 101722"/>
                  <a:gd name="connsiteY12" fmla="*/ 50093 h 142363"/>
                  <a:gd name="connsiteX13" fmla="*/ 70296 w 101722"/>
                  <a:gd name="connsiteY13" fmla="*/ 90734 h 142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722" h="142363">
                    <a:moveTo>
                      <a:pt x="101604" y="48794"/>
                    </a:moveTo>
                    <a:cubicBezTo>
                      <a:pt x="99360" y="21502"/>
                      <a:pt x="76675" y="0"/>
                      <a:pt x="50093" y="0"/>
                    </a:cubicBezTo>
                    <a:cubicBezTo>
                      <a:pt x="22447" y="0"/>
                      <a:pt x="0" y="22447"/>
                      <a:pt x="0" y="50093"/>
                    </a:cubicBezTo>
                    <a:lnTo>
                      <a:pt x="0" y="90734"/>
                    </a:lnTo>
                    <a:cubicBezTo>
                      <a:pt x="0" y="117318"/>
                      <a:pt x="21384" y="140001"/>
                      <a:pt x="50093" y="142364"/>
                    </a:cubicBezTo>
                    <a:cubicBezTo>
                      <a:pt x="78093" y="142364"/>
                      <a:pt x="101722" y="118735"/>
                      <a:pt x="101722" y="90734"/>
                    </a:cubicBezTo>
                    <a:lnTo>
                      <a:pt x="101604" y="48794"/>
                    </a:lnTo>
                    <a:close/>
                    <a:moveTo>
                      <a:pt x="70296" y="90734"/>
                    </a:moveTo>
                    <a:cubicBezTo>
                      <a:pt x="70296" y="102668"/>
                      <a:pt x="59545" y="111056"/>
                      <a:pt x="51274" y="111056"/>
                    </a:cubicBezTo>
                    <a:cubicBezTo>
                      <a:pt x="40168" y="110111"/>
                      <a:pt x="31189" y="101014"/>
                      <a:pt x="31189" y="90734"/>
                    </a:cubicBezTo>
                    <a:lnTo>
                      <a:pt x="31189" y="50093"/>
                    </a:lnTo>
                    <a:cubicBezTo>
                      <a:pt x="31189" y="39933"/>
                      <a:pt x="39815" y="31308"/>
                      <a:pt x="49975" y="31308"/>
                    </a:cubicBezTo>
                    <a:cubicBezTo>
                      <a:pt x="60253" y="31308"/>
                      <a:pt x="69469" y="40287"/>
                      <a:pt x="70296" y="50093"/>
                    </a:cubicBezTo>
                    <a:lnTo>
                      <a:pt x="70296" y="90734"/>
                    </a:lnTo>
                    <a:close/>
                  </a:path>
                </a:pathLst>
              </a:custGeom>
              <a:solidFill>
                <a:srgbClr val="0078D4"/>
              </a:solidFill>
              <a:ln w="13996" cap="flat">
                <a:noFill/>
                <a:prstDash val="solid"/>
                <a:miter/>
              </a:ln>
            </p:spPr>
            <p:txBody>
              <a:bodyPr rtlCol="0" anchor="ctr"/>
              <a:lstStyle/>
              <a:p>
                <a:pPr rtl="0"/>
                <a:endParaRPr lang="en-US" dirty="0">
                  <a:solidFill>
                    <a:schemeClr val="tx1">
                      <a:lumMod val="75000"/>
                      <a:lumOff val="25000"/>
                    </a:schemeClr>
                  </a:solidFill>
                  <a:latin typeface="Segoe UI"/>
                </a:endParaRPr>
              </a:p>
            </p:txBody>
          </p:sp>
          <p:sp>
            <p:nvSpPr>
              <p:cNvPr id="134" name="data2" descr="data">
                <a:extLst>
                  <a:ext uri="{FF2B5EF4-FFF2-40B4-BE49-F238E27FC236}">
                    <a16:creationId xmlns:a16="http://schemas.microsoft.com/office/drawing/2014/main" id="{199DCA35-18B9-5022-AE1F-125AF00CF40F}"/>
                  </a:ext>
                </a:extLst>
              </p:cNvPr>
              <p:cNvSpPr/>
              <p:nvPr/>
            </p:nvSpPr>
            <p:spPr>
              <a:xfrm>
                <a:off x="2025312" y="5231475"/>
                <a:ext cx="35206" cy="142010"/>
              </a:xfrm>
              <a:custGeom>
                <a:avLst/>
                <a:gdLst>
                  <a:gd name="connsiteX0" fmla="*/ 17603 w 35206"/>
                  <a:gd name="connsiteY0" fmla="*/ 142010 h 142010"/>
                  <a:gd name="connsiteX1" fmla="*/ 0 w 35206"/>
                  <a:gd name="connsiteY1" fmla="*/ 124406 h 142010"/>
                  <a:gd name="connsiteX2" fmla="*/ 0 w 35206"/>
                  <a:gd name="connsiteY2" fmla="*/ 17604 h 142010"/>
                  <a:gd name="connsiteX3" fmla="*/ 17603 w 35206"/>
                  <a:gd name="connsiteY3" fmla="*/ 0 h 142010"/>
                  <a:gd name="connsiteX4" fmla="*/ 35206 w 35206"/>
                  <a:gd name="connsiteY4" fmla="*/ 17604 h 142010"/>
                  <a:gd name="connsiteX5" fmla="*/ 35206 w 35206"/>
                  <a:gd name="connsiteY5" fmla="*/ 124288 h 142010"/>
                  <a:gd name="connsiteX6" fmla="*/ 17603 w 35206"/>
                  <a:gd name="connsiteY6" fmla="*/ 142010 h 142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206" h="142010">
                    <a:moveTo>
                      <a:pt x="17603" y="142010"/>
                    </a:moveTo>
                    <a:cubicBezTo>
                      <a:pt x="7916" y="142010"/>
                      <a:pt x="0" y="134095"/>
                      <a:pt x="0" y="124406"/>
                    </a:cubicBezTo>
                    <a:lnTo>
                      <a:pt x="0" y="17604"/>
                    </a:lnTo>
                    <a:cubicBezTo>
                      <a:pt x="0" y="7916"/>
                      <a:pt x="7916" y="0"/>
                      <a:pt x="17603" y="0"/>
                    </a:cubicBezTo>
                    <a:cubicBezTo>
                      <a:pt x="27291" y="0"/>
                      <a:pt x="35206" y="7916"/>
                      <a:pt x="35206" y="17604"/>
                    </a:cubicBezTo>
                    <a:lnTo>
                      <a:pt x="35206" y="124288"/>
                    </a:lnTo>
                    <a:cubicBezTo>
                      <a:pt x="35206" y="134095"/>
                      <a:pt x="27291" y="142010"/>
                      <a:pt x="17603" y="142010"/>
                    </a:cubicBezTo>
                    <a:close/>
                  </a:path>
                </a:pathLst>
              </a:custGeom>
              <a:solidFill>
                <a:srgbClr val="50E6FF"/>
              </a:solidFill>
              <a:ln w="13996" cap="flat">
                <a:noFill/>
                <a:prstDash val="solid"/>
                <a:miter/>
              </a:ln>
            </p:spPr>
            <p:txBody>
              <a:bodyPr rtlCol="0" anchor="ctr"/>
              <a:lstStyle/>
              <a:p>
                <a:pPr rtl="0"/>
                <a:endParaRPr lang="en-US" dirty="0">
                  <a:solidFill>
                    <a:schemeClr val="tx1">
                      <a:lumMod val="75000"/>
                      <a:lumOff val="25000"/>
                    </a:schemeClr>
                  </a:solidFill>
                  <a:latin typeface="Segoe UI"/>
                </a:endParaRPr>
              </a:p>
            </p:txBody>
          </p:sp>
          <p:sp>
            <p:nvSpPr>
              <p:cNvPr id="135" name="data2" descr="data">
                <a:extLst>
                  <a:ext uri="{FF2B5EF4-FFF2-40B4-BE49-F238E27FC236}">
                    <a16:creationId xmlns:a16="http://schemas.microsoft.com/office/drawing/2014/main" id="{CBEEA08D-D0FD-B89A-9E0D-CD6333F299E5}"/>
                  </a:ext>
                </a:extLst>
              </p:cNvPr>
              <p:cNvSpPr/>
              <p:nvPr/>
            </p:nvSpPr>
            <p:spPr>
              <a:xfrm>
                <a:off x="1871492" y="5230544"/>
                <a:ext cx="101722" cy="142363"/>
              </a:xfrm>
              <a:custGeom>
                <a:avLst/>
                <a:gdLst>
                  <a:gd name="connsiteX0" fmla="*/ 101604 w 101722"/>
                  <a:gd name="connsiteY0" fmla="*/ 48794 h 142363"/>
                  <a:gd name="connsiteX1" fmla="*/ 50093 w 101722"/>
                  <a:gd name="connsiteY1" fmla="*/ 0 h 142363"/>
                  <a:gd name="connsiteX2" fmla="*/ 0 w 101722"/>
                  <a:gd name="connsiteY2" fmla="*/ 50093 h 142363"/>
                  <a:gd name="connsiteX3" fmla="*/ 0 w 101722"/>
                  <a:gd name="connsiteY3" fmla="*/ 90734 h 142363"/>
                  <a:gd name="connsiteX4" fmla="*/ 50093 w 101722"/>
                  <a:gd name="connsiteY4" fmla="*/ 142364 h 142363"/>
                  <a:gd name="connsiteX5" fmla="*/ 101722 w 101722"/>
                  <a:gd name="connsiteY5" fmla="*/ 90734 h 142363"/>
                  <a:gd name="connsiteX6" fmla="*/ 101604 w 101722"/>
                  <a:gd name="connsiteY6" fmla="*/ 48794 h 142363"/>
                  <a:gd name="connsiteX7" fmla="*/ 70414 w 101722"/>
                  <a:gd name="connsiteY7" fmla="*/ 90734 h 142363"/>
                  <a:gd name="connsiteX8" fmla="*/ 51392 w 101722"/>
                  <a:gd name="connsiteY8" fmla="*/ 111056 h 142363"/>
                  <a:gd name="connsiteX9" fmla="*/ 31308 w 101722"/>
                  <a:gd name="connsiteY9" fmla="*/ 90734 h 142363"/>
                  <a:gd name="connsiteX10" fmla="*/ 31308 w 101722"/>
                  <a:gd name="connsiteY10" fmla="*/ 50093 h 142363"/>
                  <a:gd name="connsiteX11" fmla="*/ 50093 w 101722"/>
                  <a:gd name="connsiteY11" fmla="*/ 31308 h 142363"/>
                  <a:gd name="connsiteX12" fmla="*/ 70414 w 101722"/>
                  <a:gd name="connsiteY12" fmla="*/ 50093 h 142363"/>
                  <a:gd name="connsiteX13" fmla="*/ 70414 w 101722"/>
                  <a:gd name="connsiteY13" fmla="*/ 90734 h 142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722" h="142363">
                    <a:moveTo>
                      <a:pt x="101604" y="48794"/>
                    </a:moveTo>
                    <a:cubicBezTo>
                      <a:pt x="99360" y="21502"/>
                      <a:pt x="76677" y="0"/>
                      <a:pt x="50093" y="0"/>
                    </a:cubicBezTo>
                    <a:cubicBezTo>
                      <a:pt x="22447" y="0"/>
                      <a:pt x="0" y="22447"/>
                      <a:pt x="0" y="50093"/>
                    </a:cubicBezTo>
                    <a:lnTo>
                      <a:pt x="0" y="90734"/>
                    </a:lnTo>
                    <a:cubicBezTo>
                      <a:pt x="0" y="117318"/>
                      <a:pt x="21384" y="140001"/>
                      <a:pt x="50093" y="142364"/>
                    </a:cubicBezTo>
                    <a:cubicBezTo>
                      <a:pt x="78094" y="142364"/>
                      <a:pt x="101722" y="118735"/>
                      <a:pt x="101722" y="90734"/>
                    </a:cubicBezTo>
                    <a:lnTo>
                      <a:pt x="101604" y="48794"/>
                    </a:lnTo>
                    <a:close/>
                    <a:moveTo>
                      <a:pt x="70414" y="90734"/>
                    </a:moveTo>
                    <a:cubicBezTo>
                      <a:pt x="70414" y="102668"/>
                      <a:pt x="59663" y="111056"/>
                      <a:pt x="51392" y="111056"/>
                    </a:cubicBezTo>
                    <a:cubicBezTo>
                      <a:pt x="40287" y="110111"/>
                      <a:pt x="31308" y="101014"/>
                      <a:pt x="31308" y="90734"/>
                    </a:cubicBezTo>
                    <a:lnTo>
                      <a:pt x="31308" y="50093"/>
                    </a:lnTo>
                    <a:cubicBezTo>
                      <a:pt x="31308" y="39933"/>
                      <a:pt x="39933" y="31308"/>
                      <a:pt x="50093" y="31308"/>
                    </a:cubicBezTo>
                    <a:cubicBezTo>
                      <a:pt x="60371" y="31308"/>
                      <a:pt x="69587" y="40287"/>
                      <a:pt x="70414" y="50093"/>
                    </a:cubicBezTo>
                    <a:lnTo>
                      <a:pt x="70414" y="90734"/>
                    </a:lnTo>
                    <a:close/>
                  </a:path>
                </a:pathLst>
              </a:custGeom>
              <a:solidFill>
                <a:srgbClr val="0078D4"/>
              </a:solidFill>
              <a:ln w="13996" cap="flat">
                <a:noFill/>
                <a:prstDash val="solid"/>
                <a:miter/>
              </a:ln>
            </p:spPr>
            <p:txBody>
              <a:bodyPr rtlCol="0" anchor="ctr"/>
              <a:lstStyle/>
              <a:p>
                <a:pPr rtl="0"/>
                <a:endParaRPr lang="en-US" dirty="0">
                  <a:solidFill>
                    <a:schemeClr val="tx1">
                      <a:lumMod val="75000"/>
                      <a:lumOff val="25000"/>
                    </a:schemeClr>
                  </a:solidFill>
                  <a:latin typeface="Segoe UI"/>
                </a:endParaRPr>
              </a:p>
            </p:txBody>
          </p:sp>
          <p:sp>
            <p:nvSpPr>
              <p:cNvPr id="136" name="data2" descr="data">
                <a:extLst>
                  <a:ext uri="{FF2B5EF4-FFF2-40B4-BE49-F238E27FC236}">
                    <a16:creationId xmlns:a16="http://schemas.microsoft.com/office/drawing/2014/main" id="{EF1CB679-5C97-1B71-C9E7-7FF69EF215D3}"/>
                  </a:ext>
                </a:extLst>
              </p:cNvPr>
              <p:cNvSpPr/>
              <p:nvPr/>
            </p:nvSpPr>
            <p:spPr>
              <a:xfrm>
                <a:off x="1784176" y="5231475"/>
                <a:ext cx="35208" cy="142010"/>
              </a:xfrm>
              <a:custGeom>
                <a:avLst/>
                <a:gdLst>
                  <a:gd name="connsiteX0" fmla="*/ 17605 w 35208"/>
                  <a:gd name="connsiteY0" fmla="*/ 142010 h 142010"/>
                  <a:gd name="connsiteX1" fmla="*/ 1 w 35208"/>
                  <a:gd name="connsiteY1" fmla="*/ 124406 h 142010"/>
                  <a:gd name="connsiteX2" fmla="*/ 1 w 35208"/>
                  <a:gd name="connsiteY2" fmla="*/ 17604 h 142010"/>
                  <a:gd name="connsiteX3" fmla="*/ 17605 w 35208"/>
                  <a:gd name="connsiteY3" fmla="*/ 0 h 142010"/>
                  <a:gd name="connsiteX4" fmla="*/ 35208 w 35208"/>
                  <a:gd name="connsiteY4" fmla="*/ 17604 h 142010"/>
                  <a:gd name="connsiteX5" fmla="*/ 35208 w 35208"/>
                  <a:gd name="connsiteY5" fmla="*/ 124288 h 142010"/>
                  <a:gd name="connsiteX6" fmla="*/ 17605 w 35208"/>
                  <a:gd name="connsiteY6" fmla="*/ 142010 h 142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208" h="142010">
                    <a:moveTo>
                      <a:pt x="17605" y="142010"/>
                    </a:moveTo>
                    <a:cubicBezTo>
                      <a:pt x="7917" y="142010"/>
                      <a:pt x="1" y="134095"/>
                      <a:pt x="1" y="124406"/>
                    </a:cubicBezTo>
                    <a:lnTo>
                      <a:pt x="1" y="17604"/>
                    </a:lnTo>
                    <a:cubicBezTo>
                      <a:pt x="-117" y="7916"/>
                      <a:pt x="7799" y="0"/>
                      <a:pt x="17605" y="0"/>
                    </a:cubicBezTo>
                    <a:cubicBezTo>
                      <a:pt x="27293" y="0"/>
                      <a:pt x="35208" y="7916"/>
                      <a:pt x="35208" y="17604"/>
                    </a:cubicBezTo>
                    <a:lnTo>
                      <a:pt x="35208" y="124288"/>
                    </a:lnTo>
                    <a:cubicBezTo>
                      <a:pt x="35208" y="134095"/>
                      <a:pt x="27293" y="142010"/>
                      <a:pt x="17605" y="142010"/>
                    </a:cubicBezTo>
                    <a:close/>
                  </a:path>
                </a:pathLst>
              </a:custGeom>
              <a:solidFill>
                <a:srgbClr val="50E6FF"/>
              </a:solidFill>
              <a:ln w="13996" cap="flat">
                <a:noFill/>
                <a:prstDash val="solid"/>
                <a:miter/>
              </a:ln>
            </p:spPr>
            <p:txBody>
              <a:bodyPr rtlCol="0" anchor="ctr"/>
              <a:lstStyle/>
              <a:p>
                <a:pPr rtl="0"/>
                <a:endParaRPr lang="en-US" dirty="0">
                  <a:solidFill>
                    <a:schemeClr val="tx1">
                      <a:lumMod val="75000"/>
                      <a:lumOff val="25000"/>
                    </a:schemeClr>
                  </a:solidFill>
                  <a:latin typeface="Segoe UI"/>
                </a:endParaRPr>
              </a:p>
            </p:txBody>
          </p:sp>
          <p:sp>
            <p:nvSpPr>
              <p:cNvPr id="137" name="data2" descr="data">
                <a:extLst>
                  <a:ext uri="{FF2B5EF4-FFF2-40B4-BE49-F238E27FC236}">
                    <a16:creationId xmlns:a16="http://schemas.microsoft.com/office/drawing/2014/main" id="{33006123-A70F-8E88-CED5-FE969D16D93F}"/>
                  </a:ext>
                </a:extLst>
              </p:cNvPr>
              <p:cNvSpPr/>
              <p:nvPr/>
            </p:nvSpPr>
            <p:spPr>
              <a:xfrm>
                <a:off x="2353762" y="5230544"/>
                <a:ext cx="101722" cy="142363"/>
              </a:xfrm>
              <a:custGeom>
                <a:avLst/>
                <a:gdLst>
                  <a:gd name="connsiteX0" fmla="*/ 101604 w 101722"/>
                  <a:gd name="connsiteY0" fmla="*/ 48794 h 142363"/>
                  <a:gd name="connsiteX1" fmla="*/ 50093 w 101722"/>
                  <a:gd name="connsiteY1" fmla="*/ 0 h 142363"/>
                  <a:gd name="connsiteX2" fmla="*/ 0 w 101722"/>
                  <a:gd name="connsiteY2" fmla="*/ 50093 h 142363"/>
                  <a:gd name="connsiteX3" fmla="*/ 0 w 101722"/>
                  <a:gd name="connsiteY3" fmla="*/ 90734 h 142363"/>
                  <a:gd name="connsiteX4" fmla="*/ 50093 w 101722"/>
                  <a:gd name="connsiteY4" fmla="*/ 142364 h 142363"/>
                  <a:gd name="connsiteX5" fmla="*/ 101722 w 101722"/>
                  <a:gd name="connsiteY5" fmla="*/ 90734 h 142363"/>
                  <a:gd name="connsiteX6" fmla="*/ 101604 w 101722"/>
                  <a:gd name="connsiteY6" fmla="*/ 48794 h 142363"/>
                  <a:gd name="connsiteX7" fmla="*/ 70296 w 101722"/>
                  <a:gd name="connsiteY7" fmla="*/ 90734 h 142363"/>
                  <a:gd name="connsiteX8" fmla="*/ 51274 w 101722"/>
                  <a:gd name="connsiteY8" fmla="*/ 111056 h 142363"/>
                  <a:gd name="connsiteX9" fmla="*/ 31189 w 101722"/>
                  <a:gd name="connsiteY9" fmla="*/ 90734 h 142363"/>
                  <a:gd name="connsiteX10" fmla="*/ 31189 w 101722"/>
                  <a:gd name="connsiteY10" fmla="*/ 50093 h 142363"/>
                  <a:gd name="connsiteX11" fmla="*/ 49975 w 101722"/>
                  <a:gd name="connsiteY11" fmla="*/ 31308 h 142363"/>
                  <a:gd name="connsiteX12" fmla="*/ 70296 w 101722"/>
                  <a:gd name="connsiteY12" fmla="*/ 50093 h 142363"/>
                  <a:gd name="connsiteX13" fmla="*/ 70296 w 101722"/>
                  <a:gd name="connsiteY13" fmla="*/ 90734 h 142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722" h="142363">
                    <a:moveTo>
                      <a:pt x="101604" y="48794"/>
                    </a:moveTo>
                    <a:cubicBezTo>
                      <a:pt x="99360" y="21502"/>
                      <a:pt x="76676" y="0"/>
                      <a:pt x="50093" y="0"/>
                    </a:cubicBezTo>
                    <a:cubicBezTo>
                      <a:pt x="22448" y="0"/>
                      <a:pt x="0" y="22447"/>
                      <a:pt x="0" y="50093"/>
                    </a:cubicBezTo>
                    <a:lnTo>
                      <a:pt x="0" y="90734"/>
                    </a:lnTo>
                    <a:cubicBezTo>
                      <a:pt x="0" y="117318"/>
                      <a:pt x="21384" y="140001"/>
                      <a:pt x="50093" y="142364"/>
                    </a:cubicBezTo>
                    <a:cubicBezTo>
                      <a:pt x="78093" y="142364"/>
                      <a:pt x="101722" y="118735"/>
                      <a:pt x="101722" y="90734"/>
                    </a:cubicBezTo>
                    <a:lnTo>
                      <a:pt x="101604" y="48794"/>
                    </a:lnTo>
                    <a:close/>
                    <a:moveTo>
                      <a:pt x="70296" y="90734"/>
                    </a:moveTo>
                    <a:cubicBezTo>
                      <a:pt x="70296" y="102668"/>
                      <a:pt x="59545" y="111056"/>
                      <a:pt x="51274" y="111056"/>
                    </a:cubicBezTo>
                    <a:cubicBezTo>
                      <a:pt x="40168" y="110111"/>
                      <a:pt x="31189" y="101014"/>
                      <a:pt x="31189" y="90734"/>
                    </a:cubicBezTo>
                    <a:lnTo>
                      <a:pt x="31189" y="50093"/>
                    </a:lnTo>
                    <a:cubicBezTo>
                      <a:pt x="31189" y="39933"/>
                      <a:pt x="39815" y="31308"/>
                      <a:pt x="49975" y="31308"/>
                    </a:cubicBezTo>
                    <a:cubicBezTo>
                      <a:pt x="60253" y="31308"/>
                      <a:pt x="69469" y="40287"/>
                      <a:pt x="70296" y="50093"/>
                    </a:cubicBezTo>
                    <a:lnTo>
                      <a:pt x="70296" y="90734"/>
                    </a:lnTo>
                    <a:close/>
                  </a:path>
                </a:pathLst>
              </a:custGeom>
              <a:solidFill>
                <a:srgbClr val="0078D4"/>
              </a:solidFill>
              <a:ln w="13996" cap="flat">
                <a:noFill/>
                <a:prstDash val="solid"/>
                <a:miter/>
              </a:ln>
            </p:spPr>
            <p:txBody>
              <a:bodyPr rtlCol="0" anchor="ctr"/>
              <a:lstStyle/>
              <a:p>
                <a:pPr rtl="0"/>
                <a:endParaRPr lang="en-US" dirty="0">
                  <a:solidFill>
                    <a:schemeClr val="tx1">
                      <a:lumMod val="75000"/>
                      <a:lumOff val="25000"/>
                    </a:schemeClr>
                  </a:solidFill>
                  <a:latin typeface="Segoe UI"/>
                </a:endParaRPr>
              </a:p>
            </p:txBody>
          </p:sp>
          <p:sp>
            <p:nvSpPr>
              <p:cNvPr id="138" name="data2" descr="data">
                <a:extLst>
                  <a:ext uri="{FF2B5EF4-FFF2-40B4-BE49-F238E27FC236}">
                    <a16:creationId xmlns:a16="http://schemas.microsoft.com/office/drawing/2014/main" id="{A7509E85-2B3A-190C-A1E3-E98F59A78DF6}"/>
                  </a:ext>
                </a:extLst>
              </p:cNvPr>
              <p:cNvSpPr/>
              <p:nvPr/>
            </p:nvSpPr>
            <p:spPr>
              <a:xfrm>
                <a:off x="2266330" y="5231475"/>
                <a:ext cx="35207" cy="142010"/>
              </a:xfrm>
              <a:custGeom>
                <a:avLst/>
                <a:gdLst>
                  <a:gd name="connsiteX0" fmla="*/ 17603 w 35207"/>
                  <a:gd name="connsiteY0" fmla="*/ 142010 h 142010"/>
                  <a:gd name="connsiteX1" fmla="*/ 0 w 35207"/>
                  <a:gd name="connsiteY1" fmla="*/ 124406 h 142010"/>
                  <a:gd name="connsiteX2" fmla="*/ 0 w 35207"/>
                  <a:gd name="connsiteY2" fmla="*/ 17604 h 142010"/>
                  <a:gd name="connsiteX3" fmla="*/ 17603 w 35207"/>
                  <a:gd name="connsiteY3" fmla="*/ 0 h 142010"/>
                  <a:gd name="connsiteX4" fmla="*/ 35206 w 35207"/>
                  <a:gd name="connsiteY4" fmla="*/ 17604 h 142010"/>
                  <a:gd name="connsiteX5" fmla="*/ 35206 w 35207"/>
                  <a:gd name="connsiteY5" fmla="*/ 124288 h 142010"/>
                  <a:gd name="connsiteX6" fmla="*/ 17603 w 35207"/>
                  <a:gd name="connsiteY6" fmla="*/ 142010 h 142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207" h="142010">
                    <a:moveTo>
                      <a:pt x="17603" y="142010"/>
                    </a:moveTo>
                    <a:cubicBezTo>
                      <a:pt x="7916" y="142010"/>
                      <a:pt x="0" y="134095"/>
                      <a:pt x="0" y="124406"/>
                    </a:cubicBezTo>
                    <a:lnTo>
                      <a:pt x="0" y="17604"/>
                    </a:lnTo>
                    <a:cubicBezTo>
                      <a:pt x="0" y="7916"/>
                      <a:pt x="7916" y="0"/>
                      <a:pt x="17603" y="0"/>
                    </a:cubicBezTo>
                    <a:cubicBezTo>
                      <a:pt x="27291" y="0"/>
                      <a:pt x="35206" y="7916"/>
                      <a:pt x="35206" y="17604"/>
                    </a:cubicBezTo>
                    <a:lnTo>
                      <a:pt x="35206" y="124288"/>
                    </a:lnTo>
                    <a:cubicBezTo>
                      <a:pt x="35325" y="134095"/>
                      <a:pt x="27408" y="142010"/>
                      <a:pt x="17603" y="142010"/>
                    </a:cubicBezTo>
                    <a:close/>
                  </a:path>
                </a:pathLst>
              </a:custGeom>
              <a:solidFill>
                <a:srgbClr val="50E6FF"/>
              </a:solidFill>
              <a:ln w="13996" cap="flat">
                <a:noFill/>
                <a:prstDash val="solid"/>
                <a:miter/>
              </a:ln>
            </p:spPr>
            <p:txBody>
              <a:bodyPr rtlCol="0" anchor="ctr"/>
              <a:lstStyle/>
              <a:p>
                <a:pPr rtl="0"/>
                <a:endParaRPr lang="en-US" dirty="0">
                  <a:solidFill>
                    <a:schemeClr val="tx1">
                      <a:lumMod val="75000"/>
                      <a:lumOff val="25000"/>
                    </a:schemeClr>
                  </a:solidFill>
                  <a:latin typeface="Segoe UI"/>
                </a:endParaRPr>
              </a:p>
            </p:txBody>
          </p:sp>
          <p:sp>
            <p:nvSpPr>
              <p:cNvPr id="139" name="data2" descr="data">
                <a:extLst>
                  <a:ext uri="{FF2B5EF4-FFF2-40B4-BE49-F238E27FC236}">
                    <a16:creationId xmlns:a16="http://schemas.microsoft.com/office/drawing/2014/main" id="{E960C475-1B64-A9DA-1022-1FBFE0C626AA}"/>
                  </a:ext>
                </a:extLst>
              </p:cNvPr>
              <p:cNvSpPr/>
              <p:nvPr/>
            </p:nvSpPr>
            <p:spPr>
              <a:xfrm>
                <a:off x="2112627" y="5585012"/>
                <a:ext cx="101722" cy="142364"/>
              </a:xfrm>
              <a:custGeom>
                <a:avLst/>
                <a:gdLst>
                  <a:gd name="connsiteX0" fmla="*/ 101604 w 101722"/>
                  <a:gd name="connsiteY0" fmla="*/ 48794 h 142364"/>
                  <a:gd name="connsiteX1" fmla="*/ 50093 w 101722"/>
                  <a:gd name="connsiteY1" fmla="*/ 0 h 142364"/>
                  <a:gd name="connsiteX2" fmla="*/ 0 w 101722"/>
                  <a:gd name="connsiteY2" fmla="*/ 50093 h 142364"/>
                  <a:gd name="connsiteX3" fmla="*/ 0 w 101722"/>
                  <a:gd name="connsiteY3" fmla="*/ 90736 h 142364"/>
                  <a:gd name="connsiteX4" fmla="*/ 50093 w 101722"/>
                  <a:gd name="connsiteY4" fmla="*/ 142365 h 142364"/>
                  <a:gd name="connsiteX5" fmla="*/ 101722 w 101722"/>
                  <a:gd name="connsiteY5" fmla="*/ 90736 h 142364"/>
                  <a:gd name="connsiteX6" fmla="*/ 101604 w 101722"/>
                  <a:gd name="connsiteY6" fmla="*/ 48794 h 142364"/>
                  <a:gd name="connsiteX7" fmla="*/ 70296 w 101722"/>
                  <a:gd name="connsiteY7" fmla="*/ 90736 h 142364"/>
                  <a:gd name="connsiteX8" fmla="*/ 51274 w 101722"/>
                  <a:gd name="connsiteY8" fmla="*/ 111056 h 142364"/>
                  <a:gd name="connsiteX9" fmla="*/ 31189 w 101722"/>
                  <a:gd name="connsiteY9" fmla="*/ 90736 h 142364"/>
                  <a:gd name="connsiteX10" fmla="*/ 31189 w 101722"/>
                  <a:gd name="connsiteY10" fmla="*/ 50093 h 142364"/>
                  <a:gd name="connsiteX11" fmla="*/ 49975 w 101722"/>
                  <a:gd name="connsiteY11" fmla="*/ 31309 h 142364"/>
                  <a:gd name="connsiteX12" fmla="*/ 70296 w 101722"/>
                  <a:gd name="connsiteY12" fmla="*/ 50093 h 142364"/>
                  <a:gd name="connsiteX13" fmla="*/ 70296 w 101722"/>
                  <a:gd name="connsiteY13" fmla="*/ 90736 h 142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722" h="142364">
                    <a:moveTo>
                      <a:pt x="101604" y="48794"/>
                    </a:moveTo>
                    <a:cubicBezTo>
                      <a:pt x="99360" y="21502"/>
                      <a:pt x="76675" y="0"/>
                      <a:pt x="50093" y="0"/>
                    </a:cubicBezTo>
                    <a:cubicBezTo>
                      <a:pt x="22447" y="0"/>
                      <a:pt x="0" y="22447"/>
                      <a:pt x="0" y="50093"/>
                    </a:cubicBezTo>
                    <a:lnTo>
                      <a:pt x="0" y="90736"/>
                    </a:lnTo>
                    <a:cubicBezTo>
                      <a:pt x="0" y="117318"/>
                      <a:pt x="21384" y="140001"/>
                      <a:pt x="50093" y="142365"/>
                    </a:cubicBezTo>
                    <a:cubicBezTo>
                      <a:pt x="78093" y="142365"/>
                      <a:pt x="101722" y="118736"/>
                      <a:pt x="101722" y="90736"/>
                    </a:cubicBezTo>
                    <a:lnTo>
                      <a:pt x="101604" y="48794"/>
                    </a:lnTo>
                    <a:close/>
                    <a:moveTo>
                      <a:pt x="70296" y="90736"/>
                    </a:moveTo>
                    <a:cubicBezTo>
                      <a:pt x="70296" y="102668"/>
                      <a:pt x="59545" y="111056"/>
                      <a:pt x="51274" y="111056"/>
                    </a:cubicBezTo>
                    <a:cubicBezTo>
                      <a:pt x="40168" y="110110"/>
                      <a:pt x="31189" y="101014"/>
                      <a:pt x="31189" y="90736"/>
                    </a:cubicBezTo>
                    <a:lnTo>
                      <a:pt x="31189" y="50093"/>
                    </a:lnTo>
                    <a:cubicBezTo>
                      <a:pt x="31189" y="39933"/>
                      <a:pt x="39815" y="31309"/>
                      <a:pt x="49975" y="31309"/>
                    </a:cubicBezTo>
                    <a:cubicBezTo>
                      <a:pt x="60253" y="31309"/>
                      <a:pt x="69469" y="40288"/>
                      <a:pt x="70296" y="50093"/>
                    </a:cubicBezTo>
                    <a:lnTo>
                      <a:pt x="70296" y="90736"/>
                    </a:lnTo>
                    <a:close/>
                  </a:path>
                </a:pathLst>
              </a:custGeom>
              <a:solidFill>
                <a:srgbClr val="0078D4"/>
              </a:solidFill>
              <a:ln w="13996" cap="flat">
                <a:noFill/>
                <a:prstDash val="solid"/>
                <a:miter/>
              </a:ln>
            </p:spPr>
            <p:txBody>
              <a:bodyPr rtlCol="0" anchor="ctr"/>
              <a:lstStyle/>
              <a:p>
                <a:pPr rtl="0"/>
                <a:endParaRPr lang="en-US" dirty="0">
                  <a:solidFill>
                    <a:schemeClr val="tx1">
                      <a:lumMod val="75000"/>
                      <a:lumOff val="25000"/>
                    </a:schemeClr>
                  </a:solidFill>
                  <a:latin typeface="Segoe UI"/>
                </a:endParaRPr>
              </a:p>
            </p:txBody>
          </p:sp>
          <p:sp>
            <p:nvSpPr>
              <p:cNvPr id="140" name="data2" descr="data">
                <a:extLst>
                  <a:ext uri="{FF2B5EF4-FFF2-40B4-BE49-F238E27FC236}">
                    <a16:creationId xmlns:a16="http://schemas.microsoft.com/office/drawing/2014/main" id="{1E6B7288-D83D-3FEB-C804-751E406D7C25}"/>
                  </a:ext>
                </a:extLst>
              </p:cNvPr>
              <p:cNvSpPr/>
              <p:nvPr/>
            </p:nvSpPr>
            <p:spPr>
              <a:xfrm>
                <a:off x="2025312" y="5586053"/>
                <a:ext cx="35206" cy="141891"/>
              </a:xfrm>
              <a:custGeom>
                <a:avLst/>
                <a:gdLst>
                  <a:gd name="connsiteX0" fmla="*/ 17603 w 35206"/>
                  <a:gd name="connsiteY0" fmla="*/ 141892 h 141891"/>
                  <a:gd name="connsiteX1" fmla="*/ 0 w 35206"/>
                  <a:gd name="connsiteY1" fmla="*/ 124289 h 141891"/>
                  <a:gd name="connsiteX2" fmla="*/ 0 w 35206"/>
                  <a:gd name="connsiteY2" fmla="*/ 17604 h 141891"/>
                  <a:gd name="connsiteX3" fmla="*/ 17603 w 35206"/>
                  <a:gd name="connsiteY3" fmla="*/ 0 h 141891"/>
                  <a:gd name="connsiteX4" fmla="*/ 35206 w 35206"/>
                  <a:gd name="connsiteY4" fmla="*/ 17604 h 141891"/>
                  <a:gd name="connsiteX5" fmla="*/ 35206 w 35206"/>
                  <a:gd name="connsiteY5" fmla="*/ 124289 h 141891"/>
                  <a:gd name="connsiteX6" fmla="*/ 17603 w 35206"/>
                  <a:gd name="connsiteY6" fmla="*/ 141892 h 141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206" h="141891">
                    <a:moveTo>
                      <a:pt x="17603" y="141892"/>
                    </a:moveTo>
                    <a:cubicBezTo>
                      <a:pt x="7916" y="141892"/>
                      <a:pt x="0" y="133976"/>
                      <a:pt x="0" y="124289"/>
                    </a:cubicBezTo>
                    <a:lnTo>
                      <a:pt x="0" y="17604"/>
                    </a:lnTo>
                    <a:cubicBezTo>
                      <a:pt x="0" y="7916"/>
                      <a:pt x="7916" y="0"/>
                      <a:pt x="17603" y="0"/>
                    </a:cubicBezTo>
                    <a:cubicBezTo>
                      <a:pt x="27291" y="0"/>
                      <a:pt x="35206" y="7916"/>
                      <a:pt x="35206" y="17604"/>
                    </a:cubicBezTo>
                    <a:lnTo>
                      <a:pt x="35206" y="124289"/>
                    </a:lnTo>
                    <a:cubicBezTo>
                      <a:pt x="35206" y="133976"/>
                      <a:pt x="27291" y="141892"/>
                      <a:pt x="17603" y="141892"/>
                    </a:cubicBezTo>
                    <a:close/>
                  </a:path>
                </a:pathLst>
              </a:custGeom>
              <a:solidFill>
                <a:srgbClr val="50E6FF"/>
              </a:solidFill>
              <a:ln w="13996" cap="flat">
                <a:noFill/>
                <a:prstDash val="solid"/>
                <a:miter/>
              </a:ln>
            </p:spPr>
            <p:txBody>
              <a:bodyPr rtlCol="0" anchor="ctr"/>
              <a:lstStyle/>
              <a:p>
                <a:pPr rtl="0"/>
                <a:endParaRPr lang="en-US" dirty="0">
                  <a:solidFill>
                    <a:schemeClr val="tx1">
                      <a:lumMod val="75000"/>
                      <a:lumOff val="25000"/>
                    </a:schemeClr>
                  </a:solidFill>
                  <a:latin typeface="Segoe UI"/>
                </a:endParaRPr>
              </a:p>
            </p:txBody>
          </p:sp>
          <p:sp>
            <p:nvSpPr>
              <p:cNvPr id="141" name="data2" descr="data">
                <a:extLst>
                  <a:ext uri="{FF2B5EF4-FFF2-40B4-BE49-F238E27FC236}">
                    <a16:creationId xmlns:a16="http://schemas.microsoft.com/office/drawing/2014/main" id="{0C7F0FDB-3D64-1A5E-86FE-CEA57BA3565F}"/>
                  </a:ext>
                </a:extLst>
              </p:cNvPr>
              <p:cNvSpPr/>
              <p:nvPr/>
            </p:nvSpPr>
            <p:spPr>
              <a:xfrm>
                <a:off x="1871492" y="5585012"/>
                <a:ext cx="101722" cy="142364"/>
              </a:xfrm>
              <a:custGeom>
                <a:avLst/>
                <a:gdLst>
                  <a:gd name="connsiteX0" fmla="*/ 101604 w 101722"/>
                  <a:gd name="connsiteY0" fmla="*/ 48794 h 142364"/>
                  <a:gd name="connsiteX1" fmla="*/ 50093 w 101722"/>
                  <a:gd name="connsiteY1" fmla="*/ 0 h 142364"/>
                  <a:gd name="connsiteX2" fmla="*/ 0 w 101722"/>
                  <a:gd name="connsiteY2" fmla="*/ 50093 h 142364"/>
                  <a:gd name="connsiteX3" fmla="*/ 0 w 101722"/>
                  <a:gd name="connsiteY3" fmla="*/ 90736 h 142364"/>
                  <a:gd name="connsiteX4" fmla="*/ 50093 w 101722"/>
                  <a:gd name="connsiteY4" fmla="*/ 142365 h 142364"/>
                  <a:gd name="connsiteX5" fmla="*/ 101722 w 101722"/>
                  <a:gd name="connsiteY5" fmla="*/ 90736 h 142364"/>
                  <a:gd name="connsiteX6" fmla="*/ 101604 w 101722"/>
                  <a:gd name="connsiteY6" fmla="*/ 48794 h 142364"/>
                  <a:gd name="connsiteX7" fmla="*/ 70414 w 101722"/>
                  <a:gd name="connsiteY7" fmla="*/ 90736 h 142364"/>
                  <a:gd name="connsiteX8" fmla="*/ 51392 w 101722"/>
                  <a:gd name="connsiteY8" fmla="*/ 111056 h 142364"/>
                  <a:gd name="connsiteX9" fmla="*/ 31308 w 101722"/>
                  <a:gd name="connsiteY9" fmla="*/ 90736 h 142364"/>
                  <a:gd name="connsiteX10" fmla="*/ 31308 w 101722"/>
                  <a:gd name="connsiteY10" fmla="*/ 50093 h 142364"/>
                  <a:gd name="connsiteX11" fmla="*/ 50093 w 101722"/>
                  <a:gd name="connsiteY11" fmla="*/ 31309 h 142364"/>
                  <a:gd name="connsiteX12" fmla="*/ 70414 w 101722"/>
                  <a:gd name="connsiteY12" fmla="*/ 50093 h 142364"/>
                  <a:gd name="connsiteX13" fmla="*/ 70414 w 101722"/>
                  <a:gd name="connsiteY13" fmla="*/ 90736 h 142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722" h="142364">
                    <a:moveTo>
                      <a:pt x="101604" y="48794"/>
                    </a:moveTo>
                    <a:cubicBezTo>
                      <a:pt x="99360" y="21502"/>
                      <a:pt x="76677" y="0"/>
                      <a:pt x="50093" y="0"/>
                    </a:cubicBezTo>
                    <a:cubicBezTo>
                      <a:pt x="22447" y="0"/>
                      <a:pt x="0" y="22447"/>
                      <a:pt x="0" y="50093"/>
                    </a:cubicBezTo>
                    <a:lnTo>
                      <a:pt x="0" y="90736"/>
                    </a:lnTo>
                    <a:cubicBezTo>
                      <a:pt x="0" y="117318"/>
                      <a:pt x="21384" y="140001"/>
                      <a:pt x="50093" y="142365"/>
                    </a:cubicBezTo>
                    <a:cubicBezTo>
                      <a:pt x="78094" y="142365"/>
                      <a:pt x="101722" y="118736"/>
                      <a:pt x="101722" y="90736"/>
                    </a:cubicBezTo>
                    <a:lnTo>
                      <a:pt x="101604" y="48794"/>
                    </a:lnTo>
                    <a:close/>
                    <a:moveTo>
                      <a:pt x="70414" y="90736"/>
                    </a:moveTo>
                    <a:cubicBezTo>
                      <a:pt x="70414" y="102668"/>
                      <a:pt x="59663" y="111056"/>
                      <a:pt x="51392" y="111056"/>
                    </a:cubicBezTo>
                    <a:cubicBezTo>
                      <a:pt x="40287" y="110110"/>
                      <a:pt x="31308" y="101014"/>
                      <a:pt x="31308" y="90736"/>
                    </a:cubicBezTo>
                    <a:lnTo>
                      <a:pt x="31308" y="50093"/>
                    </a:lnTo>
                    <a:cubicBezTo>
                      <a:pt x="31308" y="39933"/>
                      <a:pt x="39933" y="31309"/>
                      <a:pt x="50093" y="31309"/>
                    </a:cubicBezTo>
                    <a:cubicBezTo>
                      <a:pt x="60371" y="31309"/>
                      <a:pt x="69587" y="40288"/>
                      <a:pt x="70414" y="50093"/>
                    </a:cubicBezTo>
                    <a:lnTo>
                      <a:pt x="70414" y="90736"/>
                    </a:lnTo>
                    <a:close/>
                  </a:path>
                </a:pathLst>
              </a:custGeom>
              <a:solidFill>
                <a:srgbClr val="0078D4"/>
              </a:solidFill>
              <a:ln w="13996" cap="flat">
                <a:noFill/>
                <a:prstDash val="solid"/>
                <a:miter/>
              </a:ln>
            </p:spPr>
            <p:txBody>
              <a:bodyPr rtlCol="0" anchor="ctr"/>
              <a:lstStyle/>
              <a:p>
                <a:pPr rtl="0"/>
                <a:endParaRPr lang="en-US" dirty="0">
                  <a:solidFill>
                    <a:schemeClr val="tx1">
                      <a:lumMod val="75000"/>
                      <a:lumOff val="25000"/>
                    </a:schemeClr>
                  </a:solidFill>
                  <a:latin typeface="Segoe UI"/>
                </a:endParaRPr>
              </a:p>
            </p:txBody>
          </p:sp>
          <p:sp>
            <p:nvSpPr>
              <p:cNvPr id="142" name="data2" descr="data">
                <a:extLst>
                  <a:ext uri="{FF2B5EF4-FFF2-40B4-BE49-F238E27FC236}">
                    <a16:creationId xmlns:a16="http://schemas.microsoft.com/office/drawing/2014/main" id="{576C42B1-2B8D-A691-CE53-E002C15B9778}"/>
                  </a:ext>
                </a:extLst>
              </p:cNvPr>
              <p:cNvSpPr/>
              <p:nvPr/>
            </p:nvSpPr>
            <p:spPr>
              <a:xfrm>
                <a:off x="1784183" y="5586053"/>
                <a:ext cx="35207" cy="141891"/>
              </a:xfrm>
              <a:custGeom>
                <a:avLst/>
                <a:gdLst>
                  <a:gd name="connsiteX0" fmla="*/ 17604 w 35207"/>
                  <a:gd name="connsiteY0" fmla="*/ 141892 h 141891"/>
                  <a:gd name="connsiteX1" fmla="*/ 0 w 35207"/>
                  <a:gd name="connsiteY1" fmla="*/ 124289 h 141891"/>
                  <a:gd name="connsiteX2" fmla="*/ 0 w 35207"/>
                  <a:gd name="connsiteY2" fmla="*/ 17604 h 141891"/>
                  <a:gd name="connsiteX3" fmla="*/ 17604 w 35207"/>
                  <a:gd name="connsiteY3" fmla="*/ 0 h 141891"/>
                  <a:gd name="connsiteX4" fmla="*/ 35207 w 35207"/>
                  <a:gd name="connsiteY4" fmla="*/ 17604 h 141891"/>
                  <a:gd name="connsiteX5" fmla="*/ 35207 w 35207"/>
                  <a:gd name="connsiteY5" fmla="*/ 124289 h 141891"/>
                  <a:gd name="connsiteX6" fmla="*/ 17604 w 35207"/>
                  <a:gd name="connsiteY6" fmla="*/ 141892 h 141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207" h="141891">
                    <a:moveTo>
                      <a:pt x="17604" y="141892"/>
                    </a:moveTo>
                    <a:cubicBezTo>
                      <a:pt x="7916" y="141892"/>
                      <a:pt x="0" y="133976"/>
                      <a:pt x="0" y="124289"/>
                    </a:cubicBezTo>
                    <a:lnTo>
                      <a:pt x="0" y="17604"/>
                    </a:lnTo>
                    <a:cubicBezTo>
                      <a:pt x="0" y="7916"/>
                      <a:pt x="7916" y="0"/>
                      <a:pt x="17604" y="0"/>
                    </a:cubicBezTo>
                    <a:cubicBezTo>
                      <a:pt x="27291" y="0"/>
                      <a:pt x="35207" y="7916"/>
                      <a:pt x="35207" y="17604"/>
                    </a:cubicBezTo>
                    <a:lnTo>
                      <a:pt x="35207" y="124289"/>
                    </a:lnTo>
                    <a:cubicBezTo>
                      <a:pt x="35207" y="133976"/>
                      <a:pt x="27291" y="141892"/>
                      <a:pt x="17604" y="141892"/>
                    </a:cubicBezTo>
                    <a:close/>
                  </a:path>
                </a:pathLst>
              </a:custGeom>
              <a:solidFill>
                <a:srgbClr val="50E6FF"/>
              </a:solidFill>
              <a:ln w="13996" cap="flat">
                <a:noFill/>
                <a:prstDash val="solid"/>
                <a:miter/>
              </a:ln>
            </p:spPr>
            <p:txBody>
              <a:bodyPr rtlCol="0" anchor="ctr"/>
              <a:lstStyle/>
              <a:p>
                <a:pPr rtl="0"/>
                <a:endParaRPr lang="en-US" dirty="0">
                  <a:solidFill>
                    <a:schemeClr val="tx1">
                      <a:lumMod val="75000"/>
                      <a:lumOff val="25000"/>
                    </a:schemeClr>
                  </a:solidFill>
                  <a:latin typeface="Segoe UI"/>
                </a:endParaRPr>
              </a:p>
            </p:txBody>
          </p:sp>
          <p:sp>
            <p:nvSpPr>
              <p:cNvPr id="143" name="data2" descr="data">
                <a:extLst>
                  <a:ext uri="{FF2B5EF4-FFF2-40B4-BE49-F238E27FC236}">
                    <a16:creationId xmlns:a16="http://schemas.microsoft.com/office/drawing/2014/main" id="{8FBEED29-A29E-585C-D30D-296A26478FB0}"/>
                  </a:ext>
                </a:extLst>
              </p:cNvPr>
              <p:cNvSpPr/>
              <p:nvPr/>
            </p:nvSpPr>
            <p:spPr>
              <a:xfrm>
                <a:off x="2353762" y="5585012"/>
                <a:ext cx="101722" cy="142364"/>
              </a:xfrm>
              <a:custGeom>
                <a:avLst/>
                <a:gdLst>
                  <a:gd name="connsiteX0" fmla="*/ 101604 w 101722"/>
                  <a:gd name="connsiteY0" fmla="*/ 48794 h 142364"/>
                  <a:gd name="connsiteX1" fmla="*/ 50093 w 101722"/>
                  <a:gd name="connsiteY1" fmla="*/ 0 h 142364"/>
                  <a:gd name="connsiteX2" fmla="*/ 0 w 101722"/>
                  <a:gd name="connsiteY2" fmla="*/ 50093 h 142364"/>
                  <a:gd name="connsiteX3" fmla="*/ 0 w 101722"/>
                  <a:gd name="connsiteY3" fmla="*/ 90736 h 142364"/>
                  <a:gd name="connsiteX4" fmla="*/ 50093 w 101722"/>
                  <a:gd name="connsiteY4" fmla="*/ 142365 h 142364"/>
                  <a:gd name="connsiteX5" fmla="*/ 101722 w 101722"/>
                  <a:gd name="connsiteY5" fmla="*/ 90736 h 142364"/>
                  <a:gd name="connsiteX6" fmla="*/ 101604 w 101722"/>
                  <a:gd name="connsiteY6" fmla="*/ 48794 h 142364"/>
                  <a:gd name="connsiteX7" fmla="*/ 70296 w 101722"/>
                  <a:gd name="connsiteY7" fmla="*/ 90736 h 142364"/>
                  <a:gd name="connsiteX8" fmla="*/ 51274 w 101722"/>
                  <a:gd name="connsiteY8" fmla="*/ 111056 h 142364"/>
                  <a:gd name="connsiteX9" fmla="*/ 31189 w 101722"/>
                  <a:gd name="connsiteY9" fmla="*/ 90736 h 142364"/>
                  <a:gd name="connsiteX10" fmla="*/ 31189 w 101722"/>
                  <a:gd name="connsiteY10" fmla="*/ 50093 h 142364"/>
                  <a:gd name="connsiteX11" fmla="*/ 49975 w 101722"/>
                  <a:gd name="connsiteY11" fmla="*/ 31309 h 142364"/>
                  <a:gd name="connsiteX12" fmla="*/ 70296 w 101722"/>
                  <a:gd name="connsiteY12" fmla="*/ 50093 h 142364"/>
                  <a:gd name="connsiteX13" fmla="*/ 70296 w 101722"/>
                  <a:gd name="connsiteY13" fmla="*/ 90736 h 142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722" h="142364">
                    <a:moveTo>
                      <a:pt x="101604" y="48794"/>
                    </a:moveTo>
                    <a:cubicBezTo>
                      <a:pt x="99360" y="21502"/>
                      <a:pt x="76676" y="0"/>
                      <a:pt x="50093" y="0"/>
                    </a:cubicBezTo>
                    <a:cubicBezTo>
                      <a:pt x="22448" y="0"/>
                      <a:pt x="0" y="22447"/>
                      <a:pt x="0" y="50093"/>
                    </a:cubicBezTo>
                    <a:lnTo>
                      <a:pt x="0" y="90736"/>
                    </a:lnTo>
                    <a:cubicBezTo>
                      <a:pt x="0" y="117318"/>
                      <a:pt x="21384" y="140001"/>
                      <a:pt x="50093" y="142365"/>
                    </a:cubicBezTo>
                    <a:cubicBezTo>
                      <a:pt x="78093" y="142365"/>
                      <a:pt x="101722" y="118736"/>
                      <a:pt x="101722" y="90736"/>
                    </a:cubicBezTo>
                    <a:lnTo>
                      <a:pt x="101604" y="48794"/>
                    </a:lnTo>
                    <a:close/>
                    <a:moveTo>
                      <a:pt x="70296" y="90736"/>
                    </a:moveTo>
                    <a:cubicBezTo>
                      <a:pt x="70296" y="102668"/>
                      <a:pt x="59545" y="111056"/>
                      <a:pt x="51274" y="111056"/>
                    </a:cubicBezTo>
                    <a:cubicBezTo>
                      <a:pt x="40168" y="110110"/>
                      <a:pt x="31189" y="101014"/>
                      <a:pt x="31189" y="90736"/>
                    </a:cubicBezTo>
                    <a:lnTo>
                      <a:pt x="31189" y="50093"/>
                    </a:lnTo>
                    <a:cubicBezTo>
                      <a:pt x="31189" y="39933"/>
                      <a:pt x="39815" y="31309"/>
                      <a:pt x="49975" y="31309"/>
                    </a:cubicBezTo>
                    <a:cubicBezTo>
                      <a:pt x="60253" y="31309"/>
                      <a:pt x="69469" y="40288"/>
                      <a:pt x="70296" y="50093"/>
                    </a:cubicBezTo>
                    <a:lnTo>
                      <a:pt x="70296" y="90736"/>
                    </a:lnTo>
                    <a:close/>
                  </a:path>
                </a:pathLst>
              </a:custGeom>
              <a:solidFill>
                <a:srgbClr val="0078D4"/>
              </a:solidFill>
              <a:ln w="13996" cap="flat">
                <a:noFill/>
                <a:prstDash val="solid"/>
                <a:miter/>
              </a:ln>
            </p:spPr>
            <p:txBody>
              <a:bodyPr rtlCol="0" anchor="ctr"/>
              <a:lstStyle/>
              <a:p>
                <a:pPr rtl="0"/>
                <a:endParaRPr lang="en-US" dirty="0">
                  <a:solidFill>
                    <a:schemeClr val="tx1">
                      <a:lumMod val="75000"/>
                      <a:lumOff val="25000"/>
                    </a:schemeClr>
                  </a:solidFill>
                  <a:latin typeface="Segoe UI"/>
                </a:endParaRPr>
              </a:p>
            </p:txBody>
          </p:sp>
          <p:sp>
            <p:nvSpPr>
              <p:cNvPr id="144" name="data2" descr="data">
                <a:extLst>
                  <a:ext uri="{FF2B5EF4-FFF2-40B4-BE49-F238E27FC236}">
                    <a16:creationId xmlns:a16="http://schemas.microsoft.com/office/drawing/2014/main" id="{C54B30B9-41E3-BB0D-3A20-959B658961B5}"/>
                  </a:ext>
                </a:extLst>
              </p:cNvPr>
              <p:cNvSpPr/>
              <p:nvPr/>
            </p:nvSpPr>
            <p:spPr>
              <a:xfrm>
                <a:off x="2266330" y="5586053"/>
                <a:ext cx="35207" cy="141891"/>
              </a:xfrm>
              <a:custGeom>
                <a:avLst/>
                <a:gdLst>
                  <a:gd name="connsiteX0" fmla="*/ 17603 w 35207"/>
                  <a:gd name="connsiteY0" fmla="*/ 141892 h 141891"/>
                  <a:gd name="connsiteX1" fmla="*/ 0 w 35207"/>
                  <a:gd name="connsiteY1" fmla="*/ 124289 h 141891"/>
                  <a:gd name="connsiteX2" fmla="*/ 0 w 35207"/>
                  <a:gd name="connsiteY2" fmla="*/ 17604 h 141891"/>
                  <a:gd name="connsiteX3" fmla="*/ 17603 w 35207"/>
                  <a:gd name="connsiteY3" fmla="*/ 0 h 141891"/>
                  <a:gd name="connsiteX4" fmla="*/ 35206 w 35207"/>
                  <a:gd name="connsiteY4" fmla="*/ 17604 h 141891"/>
                  <a:gd name="connsiteX5" fmla="*/ 35206 w 35207"/>
                  <a:gd name="connsiteY5" fmla="*/ 124289 h 141891"/>
                  <a:gd name="connsiteX6" fmla="*/ 17603 w 35207"/>
                  <a:gd name="connsiteY6" fmla="*/ 141892 h 141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207" h="141891">
                    <a:moveTo>
                      <a:pt x="17603" y="141892"/>
                    </a:moveTo>
                    <a:cubicBezTo>
                      <a:pt x="7916" y="141892"/>
                      <a:pt x="0" y="133976"/>
                      <a:pt x="0" y="124289"/>
                    </a:cubicBezTo>
                    <a:lnTo>
                      <a:pt x="0" y="17604"/>
                    </a:lnTo>
                    <a:cubicBezTo>
                      <a:pt x="0" y="7916"/>
                      <a:pt x="7916" y="0"/>
                      <a:pt x="17603" y="0"/>
                    </a:cubicBezTo>
                    <a:cubicBezTo>
                      <a:pt x="27291" y="0"/>
                      <a:pt x="35206" y="7916"/>
                      <a:pt x="35206" y="17604"/>
                    </a:cubicBezTo>
                    <a:lnTo>
                      <a:pt x="35206" y="124289"/>
                    </a:lnTo>
                    <a:cubicBezTo>
                      <a:pt x="35325" y="133976"/>
                      <a:pt x="27408" y="141892"/>
                      <a:pt x="17603" y="141892"/>
                    </a:cubicBezTo>
                    <a:close/>
                  </a:path>
                </a:pathLst>
              </a:custGeom>
              <a:solidFill>
                <a:srgbClr val="50E6FF"/>
              </a:solidFill>
              <a:ln w="13996" cap="flat">
                <a:noFill/>
                <a:prstDash val="solid"/>
                <a:miter/>
              </a:ln>
            </p:spPr>
            <p:txBody>
              <a:bodyPr rtlCol="0" anchor="ctr"/>
              <a:lstStyle/>
              <a:p>
                <a:pPr rtl="0"/>
                <a:endParaRPr lang="en-US" dirty="0">
                  <a:solidFill>
                    <a:schemeClr val="tx1">
                      <a:lumMod val="75000"/>
                      <a:lumOff val="25000"/>
                    </a:schemeClr>
                  </a:solidFill>
                  <a:latin typeface="Segoe UI"/>
                </a:endParaRPr>
              </a:p>
            </p:txBody>
          </p:sp>
          <p:sp>
            <p:nvSpPr>
              <p:cNvPr id="145" name="data2" descr="data">
                <a:extLst>
                  <a:ext uri="{FF2B5EF4-FFF2-40B4-BE49-F238E27FC236}">
                    <a16:creationId xmlns:a16="http://schemas.microsoft.com/office/drawing/2014/main" id="{2044DB42-1896-6208-0C66-A3F3F81F55E1}"/>
                  </a:ext>
                </a:extLst>
              </p:cNvPr>
              <p:cNvSpPr/>
              <p:nvPr/>
            </p:nvSpPr>
            <p:spPr>
              <a:xfrm>
                <a:off x="2025201" y="5409532"/>
                <a:ext cx="101723" cy="142364"/>
              </a:xfrm>
              <a:custGeom>
                <a:avLst/>
                <a:gdLst>
                  <a:gd name="connsiteX0" fmla="*/ 119 w 101723"/>
                  <a:gd name="connsiteY0" fmla="*/ 93571 h 142364"/>
                  <a:gd name="connsiteX1" fmla="*/ 51629 w 101723"/>
                  <a:gd name="connsiteY1" fmla="*/ 142365 h 142364"/>
                  <a:gd name="connsiteX2" fmla="*/ 101724 w 101723"/>
                  <a:gd name="connsiteY2" fmla="*/ 92270 h 142364"/>
                  <a:gd name="connsiteX3" fmla="*/ 101724 w 101723"/>
                  <a:gd name="connsiteY3" fmla="*/ 51629 h 142364"/>
                  <a:gd name="connsiteX4" fmla="*/ 51629 w 101723"/>
                  <a:gd name="connsiteY4" fmla="*/ 0 h 142364"/>
                  <a:gd name="connsiteX5" fmla="*/ 0 w 101723"/>
                  <a:gd name="connsiteY5" fmla="*/ 51629 h 142364"/>
                  <a:gd name="connsiteX6" fmla="*/ 119 w 101723"/>
                  <a:gd name="connsiteY6" fmla="*/ 93571 h 142364"/>
                  <a:gd name="connsiteX7" fmla="*/ 31309 w 101723"/>
                  <a:gd name="connsiteY7" fmla="*/ 51629 h 142364"/>
                  <a:gd name="connsiteX8" fmla="*/ 50330 w 101723"/>
                  <a:gd name="connsiteY8" fmla="*/ 31309 h 142364"/>
                  <a:gd name="connsiteX9" fmla="*/ 70415 w 101723"/>
                  <a:gd name="connsiteY9" fmla="*/ 51629 h 142364"/>
                  <a:gd name="connsiteX10" fmla="*/ 70415 w 101723"/>
                  <a:gd name="connsiteY10" fmla="*/ 92270 h 142364"/>
                  <a:gd name="connsiteX11" fmla="*/ 51629 w 101723"/>
                  <a:gd name="connsiteY11" fmla="*/ 111056 h 142364"/>
                  <a:gd name="connsiteX12" fmla="*/ 31309 w 101723"/>
                  <a:gd name="connsiteY12" fmla="*/ 92270 h 142364"/>
                  <a:gd name="connsiteX13" fmla="*/ 31309 w 101723"/>
                  <a:gd name="connsiteY13" fmla="*/ 51629 h 142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723" h="142364">
                    <a:moveTo>
                      <a:pt x="119" y="93571"/>
                    </a:moveTo>
                    <a:cubicBezTo>
                      <a:pt x="2364" y="120861"/>
                      <a:pt x="25047" y="142365"/>
                      <a:pt x="51629" y="142365"/>
                    </a:cubicBezTo>
                    <a:cubicBezTo>
                      <a:pt x="79276" y="142365"/>
                      <a:pt x="101724" y="119917"/>
                      <a:pt x="101724" y="92270"/>
                    </a:cubicBezTo>
                    <a:lnTo>
                      <a:pt x="101724" y="51629"/>
                    </a:lnTo>
                    <a:cubicBezTo>
                      <a:pt x="101724" y="25047"/>
                      <a:pt x="80340" y="2363"/>
                      <a:pt x="51629" y="0"/>
                    </a:cubicBezTo>
                    <a:cubicBezTo>
                      <a:pt x="23630" y="0"/>
                      <a:pt x="0" y="23629"/>
                      <a:pt x="0" y="51629"/>
                    </a:cubicBezTo>
                    <a:lnTo>
                      <a:pt x="119" y="93571"/>
                    </a:lnTo>
                    <a:close/>
                    <a:moveTo>
                      <a:pt x="31309" y="51629"/>
                    </a:moveTo>
                    <a:cubicBezTo>
                      <a:pt x="31309" y="39697"/>
                      <a:pt x="42060" y="31309"/>
                      <a:pt x="50330" y="31309"/>
                    </a:cubicBezTo>
                    <a:cubicBezTo>
                      <a:pt x="61436" y="32253"/>
                      <a:pt x="70415" y="41351"/>
                      <a:pt x="70415" y="51629"/>
                    </a:cubicBezTo>
                    <a:lnTo>
                      <a:pt x="70415" y="92270"/>
                    </a:lnTo>
                    <a:cubicBezTo>
                      <a:pt x="70415" y="102431"/>
                      <a:pt x="61791" y="111056"/>
                      <a:pt x="51629" y="111056"/>
                    </a:cubicBezTo>
                    <a:cubicBezTo>
                      <a:pt x="41351" y="111056"/>
                      <a:pt x="32136" y="102077"/>
                      <a:pt x="31309" y="92270"/>
                    </a:cubicBezTo>
                    <a:lnTo>
                      <a:pt x="31309" y="51629"/>
                    </a:lnTo>
                    <a:close/>
                  </a:path>
                </a:pathLst>
              </a:custGeom>
              <a:solidFill>
                <a:srgbClr val="50E6FF"/>
              </a:solidFill>
              <a:ln w="13996" cap="flat">
                <a:noFill/>
                <a:prstDash val="solid"/>
                <a:miter/>
              </a:ln>
            </p:spPr>
            <p:txBody>
              <a:bodyPr rtlCol="0" anchor="ctr"/>
              <a:lstStyle/>
              <a:p>
                <a:pPr rtl="0"/>
                <a:endParaRPr lang="en-US" dirty="0">
                  <a:solidFill>
                    <a:schemeClr val="tx1">
                      <a:lumMod val="75000"/>
                      <a:lumOff val="25000"/>
                    </a:schemeClr>
                  </a:solidFill>
                  <a:latin typeface="Segoe UI"/>
                </a:endParaRPr>
              </a:p>
            </p:txBody>
          </p:sp>
          <p:sp>
            <p:nvSpPr>
              <p:cNvPr id="146" name="data2" descr="data">
                <a:extLst>
                  <a:ext uri="{FF2B5EF4-FFF2-40B4-BE49-F238E27FC236}">
                    <a16:creationId xmlns:a16="http://schemas.microsoft.com/office/drawing/2014/main" id="{A00D3957-AB56-312A-19BF-A65765962D97}"/>
                  </a:ext>
                </a:extLst>
              </p:cNvPr>
              <p:cNvSpPr/>
              <p:nvPr/>
            </p:nvSpPr>
            <p:spPr>
              <a:xfrm>
                <a:off x="2179021" y="5408928"/>
                <a:ext cx="35207" cy="141891"/>
              </a:xfrm>
              <a:custGeom>
                <a:avLst/>
                <a:gdLst>
                  <a:gd name="connsiteX0" fmla="*/ 17603 w 35207"/>
                  <a:gd name="connsiteY0" fmla="*/ 0 h 141891"/>
                  <a:gd name="connsiteX1" fmla="*/ 35207 w 35207"/>
                  <a:gd name="connsiteY1" fmla="*/ 17604 h 141891"/>
                  <a:gd name="connsiteX2" fmla="*/ 35207 w 35207"/>
                  <a:gd name="connsiteY2" fmla="*/ 124289 h 141891"/>
                  <a:gd name="connsiteX3" fmla="*/ 17603 w 35207"/>
                  <a:gd name="connsiteY3" fmla="*/ 141892 h 141891"/>
                  <a:gd name="connsiteX4" fmla="*/ 0 w 35207"/>
                  <a:gd name="connsiteY4" fmla="*/ 124289 h 141891"/>
                  <a:gd name="connsiteX5" fmla="*/ 0 w 35207"/>
                  <a:gd name="connsiteY5" fmla="*/ 17604 h 141891"/>
                  <a:gd name="connsiteX6" fmla="*/ 17603 w 35207"/>
                  <a:gd name="connsiteY6" fmla="*/ 0 h 141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207" h="141891">
                    <a:moveTo>
                      <a:pt x="17603" y="0"/>
                    </a:moveTo>
                    <a:cubicBezTo>
                      <a:pt x="27292" y="0"/>
                      <a:pt x="35207" y="7916"/>
                      <a:pt x="35207" y="17604"/>
                    </a:cubicBezTo>
                    <a:lnTo>
                      <a:pt x="35207" y="124289"/>
                    </a:lnTo>
                    <a:cubicBezTo>
                      <a:pt x="35207" y="133976"/>
                      <a:pt x="27292" y="141892"/>
                      <a:pt x="17603" y="141892"/>
                    </a:cubicBezTo>
                    <a:cubicBezTo>
                      <a:pt x="7916" y="141892"/>
                      <a:pt x="0" y="133976"/>
                      <a:pt x="0" y="124289"/>
                    </a:cubicBezTo>
                    <a:lnTo>
                      <a:pt x="0" y="17604"/>
                    </a:lnTo>
                    <a:cubicBezTo>
                      <a:pt x="0" y="7916"/>
                      <a:pt x="7916" y="0"/>
                      <a:pt x="17603" y="0"/>
                    </a:cubicBezTo>
                    <a:close/>
                  </a:path>
                </a:pathLst>
              </a:custGeom>
              <a:solidFill>
                <a:srgbClr val="0078D4"/>
              </a:solidFill>
              <a:ln w="13996" cap="flat">
                <a:noFill/>
                <a:prstDash val="solid"/>
                <a:miter/>
              </a:ln>
            </p:spPr>
            <p:txBody>
              <a:bodyPr rtlCol="0" anchor="ctr"/>
              <a:lstStyle/>
              <a:p>
                <a:pPr rtl="0"/>
                <a:endParaRPr lang="en-US" dirty="0">
                  <a:solidFill>
                    <a:schemeClr val="tx1">
                      <a:lumMod val="75000"/>
                      <a:lumOff val="25000"/>
                    </a:schemeClr>
                  </a:solidFill>
                  <a:latin typeface="Segoe UI"/>
                </a:endParaRPr>
              </a:p>
            </p:txBody>
          </p:sp>
          <p:sp>
            <p:nvSpPr>
              <p:cNvPr id="147" name="data2" descr="data">
                <a:extLst>
                  <a:ext uri="{FF2B5EF4-FFF2-40B4-BE49-F238E27FC236}">
                    <a16:creationId xmlns:a16="http://schemas.microsoft.com/office/drawing/2014/main" id="{793EC5EC-6803-E985-6C90-F6FB4A49AC55}"/>
                  </a:ext>
                </a:extLst>
              </p:cNvPr>
              <p:cNvSpPr/>
              <p:nvPr/>
            </p:nvSpPr>
            <p:spPr>
              <a:xfrm>
                <a:off x="2266330" y="5409532"/>
                <a:ext cx="101722" cy="142364"/>
              </a:xfrm>
              <a:custGeom>
                <a:avLst/>
                <a:gdLst>
                  <a:gd name="connsiteX0" fmla="*/ 118 w 101722"/>
                  <a:gd name="connsiteY0" fmla="*/ 93571 h 142364"/>
                  <a:gd name="connsiteX1" fmla="*/ 51629 w 101722"/>
                  <a:gd name="connsiteY1" fmla="*/ 142365 h 142364"/>
                  <a:gd name="connsiteX2" fmla="*/ 101722 w 101722"/>
                  <a:gd name="connsiteY2" fmla="*/ 92270 h 142364"/>
                  <a:gd name="connsiteX3" fmla="*/ 101722 w 101722"/>
                  <a:gd name="connsiteY3" fmla="*/ 51629 h 142364"/>
                  <a:gd name="connsiteX4" fmla="*/ 51629 w 101722"/>
                  <a:gd name="connsiteY4" fmla="*/ 0 h 142364"/>
                  <a:gd name="connsiteX5" fmla="*/ 0 w 101722"/>
                  <a:gd name="connsiteY5" fmla="*/ 51629 h 142364"/>
                  <a:gd name="connsiteX6" fmla="*/ 118 w 101722"/>
                  <a:gd name="connsiteY6" fmla="*/ 93571 h 142364"/>
                  <a:gd name="connsiteX7" fmla="*/ 31307 w 101722"/>
                  <a:gd name="connsiteY7" fmla="*/ 51629 h 142364"/>
                  <a:gd name="connsiteX8" fmla="*/ 50329 w 101722"/>
                  <a:gd name="connsiteY8" fmla="*/ 31309 h 142364"/>
                  <a:gd name="connsiteX9" fmla="*/ 70414 w 101722"/>
                  <a:gd name="connsiteY9" fmla="*/ 51629 h 142364"/>
                  <a:gd name="connsiteX10" fmla="*/ 70414 w 101722"/>
                  <a:gd name="connsiteY10" fmla="*/ 92270 h 142364"/>
                  <a:gd name="connsiteX11" fmla="*/ 51629 w 101722"/>
                  <a:gd name="connsiteY11" fmla="*/ 111056 h 142364"/>
                  <a:gd name="connsiteX12" fmla="*/ 31307 w 101722"/>
                  <a:gd name="connsiteY12" fmla="*/ 92270 h 142364"/>
                  <a:gd name="connsiteX13" fmla="*/ 31307 w 101722"/>
                  <a:gd name="connsiteY13" fmla="*/ 51629 h 142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722" h="142364">
                    <a:moveTo>
                      <a:pt x="118" y="93571"/>
                    </a:moveTo>
                    <a:cubicBezTo>
                      <a:pt x="2363" y="120861"/>
                      <a:pt x="25046" y="142365"/>
                      <a:pt x="51629" y="142365"/>
                    </a:cubicBezTo>
                    <a:cubicBezTo>
                      <a:pt x="79275" y="142365"/>
                      <a:pt x="101722" y="119917"/>
                      <a:pt x="101722" y="92270"/>
                    </a:cubicBezTo>
                    <a:lnTo>
                      <a:pt x="101722" y="51629"/>
                    </a:lnTo>
                    <a:cubicBezTo>
                      <a:pt x="101722" y="25047"/>
                      <a:pt x="80338" y="2363"/>
                      <a:pt x="51629" y="0"/>
                    </a:cubicBezTo>
                    <a:cubicBezTo>
                      <a:pt x="23629" y="0"/>
                      <a:pt x="0" y="23629"/>
                      <a:pt x="0" y="51629"/>
                    </a:cubicBezTo>
                    <a:lnTo>
                      <a:pt x="118" y="93571"/>
                    </a:lnTo>
                    <a:close/>
                    <a:moveTo>
                      <a:pt x="31307" y="51629"/>
                    </a:moveTo>
                    <a:cubicBezTo>
                      <a:pt x="31307" y="39697"/>
                      <a:pt x="42058" y="31309"/>
                      <a:pt x="50329" y="31309"/>
                    </a:cubicBezTo>
                    <a:cubicBezTo>
                      <a:pt x="61435" y="32253"/>
                      <a:pt x="70414" y="41351"/>
                      <a:pt x="70414" y="51629"/>
                    </a:cubicBezTo>
                    <a:lnTo>
                      <a:pt x="70414" y="92270"/>
                    </a:lnTo>
                    <a:cubicBezTo>
                      <a:pt x="70414" y="102431"/>
                      <a:pt x="61790" y="111056"/>
                      <a:pt x="51629" y="111056"/>
                    </a:cubicBezTo>
                    <a:cubicBezTo>
                      <a:pt x="41350" y="111056"/>
                      <a:pt x="32135" y="102077"/>
                      <a:pt x="31307" y="92270"/>
                    </a:cubicBezTo>
                    <a:lnTo>
                      <a:pt x="31307" y="51629"/>
                    </a:lnTo>
                    <a:close/>
                  </a:path>
                </a:pathLst>
              </a:custGeom>
              <a:solidFill>
                <a:srgbClr val="50E6FF"/>
              </a:solidFill>
              <a:ln w="13996" cap="flat">
                <a:noFill/>
                <a:prstDash val="solid"/>
                <a:miter/>
              </a:ln>
            </p:spPr>
            <p:txBody>
              <a:bodyPr rtlCol="0" anchor="ctr"/>
              <a:lstStyle/>
              <a:p>
                <a:pPr rtl="0"/>
                <a:endParaRPr lang="en-US" dirty="0">
                  <a:solidFill>
                    <a:schemeClr val="tx1">
                      <a:lumMod val="75000"/>
                      <a:lumOff val="25000"/>
                    </a:schemeClr>
                  </a:solidFill>
                  <a:latin typeface="Segoe UI"/>
                </a:endParaRPr>
              </a:p>
            </p:txBody>
          </p:sp>
          <p:sp>
            <p:nvSpPr>
              <p:cNvPr id="148" name="data2" descr="data">
                <a:extLst>
                  <a:ext uri="{FF2B5EF4-FFF2-40B4-BE49-F238E27FC236}">
                    <a16:creationId xmlns:a16="http://schemas.microsoft.com/office/drawing/2014/main" id="{AB8DE4CC-3941-CE82-AD7F-A64D415BB00A}"/>
                  </a:ext>
                </a:extLst>
              </p:cNvPr>
              <p:cNvSpPr/>
              <p:nvPr/>
            </p:nvSpPr>
            <p:spPr>
              <a:xfrm>
                <a:off x="2420156" y="5408928"/>
                <a:ext cx="35207" cy="141891"/>
              </a:xfrm>
              <a:custGeom>
                <a:avLst/>
                <a:gdLst>
                  <a:gd name="connsiteX0" fmla="*/ 17603 w 35207"/>
                  <a:gd name="connsiteY0" fmla="*/ 0 h 141891"/>
                  <a:gd name="connsiteX1" fmla="*/ 35207 w 35207"/>
                  <a:gd name="connsiteY1" fmla="*/ 17604 h 141891"/>
                  <a:gd name="connsiteX2" fmla="*/ 35207 w 35207"/>
                  <a:gd name="connsiteY2" fmla="*/ 124289 h 141891"/>
                  <a:gd name="connsiteX3" fmla="*/ 17603 w 35207"/>
                  <a:gd name="connsiteY3" fmla="*/ 141892 h 141891"/>
                  <a:gd name="connsiteX4" fmla="*/ 0 w 35207"/>
                  <a:gd name="connsiteY4" fmla="*/ 124289 h 141891"/>
                  <a:gd name="connsiteX5" fmla="*/ 0 w 35207"/>
                  <a:gd name="connsiteY5" fmla="*/ 17604 h 141891"/>
                  <a:gd name="connsiteX6" fmla="*/ 17603 w 35207"/>
                  <a:gd name="connsiteY6" fmla="*/ 0 h 141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207" h="141891">
                    <a:moveTo>
                      <a:pt x="17603" y="0"/>
                    </a:moveTo>
                    <a:cubicBezTo>
                      <a:pt x="27292" y="0"/>
                      <a:pt x="35207" y="7916"/>
                      <a:pt x="35207" y="17604"/>
                    </a:cubicBezTo>
                    <a:lnTo>
                      <a:pt x="35207" y="124289"/>
                    </a:lnTo>
                    <a:cubicBezTo>
                      <a:pt x="35207" y="133976"/>
                      <a:pt x="27292" y="141892"/>
                      <a:pt x="17603" y="141892"/>
                    </a:cubicBezTo>
                    <a:cubicBezTo>
                      <a:pt x="7916" y="141892"/>
                      <a:pt x="0" y="133976"/>
                      <a:pt x="0" y="124289"/>
                    </a:cubicBezTo>
                    <a:lnTo>
                      <a:pt x="0" y="17604"/>
                    </a:lnTo>
                    <a:cubicBezTo>
                      <a:pt x="0" y="7916"/>
                      <a:pt x="7916" y="0"/>
                      <a:pt x="17603" y="0"/>
                    </a:cubicBezTo>
                    <a:close/>
                  </a:path>
                </a:pathLst>
              </a:custGeom>
              <a:solidFill>
                <a:srgbClr val="0078D4"/>
              </a:solidFill>
              <a:ln w="13996" cap="flat">
                <a:noFill/>
                <a:prstDash val="solid"/>
                <a:miter/>
              </a:ln>
            </p:spPr>
            <p:txBody>
              <a:bodyPr rtlCol="0" anchor="ctr"/>
              <a:lstStyle/>
              <a:p>
                <a:pPr rtl="0"/>
                <a:endParaRPr lang="en-US" dirty="0">
                  <a:solidFill>
                    <a:schemeClr val="tx1">
                      <a:lumMod val="75000"/>
                      <a:lumOff val="25000"/>
                    </a:schemeClr>
                  </a:solidFill>
                  <a:latin typeface="Segoe UI"/>
                </a:endParaRPr>
              </a:p>
            </p:txBody>
          </p:sp>
          <p:sp>
            <p:nvSpPr>
              <p:cNvPr id="149" name="data2" descr="data">
                <a:extLst>
                  <a:ext uri="{FF2B5EF4-FFF2-40B4-BE49-F238E27FC236}">
                    <a16:creationId xmlns:a16="http://schemas.microsoft.com/office/drawing/2014/main" id="{E248F4BB-144F-89F7-B8E7-A8DD33B20A44}"/>
                  </a:ext>
                </a:extLst>
              </p:cNvPr>
              <p:cNvSpPr/>
              <p:nvPr/>
            </p:nvSpPr>
            <p:spPr>
              <a:xfrm>
                <a:off x="1784067" y="5409532"/>
                <a:ext cx="101722" cy="142364"/>
              </a:xfrm>
              <a:custGeom>
                <a:avLst/>
                <a:gdLst>
                  <a:gd name="connsiteX0" fmla="*/ 118 w 101722"/>
                  <a:gd name="connsiteY0" fmla="*/ 93571 h 142364"/>
                  <a:gd name="connsiteX1" fmla="*/ 51629 w 101722"/>
                  <a:gd name="connsiteY1" fmla="*/ 142365 h 142364"/>
                  <a:gd name="connsiteX2" fmla="*/ 101723 w 101722"/>
                  <a:gd name="connsiteY2" fmla="*/ 92270 h 142364"/>
                  <a:gd name="connsiteX3" fmla="*/ 101723 w 101722"/>
                  <a:gd name="connsiteY3" fmla="*/ 51629 h 142364"/>
                  <a:gd name="connsiteX4" fmla="*/ 51629 w 101722"/>
                  <a:gd name="connsiteY4" fmla="*/ 0 h 142364"/>
                  <a:gd name="connsiteX5" fmla="*/ 0 w 101722"/>
                  <a:gd name="connsiteY5" fmla="*/ 51629 h 142364"/>
                  <a:gd name="connsiteX6" fmla="*/ 118 w 101722"/>
                  <a:gd name="connsiteY6" fmla="*/ 93571 h 142364"/>
                  <a:gd name="connsiteX7" fmla="*/ 31308 w 101722"/>
                  <a:gd name="connsiteY7" fmla="*/ 51629 h 142364"/>
                  <a:gd name="connsiteX8" fmla="*/ 50330 w 101722"/>
                  <a:gd name="connsiteY8" fmla="*/ 31309 h 142364"/>
                  <a:gd name="connsiteX9" fmla="*/ 70414 w 101722"/>
                  <a:gd name="connsiteY9" fmla="*/ 51629 h 142364"/>
                  <a:gd name="connsiteX10" fmla="*/ 70414 w 101722"/>
                  <a:gd name="connsiteY10" fmla="*/ 92270 h 142364"/>
                  <a:gd name="connsiteX11" fmla="*/ 51629 w 101722"/>
                  <a:gd name="connsiteY11" fmla="*/ 111056 h 142364"/>
                  <a:gd name="connsiteX12" fmla="*/ 31308 w 101722"/>
                  <a:gd name="connsiteY12" fmla="*/ 92270 h 142364"/>
                  <a:gd name="connsiteX13" fmla="*/ 31308 w 101722"/>
                  <a:gd name="connsiteY13" fmla="*/ 51629 h 142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722" h="142364">
                    <a:moveTo>
                      <a:pt x="118" y="93571"/>
                    </a:moveTo>
                    <a:cubicBezTo>
                      <a:pt x="2363" y="120861"/>
                      <a:pt x="25047" y="142365"/>
                      <a:pt x="51629" y="142365"/>
                    </a:cubicBezTo>
                    <a:cubicBezTo>
                      <a:pt x="79275" y="142365"/>
                      <a:pt x="101723" y="119917"/>
                      <a:pt x="101723" y="92270"/>
                    </a:cubicBezTo>
                    <a:lnTo>
                      <a:pt x="101723" y="51629"/>
                    </a:lnTo>
                    <a:cubicBezTo>
                      <a:pt x="101723" y="25047"/>
                      <a:pt x="80338" y="2363"/>
                      <a:pt x="51629" y="0"/>
                    </a:cubicBezTo>
                    <a:cubicBezTo>
                      <a:pt x="23629" y="0"/>
                      <a:pt x="0" y="23629"/>
                      <a:pt x="0" y="51629"/>
                    </a:cubicBezTo>
                    <a:lnTo>
                      <a:pt x="118" y="93571"/>
                    </a:lnTo>
                    <a:close/>
                    <a:moveTo>
                      <a:pt x="31308" y="51629"/>
                    </a:moveTo>
                    <a:cubicBezTo>
                      <a:pt x="31308" y="39697"/>
                      <a:pt x="42060" y="31309"/>
                      <a:pt x="50330" y="31309"/>
                    </a:cubicBezTo>
                    <a:cubicBezTo>
                      <a:pt x="61435" y="32253"/>
                      <a:pt x="70414" y="41351"/>
                      <a:pt x="70414" y="51629"/>
                    </a:cubicBezTo>
                    <a:lnTo>
                      <a:pt x="70414" y="92270"/>
                    </a:lnTo>
                    <a:cubicBezTo>
                      <a:pt x="70414" y="102431"/>
                      <a:pt x="61790" y="111056"/>
                      <a:pt x="51629" y="111056"/>
                    </a:cubicBezTo>
                    <a:cubicBezTo>
                      <a:pt x="41351" y="111056"/>
                      <a:pt x="32135" y="102077"/>
                      <a:pt x="31308" y="92270"/>
                    </a:cubicBezTo>
                    <a:lnTo>
                      <a:pt x="31308" y="51629"/>
                    </a:lnTo>
                    <a:close/>
                  </a:path>
                </a:pathLst>
              </a:custGeom>
              <a:solidFill>
                <a:srgbClr val="50E6FF"/>
              </a:solidFill>
              <a:ln w="13996" cap="flat">
                <a:noFill/>
                <a:prstDash val="solid"/>
                <a:miter/>
              </a:ln>
            </p:spPr>
            <p:txBody>
              <a:bodyPr rtlCol="0" anchor="ctr"/>
              <a:lstStyle/>
              <a:p>
                <a:pPr rtl="0"/>
                <a:endParaRPr lang="en-US" dirty="0">
                  <a:solidFill>
                    <a:schemeClr val="tx1">
                      <a:lumMod val="75000"/>
                      <a:lumOff val="25000"/>
                    </a:schemeClr>
                  </a:solidFill>
                  <a:latin typeface="Segoe UI"/>
                </a:endParaRPr>
              </a:p>
            </p:txBody>
          </p:sp>
          <p:sp>
            <p:nvSpPr>
              <p:cNvPr id="150" name="data2">
                <a:extLst>
                  <a:ext uri="{FF2B5EF4-FFF2-40B4-BE49-F238E27FC236}">
                    <a16:creationId xmlns:a16="http://schemas.microsoft.com/office/drawing/2014/main" id="{5F3C1B40-05D4-F47D-678A-7E51266E79E9}"/>
                  </a:ext>
                  <a:ext uri="{C183D7F6-B498-43B3-948B-1728B52AA6E4}">
                    <adec:decorative xmlns:adec="http://schemas.microsoft.com/office/drawing/2017/decorative" val="1"/>
                  </a:ext>
                </a:extLst>
              </p:cNvPr>
              <p:cNvSpPr/>
              <p:nvPr/>
            </p:nvSpPr>
            <p:spPr>
              <a:xfrm>
                <a:off x="1937886" y="5408928"/>
                <a:ext cx="35207" cy="141891"/>
              </a:xfrm>
              <a:custGeom>
                <a:avLst/>
                <a:gdLst>
                  <a:gd name="connsiteX0" fmla="*/ 17603 w 35207"/>
                  <a:gd name="connsiteY0" fmla="*/ 0 h 141891"/>
                  <a:gd name="connsiteX1" fmla="*/ 35207 w 35207"/>
                  <a:gd name="connsiteY1" fmla="*/ 17604 h 141891"/>
                  <a:gd name="connsiteX2" fmla="*/ 35207 w 35207"/>
                  <a:gd name="connsiteY2" fmla="*/ 124289 h 141891"/>
                  <a:gd name="connsiteX3" fmla="*/ 17603 w 35207"/>
                  <a:gd name="connsiteY3" fmla="*/ 141892 h 141891"/>
                  <a:gd name="connsiteX4" fmla="*/ 0 w 35207"/>
                  <a:gd name="connsiteY4" fmla="*/ 124289 h 141891"/>
                  <a:gd name="connsiteX5" fmla="*/ 0 w 35207"/>
                  <a:gd name="connsiteY5" fmla="*/ 17604 h 141891"/>
                  <a:gd name="connsiteX6" fmla="*/ 17603 w 35207"/>
                  <a:gd name="connsiteY6" fmla="*/ 0 h 141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207" h="141891">
                    <a:moveTo>
                      <a:pt x="17603" y="0"/>
                    </a:moveTo>
                    <a:cubicBezTo>
                      <a:pt x="27292" y="0"/>
                      <a:pt x="35207" y="7916"/>
                      <a:pt x="35207" y="17604"/>
                    </a:cubicBezTo>
                    <a:lnTo>
                      <a:pt x="35207" y="124289"/>
                    </a:lnTo>
                    <a:cubicBezTo>
                      <a:pt x="35207" y="133976"/>
                      <a:pt x="27292" y="141892"/>
                      <a:pt x="17603" y="141892"/>
                    </a:cubicBezTo>
                    <a:cubicBezTo>
                      <a:pt x="7916" y="141892"/>
                      <a:pt x="0" y="133976"/>
                      <a:pt x="0" y="124289"/>
                    </a:cubicBezTo>
                    <a:lnTo>
                      <a:pt x="0" y="17604"/>
                    </a:lnTo>
                    <a:cubicBezTo>
                      <a:pt x="0" y="7916"/>
                      <a:pt x="7916" y="0"/>
                      <a:pt x="17603" y="0"/>
                    </a:cubicBezTo>
                    <a:close/>
                  </a:path>
                </a:pathLst>
              </a:custGeom>
              <a:solidFill>
                <a:srgbClr val="0078D4"/>
              </a:solidFill>
              <a:ln w="13996" cap="flat">
                <a:noFill/>
                <a:prstDash val="solid"/>
                <a:miter/>
              </a:ln>
            </p:spPr>
            <p:txBody>
              <a:bodyPr rtlCol="0" anchor="ctr"/>
              <a:lstStyle/>
              <a:p>
                <a:pPr rtl="0"/>
                <a:endParaRPr lang="en-US" dirty="0">
                  <a:solidFill>
                    <a:schemeClr val="tx1">
                      <a:lumMod val="75000"/>
                      <a:lumOff val="25000"/>
                    </a:schemeClr>
                  </a:solidFill>
                  <a:latin typeface="Segoe UI"/>
                </a:endParaRPr>
              </a:p>
            </p:txBody>
          </p:sp>
        </p:grpSp>
      </p:grpSp>
      <p:grpSp>
        <p:nvGrpSpPr>
          <p:cNvPr id="151" name="Group 99" descr="End-to-end development experience">
            <a:extLst>
              <a:ext uri="{FF2B5EF4-FFF2-40B4-BE49-F238E27FC236}">
                <a16:creationId xmlns:a16="http://schemas.microsoft.com/office/drawing/2014/main" id="{44121319-0341-5BAE-CF65-D0C6DD7FC9C9}"/>
              </a:ext>
            </a:extLst>
          </p:cNvPr>
          <p:cNvGrpSpPr/>
          <p:nvPr/>
        </p:nvGrpSpPr>
        <p:grpSpPr>
          <a:xfrm>
            <a:off x="627487" y="3217005"/>
            <a:ext cx="6023078" cy="754053"/>
            <a:chOff x="631722" y="2979158"/>
            <a:chExt cx="6023078" cy="754053"/>
          </a:xfrm>
        </p:grpSpPr>
        <p:sp>
          <p:nvSpPr>
            <p:cNvPr id="152" name="Title 1" descr="End-to-end development experience">
              <a:extLst>
                <a:ext uri="{FF2B5EF4-FFF2-40B4-BE49-F238E27FC236}">
                  <a16:creationId xmlns:a16="http://schemas.microsoft.com/office/drawing/2014/main" id="{F8F02BF0-97AB-56C0-E6F3-69C566D60601}"/>
                </a:ext>
              </a:extLst>
            </p:cNvPr>
            <p:cNvSpPr txBox="1">
              <a:spLocks/>
            </p:cNvSpPr>
            <p:nvPr/>
          </p:nvSpPr>
          <p:spPr>
            <a:xfrm>
              <a:off x="1537499" y="2979158"/>
              <a:ext cx="5117301" cy="754053"/>
            </a:xfrm>
            <a:prstGeom prst="rect">
              <a:avLst/>
            </a:prstGeom>
          </p:spPr>
          <p:txBody>
            <a:bodyPr vert="horz" wrap="square" lIns="0" tIns="0" rIns="0" bIns="0" rtlCol="0" anchor="t" anchorCtr="0">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a:lnSpc>
                  <a:spcPct val="100000"/>
                </a:lnSpc>
                <a:spcBef>
                  <a:spcPts val="0"/>
                </a:spcBef>
                <a:spcAft>
                  <a:spcPts val="600"/>
                </a:spcAft>
                <a:buClr>
                  <a:srgbClr val="50E6FF"/>
                </a:buClr>
                <a:buSzPct val="80000"/>
                <a:defRPr/>
              </a:pPr>
              <a:r>
                <a:rPr sz="1600" b="1" spc="0" dirty="0">
                  <a:ln>
                    <a:noFill/>
                  </a:ln>
                  <a:solidFill>
                    <a:schemeClr val="tx1">
                      <a:lumMod val="75000"/>
                      <a:lumOff val="25000"/>
                    </a:schemeClr>
                  </a:solidFill>
                  <a:latin typeface="Segoe UI Semibold"/>
                </a:rPr>
                <a:t>End-to-end development experience</a:t>
              </a:r>
            </a:p>
            <a:p>
              <a:pPr>
                <a:lnSpc>
                  <a:spcPct val="100000"/>
                </a:lnSpc>
                <a:spcBef>
                  <a:spcPts val="0"/>
                </a:spcBef>
                <a:spcAft>
                  <a:spcPts val="600"/>
                </a:spcAft>
                <a:buClr>
                  <a:srgbClr val="50E6FF"/>
                </a:buClr>
                <a:buSzPct val="80000"/>
                <a:defRPr/>
              </a:pPr>
              <a:r>
                <a:rPr sz="1400" spc="0" dirty="0">
                  <a:ln>
                    <a:noFill/>
                  </a:ln>
                  <a:solidFill>
                    <a:schemeClr val="tx1">
                      <a:lumMod val="75000"/>
                      <a:lumOff val="25000"/>
                    </a:schemeClr>
                  </a:solidFill>
                  <a:latin typeface="Segoe UI"/>
                  <a:cs typeface="Segoe UI Semilight"/>
                </a:rPr>
                <a:t>Complete, end-to-end development experience —from building and debugging locally</a:t>
              </a:r>
              <a:r>
                <a:rPr sz="1400" spc="0" dirty="0">
                  <a:solidFill>
                    <a:schemeClr val="tx1">
                      <a:lumMod val="75000"/>
                      <a:lumOff val="25000"/>
                    </a:schemeClr>
                  </a:solidFill>
                  <a:latin typeface="Segoe UI"/>
                  <a:cs typeface="Segoe UI Semilight"/>
                </a:rPr>
                <a:t> </a:t>
              </a:r>
              <a:r>
                <a:rPr sz="1400" spc="0" dirty="0">
                  <a:ln>
                    <a:noFill/>
                  </a:ln>
                  <a:solidFill>
                    <a:schemeClr val="tx1">
                      <a:lumMod val="75000"/>
                      <a:lumOff val="25000"/>
                    </a:schemeClr>
                  </a:solidFill>
                  <a:latin typeface="Segoe UI"/>
                  <a:cs typeface="Segoe UI Semilight"/>
                </a:rPr>
                <a:t>to deploying and monitoring in the cloud</a:t>
              </a:r>
            </a:p>
          </p:txBody>
        </p:sp>
        <p:grpSp>
          <p:nvGrpSpPr>
            <p:cNvPr id="153" name="app development">
              <a:extLst>
                <a:ext uri="{FF2B5EF4-FFF2-40B4-BE49-F238E27FC236}">
                  <a16:creationId xmlns:a16="http://schemas.microsoft.com/office/drawing/2014/main" id="{E8CC2CDD-7AD5-1FFC-791F-363AC569D516}"/>
                </a:ext>
                <a:ext uri="{C183D7F6-B498-43B3-948B-1728B52AA6E4}">
                  <adec:decorative xmlns:adec="http://schemas.microsoft.com/office/drawing/2017/decorative" val="1"/>
                </a:ext>
              </a:extLst>
            </p:cNvPr>
            <p:cNvGrpSpPr/>
            <p:nvPr/>
          </p:nvGrpSpPr>
          <p:grpSpPr>
            <a:xfrm>
              <a:off x="631722" y="3141482"/>
              <a:ext cx="661074" cy="398628"/>
              <a:chOff x="1619314" y="4920550"/>
              <a:chExt cx="500421" cy="301755"/>
            </a:xfrm>
          </p:grpSpPr>
          <p:sp>
            <p:nvSpPr>
              <p:cNvPr id="154" name="Freeform: Shape 102">
                <a:extLst>
                  <a:ext uri="{FF2B5EF4-FFF2-40B4-BE49-F238E27FC236}">
                    <a16:creationId xmlns:a16="http://schemas.microsoft.com/office/drawing/2014/main" id="{B302E422-9A6B-FD80-AF56-31394E9E057E}"/>
                  </a:ext>
                </a:extLst>
              </p:cNvPr>
              <p:cNvSpPr/>
              <p:nvPr/>
            </p:nvSpPr>
            <p:spPr>
              <a:xfrm>
                <a:off x="1974276" y="4920997"/>
                <a:ext cx="145459" cy="301308"/>
              </a:xfrm>
              <a:custGeom>
                <a:avLst/>
                <a:gdLst>
                  <a:gd name="connsiteX0" fmla="*/ 22237 w 145458"/>
                  <a:gd name="connsiteY0" fmla="*/ 300372 h 301307"/>
                  <a:gd name="connsiteX1" fmla="*/ 2089 w 145458"/>
                  <a:gd name="connsiteY1" fmla="*/ 283378 h 301307"/>
                  <a:gd name="connsiteX2" fmla="*/ 111941 w 145458"/>
                  <a:gd name="connsiteY2" fmla="*/ 153201 h 301307"/>
                  <a:gd name="connsiteX3" fmla="*/ 5505 w 145458"/>
                  <a:gd name="connsiteY3" fmla="*/ 18383 h 301307"/>
                  <a:gd name="connsiteX4" fmla="*/ 26092 w 145458"/>
                  <a:gd name="connsiteY4" fmla="*/ 2089 h 301307"/>
                  <a:gd name="connsiteX5" fmla="*/ 145843 w 145458"/>
                  <a:gd name="connsiteY5" fmla="*/ 153727 h 301307"/>
                  <a:gd name="connsiteX6" fmla="*/ 22237 w 145458"/>
                  <a:gd name="connsiteY6" fmla="*/ 300372 h 301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458" h="301307">
                    <a:moveTo>
                      <a:pt x="22237" y="300372"/>
                    </a:moveTo>
                    <a:lnTo>
                      <a:pt x="2089" y="283378"/>
                    </a:lnTo>
                    <a:lnTo>
                      <a:pt x="111941" y="153201"/>
                    </a:lnTo>
                    <a:lnTo>
                      <a:pt x="5505" y="18383"/>
                    </a:lnTo>
                    <a:lnTo>
                      <a:pt x="26092" y="2089"/>
                    </a:lnTo>
                    <a:lnTo>
                      <a:pt x="145843" y="153727"/>
                    </a:lnTo>
                    <a:lnTo>
                      <a:pt x="22237" y="300372"/>
                    </a:lnTo>
                    <a:close/>
                  </a:path>
                </a:pathLst>
              </a:custGeom>
              <a:solidFill>
                <a:srgbClr val="0078D4"/>
              </a:solidFill>
              <a:ln w="5106" cap="flat">
                <a:noFill/>
                <a:prstDash val="solid"/>
                <a:miter/>
              </a:ln>
            </p:spPr>
            <p:txBody>
              <a:bodyPr rtlCol="0" anchor="ctr"/>
              <a:lstStyle/>
              <a:p>
                <a:pPr rtl="0"/>
                <a:endParaRPr lang="en-US" dirty="0">
                  <a:solidFill>
                    <a:schemeClr val="tx1">
                      <a:lumMod val="75000"/>
                      <a:lumOff val="25000"/>
                    </a:schemeClr>
                  </a:solidFill>
                  <a:latin typeface="Segoe UI"/>
                </a:endParaRPr>
              </a:p>
            </p:txBody>
          </p:sp>
          <p:sp>
            <p:nvSpPr>
              <p:cNvPr id="155" name="Freeform: Shape 103">
                <a:extLst>
                  <a:ext uri="{FF2B5EF4-FFF2-40B4-BE49-F238E27FC236}">
                    <a16:creationId xmlns:a16="http://schemas.microsoft.com/office/drawing/2014/main" id="{835EAFE5-F2D8-F52F-99DC-25388C911624}"/>
                  </a:ext>
                </a:extLst>
              </p:cNvPr>
              <p:cNvSpPr/>
              <p:nvPr/>
            </p:nvSpPr>
            <p:spPr>
              <a:xfrm>
                <a:off x="1619314" y="4920550"/>
                <a:ext cx="145459" cy="301308"/>
              </a:xfrm>
              <a:custGeom>
                <a:avLst/>
                <a:gdLst>
                  <a:gd name="connsiteX0" fmla="*/ 121840 w 145458"/>
                  <a:gd name="connsiteY0" fmla="*/ 300285 h 301307"/>
                  <a:gd name="connsiteX1" fmla="*/ 2089 w 145458"/>
                  <a:gd name="connsiteY1" fmla="*/ 148734 h 301307"/>
                  <a:gd name="connsiteX2" fmla="*/ 125782 w 145458"/>
                  <a:gd name="connsiteY2" fmla="*/ 2089 h 301307"/>
                  <a:gd name="connsiteX3" fmla="*/ 145843 w 145458"/>
                  <a:gd name="connsiteY3" fmla="*/ 18996 h 301307"/>
                  <a:gd name="connsiteX4" fmla="*/ 35991 w 145458"/>
                  <a:gd name="connsiteY4" fmla="*/ 149260 h 301307"/>
                  <a:gd name="connsiteX5" fmla="*/ 142427 w 145458"/>
                  <a:gd name="connsiteY5" fmla="*/ 283991 h 301307"/>
                  <a:gd name="connsiteX6" fmla="*/ 121840 w 145458"/>
                  <a:gd name="connsiteY6" fmla="*/ 300285 h 301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458" h="301307">
                    <a:moveTo>
                      <a:pt x="121840" y="300285"/>
                    </a:moveTo>
                    <a:lnTo>
                      <a:pt x="2089" y="148734"/>
                    </a:lnTo>
                    <a:lnTo>
                      <a:pt x="125782" y="2089"/>
                    </a:lnTo>
                    <a:lnTo>
                      <a:pt x="145843" y="18996"/>
                    </a:lnTo>
                    <a:lnTo>
                      <a:pt x="35991" y="149260"/>
                    </a:lnTo>
                    <a:lnTo>
                      <a:pt x="142427" y="283991"/>
                    </a:lnTo>
                    <a:lnTo>
                      <a:pt x="121840" y="300285"/>
                    </a:lnTo>
                    <a:close/>
                  </a:path>
                </a:pathLst>
              </a:custGeom>
              <a:solidFill>
                <a:srgbClr val="0078D4"/>
              </a:solidFill>
              <a:ln w="5106" cap="flat">
                <a:noFill/>
                <a:prstDash val="solid"/>
                <a:miter/>
              </a:ln>
            </p:spPr>
            <p:txBody>
              <a:bodyPr rtlCol="0" anchor="ctr"/>
              <a:lstStyle/>
              <a:p>
                <a:pPr rtl="0"/>
                <a:endParaRPr lang="en-US" dirty="0">
                  <a:solidFill>
                    <a:schemeClr val="tx1">
                      <a:lumMod val="75000"/>
                      <a:lumOff val="25000"/>
                    </a:schemeClr>
                  </a:solidFill>
                  <a:latin typeface="Segoe UI"/>
                </a:endParaRPr>
              </a:p>
            </p:txBody>
          </p:sp>
          <p:sp>
            <p:nvSpPr>
              <p:cNvPr id="156" name="Freeform: Shape 104">
                <a:extLst>
                  <a:ext uri="{FF2B5EF4-FFF2-40B4-BE49-F238E27FC236}">
                    <a16:creationId xmlns:a16="http://schemas.microsoft.com/office/drawing/2014/main" id="{B7F2B212-6165-67BE-4168-60C7AAFCE35E}"/>
                  </a:ext>
                </a:extLst>
              </p:cNvPr>
              <p:cNvSpPr/>
              <p:nvPr/>
            </p:nvSpPr>
            <p:spPr>
              <a:xfrm>
                <a:off x="1824169" y="5026804"/>
                <a:ext cx="93509" cy="93509"/>
              </a:xfrm>
              <a:custGeom>
                <a:avLst/>
                <a:gdLst>
                  <a:gd name="connsiteX0" fmla="*/ 48693 w 93509"/>
                  <a:gd name="connsiteY0" fmla="*/ 95297 h 93509"/>
                  <a:gd name="connsiteX1" fmla="*/ 95297 w 93509"/>
                  <a:gd name="connsiteY1" fmla="*/ 48693 h 93509"/>
                  <a:gd name="connsiteX2" fmla="*/ 48693 w 93509"/>
                  <a:gd name="connsiteY2" fmla="*/ 2089 h 93509"/>
                  <a:gd name="connsiteX3" fmla="*/ 2089 w 93509"/>
                  <a:gd name="connsiteY3" fmla="*/ 48693 h 93509"/>
                  <a:gd name="connsiteX4" fmla="*/ 48693 w 93509"/>
                  <a:gd name="connsiteY4" fmla="*/ 95297 h 93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09" h="93509">
                    <a:moveTo>
                      <a:pt x="48693" y="95297"/>
                    </a:moveTo>
                    <a:cubicBezTo>
                      <a:pt x="74432" y="95297"/>
                      <a:pt x="95297" y="74431"/>
                      <a:pt x="95297" y="48693"/>
                    </a:cubicBezTo>
                    <a:cubicBezTo>
                      <a:pt x="95297" y="22954"/>
                      <a:pt x="74432" y="2089"/>
                      <a:pt x="48693" y="2089"/>
                    </a:cubicBezTo>
                    <a:cubicBezTo>
                      <a:pt x="22954" y="2089"/>
                      <a:pt x="2089" y="22954"/>
                      <a:pt x="2089" y="48693"/>
                    </a:cubicBezTo>
                    <a:cubicBezTo>
                      <a:pt x="2089" y="74431"/>
                      <a:pt x="22954" y="95297"/>
                      <a:pt x="48693" y="95297"/>
                    </a:cubicBezTo>
                    <a:close/>
                  </a:path>
                </a:pathLst>
              </a:custGeom>
              <a:solidFill>
                <a:srgbClr val="50E6FF"/>
              </a:solidFill>
              <a:ln w="5106" cap="flat">
                <a:noFill/>
                <a:prstDash val="solid"/>
                <a:miter/>
              </a:ln>
            </p:spPr>
            <p:txBody>
              <a:bodyPr rtlCol="0" anchor="ctr"/>
              <a:lstStyle/>
              <a:p>
                <a:pPr rtl="0"/>
                <a:endParaRPr lang="en-US" dirty="0">
                  <a:solidFill>
                    <a:schemeClr val="tx1">
                      <a:lumMod val="75000"/>
                      <a:lumOff val="25000"/>
                    </a:schemeClr>
                  </a:solidFill>
                  <a:latin typeface="Segoe UI"/>
                </a:endParaRPr>
              </a:p>
            </p:txBody>
          </p:sp>
          <p:sp>
            <p:nvSpPr>
              <p:cNvPr id="157" name="Freeform: Shape 105">
                <a:extLst>
                  <a:ext uri="{FF2B5EF4-FFF2-40B4-BE49-F238E27FC236}">
                    <a16:creationId xmlns:a16="http://schemas.microsoft.com/office/drawing/2014/main" id="{C964A39B-BCD0-A518-6718-20526F10CAAF}"/>
                  </a:ext>
                </a:extLst>
              </p:cNvPr>
              <p:cNvSpPr/>
              <p:nvPr/>
            </p:nvSpPr>
            <p:spPr>
              <a:xfrm>
                <a:off x="1746245" y="4950259"/>
                <a:ext cx="249358" cy="244163"/>
              </a:xfrm>
              <a:custGeom>
                <a:avLst/>
                <a:gdLst>
                  <a:gd name="connsiteX0" fmla="*/ 245797 w 249358"/>
                  <a:gd name="connsiteY0" fmla="*/ 108787 h 244163"/>
                  <a:gd name="connsiteX1" fmla="*/ 210581 w 249358"/>
                  <a:gd name="connsiteY1" fmla="*/ 104670 h 244163"/>
                  <a:gd name="connsiteX2" fmla="*/ 209530 w 249358"/>
                  <a:gd name="connsiteY2" fmla="*/ 101079 h 244163"/>
                  <a:gd name="connsiteX3" fmla="*/ 201207 w 249358"/>
                  <a:gd name="connsiteY3" fmla="*/ 81631 h 244163"/>
                  <a:gd name="connsiteX4" fmla="*/ 199280 w 249358"/>
                  <a:gd name="connsiteY4" fmla="*/ 78302 h 244163"/>
                  <a:gd name="connsiteX5" fmla="*/ 218114 w 249358"/>
                  <a:gd name="connsiteY5" fmla="*/ 54562 h 244163"/>
                  <a:gd name="connsiteX6" fmla="*/ 218377 w 249358"/>
                  <a:gd name="connsiteY6" fmla="*/ 48868 h 244163"/>
                  <a:gd name="connsiteX7" fmla="*/ 200156 w 249358"/>
                  <a:gd name="connsiteY7" fmla="*/ 30647 h 244163"/>
                  <a:gd name="connsiteX8" fmla="*/ 194462 w 249358"/>
                  <a:gd name="connsiteY8" fmla="*/ 30909 h 244163"/>
                  <a:gd name="connsiteX9" fmla="*/ 170109 w 249358"/>
                  <a:gd name="connsiteY9" fmla="*/ 50182 h 244163"/>
                  <a:gd name="connsiteX10" fmla="*/ 166868 w 249358"/>
                  <a:gd name="connsiteY10" fmla="*/ 48430 h 244163"/>
                  <a:gd name="connsiteX11" fmla="*/ 147945 w 249358"/>
                  <a:gd name="connsiteY11" fmla="*/ 41159 h 244163"/>
                  <a:gd name="connsiteX12" fmla="*/ 144179 w 249358"/>
                  <a:gd name="connsiteY12" fmla="*/ 40195 h 244163"/>
                  <a:gd name="connsiteX13" fmla="*/ 140237 w 249358"/>
                  <a:gd name="connsiteY13" fmla="*/ 6293 h 244163"/>
                  <a:gd name="connsiteX14" fmla="*/ 136382 w 249358"/>
                  <a:gd name="connsiteY14" fmla="*/ 2089 h 244163"/>
                  <a:gd name="connsiteX15" fmla="*/ 110627 w 249358"/>
                  <a:gd name="connsiteY15" fmla="*/ 2089 h 244163"/>
                  <a:gd name="connsiteX16" fmla="*/ 106773 w 249358"/>
                  <a:gd name="connsiteY16" fmla="*/ 6293 h 244163"/>
                  <a:gd name="connsiteX17" fmla="*/ 102656 w 249358"/>
                  <a:gd name="connsiteY17" fmla="*/ 41422 h 244163"/>
                  <a:gd name="connsiteX18" fmla="*/ 99239 w 249358"/>
                  <a:gd name="connsiteY18" fmla="*/ 42561 h 244163"/>
                  <a:gd name="connsiteX19" fmla="*/ 81544 w 249358"/>
                  <a:gd name="connsiteY19" fmla="*/ 50707 h 244163"/>
                  <a:gd name="connsiteX20" fmla="*/ 78215 w 249358"/>
                  <a:gd name="connsiteY20" fmla="*/ 52722 h 244163"/>
                  <a:gd name="connsiteX21" fmla="*/ 52022 w 249358"/>
                  <a:gd name="connsiteY21" fmla="*/ 32049 h 244163"/>
                  <a:gd name="connsiteX22" fmla="*/ 46328 w 249358"/>
                  <a:gd name="connsiteY22" fmla="*/ 31786 h 244163"/>
                  <a:gd name="connsiteX23" fmla="*/ 28107 w 249358"/>
                  <a:gd name="connsiteY23" fmla="*/ 50006 h 244163"/>
                  <a:gd name="connsiteX24" fmla="*/ 28369 w 249358"/>
                  <a:gd name="connsiteY24" fmla="*/ 55701 h 244163"/>
                  <a:gd name="connsiteX25" fmla="*/ 50007 w 249358"/>
                  <a:gd name="connsiteY25" fmla="*/ 83120 h 244163"/>
                  <a:gd name="connsiteX26" fmla="*/ 48430 w 249358"/>
                  <a:gd name="connsiteY26" fmla="*/ 86361 h 244163"/>
                  <a:gd name="connsiteX27" fmla="*/ 42561 w 249358"/>
                  <a:gd name="connsiteY27" fmla="*/ 101254 h 244163"/>
                  <a:gd name="connsiteX28" fmla="*/ 41510 w 249358"/>
                  <a:gd name="connsiteY28" fmla="*/ 104845 h 244163"/>
                  <a:gd name="connsiteX29" fmla="*/ 6294 w 249358"/>
                  <a:gd name="connsiteY29" fmla="*/ 108963 h 244163"/>
                  <a:gd name="connsiteX30" fmla="*/ 2089 w 249358"/>
                  <a:gd name="connsiteY30" fmla="*/ 112817 h 244163"/>
                  <a:gd name="connsiteX31" fmla="*/ 2089 w 249358"/>
                  <a:gd name="connsiteY31" fmla="*/ 138572 h 244163"/>
                  <a:gd name="connsiteX32" fmla="*/ 6294 w 249358"/>
                  <a:gd name="connsiteY32" fmla="*/ 142426 h 244163"/>
                  <a:gd name="connsiteX33" fmla="*/ 41597 w 249358"/>
                  <a:gd name="connsiteY33" fmla="*/ 146544 h 244163"/>
                  <a:gd name="connsiteX34" fmla="*/ 42648 w 249358"/>
                  <a:gd name="connsiteY34" fmla="*/ 150135 h 244163"/>
                  <a:gd name="connsiteX35" fmla="*/ 48518 w 249358"/>
                  <a:gd name="connsiteY35" fmla="*/ 164765 h 244163"/>
                  <a:gd name="connsiteX36" fmla="*/ 50182 w 249358"/>
                  <a:gd name="connsiteY36" fmla="*/ 168006 h 244163"/>
                  <a:gd name="connsiteX37" fmla="*/ 28369 w 249358"/>
                  <a:gd name="connsiteY37" fmla="*/ 195600 h 244163"/>
                  <a:gd name="connsiteX38" fmla="*/ 28107 w 249358"/>
                  <a:gd name="connsiteY38" fmla="*/ 201295 h 244163"/>
                  <a:gd name="connsiteX39" fmla="*/ 46328 w 249358"/>
                  <a:gd name="connsiteY39" fmla="*/ 219516 h 244163"/>
                  <a:gd name="connsiteX40" fmla="*/ 52022 w 249358"/>
                  <a:gd name="connsiteY40" fmla="*/ 219253 h 244163"/>
                  <a:gd name="connsiteX41" fmla="*/ 78565 w 249358"/>
                  <a:gd name="connsiteY41" fmla="*/ 198229 h 244163"/>
                  <a:gd name="connsiteX42" fmla="*/ 81894 w 249358"/>
                  <a:gd name="connsiteY42" fmla="*/ 200244 h 244163"/>
                  <a:gd name="connsiteX43" fmla="*/ 98888 w 249358"/>
                  <a:gd name="connsiteY43" fmla="*/ 207952 h 244163"/>
                  <a:gd name="connsiteX44" fmla="*/ 102305 w 249358"/>
                  <a:gd name="connsiteY44" fmla="*/ 209091 h 244163"/>
                  <a:gd name="connsiteX45" fmla="*/ 106247 w 249358"/>
                  <a:gd name="connsiteY45" fmla="*/ 242818 h 244163"/>
                  <a:gd name="connsiteX46" fmla="*/ 110102 w 249358"/>
                  <a:gd name="connsiteY46" fmla="*/ 247023 h 244163"/>
                  <a:gd name="connsiteX47" fmla="*/ 135857 w 249358"/>
                  <a:gd name="connsiteY47" fmla="*/ 247023 h 244163"/>
                  <a:gd name="connsiteX48" fmla="*/ 139711 w 249358"/>
                  <a:gd name="connsiteY48" fmla="*/ 242818 h 244163"/>
                  <a:gd name="connsiteX49" fmla="*/ 143478 w 249358"/>
                  <a:gd name="connsiteY49" fmla="*/ 210581 h 244163"/>
                  <a:gd name="connsiteX50" fmla="*/ 147245 w 249358"/>
                  <a:gd name="connsiteY50" fmla="*/ 209617 h 244163"/>
                  <a:gd name="connsiteX51" fmla="*/ 166167 w 249358"/>
                  <a:gd name="connsiteY51" fmla="*/ 202433 h 244163"/>
                  <a:gd name="connsiteX52" fmla="*/ 169408 w 249358"/>
                  <a:gd name="connsiteY52" fmla="*/ 200769 h 244163"/>
                  <a:gd name="connsiteX53" fmla="*/ 193411 w 249358"/>
                  <a:gd name="connsiteY53" fmla="*/ 219779 h 244163"/>
                  <a:gd name="connsiteX54" fmla="*/ 199105 w 249358"/>
                  <a:gd name="connsiteY54" fmla="*/ 220042 h 244163"/>
                  <a:gd name="connsiteX55" fmla="*/ 217326 w 249358"/>
                  <a:gd name="connsiteY55" fmla="*/ 201820 h 244163"/>
                  <a:gd name="connsiteX56" fmla="*/ 217063 w 249358"/>
                  <a:gd name="connsiteY56" fmla="*/ 196126 h 244163"/>
                  <a:gd name="connsiteX57" fmla="*/ 198755 w 249358"/>
                  <a:gd name="connsiteY57" fmla="*/ 172999 h 244163"/>
                  <a:gd name="connsiteX58" fmla="*/ 200769 w 249358"/>
                  <a:gd name="connsiteY58" fmla="*/ 169670 h 244163"/>
                  <a:gd name="connsiteX59" fmla="*/ 209355 w 249358"/>
                  <a:gd name="connsiteY59" fmla="*/ 150135 h 244163"/>
                  <a:gd name="connsiteX60" fmla="*/ 210405 w 249358"/>
                  <a:gd name="connsiteY60" fmla="*/ 146544 h 244163"/>
                  <a:gd name="connsiteX61" fmla="*/ 245797 w 249358"/>
                  <a:gd name="connsiteY61" fmla="*/ 142426 h 244163"/>
                  <a:gd name="connsiteX62" fmla="*/ 250001 w 249358"/>
                  <a:gd name="connsiteY62" fmla="*/ 138572 h 244163"/>
                  <a:gd name="connsiteX63" fmla="*/ 250001 w 249358"/>
                  <a:gd name="connsiteY63" fmla="*/ 112817 h 244163"/>
                  <a:gd name="connsiteX64" fmla="*/ 245797 w 249358"/>
                  <a:gd name="connsiteY64" fmla="*/ 108787 h 244163"/>
                  <a:gd name="connsiteX65" fmla="*/ 125958 w 249358"/>
                  <a:gd name="connsiteY65" fmla="*/ 183161 h 244163"/>
                  <a:gd name="connsiteX66" fmla="*/ 68053 w 249358"/>
                  <a:gd name="connsiteY66" fmla="*/ 125256 h 244163"/>
                  <a:gd name="connsiteX67" fmla="*/ 125958 w 249358"/>
                  <a:gd name="connsiteY67" fmla="*/ 67352 h 244163"/>
                  <a:gd name="connsiteX68" fmla="*/ 183862 w 249358"/>
                  <a:gd name="connsiteY68" fmla="*/ 125256 h 244163"/>
                  <a:gd name="connsiteX69" fmla="*/ 125958 w 249358"/>
                  <a:gd name="connsiteY69" fmla="*/ 183161 h 244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249358" h="244163">
                    <a:moveTo>
                      <a:pt x="245797" y="108787"/>
                    </a:moveTo>
                    <a:lnTo>
                      <a:pt x="210581" y="104670"/>
                    </a:lnTo>
                    <a:lnTo>
                      <a:pt x="209530" y="101079"/>
                    </a:lnTo>
                    <a:cubicBezTo>
                      <a:pt x="207602" y="94333"/>
                      <a:pt x="204799" y="87763"/>
                      <a:pt x="201207" y="81631"/>
                    </a:cubicBezTo>
                    <a:lnTo>
                      <a:pt x="199280" y="78302"/>
                    </a:lnTo>
                    <a:lnTo>
                      <a:pt x="218114" y="54562"/>
                    </a:lnTo>
                    <a:cubicBezTo>
                      <a:pt x="219604" y="52635"/>
                      <a:pt x="219692" y="50182"/>
                      <a:pt x="218377" y="48868"/>
                    </a:cubicBezTo>
                    <a:lnTo>
                      <a:pt x="200156" y="30647"/>
                    </a:lnTo>
                    <a:cubicBezTo>
                      <a:pt x="198755" y="29245"/>
                      <a:pt x="196302" y="29333"/>
                      <a:pt x="194462" y="30909"/>
                    </a:cubicBezTo>
                    <a:lnTo>
                      <a:pt x="170109" y="50182"/>
                    </a:lnTo>
                    <a:lnTo>
                      <a:pt x="166868" y="48430"/>
                    </a:lnTo>
                    <a:cubicBezTo>
                      <a:pt x="161086" y="45364"/>
                      <a:pt x="154691" y="42911"/>
                      <a:pt x="147945" y="41159"/>
                    </a:cubicBezTo>
                    <a:lnTo>
                      <a:pt x="144179" y="40195"/>
                    </a:lnTo>
                    <a:lnTo>
                      <a:pt x="140237" y="6293"/>
                    </a:lnTo>
                    <a:cubicBezTo>
                      <a:pt x="139974" y="3928"/>
                      <a:pt x="138309" y="2089"/>
                      <a:pt x="136382" y="2089"/>
                    </a:cubicBezTo>
                    <a:lnTo>
                      <a:pt x="110627" y="2089"/>
                    </a:lnTo>
                    <a:cubicBezTo>
                      <a:pt x="108700" y="2089"/>
                      <a:pt x="107036" y="3928"/>
                      <a:pt x="106773" y="6293"/>
                    </a:cubicBezTo>
                    <a:lnTo>
                      <a:pt x="102656" y="41422"/>
                    </a:lnTo>
                    <a:lnTo>
                      <a:pt x="99239" y="42561"/>
                    </a:lnTo>
                    <a:cubicBezTo>
                      <a:pt x="93195" y="44488"/>
                      <a:pt x="87238" y="47203"/>
                      <a:pt x="81544" y="50707"/>
                    </a:cubicBezTo>
                    <a:lnTo>
                      <a:pt x="78215" y="52722"/>
                    </a:lnTo>
                    <a:lnTo>
                      <a:pt x="52022" y="32049"/>
                    </a:lnTo>
                    <a:cubicBezTo>
                      <a:pt x="50095" y="30559"/>
                      <a:pt x="47642" y="30471"/>
                      <a:pt x="46328" y="31786"/>
                    </a:cubicBezTo>
                    <a:lnTo>
                      <a:pt x="28107" y="50006"/>
                    </a:lnTo>
                    <a:cubicBezTo>
                      <a:pt x="26705" y="51408"/>
                      <a:pt x="26880" y="53861"/>
                      <a:pt x="28369" y="55701"/>
                    </a:cubicBezTo>
                    <a:lnTo>
                      <a:pt x="50007" y="83120"/>
                    </a:lnTo>
                    <a:lnTo>
                      <a:pt x="48430" y="86361"/>
                    </a:lnTo>
                    <a:cubicBezTo>
                      <a:pt x="45977" y="91180"/>
                      <a:pt x="44050" y="96173"/>
                      <a:pt x="42561" y="101254"/>
                    </a:cubicBezTo>
                    <a:lnTo>
                      <a:pt x="41510" y="104845"/>
                    </a:lnTo>
                    <a:lnTo>
                      <a:pt x="6294" y="108963"/>
                    </a:lnTo>
                    <a:cubicBezTo>
                      <a:pt x="3929" y="109225"/>
                      <a:pt x="2089" y="110890"/>
                      <a:pt x="2089" y="112817"/>
                    </a:cubicBezTo>
                    <a:lnTo>
                      <a:pt x="2089" y="138572"/>
                    </a:lnTo>
                    <a:cubicBezTo>
                      <a:pt x="2089" y="140499"/>
                      <a:pt x="3929" y="142163"/>
                      <a:pt x="6294" y="142426"/>
                    </a:cubicBezTo>
                    <a:lnTo>
                      <a:pt x="41597" y="146544"/>
                    </a:lnTo>
                    <a:lnTo>
                      <a:pt x="42648" y="150135"/>
                    </a:lnTo>
                    <a:cubicBezTo>
                      <a:pt x="44138" y="155041"/>
                      <a:pt x="46065" y="160034"/>
                      <a:pt x="48518" y="164765"/>
                    </a:cubicBezTo>
                    <a:lnTo>
                      <a:pt x="50182" y="168006"/>
                    </a:lnTo>
                    <a:lnTo>
                      <a:pt x="28369" y="195600"/>
                    </a:lnTo>
                    <a:cubicBezTo>
                      <a:pt x="26880" y="197528"/>
                      <a:pt x="26793" y="199981"/>
                      <a:pt x="28107" y="201295"/>
                    </a:cubicBezTo>
                    <a:lnTo>
                      <a:pt x="46328" y="219516"/>
                    </a:lnTo>
                    <a:cubicBezTo>
                      <a:pt x="47730" y="220918"/>
                      <a:pt x="50182" y="220742"/>
                      <a:pt x="52022" y="219253"/>
                    </a:cubicBezTo>
                    <a:lnTo>
                      <a:pt x="78565" y="198229"/>
                    </a:lnTo>
                    <a:lnTo>
                      <a:pt x="81894" y="200244"/>
                    </a:lnTo>
                    <a:cubicBezTo>
                      <a:pt x="87326" y="203485"/>
                      <a:pt x="93107" y="206113"/>
                      <a:pt x="98888" y="207952"/>
                    </a:cubicBezTo>
                    <a:lnTo>
                      <a:pt x="102305" y="209091"/>
                    </a:lnTo>
                    <a:lnTo>
                      <a:pt x="106247" y="242818"/>
                    </a:lnTo>
                    <a:cubicBezTo>
                      <a:pt x="106510" y="245183"/>
                      <a:pt x="108174" y="247023"/>
                      <a:pt x="110102" y="247023"/>
                    </a:cubicBezTo>
                    <a:lnTo>
                      <a:pt x="135857" y="247023"/>
                    </a:lnTo>
                    <a:cubicBezTo>
                      <a:pt x="137784" y="247023"/>
                      <a:pt x="139448" y="245183"/>
                      <a:pt x="139711" y="242818"/>
                    </a:cubicBezTo>
                    <a:lnTo>
                      <a:pt x="143478" y="210581"/>
                    </a:lnTo>
                    <a:lnTo>
                      <a:pt x="147245" y="209617"/>
                    </a:lnTo>
                    <a:cubicBezTo>
                      <a:pt x="153903" y="207952"/>
                      <a:pt x="160298" y="205499"/>
                      <a:pt x="166167" y="202433"/>
                    </a:cubicBezTo>
                    <a:lnTo>
                      <a:pt x="169408" y="200769"/>
                    </a:lnTo>
                    <a:lnTo>
                      <a:pt x="193411" y="219779"/>
                    </a:lnTo>
                    <a:cubicBezTo>
                      <a:pt x="195338" y="221268"/>
                      <a:pt x="197791" y="221355"/>
                      <a:pt x="199105" y="220042"/>
                    </a:cubicBezTo>
                    <a:lnTo>
                      <a:pt x="217326" y="201820"/>
                    </a:lnTo>
                    <a:cubicBezTo>
                      <a:pt x="218728" y="200419"/>
                      <a:pt x="218640" y="197966"/>
                      <a:pt x="217063" y="196126"/>
                    </a:cubicBezTo>
                    <a:lnTo>
                      <a:pt x="198755" y="172999"/>
                    </a:lnTo>
                    <a:lnTo>
                      <a:pt x="200769" y="169670"/>
                    </a:lnTo>
                    <a:cubicBezTo>
                      <a:pt x="204536" y="163363"/>
                      <a:pt x="207427" y="156793"/>
                      <a:pt x="209355" y="150135"/>
                    </a:cubicBezTo>
                    <a:lnTo>
                      <a:pt x="210405" y="146544"/>
                    </a:lnTo>
                    <a:lnTo>
                      <a:pt x="245797" y="142426"/>
                    </a:lnTo>
                    <a:cubicBezTo>
                      <a:pt x="248162" y="142163"/>
                      <a:pt x="250001" y="140499"/>
                      <a:pt x="250001" y="138572"/>
                    </a:cubicBezTo>
                    <a:lnTo>
                      <a:pt x="250001" y="112817"/>
                    </a:lnTo>
                    <a:cubicBezTo>
                      <a:pt x="250001" y="110715"/>
                      <a:pt x="248162" y="109050"/>
                      <a:pt x="245797" y="108787"/>
                    </a:cubicBezTo>
                    <a:close/>
                    <a:moveTo>
                      <a:pt x="125958" y="183161"/>
                    </a:moveTo>
                    <a:cubicBezTo>
                      <a:pt x="93983" y="183161"/>
                      <a:pt x="68053" y="157144"/>
                      <a:pt x="68053" y="125256"/>
                    </a:cubicBezTo>
                    <a:cubicBezTo>
                      <a:pt x="68053" y="93282"/>
                      <a:pt x="94071" y="67352"/>
                      <a:pt x="125958" y="67352"/>
                    </a:cubicBezTo>
                    <a:cubicBezTo>
                      <a:pt x="157844" y="67352"/>
                      <a:pt x="183862" y="93369"/>
                      <a:pt x="183862" y="125256"/>
                    </a:cubicBezTo>
                    <a:cubicBezTo>
                      <a:pt x="183862" y="157144"/>
                      <a:pt x="157844" y="183161"/>
                      <a:pt x="125958" y="183161"/>
                    </a:cubicBezTo>
                    <a:close/>
                  </a:path>
                </a:pathLst>
              </a:custGeom>
              <a:solidFill>
                <a:srgbClr val="0078D7"/>
              </a:solidFill>
              <a:ln w="5106" cap="flat">
                <a:noFill/>
                <a:prstDash val="solid"/>
                <a:miter/>
              </a:ln>
            </p:spPr>
            <p:txBody>
              <a:bodyPr rtlCol="0" anchor="ctr"/>
              <a:lstStyle/>
              <a:p>
                <a:pPr rtl="0"/>
                <a:endParaRPr lang="en-US" dirty="0">
                  <a:solidFill>
                    <a:schemeClr val="tx1">
                      <a:lumMod val="75000"/>
                      <a:lumOff val="25000"/>
                    </a:schemeClr>
                  </a:solidFill>
                  <a:latin typeface="Segoe UI"/>
                </a:endParaRPr>
              </a:p>
            </p:txBody>
          </p:sp>
        </p:grpSp>
      </p:grpSp>
      <p:grpSp>
        <p:nvGrpSpPr>
          <p:cNvPr id="158" name="Group 106" descr="Streamlined build and deployment">
            <a:extLst>
              <a:ext uri="{FF2B5EF4-FFF2-40B4-BE49-F238E27FC236}">
                <a16:creationId xmlns:a16="http://schemas.microsoft.com/office/drawing/2014/main" id="{B7D1CAC9-F0DC-1702-1682-C4EABB479C17}"/>
              </a:ext>
            </a:extLst>
          </p:cNvPr>
          <p:cNvGrpSpPr/>
          <p:nvPr/>
        </p:nvGrpSpPr>
        <p:grpSpPr>
          <a:xfrm>
            <a:off x="769027" y="4265979"/>
            <a:ext cx="5881538" cy="754053"/>
            <a:chOff x="773262" y="4120607"/>
            <a:chExt cx="5881538" cy="754053"/>
          </a:xfrm>
        </p:grpSpPr>
        <p:sp>
          <p:nvSpPr>
            <p:cNvPr id="159" name="Title 1" descr="Streamlined build and deployment">
              <a:extLst>
                <a:ext uri="{FF2B5EF4-FFF2-40B4-BE49-F238E27FC236}">
                  <a16:creationId xmlns:a16="http://schemas.microsoft.com/office/drawing/2014/main" id="{87149261-56AC-60D9-E1BF-ADB335F89ED0}"/>
                </a:ext>
              </a:extLst>
            </p:cNvPr>
            <p:cNvSpPr txBox="1">
              <a:spLocks/>
            </p:cNvSpPr>
            <p:nvPr/>
          </p:nvSpPr>
          <p:spPr>
            <a:xfrm>
              <a:off x="1537499" y="4120607"/>
              <a:ext cx="5117301" cy="754053"/>
            </a:xfrm>
            <a:prstGeom prst="rect">
              <a:avLst/>
            </a:prstGeom>
          </p:spPr>
          <p:txBody>
            <a:bodyPr vert="horz" wrap="square" lIns="0" tIns="0" rIns="0" bIns="0" rtlCol="0" anchor="t" anchorCtr="0">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100000"/>
                </a:lnSpc>
                <a:spcBef>
                  <a:spcPts val="0"/>
                </a:spcBef>
                <a:spcAft>
                  <a:spcPts val="600"/>
                </a:spcAft>
                <a:buClr>
                  <a:srgbClr val="50E6FF"/>
                </a:buClr>
                <a:buSzPct val="80000"/>
                <a:buFontTx/>
                <a:buNone/>
                <a:tabLst/>
                <a:defRPr/>
              </a:pPr>
              <a:r>
                <a:rPr kumimoji="0" lang="en-US" sz="1600" b="1" i="0" u="none" strike="noStrike" kern="1200" cap="none" spc="0" normalizeH="0" baseline="0" noProof="0" dirty="0">
                  <a:ln>
                    <a:noFill/>
                  </a:ln>
                  <a:solidFill>
                    <a:schemeClr val="tx1">
                      <a:lumMod val="75000"/>
                      <a:lumOff val="25000"/>
                    </a:schemeClr>
                  </a:solidFill>
                  <a:effectLst/>
                  <a:uLnTx/>
                  <a:uFillTx/>
                  <a:latin typeface="Segoe UI Semibold"/>
                  <a:ea typeface="+mn-ea"/>
                  <a:cs typeface="Segoe UI" pitchFamily="34" charset="0"/>
                </a:rPr>
                <a:t>Streamlined build and deployment</a:t>
              </a:r>
            </a:p>
            <a:p>
              <a:pPr marL="0" marR="0" lvl="0" indent="0" algn="l" defTabSz="932742" rtl="0" eaLnBrk="1" fontAlgn="auto" latinLnBrk="0" hangingPunct="1">
                <a:lnSpc>
                  <a:spcPct val="100000"/>
                </a:lnSpc>
                <a:spcBef>
                  <a:spcPts val="0"/>
                </a:spcBef>
                <a:spcAft>
                  <a:spcPts val="600"/>
                </a:spcAft>
                <a:buClr>
                  <a:srgbClr val="50E6FF"/>
                </a:buClr>
                <a:buSzPct val="80000"/>
                <a:buFontTx/>
                <a:buNone/>
                <a:tabLst/>
                <a:defRPr/>
              </a:pPr>
              <a:r>
                <a:rPr kumimoji="0" lang="en-US" sz="1400" b="0" i="0" u="none" strike="noStrike" kern="1200" cap="none" spc="0" normalizeH="0" baseline="0" noProof="0" dirty="0">
                  <a:ln w="3175">
                    <a:noFill/>
                  </a:ln>
                  <a:solidFill>
                    <a:schemeClr val="tx1">
                      <a:lumMod val="75000"/>
                      <a:lumOff val="25000"/>
                    </a:schemeClr>
                  </a:solidFill>
                  <a:effectLst/>
                  <a:uLnTx/>
                  <a:uFillTx/>
                  <a:latin typeface="Segoe UI"/>
                  <a:ea typeface="+mn-lt"/>
                  <a:cs typeface="Segoe UI"/>
                </a:rPr>
                <a:t>Azure Static Web Apps takes care of the deployment and infrastructure while you focus on your app</a:t>
              </a:r>
            </a:p>
          </p:txBody>
        </p:sp>
        <p:grpSp>
          <p:nvGrpSpPr>
            <p:cNvPr id="160" name="Group 108">
              <a:extLst>
                <a:ext uri="{FF2B5EF4-FFF2-40B4-BE49-F238E27FC236}">
                  <a16:creationId xmlns:a16="http://schemas.microsoft.com/office/drawing/2014/main" id="{FD2B4F5F-A69B-2BB9-DDCC-9BC63FDB5FAB}"/>
                </a:ext>
                <a:ext uri="{C183D7F6-B498-43B3-948B-1728B52AA6E4}">
                  <adec:decorative xmlns:adec="http://schemas.microsoft.com/office/drawing/2017/decorative" val="1"/>
                </a:ext>
              </a:extLst>
            </p:cNvPr>
            <p:cNvGrpSpPr/>
            <p:nvPr/>
          </p:nvGrpSpPr>
          <p:grpSpPr>
            <a:xfrm>
              <a:off x="773262" y="4156293"/>
              <a:ext cx="377992" cy="651903"/>
              <a:chOff x="4698043" y="3591751"/>
              <a:chExt cx="261778" cy="451476"/>
            </a:xfrm>
          </p:grpSpPr>
          <p:sp>
            <p:nvSpPr>
              <p:cNvPr id="161" name="Rectangle 109">
                <a:extLst>
                  <a:ext uri="{FF2B5EF4-FFF2-40B4-BE49-F238E27FC236}">
                    <a16:creationId xmlns:a16="http://schemas.microsoft.com/office/drawing/2014/main" id="{D7C181BC-6D1A-4A72-BCF4-F973DDF0479F}"/>
                  </a:ext>
                </a:extLst>
              </p:cNvPr>
              <p:cNvSpPr/>
              <p:nvPr/>
            </p:nvSpPr>
            <p:spPr bwMode="auto">
              <a:xfrm>
                <a:off x="4698043" y="3591751"/>
                <a:ext cx="261778" cy="451476"/>
              </a:xfrm>
              <a:prstGeom prst="rect">
                <a:avLst/>
              </a:prstGeom>
              <a:solidFill>
                <a:srgbClr val="0078D4"/>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0" cap="none" spc="0" normalizeH="0" baseline="0" noProof="0" dirty="0">
                  <a:ln>
                    <a:noFill/>
                  </a:ln>
                  <a:solidFill>
                    <a:schemeClr val="tx1">
                      <a:lumMod val="75000"/>
                      <a:lumOff val="25000"/>
                    </a:schemeClr>
                  </a:solidFill>
                  <a:effectLst/>
                  <a:uLnTx/>
                  <a:uFillTx/>
                  <a:latin typeface="Segoe UI"/>
                  <a:ea typeface="Segoe UI" pitchFamily="34" charset="0"/>
                  <a:cs typeface="Segoe UI" pitchFamily="34" charset="0"/>
                </a:endParaRPr>
              </a:p>
            </p:txBody>
          </p:sp>
          <p:sp>
            <p:nvSpPr>
              <p:cNvPr id="162" name="Rectangle 110">
                <a:extLst>
                  <a:ext uri="{FF2B5EF4-FFF2-40B4-BE49-F238E27FC236}">
                    <a16:creationId xmlns:a16="http://schemas.microsoft.com/office/drawing/2014/main" id="{337F83C7-073E-ACCD-14FC-A327599FC400}"/>
                  </a:ext>
                </a:extLst>
              </p:cNvPr>
              <p:cNvSpPr/>
              <p:nvPr/>
            </p:nvSpPr>
            <p:spPr bwMode="auto">
              <a:xfrm>
                <a:off x="4748631" y="3656047"/>
                <a:ext cx="160601" cy="21341"/>
              </a:xfrm>
              <a:prstGeom prst="rect">
                <a:avLst/>
              </a:prstGeom>
              <a:solidFill>
                <a:srgbClr val="4FE4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0" cap="none" spc="0" normalizeH="0" baseline="0" noProof="0" dirty="0">
                  <a:ln>
                    <a:noFill/>
                  </a:ln>
                  <a:solidFill>
                    <a:schemeClr val="tx1">
                      <a:lumMod val="75000"/>
                      <a:lumOff val="25000"/>
                    </a:schemeClr>
                  </a:solidFill>
                  <a:effectLst/>
                  <a:uLnTx/>
                  <a:uFillTx/>
                  <a:latin typeface="Segoe UI"/>
                  <a:ea typeface="Segoe UI" pitchFamily="34" charset="0"/>
                  <a:cs typeface="Segoe UI" pitchFamily="34" charset="0"/>
                </a:endParaRPr>
              </a:p>
            </p:txBody>
          </p:sp>
          <p:sp>
            <p:nvSpPr>
              <p:cNvPr id="163" name="Rectangle 111">
                <a:extLst>
                  <a:ext uri="{FF2B5EF4-FFF2-40B4-BE49-F238E27FC236}">
                    <a16:creationId xmlns:a16="http://schemas.microsoft.com/office/drawing/2014/main" id="{99C42F08-B4F2-A946-F4BA-DBA6B53A4A56}"/>
                  </a:ext>
                </a:extLst>
              </p:cNvPr>
              <p:cNvSpPr/>
              <p:nvPr/>
            </p:nvSpPr>
            <p:spPr bwMode="auto">
              <a:xfrm>
                <a:off x="4748631" y="3709897"/>
                <a:ext cx="160601" cy="21341"/>
              </a:xfrm>
              <a:prstGeom prst="rect">
                <a:avLst/>
              </a:prstGeom>
              <a:solidFill>
                <a:srgbClr val="4FE4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0" cap="none" spc="0" normalizeH="0" baseline="0" noProof="0" dirty="0">
                  <a:ln>
                    <a:noFill/>
                  </a:ln>
                  <a:solidFill>
                    <a:schemeClr val="tx1">
                      <a:lumMod val="75000"/>
                      <a:lumOff val="25000"/>
                    </a:schemeClr>
                  </a:solidFill>
                  <a:effectLst/>
                  <a:uLnTx/>
                  <a:uFillTx/>
                  <a:latin typeface="Segoe UI"/>
                  <a:ea typeface="Segoe UI" pitchFamily="34" charset="0"/>
                  <a:cs typeface="Segoe UI" pitchFamily="34" charset="0"/>
                </a:endParaRPr>
              </a:p>
            </p:txBody>
          </p:sp>
          <p:sp>
            <p:nvSpPr>
              <p:cNvPr id="164" name="Rectangle 112">
                <a:extLst>
                  <a:ext uri="{FF2B5EF4-FFF2-40B4-BE49-F238E27FC236}">
                    <a16:creationId xmlns:a16="http://schemas.microsoft.com/office/drawing/2014/main" id="{E5111164-4B75-8AA6-F846-042C55372386}"/>
                  </a:ext>
                </a:extLst>
              </p:cNvPr>
              <p:cNvSpPr/>
              <p:nvPr/>
            </p:nvSpPr>
            <p:spPr bwMode="auto">
              <a:xfrm>
                <a:off x="4748631" y="3954432"/>
                <a:ext cx="160601" cy="21341"/>
              </a:xfrm>
              <a:prstGeom prst="rect">
                <a:avLst/>
              </a:prstGeom>
              <a:solidFill>
                <a:srgbClr val="4FE4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0" cap="none" spc="0" normalizeH="0" baseline="0" noProof="0" dirty="0">
                  <a:ln>
                    <a:noFill/>
                  </a:ln>
                  <a:solidFill>
                    <a:schemeClr val="tx1">
                      <a:lumMod val="75000"/>
                      <a:lumOff val="25000"/>
                    </a:schemeClr>
                  </a:solidFill>
                  <a:effectLst/>
                  <a:uLnTx/>
                  <a:uFillTx/>
                  <a:latin typeface="Segoe UI"/>
                  <a:ea typeface="Segoe UI" pitchFamily="34" charset="0"/>
                  <a:cs typeface="Segoe UI" pitchFamily="34" charset="0"/>
                </a:endParaRPr>
              </a:p>
            </p:txBody>
          </p:sp>
        </p:grpSp>
      </p:grpSp>
      <p:grpSp>
        <p:nvGrpSpPr>
          <p:cNvPr id="165" name="Group 113" descr="Fully managed and cost-effective">
            <a:extLst>
              <a:ext uri="{FF2B5EF4-FFF2-40B4-BE49-F238E27FC236}">
                <a16:creationId xmlns:a16="http://schemas.microsoft.com/office/drawing/2014/main" id="{1767066A-9996-DAD6-6ABC-2AB4CCD39299}"/>
              </a:ext>
            </a:extLst>
          </p:cNvPr>
          <p:cNvGrpSpPr/>
          <p:nvPr/>
        </p:nvGrpSpPr>
        <p:grpSpPr>
          <a:xfrm>
            <a:off x="694428" y="5262057"/>
            <a:ext cx="5850752" cy="969496"/>
            <a:chOff x="694428" y="5262057"/>
            <a:chExt cx="5850752" cy="969496"/>
          </a:xfrm>
        </p:grpSpPr>
        <p:sp>
          <p:nvSpPr>
            <p:cNvPr id="166" name="Title 1">
              <a:extLst>
                <a:ext uri="{FF2B5EF4-FFF2-40B4-BE49-F238E27FC236}">
                  <a16:creationId xmlns:a16="http://schemas.microsoft.com/office/drawing/2014/main" id="{282CF1DD-E8C8-341C-6F2E-A968141CB451}"/>
                </a:ext>
              </a:extLst>
            </p:cNvPr>
            <p:cNvSpPr txBox="1">
              <a:spLocks/>
            </p:cNvSpPr>
            <p:nvPr/>
          </p:nvSpPr>
          <p:spPr>
            <a:xfrm>
              <a:off x="1537500" y="5262057"/>
              <a:ext cx="5007680" cy="969496"/>
            </a:xfrm>
            <a:prstGeom prst="rect">
              <a:avLst/>
            </a:prstGeom>
          </p:spPr>
          <p:txBody>
            <a:bodyPr vert="horz" wrap="square" lIns="0" tIns="0" rIns="0" bIns="0" rtlCol="0" anchor="t" anchorCtr="0">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a:lnSpc>
                  <a:spcPct val="100000"/>
                </a:lnSpc>
                <a:spcBef>
                  <a:spcPts val="0"/>
                </a:spcBef>
                <a:spcAft>
                  <a:spcPts val="600"/>
                </a:spcAft>
                <a:buClr>
                  <a:srgbClr val="50E6FF"/>
                </a:buClr>
                <a:buSzPct val="80000"/>
                <a:defRPr/>
              </a:pPr>
              <a:r>
                <a:rPr sz="1600" b="1" spc="0" dirty="0">
                  <a:ln>
                    <a:noFill/>
                  </a:ln>
                  <a:solidFill>
                    <a:schemeClr val="tx1">
                      <a:lumMod val="75000"/>
                      <a:lumOff val="25000"/>
                    </a:schemeClr>
                  </a:solidFill>
                  <a:latin typeface="Segoe UI Semibold"/>
                </a:rPr>
                <a:t>Fully managed and cost-effective</a:t>
              </a:r>
            </a:p>
            <a:p>
              <a:pPr>
                <a:lnSpc>
                  <a:spcPct val="100000"/>
                </a:lnSpc>
                <a:spcBef>
                  <a:spcPts val="0"/>
                </a:spcBef>
                <a:spcAft>
                  <a:spcPts val="600"/>
                </a:spcAft>
                <a:buClr>
                  <a:srgbClr val="50E6FF"/>
                </a:buClr>
                <a:buSzPct val="80000"/>
                <a:defRPr/>
              </a:pPr>
              <a:r>
                <a:rPr sz="1400" spc="0" dirty="0">
                  <a:ln>
                    <a:noFill/>
                  </a:ln>
                  <a:solidFill>
                    <a:schemeClr val="tx1">
                      <a:lumMod val="75000"/>
                      <a:lumOff val="25000"/>
                    </a:schemeClr>
                  </a:solidFill>
                  <a:latin typeface="Segoe UI"/>
                  <a:cs typeface="Segoe UI Semilight" panose="020B0402040204020203" pitchFamily="34" charset="0"/>
                </a:rPr>
                <a:t>Automated and flexible scaling based on your workload volume, keeping the focus on adding value instead of managing infrastructure or security</a:t>
              </a:r>
            </a:p>
          </p:txBody>
        </p:sp>
        <p:pic>
          <p:nvPicPr>
            <p:cNvPr id="167" name="Graphic 115" descr="Scaling icon">
              <a:extLst>
                <a:ext uri="{FF2B5EF4-FFF2-40B4-BE49-F238E27FC236}">
                  <a16:creationId xmlns:a16="http://schemas.microsoft.com/office/drawing/2014/main" id="{EBF4E1DF-E0CD-C2E9-9CA4-35F995CED651}"/>
                </a:ext>
                <a:ext uri="{C183D7F6-B498-43B3-948B-1728B52AA6E4}">
                  <adec:decorative xmlns:adec="http://schemas.microsoft.com/office/drawing/2017/decorative" val="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4428" y="5463587"/>
              <a:ext cx="535662" cy="535660"/>
            </a:xfrm>
            <a:prstGeom prst="rect">
              <a:avLst/>
            </a:prstGeom>
          </p:spPr>
        </p:pic>
      </p:grpSp>
      <p:grpSp>
        <p:nvGrpSpPr>
          <p:cNvPr id="169" name="person" descr="User icon">
            <a:extLst>
              <a:ext uri="{FF2B5EF4-FFF2-40B4-BE49-F238E27FC236}">
                <a16:creationId xmlns:a16="http://schemas.microsoft.com/office/drawing/2014/main" id="{7411B705-5E66-C6EE-0D9D-C998D76A7C06}"/>
              </a:ext>
            </a:extLst>
          </p:cNvPr>
          <p:cNvGrpSpPr>
            <a:grpSpLocks noChangeAspect="1"/>
          </p:cNvGrpSpPr>
          <p:nvPr/>
        </p:nvGrpSpPr>
        <p:grpSpPr>
          <a:xfrm>
            <a:off x="7989304" y="2453463"/>
            <a:ext cx="226682" cy="274320"/>
            <a:chOff x="5517875" y="3368919"/>
            <a:chExt cx="233375" cy="282423"/>
          </a:xfrm>
          <a:solidFill>
            <a:srgbClr val="50E6FF"/>
          </a:solidFill>
        </p:grpSpPr>
        <p:sp>
          <p:nvSpPr>
            <p:cNvPr id="189" name="Freeform: Shape 36">
              <a:extLst>
                <a:ext uri="{FF2B5EF4-FFF2-40B4-BE49-F238E27FC236}">
                  <a16:creationId xmlns:a16="http://schemas.microsoft.com/office/drawing/2014/main" id="{E79C2852-87FF-511B-47DF-A780EA16154C}"/>
                </a:ext>
              </a:extLst>
            </p:cNvPr>
            <p:cNvSpPr/>
            <p:nvPr/>
          </p:nvSpPr>
          <p:spPr>
            <a:xfrm>
              <a:off x="5570580" y="3368919"/>
              <a:ext cx="126834" cy="126834"/>
            </a:xfrm>
            <a:custGeom>
              <a:avLst/>
              <a:gdLst>
                <a:gd name="connsiteX0" fmla="*/ 129210 w 126834"/>
                <a:gd name="connsiteY0" fmla="*/ 65352 h 126834"/>
                <a:gd name="connsiteX1" fmla="*/ 65858 w 126834"/>
                <a:gd name="connsiteY1" fmla="*/ 128703 h 126834"/>
                <a:gd name="connsiteX2" fmla="*/ 2001 w 126834"/>
                <a:gd name="connsiteY2" fmla="*/ 65352 h 126834"/>
                <a:gd name="connsiteX3" fmla="*/ 65858 w 126834"/>
                <a:gd name="connsiteY3" fmla="*/ 2001 h 126834"/>
                <a:gd name="connsiteX4" fmla="*/ 129210 w 126834"/>
                <a:gd name="connsiteY4" fmla="*/ 65352 h 126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834" h="126834">
                  <a:moveTo>
                    <a:pt x="129210" y="65352"/>
                  </a:moveTo>
                  <a:cubicBezTo>
                    <a:pt x="129210" y="100321"/>
                    <a:pt x="100829" y="128703"/>
                    <a:pt x="65858" y="128703"/>
                  </a:cubicBezTo>
                  <a:cubicBezTo>
                    <a:pt x="30889" y="128703"/>
                    <a:pt x="2001" y="100321"/>
                    <a:pt x="2001" y="65352"/>
                  </a:cubicBezTo>
                  <a:cubicBezTo>
                    <a:pt x="2001" y="30382"/>
                    <a:pt x="30382" y="2001"/>
                    <a:pt x="65858" y="2001"/>
                  </a:cubicBezTo>
                  <a:cubicBezTo>
                    <a:pt x="101335" y="2001"/>
                    <a:pt x="129210" y="30382"/>
                    <a:pt x="129210" y="65352"/>
                  </a:cubicBezTo>
                  <a:close/>
                </a:path>
              </a:pathLst>
            </a:custGeom>
            <a:grpFill/>
            <a:ln w="5008" cap="flat">
              <a:noFill/>
              <a:prstDash val="solid"/>
              <a:miter/>
            </a:ln>
          </p:spPr>
          <p:txBody>
            <a:bodyPr rtlCol="0" anchor="ctr"/>
            <a:lstStyle/>
            <a:p>
              <a:pPr marL="0" marR="0" lvl="0" indent="0"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dirty="0">
                <a:ln>
                  <a:noFill/>
                </a:ln>
                <a:solidFill>
                  <a:schemeClr val="tx1">
                    <a:lumMod val="75000"/>
                    <a:lumOff val="25000"/>
                  </a:schemeClr>
                </a:solidFill>
                <a:effectLst/>
                <a:uLnTx/>
                <a:uFillTx/>
                <a:latin typeface="Segoe UI"/>
              </a:endParaRPr>
            </a:p>
          </p:txBody>
        </p:sp>
        <p:sp>
          <p:nvSpPr>
            <p:cNvPr id="190" name="Freeform: Shape 37">
              <a:extLst>
                <a:ext uri="{FF2B5EF4-FFF2-40B4-BE49-F238E27FC236}">
                  <a16:creationId xmlns:a16="http://schemas.microsoft.com/office/drawing/2014/main" id="{36A1ECAB-33FE-3154-B9E3-0A38D610BCCA}"/>
                </a:ext>
              </a:extLst>
            </p:cNvPr>
            <p:cNvSpPr/>
            <p:nvPr/>
          </p:nvSpPr>
          <p:spPr>
            <a:xfrm>
              <a:off x="5517875" y="3519435"/>
              <a:ext cx="233375" cy="131907"/>
            </a:xfrm>
            <a:custGeom>
              <a:avLst/>
              <a:gdLst>
                <a:gd name="connsiteX0" fmla="*/ 118060 w 233374"/>
                <a:gd name="connsiteY0" fmla="*/ 2001 h 131907"/>
                <a:gd name="connsiteX1" fmla="*/ 234119 w 233374"/>
                <a:gd name="connsiteY1" fmla="*/ 118059 h 131907"/>
                <a:gd name="connsiteX2" fmla="*/ 234119 w 233374"/>
                <a:gd name="connsiteY2" fmla="*/ 132250 h 131907"/>
                <a:gd name="connsiteX3" fmla="*/ 2001 w 233374"/>
                <a:gd name="connsiteY3" fmla="*/ 132250 h 131907"/>
                <a:gd name="connsiteX4" fmla="*/ 2001 w 233374"/>
                <a:gd name="connsiteY4" fmla="*/ 117552 h 131907"/>
                <a:gd name="connsiteX5" fmla="*/ 118060 w 233374"/>
                <a:gd name="connsiteY5" fmla="*/ 2001 h 131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374" h="131907">
                  <a:moveTo>
                    <a:pt x="118060" y="2001"/>
                  </a:moveTo>
                  <a:cubicBezTo>
                    <a:pt x="181917" y="2001"/>
                    <a:pt x="234119" y="53695"/>
                    <a:pt x="234119" y="118059"/>
                  </a:cubicBezTo>
                  <a:lnTo>
                    <a:pt x="234119" y="132250"/>
                  </a:lnTo>
                  <a:lnTo>
                    <a:pt x="2001" y="132250"/>
                  </a:lnTo>
                  <a:lnTo>
                    <a:pt x="2001" y="117552"/>
                  </a:lnTo>
                  <a:cubicBezTo>
                    <a:pt x="2001" y="53695"/>
                    <a:pt x="53695" y="2001"/>
                    <a:pt x="118060" y="2001"/>
                  </a:cubicBezTo>
                  <a:close/>
                </a:path>
              </a:pathLst>
            </a:custGeom>
            <a:grpFill/>
            <a:ln w="5008" cap="flat">
              <a:noFill/>
              <a:prstDash val="solid"/>
              <a:miter/>
            </a:ln>
          </p:spPr>
          <p:txBody>
            <a:bodyPr rtlCol="0" anchor="ctr"/>
            <a:lstStyle/>
            <a:p>
              <a:pPr marL="0" marR="0" lvl="0" indent="0"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dirty="0">
                <a:ln>
                  <a:noFill/>
                </a:ln>
                <a:solidFill>
                  <a:schemeClr val="tx1">
                    <a:lumMod val="75000"/>
                    <a:lumOff val="25000"/>
                  </a:schemeClr>
                </a:solidFill>
                <a:effectLst/>
                <a:uLnTx/>
                <a:uFillTx/>
                <a:latin typeface="Segoe UI"/>
              </a:endParaRPr>
            </a:p>
          </p:txBody>
        </p:sp>
      </p:grpSp>
      <p:cxnSp>
        <p:nvCxnSpPr>
          <p:cNvPr id="170" name="Straight Connector 28">
            <a:extLst>
              <a:ext uri="{FF2B5EF4-FFF2-40B4-BE49-F238E27FC236}">
                <a16:creationId xmlns:a16="http://schemas.microsoft.com/office/drawing/2014/main" id="{A2A882FF-B09F-88DF-54AA-573AA5C29B93}"/>
              </a:ext>
            </a:extLst>
          </p:cNvPr>
          <p:cNvCxnSpPr>
            <a:cxnSpLocks/>
          </p:cNvCxnSpPr>
          <p:nvPr/>
        </p:nvCxnSpPr>
        <p:spPr>
          <a:xfrm>
            <a:off x="8118907" y="2837729"/>
            <a:ext cx="0" cy="167746"/>
          </a:xfrm>
          <a:prstGeom prst="line">
            <a:avLst/>
          </a:prstGeom>
          <a:noFill/>
          <a:ln w="12700" cap="flat" cmpd="sng" algn="ctr">
            <a:solidFill>
              <a:schemeClr val="tx1">
                <a:lumMod val="85000"/>
                <a:lumOff val="15000"/>
              </a:schemeClr>
            </a:solidFill>
            <a:prstDash val="solid"/>
            <a:miter lim="800000"/>
            <a:headEnd type="none" w="lg" len="med"/>
            <a:tailEnd type="arrow" w="med" len="sm"/>
          </a:ln>
          <a:effectLst/>
        </p:spPr>
      </p:cxnSp>
      <p:pic>
        <p:nvPicPr>
          <p:cNvPr id="171" name="Picture 27" descr="Visual Studio Code icon">
            <a:extLst>
              <a:ext uri="{FF2B5EF4-FFF2-40B4-BE49-F238E27FC236}">
                <a16:creationId xmlns:a16="http://schemas.microsoft.com/office/drawing/2014/main" id="{C469B537-99D3-77C5-CFE4-1A71A49BE334}"/>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7954390" y="3082704"/>
            <a:ext cx="274320" cy="274320"/>
          </a:xfrm>
          <a:prstGeom prst="rect">
            <a:avLst/>
          </a:prstGeom>
        </p:spPr>
      </p:pic>
      <p:cxnSp>
        <p:nvCxnSpPr>
          <p:cNvPr id="172" name="Straight Connector 51">
            <a:extLst>
              <a:ext uri="{FF2B5EF4-FFF2-40B4-BE49-F238E27FC236}">
                <a16:creationId xmlns:a16="http://schemas.microsoft.com/office/drawing/2014/main" id="{A944C3B1-F27A-C013-BAFF-DD697B44AE79}"/>
              </a:ext>
            </a:extLst>
          </p:cNvPr>
          <p:cNvCxnSpPr>
            <a:cxnSpLocks/>
          </p:cNvCxnSpPr>
          <p:nvPr/>
        </p:nvCxnSpPr>
        <p:spPr>
          <a:xfrm>
            <a:off x="8120584" y="3456576"/>
            <a:ext cx="0" cy="167746"/>
          </a:xfrm>
          <a:prstGeom prst="line">
            <a:avLst/>
          </a:prstGeom>
          <a:noFill/>
          <a:ln w="12700" cap="flat" cmpd="sng" algn="ctr">
            <a:solidFill>
              <a:schemeClr val="tx1">
                <a:lumMod val="85000"/>
                <a:lumOff val="15000"/>
              </a:schemeClr>
            </a:solidFill>
            <a:prstDash val="solid"/>
            <a:miter lim="800000"/>
            <a:headEnd type="none" w="lg" len="med"/>
            <a:tailEnd type="arrow" w="med" len="sm"/>
          </a:ln>
          <a:effectLst/>
        </p:spPr>
      </p:cxnSp>
      <p:sp>
        <p:nvSpPr>
          <p:cNvPr id="176" name="Text 1">
            <a:extLst>
              <a:ext uri="{FF2B5EF4-FFF2-40B4-BE49-F238E27FC236}">
                <a16:creationId xmlns:a16="http://schemas.microsoft.com/office/drawing/2014/main" id="{FB15082F-4375-1E5A-6F94-A49AA7757512}"/>
              </a:ext>
            </a:extLst>
          </p:cNvPr>
          <p:cNvSpPr txBox="1">
            <a:spLocks/>
          </p:cNvSpPr>
          <p:nvPr/>
        </p:nvSpPr>
        <p:spPr>
          <a:xfrm>
            <a:off x="7088479" y="4440982"/>
            <a:ext cx="1987524" cy="230832"/>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ctr" defTabSz="914016" rtl="0" eaLnBrk="1" fontAlgn="auto" latinLnBrk="0" hangingPunct="1">
              <a:lnSpc>
                <a:spcPct val="100000"/>
              </a:lnSpc>
              <a:spcBef>
                <a:spcPct val="0"/>
              </a:spcBef>
              <a:spcAft>
                <a:spcPts val="0"/>
              </a:spcAft>
              <a:buClrTx/>
              <a:buSzTx/>
              <a:buFontTx/>
              <a:buNone/>
              <a:tabLst/>
              <a:defRPr/>
            </a:pPr>
            <a:r>
              <a:rPr kumimoji="0" lang="en-US" sz="1500" b="0" i="0" u="none" strike="noStrike" kern="1200" cap="none" spc="0" normalizeH="0" baseline="0" noProof="0" dirty="0">
                <a:ln w="3175">
                  <a:noFill/>
                </a:ln>
                <a:solidFill>
                  <a:schemeClr val="tx1">
                    <a:lumMod val="75000"/>
                    <a:lumOff val="25000"/>
                  </a:schemeClr>
                </a:solidFill>
                <a:effectLst/>
                <a:uLnTx/>
                <a:uFillTx/>
                <a:latin typeface="Segoe UI Semibold"/>
                <a:ea typeface="+mn-ea"/>
                <a:cs typeface="Segoe UI" pitchFamily="34" charset="0"/>
              </a:rPr>
              <a:t>Azure Static Web Apps</a:t>
            </a:r>
            <a:endParaRPr kumimoji="0" lang="en-US" sz="1200" b="0" i="0" u="none" strike="noStrike" kern="1200" cap="none" spc="0" normalizeH="0" baseline="0" noProof="0" dirty="0">
              <a:ln w="3175">
                <a:noFill/>
              </a:ln>
              <a:solidFill>
                <a:schemeClr val="tx1">
                  <a:lumMod val="75000"/>
                  <a:lumOff val="25000"/>
                </a:schemeClr>
              </a:solidFill>
              <a:effectLst/>
              <a:uLnTx/>
              <a:uFillTx/>
              <a:latin typeface="Segoe UI"/>
              <a:ea typeface="+mn-ea"/>
              <a:cs typeface="Segoe UI Semibold" panose="020B0702040204020203" pitchFamily="34" charset="0"/>
            </a:endParaRPr>
          </a:p>
        </p:txBody>
      </p:sp>
      <p:sp>
        <p:nvSpPr>
          <p:cNvPr id="177" name="Left Brace 23">
            <a:extLst>
              <a:ext uri="{FF2B5EF4-FFF2-40B4-BE49-F238E27FC236}">
                <a16:creationId xmlns:a16="http://schemas.microsoft.com/office/drawing/2014/main" id="{43C2B9FD-EFC1-2349-809B-6791EDCFFE7B}"/>
              </a:ext>
            </a:extLst>
          </p:cNvPr>
          <p:cNvSpPr/>
          <p:nvPr/>
        </p:nvSpPr>
        <p:spPr>
          <a:xfrm>
            <a:off x="9217055" y="2758742"/>
            <a:ext cx="274320" cy="3500583"/>
          </a:xfrm>
          <a:prstGeom prst="leftBrace">
            <a:avLst>
              <a:gd name="adj1" fmla="val 4655"/>
              <a:gd name="adj2" fmla="val 51088"/>
            </a:avLst>
          </a:prstGeom>
          <a:noFill/>
          <a:ln w="9525" cap="flat" cmpd="sng" algn="ctr">
            <a:solidFill>
              <a:schemeClr val="tx1">
                <a:lumMod val="75000"/>
                <a:lumOff val="25000"/>
              </a:schemeClr>
            </a:solidFill>
            <a:prstDash val="solid"/>
            <a:headEnd type="none" w="lg" len="med"/>
            <a:tailEnd type="none" w="lg"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tx1">
                  <a:lumMod val="75000"/>
                  <a:lumOff val="25000"/>
                </a:schemeClr>
              </a:solidFill>
              <a:effectLst/>
              <a:uLnTx/>
              <a:uFillTx/>
              <a:latin typeface="Segoe UI"/>
              <a:ea typeface="+mn-ea"/>
              <a:cs typeface="+mn-cs"/>
            </a:endParaRPr>
          </a:p>
        </p:txBody>
      </p:sp>
      <p:sp>
        <p:nvSpPr>
          <p:cNvPr id="178" name="Rectangle 55">
            <a:extLst>
              <a:ext uri="{FF2B5EF4-FFF2-40B4-BE49-F238E27FC236}">
                <a16:creationId xmlns:a16="http://schemas.microsoft.com/office/drawing/2014/main" id="{487B4452-39E5-4133-A1DA-E46D6AD9B2C3}"/>
              </a:ext>
            </a:extLst>
          </p:cNvPr>
          <p:cNvSpPr/>
          <p:nvPr/>
        </p:nvSpPr>
        <p:spPr bwMode="auto">
          <a:xfrm>
            <a:off x="9587250" y="2758742"/>
            <a:ext cx="2311743" cy="3500583"/>
          </a:xfrm>
          <a:prstGeom prst="rect">
            <a:avLst/>
          </a:prstGeom>
          <a:noFill/>
          <a:ln w="12700" cap="flat" cmpd="sng" algn="ctr">
            <a:solidFill>
              <a:schemeClr val="tx1">
                <a:lumMod val="75000"/>
                <a:lumOff val="25000"/>
              </a:schemeClr>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chemeClr val="tx1">
                  <a:lumMod val="75000"/>
                  <a:lumOff val="25000"/>
                </a:schemeClr>
              </a:solidFill>
              <a:effectLst/>
              <a:uLnTx/>
              <a:uFillTx/>
              <a:latin typeface="Segoe UI"/>
              <a:ea typeface="+mn-ea"/>
              <a:cs typeface="Segoe UI" pitchFamily="34" charset="0"/>
            </a:endParaRPr>
          </a:p>
        </p:txBody>
      </p:sp>
      <p:pic>
        <p:nvPicPr>
          <p:cNvPr id="179" name="Graphic 15" descr="Azure Static Web Apps icon">
            <a:extLst>
              <a:ext uri="{FF2B5EF4-FFF2-40B4-BE49-F238E27FC236}">
                <a16:creationId xmlns:a16="http://schemas.microsoft.com/office/drawing/2014/main" id="{8FFFAE69-B2DE-2BC9-AB5C-5080EC0088C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75100" y="2269753"/>
            <a:ext cx="914400" cy="914400"/>
          </a:xfrm>
          <a:prstGeom prst="rect">
            <a:avLst/>
          </a:prstGeom>
        </p:spPr>
      </p:pic>
      <p:sp>
        <p:nvSpPr>
          <p:cNvPr id="182" name="Rectangle 20">
            <a:extLst>
              <a:ext uri="{FF2B5EF4-FFF2-40B4-BE49-F238E27FC236}">
                <a16:creationId xmlns:a16="http://schemas.microsoft.com/office/drawing/2014/main" id="{9893C291-CD4C-127A-32D9-32B89FDA1ADE}"/>
              </a:ext>
            </a:extLst>
          </p:cNvPr>
          <p:cNvSpPr/>
          <p:nvPr/>
        </p:nvSpPr>
        <p:spPr bwMode="auto">
          <a:xfrm>
            <a:off x="9932347" y="3793684"/>
            <a:ext cx="1825594" cy="914400"/>
          </a:xfrm>
          <a:prstGeom prst="rect">
            <a:avLst/>
          </a:prstGeom>
          <a:solidFill>
            <a:schemeClr val="bg1"/>
          </a:solidFill>
          <a:ln w="12700" cap="flat" cmpd="sng" algn="ctr">
            <a:solidFill>
              <a:srgbClr val="50E6FF"/>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chemeClr val="tx1">
                  <a:lumMod val="75000"/>
                  <a:lumOff val="25000"/>
                </a:schemeClr>
              </a:solidFill>
              <a:effectLst/>
              <a:uLnTx/>
              <a:uFillTx/>
              <a:latin typeface="Segoe UI"/>
              <a:ea typeface="+mn-ea"/>
              <a:cs typeface="Segoe UI" pitchFamily="34" charset="0"/>
            </a:endParaRPr>
          </a:p>
        </p:txBody>
      </p:sp>
      <p:sp>
        <p:nvSpPr>
          <p:cNvPr id="183" name="Rectangle 18">
            <a:extLst>
              <a:ext uri="{FF2B5EF4-FFF2-40B4-BE49-F238E27FC236}">
                <a16:creationId xmlns:a16="http://schemas.microsoft.com/office/drawing/2014/main" id="{7904938E-57E4-636C-FBAD-1952120E35CD}"/>
              </a:ext>
            </a:extLst>
          </p:cNvPr>
          <p:cNvSpPr/>
          <p:nvPr/>
        </p:nvSpPr>
        <p:spPr bwMode="auto">
          <a:xfrm>
            <a:off x="9817900" y="3658977"/>
            <a:ext cx="1828800" cy="914400"/>
          </a:xfrm>
          <a:prstGeom prst="rect">
            <a:avLst/>
          </a:prstGeom>
          <a:solidFill>
            <a:schemeClr val="bg1"/>
          </a:solidFill>
          <a:ln w="12700" cap="flat" cmpd="sng" algn="ctr">
            <a:solidFill>
              <a:srgbClr val="50E6FF"/>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chemeClr val="tx1">
                  <a:lumMod val="75000"/>
                  <a:lumOff val="25000"/>
                </a:schemeClr>
              </a:solidFill>
              <a:effectLst/>
              <a:uLnTx/>
              <a:uFillTx/>
              <a:latin typeface="Segoe UI"/>
              <a:ea typeface="+mn-ea"/>
              <a:cs typeface="Segoe UI" pitchFamily="34" charset="0"/>
            </a:endParaRPr>
          </a:p>
        </p:txBody>
      </p:sp>
      <p:sp>
        <p:nvSpPr>
          <p:cNvPr id="184" name="Rectangle 29">
            <a:extLst>
              <a:ext uri="{FF2B5EF4-FFF2-40B4-BE49-F238E27FC236}">
                <a16:creationId xmlns:a16="http://schemas.microsoft.com/office/drawing/2014/main" id="{BD08C96C-A2F9-F6B2-6850-0F8181EEF42E}"/>
              </a:ext>
            </a:extLst>
          </p:cNvPr>
          <p:cNvSpPr/>
          <p:nvPr/>
        </p:nvSpPr>
        <p:spPr bwMode="auto">
          <a:xfrm>
            <a:off x="9706659" y="5222575"/>
            <a:ext cx="1828800" cy="914400"/>
          </a:xfrm>
          <a:prstGeom prst="rect">
            <a:avLst/>
          </a:prstGeom>
          <a:solidFill>
            <a:schemeClr val="bg1"/>
          </a:solidFill>
          <a:ln w="12700" cap="flat" cmpd="sng" algn="ctr">
            <a:solidFill>
              <a:srgbClr val="50E6FF"/>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chemeClr val="tx1">
                  <a:lumMod val="75000"/>
                  <a:lumOff val="25000"/>
                </a:schemeClr>
              </a:solidFill>
              <a:effectLst/>
              <a:uLnTx/>
              <a:uFillTx/>
              <a:latin typeface="Segoe UI"/>
              <a:ea typeface="+mn-ea"/>
              <a:cs typeface="Segoe UI" pitchFamily="34" charset="0"/>
            </a:endParaRPr>
          </a:p>
        </p:txBody>
      </p:sp>
      <p:sp>
        <p:nvSpPr>
          <p:cNvPr id="185" name="Title 1">
            <a:extLst>
              <a:ext uri="{FF2B5EF4-FFF2-40B4-BE49-F238E27FC236}">
                <a16:creationId xmlns:a16="http://schemas.microsoft.com/office/drawing/2014/main" id="{D5BD137B-4C1B-DB63-8B08-A85230056FF7}"/>
              </a:ext>
            </a:extLst>
          </p:cNvPr>
          <p:cNvSpPr txBox="1">
            <a:spLocks/>
          </p:cNvSpPr>
          <p:nvPr/>
        </p:nvSpPr>
        <p:spPr>
          <a:xfrm>
            <a:off x="9932347" y="5088343"/>
            <a:ext cx="1393133" cy="233216"/>
          </a:xfrm>
          <a:prstGeom prst="rect">
            <a:avLst/>
          </a:prstGeom>
          <a:solidFill>
            <a:schemeClr val="bg1"/>
          </a:solidFill>
          <a:ln>
            <a:noFill/>
            <a:prstDash/>
          </a:ln>
          <a:effectLst/>
        </p:spPr>
        <p:txBody>
          <a:bodyPr rot="0" spcFirstLastPara="0" vertOverflow="overflow" horzOverflow="overflow" vert="horz" wrap="none" lIns="0" tIns="0" rIns="0" bIns="0" numCol="1" spcCol="0" rtlCol="0" fromWordArt="0" anchor="t" anchorCtr="0" forceAA="0" compatLnSpc="1">
            <a:prstTxWarp prst="textNoShape">
              <a:avLst/>
            </a:prstTxWarp>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932742" rtl="0" eaLnBrk="1" fontAlgn="auto" latinLnBrk="0" hangingPunct="1">
              <a:lnSpc>
                <a:spcPct val="90000"/>
              </a:lnSpc>
              <a:spcBef>
                <a:spcPct val="0"/>
              </a:spcBef>
              <a:spcAft>
                <a:spcPts val="0"/>
              </a:spcAft>
              <a:buClrTx/>
              <a:buSzTx/>
              <a:buFontTx/>
              <a:buNone/>
              <a:tabLst/>
              <a:defRPr/>
            </a:pPr>
            <a:r>
              <a:rPr kumimoji="0" lang="en-US" sz="1500" b="0" i="0" u="none" strike="noStrike" kern="1200" cap="none" spc="0" normalizeH="0" baseline="0" noProof="0" dirty="0">
                <a:ln w="3175">
                  <a:noFill/>
                </a:ln>
                <a:solidFill>
                  <a:schemeClr val="tx1">
                    <a:lumMod val="75000"/>
                    <a:lumOff val="25000"/>
                  </a:schemeClr>
                </a:solidFill>
                <a:effectLst/>
                <a:uLnTx/>
                <a:uFillTx/>
                <a:latin typeface="Segoe UI Semibold"/>
                <a:ea typeface="+mn-ea"/>
                <a:cs typeface="Segoe UI" pitchFamily="34" charset="0"/>
              </a:rPr>
              <a:t>Azure Functions</a:t>
            </a:r>
          </a:p>
        </p:txBody>
      </p:sp>
      <p:sp>
        <p:nvSpPr>
          <p:cNvPr id="187" name="Rectangle 1">
            <a:extLst>
              <a:ext uri="{FF2B5EF4-FFF2-40B4-BE49-F238E27FC236}">
                <a16:creationId xmlns:a16="http://schemas.microsoft.com/office/drawing/2014/main" id="{CCB133DE-2D5F-4E37-DEAE-D57F2E858B47}"/>
              </a:ext>
            </a:extLst>
          </p:cNvPr>
          <p:cNvSpPr/>
          <p:nvPr/>
        </p:nvSpPr>
        <p:spPr bwMode="auto">
          <a:xfrm>
            <a:off x="9706659" y="3542369"/>
            <a:ext cx="1828800" cy="914400"/>
          </a:xfrm>
          <a:prstGeom prst="rect">
            <a:avLst/>
          </a:prstGeom>
          <a:solidFill>
            <a:schemeClr val="bg1"/>
          </a:solidFill>
          <a:ln w="12700" cap="flat" cmpd="sng" algn="ctr">
            <a:solidFill>
              <a:srgbClr val="50E6FF"/>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chemeClr val="tx1">
                  <a:lumMod val="75000"/>
                  <a:lumOff val="25000"/>
                </a:schemeClr>
              </a:solidFill>
              <a:effectLst/>
              <a:uLnTx/>
              <a:uFillTx/>
              <a:latin typeface="Segoe UI"/>
              <a:ea typeface="+mn-ea"/>
              <a:cs typeface="Segoe UI" pitchFamily="34" charset="0"/>
            </a:endParaRPr>
          </a:p>
        </p:txBody>
      </p:sp>
      <p:sp>
        <p:nvSpPr>
          <p:cNvPr id="188" name="Title 1">
            <a:extLst>
              <a:ext uri="{FF2B5EF4-FFF2-40B4-BE49-F238E27FC236}">
                <a16:creationId xmlns:a16="http://schemas.microsoft.com/office/drawing/2014/main" id="{A25BA4D1-290A-61A5-DEFC-9FED3D7300FC}"/>
              </a:ext>
            </a:extLst>
          </p:cNvPr>
          <p:cNvSpPr txBox="1">
            <a:spLocks/>
          </p:cNvSpPr>
          <p:nvPr/>
        </p:nvSpPr>
        <p:spPr>
          <a:xfrm>
            <a:off x="9817901" y="3418663"/>
            <a:ext cx="1607188" cy="252672"/>
          </a:xfrm>
          <a:prstGeom prst="rect">
            <a:avLst/>
          </a:prstGeom>
          <a:solidFill>
            <a:schemeClr val="bg1"/>
          </a:solidFill>
          <a:ln>
            <a:noFill/>
            <a:prstDash/>
          </a:ln>
          <a:effectLst/>
        </p:spPr>
        <p:txBody>
          <a:bodyPr rot="0" spcFirstLastPara="0" vertOverflow="overflow" horzOverflow="overflow" vert="horz" wrap="none" lIns="0" tIns="0" rIns="0" bIns="0" numCol="1" spcCol="0" rtlCol="0" fromWordArt="0" anchor="t" anchorCtr="0" forceAA="0" compatLnSpc="1">
            <a:prstTxWarp prst="textNoShape">
              <a:avLst/>
            </a:prstTxWarp>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932742" rtl="0" eaLnBrk="1" fontAlgn="auto" latinLnBrk="0" hangingPunct="1">
              <a:lnSpc>
                <a:spcPct val="90000"/>
              </a:lnSpc>
              <a:spcBef>
                <a:spcPct val="0"/>
              </a:spcBef>
              <a:spcAft>
                <a:spcPts val="0"/>
              </a:spcAft>
              <a:buClrTx/>
              <a:buSzTx/>
              <a:buFontTx/>
              <a:buNone/>
              <a:tabLst/>
              <a:defRPr/>
            </a:pPr>
            <a:r>
              <a:rPr kumimoji="0" lang="en-US" sz="1500" b="0" i="0" u="none" strike="noStrike" kern="1200" cap="none" spc="0" normalizeH="0" baseline="0" noProof="0">
                <a:ln w="3175">
                  <a:noFill/>
                </a:ln>
                <a:solidFill>
                  <a:schemeClr val="tx1">
                    <a:lumMod val="75000"/>
                    <a:lumOff val="25000"/>
                  </a:schemeClr>
                </a:solidFill>
                <a:effectLst/>
                <a:uLnTx/>
                <a:uFillTx/>
                <a:latin typeface="Segoe UI Semibold"/>
                <a:ea typeface="+mn-ea"/>
                <a:cs typeface="Segoe UI" pitchFamily="34" charset="0"/>
              </a:rPr>
              <a:t>Static web content</a:t>
            </a:r>
          </a:p>
        </p:txBody>
      </p:sp>
      <p:sp>
        <p:nvSpPr>
          <p:cNvPr id="181" name="Text 2">
            <a:extLst>
              <a:ext uri="{FF2B5EF4-FFF2-40B4-BE49-F238E27FC236}">
                <a16:creationId xmlns:a16="http://schemas.microsoft.com/office/drawing/2014/main" id="{FD94D8A7-438C-2C4C-E511-5124275AE606}"/>
              </a:ext>
            </a:extLst>
          </p:cNvPr>
          <p:cNvSpPr txBox="1">
            <a:spLocks/>
          </p:cNvSpPr>
          <p:nvPr/>
        </p:nvSpPr>
        <p:spPr>
          <a:xfrm>
            <a:off x="10343469" y="3886873"/>
            <a:ext cx="641677" cy="412352"/>
          </a:xfrm>
          <a:prstGeom prst="rect">
            <a:avLst/>
          </a:prstGeom>
          <a:solidFill>
            <a:schemeClr val="bg1"/>
          </a:solidFill>
          <a:ln>
            <a:noFill/>
            <a:prstDash/>
          </a:ln>
          <a:effectLst/>
        </p:spPr>
        <p:txBody>
          <a:bodyPr rot="0" spcFirstLastPara="0" vertOverflow="overflow" horzOverflow="overflow" vert="horz" wrap="none" lIns="0" tIns="0" rIns="0" bIns="0" numCol="1" spcCol="0" rtlCol="0" fromWordArt="0" anchor="t" anchorCtr="0" forceAA="0" compatLnSpc="1">
            <a:prstTxWarp prst="textNoShape">
              <a:avLst/>
            </a:prstTxWarp>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932742" rtl="0" eaLnBrk="1" fontAlgn="auto" latinLnBrk="0" hangingPunct="1">
              <a:lnSpc>
                <a:spcPct val="90000"/>
              </a:lnSpc>
              <a:spcBef>
                <a:spcPct val="0"/>
              </a:spcBef>
              <a:spcAft>
                <a:spcPts val="0"/>
              </a:spcAft>
              <a:buClrTx/>
              <a:buSzTx/>
              <a:buFontTx/>
              <a:buNone/>
              <a:tabLst/>
              <a:defRPr/>
            </a:pPr>
            <a:r>
              <a:rPr kumimoji="0" lang="en-US" sz="1200" b="0" i="0" u="none" strike="noStrike" kern="1200" cap="none" spc="0" normalizeH="0" baseline="0" noProof="0">
                <a:ln w="3175">
                  <a:noFill/>
                </a:ln>
                <a:solidFill>
                  <a:schemeClr val="tx1">
                    <a:lumMod val="75000"/>
                    <a:lumOff val="25000"/>
                  </a:schemeClr>
                </a:solidFill>
                <a:effectLst/>
                <a:uLnTx/>
                <a:uFillTx/>
                <a:latin typeface="Segoe UI"/>
                <a:ea typeface="+mn-ea"/>
                <a:cs typeface="Segoe UI" pitchFamily="34" charset="0"/>
              </a:rPr>
              <a:t>HTML, JavaScript, </a:t>
            </a:r>
          </a:p>
          <a:p>
            <a:pPr marL="0" marR="0" lvl="0" indent="0" algn="ctr" defTabSz="932742" rtl="0" eaLnBrk="1" fontAlgn="auto" latinLnBrk="0" hangingPunct="1">
              <a:lnSpc>
                <a:spcPct val="90000"/>
              </a:lnSpc>
              <a:spcBef>
                <a:spcPct val="0"/>
              </a:spcBef>
              <a:spcAft>
                <a:spcPts val="0"/>
              </a:spcAft>
              <a:buClrTx/>
              <a:buSzTx/>
              <a:buFontTx/>
              <a:buNone/>
              <a:tabLst/>
              <a:defRPr/>
            </a:pPr>
            <a:r>
              <a:rPr kumimoji="0" lang="en-US" sz="1200" b="0" i="0" u="none" strike="noStrike" kern="1200" cap="none" spc="0" normalizeH="0" baseline="0" noProof="0">
                <a:ln w="3175">
                  <a:noFill/>
                </a:ln>
                <a:solidFill>
                  <a:schemeClr val="tx1">
                    <a:lumMod val="75000"/>
                    <a:lumOff val="25000"/>
                  </a:schemeClr>
                </a:solidFill>
                <a:effectLst/>
                <a:uLnTx/>
                <a:uFillTx/>
                <a:latin typeface="Segoe UI"/>
                <a:ea typeface="+mn-ea"/>
                <a:cs typeface="Segoe UI" pitchFamily="34" charset="0"/>
              </a:rPr>
              <a:t>images, CSS</a:t>
            </a:r>
          </a:p>
        </p:txBody>
      </p:sp>
      <p:pic>
        <p:nvPicPr>
          <p:cNvPr id="192" name="グラフィックス 191">
            <a:extLst>
              <a:ext uri="{FF2B5EF4-FFF2-40B4-BE49-F238E27FC236}">
                <a16:creationId xmlns:a16="http://schemas.microsoft.com/office/drawing/2014/main" id="{B0366F8A-5838-8CE9-7EC2-AA26AEE04F9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343469" y="5478420"/>
            <a:ext cx="460502" cy="460502"/>
          </a:xfrm>
          <a:prstGeom prst="rect">
            <a:avLst/>
          </a:prstGeom>
        </p:spPr>
      </p:pic>
      <p:sp>
        <p:nvSpPr>
          <p:cNvPr id="193" name="テキスト ボックス 192">
            <a:extLst>
              <a:ext uri="{FF2B5EF4-FFF2-40B4-BE49-F238E27FC236}">
                <a16:creationId xmlns:a16="http://schemas.microsoft.com/office/drawing/2014/main" id="{0E675E02-5912-BA20-FF7C-D26F365D125B}"/>
              </a:ext>
            </a:extLst>
          </p:cNvPr>
          <p:cNvSpPr txBox="1"/>
          <p:nvPr/>
        </p:nvSpPr>
        <p:spPr>
          <a:xfrm>
            <a:off x="7088479" y="4798790"/>
            <a:ext cx="1987524" cy="664797"/>
          </a:xfrm>
          <a:prstGeom prst="rect">
            <a:avLst/>
          </a:prstGeom>
          <a:no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静的コンテンツホスティングサービスと</a:t>
            </a:r>
            <a:r>
              <a:rPr kumimoji="0" lang="en-US" altLang="ja-JP" sz="12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 API </a:t>
            </a: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用</a:t>
            </a:r>
            <a:r>
              <a:rPr kumimoji="0" lang="en-US" altLang="ja-JP" sz="12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 Functions </a:t>
            </a: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をマネージド・サービスとしてパッケージングして提供</a:t>
            </a:r>
            <a:endParaRPr kumimoji="0" lang="en-US" altLang="ja-JP" sz="12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pic>
        <p:nvPicPr>
          <p:cNvPr id="195" name="図 194">
            <a:extLst>
              <a:ext uri="{FF2B5EF4-FFF2-40B4-BE49-F238E27FC236}">
                <a16:creationId xmlns:a16="http://schemas.microsoft.com/office/drawing/2014/main" id="{CEB658C4-4E30-9D2E-01F0-482346068CB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941952" y="3755499"/>
            <a:ext cx="353910" cy="346687"/>
          </a:xfrm>
          <a:prstGeom prst="rect">
            <a:avLst/>
          </a:prstGeom>
        </p:spPr>
      </p:pic>
    </p:spTree>
    <p:extLst>
      <p:ext uri="{BB962C8B-B14F-4D97-AF65-F5344CB8AC3E}">
        <p14:creationId xmlns:p14="http://schemas.microsoft.com/office/powerpoint/2010/main" val="1473070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fade">
                                      <p:cBhvr>
                                        <p:cTn id="7" dur="500"/>
                                        <p:tgtEl>
                                          <p:spTgt spid="130"/>
                                        </p:tgtEl>
                                      </p:cBhvr>
                                    </p:animEffect>
                                  </p:childTnLst>
                                </p:cTn>
                              </p:par>
                              <p:par>
                                <p:cTn id="8" presetID="42" presetClass="path" presetSubtype="0" decel="100000" fill="hold" nodeType="withEffect">
                                  <p:stCondLst>
                                    <p:cond delay="0"/>
                                  </p:stCondLst>
                                  <p:childTnLst>
                                    <p:animMotion origin="layout" path="M 3.75E-6 1.48148E-6 L 3.75E-6 0.03495 " pathEditMode="relative" rAng="0" ptsTypes="AA">
                                      <p:cBhvr>
                                        <p:cTn id="9" dur="500" spd="-100000" fill="hold"/>
                                        <p:tgtEl>
                                          <p:spTgt spid="130"/>
                                        </p:tgtEl>
                                        <p:attrNameLst>
                                          <p:attrName>ppt_x</p:attrName>
                                          <p:attrName>ppt_y</p:attrName>
                                        </p:attrNameLst>
                                      </p:cBhvr>
                                      <p:rCtr x="0" y="1736"/>
                                    </p:animMotion>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51"/>
                                        </p:tgtEl>
                                        <p:attrNameLst>
                                          <p:attrName>style.visibility</p:attrName>
                                        </p:attrNameLst>
                                      </p:cBhvr>
                                      <p:to>
                                        <p:strVal val="visible"/>
                                      </p:to>
                                    </p:set>
                                    <p:animEffect transition="in" filter="fade">
                                      <p:cBhvr>
                                        <p:cTn id="14" dur="500"/>
                                        <p:tgtEl>
                                          <p:spTgt spid="151"/>
                                        </p:tgtEl>
                                      </p:cBhvr>
                                    </p:animEffect>
                                  </p:childTnLst>
                                </p:cTn>
                              </p:par>
                              <p:par>
                                <p:cTn id="15" presetID="42" presetClass="path" presetSubtype="0" decel="100000" fill="hold" nodeType="withEffect">
                                  <p:stCondLst>
                                    <p:cond delay="0"/>
                                  </p:stCondLst>
                                  <p:childTnLst>
                                    <p:animMotion origin="layout" path="M 1.875E-6 -1.85185E-6 L 1.875E-6 0.03496 " pathEditMode="relative" rAng="0" ptsTypes="AA">
                                      <p:cBhvr>
                                        <p:cTn id="16" dur="500" spd="-100000" fill="hold"/>
                                        <p:tgtEl>
                                          <p:spTgt spid="151"/>
                                        </p:tgtEl>
                                        <p:attrNameLst>
                                          <p:attrName>ppt_x</p:attrName>
                                          <p:attrName>ppt_y</p:attrName>
                                        </p:attrNameLst>
                                      </p:cBhvr>
                                      <p:rCtr x="0" y="1736"/>
                                    </p:animMotion>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58"/>
                                        </p:tgtEl>
                                        <p:attrNameLst>
                                          <p:attrName>style.visibility</p:attrName>
                                        </p:attrNameLst>
                                      </p:cBhvr>
                                      <p:to>
                                        <p:strVal val="visible"/>
                                      </p:to>
                                    </p:set>
                                    <p:animEffect transition="in" filter="fade">
                                      <p:cBhvr>
                                        <p:cTn id="21" dur="500"/>
                                        <p:tgtEl>
                                          <p:spTgt spid="158"/>
                                        </p:tgtEl>
                                      </p:cBhvr>
                                    </p:animEffect>
                                  </p:childTnLst>
                                </p:cTn>
                              </p:par>
                              <p:par>
                                <p:cTn id="22" presetID="42" presetClass="path" presetSubtype="0" decel="100000" fill="hold" nodeType="withEffect">
                                  <p:stCondLst>
                                    <p:cond delay="0"/>
                                  </p:stCondLst>
                                  <p:childTnLst>
                                    <p:animMotion origin="layout" path="M 2.70833E-6 2.96296E-6 L 2.70833E-6 0.03495 " pathEditMode="relative" rAng="0" ptsTypes="AA">
                                      <p:cBhvr>
                                        <p:cTn id="23" dur="500" spd="-100000" fill="hold"/>
                                        <p:tgtEl>
                                          <p:spTgt spid="158"/>
                                        </p:tgtEl>
                                        <p:attrNameLst>
                                          <p:attrName>ppt_x</p:attrName>
                                          <p:attrName>ppt_y</p:attrName>
                                        </p:attrNameLst>
                                      </p:cBhvr>
                                      <p:rCtr x="0" y="1736"/>
                                    </p:animMotion>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65"/>
                                        </p:tgtEl>
                                        <p:attrNameLst>
                                          <p:attrName>style.visibility</p:attrName>
                                        </p:attrNameLst>
                                      </p:cBhvr>
                                      <p:to>
                                        <p:strVal val="visible"/>
                                      </p:to>
                                    </p:set>
                                    <p:animEffect transition="in" filter="fade">
                                      <p:cBhvr>
                                        <p:cTn id="28" dur="500"/>
                                        <p:tgtEl>
                                          <p:spTgt spid="165"/>
                                        </p:tgtEl>
                                      </p:cBhvr>
                                    </p:animEffect>
                                  </p:childTnLst>
                                </p:cTn>
                              </p:par>
                              <p:par>
                                <p:cTn id="29" presetID="42" presetClass="path" presetSubtype="0" decel="100000" fill="hold" nodeType="withEffect">
                                  <p:stCondLst>
                                    <p:cond delay="0"/>
                                  </p:stCondLst>
                                  <p:childTnLst>
                                    <p:animMotion origin="layout" path="M -2.08333E-6 -2.96296E-6 L -2.08333E-6 0.03496 " pathEditMode="relative" rAng="0" ptsTypes="AA">
                                      <p:cBhvr>
                                        <p:cTn id="30" dur="500" spd="-100000" fill="hold"/>
                                        <p:tgtEl>
                                          <p:spTgt spid="165"/>
                                        </p:tgtEl>
                                        <p:attrNameLst>
                                          <p:attrName>ppt_x</p:attrName>
                                          <p:attrName>ppt_y</p:attrName>
                                        </p:attrNameLst>
                                      </p:cBhvr>
                                      <p:rCtr x="0" y="17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43F44-7F0E-E60E-555A-27FD78844E7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9BE99E78-CBF8-818F-7575-C2378EC8F0DB}"/>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rPr>
              <a:t>SWA </a:t>
            </a:r>
            <a:r>
              <a:rPr lang="ja-JP" altLang="en-US" sz="2000" b="1">
                <a:solidFill>
                  <a:srgbClr val="1F2937"/>
                </a:solidFill>
                <a:latin typeface="Yu Gothic" pitchFamily="34" charset="0"/>
                <a:ea typeface="Yu Gothic" pitchFamily="34" charset="-122"/>
              </a:rPr>
              <a:t>の主な機能</a:t>
            </a:r>
            <a:endParaRPr lang="en-US" altLang="ja-JP" sz="2000" dirty="0"/>
          </a:p>
        </p:txBody>
      </p:sp>
      <p:sp>
        <p:nvSpPr>
          <p:cNvPr id="2" name="正方形/長方形 1">
            <a:extLst>
              <a:ext uri="{FF2B5EF4-FFF2-40B4-BE49-F238E27FC236}">
                <a16:creationId xmlns:a16="http://schemas.microsoft.com/office/drawing/2014/main" id="{31BA7428-A496-35CB-84BC-CE36A1E3AF9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9</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FE0A3BA6-D19D-F143-50F9-8F485879B6D7}"/>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0DB5DD71-4DDF-321B-3C08-DE02B135C4F0}"/>
              </a:ext>
            </a:extLst>
          </p:cNvPr>
          <p:cNvSpPr txBox="1">
            <a:spLocks/>
          </p:cNvSpPr>
          <p:nvPr/>
        </p:nvSpPr>
        <p:spPr>
          <a:xfrm>
            <a:off x="685798" y="1359610"/>
            <a:ext cx="10820402"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02000"/>
              </a:lnSpc>
              <a:buNone/>
            </a:pPr>
            <a:r>
              <a:rPr lang="en-US" altLang="ja-JP" sz="2000" dirty="0">
                <a:solidFill>
                  <a:srgbClr val="334155"/>
                </a:solidFill>
                <a:latin typeface="Yu Gothic UI" panose="020B0500000000000000" pitchFamily="34" charset="-128"/>
                <a:ea typeface="Yu Gothic UI" panose="020B0500000000000000" pitchFamily="34" charset="-128"/>
                <a:cs typeface="Yu Gothic" pitchFamily="34" charset="-120"/>
              </a:rPr>
              <a:t>SWA </a:t>
            </a:r>
            <a:r>
              <a:rPr lang="ja-JP" altLang="en-US" sz="2000">
                <a:solidFill>
                  <a:srgbClr val="334155"/>
                </a:solidFill>
                <a:latin typeface="Yu Gothic UI" panose="020B0500000000000000" pitchFamily="34" charset="-128"/>
                <a:ea typeface="Yu Gothic UI" panose="020B0500000000000000" pitchFamily="34" charset="-128"/>
                <a:cs typeface="Yu Gothic" pitchFamily="34" charset="-120"/>
              </a:rPr>
              <a:t>は</a:t>
            </a:r>
            <a:r>
              <a:rPr lang="en-US" altLang="ja-JP" sz="2000" dirty="0" err="1">
                <a:solidFill>
                  <a:srgbClr val="334155"/>
                </a:solidFill>
                <a:latin typeface="Yu Gothic UI" panose="020B0500000000000000" pitchFamily="34" charset="-128"/>
                <a:ea typeface="Yu Gothic UI" panose="020B0500000000000000" pitchFamily="34" charset="-128"/>
                <a:cs typeface="Yu Gothic" pitchFamily="34" charset="-120"/>
              </a:rPr>
              <a:t>ホスティングだけでなく、認証・ルーティング・CI</a:t>
            </a:r>
            <a:r>
              <a:rPr lang="en-US" altLang="ja-JP" sz="2000" dirty="0">
                <a:solidFill>
                  <a:srgbClr val="334155"/>
                </a:solidFill>
                <a:latin typeface="Yu Gothic UI" panose="020B0500000000000000" pitchFamily="34" charset="-128"/>
                <a:ea typeface="Yu Gothic UI" panose="020B0500000000000000" pitchFamily="34" charset="-128"/>
                <a:cs typeface="Yu Gothic" pitchFamily="34" charset="-120"/>
              </a:rPr>
              <a:t>/</a:t>
            </a:r>
            <a:r>
              <a:rPr lang="en-US" altLang="ja-JP" sz="2000" dirty="0" err="1">
                <a:solidFill>
                  <a:srgbClr val="334155"/>
                </a:solidFill>
                <a:latin typeface="Yu Gothic UI" panose="020B0500000000000000" pitchFamily="34" charset="-128"/>
                <a:ea typeface="Yu Gothic UI" panose="020B0500000000000000" pitchFamily="34" charset="-128"/>
                <a:cs typeface="Yu Gothic" pitchFamily="34" charset="-120"/>
              </a:rPr>
              <a:t>CD・プレビュー環境も支援します</a:t>
            </a:r>
            <a:r>
              <a:rPr lang="en-US" altLang="ja-JP" sz="2000" dirty="0">
                <a:solidFill>
                  <a:srgbClr val="334155"/>
                </a:solidFill>
                <a:latin typeface="Yu Gothic UI" panose="020B0500000000000000" pitchFamily="34" charset="-128"/>
                <a:ea typeface="Yu Gothic UI" panose="020B0500000000000000" pitchFamily="34" charset="-128"/>
                <a:cs typeface="Yu Gothic" pitchFamily="34" charset="-120"/>
              </a:rPr>
              <a:t>。</a:t>
            </a:r>
            <a:endParaRPr lang="en-US" altLang="ja-JP" sz="2000" dirty="0">
              <a:latin typeface="Yu Gothic UI" panose="020B0500000000000000" pitchFamily="34" charset="-128"/>
              <a:ea typeface="Yu Gothic UI" panose="020B0500000000000000" pitchFamily="34" charset="-128"/>
            </a:endParaRPr>
          </a:p>
        </p:txBody>
      </p:sp>
      <p:graphicFrame>
        <p:nvGraphicFramePr>
          <p:cNvPr id="5" name="Table 0">
            <a:extLst>
              <a:ext uri="{FF2B5EF4-FFF2-40B4-BE49-F238E27FC236}">
                <a16:creationId xmlns:a16="http://schemas.microsoft.com/office/drawing/2014/main" id="{E8B09056-0AFF-F394-5B56-67931CBF1F04}"/>
              </a:ext>
            </a:extLst>
          </p:cNvPr>
          <p:cNvGraphicFramePr>
            <a:graphicFrameLocks noGrp="1"/>
          </p:cNvGraphicFramePr>
          <p:nvPr>
            <p:extLst>
              <p:ext uri="{D42A27DB-BD31-4B8C-83A1-F6EECF244321}">
                <p14:modId xmlns:p14="http://schemas.microsoft.com/office/powerpoint/2010/main" val="509544332"/>
              </p:ext>
            </p:extLst>
          </p:nvPr>
        </p:nvGraphicFramePr>
        <p:xfrm>
          <a:off x="548640" y="1965960"/>
          <a:ext cx="10957560" cy="3520440"/>
        </p:xfrm>
        <a:graphic>
          <a:graphicData uri="http://schemas.openxmlformats.org/drawingml/2006/table">
            <a:tbl>
              <a:tblPr/>
              <a:tblGrid>
                <a:gridCol w="3713395">
                  <a:extLst>
                    <a:ext uri="{9D8B030D-6E8A-4147-A177-3AD203B41FA5}">
                      <a16:colId xmlns:a16="http://schemas.microsoft.com/office/drawing/2014/main" val="20000"/>
                    </a:ext>
                  </a:extLst>
                </a:gridCol>
                <a:gridCol w="7244165">
                  <a:extLst>
                    <a:ext uri="{9D8B030D-6E8A-4147-A177-3AD203B41FA5}">
                      <a16:colId xmlns:a16="http://schemas.microsoft.com/office/drawing/2014/main" val="20001"/>
                    </a:ext>
                  </a:extLst>
                </a:gridCol>
              </a:tblGrid>
              <a:tr h="502920">
                <a:tc>
                  <a:txBody>
                    <a:bodyPr/>
                    <a:lstStyle/>
                    <a:p>
                      <a:pPr marL="0" indent="0" algn="ctr">
                        <a:buNone/>
                      </a:pPr>
                      <a:r>
                        <a:rPr lang="en-US" sz="1000" b="1" dirty="0">
                          <a:solidFill>
                            <a:srgbClr val="FFFFFF"/>
                          </a:solidFill>
                          <a:latin typeface="Yu Gothic" pitchFamily="34" charset="0"/>
                          <a:ea typeface="Yu Gothic" pitchFamily="34" charset="-122"/>
                          <a:cs typeface="Yu Gothic" pitchFamily="34" charset="-120"/>
                        </a:rPr>
                        <a:t>機能</a:t>
                      </a:r>
                      <a:endParaRPr lang="en-US" sz="10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4472C4"/>
                    </a:solidFill>
                  </a:tcPr>
                </a:tc>
                <a:tc>
                  <a:txBody>
                    <a:bodyPr/>
                    <a:lstStyle/>
                    <a:p>
                      <a:pPr marL="0" indent="0" algn="ctr">
                        <a:buNone/>
                      </a:pPr>
                      <a:r>
                        <a:rPr lang="en-US" sz="1000" b="1" dirty="0" err="1">
                          <a:solidFill>
                            <a:srgbClr val="FFFFFF"/>
                          </a:solidFill>
                          <a:latin typeface="Yu Gothic" pitchFamily="34" charset="0"/>
                          <a:ea typeface="Yu Gothic" pitchFamily="34" charset="-122"/>
                          <a:cs typeface="Yu Gothic" pitchFamily="34" charset="-120"/>
                        </a:rPr>
                        <a:t>説明</a:t>
                      </a:r>
                      <a:endParaRPr lang="en-US" sz="1000" b="1" dirty="0">
                        <a:solidFill>
                          <a:srgbClr val="FFFFFF"/>
                        </a:solidFill>
                        <a:latin typeface="Yu Gothic" pitchFamily="34" charset="0"/>
                        <a:ea typeface="Yu Gothic" pitchFamily="34" charset="-122"/>
                        <a:cs typeface="Yu Gothic" pitchFamily="34" charset="-12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502920">
                <a:tc>
                  <a:txBody>
                    <a:bodyPr/>
                    <a:lstStyle/>
                    <a:p>
                      <a:pPr marL="0" indent="0" algn="l">
                        <a:buNone/>
                      </a:pPr>
                      <a:r>
                        <a:rPr lang="en-US" sz="1000" dirty="0">
                          <a:solidFill>
                            <a:srgbClr val="334155"/>
                          </a:solidFill>
                          <a:latin typeface="Yu Gothic" pitchFamily="34" charset="0"/>
                          <a:ea typeface="Yu Gothic" pitchFamily="34" charset="-122"/>
                          <a:cs typeface="Yu Gothic" pitchFamily="34" charset="-120"/>
                        </a:rPr>
                        <a:t>静的コンテンツホスティング</a:t>
                      </a:r>
                      <a:endParaRPr lang="en-US" sz="10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4155"/>
                          </a:solidFill>
                          <a:latin typeface="Yu Gothic" pitchFamily="34" charset="0"/>
                          <a:ea typeface="Yu Gothic" pitchFamily="34" charset="-122"/>
                          <a:cs typeface="Yu Gothic" pitchFamily="34" charset="-120"/>
                        </a:rPr>
                        <a:t>HTML / CSS / JS / </a:t>
                      </a:r>
                      <a:r>
                        <a:rPr lang="en-US" sz="1000" dirty="0" err="1">
                          <a:solidFill>
                            <a:srgbClr val="334155"/>
                          </a:solidFill>
                          <a:latin typeface="Yu Gothic" pitchFamily="34" charset="0"/>
                          <a:ea typeface="Yu Gothic" pitchFamily="34" charset="-122"/>
                          <a:cs typeface="Yu Gothic" pitchFamily="34" charset="-120"/>
                        </a:rPr>
                        <a:t>画像を格納、配信</a:t>
                      </a:r>
                      <a:endParaRPr lang="en-US" sz="10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000" dirty="0">
                          <a:solidFill>
                            <a:srgbClr val="334155"/>
                          </a:solidFill>
                          <a:latin typeface="Yu Gothic" pitchFamily="34" charset="0"/>
                          <a:ea typeface="Yu Gothic" pitchFamily="34" charset="-122"/>
                          <a:cs typeface="Yu Gothic" pitchFamily="34" charset="-120"/>
                        </a:rPr>
                        <a:t>統合 API</a:t>
                      </a:r>
                      <a:endParaRPr lang="en-US" sz="10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tc>
                  <a:txBody>
                    <a:bodyPr/>
                    <a:lstStyle/>
                    <a:p>
                      <a:pPr marL="0" indent="0" algn="l">
                        <a:buNone/>
                      </a:pPr>
                      <a:r>
                        <a:rPr lang="en-US" sz="1000" dirty="0">
                          <a:solidFill>
                            <a:srgbClr val="334155"/>
                          </a:solidFill>
                          <a:latin typeface="Yu Gothic" pitchFamily="34" charset="0"/>
                          <a:ea typeface="Yu Gothic" pitchFamily="34" charset="-122"/>
                          <a:cs typeface="Yu Gothic" pitchFamily="34" charset="-120"/>
                        </a:rPr>
                        <a:t>Azure Functions </a:t>
                      </a:r>
                      <a:r>
                        <a:rPr lang="en-US" sz="1000" dirty="0" err="1">
                          <a:solidFill>
                            <a:srgbClr val="334155"/>
                          </a:solidFill>
                          <a:latin typeface="Yu Gothic" pitchFamily="34" charset="0"/>
                          <a:ea typeface="Yu Gothic" pitchFamily="34" charset="-122"/>
                          <a:cs typeface="Yu Gothic" pitchFamily="34" charset="-120"/>
                        </a:rPr>
                        <a:t>をサービスに統合。この</a:t>
                      </a:r>
                      <a:r>
                        <a:rPr lang="en-US" sz="1000" dirty="0">
                          <a:solidFill>
                            <a:srgbClr val="334155"/>
                          </a:solidFill>
                          <a:latin typeface="Yu Gothic" pitchFamily="34" charset="0"/>
                          <a:ea typeface="Yu Gothic" pitchFamily="34" charset="-122"/>
                          <a:cs typeface="Yu Gothic" pitchFamily="34" charset="-120"/>
                        </a:rPr>
                        <a:t> Functions </a:t>
                      </a:r>
                      <a:r>
                        <a:rPr lang="en-US" sz="1000" dirty="0" err="1">
                          <a:solidFill>
                            <a:srgbClr val="334155"/>
                          </a:solidFill>
                          <a:latin typeface="Yu Gothic" pitchFamily="34" charset="0"/>
                          <a:ea typeface="Yu Gothic" pitchFamily="34" charset="-122"/>
                          <a:cs typeface="Yu Gothic" pitchFamily="34" charset="-120"/>
                        </a:rPr>
                        <a:t>で</a:t>
                      </a:r>
                      <a:r>
                        <a:rPr lang="en-US" sz="1000" dirty="0">
                          <a:solidFill>
                            <a:srgbClr val="334155"/>
                          </a:solidFill>
                          <a:latin typeface="Yu Gothic" pitchFamily="34" charset="0"/>
                          <a:ea typeface="Yu Gothic" pitchFamily="34" charset="-122"/>
                          <a:cs typeface="Yu Gothic" pitchFamily="34" charset="-120"/>
                        </a:rPr>
                        <a:t> Web API </a:t>
                      </a:r>
                      <a:r>
                        <a:rPr lang="en-US" sz="1000" dirty="0" err="1">
                          <a:solidFill>
                            <a:srgbClr val="334155"/>
                          </a:solidFill>
                          <a:latin typeface="Yu Gothic" pitchFamily="34" charset="0"/>
                          <a:ea typeface="Yu Gothic" pitchFamily="34" charset="-122"/>
                          <a:cs typeface="Yu Gothic" pitchFamily="34" charset="-120"/>
                        </a:rPr>
                        <a:t>を構築可能</a:t>
                      </a:r>
                      <a:r>
                        <a:rPr lang="en-US" sz="1000" dirty="0">
                          <a:solidFill>
                            <a:srgbClr val="334155"/>
                          </a:solidFill>
                          <a:latin typeface="Yu Gothic" pitchFamily="34" charset="0"/>
                          <a:ea typeface="Yu Gothic" pitchFamily="34" charset="-122"/>
                          <a:cs typeface="Yu Gothic" pitchFamily="34" charset="-120"/>
                        </a:rPr>
                        <a:t>。</a:t>
                      </a:r>
                    </a:p>
                    <a:p>
                      <a:pPr marL="0" indent="0" algn="l">
                        <a:buNone/>
                      </a:pPr>
                      <a:r>
                        <a:rPr lang="en-US" sz="1000" dirty="0" err="1">
                          <a:solidFill>
                            <a:srgbClr val="334155"/>
                          </a:solidFill>
                          <a:latin typeface="Yu Gothic" pitchFamily="34" charset="0"/>
                          <a:ea typeface="Yu Gothic" pitchFamily="34" charset="-122"/>
                          <a:cs typeface="Yu Gothic" pitchFamily="34" charset="-120"/>
                        </a:rPr>
                        <a:t>自身で別に構築した、Azure</a:t>
                      </a:r>
                      <a:r>
                        <a:rPr lang="en-US" sz="1000" dirty="0">
                          <a:solidFill>
                            <a:srgbClr val="334155"/>
                          </a:solidFill>
                          <a:latin typeface="Yu Gothic" pitchFamily="34" charset="0"/>
                          <a:ea typeface="Yu Gothic" pitchFamily="34" charset="-122"/>
                          <a:cs typeface="Yu Gothic" pitchFamily="34" charset="-120"/>
                        </a:rPr>
                        <a:t> </a:t>
                      </a:r>
                      <a:r>
                        <a:rPr lang="en-US" sz="1000" dirty="0" err="1">
                          <a:solidFill>
                            <a:srgbClr val="334155"/>
                          </a:solidFill>
                          <a:latin typeface="Yu Gothic" pitchFamily="34" charset="0"/>
                          <a:ea typeface="Yu Gothic" pitchFamily="34" charset="-122"/>
                          <a:cs typeface="Yu Gothic" pitchFamily="34" charset="-120"/>
                        </a:rPr>
                        <a:t>Functions、Azure</a:t>
                      </a:r>
                      <a:r>
                        <a:rPr lang="en-US" sz="1000" dirty="0">
                          <a:solidFill>
                            <a:srgbClr val="334155"/>
                          </a:solidFill>
                          <a:latin typeface="Yu Gothic" pitchFamily="34" charset="0"/>
                          <a:ea typeface="Yu Gothic" pitchFamily="34" charset="-122"/>
                          <a:cs typeface="Yu Gothic" pitchFamily="34" charset="-120"/>
                        </a:rPr>
                        <a:t> Container Apps </a:t>
                      </a:r>
                      <a:r>
                        <a:rPr lang="en-US" sz="1000" dirty="0" err="1">
                          <a:solidFill>
                            <a:srgbClr val="334155"/>
                          </a:solidFill>
                          <a:latin typeface="Yu Gothic" pitchFamily="34" charset="0"/>
                          <a:ea typeface="Yu Gothic" pitchFamily="34" charset="-122"/>
                          <a:cs typeface="Yu Gothic" pitchFamily="34" charset="-120"/>
                        </a:rPr>
                        <a:t>の</a:t>
                      </a:r>
                      <a:r>
                        <a:rPr lang="en-US" sz="1000" dirty="0">
                          <a:solidFill>
                            <a:srgbClr val="334155"/>
                          </a:solidFill>
                          <a:latin typeface="Yu Gothic" pitchFamily="34" charset="0"/>
                          <a:ea typeface="Yu Gothic" pitchFamily="34" charset="-122"/>
                          <a:cs typeface="Yu Gothic" pitchFamily="34" charset="-120"/>
                        </a:rPr>
                        <a:t> Web API </a:t>
                      </a:r>
                      <a:r>
                        <a:rPr lang="en-US" sz="1000" dirty="0" err="1">
                          <a:solidFill>
                            <a:srgbClr val="334155"/>
                          </a:solidFill>
                          <a:latin typeface="Yu Gothic" pitchFamily="34" charset="0"/>
                          <a:ea typeface="Yu Gothic" pitchFamily="34" charset="-122"/>
                          <a:cs typeface="Yu Gothic" pitchFamily="34" charset="-120"/>
                        </a:rPr>
                        <a:t>を統合することも可能</a:t>
                      </a:r>
                      <a:r>
                        <a:rPr lang="en-US" sz="1000" dirty="0">
                          <a:solidFill>
                            <a:srgbClr val="334155"/>
                          </a:solidFill>
                          <a:latin typeface="Yu Gothic" pitchFamily="34" charset="0"/>
                          <a:ea typeface="Yu Gothic" pitchFamily="34" charset="-122"/>
                          <a:cs typeface="Yu Gothic" pitchFamily="34" charset="-120"/>
                        </a:rPr>
                        <a:t> (Standard SKU)</a:t>
                      </a:r>
                      <a:endParaRPr lang="en-US" sz="10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extLst>
                  <a:ext uri="{0D108BD9-81ED-4DB2-BD59-A6C34878D82A}">
                    <a16:rowId xmlns:a16="http://schemas.microsoft.com/office/drawing/2014/main" val="10002"/>
                  </a:ext>
                </a:extLst>
              </a:tr>
              <a:tr h="502920">
                <a:tc>
                  <a:txBody>
                    <a:bodyPr/>
                    <a:lstStyle/>
                    <a:p>
                      <a:pPr marL="0" indent="0" algn="l">
                        <a:buNone/>
                      </a:pPr>
                      <a:r>
                        <a:rPr lang="en-US" sz="1000" dirty="0">
                          <a:solidFill>
                            <a:srgbClr val="334155"/>
                          </a:solidFill>
                          <a:latin typeface="Yu Gothic" pitchFamily="34" charset="0"/>
                          <a:ea typeface="Yu Gothic" pitchFamily="34" charset="-122"/>
                          <a:cs typeface="Yu Gothic" pitchFamily="34" charset="-120"/>
                        </a:rPr>
                        <a:t>GitHub / Azure DevOps 連携</a:t>
                      </a:r>
                      <a:endParaRPr lang="en-US" sz="10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4155"/>
                          </a:solidFill>
                          <a:latin typeface="Yu Gothic" pitchFamily="34" charset="0"/>
                          <a:ea typeface="Yu Gothic" pitchFamily="34" charset="-122"/>
                          <a:cs typeface="Yu Gothic" pitchFamily="34" charset="-120"/>
                        </a:rPr>
                        <a:t>GitHub </a:t>
                      </a:r>
                      <a:r>
                        <a:rPr lang="en-US" sz="1000" dirty="0" err="1">
                          <a:solidFill>
                            <a:srgbClr val="334155"/>
                          </a:solidFill>
                          <a:latin typeface="Yu Gothic" pitchFamily="34" charset="0"/>
                          <a:ea typeface="Yu Gothic" pitchFamily="34" charset="-122"/>
                          <a:cs typeface="Yu Gothic" pitchFamily="34" charset="-120"/>
                        </a:rPr>
                        <a:t>など</a:t>
                      </a:r>
                      <a:r>
                        <a:rPr lang="en-US" sz="1000" dirty="0">
                          <a:solidFill>
                            <a:srgbClr val="334155"/>
                          </a:solidFill>
                          <a:latin typeface="Yu Gothic" pitchFamily="34" charset="0"/>
                          <a:ea typeface="Yu Gothic" pitchFamily="34" charset="-122"/>
                          <a:cs typeface="Yu Gothic" pitchFamily="34" charset="-120"/>
                        </a:rPr>
                        <a:t> CI/CD </a:t>
                      </a:r>
                      <a:r>
                        <a:rPr lang="ja-JP" altLang="en-US" sz="1000">
                          <a:solidFill>
                            <a:srgbClr val="334155"/>
                          </a:solidFill>
                          <a:latin typeface="Yu Gothic" pitchFamily="34" charset="0"/>
                          <a:ea typeface="Yu Gothic" pitchFamily="34" charset="-122"/>
                          <a:cs typeface="Yu Gothic" pitchFamily="34" charset="-120"/>
                        </a:rPr>
                        <a:t>ツールとの統合をサポート</a:t>
                      </a:r>
                      <a:endParaRPr lang="en-US" sz="10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000" dirty="0">
                          <a:solidFill>
                            <a:srgbClr val="334155"/>
                          </a:solidFill>
                          <a:latin typeface="Yu Gothic" pitchFamily="34" charset="0"/>
                          <a:ea typeface="Yu Gothic" pitchFamily="34" charset="-122"/>
                          <a:cs typeface="Yu Gothic" pitchFamily="34" charset="-120"/>
                        </a:rPr>
                        <a:t>認証 / 認可</a:t>
                      </a:r>
                      <a:endParaRPr lang="en-US" sz="10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tc>
                  <a:txBody>
                    <a:bodyPr/>
                    <a:lstStyle/>
                    <a:p>
                      <a:pPr marL="0" indent="0" algn="l">
                        <a:buNone/>
                      </a:pPr>
                      <a:r>
                        <a:rPr lang="en-US" sz="1000" dirty="0">
                          <a:solidFill>
                            <a:srgbClr val="334155"/>
                          </a:solidFill>
                          <a:latin typeface="Yu Gothic" pitchFamily="34" charset="0"/>
                          <a:ea typeface="Yu Gothic" pitchFamily="34" charset="-122"/>
                          <a:cs typeface="Yu Gothic" pitchFamily="34" charset="-120"/>
                        </a:rPr>
                        <a:t>Entra ID や GitHub </a:t>
                      </a:r>
                      <a:r>
                        <a:rPr lang="en-US" sz="1000" dirty="0" err="1">
                          <a:solidFill>
                            <a:srgbClr val="334155"/>
                          </a:solidFill>
                          <a:latin typeface="Yu Gothic" pitchFamily="34" charset="0"/>
                          <a:ea typeface="Yu Gothic" pitchFamily="34" charset="-122"/>
                          <a:cs typeface="Yu Gothic" pitchFamily="34" charset="-120"/>
                        </a:rPr>
                        <a:t>などの認証プロバイダーを利用可能</a:t>
                      </a:r>
                      <a:r>
                        <a:rPr lang="en-US" sz="1000" dirty="0">
                          <a:solidFill>
                            <a:srgbClr val="334155"/>
                          </a:solidFill>
                          <a:latin typeface="Yu Gothic" pitchFamily="34" charset="0"/>
                          <a:ea typeface="Yu Gothic" pitchFamily="34" charset="-122"/>
                          <a:cs typeface="Yu Gothic" pitchFamily="34" charset="-120"/>
                        </a:rPr>
                        <a:t>。</a:t>
                      </a: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extLst>
                  <a:ext uri="{0D108BD9-81ED-4DB2-BD59-A6C34878D82A}">
                    <a16:rowId xmlns:a16="http://schemas.microsoft.com/office/drawing/2014/main" val="10004"/>
                  </a:ext>
                </a:extLst>
              </a:tr>
              <a:tr h="502920">
                <a:tc>
                  <a:txBody>
                    <a:bodyPr/>
                    <a:lstStyle/>
                    <a:p>
                      <a:pPr marL="0" indent="0" algn="l">
                        <a:buNone/>
                      </a:pPr>
                      <a:r>
                        <a:rPr lang="en-US" sz="1000" dirty="0">
                          <a:solidFill>
                            <a:srgbClr val="334155"/>
                          </a:solidFill>
                          <a:latin typeface="Yu Gothic" pitchFamily="34" charset="0"/>
                          <a:ea typeface="Yu Gothic" pitchFamily="34" charset="-122"/>
                          <a:cs typeface="Yu Gothic" pitchFamily="34" charset="-120"/>
                        </a:rPr>
                        <a:t>プレビュー環境</a:t>
                      </a:r>
                      <a:endParaRPr lang="en-US" sz="10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4155"/>
                          </a:solidFill>
                          <a:latin typeface="Yu Gothic" pitchFamily="34" charset="0"/>
                          <a:ea typeface="Yu Gothic" pitchFamily="34" charset="-122"/>
                          <a:cs typeface="Yu Gothic" pitchFamily="34" charset="-120"/>
                        </a:rPr>
                        <a:t>Pull request </a:t>
                      </a:r>
                      <a:r>
                        <a:rPr lang="en-US" sz="1000" dirty="0" err="1">
                          <a:solidFill>
                            <a:srgbClr val="334155"/>
                          </a:solidFill>
                          <a:latin typeface="Yu Gothic" pitchFamily="34" charset="0"/>
                          <a:ea typeface="Yu Gothic" pitchFamily="34" charset="-122"/>
                          <a:cs typeface="Yu Gothic" pitchFamily="34" charset="-120"/>
                        </a:rPr>
                        <a:t>ごとに確認用環境を作成。安全なリリースプロセスをすぐに利用可能</a:t>
                      </a:r>
                      <a:endParaRPr lang="en-US" sz="10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000" dirty="0">
                          <a:solidFill>
                            <a:srgbClr val="334155"/>
                          </a:solidFill>
                          <a:latin typeface="Yu Gothic" pitchFamily="34" charset="0"/>
                          <a:ea typeface="Yu Gothic" pitchFamily="34" charset="-122"/>
                          <a:cs typeface="Yu Gothic" pitchFamily="34" charset="-120"/>
                        </a:rPr>
                        <a:t>SSL / カスタムドメイン</a:t>
                      </a:r>
                      <a:endParaRPr lang="en-US" sz="10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tc>
                  <a:txBody>
                    <a:bodyPr/>
                    <a:lstStyle/>
                    <a:p>
                      <a:pPr marL="0" indent="0" algn="l">
                        <a:buNone/>
                      </a:pPr>
                      <a:r>
                        <a:rPr lang="en-US" sz="1000" dirty="0">
                          <a:solidFill>
                            <a:srgbClr val="334155"/>
                          </a:solidFill>
                          <a:latin typeface="Yu Gothic" pitchFamily="34" charset="0"/>
                          <a:ea typeface="Yu Gothic" pitchFamily="34" charset="-122"/>
                          <a:cs typeface="Yu Gothic" pitchFamily="34" charset="-120"/>
                        </a:rPr>
                        <a:t>HTTPS </a:t>
                      </a:r>
                      <a:r>
                        <a:rPr lang="en-US" sz="1000" dirty="0" err="1">
                          <a:solidFill>
                            <a:srgbClr val="334155"/>
                          </a:solidFill>
                          <a:latin typeface="Yu Gothic" pitchFamily="34" charset="0"/>
                          <a:ea typeface="Yu Gothic" pitchFamily="34" charset="-122"/>
                          <a:cs typeface="Yu Gothic" pitchFamily="34" charset="-120"/>
                        </a:rPr>
                        <a:t>と独自ドメインの設定を支援。証明書もマネージドサービスとして提供し、追加費用なしで利用可能</a:t>
                      </a:r>
                      <a:endParaRPr lang="en-US" sz="10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240106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50B34-DB00-BA4C-159E-E13CB79B31F2}"/>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CA40C5A6-E483-D90A-DF26-1BBEE3433E71}"/>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rPr>
              <a:t>Blob Storage </a:t>
            </a:r>
            <a:r>
              <a:rPr lang="ja-JP" altLang="en-US" sz="2000" b="1">
                <a:solidFill>
                  <a:srgbClr val="1F2937"/>
                </a:solidFill>
                <a:latin typeface="Yu Gothic" pitchFamily="34" charset="0"/>
                <a:ea typeface="Yu Gothic" pitchFamily="34" charset="-122"/>
              </a:rPr>
              <a:t>での静的サイトホスティングとの違い</a:t>
            </a:r>
            <a:endParaRPr lang="en-US" altLang="ja-JP" sz="2000" dirty="0"/>
          </a:p>
        </p:txBody>
      </p:sp>
      <p:sp>
        <p:nvSpPr>
          <p:cNvPr id="2" name="正方形/長方形 1">
            <a:extLst>
              <a:ext uri="{FF2B5EF4-FFF2-40B4-BE49-F238E27FC236}">
                <a16:creationId xmlns:a16="http://schemas.microsoft.com/office/drawing/2014/main" id="{0275868F-4826-AE1B-6863-FC4535B4D97A}"/>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9</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8BE66E5E-87F3-6B31-BD0B-A5F2842AB13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78E73E84-2E80-B316-80D4-EE9518A57192}"/>
              </a:ext>
            </a:extLst>
          </p:cNvPr>
          <p:cNvSpPr txBox="1">
            <a:spLocks/>
          </p:cNvSpPr>
          <p:nvPr/>
        </p:nvSpPr>
        <p:spPr>
          <a:xfrm>
            <a:off x="685798" y="1359610"/>
            <a:ext cx="10820402"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02000"/>
              </a:lnSpc>
              <a:buNone/>
            </a:pPr>
            <a:r>
              <a:rPr lang="en-US" altLang="ja-JP" sz="2000" dirty="0">
                <a:solidFill>
                  <a:srgbClr val="334155"/>
                </a:solidFill>
                <a:latin typeface="Yu Gothic UI" panose="020B0500000000000000" pitchFamily="34" charset="-128"/>
                <a:ea typeface="Yu Gothic UI" panose="020B0500000000000000" pitchFamily="34" charset="-128"/>
                <a:cs typeface="Yu Gothic" pitchFamily="34" charset="-120"/>
              </a:rPr>
              <a:t>Blob Storage </a:t>
            </a:r>
            <a:r>
              <a:rPr lang="ja-JP" altLang="en-US" sz="2000">
                <a:solidFill>
                  <a:srgbClr val="334155"/>
                </a:solidFill>
                <a:latin typeface="Yu Gothic UI" panose="020B0500000000000000" pitchFamily="34" charset="-128"/>
                <a:ea typeface="Yu Gothic UI" panose="020B0500000000000000" pitchFamily="34" charset="-128"/>
                <a:cs typeface="Yu Gothic" pitchFamily="34" charset="-120"/>
              </a:rPr>
              <a:t>でも静的サイト</a:t>
            </a:r>
            <a:r>
              <a:rPr lang="en-US" altLang="ja-JP" sz="2000" dirty="0">
                <a:solidFill>
                  <a:srgbClr val="334155"/>
                </a:solidFill>
                <a:latin typeface="Yu Gothic UI" panose="020B0500000000000000" pitchFamily="34" charset="-128"/>
                <a:ea typeface="Yu Gothic UI" panose="020B0500000000000000" pitchFamily="34" charset="-128"/>
                <a:cs typeface="Yu Gothic" pitchFamily="34" charset="-120"/>
              </a:rPr>
              <a:t>/SPA </a:t>
            </a:r>
            <a:r>
              <a:rPr lang="ja-JP" altLang="en-US" sz="2000">
                <a:solidFill>
                  <a:srgbClr val="334155"/>
                </a:solidFill>
                <a:latin typeface="Yu Gothic UI" panose="020B0500000000000000" pitchFamily="34" charset="-128"/>
                <a:ea typeface="Yu Gothic UI" panose="020B0500000000000000" pitchFamily="34" charset="-128"/>
                <a:cs typeface="Yu Gothic" pitchFamily="34" charset="-120"/>
              </a:rPr>
              <a:t>のホスティングの機能はありますが、</a:t>
            </a:r>
            <a:r>
              <a:rPr lang="en-US" altLang="ja-JP" sz="2000" dirty="0">
                <a:solidFill>
                  <a:srgbClr val="334155"/>
                </a:solidFill>
                <a:latin typeface="Yu Gothic UI" panose="020B0500000000000000" pitchFamily="34" charset="-128"/>
                <a:ea typeface="Yu Gothic UI" panose="020B0500000000000000" pitchFamily="34" charset="-128"/>
                <a:cs typeface="Yu Gothic" pitchFamily="34" charset="-120"/>
              </a:rPr>
              <a:t>SWA </a:t>
            </a:r>
            <a:r>
              <a:rPr lang="ja-JP" altLang="en-US" sz="2000">
                <a:solidFill>
                  <a:srgbClr val="334155"/>
                </a:solidFill>
                <a:latin typeface="Yu Gothic UI" panose="020B0500000000000000" pitchFamily="34" charset="-128"/>
                <a:ea typeface="Yu Gothic UI" panose="020B0500000000000000" pitchFamily="34" charset="-128"/>
                <a:cs typeface="Yu Gothic" pitchFamily="34" charset="-120"/>
              </a:rPr>
              <a:t>はそれに加えて、</a:t>
            </a:r>
            <a:r>
              <a:rPr lang="en-US" altLang="ja-JP" sz="2000" dirty="0">
                <a:solidFill>
                  <a:srgbClr val="334155"/>
                </a:solidFill>
                <a:latin typeface="Yu Gothic UI" panose="020B0500000000000000" pitchFamily="34" charset="-128"/>
                <a:ea typeface="Yu Gothic UI" panose="020B0500000000000000" pitchFamily="34" charset="-128"/>
                <a:cs typeface="Yu Gothic" pitchFamily="34" charset="-120"/>
              </a:rPr>
              <a:t>SPA/MPA Web </a:t>
            </a:r>
            <a:r>
              <a:rPr lang="ja-JP" altLang="en-US" sz="2000">
                <a:solidFill>
                  <a:srgbClr val="334155"/>
                </a:solidFill>
                <a:latin typeface="Yu Gothic UI" panose="020B0500000000000000" pitchFamily="34" charset="-128"/>
                <a:ea typeface="Yu Gothic UI" panose="020B0500000000000000" pitchFamily="34" charset="-128"/>
                <a:cs typeface="Yu Gothic" pitchFamily="34" charset="-120"/>
              </a:rPr>
              <a:t>アプリケーションに必要な機能</a:t>
            </a:r>
            <a:r>
              <a:rPr lang="en-US" altLang="ja-JP" sz="2000" dirty="0">
                <a:solidFill>
                  <a:srgbClr val="334155"/>
                </a:solidFill>
                <a:latin typeface="Yu Gothic UI" panose="020B0500000000000000" pitchFamily="34" charset="-128"/>
                <a:ea typeface="Yu Gothic UI" panose="020B0500000000000000" pitchFamily="34" charset="-128"/>
                <a:cs typeface="Yu Gothic" pitchFamily="34" charset="-120"/>
              </a:rPr>
              <a:t> (API </a:t>
            </a:r>
            <a:r>
              <a:rPr lang="ja-JP" altLang="en-US" sz="2000">
                <a:solidFill>
                  <a:srgbClr val="334155"/>
                </a:solidFill>
                <a:latin typeface="Yu Gothic UI" panose="020B0500000000000000" pitchFamily="34" charset="-128"/>
                <a:ea typeface="Yu Gothic UI" panose="020B0500000000000000" pitchFamily="34" charset="-128"/>
                <a:cs typeface="Yu Gothic" pitchFamily="34" charset="-120"/>
              </a:rPr>
              <a:t>のホスティング</a:t>
            </a:r>
            <a:r>
              <a:rPr lang="en-US" altLang="ja-JP" sz="2000" dirty="0">
                <a:solidFill>
                  <a:srgbClr val="334155"/>
                </a:solidFill>
                <a:latin typeface="Yu Gothic UI" panose="020B0500000000000000" pitchFamily="34" charset="-128"/>
                <a:ea typeface="Yu Gothic UI" panose="020B0500000000000000" pitchFamily="34" charset="-128"/>
                <a:cs typeface="Yu Gothic" pitchFamily="34" charset="-120"/>
              </a:rPr>
              <a:t>) </a:t>
            </a:r>
            <a:r>
              <a:rPr lang="ja-JP" altLang="en-US" sz="2000">
                <a:solidFill>
                  <a:srgbClr val="334155"/>
                </a:solidFill>
                <a:latin typeface="Yu Gothic UI" panose="020B0500000000000000" pitchFamily="34" charset="-128"/>
                <a:ea typeface="Yu Gothic UI" panose="020B0500000000000000" pitchFamily="34" charset="-128"/>
                <a:cs typeface="Yu Gothic" pitchFamily="34" charset="-120"/>
              </a:rPr>
              <a:t>や</a:t>
            </a:r>
            <a:r>
              <a:rPr lang="en-US" altLang="ja-JP" sz="2000" dirty="0">
                <a:solidFill>
                  <a:srgbClr val="334155"/>
                </a:solidFill>
                <a:latin typeface="Yu Gothic UI" panose="020B0500000000000000" pitchFamily="34" charset="-128"/>
                <a:ea typeface="Yu Gothic UI" panose="020B0500000000000000" pitchFamily="34" charset="-128"/>
                <a:cs typeface="Yu Gothic" pitchFamily="34" charset="-120"/>
              </a:rPr>
              <a:t> CI/CD </a:t>
            </a:r>
            <a:r>
              <a:rPr lang="ja-JP" altLang="en-US" sz="2000">
                <a:solidFill>
                  <a:srgbClr val="334155"/>
                </a:solidFill>
                <a:latin typeface="Yu Gothic UI" panose="020B0500000000000000" pitchFamily="34" charset="-128"/>
                <a:ea typeface="Yu Gothic UI" panose="020B0500000000000000" pitchFamily="34" charset="-128"/>
                <a:cs typeface="Yu Gothic" pitchFamily="34" charset="-120"/>
              </a:rPr>
              <a:t>との連携が組み込まれており、より統合的にアプリを開発、運用できるようにしています。</a:t>
            </a:r>
            <a:endParaRPr lang="en-US" altLang="ja-JP" sz="2000" dirty="0">
              <a:solidFill>
                <a:srgbClr val="334155"/>
              </a:solidFill>
              <a:latin typeface="Yu Gothic UI" panose="020B0500000000000000" pitchFamily="34" charset="-128"/>
              <a:ea typeface="Yu Gothic UI" panose="020B0500000000000000" pitchFamily="34" charset="-128"/>
              <a:cs typeface="Yu Gothic" pitchFamily="34" charset="-120"/>
            </a:endParaRPr>
          </a:p>
        </p:txBody>
      </p:sp>
      <p:sp>
        <p:nvSpPr>
          <p:cNvPr id="6" name="Shape 4">
            <a:extLst>
              <a:ext uri="{FF2B5EF4-FFF2-40B4-BE49-F238E27FC236}">
                <a16:creationId xmlns:a16="http://schemas.microsoft.com/office/drawing/2014/main" id="{3E21C933-CCAA-2338-E51A-EA75B2DA66F9}"/>
              </a:ext>
            </a:extLst>
          </p:cNvPr>
          <p:cNvSpPr/>
          <p:nvPr/>
        </p:nvSpPr>
        <p:spPr>
          <a:xfrm>
            <a:off x="822960" y="2743200"/>
            <a:ext cx="5029200" cy="3291840"/>
          </a:xfrm>
          <a:prstGeom prst="roundRect">
            <a:avLst>
              <a:gd name="adj" fmla="val 1667"/>
            </a:avLst>
          </a:prstGeom>
          <a:solidFill>
            <a:srgbClr val="F7F9FC"/>
          </a:solidFill>
          <a:ln w="15875">
            <a:solidFill>
              <a:srgbClr val="5B6472"/>
            </a:solidFill>
            <a:prstDash val="solid"/>
          </a:ln>
        </p:spPr>
        <p:txBody>
          <a:bodyPr/>
          <a:lstStyle/>
          <a:p>
            <a:endParaRPr lang="ja-JP" altLang="en-US" sz="2400"/>
          </a:p>
        </p:txBody>
      </p:sp>
      <p:sp>
        <p:nvSpPr>
          <p:cNvPr id="7" name="Text 5">
            <a:extLst>
              <a:ext uri="{FF2B5EF4-FFF2-40B4-BE49-F238E27FC236}">
                <a16:creationId xmlns:a16="http://schemas.microsoft.com/office/drawing/2014/main" id="{04AE6DC1-9F1D-BA74-DA92-57F03E19378D}"/>
              </a:ext>
            </a:extLst>
          </p:cNvPr>
          <p:cNvSpPr/>
          <p:nvPr/>
        </p:nvSpPr>
        <p:spPr>
          <a:xfrm>
            <a:off x="822960" y="2834640"/>
            <a:ext cx="5029200" cy="411480"/>
          </a:xfrm>
          <a:prstGeom prst="rect">
            <a:avLst/>
          </a:prstGeom>
          <a:noFill/>
          <a:ln/>
        </p:spPr>
        <p:txBody>
          <a:bodyPr wrap="square" rtlCol="0" anchor="ctr"/>
          <a:lstStyle/>
          <a:p>
            <a:pPr marL="0" indent="0" algn="ctr">
              <a:buNone/>
            </a:pPr>
            <a:r>
              <a:rPr lang="en-US" b="1" dirty="0">
                <a:solidFill>
                  <a:srgbClr val="5B6472"/>
                </a:solidFill>
                <a:latin typeface="Yu Gothic" pitchFamily="34" charset="0"/>
                <a:ea typeface="Yu Gothic" pitchFamily="34" charset="-122"/>
                <a:cs typeface="Yu Gothic" pitchFamily="34" charset="-120"/>
              </a:rPr>
              <a:t>Blob Storage 静的 Web サイト</a:t>
            </a:r>
            <a:endParaRPr lang="en-US" dirty="0"/>
          </a:p>
        </p:txBody>
      </p:sp>
      <p:sp>
        <p:nvSpPr>
          <p:cNvPr id="8" name="Text 6">
            <a:extLst>
              <a:ext uri="{FF2B5EF4-FFF2-40B4-BE49-F238E27FC236}">
                <a16:creationId xmlns:a16="http://schemas.microsoft.com/office/drawing/2014/main" id="{0F0149C8-BD16-6607-07A6-D95F2D32177A}"/>
              </a:ext>
            </a:extLst>
          </p:cNvPr>
          <p:cNvSpPr/>
          <p:nvPr/>
        </p:nvSpPr>
        <p:spPr>
          <a:xfrm>
            <a:off x="1143000" y="3383280"/>
            <a:ext cx="4480560" cy="457200"/>
          </a:xfrm>
          <a:prstGeom prst="rect">
            <a:avLst/>
          </a:prstGeom>
          <a:noFill/>
          <a:ln/>
        </p:spPr>
        <p:txBody>
          <a:bodyPr wrap="square" rtlCol="0" anchor="ctr"/>
          <a:lstStyle/>
          <a:p>
            <a:pPr marL="152400" indent="-152400">
              <a:buSzPct val="100000"/>
              <a:buChar char="•"/>
            </a:pPr>
            <a:r>
              <a:rPr lang="en-US" sz="1400" dirty="0">
                <a:solidFill>
                  <a:srgbClr val="334155"/>
                </a:solidFill>
                <a:latin typeface="Yu Gothic" pitchFamily="34" charset="0"/>
                <a:ea typeface="Yu Gothic" pitchFamily="34" charset="-122"/>
                <a:cs typeface="Yu Gothic" pitchFamily="34" charset="-120"/>
              </a:rPr>
              <a:t>静的ファイルの配信が中心</a:t>
            </a:r>
            <a:endParaRPr lang="en-US" sz="1400" dirty="0"/>
          </a:p>
        </p:txBody>
      </p:sp>
      <p:sp>
        <p:nvSpPr>
          <p:cNvPr id="10" name="Text 7">
            <a:extLst>
              <a:ext uri="{FF2B5EF4-FFF2-40B4-BE49-F238E27FC236}">
                <a16:creationId xmlns:a16="http://schemas.microsoft.com/office/drawing/2014/main" id="{8361898A-7669-F177-8463-0C47D203A599}"/>
              </a:ext>
            </a:extLst>
          </p:cNvPr>
          <p:cNvSpPr/>
          <p:nvPr/>
        </p:nvSpPr>
        <p:spPr>
          <a:xfrm>
            <a:off x="1143000" y="3886200"/>
            <a:ext cx="4480560" cy="457200"/>
          </a:xfrm>
          <a:prstGeom prst="rect">
            <a:avLst/>
          </a:prstGeom>
          <a:noFill/>
          <a:ln/>
        </p:spPr>
        <p:txBody>
          <a:bodyPr wrap="square" rtlCol="0" anchor="ctr"/>
          <a:lstStyle/>
          <a:p>
            <a:pPr marL="152400" indent="-152400">
              <a:buSzPct val="100000"/>
              <a:buChar char="•"/>
            </a:pPr>
            <a:r>
              <a:rPr lang="en-US" sz="1400" dirty="0">
                <a:solidFill>
                  <a:srgbClr val="334155"/>
                </a:solidFill>
                <a:latin typeface="Yu Gothic" pitchFamily="34" charset="0"/>
                <a:ea typeface="Yu Gothic" pitchFamily="34" charset="-122"/>
                <a:cs typeface="Yu Gothic" pitchFamily="34" charset="-120"/>
              </a:rPr>
              <a:t>統合 API は持たない</a:t>
            </a:r>
            <a:endParaRPr lang="en-US" sz="1400" dirty="0"/>
          </a:p>
        </p:txBody>
      </p:sp>
      <p:sp>
        <p:nvSpPr>
          <p:cNvPr id="11" name="Text 8">
            <a:extLst>
              <a:ext uri="{FF2B5EF4-FFF2-40B4-BE49-F238E27FC236}">
                <a16:creationId xmlns:a16="http://schemas.microsoft.com/office/drawing/2014/main" id="{3C4CCCB4-09F1-4024-5A26-E8DC73A3629C}"/>
              </a:ext>
            </a:extLst>
          </p:cNvPr>
          <p:cNvSpPr/>
          <p:nvPr/>
        </p:nvSpPr>
        <p:spPr>
          <a:xfrm>
            <a:off x="1143000" y="4389120"/>
            <a:ext cx="4480560" cy="457200"/>
          </a:xfrm>
          <a:prstGeom prst="rect">
            <a:avLst/>
          </a:prstGeom>
          <a:noFill/>
          <a:ln/>
        </p:spPr>
        <p:txBody>
          <a:bodyPr wrap="square" rtlCol="0" anchor="ctr"/>
          <a:lstStyle/>
          <a:p>
            <a:pPr marL="152400" indent="-152400">
              <a:buSzPct val="100000"/>
              <a:buChar char="•"/>
            </a:pPr>
            <a:r>
              <a:rPr lang="en-US" sz="1400" dirty="0">
                <a:solidFill>
                  <a:srgbClr val="334155"/>
                </a:solidFill>
                <a:latin typeface="Yu Gothic" pitchFamily="34" charset="0"/>
                <a:ea typeface="Yu Gothic" pitchFamily="34" charset="-122"/>
                <a:cs typeface="Yu Gothic" pitchFamily="34" charset="-120"/>
              </a:rPr>
              <a:t>組み込み認証なし</a:t>
            </a:r>
            <a:endParaRPr lang="en-US" sz="1400" dirty="0"/>
          </a:p>
        </p:txBody>
      </p:sp>
      <p:sp>
        <p:nvSpPr>
          <p:cNvPr id="12" name="Text 9">
            <a:extLst>
              <a:ext uri="{FF2B5EF4-FFF2-40B4-BE49-F238E27FC236}">
                <a16:creationId xmlns:a16="http://schemas.microsoft.com/office/drawing/2014/main" id="{F2CD76BD-0299-B1F8-630C-4BBC72119ABD}"/>
              </a:ext>
            </a:extLst>
          </p:cNvPr>
          <p:cNvSpPr/>
          <p:nvPr/>
        </p:nvSpPr>
        <p:spPr>
          <a:xfrm>
            <a:off x="1143000" y="4892040"/>
            <a:ext cx="4480560" cy="457200"/>
          </a:xfrm>
          <a:prstGeom prst="rect">
            <a:avLst/>
          </a:prstGeom>
          <a:noFill/>
          <a:ln/>
        </p:spPr>
        <p:txBody>
          <a:bodyPr wrap="square" rtlCol="0" anchor="ctr"/>
          <a:lstStyle/>
          <a:p>
            <a:pPr marL="152400" indent="-152400">
              <a:buSzPct val="100000"/>
              <a:buChar char="•"/>
            </a:pPr>
            <a:r>
              <a:rPr lang="en-US" sz="1400" dirty="0">
                <a:solidFill>
                  <a:srgbClr val="334155"/>
                </a:solidFill>
                <a:latin typeface="Yu Gothic" pitchFamily="34" charset="0"/>
                <a:ea typeface="Yu Gothic" pitchFamily="34" charset="-122"/>
                <a:cs typeface="Yu Gothic" pitchFamily="34" charset="-120"/>
              </a:rPr>
              <a:t>CI/CD・プレビューは自前で用意</a:t>
            </a:r>
            <a:endParaRPr lang="en-US" sz="1400" dirty="0"/>
          </a:p>
        </p:txBody>
      </p:sp>
      <p:sp>
        <p:nvSpPr>
          <p:cNvPr id="13" name="Text 10">
            <a:extLst>
              <a:ext uri="{FF2B5EF4-FFF2-40B4-BE49-F238E27FC236}">
                <a16:creationId xmlns:a16="http://schemas.microsoft.com/office/drawing/2014/main" id="{5A03E8A0-D91E-EEB4-2897-6AC3A3EA765D}"/>
              </a:ext>
            </a:extLst>
          </p:cNvPr>
          <p:cNvSpPr/>
          <p:nvPr/>
        </p:nvSpPr>
        <p:spPr>
          <a:xfrm>
            <a:off x="1143000" y="5394960"/>
            <a:ext cx="4480560" cy="457200"/>
          </a:xfrm>
          <a:prstGeom prst="rect">
            <a:avLst/>
          </a:prstGeom>
          <a:noFill/>
          <a:ln/>
        </p:spPr>
        <p:txBody>
          <a:bodyPr wrap="square" rtlCol="0" anchor="ctr"/>
          <a:lstStyle/>
          <a:p>
            <a:pPr marL="152400" indent="-152400">
              <a:buSzPct val="100000"/>
              <a:buChar char="•"/>
            </a:pPr>
            <a:r>
              <a:rPr lang="en-US" sz="1400" dirty="0">
                <a:solidFill>
                  <a:srgbClr val="334155"/>
                </a:solidFill>
                <a:latin typeface="Yu Gothic" pitchFamily="34" charset="0"/>
                <a:ea typeface="Yu Gothic" pitchFamily="34" charset="-122"/>
                <a:cs typeface="Yu Gothic" pitchFamily="34" charset="-120"/>
              </a:rPr>
              <a:t>シンプルな公開に向く</a:t>
            </a:r>
            <a:endParaRPr lang="en-US" sz="1400" dirty="0"/>
          </a:p>
        </p:txBody>
      </p:sp>
      <p:sp>
        <p:nvSpPr>
          <p:cNvPr id="14" name="Shape 11">
            <a:extLst>
              <a:ext uri="{FF2B5EF4-FFF2-40B4-BE49-F238E27FC236}">
                <a16:creationId xmlns:a16="http://schemas.microsoft.com/office/drawing/2014/main" id="{9BF94658-3C79-0D64-CD02-0B49606D55A6}"/>
              </a:ext>
            </a:extLst>
          </p:cNvPr>
          <p:cNvSpPr/>
          <p:nvPr/>
        </p:nvSpPr>
        <p:spPr>
          <a:xfrm>
            <a:off x="6172200" y="2743200"/>
            <a:ext cx="5029200" cy="3291840"/>
          </a:xfrm>
          <a:prstGeom prst="roundRect">
            <a:avLst>
              <a:gd name="adj" fmla="val 1667"/>
            </a:avLst>
          </a:prstGeom>
          <a:solidFill>
            <a:srgbClr val="EAF1FB"/>
          </a:solidFill>
          <a:ln w="15875">
            <a:solidFill>
              <a:srgbClr val="4472C4"/>
            </a:solidFill>
            <a:prstDash val="solid"/>
          </a:ln>
        </p:spPr>
        <p:txBody>
          <a:bodyPr/>
          <a:lstStyle/>
          <a:p>
            <a:endParaRPr lang="ja-JP" altLang="en-US" sz="2400"/>
          </a:p>
        </p:txBody>
      </p:sp>
      <p:sp>
        <p:nvSpPr>
          <p:cNvPr id="15" name="Text 12">
            <a:extLst>
              <a:ext uri="{FF2B5EF4-FFF2-40B4-BE49-F238E27FC236}">
                <a16:creationId xmlns:a16="http://schemas.microsoft.com/office/drawing/2014/main" id="{85FCC3CC-F2E9-8F00-3D1B-690204FE453D}"/>
              </a:ext>
            </a:extLst>
          </p:cNvPr>
          <p:cNvSpPr/>
          <p:nvPr/>
        </p:nvSpPr>
        <p:spPr>
          <a:xfrm>
            <a:off x="6172200" y="2834640"/>
            <a:ext cx="5029200" cy="411480"/>
          </a:xfrm>
          <a:prstGeom prst="rect">
            <a:avLst/>
          </a:prstGeom>
          <a:noFill/>
          <a:ln/>
        </p:spPr>
        <p:txBody>
          <a:bodyPr wrap="square" rtlCol="0" anchor="ctr"/>
          <a:lstStyle/>
          <a:p>
            <a:pPr marL="0" indent="0" algn="ctr">
              <a:buNone/>
            </a:pPr>
            <a:r>
              <a:rPr lang="en-US" b="1" dirty="0">
                <a:solidFill>
                  <a:srgbClr val="4472C4"/>
                </a:solidFill>
                <a:latin typeface="Yu Gothic" pitchFamily="34" charset="0"/>
                <a:ea typeface="Yu Gothic" pitchFamily="34" charset="-122"/>
                <a:cs typeface="Yu Gothic" pitchFamily="34" charset="-120"/>
              </a:rPr>
              <a:t>Azure Static Web Apps</a:t>
            </a:r>
            <a:endParaRPr lang="en-US" dirty="0"/>
          </a:p>
        </p:txBody>
      </p:sp>
      <p:sp>
        <p:nvSpPr>
          <p:cNvPr id="16" name="Text 13">
            <a:extLst>
              <a:ext uri="{FF2B5EF4-FFF2-40B4-BE49-F238E27FC236}">
                <a16:creationId xmlns:a16="http://schemas.microsoft.com/office/drawing/2014/main" id="{57DF1FA7-1FA7-FF5F-248E-5D4351A391B0}"/>
              </a:ext>
            </a:extLst>
          </p:cNvPr>
          <p:cNvSpPr/>
          <p:nvPr/>
        </p:nvSpPr>
        <p:spPr>
          <a:xfrm>
            <a:off x="6492240" y="3383280"/>
            <a:ext cx="4480560" cy="457200"/>
          </a:xfrm>
          <a:prstGeom prst="rect">
            <a:avLst/>
          </a:prstGeom>
          <a:noFill/>
          <a:ln/>
        </p:spPr>
        <p:txBody>
          <a:bodyPr wrap="square" rtlCol="0" anchor="ctr"/>
          <a:lstStyle/>
          <a:p>
            <a:pPr marL="152400" indent="-152400">
              <a:buSzPct val="100000"/>
              <a:buChar char="•"/>
            </a:pPr>
            <a:r>
              <a:rPr lang="en-US" sz="1400" dirty="0">
                <a:solidFill>
                  <a:srgbClr val="334155"/>
                </a:solidFill>
                <a:latin typeface="Yu Gothic" pitchFamily="34" charset="0"/>
                <a:ea typeface="Yu Gothic" pitchFamily="34" charset="-122"/>
                <a:cs typeface="Yu Gothic" pitchFamily="34" charset="-120"/>
              </a:rPr>
              <a:t>静的配信 ＋ 統合 API</a:t>
            </a:r>
            <a:endParaRPr lang="en-US" sz="1400" dirty="0"/>
          </a:p>
        </p:txBody>
      </p:sp>
      <p:sp>
        <p:nvSpPr>
          <p:cNvPr id="17" name="Text 14">
            <a:extLst>
              <a:ext uri="{FF2B5EF4-FFF2-40B4-BE49-F238E27FC236}">
                <a16:creationId xmlns:a16="http://schemas.microsoft.com/office/drawing/2014/main" id="{43AE26B5-F4ED-BA6A-D2C4-020C6ED33AC0}"/>
              </a:ext>
            </a:extLst>
          </p:cNvPr>
          <p:cNvSpPr/>
          <p:nvPr/>
        </p:nvSpPr>
        <p:spPr>
          <a:xfrm>
            <a:off x="6492240" y="3886200"/>
            <a:ext cx="4480560" cy="457200"/>
          </a:xfrm>
          <a:prstGeom prst="rect">
            <a:avLst/>
          </a:prstGeom>
          <a:noFill/>
          <a:ln/>
        </p:spPr>
        <p:txBody>
          <a:bodyPr wrap="square" rtlCol="0" anchor="ctr"/>
          <a:lstStyle/>
          <a:p>
            <a:pPr marL="152400" indent="-152400">
              <a:buSzPct val="100000"/>
              <a:buChar char="•"/>
            </a:pPr>
            <a:r>
              <a:rPr lang="en-US" sz="1400" dirty="0">
                <a:solidFill>
                  <a:srgbClr val="334155"/>
                </a:solidFill>
                <a:latin typeface="Yu Gothic" pitchFamily="34" charset="0"/>
                <a:ea typeface="Yu Gothic" pitchFamily="34" charset="-122"/>
                <a:cs typeface="Yu Gothic" pitchFamily="34" charset="-120"/>
              </a:rPr>
              <a:t>認証プロバイダー連携あり</a:t>
            </a:r>
            <a:endParaRPr lang="en-US" sz="1400" dirty="0"/>
          </a:p>
        </p:txBody>
      </p:sp>
      <p:sp>
        <p:nvSpPr>
          <p:cNvPr id="18" name="Text 15">
            <a:extLst>
              <a:ext uri="{FF2B5EF4-FFF2-40B4-BE49-F238E27FC236}">
                <a16:creationId xmlns:a16="http://schemas.microsoft.com/office/drawing/2014/main" id="{681D9ED0-3498-0ECF-C85F-F4CB1F9B9F86}"/>
              </a:ext>
            </a:extLst>
          </p:cNvPr>
          <p:cNvSpPr/>
          <p:nvPr/>
        </p:nvSpPr>
        <p:spPr>
          <a:xfrm>
            <a:off x="6492240" y="4389120"/>
            <a:ext cx="4480560" cy="457200"/>
          </a:xfrm>
          <a:prstGeom prst="rect">
            <a:avLst/>
          </a:prstGeom>
          <a:noFill/>
          <a:ln/>
        </p:spPr>
        <p:txBody>
          <a:bodyPr wrap="square" rtlCol="0" anchor="ctr"/>
          <a:lstStyle/>
          <a:p>
            <a:pPr marL="152400" indent="-152400">
              <a:buSzPct val="100000"/>
              <a:buChar char="•"/>
            </a:pPr>
            <a:r>
              <a:rPr lang="en-US" sz="1400" dirty="0">
                <a:solidFill>
                  <a:srgbClr val="334155"/>
                </a:solidFill>
                <a:latin typeface="Yu Gothic" pitchFamily="34" charset="0"/>
                <a:ea typeface="Yu Gothic" pitchFamily="34" charset="-122"/>
                <a:cs typeface="Yu Gothic" pitchFamily="34" charset="-120"/>
              </a:rPr>
              <a:t>GitHub/Azure DevOps 連携で CI/CD</a:t>
            </a:r>
            <a:endParaRPr lang="en-US" sz="1400" dirty="0"/>
          </a:p>
        </p:txBody>
      </p:sp>
      <p:sp>
        <p:nvSpPr>
          <p:cNvPr id="19" name="Text 16">
            <a:extLst>
              <a:ext uri="{FF2B5EF4-FFF2-40B4-BE49-F238E27FC236}">
                <a16:creationId xmlns:a16="http://schemas.microsoft.com/office/drawing/2014/main" id="{66CA1357-90DD-2E08-9468-1A99BFA54DBD}"/>
              </a:ext>
            </a:extLst>
          </p:cNvPr>
          <p:cNvSpPr/>
          <p:nvPr/>
        </p:nvSpPr>
        <p:spPr>
          <a:xfrm>
            <a:off x="6492240" y="4892040"/>
            <a:ext cx="4480560" cy="457200"/>
          </a:xfrm>
          <a:prstGeom prst="rect">
            <a:avLst/>
          </a:prstGeom>
          <a:noFill/>
          <a:ln/>
        </p:spPr>
        <p:txBody>
          <a:bodyPr wrap="square" rtlCol="0" anchor="ctr"/>
          <a:lstStyle/>
          <a:p>
            <a:pPr marL="152400" indent="-152400">
              <a:buSzPct val="100000"/>
              <a:buChar char="•"/>
            </a:pPr>
            <a:r>
              <a:rPr lang="en-US" sz="1400" dirty="0">
                <a:solidFill>
                  <a:srgbClr val="334155"/>
                </a:solidFill>
                <a:latin typeface="Yu Gothic" pitchFamily="34" charset="0"/>
                <a:ea typeface="Yu Gothic" pitchFamily="34" charset="-122"/>
                <a:cs typeface="Yu Gothic" pitchFamily="34" charset="-120"/>
              </a:rPr>
              <a:t>PR ごとのプレビュー環境</a:t>
            </a:r>
            <a:endParaRPr lang="en-US" sz="1400" dirty="0"/>
          </a:p>
        </p:txBody>
      </p:sp>
      <p:sp>
        <p:nvSpPr>
          <p:cNvPr id="20" name="Text 17">
            <a:extLst>
              <a:ext uri="{FF2B5EF4-FFF2-40B4-BE49-F238E27FC236}">
                <a16:creationId xmlns:a16="http://schemas.microsoft.com/office/drawing/2014/main" id="{E586321E-4F3C-EB54-055D-7A0D73833E70}"/>
              </a:ext>
            </a:extLst>
          </p:cNvPr>
          <p:cNvSpPr/>
          <p:nvPr/>
        </p:nvSpPr>
        <p:spPr>
          <a:xfrm>
            <a:off x="6492240" y="5394960"/>
            <a:ext cx="4480560" cy="457200"/>
          </a:xfrm>
          <a:prstGeom prst="rect">
            <a:avLst/>
          </a:prstGeom>
          <a:noFill/>
          <a:ln/>
        </p:spPr>
        <p:txBody>
          <a:bodyPr wrap="square" rtlCol="0" anchor="ctr"/>
          <a:lstStyle/>
          <a:p>
            <a:pPr marL="152400" indent="-152400">
              <a:buSzPct val="100000"/>
              <a:buChar char="•"/>
            </a:pPr>
            <a:r>
              <a:rPr lang="en-US" sz="1400" dirty="0">
                <a:solidFill>
                  <a:srgbClr val="334155"/>
                </a:solidFill>
                <a:latin typeface="Yu Gothic" pitchFamily="34" charset="0"/>
                <a:ea typeface="Yu Gothic" pitchFamily="34" charset="-122"/>
                <a:cs typeface="Yu Gothic" pitchFamily="34" charset="-120"/>
              </a:rPr>
              <a:t>SPA アプリ開発に向く</a:t>
            </a:r>
            <a:endParaRPr lang="en-US" sz="1400" dirty="0"/>
          </a:p>
        </p:txBody>
      </p:sp>
    </p:spTree>
    <p:extLst>
      <p:ext uri="{BB962C8B-B14F-4D97-AF65-F5344CB8AC3E}">
        <p14:creationId xmlns:p14="http://schemas.microsoft.com/office/powerpoint/2010/main" val="3145863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101F9-1168-34E6-3CD5-9E5CF65C7E2F}"/>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725C0604-BC0C-C809-FA4E-190139DDEC5F}"/>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rPr>
              <a:t>Azure Functions</a:t>
            </a:r>
            <a:endParaRPr lang="en-US" altLang="ja-JP" sz="2000" dirty="0"/>
          </a:p>
        </p:txBody>
      </p:sp>
      <p:sp>
        <p:nvSpPr>
          <p:cNvPr id="2" name="正方形/長方形 1">
            <a:extLst>
              <a:ext uri="{FF2B5EF4-FFF2-40B4-BE49-F238E27FC236}">
                <a16:creationId xmlns:a16="http://schemas.microsoft.com/office/drawing/2014/main" id="{7C2C0125-07CA-A46A-0F03-00AE24A7433A}"/>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9</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3137ED36-D76D-3D2F-1E5F-0AE830C9FD06}"/>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B73D8A08-DE45-D300-70F7-41F9257CC4E5}"/>
              </a:ext>
            </a:extLst>
          </p:cNvPr>
          <p:cNvSpPr txBox="1">
            <a:spLocks/>
          </p:cNvSpPr>
          <p:nvPr/>
        </p:nvSpPr>
        <p:spPr>
          <a:xfrm>
            <a:off x="685798" y="1359610"/>
            <a:ext cx="10820402"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defRPr sz="1200" b="0">
                <a:solidFill>
                  <a:srgbClr val="344054"/>
                </a:solidFill>
                <a:latin typeface="Yu Gothic UI"/>
                <a:ea typeface="Yu Gothic UI"/>
                <a:cs typeface="Yu Gothic UI"/>
              </a:defRPr>
            </a:pPr>
            <a:r>
              <a:rPr lang="en-US" altLang="ja-JP" sz="2000" dirty="0">
                <a:solidFill>
                  <a:srgbClr val="344054"/>
                </a:solidFill>
              </a:rPr>
              <a:t>Azure Functions </a:t>
            </a:r>
            <a:r>
              <a:rPr lang="ja-JP" altLang="en-US" sz="2000">
                <a:solidFill>
                  <a:srgbClr val="344054"/>
                </a:solidFill>
              </a:rPr>
              <a:t>は各種イベントをきっかけに起動、実行される関数型アプリケーションサービスです。</a:t>
            </a:r>
            <a:r>
              <a:rPr lang="en-US" altLang="ja-JP" sz="2000" dirty="0">
                <a:solidFill>
                  <a:srgbClr val="344054"/>
                </a:solidFill>
              </a:rPr>
              <a:t>AI </a:t>
            </a:r>
            <a:r>
              <a:rPr lang="ja-JP" altLang="en-US" sz="2000">
                <a:solidFill>
                  <a:srgbClr val="344054"/>
                </a:solidFill>
              </a:rPr>
              <a:t>やリアルタイム処理などをクラウドネイティブアーキテクチャで実現するときに利用されます。</a:t>
            </a:r>
            <a:endParaRPr lang="en-US" altLang="ja-JP" sz="2000" dirty="0">
              <a:solidFill>
                <a:srgbClr val="344054"/>
              </a:solidFill>
            </a:endParaRPr>
          </a:p>
        </p:txBody>
      </p:sp>
      <p:sp>
        <p:nvSpPr>
          <p:cNvPr id="45" name="Rectangle: Rounded Corners 3">
            <a:extLst>
              <a:ext uri="{FF2B5EF4-FFF2-40B4-BE49-F238E27FC236}">
                <a16:creationId xmlns:a16="http://schemas.microsoft.com/office/drawing/2014/main" id="{73148D62-5C01-0FEE-73A1-96D416A7D348}"/>
              </a:ext>
              <a:ext uri="{C183D7F6-B498-43B3-948B-1728B52AA6E4}">
                <adec:decorative xmlns:adec="http://schemas.microsoft.com/office/drawing/2017/decorative" val="1"/>
              </a:ext>
            </a:extLst>
          </p:cNvPr>
          <p:cNvSpPr/>
          <p:nvPr/>
        </p:nvSpPr>
        <p:spPr bwMode="auto">
          <a:xfrm>
            <a:off x="586741" y="2358183"/>
            <a:ext cx="3478847" cy="3814676"/>
          </a:xfrm>
          <a:prstGeom prst="roundRect">
            <a:avLst>
              <a:gd name="adj" fmla="val 2119"/>
            </a:avLst>
          </a:prstGeom>
          <a:solidFill>
            <a:schemeClr val="bg1"/>
          </a:solidFill>
          <a:ln w="12700" cap="flat" cmpd="sng" algn="ctr">
            <a:solidFill>
              <a:srgbClr val="3A4953"/>
            </a:solidFill>
            <a:prstDash val="solid"/>
            <a:headEnd type="none" w="med" len="med"/>
            <a:tailEnd type="none" w="med" len="med"/>
          </a:ln>
          <a:effectLst/>
        </p:spPr>
        <p:txBody>
          <a:bodyPr rot="0" spcFirstLastPara="0" vertOverflow="overflow" horzOverflow="overflow" vert="horz" wrap="square" lIns="182880" tIns="91440" rIns="182880" bIns="146304" numCol="1" spcCol="0" rtlCol="0" fromWordArt="0" anchor="ctr" anchorCtr="0" forceAA="0" compatLnSpc="1">
            <a:prstTxWarp prst="textNoShape">
              <a:avLst/>
            </a:prstTxWarp>
            <a:noAutofit/>
          </a:bodyPr>
          <a:lstStyle/>
          <a:p>
            <a:pPr algn="ctr" defTabSz="914400">
              <a:lnSpc>
                <a:spcPct val="90000"/>
              </a:lnSpc>
              <a:spcBef>
                <a:spcPts val="1000"/>
              </a:spcBef>
            </a:pPr>
            <a:endParaRPr lang="en-US" sz="1600" kern="0" dirty="0">
              <a:solidFill>
                <a:schemeClr val="tx1">
                  <a:lumMod val="75000"/>
                  <a:lumOff val="25000"/>
                </a:schemeClr>
              </a:solidFill>
              <a:latin typeface="Segoe UI Semibold"/>
            </a:endParaRPr>
          </a:p>
        </p:txBody>
      </p:sp>
      <p:sp>
        <p:nvSpPr>
          <p:cNvPr id="46" name="Rectangle: Rounded Corners 7">
            <a:extLst>
              <a:ext uri="{FF2B5EF4-FFF2-40B4-BE49-F238E27FC236}">
                <a16:creationId xmlns:a16="http://schemas.microsoft.com/office/drawing/2014/main" id="{62AB6C0A-4996-0FE6-2C3D-7060E7AD5B57}"/>
              </a:ext>
              <a:ext uri="{C183D7F6-B498-43B3-948B-1728B52AA6E4}">
                <adec:decorative xmlns:adec="http://schemas.microsoft.com/office/drawing/2017/decorative" val="1"/>
              </a:ext>
            </a:extLst>
          </p:cNvPr>
          <p:cNvSpPr/>
          <p:nvPr/>
        </p:nvSpPr>
        <p:spPr bwMode="auto">
          <a:xfrm>
            <a:off x="4358642" y="2358183"/>
            <a:ext cx="3478847" cy="3814676"/>
          </a:xfrm>
          <a:prstGeom prst="roundRect">
            <a:avLst>
              <a:gd name="adj" fmla="val 2119"/>
            </a:avLst>
          </a:prstGeom>
          <a:solidFill>
            <a:schemeClr val="bg1"/>
          </a:solidFill>
          <a:ln w="12700" cap="flat" cmpd="sng" algn="ctr">
            <a:solidFill>
              <a:srgbClr val="3A4953"/>
            </a:solidFill>
            <a:prstDash val="solid"/>
            <a:headEnd type="none" w="med" len="med"/>
            <a:tailEnd type="none" w="med" len="med"/>
          </a:ln>
          <a:effectLst/>
        </p:spPr>
        <p:txBody>
          <a:bodyPr rot="0" spcFirstLastPara="0" vertOverflow="overflow" horzOverflow="overflow" vert="horz" wrap="square" lIns="182880" tIns="91440" rIns="182880" bIns="146304" numCol="1" spcCol="0" rtlCol="0" fromWordArt="0" anchor="ctr" anchorCtr="0" forceAA="0" compatLnSpc="1">
            <a:prstTxWarp prst="textNoShape">
              <a:avLst/>
            </a:prstTxWarp>
            <a:noAutofit/>
          </a:bodyPr>
          <a:lstStyle/>
          <a:p>
            <a:pPr algn="ctr" defTabSz="914400">
              <a:lnSpc>
                <a:spcPct val="90000"/>
              </a:lnSpc>
              <a:spcBef>
                <a:spcPts val="1000"/>
              </a:spcBef>
            </a:pPr>
            <a:endParaRPr lang="en-US" sz="1600" kern="0" err="1">
              <a:solidFill>
                <a:schemeClr val="tx1">
                  <a:lumMod val="75000"/>
                  <a:lumOff val="25000"/>
                </a:schemeClr>
              </a:solidFill>
              <a:latin typeface="Segoe UI Semibold"/>
            </a:endParaRPr>
          </a:p>
        </p:txBody>
      </p:sp>
      <p:sp>
        <p:nvSpPr>
          <p:cNvPr id="47" name="Rectangle: Rounded Corners 20">
            <a:extLst>
              <a:ext uri="{FF2B5EF4-FFF2-40B4-BE49-F238E27FC236}">
                <a16:creationId xmlns:a16="http://schemas.microsoft.com/office/drawing/2014/main" id="{6ED5AFD2-8CC7-5CB8-2BD8-98DCDD2B9501}"/>
              </a:ext>
              <a:ext uri="{C183D7F6-B498-43B3-948B-1728B52AA6E4}">
                <adec:decorative xmlns:adec="http://schemas.microsoft.com/office/drawing/2017/decorative" val="1"/>
              </a:ext>
            </a:extLst>
          </p:cNvPr>
          <p:cNvSpPr/>
          <p:nvPr/>
        </p:nvSpPr>
        <p:spPr bwMode="auto">
          <a:xfrm>
            <a:off x="8130542" y="2358183"/>
            <a:ext cx="3478847" cy="3814676"/>
          </a:xfrm>
          <a:prstGeom prst="roundRect">
            <a:avLst>
              <a:gd name="adj" fmla="val 2119"/>
            </a:avLst>
          </a:prstGeom>
          <a:solidFill>
            <a:schemeClr val="bg1"/>
          </a:solidFill>
          <a:ln w="12700" cap="flat" cmpd="sng" algn="ctr">
            <a:solidFill>
              <a:srgbClr val="3A4953"/>
            </a:solidFill>
            <a:prstDash val="solid"/>
            <a:headEnd type="none" w="med" len="med"/>
            <a:tailEnd type="none" w="med" len="med"/>
          </a:ln>
          <a:effectLst/>
        </p:spPr>
        <p:txBody>
          <a:bodyPr rot="0" spcFirstLastPara="0" vertOverflow="overflow" horzOverflow="overflow" vert="horz" wrap="square" lIns="182880" tIns="91440" rIns="182880" bIns="146304" numCol="1" spcCol="0" rtlCol="0" fromWordArt="0" anchor="ctr" anchorCtr="0" forceAA="0" compatLnSpc="1">
            <a:prstTxWarp prst="textNoShape">
              <a:avLst/>
            </a:prstTxWarp>
            <a:noAutofit/>
          </a:bodyPr>
          <a:lstStyle/>
          <a:p>
            <a:pPr algn="ctr" defTabSz="914400">
              <a:lnSpc>
                <a:spcPct val="90000"/>
              </a:lnSpc>
              <a:spcBef>
                <a:spcPts val="1000"/>
              </a:spcBef>
            </a:pPr>
            <a:endParaRPr lang="en-US" sz="1600" kern="0" err="1">
              <a:solidFill>
                <a:schemeClr val="tx1">
                  <a:lumMod val="75000"/>
                  <a:lumOff val="25000"/>
                </a:schemeClr>
              </a:solidFill>
              <a:latin typeface="Segoe UI Semibold"/>
            </a:endParaRPr>
          </a:p>
        </p:txBody>
      </p:sp>
      <p:sp>
        <p:nvSpPr>
          <p:cNvPr id="48" name="Rectangle: Rounded Corners 6">
            <a:extLst>
              <a:ext uri="{FF2B5EF4-FFF2-40B4-BE49-F238E27FC236}">
                <a16:creationId xmlns:a16="http://schemas.microsoft.com/office/drawing/2014/main" id="{EF04AB94-4B30-EC83-4B87-54E51A793DC4}"/>
              </a:ext>
            </a:extLst>
          </p:cNvPr>
          <p:cNvSpPr/>
          <p:nvPr/>
        </p:nvSpPr>
        <p:spPr bwMode="auto">
          <a:xfrm>
            <a:off x="704498" y="2520775"/>
            <a:ext cx="3243332" cy="609076"/>
          </a:xfrm>
          <a:prstGeom prst="roundRect">
            <a:avLst>
              <a:gd name="adj" fmla="val 3148"/>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spAutoFit/>
          </a:bodyPr>
          <a:lstStyle/>
          <a:p>
            <a:pPr lvl="0" algn="ctr" defTabSz="914400">
              <a:defRPr/>
            </a:pPr>
            <a:r>
              <a:rPr lang="en-US" altLang="ja-JP" sz="2000" kern="0">
                <a:solidFill>
                  <a:schemeClr val="tx1">
                    <a:lumMod val="75000"/>
                    <a:lumOff val="25000"/>
                  </a:schemeClr>
                </a:solidFill>
                <a:latin typeface="Segoe UI Semibold" panose="020B0502040204020203" pitchFamily="34" charset="0"/>
                <a:cs typeface="Segoe UI Semibold" panose="020B0502040204020203" pitchFamily="34" charset="0"/>
              </a:rPr>
              <a:t>Events</a:t>
            </a:r>
            <a:endParaRPr lang="en-US" altLang="ja-JP" sz="1400" kern="0">
              <a:solidFill>
                <a:schemeClr val="tx1">
                  <a:lumMod val="75000"/>
                  <a:lumOff val="25000"/>
                </a:schemeClr>
              </a:solidFill>
              <a:cs typeface="Segoe UI Semibold" panose="020B0502040204020203" pitchFamily="34" charset="0"/>
            </a:endParaRPr>
          </a:p>
        </p:txBody>
      </p:sp>
      <p:pic>
        <p:nvPicPr>
          <p:cNvPr id="49" name="Graphic 14">
            <a:extLst>
              <a:ext uri="{FF2B5EF4-FFF2-40B4-BE49-F238E27FC236}">
                <a16:creationId xmlns:a16="http://schemas.microsoft.com/office/drawing/2014/main" id="{FE09507D-3F96-D3D3-A401-3EE67A5906CE}"/>
              </a:ext>
              <a:ext uri="{C183D7F6-B498-43B3-948B-1728B52AA6E4}">
                <adec:decorative xmlns:adec="http://schemas.microsoft.com/office/drawing/2017/decorative" val="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97286" y="3177115"/>
            <a:ext cx="859663" cy="664285"/>
          </a:xfrm>
          <a:prstGeom prst="rect">
            <a:avLst/>
          </a:prstGeom>
        </p:spPr>
      </p:pic>
      <p:pic>
        <p:nvPicPr>
          <p:cNvPr id="50" name="Graphic 15">
            <a:extLst>
              <a:ext uri="{FF2B5EF4-FFF2-40B4-BE49-F238E27FC236}">
                <a16:creationId xmlns:a16="http://schemas.microsoft.com/office/drawing/2014/main" id="{4BE9E806-9EF5-E0DE-A4AD-978DF13F2C9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61122" y="3886159"/>
            <a:ext cx="361021" cy="361021"/>
          </a:xfrm>
          <a:prstGeom prst="rect">
            <a:avLst/>
          </a:prstGeom>
        </p:spPr>
      </p:pic>
      <p:pic>
        <p:nvPicPr>
          <p:cNvPr id="51" name="Picture 16">
            <a:extLst>
              <a:ext uri="{FF2B5EF4-FFF2-40B4-BE49-F238E27FC236}">
                <a16:creationId xmlns:a16="http://schemas.microsoft.com/office/drawing/2014/main" id="{281C89C2-4223-2FBA-54DC-55884334ADC4}"/>
              </a:ext>
              <a:ext uri="{C183D7F6-B498-43B3-948B-1728B52AA6E4}">
                <adec:decorative xmlns:adec="http://schemas.microsoft.com/office/drawing/2017/decorative" val="1"/>
              </a:ext>
            </a:extLst>
          </p:cNvPr>
          <p:cNvPicPr>
            <a:picLocks noChangeAspect="1"/>
          </p:cNvPicPr>
          <p:nvPr/>
        </p:nvPicPr>
        <p:blipFill>
          <a:blip r:embed="rId5">
            <a:duotone>
              <a:prstClr val="black"/>
              <a:schemeClr val="tx2">
                <a:tint val="45000"/>
                <a:satMod val="400000"/>
              </a:schemeClr>
            </a:duotone>
            <a:extLst>
              <a:ext uri="{BEBA8EAE-BF5A-486C-A8C5-ECC9F3942E4B}">
                <a14:imgProps xmlns:a14="http://schemas.microsoft.com/office/drawing/2010/main">
                  <a14:imgLayer r:embed="rId6">
                    <a14:imgEffect>
                      <a14:brightnessContrast bright="100000"/>
                    </a14:imgEffect>
                  </a14:imgLayer>
                </a14:imgProps>
              </a:ext>
            </a:extLst>
          </a:blip>
          <a:stretch>
            <a:fillRect/>
          </a:stretch>
        </p:blipFill>
        <p:spPr>
          <a:xfrm>
            <a:off x="1860413" y="4442331"/>
            <a:ext cx="362438" cy="362438"/>
          </a:xfrm>
          <a:prstGeom prst="rect">
            <a:avLst/>
          </a:prstGeom>
        </p:spPr>
      </p:pic>
      <p:pic>
        <p:nvPicPr>
          <p:cNvPr id="52" name="Picture 18">
            <a:extLst>
              <a:ext uri="{FF2B5EF4-FFF2-40B4-BE49-F238E27FC236}">
                <a16:creationId xmlns:a16="http://schemas.microsoft.com/office/drawing/2014/main" id="{B4BE671C-DE15-DE11-AA10-B53DF869FA99}"/>
              </a:ext>
              <a:ext uri="{C183D7F6-B498-43B3-948B-1728B52AA6E4}">
                <adec:decorative xmlns:adec="http://schemas.microsoft.com/office/drawing/2017/decorative" val="1"/>
              </a:ext>
            </a:extLst>
          </p:cNvPr>
          <p:cNvPicPr>
            <a:picLocks noChangeAspect="1"/>
          </p:cNvPicPr>
          <p:nvPr/>
        </p:nvPicPr>
        <p:blipFill>
          <a:blip r:embed="rId7">
            <a:duotone>
              <a:prstClr val="black"/>
              <a:schemeClr val="tx2">
                <a:tint val="45000"/>
                <a:satMod val="400000"/>
              </a:schemeClr>
            </a:duotone>
            <a:extLst>
              <a:ext uri="{BEBA8EAE-BF5A-486C-A8C5-ECC9F3942E4B}">
                <a14:imgProps xmlns:a14="http://schemas.microsoft.com/office/drawing/2010/main">
                  <a14:imgLayer r:embed="rId8">
                    <a14:imgEffect>
                      <a14:brightnessContrast bright="100000"/>
                    </a14:imgEffect>
                  </a14:imgLayer>
                </a14:imgProps>
              </a:ext>
            </a:extLst>
          </a:blip>
          <a:stretch>
            <a:fillRect/>
          </a:stretch>
        </p:blipFill>
        <p:spPr>
          <a:xfrm>
            <a:off x="2613698" y="3328570"/>
            <a:ext cx="362437" cy="362437"/>
          </a:xfrm>
          <a:prstGeom prst="rect">
            <a:avLst/>
          </a:prstGeom>
        </p:spPr>
      </p:pic>
      <p:pic>
        <p:nvPicPr>
          <p:cNvPr id="53" name="Picture 17">
            <a:extLst>
              <a:ext uri="{FF2B5EF4-FFF2-40B4-BE49-F238E27FC236}">
                <a16:creationId xmlns:a16="http://schemas.microsoft.com/office/drawing/2014/main" id="{BC85730D-5544-750A-B563-8753CF3DCEDA}"/>
              </a:ext>
              <a:ext uri="{C183D7F6-B498-43B3-948B-1728B52AA6E4}">
                <adec:decorative xmlns:adec="http://schemas.microsoft.com/office/drawing/2017/decorative" val="1"/>
              </a:ext>
            </a:extLst>
          </p:cNvPr>
          <p:cNvPicPr>
            <a:picLocks noChangeAspect="1"/>
          </p:cNvPicPr>
          <p:nvPr/>
        </p:nvPicPr>
        <p:blipFill>
          <a:blip r:embed="rId9">
            <a:duotone>
              <a:prstClr val="black"/>
              <a:schemeClr val="tx2">
                <a:tint val="45000"/>
                <a:satMod val="400000"/>
              </a:schemeClr>
            </a:duotone>
            <a:extLst>
              <a:ext uri="{BEBA8EAE-BF5A-486C-A8C5-ECC9F3942E4B}">
                <a14:imgProps xmlns:a14="http://schemas.microsoft.com/office/drawing/2010/main">
                  <a14:imgLayer r:embed="rId10">
                    <a14:imgEffect>
                      <a14:brightnessContrast bright="100000"/>
                    </a14:imgEffect>
                  </a14:imgLayer>
                </a14:imgProps>
              </a:ext>
            </a:extLst>
          </a:blip>
          <a:stretch>
            <a:fillRect/>
          </a:stretch>
        </p:blipFill>
        <p:spPr>
          <a:xfrm>
            <a:off x="2613698" y="3885451"/>
            <a:ext cx="362437" cy="362437"/>
          </a:xfrm>
          <a:prstGeom prst="rect">
            <a:avLst/>
          </a:prstGeom>
        </p:spPr>
      </p:pic>
      <p:pic>
        <p:nvPicPr>
          <p:cNvPr id="54" name="Picture 19">
            <a:extLst>
              <a:ext uri="{FF2B5EF4-FFF2-40B4-BE49-F238E27FC236}">
                <a16:creationId xmlns:a16="http://schemas.microsoft.com/office/drawing/2014/main" id="{FA48A145-3826-7700-2091-FFE7A691B17D}"/>
              </a:ext>
              <a:ext uri="{C183D7F6-B498-43B3-948B-1728B52AA6E4}">
                <adec:decorative xmlns:adec="http://schemas.microsoft.com/office/drawing/2017/decorative" val="1"/>
              </a:ext>
            </a:extLst>
          </p:cNvPr>
          <p:cNvPicPr>
            <a:picLocks noChangeAspect="1"/>
          </p:cNvPicPr>
          <p:nvPr/>
        </p:nvPicPr>
        <p:blipFill>
          <a:blip r:embed="rId11">
            <a:duotone>
              <a:prstClr val="black"/>
              <a:schemeClr val="tx2">
                <a:tint val="45000"/>
                <a:satMod val="400000"/>
              </a:schemeClr>
            </a:duotone>
            <a:extLst>
              <a:ext uri="{BEBA8EAE-BF5A-486C-A8C5-ECC9F3942E4B}">
                <a14:imgProps xmlns:a14="http://schemas.microsoft.com/office/drawing/2010/main">
                  <a14:imgLayer r:embed="rId12">
                    <a14:imgEffect>
                      <a14:brightnessContrast bright="100000"/>
                    </a14:imgEffect>
                  </a14:imgLayer>
                </a14:imgProps>
              </a:ext>
            </a:extLst>
          </a:blip>
          <a:stretch>
            <a:fillRect/>
          </a:stretch>
        </p:blipFill>
        <p:spPr>
          <a:xfrm>
            <a:off x="2618147" y="4446781"/>
            <a:ext cx="353539" cy="353539"/>
          </a:xfrm>
          <a:prstGeom prst="rect">
            <a:avLst/>
          </a:prstGeom>
        </p:spPr>
      </p:pic>
      <p:sp>
        <p:nvSpPr>
          <p:cNvPr id="55" name="Rectangle: Rounded Corners 13">
            <a:extLst>
              <a:ext uri="{FF2B5EF4-FFF2-40B4-BE49-F238E27FC236}">
                <a16:creationId xmlns:a16="http://schemas.microsoft.com/office/drawing/2014/main" id="{3FCDB48A-AF79-3469-FA89-03B7081A8A00}"/>
              </a:ext>
            </a:extLst>
          </p:cNvPr>
          <p:cNvSpPr/>
          <p:nvPr/>
        </p:nvSpPr>
        <p:spPr bwMode="auto">
          <a:xfrm>
            <a:off x="704498" y="4902442"/>
            <a:ext cx="3243332" cy="1330023"/>
          </a:xfrm>
          <a:prstGeom prst="roundRect">
            <a:avLst>
              <a:gd name="adj" fmla="val 3148"/>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82880" numCol="1" spcCol="0" rtlCol="0" fromWordArt="0" anchor="t" anchorCtr="0" forceAA="0" compatLnSpc="1">
            <a:prstTxWarp prst="textNoShape">
              <a:avLst/>
            </a:prstTxWarp>
            <a:spAutoFit/>
          </a:bodyPr>
          <a:lstStyle/>
          <a:p>
            <a:pPr lvl="0" algn="ctr" defTabSz="914400">
              <a:defRPr/>
            </a:pPr>
            <a:r>
              <a:rPr lang="en-US" altLang="ja-JP" sz="1600" kern="0">
                <a:solidFill>
                  <a:schemeClr val="tx1">
                    <a:lumMod val="75000"/>
                    <a:lumOff val="25000"/>
                  </a:schemeClr>
                </a:solidFill>
                <a:cs typeface="Segoe UI Semibold" panose="020B0502040204020203" pitchFamily="34" charset="0"/>
              </a:rPr>
              <a:t>React to timers, HTTP, or</a:t>
            </a:r>
            <a:br>
              <a:rPr lang="en-US" altLang="ja-JP" sz="1600" kern="0">
                <a:solidFill>
                  <a:schemeClr val="tx1">
                    <a:lumMod val="75000"/>
                    <a:lumOff val="25000"/>
                  </a:schemeClr>
                </a:solidFill>
                <a:cs typeface="Segoe UI Semibold" panose="020B0502040204020203" pitchFamily="34" charset="0"/>
              </a:rPr>
            </a:br>
            <a:r>
              <a:rPr lang="en-US" altLang="ja-JP" sz="1600" kern="0">
                <a:solidFill>
                  <a:schemeClr val="tx1">
                    <a:lumMod val="75000"/>
                    <a:lumOff val="25000"/>
                  </a:schemeClr>
                </a:solidFill>
                <a:cs typeface="Segoe UI Semibold" panose="020B0502040204020203" pitchFamily="34" charset="0"/>
              </a:rPr>
              <a:t>events from your favorite Azure services, with more on the way</a:t>
            </a:r>
          </a:p>
        </p:txBody>
      </p:sp>
      <p:sp>
        <p:nvSpPr>
          <p:cNvPr id="56" name="Arrow: Right 8">
            <a:extLst>
              <a:ext uri="{FF2B5EF4-FFF2-40B4-BE49-F238E27FC236}">
                <a16:creationId xmlns:a16="http://schemas.microsoft.com/office/drawing/2014/main" id="{CB0D9CB7-3D08-655D-E392-6BC8F0A872CF}"/>
              </a:ext>
              <a:ext uri="{C183D7F6-B498-43B3-948B-1728B52AA6E4}">
                <adec:decorative xmlns:adec="http://schemas.microsoft.com/office/drawing/2017/decorative" val="1"/>
              </a:ext>
            </a:extLst>
          </p:cNvPr>
          <p:cNvSpPr/>
          <p:nvPr/>
        </p:nvSpPr>
        <p:spPr bwMode="auto">
          <a:xfrm>
            <a:off x="3969657" y="3920875"/>
            <a:ext cx="664560" cy="337704"/>
          </a:xfrm>
          <a:prstGeom prst="rightArrow">
            <a:avLst/>
          </a:prstGeom>
          <a:gradFill>
            <a:gsLst>
              <a:gs pos="100000">
                <a:srgbClr val="49C5B1"/>
              </a:gs>
              <a:gs pos="68000">
                <a:srgbClr val="0078D4"/>
              </a:gs>
              <a:gs pos="32000">
                <a:srgbClr val="C03BC4"/>
              </a:gs>
              <a:gs pos="0">
                <a:srgbClr val="FF5C39"/>
              </a:gs>
            </a:gsLst>
            <a:path path="circle">
              <a:fillToRect l="100000" t="100000"/>
            </a:path>
          </a:gradFill>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base">
              <a:spcBef>
                <a:spcPct val="0"/>
              </a:spcBef>
              <a:spcAft>
                <a:spcPct val="0"/>
              </a:spcAft>
            </a:pPr>
            <a:endParaRPr lang="en-US" sz="1400" b="1">
              <a:ln w="3175">
                <a:noFill/>
              </a:ln>
              <a:solidFill>
                <a:schemeClr val="tx1">
                  <a:lumMod val="75000"/>
                  <a:lumOff val="25000"/>
                </a:schemeClr>
              </a:solidFill>
              <a:latin typeface="Segoe UI Semibold"/>
              <a:cs typeface="Segoe UI" pitchFamily="34" charset="0"/>
            </a:endParaRPr>
          </a:p>
        </p:txBody>
      </p:sp>
      <p:sp>
        <p:nvSpPr>
          <p:cNvPr id="57" name="Rectangle: Rounded Corners 4">
            <a:extLst>
              <a:ext uri="{FF2B5EF4-FFF2-40B4-BE49-F238E27FC236}">
                <a16:creationId xmlns:a16="http://schemas.microsoft.com/office/drawing/2014/main" id="{0EBACBA2-9E04-235D-4B60-3AF20BFF5EE1}"/>
              </a:ext>
            </a:extLst>
          </p:cNvPr>
          <p:cNvSpPr/>
          <p:nvPr/>
        </p:nvSpPr>
        <p:spPr bwMode="auto">
          <a:xfrm>
            <a:off x="4476399" y="2520775"/>
            <a:ext cx="3243332" cy="609076"/>
          </a:xfrm>
          <a:prstGeom prst="roundRect">
            <a:avLst>
              <a:gd name="adj" fmla="val 3148"/>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spAutoFit/>
          </a:bodyPr>
          <a:lstStyle/>
          <a:p>
            <a:pPr lvl="0" algn="ctr" defTabSz="914400">
              <a:defRPr/>
            </a:pPr>
            <a:r>
              <a:rPr lang="en-US" altLang="ja-JP" sz="2000" kern="0">
                <a:solidFill>
                  <a:schemeClr val="tx1">
                    <a:lumMod val="75000"/>
                    <a:lumOff val="25000"/>
                  </a:schemeClr>
                </a:solidFill>
                <a:latin typeface="Segoe UI Semibold" panose="020B0502040204020203" pitchFamily="34" charset="0"/>
                <a:cs typeface="Segoe UI Semibold" panose="020B0502040204020203" pitchFamily="34" charset="0"/>
              </a:rPr>
              <a:t>Code</a:t>
            </a:r>
          </a:p>
        </p:txBody>
      </p:sp>
      <p:pic>
        <p:nvPicPr>
          <p:cNvPr id="58" name="Graphic 10" descr="Azure Functions icon">
            <a:extLst>
              <a:ext uri="{FF2B5EF4-FFF2-40B4-BE49-F238E27FC236}">
                <a16:creationId xmlns:a16="http://schemas.microsoft.com/office/drawing/2014/main" id="{7DE0D99F-05FA-4CEC-E39C-C6B03C6E648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459122" y="3450784"/>
            <a:ext cx="1277886" cy="1277884"/>
          </a:xfrm>
          <a:prstGeom prst="rect">
            <a:avLst/>
          </a:prstGeom>
        </p:spPr>
      </p:pic>
      <p:sp>
        <p:nvSpPr>
          <p:cNvPr id="59" name="Rectangle: Rounded Corners 11">
            <a:extLst>
              <a:ext uri="{FF2B5EF4-FFF2-40B4-BE49-F238E27FC236}">
                <a16:creationId xmlns:a16="http://schemas.microsoft.com/office/drawing/2014/main" id="{2CB7261D-A735-09DB-C7E5-1008D224ACCF}"/>
              </a:ext>
            </a:extLst>
          </p:cNvPr>
          <p:cNvSpPr/>
          <p:nvPr/>
        </p:nvSpPr>
        <p:spPr bwMode="auto">
          <a:xfrm>
            <a:off x="4594385" y="4902442"/>
            <a:ext cx="3007360" cy="1081421"/>
          </a:xfrm>
          <a:prstGeom prst="roundRect">
            <a:avLst>
              <a:gd name="adj" fmla="val 3148"/>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82880" numCol="1" spcCol="0" rtlCol="0" fromWordArt="0" anchor="t" anchorCtr="0" forceAA="0" compatLnSpc="1">
            <a:prstTxWarp prst="textNoShape">
              <a:avLst/>
            </a:prstTxWarp>
            <a:spAutoFit/>
          </a:bodyPr>
          <a:lstStyle/>
          <a:p>
            <a:pPr lvl="0" algn="ctr" defTabSz="914400">
              <a:defRPr/>
            </a:pPr>
            <a:r>
              <a:rPr lang="en-US" altLang="ja-JP" sz="1600" kern="0">
                <a:solidFill>
                  <a:schemeClr val="tx1">
                    <a:lumMod val="75000"/>
                    <a:lumOff val="25000"/>
                  </a:schemeClr>
                </a:solidFill>
                <a:cs typeface="Segoe UI Semibold" panose="020B0502040204020203" pitchFamily="34" charset="0"/>
              </a:rPr>
              <a:t>Author functions in C#, Node.JS, Java, PowerShell, Python, and more</a:t>
            </a:r>
          </a:p>
        </p:txBody>
      </p:sp>
      <p:sp>
        <p:nvSpPr>
          <p:cNvPr id="60" name="Arrow: Right 9">
            <a:extLst>
              <a:ext uri="{FF2B5EF4-FFF2-40B4-BE49-F238E27FC236}">
                <a16:creationId xmlns:a16="http://schemas.microsoft.com/office/drawing/2014/main" id="{0B481F73-0EE0-5F47-49C2-12A848FBC883}"/>
              </a:ext>
              <a:ext uri="{C183D7F6-B498-43B3-948B-1728B52AA6E4}">
                <adec:decorative xmlns:adec="http://schemas.microsoft.com/office/drawing/2017/decorative" val="1"/>
              </a:ext>
            </a:extLst>
          </p:cNvPr>
          <p:cNvSpPr/>
          <p:nvPr/>
        </p:nvSpPr>
        <p:spPr bwMode="auto">
          <a:xfrm>
            <a:off x="7650115" y="3920875"/>
            <a:ext cx="664560" cy="337704"/>
          </a:xfrm>
          <a:prstGeom prst="rightArrow">
            <a:avLst/>
          </a:prstGeom>
          <a:gradFill>
            <a:gsLst>
              <a:gs pos="100000">
                <a:srgbClr val="49C5B1"/>
              </a:gs>
              <a:gs pos="68000">
                <a:srgbClr val="0078D4"/>
              </a:gs>
              <a:gs pos="32000">
                <a:srgbClr val="C03BC4"/>
              </a:gs>
              <a:gs pos="0">
                <a:srgbClr val="FF5C39"/>
              </a:gs>
            </a:gsLst>
            <a:path path="circle">
              <a:fillToRect l="100000" t="100000"/>
            </a:path>
          </a:gradFill>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base">
              <a:spcBef>
                <a:spcPct val="0"/>
              </a:spcBef>
              <a:spcAft>
                <a:spcPct val="0"/>
              </a:spcAft>
            </a:pPr>
            <a:endParaRPr lang="en-US" sz="1400" b="1">
              <a:ln w="3175">
                <a:noFill/>
              </a:ln>
              <a:solidFill>
                <a:schemeClr val="tx1">
                  <a:lumMod val="75000"/>
                  <a:lumOff val="25000"/>
                </a:schemeClr>
              </a:solidFill>
              <a:latin typeface="Segoe UI Semibold"/>
              <a:cs typeface="Segoe UI" pitchFamily="34" charset="0"/>
            </a:endParaRPr>
          </a:p>
        </p:txBody>
      </p:sp>
      <p:sp>
        <p:nvSpPr>
          <p:cNvPr id="61" name="Rectangle: Rounded Corners 5">
            <a:extLst>
              <a:ext uri="{FF2B5EF4-FFF2-40B4-BE49-F238E27FC236}">
                <a16:creationId xmlns:a16="http://schemas.microsoft.com/office/drawing/2014/main" id="{8ADFC461-8764-6D6D-4C0A-2CB4C01BAD29}"/>
              </a:ext>
            </a:extLst>
          </p:cNvPr>
          <p:cNvSpPr/>
          <p:nvPr/>
        </p:nvSpPr>
        <p:spPr bwMode="auto">
          <a:xfrm>
            <a:off x="8248299" y="2520775"/>
            <a:ext cx="3243332" cy="609076"/>
          </a:xfrm>
          <a:prstGeom prst="roundRect">
            <a:avLst>
              <a:gd name="adj" fmla="val 3148"/>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spAutoFit/>
          </a:bodyPr>
          <a:lstStyle/>
          <a:p>
            <a:pPr lvl="0" algn="ctr" defTabSz="914400">
              <a:defRPr/>
            </a:pPr>
            <a:r>
              <a:rPr lang="en-US" altLang="ja-JP" sz="2000" kern="0">
                <a:solidFill>
                  <a:schemeClr val="tx1">
                    <a:lumMod val="75000"/>
                    <a:lumOff val="25000"/>
                  </a:schemeClr>
                </a:solidFill>
                <a:latin typeface="Segoe UI Semibold" panose="020B0502040204020203" pitchFamily="34" charset="0"/>
                <a:cs typeface="Segoe UI Semibold" panose="020B0502040204020203" pitchFamily="34" charset="0"/>
              </a:rPr>
              <a:t>Outputs</a:t>
            </a:r>
          </a:p>
        </p:txBody>
      </p:sp>
      <p:pic>
        <p:nvPicPr>
          <p:cNvPr id="62" name="Picture 29">
            <a:extLst>
              <a:ext uri="{FF2B5EF4-FFF2-40B4-BE49-F238E27FC236}">
                <a16:creationId xmlns:a16="http://schemas.microsoft.com/office/drawing/2014/main" id="{C45B4E62-3C73-5F51-8FD2-FA3244CFD71B}"/>
              </a:ext>
              <a:ext uri="{C183D7F6-B498-43B3-948B-1728B52AA6E4}">
                <adec:decorative xmlns:adec="http://schemas.microsoft.com/office/drawing/2017/decorative" val="1"/>
              </a:ext>
            </a:extLst>
          </p:cNvPr>
          <p:cNvPicPr>
            <a:picLocks noChangeAspect="1"/>
          </p:cNvPicPr>
          <p:nvPr/>
        </p:nvPicPr>
        <p:blipFill>
          <a:blip r:embed="rId9">
            <a:duotone>
              <a:prstClr val="black"/>
              <a:schemeClr val="tx2">
                <a:tint val="45000"/>
                <a:satMod val="400000"/>
              </a:schemeClr>
            </a:duotone>
            <a:extLst>
              <a:ext uri="{BEBA8EAE-BF5A-486C-A8C5-ECC9F3942E4B}">
                <a14:imgProps xmlns:a14="http://schemas.microsoft.com/office/drawing/2010/main">
                  <a14:imgLayer r:embed="rId10">
                    <a14:imgEffect>
                      <a14:brightnessContrast bright="100000"/>
                    </a14:imgEffect>
                  </a14:imgLayer>
                </a14:imgProps>
              </a:ext>
            </a:extLst>
          </a:blip>
          <a:stretch>
            <a:fillRect/>
          </a:stretch>
        </p:blipFill>
        <p:spPr>
          <a:xfrm>
            <a:off x="9311728" y="3630068"/>
            <a:ext cx="362437" cy="362437"/>
          </a:xfrm>
          <a:prstGeom prst="rect">
            <a:avLst/>
          </a:prstGeom>
        </p:spPr>
      </p:pic>
      <p:pic>
        <p:nvPicPr>
          <p:cNvPr id="63" name="Picture 27">
            <a:extLst>
              <a:ext uri="{FF2B5EF4-FFF2-40B4-BE49-F238E27FC236}">
                <a16:creationId xmlns:a16="http://schemas.microsoft.com/office/drawing/2014/main" id="{DFCE754A-A662-8F0E-BB6F-C8DD082082CA}"/>
              </a:ext>
              <a:ext uri="{C183D7F6-B498-43B3-948B-1728B52AA6E4}">
                <adec:decorative xmlns:adec="http://schemas.microsoft.com/office/drawing/2017/decorative" val="1"/>
              </a:ext>
            </a:extLst>
          </p:cNvPr>
          <p:cNvPicPr>
            <a:picLocks noChangeAspect="1"/>
          </p:cNvPicPr>
          <p:nvPr/>
        </p:nvPicPr>
        <p:blipFill>
          <a:blip r:embed="rId14">
            <a:duotone>
              <a:prstClr val="black"/>
              <a:schemeClr val="tx2">
                <a:tint val="45000"/>
                <a:satMod val="400000"/>
              </a:schemeClr>
            </a:duotone>
            <a:extLst>
              <a:ext uri="{BEBA8EAE-BF5A-486C-A8C5-ECC9F3942E4B}">
                <a14:imgProps xmlns:a14="http://schemas.microsoft.com/office/drawing/2010/main">
                  <a14:imgLayer r:embed="rId15">
                    <a14:imgEffect>
                      <a14:brightnessContrast bright="100000"/>
                    </a14:imgEffect>
                  </a14:imgLayer>
                </a14:imgProps>
              </a:ext>
            </a:extLst>
          </a:blip>
          <a:stretch>
            <a:fillRect/>
          </a:stretch>
        </p:blipFill>
        <p:spPr>
          <a:xfrm>
            <a:off x="9311728" y="4186949"/>
            <a:ext cx="362437" cy="362437"/>
          </a:xfrm>
          <a:prstGeom prst="rect">
            <a:avLst/>
          </a:prstGeom>
        </p:spPr>
      </p:pic>
      <p:pic>
        <p:nvPicPr>
          <p:cNvPr id="128" name="Picture 28">
            <a:extLst>
              <a:ext uri="{FF2B5EF4-FFF2-40B4-BE49-F238E27FC236}">
                <a16:creationId xmlns:a16="http://schemas.microsoft.com/office/drawing/2014/main" id="{A87E901C-E83F-9B3F-950B-C30F280B8E68}"/>
              </a:ext>
              <a:ext uri="{C183D7F6-B498-43B3-948B-1728B52AA6E4}">
                <adec:decorative xmlns:adec="http://schemas.microsoft.com/office/drawing/2017/decorative" val="1"/>
              </a:ext>
            </a:extLst>
          </p:cNvPr>
          <p:cNvPicPr>
            <a:picLocks noChangeAspect="1"/>
          </p:cNvPicPr>
          <p:nvPr/>
        </p:nvPicPr>
        <p:blipFill>
          <a:blip r:embed="rId16">
            <a:duotone>
              <a:prstClr val="black"/>
              <a:schemeClr val="tx2">
                <a:tint val="45000"/>
                <a:satMod val="400000"/>
              </a:schemeClr>
            </a:duotone>
            <a:extLst>
              <a:ext uri="{BEBA8EAE-BF5A-486C-A8C5-ECC9F3942E4B}">
                <a14:imgProps xmlns:a14="http://schemas.microsoft.com/office/drawing/2010/main">
                  <a14:imgLayer r:embed="rId17">
                    <a14:imgEffect>
                      <a14:brightnessContrast bright="100000"/>
                    </a14:imgEffect>
                  </a14:imgLayer>
                </a14:imgProps>
              </a:ext>
            </a:extLst>
          </a:blip>
          <a:stretch>
            <a:fillRect/>
          </a:stretch>
        </p:blipFill>
        <p:spPr>
          <a:xfrm>
            <a:off x="10065012" y="3630068"/>
            <a:ext cx="362437" cy="362437"/>
          </a:xfrm>
          <a:prstGeom prst="rect">
            <a:avLst/>
          </a:prstGeom>
        </p:spPr>
      </p:pic>
      <p:pic>
        <p:nvPicPr>
          <p:cNvPr id="129" name="Picture 30">
            <a:extLst>
              <a:ext uri="{FF2B5EF4-FFF2-40B4-BE49-F238E27FC236}">
                <a16:creationId xmlns:a16="http://schemas.microsoft.com/office/drawing/2014/main" id="{70B628F4-0F07-EA31-EBB9-880B2B7C0498}"/>
              </a:ext>
              <a:ext uri="{C183D7F6-B498-43B3-948B-1728B52AA6E4}">
                <adec:decorative xmlns:adec="http://schemas.microsoft.com/office/drawing/2017/decorative" val="1"/>
              </a:ext>
            </a:extLst>
          </p:cNvPr>
          <p:cNvPicPr>
            <a:picLocks noChangeAspect="1"/>
          </p:cNvPicPr>
          <p:nvPr/>
        </p:nvPicPr>
        <p:blipFill>
          <a:blip r:embed="rId11">
            <a:duotone>
              <a:prstClr val="black"/>
              <a:schemeClr val="tx2">
                <a:tint val="45000"/>
                <a:satMod val="400000"/>
              </a:schemeClr>
            </a:duotone>
            <a:extLst>
              <a:ext uri="{BEBA8EAE-BF5A-486C-A8C5-ECC9F3942E4B}">
                <a14:imgProps xmlns:a14="http://schemas.microsoft.com/office/drawing/2010/main">
                  <a14:imgLayer r:embed="rId12">
                    <a14:imgEffect>
                      <a14:brightnessContrast bright="100000"/>
                    </a14:imgEffect>
                  </a14:imgLayer>
                </a14:imgProps>
              </a:ext>
            </a:extLst>
          </a:blip>
          <a:stretch>
            <a:fillRect/>
          </a:stretch>
        </p:blipFill>
        <p:spPr>
          <a:xfrm>
            <a:off x="10065012" y="4186949"/>
            <a:ext cx="362437" cy="362437"/>
          </a:xfrm>
          <a:prstGeom prst="rect">
            <a:avLst/>
          </a:prstGeom>
        </p:spPr>
      </p:pic>
      <p:sp>
        <p:nvSpPr>
          <p:cNvPr id="168" name="Rectangle: Rounded Corners 12">
            <a:extLst>
              <a:ext uri="{FF2B5EF4-FFF2-40B4-BE49-F238E27FC236}">
                <a16:creationId xmlns:a16="http://schemas.microsoft.com/office/drawing/2014/main" id="{EC46AD2A-FB0C-ADF7-86D4-65ACED0A66BA}"/>
              </a:ext>
            </a:extLst>
          </p:cNvPr>
          <p:cNvSpPr/>
          <p:nvPr/>
        </p:nvSpPr>
        <p:spPr bwMode="auto">
          <a:xfrm>
            <a:off x="8702064" y="4902442"/>
            <a:ext cx="2335802" cy="1330023"/>
          </a:xfrm>
          <a:prstGeom prst="roundRect">
            <a:avLst>
              <a:gd name="adj" fmla="val 3148"/>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82880" numCol="1" spcCol="0" rtlCol="0" fromWordArt="0" anchor="t" anchorCtr="0" forceAA="0" compatLnSpc="1">
            <a:prstTxWarp prst="textNoShape">
              <a:avLst/>
            </a:prstTxWarp>
            <a:spAutoFit/>
          </a:bodyPr>
          <a:lstStyle/>
          <a:p>
            <a:pPr lvl="0" algn="ctr" defTabSz="914400">
              <a:defRPr/>
            </a:pPr>
            <a:r>
              <a:rPr lang="en-US" altLang="ja-JP" sz="1600" kern="0">
                <a:solidFill>
                  <a:schemeClr val="tx1">
                    <a:lumMod val="75000"/>
                    <a:lumOff val="25000"/>
                  </a:schemeClr>
                </a:solidFill>
                <a:cs typeface="Segoe UI Semibold" panose="020B0502040204020203" pitchFamily="34" charset="0"/>
              </a:rPr>
              <a:t>Send results to an ever-growing collection of services</a:t>
            </a:r>
          </a:p>
        </p:txBody>
      </p:sp>
    </p:spTree>
    <p:extLst>
      <p:ext uri="{BB962C8B-B14F-4D97-AF65-F5344CB8AC3E}">
        <p14:creationId xmlns:p14="http://schemas.microsoft.com/office/powerpoint/2010/main" val="2731538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par>
                                <p:cTn id="8" presetID="42" presetClass="path" presetSubtype="0" decel="100000" fill="hold" grpId="1" nodeType="withEffect">
                                  <p:stCondLst>
                                    <p:cond delay="100"/>
                                  </p:stCondLst>
                                  <p:childTnLst>
                                    <p:animMotion origin="layout" path="M 4.79167E-6 1.48148E-6 L 4.79167E-6 -0.05625 " pathEditMode="relative" rAng="0" ptsTypes="AA">
                                      <p:cBhvr>
                                        <p:cTn id="9" dur="700" spd="-100000" fill="hold"/>
                                        <p:tgtEl>
                                          <p:spTgt spid="48"/>
                                        </p:tgtEl>
                                        <p:attrNameLst>
                                          <p:attrName>ppt_x</p:attrName>
                                          <p:attrName>ppt_y</p:attrName>
                                        </p:attrNameLst>
                                      </p:cBhvr>
                                      <p:rCtr x="0" y="-2824"/>
                                    </p:animMotion>
                                  </p:childTnLst>
                                </p:cTn>
                              </p:par>
                              <p:par>
                                <p:cTn id="10" presetID="10" presetClass="entr" presetSubtype="0" fill="hold" nodeType="withEffect">
                                  <p:stCondLst>
                                    <p:cond delay="100"/>
                                  </p:stCondLst>
                                  <p:childTnLst>
                                    <p:set>
                                      <p:cBhvr>
                                        <p:cTn id="11" dur="1" fill="hold">
                                          <p:stCondLst>
                                            <p:cond delay="0"/>
                                          </p:stCondLst>
                                        </p:cTn>
                                        <p:tgtEl>
                                          <p:spTgt spid="49"/>
                                        </p:tgtEl>
                                        <p:attrNameLst>
                                          <p:attrName>style.visibility</p:attrName>
                                        </p:attrNameLst>
                                      </p:cBhvr>
                                      <p:to>
                                        <p:strVal val="visible"/>
                                      </p:to>
                                    </p:set>
                                    <p:animEffect transition="in" filter="fade">
                                      <p:cBhvr>
                                        <p:cTn id="12" dur="500"/>
                                        <p:tgtEl>
                                          <p:spTgt spid="49"/>
                                        </p:tgtEl>
                                      </p:cBhvr>
                                    </p:animEffect>
                                  </p:childTnLst>
                                </p:cTn>
                              </p:par>
                              <p:par>
                                <p:cTn id="13" presetID="42" presetClass="path" presetSubtype="0" decel="100000" fill="hold" nodeType="withEffect">
                                  <p:stCondLst>
                                    <p:cond delay="100"/>
                                  </p:stCondLst>
                                  <p:childTnLst>
                                    <p:animMotion origin="layout" path="M 3.95833E-6 2.96296E-6 L 3.95833E-6 -0.05625 " pathEditMode="relative" rAng="0" ptsTypes="AA">
                                      <p:cBhvr>
                                        <p:cTn id="14" dur="700" spd="-100000" fill="hold"/>
                                        <p:tgtEl>
                                          <p:spTgt spid="49"/>
                                        </p:tgtEl>
                                        <p:attrNameLst>
                                          <p:attrName>ppt_x</p:attrName>
                                          <p:attrName>ppt_y</p:attrName>
                                        </p:attrNameLst>
                                      </p:cBhvr>
                                      <p:rCtr x="0" y="-2824"/>
                                    </p:animMotion>
                                  </p:childTnLst>
                                </p:cTn>
                              </p:par>
                              <p:par>
                                <p:cTn id="15" presetID="10" presetClass="entr" presetSubtype="0" fill="hold" nodeType="withEffect">
                                  <p:stCondLst>
                                    <p:cond delay="100"/>
                                  </p:stCondLst>
                                  <p:childTnLst>
                                    <p:set>
                                      <p:cBhvr>
                                        <p:cTn id="16" dur="1" fill="hold">
                                          <p:stCondLst>
                                            <p:cond delay="0"/>
                                          </p:stCondLst>
                                        </p:cTn>
                                        <p:tgtEl>
                                          <p:spTgt spid="52"/>
                                        </p:tgtEl>
                                        <p:attrNameLst>
                                          <p:attrName>style.visibility</p:attrName>
                                        </p:attrNameLst>
                                      </p:cBhvr>
                                      <p:to>
                                        <p:strVal val="visible"/>
                                      </p:to>
                                    </p:set>
                                    <p:animEffect transition="in" filter="fade">
                                      <p:cBhvr>
                                        <p:cTn id="17" dur="500"/>
                                        <p:tgtEl>
                                          <p:spTgt spid="52"/>
                                        </p:tgtEl>
                                      </p:cBhvr>
                                    </p:animEffect>
                                  </p:childTnLst>
                                </p:cTn>
                              </p:par>
                              <p:par>
                                <p:cTn id="18" presetID="42" presetClass="path" presetSubtype="0" decel="100000" fill="hold" nodeType="withEffect">
                                  <p:stCondLst>
                                    <p:cond delay="100"/>
                                  </p:stCondLst>
                                  <p:childTnLst>
                                    <p:animMotion origin="layout" path="M 3.33333E-6 2.96296E-6 L 3.33333E-6 -0.05625 " pathEditMode="relative" rAng="0" ptsTypes="AA">
                                      <p:cBhvr>
                                        <p:cTn id="19" dur="700" spd="-100000" fill="hold"/>
                                        <p:tgtEl>
                                          <p:spTgt spid="52"/>
                                        </p:tgtEl>
                                        <p:attrNameLst>
                                          <p:attrName>ppt_x</p:attrName>
                                          <p:attrName>ppt_y</p:attrName>
                                        </p:attrNameLst>
                                      </p:cBhvr>
                                      <p:rCtr x="0" y="-2824"/>
                                    </p:animMotion>
                                  </p:childTnLst>
                                </p:cTn>
                              </p:par>
                              <p:par>
                                <p:cTn id="20" presetID="10" presetClass="entr" presetSubtype="0" fill="hold" nodeType="withEffect">
                                  <p:stCondLst>
                                    <p:cond delay="10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500"/>
                                        <p:tgtEl>
                                          <p:spTgt spid="50"/>
                                        </p:tgtEl>
                                      </p:cBhvr>
                                    </p:animEffect>
                                  </p:childTnLst>
                                </p:cTn>
                              </p:par>
                              <p:par>
                                <p:cTn id="23" presetID="42" presetClass="path" presetSubtype="0" decel="100000" fill="hold" nodeType="withEffect">
                                  <p:stCondLst>
                                    <p:cond delay="100"/>
                                  </p:stCondLst>
                                  <p:childTnLst>
                                    <p:animMotion origin="layout" path="M 2.08333E-6 2.96296E-6 L 2.08333E-6 -0.05625 " pathEditMode="relative" rAng="0" ptsTypes="AA">
                                      <p:cBhvr>
                                        <p:cTn id="24" dur="700" spd="-100000" fill="hold"/>
                                        <p:tgtEl>
                                          <p:spTgt spid="50"/>
                                        </p:tgtEl>
                                        <p:attrNameLst>
                                          <p:attrName>ppt_x</p:attrName>
                                          <p:attrName>ppt_y</p:attrName>
                                        </p:attrNameLst>
                                      </p:cBhvr>
                                      <p:rCtr x="0" y="-2824"/>
                                    </p:animMotion>
                                  </p:childTnLst>
                                </p:cTn>
                              </p:par>
                              <p:par>
                                <p:cTn id="25" presetID="10" presetClass="entr" presetSubtype="0" fill="hold" nodeType="withEffect">
                                  <p:stCondLst>
                                    <p:cond delay="100"/>
                                  </p:stCondLst>
                                  <p:childTnLst>
                                    <p:set>
                                      <p:cBhvr>
                                        <p:cTn id="26" dur="1" fill="hold">
                                          <p:stCondLst>
                                            <p:cond delay="0"/>
                                          </p:stCondLst>
                                        </p:cTn>
                                        <p:tgtEl>
                                          <p:spTgt spid="53"/>
                                        </p:tgtEl>
                                        <p:attrNameLst>
                                          <p:attrName>style.visibility</p:attrName>
                                        </p:attrNameLst>
                                      </p:cBhvr>
                                      <p:to>
                                        <p:strVal val="visible"/>
                                      </p:to>
                                    </p:set>
                                    <p:animEffect transition="in" filter="fade">
                                      <p:cBhvr>
                                        <p:cTn id="27" dur="500"/>
                                        <p:tgtEl>
                                          <p:spTgt spid="53"/>
                                        </p:tgtEl>
                                      </p:cBhvr>
                                    </p:animEffect>
                                  </p:childTnLst>
                                </p:cTn>
                              </p:par>
                              <p:par>
                                <p:cTn id="28" presetID="42" presetClass="path" presetSubtype="0" decel="100000" fill="hold" nodeType="withEffect">
                                  <p:stCondLst>
                                    <p:cond delay="100"/>
                                  </p:stCondLst>
                                  <p:childTnLst>
                                    <p:animMotion origin="layout" path="M 3.33333E-6 2.96296E-6 L 3.33333E-6 -0.05625 " pathEditMode="relative" rAng="0" ptsTypes="AA">
                                      <p:cBhvr>
                                        <p:cTn id="29" dur="700" spd="-100000" fill="hold"/>
                                        <p:tgtEl>
                                          <p:spTgt spid="53"/>
                                        </p:tgtEl>
                                        <p:attrNameLst>
                                          <p:attrName>ppt_x</p:attrName>
                                          <p:attrName>ppt_y</p:attrName>
                                        </p:attrNameLst>
                                      </p:cBhvr>
                                      <p:rCtr x="0" y="-2824"/>
                                    </p:animMotion>
                                  </p:childTnLst>
                                </p:cTn>
                              </p:par>
                              <p:par>
                                <p:cTn id="30" presetID="10" presetClass="entr" presetSubtype="0" fill="hold" nodeType="withEffect">
                                  <p:stCondLst>
                                    <p:cond delay="100"/>
                                  </p:stCondLst>
                                  <p:childTnLst>
                                    <p:set>
                                      <p:cBhvr>
                                        <p:cTn id="31" dur="1" fill="hold">
                                          <p:stCondLst>
                                            <p:cond delay="0"/>
                                          </p:stCondLst>
                                        </p:cTn>
                                        <p:tgtEl>
                                          <p:spTgt spid="51"/>
                                        </p:tgtEl>
                                        <p:attrNameLst>
                                          <p:attrName>style.visibility</p:attrName>
                                        </p:attrNameLst>
                                      </p:cBhvr>
                                      <p:to>
                                        <p:strVal val="visible"/>
                                      </p:to>
                                    </p:set>
                                    <p:animEffect transition="in" filter="fade">
                                      <p:cBhvr>
                                        <p:cTn id="32" dur="500"/>
                                        <p:tgtEl>
                                          <p:spTgt spid="51"/>
                                        </p:tgtEl>
                                      </p:cBhvr>
                                    </p:animEffect>
                                  </p:childTnLst>
                                </p:cTn>
                              </p:par>
                              <p:par>
                                <p:cTn id="33" presetID="42" presetClass="path" presetSubtype="0" decel="100000" fill="hold" nodeType="withEffect">
                                  <p:stCondLst>
                                    <p:cond delay="100"/>
                                  </p:stCondLst>
                                  <p:childTnLst>
                                    <p:animMotion origin="layout" path="M 2.08333E-6 2.96296E-6 L 2.08333E-6 -0.05625 " pathEditMode="relative" rAng="0" ptsTypes="AA">
                                      <p:cBhvr>
                                        <p:cTn id="34" dur="700" spd="-100000" fill="hold"/>
                                        <p:tgtEl>
                                          <p:spTgt spid="51"/>
                                        </p:tgtEl>
                                        <p:attrNameLst>
                                          <p:attrName>ppt_x</p:attrName>
                                          <p:attrName>ppt_y</p:attrName>
                                        </p:attrNameLst>
                                      </p:cBhvr>
                                      <p:rCtr x="0" y="-2824"/>
                                    </p:animMotion>
                                  </p:childTnLst>
                                </p:cTn>
                              </p:par>
                              <p:par>
                                <p:cTn id="35" presetID="10" presetClass="entr" presetSubtype="0" fill="hold" nodeType="withEffect">
                                  <p:stCondLst>
                                    <p:cond delay="100"/>
                                  </p:stCondLst>
                                  <p:childTnLst>
                                    <p:set>
                                      <p:cBhvr>
                                        <p:cTn id="36" dur="1" fill="hold">
                                          <p:stCondLst>
                                            <p:cond delay="0"/>
                                          </p:stCondLst>
                                        </p:cTn>
                                        <p:tgtEl>
                                          <p:spTgt spid="54"/>
                                        </p:tgtEl>
                                        <p:attrNameLst>
                                          <p:attrName>style.visibility</p:attrName>
                                        </p:attrNameLst>
                                      </p:cBhvr>
                                      <p:to>
                                        <p:strVal val="visible"/>
                                      </p:to>
                                    </p:set>
                                    <p:animEffect transition="in" filter="fade">
                                      <p:cBhvr>
                                        <p:cTn id="37" dur="500"/>
                                        <p:tgtEl>
                                          <p:spTgt spid="54"/>
                                        </p:tgtEl>
                                      </p:cBhvr>
                                    </p:animEffect>
                                  </p:childTnLst>
                                </p:cTn>
                              </p:par>
                              <p:par>
                                <p:cTn id="38" presetID="42" presetClass="path" presetSubtype="0" decel="100000" fill="hold" nodeType="withEffect">
                                  <p:stCondLst>
                                    <p:cond delay="100"/>
                                  </p:stCondLst>
                                  <p:childTnLst>
                                    <p:animMotion origin="layout" path="M 3.33333E-6 2.96296E-6 L 3.33333E-6 -0.05625 " pathEditMode="relative" rAng="0" ptsTypes="AA">
                                      <p:cBhvr>
                                        <p:cTn id="39" dur="700" spd="-100000" fill="hold"/>
                                        <p:tgtEl>
                                          <p:spTgt spid="54"/>
                                        </p:tgtEl>
                                        <p:attrNameLst>
                                          <p:attrName>ppt_x</p:attrName>
                                          <p:attrName>ppt_y</p:attrName>
                                        </p:attrNameLst>
                                      </p:cBhvr>
                                      <p:rCtr x="0" y="-2824"/>
                                    </p:animMotion>
                                  </p:childTnLst>
                                </p:cTn>
                              </p:par>
                              <p:par>
                                <p:cTn id="40" presetID="10" presetClass="entr" presetSubtype="0" fill="hold" grpId="0" nodeType="withEffect">
                                  <p:stCondLst>
                                    <p:cond delay="100"/>
                                  </p:stCondLst>
                                  <p:childTnLst>
                                    <p:set>
                                      <p:cBhvr>
                                        <p:cTn id="41" dur="1" fill="hold">
                                          <p:stCondLst>
                                            <p:cond delay="0"/>
                                          </p:stCondLst>
                                        </p:cTn>
                                        <p:tgtEl>
                                          <p:spTgt spid="55"/>
                                        </p:tgtEl>
                                        <p:attrNameLst>
                                          <p:attrName>style.visibility</p:attrName>
                                        </p:attrNameLst>
                                      </p:cBhvr>
                                      <p:to>
                                        <p:strVal val="visible"/>
                                      </p:to>
                                    </p:set>
                                    <p:animEffect transition="in" filter="fade">
                                      <p:cBhvr>
                                        <p:cTn id="42" dur="500"/>
                                        <p:tgtEl>
                                          <p:spTgt spid="55"/>
                                        </p:tgtEl>
                                      </p:cBhvr>
                                    </p:animEffect>
                                  </p:childTnLst>
                                </p:cTn>
                              </p:par>
                              <p:par>
                                <p:cTn id="43" presetID="42" presetClass="path" presetSubtype="0" decel="100000" fill="hold" grpId="1" nodeType="withEffect">
                                  <p:stCondLst>
                                    <p:cond delay="100"/>
                                  </p:stCondLst>
                                  <p:childTnLst>
                                    <p:animMotion origin="layout" path="M 4.79167E-6 -1.48148E-6 L 4.79167E-6 -0.05625 " pathEditMode="relative" rAng="0" ptsTypes="AA">
                                      <p:cBhvr>
                                        <p:cTn id="44" dur="700" spd="-100000" fill="hold"/>
                                        <p:tgtEl>
                                          <p:spTgt spid="55"/>
                                        </p:tgtEl>
                                        <p:attrNameLst>
                                          <p:attrName>ppt_x</p:attrName>
                                          <p:attrName>ppt_y</p:attrName>
                                        </p:attrNameLst>
                                      </p:cBhvr>
                                      <p:rCtr x="0" y="-2824"/>
                                    </p:animMotion>
                                  </p:childTnLst>
                                </p:cTn>
                              </p:par>
                              <p:par>
                                <p:cTn id="45" presetID="10" presetClass="entr" presetSubtype="0" fill="hold" grpId="0" nodeType="withEffect">
                                  <p:stCondLst>
                                    <p:cond delay="100"/>
                                  </p:stCondLst>
                                  <p:childTnLst>
                                    <p:set>
                                      <p:cBhvr>
                                        <p:cTn id="46" dur="1" fill="hold">
                                          <p:stCondLst>
                                            <p:cond delay="0"/>
                                          </p:stCondLst>
                                        </p:cTn>
                                        <p:tgtEl>
                                          <p:spTgt spid="56"/>
                                        </p:tgtEl>
                                        <p:attrNameLst>
                                          <p:attrName>style.visibility</p:attrName>
                                        </p:attrNameLst>
                                      </p:cBhvr>
                                      <p:to>
                                        <p:strVal val="visible"/>
                                      </p:to>
                                    </p:set>
                                    <p:animEffect transition="in" filter="fade">
                                      <p:cBhvr>
                                        <p:cTn id="47" dur="500"/>
                                        <p:tgtEl>
                                          <p:spTgt spid="56"/>
                                        </p:tgtEl>
                                      </p:cBhvr>
                                    </p:animEffect>
                                  </p:childTnLst>
                                </p:cTn>
                              </p:par>
                              <p:par>
                                <p:cTn id="48" presetID="42" presetClass="path" presetSubtype="0" decel="100000" fill="hold" grpId="1" nodeType="withEffect">
                                  <p:stCondLst>
                                    <p:cond delay="100"/>
                                  </p:stCondLst>
                                  <p:childTnLst>
                                    <p:animMotion origin="layout" path="M -4.58333E-6 2.22222E-6 L -4.58333E-6 -0.05625 " pathEditMode="relative" rAng="0" ptsTypes="AA">
                                      <p:cBhvr>
                                        <p:cTn id="49" dur="700" spd="-100000" fill="hold"/>
                                        <p:tgtEl>
                                          <p:spTgt spid="56"/>
                                        </p:tgtEl>
                                        <p:attrNameLst>
                                          <p:attrName>ppt_x</p:attrName>
                                          <p:attrName>ppt_y</p:attrName>
                                        </p:attrNameLst>
                                      </p:cBhvr>
                                      <p:rCtr x="0" y="-2824"/>
                                    </p:animMotion>
                                  </p:childTnLst>
                                </p:cTn>
                              </p:par>
                              <p:par>
                                <p:cTn id="50" presetID="10" presetClass="entr" presetSubtype="0" fill="hold" grpId="0" nodeType="withEffect">
                                  <p:stCondLst>
                                    <p:cond delay="100"/>
                                  </p:stCondLst>
                                  <p:childTnLst>
                                    <p:set>
                                      <p:cBhvr>
                                        <p:cTn id="51" dur="1" fill="hold">
                                          <p:stCondLst>
                                            <p:cond delay="0"/>
                                          </p:stCondLst>
                                        </p:cTn>
                                        <p:tgtEl>
                                          <p:spTgt spid="57"/>
                                        </p:tgtEl>
                                        <p:attrNameLst>
                                          <p:attrName>style.visibility</p:attrName>
                                        </p:attrNameLst>
                                      </p:cBhvr>
                                      <p:to>
                                        <p:strVal val="visible"/>
                                      </p:to>
                                    </p:set>
                                    <p:animEffect transition="in" filter="fade">
                                      <p:cBhvr>
                                        <p:cTn id="52" dur="500"/>
                                        <p:tgtEl>
                                          <p:spTgt spid="57"/>
                                        </p:tgtEl>
                                      </p:cBhvr>
                                    </p:animEffect>
                                  </p:childTnLst>
                                </p:cTn>
                              </p:par>
                              <p:par>
                                <p:cTn id="53" presetID="42" presetClass="path" presetSubtype="0" decel="100000" fill="hold" grpId="1" nodeType="withEffect">
                                  <p:stCondLst>
                                    <p:cond delay="100"/>
                                  </p:stCondLst>
                                  <p:childTnLst>
                                    <p:animMotion origin="layout" path="M -2.08333E-7 1.48148E-6 L -2.08333E-7 -0.05625 " pathEditMode="relative" rAng="0" ptsTypes="AA">
                                      <p:cBhvr>
                                        <p:cTn id="54" dur="700" spd="-100000" fill="hold"/>
                                        <p:tgtEl>
                                          <p:spTgt spid="57"/>
                                        </p:tgtEl>
                                        <p:attrNameLst>
                                          <p:attrName>ppt_x</p:attrName>
                                          <p:attrName>ppt_y</p:attrName>
                                        </p:attrNameLst>
                                      </p:cBhvr>
                                      <p:rCtr x="0" y="-2824"/>
                                    </p:animMotion>
                                  </p:childTnLst>
                                </p:cTn>
                              </p:par>
                              <p:par>
                                <p:cTn id="55" presetID="10" presetClass="entr" presetSubtype="0" fill="hold" nodeType="withEffect">
                                  <p:stCondLst>
                                    <p:cond delay="100"/>
                                  </p:stCondLst>
                                  <p:childTnLst>
                                    <p:set>
                                      <p:cBhvr>
                                        <p:cTn id="56" dur="1" fill="hold">
                                          <p:stCondLst>
                                            <p:cond delay="0"/>
                                          </p:stCondLst>
                                        </p:cTn>
                                        <p:tgtEl>
                                          <p:spTgt spid="58"/>
                                        </p:tgtEl>
                                        <p:attrNameLst>
                                          <p:attrName>style.visibility</p:attrName>
                                        </p:attrNameLst>
                                      </p:cBhvr>
                                      <p:to>
                                        <p:strVal val="visible"/>
                                      </p:to>
                                    </p:set>
                                    <p:animEffect transition="in" filter="fade">
                                      <p:cBhvr>
                                        <p:cTn id="57" dur="500"/>
                                        <p:tgtEl>
                                          <p:spTgt spid="58"/>
                                        </p:tgtEl>
                                      </p:cBhvr>
                                    </p:animEffect>
                                  </p:childTnLst>
                                </p:cTn>
                              </p:par>
                              <p:par>
                                <p:cTn id="58" presetID="42" presetClass="path" presetSubtype="0" decel="100000" fill="hold" nodeType="withEffect">
                                  <p:stCondLst>
                                    <p:cond delay="100"/>
                                  </p:stCondLst>
                                  <p:childTnLst>
                                    <p:animMotion origin="layout" path="M -2.08333E-7 2.22222E-6 L -2.08333E-7 -0.05625 " pathEditMode="relative" rAng="0" ptsTypes="AA">
                                      <p:cBhvr>
                                        <p:cTn id="59" dur="700" spd="-100000" fill="hold"/>
                                        <p:tgtEl>
                                          <p:spTgt spid="58"/>
                                        </p:tgtEl>
                                        <p:attrNameLst>
                                          <p:attrName>ppt_x</p:attrName>
                                          <p:attrName>ppt_y</p:attrName>
                                        </p:attrNameLst>
                                      </p:cBhvr>
                                      <p:rCtr x="0" y="-2824"/>
                                    </p:animMotion>
                                  </p:childTnLst>
                                </p:cTn>
                              </p:par>
                              <p:par>
                                <p:cTn id="60" presetID="10" presetClass="entr" presetSubtype="0" fill="hold" grpId="0" nodeType="withEffect">
                                  <p:stCondLst>
                                    <p:cond delay="100"/>
                                  </p:stCondLst>
                                  <p:childTnLst>
                                    <p:set>
                                      <p:cBhvr>
                                        <p:cTn id="61" dur="1" fill="hold">
                                          <p:stCondLst>
                                            <p:cond delay="0"/>
                                          </p:stCondLst>
                                        </p:cTn>
                                        <p:tgtEl>
                                          <p:spTgt spid="59"/>
                                        </p:tgtEl>
                                        <p:attrNameLst>
                                          <p:attrName>style.visibility</p:attrName>
                                        </p:attrNameLst>
                                      </p:cBhvr>
                                      <p:to>
                                        <p:strVal val="visible"/>
                                      </p:to>
                                    </p:set>
                                    <p:animEffect transition="in" filter="fade">
                                      <p:cBhvr>
                                        <p:cTn id="62" dur="500"/>
                                        <p:tgtEl>
                                          <p:spTgt spid="59"/>
                                        </p:tgtEl>
                                      </p:cBhvr>
                                    </p:animEffect>
                                  </p:childTnLst>
                                </p:cTn>
                              </p:par>
                              <p:par>
                                <p:cTn id="63" presetID="42" presetClass="path" presetSubtype="0" decel="100000" fill="hold" grpId="1" nodeType="withEffect">
                                  <p:stCondLst>
                                    <p:cond delay="100"/>
                                  </p:stCondLst>
                                  <p:childTnLst>
                                    <p:animMotion origin="layout" path="M -2.08333E-7 -1.48148E-6 L -2.08333E-7 -0.05625 " pathEditMode="relative" rAng="0" ptsTypes="AA">
                                      <p:cBhvr>
                                        <p:cTn id="64" dur="700" spd="-100000" fill="hold"/>
                                        <p:tgtEl>
                                          <p:spTgt spid="59"/>
                                        </p:tgtEl>
                                        <p:attrNameLst>
                                          <p:attrName>ppt_x</p:attrName>
                                          <p:attrName>ppt_y</p:attrName>
                                        </p:attrNameLst>
                                      </p:cBhvr>
                                      <p:rCtr x="0" y="-2824"/>
                                    </p:animMotion>
                                  </p:childTnLst>
                                </p:cTn>
                              </p:par>
                              <p:par>
                                <p:cTn id="65" presetID="10" presetClass="entr" presetSubtype="0" fill="hold" grpId="0" nodeType="withEffect">
                                  <p:stCondLst>
                                    <p:cond delay="100"/>
                                  </p:stCondLst>
                                  <p:childTnLst>
                                    <p:set>
                                      <p:cBhvr>
                                        <p:cTn id="66" dur="1" fill="hold">
                                          <p:stCondLst>
                                            <p:cond delay="0"/>
                                          </p:stCondLst>
                                        </p:cTn>
                                        <p:tgtEl>
                                          <p:spTgt spid="60"/>
                                        </p:tgtEl>
                                        <p:attrNameLst>
                                          <p:attrName>style.visibility</p:attrName>
                                        </p:attrNameLst>
                                      </p:cBhvr>
                                      <p:to>
                                        <p:strVal val="visible"/>
                                      </p:to>
                                    </p:set>
                                    <p:animEffect transition="in" filter="fade">
                                      <p:cBhvr>
                                        <p:cTn id="67" dur="500"/>
                                        <p:tgtEl>
                                          <p:spTgt spid="60"/>
                                        </p:tgtEl>
                                      </p:cBhvr>
                                    </p:animEffect>
                                  </p:childTnLst>
                                </p:cTn>
                              </p:par>
                              <p:par>
                                <p:cTn id="68" presetID="42" presetClass="path" presetSubtype="0" decel="100000" fill="hold" grpId="1" nodeType="withEffect">
                                  <p:stCondLst>
                                    <p:cond delay="100"/>
                                  </p:stCondLst>
                                  <p:childTnLst>
                                    <p:animMotion origin="layout" path="M 2.5E-6 2.22222E-6 L 2.5E-6 -0.05625 " pathEditMode="relative" rAng="0" ptsTypes="AA">
                                      <p:cBhvr>
                                        <p:cTn id="69" dur="700" spd="-100000" fill="hold"/>
                                        <p:tgtEl>
                                          <p:spTgt spid="60"/>
                                        </p:tgtEl>
                                        <p:attrNameLst>
                                          <p:attrName>ppt_x</p:attrName>
                                          <p:attrName>ppt_y</p:attrName>
                                        </p:attrNameLst>
                                      </p:cBhvr>
                                      <p:rCtr x="0" y="-2824"/>
                                    </p:animMotion>
                                  </p:childTnLst>
                                </p:cTn>
                              </p:par>
                              <p:par>
                                <p:cTn id="70" presetID="10" presetClass="entr" presetSubtype="0" fill="hold" grpId="0" nodeType="withEffect">
                                  <p:stCondLst>
                                    <p:cond delay="100"/>
                                  </p:stCondLst>
                                  <p:childTnLst>
                                    <p:set>
                                      <p:cBhvr>
                                        <p:cTn id="71" dur="1" fill="hold">
                                          <p:stCondLst>
                                            <p:cond delay="0"/>
                                          </p:stCondLst>
                                        </p:cTn>
                                        <p:tgtEl>
                                          <p:spTgt spid="61"/>
                                        </p:tgtEl>
                                        <p:attrNameLst>
                                          <p:attrName>style.visibility</p:attrName>
                                        </p:attrNameLst>
                                      </p:cBhvr>
                                      <p:to>
                                        <p:strVal val="visible"/>
                                      </p:to>
                                    </p:set>
                                    <p:animEffect transition="in" filter="fade">
                                      <p:cBhvr>
                                        <p:cTn id="72" dur="500"/>
                                        <p:tgtEl>
                                          <p:spTgt spid="61"/>
                                        </p:tgtEl>
                                      </p:cBhvr>
                                    </p:animEffect>
                                  </p:childTnLst>
                                </p:cTn>
                              </p:par>
                              <p:par>
                                <p:cTn id="73" presetID="42" presetClass="path" presetSubtype="0" decel="100000" fill="hold" grpId="1" nodeType="withEffect">
                                  <p:stCondLst>
                                    <p:cond delay="100"/>
                                  </p:stCondLst>
                                  <p:childTnLst>
                                    <p:animMotion origin="layout" path="M 4.79167E-6 1.48148E-6 L 4.79167E-6 -0.05625 " pathEditMode="relative" rAng="0" ptsTypes="AA">
                                      <p:cBhvr>
                                        <p:cTn id="74" dur="700" spd="-100000" fill="hold"/>
                                        <p:tgtEl>
                                          <p:spTgt spid="61"/>
                                        </p:tgtEl>
                                        <p:attrNameLst>
                                          <p:attrName>ppt_x</p:attrName>
                                          <p:attrName>ppt_y</p:attrName>
                                        </p:attrNameLst>
                                      </p:cBhvr>
                                      <p:rCtr x="0" y="-2824"/>
                                    </p:animMotion>
                                  </p:childTnLst>
                                </p:cTn>
                              </p:par>
                              <p:par>
                                <p:cTn id="75" presetID="10" presetClass="entr" presetSubtype="0" fill="hold" nodeType="withEffect">
                                  <p:stCondLst>
                                    <p:cond delay="100"/>
                                  </p:stCondLst>
                                  <p:childTnLst>
                                    <p:set>
                                      <p:cBhvr>
                                        <p:cTn id="76" dur="1" fill="hold">
                                          <p:stCondLst>
                                            <p:cond delay="0"/>
                                          </p:stCondLst>
                                        </p:cTn>
                                        <p:tgtEl>
                                          <p:spTgt spid="62"/>
                                        </p:tgtEl>
                                        <p:attrNameLst>
                                          <p:attrName>style.visibility</p:attrName>
                                        </p:attrNameLst>
                                      </p:cBhvr>
                                      <p:to>
                                        <p:strVal val="visible"/>
                                      </p:to>
                                    </p:set>
                                    <p:animEffect transition="in" filter="fade">
                                      <p:cBhvr>
                                        <p:cTn id="77" dur="500"/>
                                        <p:tgtEl>
                                          <p:spTgt spid="62"/>
                                        </p:tgtEl>
                                      </p:cBhvr>
                                    </p:animEffect>
                                  </p:childTnLst>
                                </p:cTn>
                              </p:par>
                              <p:par>
                                <p:cTn id="78" presetID="42" presetClass="path" presetSubtype="0" decel="100000" fill="hold" nodeType="withEffect">
                                  <p:stCondLst>
                                    <p:cond delay="100"/>
                                  </p:stCondLst>
                                  <p:childTnLst>
                                    <p:animMotion origin="layout" path="M 4.16667E-6 1.48148E-6 L 4.16667E-6 -0.05625 " pathEditMode="relative" rAng="0" ptsTypes="AA">
                                      <p:cBhvr>
                                        <p:cTn id="79" dur="700" spd="-100000" fill="hold"/>
                                        <p:tgtEl>
                                          <p:spTgt spid="62"/>
                                        </p:tgtEl>
                                        <p:attrNameLst>
                                          <p:attrName>ppt_x</p:attrName>
                                          <p:attrName>ppt_y</p:attrName>
                                        </p:attrNameLst>
                                      </p:cBhvr>
                                      <p:rCtr x="0" y="-2824"/>
                                    </p:animMotion>
                                  </p:childTnLst>
                                </p:cTn>
                              </p:par>
                              <p:par>
                                <p:cTn id="80" presetID="10" presetClass="entr" presetSubtype="0" fill="hold" nodeType="withEffect">
                                  <p:stCondLst>
                                    <p:cond delay="100"/>
                                  </p:stCondLst>
                                  <p:childTnLst>
                                    <p:set>
                                      <p:cBhvr>
                                        <p:cTn id="81" dur="1" fill="hold">
                                          <p:stCondLst>
                                            <p:cond delay="0"/>
                                          </p:stCondLst>
                                        </p:cTn>
                                        <p:tgtEl>
                                          <p:spTgt spid="128"/>
                                        </p:tgtEl>
                                        <p:attrNameLst>
                                          <p:attrName>style.visibility</p:attrName>
                                        </p:attrNameLst>
                                      </p:cBhvr>
                                      <p:to>
                                        <p:strVal val="visible"/>
                                      </p:to>
                                    </p:set>
                                    <p:animEffect transition="in" filter="fade">
                                      <p:cBhvr>
                                        <p:cTn id="82" dur="500"/>
                                        <p:tgtEl>
                                          <p:spTgt spid="128"/>
                                        </p:tgtEl>
                                      </p:cBhvr>
                                    </p:animEffect>
                                  </p:childTnLst>
                                </p:cTn>
                              </p:par>
                              <p:par>
                                <p:cTn id="83" presetID="42" presetClass="path" presetSubtype="0" decel="100000" fill="hold" nodeType="withEffect">
                                  <p:stCondLst>
                                    <p:cond delay="100"/>
                                  </p:stCondLst>
                                  <p:childTnLst>
                                    <p:animMotion origin="layout" path="M -4.58333E-6 1.48148E-6 L -4.58333E-6 -0.05625 " pathEditMode="relative" rAng="0" ptsTypes="AA">
                                      <p:cBhvr>
                                        <p:cTn id="84" dur="700" spd="-100000" fill="hold"/>
                                        <p:tgtEl>
                                          <p:spTgt spid="128"/>
                                        </p:tgtEl>
                                        <p:attrNameLst>
                                          <p:attrName>ppt_x</p:attrName>
                                          <p:attrName>ppt_y</p:attrName>
                                        </p:attrNameLst>
                                      </p:cBhvr>
                                      <p:rCtr x="0" y="-2824"/>
                                    </p:animMotion>
                                  </p:childTnLst>
                                </p:cTn>
                              </p:par>
                              <p:par>
                                <p:cTn id="85" presetID="10" presetClass="entr" presetSubtype="0" fill="hold" nodeType="withEffect">
                                  <p:stCondLst>
                                    <p:cond delay="100"/>
                                  </p:stCondLst>
                                  <p:childTnLst>
                                    <p:set>
                                      <p:cBhvr>
                                        <p:cTn id="86" dur="1" fill="hold">
                                          <p:stCondLst>
                                            <p:cond delay="0"/>
                                          </p:stCondLst>
                                        </p:cTn>
                                        <p:tgtEl>
                                          <p:spTgt spid="63"/>
                                        </p:tgtEl>
                                        <p:attrNameLst>
                                          <p:attrName>style.visibility</p:attrName>
                                        </p:attrNameLst>
                                      </p:cBhvr>
                                      <p:to>
                                        <p:strVal val="visible"/>
                                      </p:to>
                                    </p:set>
                                    <p:animEffect transition="in" filter="fade">
                                      <p:cBhvr>
                                        <p:cTn id="87" dur="500"/>
                                        <p:tgtEl>
                                          <p:spTgt spid="63"/>
                                        </p:tgtEl>
                                      </p:cBhvr>
                                    </p:animEffect>
                                  </p:childTnLst>
                                </p:cTn>
                              </p:par>
                              <p:par>
                                <p:cTn id="88" presetID="42" presetClass="path" presetSubtype="0" decel="100000" fill="hold" nodeType="withEffect">
                                  <p:stCondLst>
                                    <p:cond delay="100"/>
                                  </p:stCondLst>
                                  <p:childTnLst>
                                    <p:animMotion origin="layout" path="M 4.16667E-6 1.48148E-6 L 4.16667E-6 -0.05625 " pathEditMode="relative" rAng="0" ptsTypes="AA">
                                      <p:cBhvr>
                                        <p:cTn id="89" dur="700" spd="-100000" fill="hold"/>
                                        <p:tgtEl>
                                          <p:spTgt spid="63"/>
                                        </p:tgtEl>
                                        <p:attrNameLst>
                                          <p:attrName>ppt_x</p:attrName>
                                          <p:attrName>ppt_y</p:attrName>
                                        </p:attrNameLst>
                                      </p:cBhvr>
                                      <p:rCtr x="0" y="-2824"/>
                                    </p:animMotion>
                                  </p:childTnLst>
                                </p:cTn>
                              </p:par>
                              <p:par>
                                <p:cTn id="90" presetID="10" presetClass="entr" presetSubtype="0" fill="hold" nodeType="withEffect">
                                  <p:stCondLst>
                                    <p:cond delay="100"/>
                                  </p:stCondLst>
                                  <p:childTnLst>
                                    <p:set>
                                      <p:cBhvr>
                                        <p:cTn id="91" dur="1" fill="hold">
                                          <p:stCondLst>
                                            <p:cond delay="0"/>
                                          </p:stCondLst>
                                        </p:cTn>
                                        <p:tgtEl>
                                          <p:spTgt spid="129"/>
                                        </p:tgtEl>
                                        <p:attrNameLst>
                                          <p:attrName>style.visibility</p:attrName>
                                        </p:attrNameLst>
                                      </p:cBhvr>
                                      <p:to>
                                        <p:strVal val="visible"/>
                                      </p:to>
                                    </p:set>
                                    <p:animEffect transition="in" filter="fade">
                                      <p:cBhvr>
                                        <p:cTn id="92" dur="500"/>
                                        <p:tgtEl>
                                          <p:spTgt spid="129"/>
                                        </p:tgtEl>
                                      </p:cBhvr>
                                    </p:animEffect>
                                  </p:childTnLst>
                                </p:cTn>
                              </p:par>
                              <p:par>
                                <p:cTn id="93" presetID="42" presetClass="path" presetSubtype="0" decel="100000" fill="hold" nodeType="withEffect">
                                  <p:stCondLst>
                                    <p:cond delay="100"/>
                                  </p:stCondLst>
                                  <p:childTnLst>
                                    <p:animMotion origin="layout" path="M -4.58333E-6 1.48148E-6 L -4.58333E-6 -0.05625 " pathEditMode="relative" rAng="0" ptsTypes="AA">
                                      <p:cBhvr>
                                        <p:cTn id="94" dur="700" spd="-100000" fill="hold"/>
                                        <p:tgtEl>
                                          <p:spTgt spid="129"/>
                                        </p:tgtEl>
                                        <p:attrNameLst>
                                          <p:attrName>ppt_x</p:attrName>
                                          <p:attrName>ppt_y</p:attrName>
                                        </p:attrNameLst>
                                      </p:cBhvr>
                                      <p:rCtr x="0" y="-2824"/>
                                    </p:animMotion>
                                  </p:childTnLst>
                                </p:cTn>
                              </p:par>
                              <p:par>
                                <p:cTn id="95" presetID="10" presetClass="entr" presetSubtype="0" fill="hold" grpId="0" nodeType="withEffect">
                                  <p:stCondLst>
                                    <p:cond delay="100"/>
                                  </p:stCondLst>
                                  <p:childTnLst>
                                    <p:set>
                                      <p:cBhvr>
                                        <p:cTn id="96" dur="1" fill="hold">
                                          <p:stCondLst>
                                            <p:cond delay="0"/>
                                          </p:stCondLst>
                                        </p:cTn>
                                        <p:tgtEl>
                                          <p:spTgt spid="168"/>
                                        </p:tgtEl>
                                        <p:attrNameLst>
                                          <p:attrName>style.visibility</p:attrName>
                                        </p:attrNameLst>
                                      </p:cBhvr>
                                      <p:to>
                                        <p:strVal val="visible"/>
                                      </p:to>
                                    </p:set>
                                    <p:animEffect transition="in" filter="fade">
                                      <p:cBhvr>
                                        <p:cTn id="97" dur="500"/>
                                        <p:tgtEl>
                                          <p:spTgt spid="168"/>
                                        </p:tgtEl>
                                      </p:cBhvr>
                                    </p:animEffect>
                                  </p:childTnLst>
                                </p:cTn>
                              </p:par>
                              <p:par>
                                <p:cTn id="98" presetID="42" presetClass="path" presetSubtype="0" decel="100000" fill="hold" grpId="1" nodeType="withEffect">
                                  <p:stCondLst>
                                    <p:cond delay="100"/>
                                  </p:stCondLst>
                                  <p:childTnLst>
                                    <p:animMotion origin="layout" path="M 4.79167E-6 -1.48148E-6 L 4.79167E-6 -0.05625 " pathEditMode="relative" rAng="0" ptsTypes="AA">
                                      <p:cBhvr>
                                        <p:cTn id="99" dur="700" spd="-100000" fill="hold"/>
                                        <p:tgtEl>
                                          <p:spTgt spid="168"/>
                                        </p:tgtEl>
                                        <p:attrNameLst>
                                          <p:attrName>ppt_x</p:attrName>
                                          <p:attrName>ppt_y</p:attrName>
                                        </p:attrNameLst>
                                      </p:cBhvr>
                                      <p:rCtr x="0" y="-2824"/>
                                    </p:animMotion>
                                  </p:childTnLst>
                                </p:cTn>
                              </p:par>
                              <p:par>
                                <p:cTn id="100" presetID="10" presetClass="entr" presetSubtype="0" fill="hold" grpId="0" nodeType="withEffect">
                                  <p:stCondLst>
                                    <p:cond delay="100"/>
                                  </p:stCondLst>
                                  <p:childTnLst>
                                    <p:set>
                                      <p:cBhvr>
                                        <p:cTn id="101" dur="1" fill="hold">
                                          <p:stCondLst>
                                            <p:cond delay="0"/>
                                          </p:stCondLst>
                                        </p:cTn>
                                        <p:tgtEl>
                                          <p:spTgt spid="45"/>
                                        </p:tgtEl>
                                        <p:attrNameLst>
                                          <p:attrName>style.visibility</p:attrName>
                                        </p:attrNameLst>
                                      </p:cBhvr>
                                      <p:to>
                                        <p:strVal val="visible"/>
                                      </p:to>
                                    </p:set>
                                    <p:animEffect transition="in" filter="fade">
                                      <p:cBhvr>
                                        <p:cTn id="102" dur="500"/>
                                        <p:tgtEl>
                                          <p:spTgt spid="45"/>
                                        </p:tgtEl>
                                      </p:cBhvr>
                                    </p:animEffect>
                                  </p:childTnLst>
                                </p:cTn>
                              </p:par>
                              <p:par>
                                <p:cTn id="103" presetID="42" presetClass="path" presetSubtype="0" decel="100000" fill="hold" grpId="1" nodeType="withEffect">
                                  <p:stCondLst>
                                    <p:cond delay="100"/>
                                  </p:stCondLst>
                                  <p:childTnLst>
                                    <p:animMotion origin="layout" path="M 4.79167E-6 -2.22222E-6 L 4.79167E-6 -0.05625 " pathEditMode="relative" rAng="0" ptsTypes="AA">
                                      <p:cBhvr>
                                        <p:cTn id="104" dur="700" spd="-100000" fill="hold"/>
                                        <p:tgtEl>
                                          <p:spTgt spid="45"/>
                                        </p:tgtEl>
                                        <p:attrNameLst>
                                          <p:attrName>ppt_x</p:attrName>
                                          <p:attrName>ppt_y</p:attrName>
                                        </p:attrNameLst>
                                      </p:cBhvr>
                                      <p:rCtr x="0" y="-2824"/>
                                    </p:animMotion>
                                  </p:childTnLst>
                                </p:cTn>
                              </p:par>
                              <p:par>
                                <p:cTn id="105" presetID="10" presetClass="entr" presetSubtype="0" fill="hold" grpId="0" nodeType="withEffect">
                                  <p:stCondLst>
                                    <p:cond delay="10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7" dur="500"/>
                                        <p:tgtEl>
                                          <p:spTgt spid="46"/>
                                        </p:tgtEl>
                                      </p:cBhvr>
                                    </p:animEffect>
                                  </p:childTnLst>
                                </p:cTn>
                              </p:par>
                              <p:par>
                                <p:cTn id="108" presetID="42" presetClass="path" presetSubtype="0" decel="100000" fill="hold" grpId="1" nodeType="withEffect">
                                  <p:stCondLst>
                                    <p:cond delay="100"/>
                                  </p:stCondLst>
                                  <p:childTnLst>
                                    <p:animMotion origin="layout" path="M -2.08333E-7 -2.22222E-6 L -2.08333E-7 -0.05625 " pathEditMode="relative" rAng="0" ptsTypes="AA">
                                      <p:cBhvr>
                                        <p:cTn id="109" dur="700" spd="-100000" fill="hold"/>
                                        <p:tgtEl>
                                          <p:spTgt spid="46"/>
                                        </p:tgtEl>
                                        <p:attrNameLst>
                                          <p:attrName>ppt_x</p:attrName>
                                          <p:attrName>ppt_y</p:attrName>
                                        </p:attrNameLst>
                                      </p:cBhvr>
                                      <p:rCtr x="0" y="-2824"/>
                                    </p:animMotion>
                                  </p:childTnLst>
                                </p:cTn>
                              </p:par>
                              <p:par>
                                <p:cTn id="110" presetID="10" presetClass="entr" presetSubtype="0" fill="hold" grpId="0" nodeType="withEffect">
                                  <p:stCondLst>
                                    <p:cond delay="100"/>
                                  </p:stCondLst>
                                  <p:childTnLst>
                                    <p:set>
                                      <p:cBhvr>
                                        <p:cTn id="111" dur="1" fill="hold">
                                          <p:stCondLst>
                                            <p:cond delay="0"/>
                                          </p:stCondLst>
                                        </p:cTn>
                                        <p:tgtEl>
                                          <p:spTgt spid="47"/>
                                        </p:tgtEl>
                                        <p:attrNameLst>
                                          <p:attrName>style.visibility</p:attrName>
                                        </p:attrNameLst>
                                      </p:cBhvr>
                                      <p:to>
                                        <p:strVal val="visible"/>
                                      </p:to>
                                    </p:set>
                                    <p:animEffect transition="in" filter="fade">
                                      <p:cBhvr>
                                        <p:cTn id="112" dur="500"/>
                                        <p:tgtEl>
                                          <p:spTgt spid="47"/>
                                        </p:tgtEl>
                                      </p:cBhvr>
                                    </p:animEffect>
                                  </p:childTnLst>
                                </p:cTn>
                              </p:par>
                              <p:par>
                                <p:cTn id="113" presetID="42" presetClass="path" presetSubtype="0" decel="100000" fill="hold" grpId="1" nodeType="withEffect">
                                  <p:stCondLst>
                                    <p:cond delay="100"/>
                                  </p:stCondLst>
                                  <p:childTnLst>
                                    <p:animMotion origin="layout" path="M 4.79167E-6 -2.22222E-6 L 4.79167E-6 -0.05625 " pathEditMode="relative" rAng="0" ptsTypes="AA">
                                      <p:cBhvr>
                                        <p:cTn id="114" dur="700" spd="-100000" fill="hold"/>
                                        <p:tgtEl>
                                          <p:spTgt spid="47"/>
                                        </p:tgtEl>
                                        <p:attrNameLst>
                                          <p:attrName>ppt_x</p:attrName>
                                          <p:attrName>ppt_y</p:attrName>
                                        </p:attrNameLst>
                                      </p:cBhvr>
                                      <p:rCtr x="0" y="-282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5" grpId="1" animBg="1"/>
      <p:bldP spid="46" grpId="0" animBg="1"/>
      <p:bldP spid="46" grpId="1" animBg="1"/>
      <p:bldP spid="47" grpId="0" animBg="1"/>
      <p:bldP spid="47" grpId="1" animBg="1"/>
      <p:bldP spid="48" grpId="0"/>
      <p:bldP spid="48" grpId="1"/>
      <p:bldP spid="55" grpId="0"/>
      <p:bldP spid="55" grpId="1"/>
      <p:bldP spid="56" grpId="0" animBg="1"/>
      <p:bldP spid="56" grpId="1" animBg="1"/>
      <p:bldP spid="57" grpId="0"/>
      <p:bldP spid="57" grpId="1"/>
      <p:bldP spid="59" grpId="0"/>
      <p:bldP spid="59" grpId="1"/>
      <p:bldP spid="60" grpId="0" animBg="1"/>
      <p:bldP spid="60" grpId="1" animBg="1"/>
      <p:bldP spid="61" grpId="0"/>
      <p:bldP spid="61" grpId="1"/>
      <p:bldP spid="168" grpId="0"/>
      <p:bldP spid="168"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5362E-BC5D-A62C-5CC5-6121B329C1AC}"/>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C65DBB05-2C84-732C-704D-0F08D29EF85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rPr>
              <a:t>Functions </a:t>
            </a:r>
            <a:r>
              <a:rPr lang="ja-JP" altLang="en-US" sz="2000" b="1">
                <a:solidFill>
                  <a:srgbClr val="1F2937"/>
                </a:solidFill>
                <a:latin typeface="Yu Gothic" pitchFamily="34" charset="0"/>
                <a:ea typeface="Yu Gothic" pitchFamily="34" charset="-122"/>
              </a:rPr>
              <a:t>のトリガー</a:t>
            </a:r>
            <a:endParaRPr lang="en-US" altLang="ja-JP" sz="2000" dirty="0"/>
          </a:p>
        </p:txBody>
      </p:sp>
      <p:sp>
        <p:nvSpPr>
          <p:cNvPr id="2" name="正方形/長方形 1">
            <a:extLst>
              <a:ext uri="{FF2B5EF4-FFF2-40B4-BE49-F238E27FC236}">
                <a16:creationId xmlns:a16="http://schemas.microsoft.com/office/drawing/2014/main" id="{A8302536-BF49-8E3E-4310-9BFDCB25459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9</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F862A3D2-2DF4-D29F-20E3-FB4394A1AD2F}"/>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0D3F5C39-D449-33D7-3BE4-C1CE418E86C3}"/>
              </a:ext>
            </a:extLst>
          </p:cNvPr>
          <p:cNvSpPr txBox="1">
            <a:spLocks/>
          </p:cNvSpPr>
          <p:nvPr/>
        </p:nvSpPr>
        <p:spPr>
          <a:xfrm>
            <a:off x="685798" y="1359610"/>
            <a:ext cx="10820402"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defRPr sz="1200" b="0">
                <a:solidFill>
                  <a:srgbClr val="344054"/>
                </a:solidFill>
                <a:latin typeface="Yu Gothic UI"/>
                <a:ea typeface="Yu Gothic UI"/>
                <a:cs typeface="Yu Gothic UI"/>
              </a:defRPr>
            </a:pPr>
            <a:r>
              <a:rPr lang="en-US" altLang="ja-JP" sz="2000" dirty="0">
                <a:solidFill>
                  <a:srgbClr val="344054"/>
                </a:solidFill>
              </a:rPr>
              <a:t>Azure Functions </a:t>
            </a:r>
            <a:r>
              <a:rPr lang="ja-JP" altLang="en-US" sz="2000">
                <a:solidFill>
                  <a:srgbClr val="344054"/>
                </a:solidFill>
              </a:rPr>
              <a:t>は各種イベントを検知するためのトリガーがあらかじめ内蔵されており、簡単にイベント駆動型のアプリケーションを構築することが可能です。</a:t>
            </a:r>
            <a:endParaRPr lang="en-US" altLang="ja-JP" sz="2000" dirty="0">
              <a:solidFill>
                <a:srgbClr val="344054"/>
              </a:solidFill>
            </a:endParaRPr>
          </a:p>
        </p:txBody>
      </p:sp>
      <p:graphicFrame>
        <p:nvGraphicFramePr>
          <p:cNvPr id="5" name="Table 0">
            <a:extLst>
              <a:ext uri="{FF2B5EF4-FFF2-40B4-BE49-F238E27FC236}">
                <a16:creationId xmlns:a16="http://schemas.microsoft.com/office/drawing/2014/main" id="{00B40A86-1D47-9A30-AD3D-7117040EA846}"/>
              </a:ext>
            </a:extLst>
          </p:cNvPr>
          <p:cNvGraphicFramePr>
            <a:graphicFrameLocks noGrp="1"/>
          </p:cNvGraphicFramePr>
          <p:nvPr>
            <p:extLst>
              <p:ext uri="{D42A27DB-BD31-4B8C-83A1-F6EECF244321}">
                <p14:modId xmlns:p14="http://schemas.microsoft.com/office/powerpoint/2010/main" val="1018036776"/>
              </p:ext>
            </p:extLst>
          </p:nvPr>
        </p:nvGraphicFramePr>
        <p:xfrm>
          <a:off x="550163" y="2235416"/>
          <a:ext cx="11091672" cy="3657600"/>
        </p:xfrm>
        <a:graphic>
          <a:graphicData uri="http://schemas.openxmlformats.org/drawingml/2006/table">
            <a:tbl>
              <a:tblPr/>
              <a:tblGrid>
                <a:gridCol w="27432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142232">
                  <a:extLst>
                    <a:ext uri="{9D8B030D-6E8A-4147-A177-3AD203B41FA5}">
                      <a16:colId xmlns:a16="http://schemas.microsoft.com/office/drawing/2014/main" val="20002"/>
                    </a:ext>
                  </a:extLst>
                </a:gridCol>
              </a:tblGrid>
              <a:tr h="457200">
                <a:tc>
                  <a:txBody>
                    <a:bodyPr/>
                    <a:lstStyle/>
                    <a:p>
                      <a:pPr marL="0" indent="0" algn="ctr">
                        <a:buNone/>
                      </a:pPr>
                      <a:r>
                        <a:rPr lang="en-US" sz="1400" b="1" dirty="0">
                          <a:solidFill>
                            <a:srgbClr val="FFFFFF"/>
                          </a:solidFill>
                          <a:latin typeface="Yu Gothic UI" panose="020B0500000000000000" pitchFamily="34" charset="-128"/>
                          <a:ea typeface="Yu Gothic UI" panose="020B0500000000000000" pitchFamily="34" charset="-128"/>
                          <a:cs typeface="Yu Gothic" pitchFamily="34" charset="-120"/>
                        </a:rPr>
                        <a:t>トリガー</a:t>
                      </a:r>
                      <a:endParaRPr lang="en-US" sz="1400" dirty="0">
                        <a:latin typeface="Yu Gothic UI" panose="020B0500000000000000" pitchFamily="34" charset="-128"/>
                        <a:ea typeface="Yu Gothic UI" panose="020B0500000000000000" pitchFamily="34" charset="-128"/>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4472C4"/>
                    </a:solidFill>
                  </a:tcPr>
                </a:tc>
                <a:tc>
                  <a:txBody>
                    <a:bodyPr/>
                    <a:lstStyle/>
                    <a:p>
                      <a:pPr marL="0" indent="0" algn="ctr">
                        <a:buNone/>
                      </a:pPr>
                      <a:r>
                        <a:rPr lang="en-US" sz="1400" b="1" dirty="0">
                          <a:solidFill>
                            <a:srgbClr val="FFFFFF"/>
                          </a:solidFill>
                          <a:latin typeface="Yu Gothic UI" panose="020B0500000000000000" pitchFamily="34" charset="-128"/>
                          <a:ea typeface="Yu Gothic UI" panose="020B0500000000000000" pitchFamily="34" charset="-128"/>
                          <a:cs typeface="Yu Gothic" pitchFamily="34" charset="-120"/>
                        </a:rPr>
                        <a:t>何をきっかけに動くか</a:t>
                      </a:r>
                      <a:endParaRPr lang="en-US" sz="1400" dirty="0">
                        <a:latin typeface="Yu Gothic UI" panose="020B0500000000000000" pitchFamily="34" charset="-128"/>
                        <a:ea typeface="Yu Gothic UI" panose="020B0500000000000000" pitchFamily="34" charset="-128"/>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4472C4"/>
                    </a:solidFill>
                  </a:tcPr>
                </a:tc>
                <a:tc>
                  <a:txBody>
                    <a:bodyPr/>
                    <a:lstStyle/>
                    <a:p>
                      <a:pPr marL="0" indent="0" algn="ctr">
                        <a:buNone/>
                      </a:pPr>
                      <a:r>
                        <a:rPr lang="en-US" sz="1400" b="1" dirty="0">
                          <a:solidFill>
                            <a:srgbClr val="FFFFFF"/>
                          </a:solidFill>
                          <a:latin typeface="Yu Gothic UI" panose="020B0500000000000000" pitchFamily="34" charset="-128"/>
                          <a:ea typeface="Yu Gothic UI" panose="020B0500000000000000" pitchFamily="34" charset="-128"/>
                          <a:cs typeface="Yu Gothic" pitchFamily="34" charset="-120"/>
                        </a:rPr>
                        <a:t>代表的な用途</a:t>
                      </a:r>
                      <a:endParaRPr lang="en-US" sz="1400" dirty="0">
                        <a:latin typeface="Yu Gothic UI" panose="020B0500000000000000" pitchFamily="34" charset="-128"/>
                        <a:ea typeface="Yu Gothic UI" panose="020B0500000000000000" pitchFamily="34" charset="-128"/>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457200">
                <a:tc>
                  <a:txBody>
                    <a:bodyPr/>
                    <a:lstStyle/>
                    <a:p>
                      <a:pPr marL="0" indent="0" algn="l">
                        <a:buNone/>
                      </a:pPr>
                      <a:r>
                        <a:rPr lang="en-US" sz="1400" dirty="0">
                          <a:solidFill>
                            <a:srgbClr val="334155"/>
                          </a:solidFill>
                          <a:latin typeface="Yu Gothic UI" panose="020B0500000000000000" pitchFamily="34" charset="-128"/>
                          <a:ea typeface="Yu Gothic UI" panose="020B0500000000000000" pitchFamily="34" charset="-128"/>
                          <a:cs typeface="Yu Gothic" pitchFamily="34" charset="-120"/>
                        </a:rPr>
                        <a:t>HTTP trigger</a:t>
                      </a:r>
                      <a:endParaRPr lang="en-US" sz="1400" dirty="0">
                        <a:latin typeface="Yu Gothic UI" panose="020B0500000000000000" pitchFamily="34" charset="-128"/>
                        <a:ea typeface="Yu Gothic UI" panose="020B0500000000000000" pitchFamily="34" charset="-128"/>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34155"/>
                          </a:solidFill>
                          <a:latin typeface="Yu Gothic UI" panose="020B0500000000000000" pitchFamily="34" charset="-128"/>
                          <a:ea typeface="Yu Gothic UI" panose="020B0500000000000000" pitchFamily="34" charset="-128"/>
                          <a:cs typeface="Yu Gothic" pitchFamily="34" charset="-120"/>
                        </a:rPr>
                        <a:t>HTTP リクエスト</a:t>
                      </a:r>
                      <a:endParaRPr lang="en-US" sz="1400" dirty="0">
                        <a:latin typeface="Yu Gothic UI" panose="020B0500000000000000" pitchFamily="34" charset="-128"/>
                        <a:ea typeface="Yu Gothic UI" panose="020B0500000000000000" pitchFamily="34" charset="-128"/>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34155"/>
                          </a:solidFill>
                          <a:latin typeface="Yu Gothic UI" panose="020B0500000000000000" pitchFamily="34" charset="-128"/>
                          <a:ea typeface="Yu Gothic UI" panose="020B0500000000000000" pitchFamily="34" charset="-128"/>
                          <a:cs typeface="Yu Gothic" pitchFamily="34" charset="-120"/>
                        </a:rPr>
                        <a:t>SPA から呼び出す API</a:t>
                      </a:r>
                      <a:endParaRPr lang="en-US" sz="1400" dirty="0">
                        <a:latin typeface="Yu Gothic UI" panose="020B0500000000000000" pitchFamily="34" charset="-128"/>
                        <a:ea typeface="Yu Gothic UI" panose="020B0500000000000000" pitchFamily="34" charset="-128"/>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400" dirty="0">
                          <a:solidFill>
                            <a:srgbClr val="334155"/>
                          </a:solidFill>
                          <a:latin typeface="Yu Gothic UI" panose="020B0500000000000000" pitchFamily="34" charset="-128"/>
                          <a:ea typeface="Yu Gothic UI" panose="020B0500000000000000" pitchFamily="34" charset="-128"/>
                          <a:cs typeface="Yu Gothic" pitchFamily="34" charset="-120"/>
                        </a:rPr>
                        <a:t>Timer trigger</a:t>
                      </a:r>
                      <a:endParaRPr lang="en-US" sz="1400" dirty="0">
                        <a:latin typeface="Yu Gothic UI" panose="020B0500000000000000" pitchFamily="34" charset="-128"/>
                        <a:ea typeface="Yu Gothic UI" panose="020B0500000000000000" pitchFamily="34" charset="-128"/>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tc>
                  <a:txBody>
                    <a:bodyPr/>
                    <a:lstStyle/>
                    <a:p>
                      <a:pPr marL="0" indent="0" algn="l">
                        <a:buNone/>
                      </a:pPr>
                      <a:r>
                        <a:rPr lang="en-US" sz="1400" dirty="0">
                          <a:solidFill>
                            <a:srgbClr val="334155"/>
                          </a:solidFill>
                          <a:latin typeface="Yu Gothic UI" panose="020B0500000000000000" pitchFamily="34" charset="-128"/>
                          <a:ea typeface="Yu Gothic UI" panose="020B0500000000000000" pitchFamily="34" charset="-128"/>
                          <a:cs typeface="Yu Gothic" pitchFamily="34" charset="-120"/>
                        </a:rPr>
                        <a:t>時刻・スケジュール</a:t>
                      </a:r>
                      <a:endParaRPr lang="en-US" sz="1400" dirty="0">
                        <a:latin typeface="Yu Gothic UI" panose="020B0500000000000000" pitchFamily="34" charset="-128"/>
                        <a:ea typeface="Yu Gothic UI" panose="020B0500000000000000" pitchFamily="34" charset="-128"/>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tc>
                  <a:txBody>
                    <a:bodyPr/>
                    <a:lstStyle/>
                    <a:p>
                      <a:pPr marL="0" indent="0" algn="l">
                        <a:buNone/>
                      </a:pPr>
                      <a:r>
                        <a:rPr lang="en-US" sz="1400" dirty="0">
                          <a:solidFill>
                            <a:srgbClr val="334155"/>
                          </a:solidFill>
                          <a:latin typeface="Yu Gothic UI" panose="020B0500000000000000" pitchFamily="34" charset="-128"/>
                          <a:ea typeface="Yu Gothic UI" panose="020B0500000000000000" pitchFamily="34" charset="-128"/>
                          <a:cs typeface="Yu Gothic" pitchFamily="34" charset="-120"/>
                        </a:rPr>
                        <a:t>定期実行、集計、クリーンアップ</a:t>
                      </a:r>
                      <a:endParaRPr lang="en-US" sz="1400" dirty="0">
                        <a:latin typeface="Yu Gothic UI" panose="020B0500000000000000" pitchFamily="34" charset="-128"/>
                        <a:ea typeface="Yu Gothic UI" panose="020B0500000000000000" pitchFamily="34" charset="-128"/>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extLst>
                  <a:ext uri="{0D108BD9-81ED-4DB2-BD59-A6C34878D82A}">
                    <a16:rowId xmlns:a16="http://schemas.microsoft.com/office/drawing/2014/main" val="10002"/>
                  </a:ext>
                </a:extLst>
              </a:tr>
              <a:tr h="457200">
                <a:tc>
                  <a:txBody>
                    <a:bodyPr/>
                    <a:lstStyle/>
                    <a:p>
                      <a:pPr marL="0" indent="0" algn="l">
                        <a:buNone/>
                      </a:pPr>
                      <a:r>
                        <a:rPr lang="en-US" sz="1400" dirty="0">
                          <a:solidFill>
                            <a:srgbClr val="334155"/>
                          </a:solidFill>
                          <a:latin typeface="Yu Gothic UI" panose="020B0500000000000000" pitchFamily="34" charset="-128"/>
                          <a:ea typeface="Yu Gothic UI" panose="020B0500000000000000" pitchFamily="34" charset="-128"/>
                          <a:cs typeface="Yu Gothic" pitchFamily="34" charset="-120"/>
                        </a:rPr>
                        <a:t>Blob trigger</a:t>
                      </a:r>
                      <a:endParaRPr lang="en-US" sz="1400" dirty="0">
                        <a:latin typeface="Yu Gothic UI" panose="020B0500000000000000" pitchFamily="34" charset="-128"/>
                        <a:ea typeface="Yu Gothic UI" panose="020B0500000000000000" pitchFamily="34" charset="-128"/>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34155"/>
                          </a:solidFill>
                          <a:latin typeface="Yu Gothic UI" panose="020B0500000000000000" pitchFamily="34" charset="-128"/>
                          <a:ea typeface="Yu Gothic UI" panose="020B0500000000000000" pitchFamily="34" charset="-128"/>
                          <a:cs typeface="Yu Gothic" pitchFamily="34" charset="-120"/>
                        </a:rPr>
                        <a:t>Blob の作成・更新</a:t>
                      </a:r>
                      <a:endParaRPr lang="en-US" sz="1400" dirty="0">
                        <a:latin typeface="Yu Gothic UI" panose="020B0500000000000000" pitchFamily="34" charset="-128"/>
                        <a:ea typeface="Yu Gothic UI" panose="020B0500000000000000" pitchFamily="34" charset="-128"/>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34155"/>
                          </a:solidFill>
                          <a:latin typeface="Yu Gothic UI" panose="020B0500000000000000" pitchFamily="34" charset="-128"/>
                          <a:ea typeface="Yu Gothic UI" panose="020B0500000000000000" pitchFamily="34" charset="-128"/>
                          <a:cs typeface="Yu Gothic" pitchFamily="34" charset="-120"/>
                        </a:rPr>
                        <a:t>ファイルアップロード後の処理</a:t>
                      </a:r>
                      <a:endParaRPr lang="en-US" sz="1400" dirty="0">
                        <a:latin typeface="Yu Gothic UI" panose="020B0500000000000000" pitchFamily="34" charset="-128"/>
                        <a:ea typeface="Yu Gothic UI" panose="020B0500000000000000" pitchFamily="34" charset="-128"/>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400" dirty="0">
                          <a:solidFill>
                            <a:srgbClr val="334155"/>
                          </a:solidFill>
                          <a:latin typeface="Yu Gothic UI" panose="020B0500000000000000" pitchFamily="34" charset="-128"/>
                          <a:ea typeface="Yu Gothic UI" panose="020B0500000000000000" pitchFamily="34" charset="-128"/>
                          <a:cs typeface="Yu Gothic" pitchFamily="34" charset="-120"/>
                        </a:rPr>
                        <a:t>Queue trigger</a:t>
                      </a:r>
                      <a:endParaRPr lang="en-US" sz="1400" dirty="0">
                        <a:latin typeface="Yu Gothic UI" panose="020B0500000000000000" pitchFamily="34" charset="-128"/>
                        <a:ea typeface="Yu Gothic UI" panose="020B0500000000000000" pitchFamily="34" charset="-128"/>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tc>
                  <a:txBody>
                    <a:bodyPr/>
                    <a:lstStyle/>
                    <a:p>
                      <a:pPr marL="0" indent="0" algn="l">
                        <a:buNone/>
                      </a:pPr>
                      <a:r>
                        <a:rPr lang="en-US" sz="1400" dirty="0">
                          <a:solidFill>
                            <a:srgbClr val="334155"/>
                          </a:solidFill>
                          <a:latin typeface="Yu Gothic UI" panose="020B0500000000000000" pitchFamily="34" charset="-128"/>
                          <a:ea typeface="Yu Gothic UI" panose="020B0500000000000000" pitchFamily="34" charset="-128"/>
                          <a:cs typeface="Yu Gothic" pitchFamily="34" charset="-120"/>
                        </a:rPr>
                        <a:t>キューにメッセージが入る</a:t>
                      </a:r>
                      <a:endParaRPr lang="en-US" sz="1400" dirty="0">
                        <a:latin typeface="Yu Gothic UI" panose="020B0500000000000000" pitchFamily="34" charset="-128"/>
                        <a:ea typeface="Yu Gothic UI" panose="020B0500000000000000" pitchFamily="34" charset="-128"/>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tc>
                  <a:txBody>
                    <a:bodyPr/>
                    <a:lstStyle/>
                    <a:p>
                      <a:pPr marL="0" indent="0" algn="l">
                        <a:buNone/>
                      </a:pPr>
                      <a:r>
                        <a:rPr lang="en-US" sz="1400" dirty="0">
                          <a:solidFill>
                            <a:srgbClr val="334155"/>
                          </a:solidFill>
                          <a:latin typeface="Yu Gothic UI" panose="020B0500000000000000" pitchFamily="34" charset="-128"/>
                          <a:ea typeface="Yu Gothic UI" panose="020B0500000000000000" pitchFamily="34" charset="-128"/>
                          <a:cs typeface="Yu Gothic" pitchFamily="34" charset="-120"/>
                        </a:rPr>
                        <a:t>非同期ジョブ、バックグラウンド処理</a:t>
                      </a:r>
                      <a:endParaRPr lang="en-US" sz="1400" dirty="0">
                        <a:latin typeface="Yu Gothic UI" panose="020B0500000000000000" pitchFamily="34" charset="-128"/>
                        <a:ea typeface="Yu Gothic UI" panose="020B0500000000000000" pitchFamily="34" charset="-128"/>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extLst>
                  <a:ext uri="{0D108BD9-81ED-4DB2-BD59-A6C34878D82A}">
                    <a16:rowId xmlns:a16="http://schemas.microsoft.com/office/drawing/2014/main" val="10004"/>
                  </a:ext>
                </a:extLst>
              </a:tr>
              <a:tr h="457200">
                <a:tc>
                  <a:txBody>
                    <a:bodyPr/>
                    <a:lstStyle/>
                    <a:p>
                      <a:pPr marL="0" indent="0" algn="l">
                        <a:buNone/>
                      </a:pPr>
                      <a:r>
                        <a:rPr lang="en-US" sz="1400" dirty="0">
                          <a:solidFill>
                            <a:srgbClr val="334155"/>
                          </a:solidFill>
                          <a:latin typeface="Yu Gothic UI" panose="020B0500000000000000" pitchFamily="34" charset="-128"/>
                          <a:ea typeface="Yu Gothic UI" panose="020B0500000000000000" pitchFamily="34" charset="-128"/>
                          <a:cs typeface="Yu Gothic" pitchFamily="34" charset="-120"/>
                        </a:rPr>
                        <a:t>Event Grid trigger</a:t>
                      </a:r>
                      <a:endParaRPr lang="en-US" sz="1400" dirty="0">
                        <a:latin typeface="Yu Gothic UI" panose="020B0500000000000000" pitchFamily="34" charset="-128"/>
                        <a:ea typeface="Yu Gothic UI" panose="020B0500000000000000" pitchFamily="34" charset="-128"/>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34155"/>
                          </a:solidFill>
                          <a:latin typeface="Yu Gothic UI" panose="020B0500000000000000" pitchFamily="34" charset="-128"/>
                          <a:ea typeface="Yu Gothic UI" panose="020B0500000000000000" pitchFamily="34" charset="-128"/>
                          <a:cs typeface="Yu Gothic" pitchFamily="34" charset="-120"/>
                        </a:rPr>
                        <a:t>Event Grid のイベント</a:t>
                      </a:r>
                      <a:endParaRPr lang="en-US" sz="1400" dirty="0">
                        <a:latin typeface="Yu Gothic UI" panose="020B0500000000000000" pitchFamily="34" charset="-128"/>
                        <a:ea typeface="Yu Gothic UI" panose="020B0500000000000000" pitchFamily="34" charset="-128"/>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34155"/>
                          </a:solidFill>
                          <a:latin typeface="Yu Gothic UI" panose="020B0500000000000000" pitchFamily="34" charset="-128"/>
                          <a:ea typeface="Yu Gothic UI" panose="020B0500000000000000" pitchFamily="34" charset="-128"/>
                          <a:cs typeface="Yu Gothic" pitchFamily="34" charset="-120"/>
                        </a:rPr>
                        <a:t>リソース変更・カスタムイベントへの反応</a:t>
                      </a:r>
                      <a:endParaRPr lang="en-US" sz="1400" dirty="0">
                        <a:latin typeface="Yu Gothic UI" panose="020B0500000000000000" pitchFamily="34" charset="-128"/>
                        <a:ea typeface="Yu Gothic UI" panose="020B0500000000000000" pitchFamily="34" charset="-128"/>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400" dirty="0">
                          <a:solidFill>
                            <a:srgbClr val="334155"/>
                          </a:solidFill>
                          <a:latin typeface="Yu Gothic UI" panose="020B0500000000000000" pitchFamily="34" charset="-128"/>
                          <a:ea typeface="Yu Gothic UI" panose="020B0500000000000000" pitchFamily="34" charset="-128"/>
                          <a:cs typeface="Yu Gothic" pitchFamily="34" charset="-120"/>
                        </a:rPr>
                        <a:t>Event Hubs trigger</a:t>
                      </a:r>
                      <a:endParaRPr lang="en-US" sz="1400" dirty="0">
                        <a:latin typeface="Yu Gothic UI" panose="020B0500000000000000" pitchFamily="34" charset="-128"/>
                        <a:ea typeface="Yu Gothic UI" panose="020B0500000000000000" pitchFamily="34" charset="-128"/>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tc>
                  <a:txBody>
                    <a:bodyPr/>
                    <a:lstStyle/>
                    <a:p>
                      <a:pPr marL="0" indent="0" algn="l">
                        <a:buNone/>
                      </a:pPr>
                      <a:r>
                        <a:rPr lang="en-US" sz="1400" dirty="0">
                          <a:solidFill>
                            <a:srgbClr val="334155"/>
                          </a:solidFill>
                          <a:latin typeface="Yu Gothic UI" panose="020B0500000000000000" pitchFamily="34" charset="-128"/>
                          <a:ea typeface="Yu Gothic UI" panose="020B0500000000000000" pitchFamily="34" charset="-128"/>
                          <a:cs typeface="Yu Gothic" pitchFamily="34" charset="-120"/>
                        </a:rPr>
                        <a:t>イベントストリーム</a:t>
                      </a:r>
                      <a:endParaRPr lang="en-US" sz="1400" dirty="0">
                        <a:latin typeface="Yu Gothic UI" panose="020B0500000000000000" pitchFamily="34" charset="-128"/>
                        <a:ea typeface="Yu Gothic UI" panose="020B0500000000000000" pitchFamily="34" charset="-128"/>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tc>
                  <a:txBody>
                    <a:bodyPr/>
                    <a:lstStyle/>
                    <a:p>
                      <a:pPr marL="0" indent="0" algn="l">
                        <a:buNone/>
                      </a:pPr>
                      <a:r>
                        <a:rPr lang="en-US" sz="1400" dirty="0">
                          <a:solidFill>
                            <a:srgbClr val="334155"/>
                          </a:solidFill>
                          <a:latin typeface="Yu Gothic UI" panose="020B0500000000000000" pitchFamily="34" charset="-128"/>
                          <a:ea typeface="Yu Gothic UI" panose="020B0500000000000000" pitchFamily="34" charset="-128"/>
                          <a:cs typeface="Yu Gothic" pitchFamily="34" charset="-120"/>
                        </a:rPr>
                        <a:t>テレメトリ、ログ、IoT データ処理</a:t>
                      </a:r>
                      <a:endParaRPr lang="en-US" sz="1400" dirty="0">
                        <a:latin typeface="Yu Gothic UI" panose="020B0500000000000000" pitchFamily="34" charset="-128"/>
                        <a:ea typeface="Yu Gothic UI" panose="020B0500000000000000" pitchFamily="34" charset="-128"/>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extLst>
                  <a:ext uri="{0D108BD9-81ED-4DB2-BD59-A6C34878D82A}">
                    <a16:rowId xmlns:a16="http://schemas.microsoft.com/office/drawing/2014/main" val="10006"/>
                  </a:ext>
                </a:extLst>
              </a:tr>
              <a:tr h="457200">
                <a:tc>
                  <a:txBody>
                    <a:bodyPr/>
                    <a:lstStyle/>
                    <a:p>
                      <a:pPr marL="0" indent="0" algn="l">
                        <a:buNone/>
                      </a:pPr>
                      <a:r>
                        <a:rPr lang="en-US" sz="1400" dirty="0">
                          <a:solidFill>
                            <a:srgbClr val="334155"/>
                          </a:solidFill>
                          <a:latin typeface="Yu Gothic UI" panose="020B0500000000000000" pitchFamily="34" charset="-128"/>
                          <a:ea typeface="Yu Gothic UI" panose="020B0500000000000000" pitchFamily="34" charset="-128"/>
                          <a:cs typeface="Yu Gothic" pitchFamily="34" charset="-120"/>
                        </a:rPr>
                        <a:t>Service Bus trigger</a:t>
                      </a:r>
                      <a:endParaRPr lang="en-US" sz="1400" dirty="0">
                        <a:latin typeface="Yu Gothic UI" panose="020B0500000000000000" pitchFamily="34" charset="-128"/>
                        <a:ea typeface="Yu Gothic UI" panose="020B0500000000000000" pitchFamily="34" charset="-128"/>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34155"/>
                          </a:solidFill>
                          <a:latin typeface="Yu Gothic UI" panose="020B0500000000000000" pitchFamily="34" charset="-128"/>
                          <a:ea typeface="Yu Gothic UI" panose="020B0500000000000000" pitchFamily="34" charset="-128"/>
                          <a:cs typeface="Yu Gothic" pitchFamily="34" charset="-120"/>
                        </a:rPr>
                        <a:t>キュー / トピック</a:t>
                      </a:r>
                      <a:endParaRPr lang="en-US" sz="1400" dirty="0">
                        <a:latin typeface="Yu Gothic UI" panose="020B0500000000000000" pitchFamily="34" charset="-128"/>
                        <a:ea typeface="Yu Gothic UI" panose="020B0500000000000000" pitchFamily="34" charset="-128"/>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34155"/>
                          </a:solidFill>
                          <a:latin typeface="Yu Gothic UI" panose="020B0500000000000000" pitchFamily="34" charset="-128"/>
                          <a:ea typeface="Yu Gothic UI" panose="020B0500000000000000" pitchFamily="34" charset="-128"/>
                          <a:cs typeface="Yu Gothic" pitchFamily="34" charset="-120"/>
                        </a:rPr>
                        <a:t>信頼性が必要な業務メッセージ処理</a:t>
                      </a:r>
                      <a:endParaRPr lang="en-US" sz="1400" dirty="0">
                        <a:latin typeface="Yu Gothic UI" panose="020B0500000000000000" pitchFamily="34" charset="-128"/>
                        <a:ea typeface="Yu Gothic UI" panose="020B0500000000000000" pitchFamily="34" charset="-128"/>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597128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D1E9E-BB7E-E112-DB72-D8D50CA752B1}"/>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DAD94D81-DD3A-ACB3-156D-9F8FC2277F1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rPr>
              <a:t>SPA </a:t>
            </a:r>
            <a:r>
              <a:rPr lang="ja-JP" altLang="en-US" sz="2000" b="1">
                <a:solidFill>
                  <a:srgbClr val="1F2937"/>
                </a:solidFill>
                <a:latin typeface="Yu Gothic" pitchFamily="34" charset="0"/>
                <a:ea typeface="Yu Gothic" pitchFamily="34" charset="-122"/>
              </a:rPr>
              <a:t>のデータストア</a:t>
            </a:r>
            <a:endParaRPr lang="en-US" altLang="ja-JP" sz="2000" dirty="0"/>
          </a:p>
        </p:txBody>
      </p:sp>
      <p:sp>
        <p:nvSpPr>
          <p:cNvPr id="2" name="正方形/長方形 1">
            <a:extLst>
              <a:ext uri="{FF2B5EF4-FFF2-40B4-BE49-F238E27FC236}">
                <a16:creationId xmlns:a16="http://schemas.microsoft.com/office/drawing/2014/main" id="{F4B2B8F3-D494-F5D1-4D61-AD1AD062E60F}"/>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9</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539406FE-01BD-C185-2300-7C46D97DC6B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1BB8426F-8B61-75B5-8828-04AC73443D1E}"/>
              </a:ext>
            </a:extLst>
          </p:cNvPr>
          <p:cNvSpPr txBox="1">
            <a:spLocks/>
          </p:cNvSpPr>
          <p:nvPr/>
        </p:nvSpPr>
        <p:spPr>
          <a:xfrm>
            <a:off x="685798" y="1359610"/>
            <a:ext cx="10820402"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defRPr sz="1200" b="0">
                <a:solidFill>
                  <a:srgbClr val="344054"/>
                </a:solidFill>
                <a:latin typeface="Yu Gothic UI"/>
                <a:ea typeface="Yu Gothic UI"/>
                <a:cs typeface="Yu Gothic UI"/>
              </a:defRPr>
            </a:pPr>
            <a:r>
              <a:rPr lang="en-US" altLang="ja-JP" sz="2000" dirty="0">
                <a:solidFill>
                  <a:srgbClr val="344054"/>
                </a:solidFill>
              </a:rPr>
              <a:t>SPA </a:t>
            </a:r>
            <a:r>
              <a:rPr lang="ja-JP" altLang="en-US" sz="2000">
                <a:solidFill>
                  <a:srgbClr val="344054"/>
                </a:solidFill>
              </a:rPr>
              <a:t>の場合でもデータストア</a:t>
            </a:r>
            <a:r>
              <a:rPr lang="en-US" altLang="ja-JP" sz="2000" dirty="0">
                <a:solidFill>
                  <a:srgbClr val="344054"/>
                </a:solidFill>
              </a:rPr>
              <a:t>/</a:t>
            </a:r>
            <a:r>
              <a:rPr lang="ja-JP" altLang="en-US" sz="2000">
                <a:solidFill>
                  <a:srgbClr val="344054"/>
                </a:solidFill>
              </a:rPr>
              <a:t>データベースの選択に関しては、取り扱うデータ、データ構造、要件に応じて</a:t>
            </a:r>
            <a:r>
              <a:rPr lang="en-US" altLang="ja-JP" sz="2000" dirty="0">
                <a:solidFill>
                  <a:srgbClr val="344054"/>
                </a:solidFill>
              </a:rPr>
              <a:t> RDBMS </a:t>
            </a:r>
            <a:r>
              <a:rPr lang="ja-JP" altLang="en-US" sz="2000">
                <a:solidFill>
                  <a:srgbClr val="344054"/>
                </a:solidFill>
              </a:rPr>
              <a:t>か</a:t>
            </a:r>
            <a:r>
              <a:rPr lang="en-US" altLang="ja-JP" sz="2000" dirty="0">
                <a:solidFill>
                  <a:srgbClr val="344054"/>
                </a:solidFill>
              </a:rPr>
              <a:t> NoSQL </a:t>
            </a:r>
            <a:r>
              <a:rPr lang="ja-JP" altLang="en-US" sz="2000">
                <a:solidFill>
                  <a:srgbClr val="344054"/>
                </a:solidFill>
              </a:rPr>
              <a:t>のどちらを利用するか選択する必要があります。</a:t>
            </a:r>
            <a:endParaRPr lang="en-US" altLang="ja-JP" sz="2000" dirty="0">
              <a:solidFill>
                <a:srgbClr val="344054"/>
              </a:solidFill>
            </a:endParaRPr>
          </a:p>
        </p:txBody>
      </p:sp>
      <p:sp>
        <p:nvSpPr>
          <p:cNvPr id="51" name="Shape 4">
            <a:extLst>
              <a:ext uri="{FF2B5EF4-FFF2-40B4-BE49-F238E27FC236}">
                <a16:creationId xmlns:a16="http://schemas.microsoft.com/office/drawing/2014/main" id="{817846C3-F7A8-5462-4986-E67194AD6FCC}"/>
              </a:ext>
            </a:extLst>
          </p:cNvPr>
          <p:cNvSpPr/>
          <p:nvPr/>
        </p:nvSpPr>
        <p:spPr>
          <a:xfrm>
            <a:off x="822960" y="2468880"/>
            <a:ext cx="5029200" cy="3108960"/>
          </a:xfrm>
          <a:prstGeom prst="roundRect">
            <a:avLst>
              <a:gd name="adj" fmla="val 1765"/>
            </a:avLst>
          </a:prstGeom>
          <a:solidFill>
            <a:srgbClr val="FDEEE2"/>
          </a:solidFill>
          <a:ln w="15875">
            <a:solidFill>
              <a:srgbClr val="ED7D31"/>
            </a:solidFill>
            <a:prstDash val="solid"/>
          </a:ln>
        </p:spPr>
        <p:txBody>
          <a:bodyPr/>
          <a:lstStyle/>
          <a:p>
            <a:endParaRPr lang="ja-JP" altLang="en-US"/>
          </a:p>
        </p:txBody>
      </p:sp>
      <p:sp>
        <p:nvSpPr>
          <p:cNvPr id="54" name="Text 5">
            <a:extLst>
              <a:ext uri="{FF2B5EF4-FFF2-40B4-BE49-F238E27FC236}">
                <a16:creationId xmlns:a16="http://schemas.microsoft.com/office/drawing/2014/main" id="{83C24D1D-5C2B-2BA2-F799-DCE57B575503}"/>
              </a:ext>
            </a:extLst>
          </p:cNvPr>
          <p:cNvSpPr/>
          <p:nvPr/>
        </p:nvSpPr>
        <p:spPr>
          <a:xfrm>
            <a:off x="822960" y="2560320"/>
            <a:ext cx="5029200" cy="457200"/>
          </a:xfrm>
          <a:prstGeom prst="rect">
            <a:avLst/>
          </a:prstGeom>
          <a:noFill/>
          <a:ln/>
        </p:spPr>
        <p:txBody>
          <a:bodyPr wrap="square" rtlCol="0" anchor="ctr"/>
          <a:lstStyle/>
          <a:p>
            <a:pPr marL="0" indent="0" algn="ctr">
              <a:buNone/>
            </a:pPr>
            <a:r>
              <a:rPr lang="en-US" sz="1350" b="1" dirty="0">
                <a:solidFill>
                  <a:srgbClr val="ED7D31"/>
                </a:solidFill>
                <a:latin typeface="Yu Gothic" pitchFamily="34" charset="0"/>
                <a:ea typeface="Yu Gothic" pitchFamily="34" charset="-122"/>
                <a:cs typeface="Yu Gothic" pitchFamily="34" charset="-120"/>
              </a:rPr>
              <a:t>NoSQL（例：Cosmos DB）</a:t>
            </a:r>
            <a:endParaRPr lang="en-US" sz="1350" dirty="0"/>
          </a:p>
        </p:txBody>
      </p:sp>
      <p:sp>
        <p:nvSpPr>
          <p:cNvPr id="55" name="Text 6">
            <a:extLst>
              <a:ext uri="{FF2B5EF4-FFF2-40B4-BE49-F238E27FC236}">
                <a16:creationId xmlns:a16="http://schemas.microsoft.com/office/drawing/2014/main" id="{6DCDBD6D-485A-DB93-0529-ECE53B7F8F0E}"/>
              </a:ext>
            </a:extLst>
          </p:cNvPr>
          <p:cNvSpPr/>
          <p:nvPr/>
        </p:nvSpPr>
        <p:spPr>
          <a:xfrm>
            <a:off x="1143000" y="3154680"/>
            <a:ext cx="4480560" cy="457200"/>
          </a:xfrm>
          <a:prstGeom prst="rect">
            <a:avLst/>
          </a:prstGeom>
          <a:noFill/>
          <a:ln/>
        </p:spPr>
        <p:txBody>
          <a:bodyPr wrap="square" rtlCol="0" anchor="ctr"/>
          <a:lstStyle/>
          <a:p>
            <a:pPr marL="152400" indent="-152400">
              <a:buSzPct val="100000"/>
              <a:buChar char="•"/>
            </a:pPr>
            <a:r>
              <a:rPr lang="en-US" sz="1200" dirty="0">
                <a:solidFill>
                  <a:srgbClr val="334155"/>
                </a:solidFill>
                <a:latin typeface="Yu Gothic" pitchFamily="34" charset="0"/>
                <a:ea typeface="Yu Gothic" pitchFamily="34" charset="-122"/>
                <a:cs typeface="Yu Gothic" pitchFamily="34" charset="-120"/>
              </a:rPr>
              <a:t>柔軟・可変なスキーマ</a:t>
            </a:r>
            <a:endParaRPr lang="en-US" sz="1200" dirty="0"/>
          </a:p>
        </p:txBody>
      </p:sp>
      <p:sp>
        <p:nvSpPr>
          <p:cNvPr id="56" name="Text 7">
            <a:extLst>
              <a:ext uri="{FF2B5EF4-FFF2-40B4-BE49-F238E27FC236}">
                <a16:creationId xmlns:a16="http://schemas.microsoft.com/office/drawing/2014/main" id="{56120E88-09B3-73B4-7A57-543717385A90}"/>
              </a:ext>
            </a:extLst>
          </p:cNvPr>
          <p:cNvSpPr/>
          <p:nvPr/>
        </p:nvSpPr>
        <p:spPr>
          <a:xfrm>
            <a:off x="1143000" y="3703320"/>
            <a:ext cx="4480560" cy="457200"/>
          </a:xfrm>
          <a:prstGeom prst="rect">
            <a:avLst/>
          </a:prstGeom>
          <a:noFill/>
          <a:ln/>
        </p:spPr>
        <p:txBody>
          <a:bodyPr wrap="square" rtlCol="0" anchor="ctr"/>
          <a:lstStyle/>
          <a:p>
            <a:pPr marL="152400" indent="-152400">
              <a:buSzPct val="100000"/>
              <a:buChar char="•"/>
            </a:pPr>
            <a:r>
              <a:rPr lang="en-US" sz="1200" dirty="0">
                <a:solidFill>
                  <a:srgbClr val="334155"/>
                </a:solidFill>
                <a:latin typeface="Yu Gothic" pitchFamily="34" charset="0"/>
                <a:ea typeface="Yu Gothic" pitchFamily="34" charset="-122"/>
                <a:cs typeface="Yu Gothic" pitchFamily="34" charset="-120"/>
              </a:rPr>
              <a:t>ドキュメント / キー値など</a:t>
            </a:r>
            <a:endParaRPr lang="en-US" sz="1200" dirty="0"/>
          </a:p>
        </p:txBody>
      </p:sp>
      <p:sp>
        <p:nvSpPr>
          <p:cNvPr id="57" name="Text 8">
            <a:extLst>
              <a:ext uri="{FF2B5EF4-FFF2-40B4-BE49-F238E27FC236}">
                <a16:creationId xmlns:a16="http://schemas.microsoft.com/office/drawing/2014/main" id="{0C2432E9-73E4-CE05-F5C9-08BD7BA593C7}"/>
              </a:ext>
            </a:extLst>
          </p:cNvPr>
          <p:cNvSpPr/>
          <p:nvPr/>
        </p:nvSpPr>
        <p:spPr>
          <a:xfrm>
            <a:off x="1143000" y="4251960"/>
            <a:ext cx="4480560" cy="457200"/>
          </a:xfrm>
          <a:prstGeom prst="rect">
            <a:avLst/>
          </a:prstGeom>
          <a:noFill/>
          <a:ln/>
        </p:spPr>
        <p:txBody>
          <a:bodyPr wrap="square" rtlCol="0" anchor="ctr"/>
          <a:lstStyle/>
          <a:p>
            <a:pPr marL="152400" indent="-152400">
              <a:buSzPct val="100000"/>
              <a:buChar char="•"/>
            </a:pPr>
            <a:r>
              <a:rPr lang="en-US" sz="1200" dirty="0">
                <a:solidFill>
                  <a:srgbClr val="334155"/>
                </a:solidFill>
                <a:latin typeface="Yu Gothic" pitchFamily="34" charset="0"/>
                <a:ea typeface="Yu Gothic" pitchFamily="34" charset="-122"/>
                <a:cs typeface="Yu Gothic" pitchFamily="34" charset="-120"/>
              </a:rPr>
              <a:t>グローバル分散・低遅延</a:t>
            </a:r>
            <a:endParaRPr lang="en-US" sz="1200" dirty="0"/>
          </a:p>
        </p:txBody>
      </p:sp>
      <p:sp>
        <p:nvSpPr>
          <p:cNvPr id="58" name="Text 9">
            <a:extLst>
              <a:ext uri="{FF2B5EF4-FFF2-40B4-BE49-F238E27FC236}">
                <a16:creationId xmlns:a16="http://schemas.microsoft.com/office/drawing/2014/main" id="{1668135A-F179-D6C5-3A86-1E509C0454FB}"/>
              </a:ext>
            </a:extLst>
          </p:cNvPr>
          <p:cNvSpPr/>
          <p:nvPr/>
        </p:nvSpPr>
        <p:spPr>
          <a:xfrm>
            <a:off x="1143000" y="4800600"/>
            <a:ext cx="4480560" cy="457200"/>
          </a:xfrm>
          <a:prstGeom prst="rect">
            <a:avLst/>
          </a:prstGeom>
          <a:noFill/>
          <a:ln/>
        </p:spPr>
        <p:txBody>
          <a:bodyPr wrap="square" rtlCol="0" anchor="ctr"/>
          <a:lstStyle/>
          <a:p>
            <a:pPr marL="152400" indent="-152400">
              <a:buSzPct val="100000"/>
              <a:buChar char="•"/>
            </a:pPr>
            <a:r>
              <a:rPr lang="en-US" sz="1200" dirty="0">
                <a:solidFill>
                  <a:srgbClr val="334155"/>
                </a:solidFill>
                <a:latin typeface="Yu Gothic" pitchFamily="34" charset="0"/>
                <a:ea typeface="Yu Gothic" pitchFamily="34" charset="-122"/>
                <a:cs typeface="Yu Gothic" pitchFamily="34" charset="-120"/>
              </a:rPr>
              <a:t>プロファイル、カタログ、IoT</a:t>
            </a:r>
            <a:endParaRPr lang="en-US" sz="1200" dirty="0"/>
          </a:p>
        </p:txBody>
      </p:sp>
      <p:sp>
        <p:nvSpPr>
          <p:cNvPr id="59" name="Shape 10">
            <a:extLst>
              <a:ext uri="{FF2B5EF4-FFF2-40B4-BE49-F238E27FC236}">
                <a16:creationId xmlns:a16="http://schemas.microsoft.com/office/drawing/2014/main" id="{7BDB6F69-E220-7CF3-1865-CBE48B452AF3}"/>
              </a:ext>
            </a:extLst>
          </p:cNvPr>
          <p:cNvSpPr/>
          <p:nvPr/>
        </p:nvSpPr>
        <p:spPr>
          <a:xfrm>
            <a:off x="6172200" y="2468880"/>
            <a:ext cx="5029200" cy="3108960"/>
          </a:xfrm>
          <a:prstGeom prst="roundRect">
            <a:avLst>
              <a:gd name="adj" fmla="val 1765"/>
            </a:avLst>
          </a:prstGeom>
          <a:solidFill>
            <a:srgbClr val="EAF1FB"/>
          </a:solidFill>
          <a:ln w="15875">
            <a:solidFill>
              <a:srgbClr val="4472C4"/>
            </a:solidFill>
            <a:prstDash val="solid"/>
          </a:ln>
        </p:spPr>
        <p:txBody>
          <a:bodyPr/>
          <a:lstStyle/>
          <a:p>
            <a:endParaRPr lang="ja-JP" altLang="en-US"/>
          </a:p>
        </p:txBody>
      </p:sp>
      <p:sp>
        <p:nvSpPr>
          <p:cNvPr id="60" name="Text 11">
            <a:extLst>
              <a:ext uri="{FF2B5EF4-FFF2-40B4-BE49-F238E27FC236}">
                <a16:creationId xmlns:a16="http://schemas.microsoft.com/office/drawing/2014/main" id="{01F26EB8-707C-B869-9C71-974A994112A5}"/>
              </a:ext>
            </a:extLst>
          </p:cNvPr>
          <p:cNvSpPr/>
          <p:nvPr/>
        </p:nvSpPr>
        <p:spPr>
          <a:xfrm>
            <a:off x="6172200" y="2560320"/>
            <a:ext cx="5029200" cy="457200"/>
          </a:xfrm>
          <a:prstGeom prst="rect">
            <a:avLst/>
          </a:prstGeom>
          <a:noFill/>
          <a:ln/>
        </p:spPr>
        <p:txBody>
          <a:bodyPr wrap="square" rtlCol="0" anchor="ctr"/>
          <a:lstStyle/>
          <a:p>
            <a:pPr marL="0" indent="0" algn="ctr">
              <a:buNone/>
            </a:pPr>
            <a:r>
              <a:rPr lang="en-US" sz="1350" b="1" dirty="0">
                <a:solidFill>
                  <a:srgbClr val="4472C4"/>
                </a:solidFill>
                <a:latin typeface="Yu Gothic" pitchFamily="34" charset="0"/>
                <a:ea typeface="Yu Gothic" pitchFamily="34" charset="-122"/>
                <a:cs typeface="Yu Gothic" pitchFamily="34" charset="-120"/>
              </a:rPr>
              <a:t>RDBMS（例：Azure SQL Database）</a:t>
            </a:r>
            <a:endParaRPr lang="en-US" sz="1350" dirty="0"/>
          </a:p>
        </p:txBody>
      </p:sp>
      <p:sp>
        <p:nvSpPr>
          <p:cNvPr id="61" name="Text 12">
            <a:extLst>
              <a:ext uri="{FF2B5EF4-FFF2-40B4-BE49-F238E27FC236}">
                <a16:creationId xmlns:a16="http://schemas.microsoft.com/office/drawing/2014/main" id="{82EB65CF-2B0D-AE4D-317A-8A2BB58EACDC}"/>
              </a:ext>
            </a:extLst>
          </p:cNvPr>
          <p:cNvSpPr/>
          <p:nvPr/>
        </p:nvSpPr>
        <p:spPr>
          <a:xfrm>
            <a:off x="6492240" y="3154680"/>
            <a:ext cx="4480560" cy="457200"/>
          </a:xfrm>
          <a:prstGeom prst="rect">
            <a:avLst/>
          </a:prstGeom>
          <a:noFill/>
          <a:ln/>
        </p:spPr>
        <p:txBody>
          <a:bodyPr wrap="square" rtlCol="0" anchor="ctr"/>
          <a:lstStyle/>
          <a:p>
            <a:pPr marL="152400" indent="-152400">
              <a:buSzPct val="100000"/>
              <a:buChar char="•"/>
            </a:pPr>
            <a:r>
              <a:rPr lang="en-US" sz="1200" dirty="0">
                <a:solidFill>
                  <a:srgbClr val="334155"/>
                </a:solidFill>
                <a:latin typeface="Yu Gothic" pitchFamily="34" charset="0"/>
                <a:ea typeface="Yu Gothic" pitchFamily="34" charset="-122"/>
                <a:cs typeface="Yu Gothic" pitchFamily="34" charset="-120"/>
              </a:rPr>
              <a:t>明確なスキーマとリレーション</a:t>
            </a:r>
            <a:endParaRPr lang="en-US" sz="1200" dirty="0"/>
          </a:p>
        </p:txBody>
      </p:sp>
      <p:sp>
        <p:nvSpPr>
          <p:cNvPr id="62" name="Text 13">
            <a:extLst>
              <a:ext uri="{FF2B5EF4-FFF2-40B4-BE49-F238E27FC236}">
                <a16:creationId xmlns:a16="http://schemas.microsoft.com/office/drawing/2014/main" id="{0AA234E6-D3F1-92B7-B910-5B0315666EF2}"/>
              </a:ext>
            </a:extLst>
          </p:cNvPr>
          <p:cNvSpPr/>
          <p:nvPr/>
        </p:nvSpPr>
        <p:spPr>
          <a:xfrm>
            <a:off x="6492240" y="3703320"/>
            <a:ext cx="4480560" cy="457200"/>
          </a:xfrm>
          <a:prstGeom prst="rect">
            <a:avLst/>
          </a:prstGeom>
          <a:noFill/>
          <a:ln/>
        </p:spPr>
        <p:txBody>
          <a:bodyPr wrap="square" rtlCol="0" anchor="ctr"/>
          <a:lstStyle/>
          <a:p>
            <a:pPr marL="152400" indent="-152400">
              <a:buSzPct val="100000"/>
              <a:buChar char="•"/>
            </a:pPr>
            <a:r>
              <a:rPr lang="en-US" sz="1200" dirty="0">
                <a:solidFill>
                  <a:srgbClr val="334155"/>
                </a:solidFill>
                <a:latin typeface="Yu Gothic" pitchFamily="34" charset="0"/>
                <a:ea typeface="Yu Gothic" pitchFamily="34" charset="-122"/>
                <a:cs typeface="Yu Gothic" pitchFamily="34" charset="-120"/>
              </a:rPr>
              <a:t>SQL・トランザクション</a:t>
            </a:r>
            <a:endParaRPr lang="en-US" sz="1200" dirty="0"/>
          </a:p>
        </p:txBody>
      </p:sp>
      <p:sp>
        <p:nvSpPr>
          <p:cNvPr id="63" name="Text 14">
            <a:extLst>
              <a:ext uri="{FF2B5EF4-FFF2-40B4-BE49-F238E27FC236}">
                <a16:creationId xmlns:a16="http://schemas.microsoft.com/office/drawing/2014/main" id="{E320C43C-DD37-81C9-AD4A-ED607D085832}"/>
              </a:ext>
            </a:extLst>
          </p:cNvPr>
          <p:cNvSpPr/>
          <p:nvPr/>
        </p:nvSpPr>
        <p:spPr>
          <a:xfrm>
            <a:off x="6492240" y="4251960"/>
            <a:ext cx="4480560" cy="457200"/>
          </a:xfrm>
          <a:prstGeom prst="rect">
            <a:avLst/>
          </a:prstGeom>
          <a:noFill/>
          <a:ln/>
        </p:spPr>
        <p:txBody>
          <a:bodyPr wrap="square" rtlCol="0" anchor="ctr"/>
          <a:lstStyle/>
          <a:p>
            <a:pPr marL="152400" indent="-152400">
              <a:buSzPct val="100000"/>
              <a:buChar char="•"/>
            </a:pPr>
            <a:r>
              <a:rPr lang="en-US" sz="1200" dirty="0">
                <a:solidFill>
                  <a:srgbClr val="334155"/>
                </a:solidFill>
                <a:latin typeface="Yu Gothic" pitchFamily="34" charset="0"/>
                <a:ea typeface="Yu Gothic" pitchFamily="34" charset="-122"/>
                <a:cs typeface="Yu Gothic" pitchFamily="34" charset="-120"/>
              </a:rPr>
              <a:t>集計・整合性が重要な業務データ</a:t>
            </a:r>
            <a:endParaRPr lang="en-US" sz="1200" dirty="0"/>
          </a:p>
        </p:txBody>
      </p:sp>
      <p:sp>
        <p:nvSpPr>
          <p:cNvPr id="64" name="Text 15">
            <a:extLst>
              <a:ext uri="{FF2B5EF4-FFF2-40B4-BE49-F238E27FC236}">
                <a16:creationId xmlns:a16="http://schemas.microsoft.com/office/drawing/2014/main" id="{D23A7D00-4EAD-8E1F-21ED-E49ED6A08DB2}"/>
              </a:ext>
            </a:extLst>
          </p:cNvPr>
          <p:cNvSpPr/>
          <p:nvPr/>
        </p:nvSpPr>
        <p:spPr>
          <a:xfrm>
            <a:off x="6492240" y="4800600"/>
            <a:ext cx="4480560" cy="457200"/>
          </a:xfrm>
          <a:prstGeom prst="rect">
            <a:avLst/>
          </a:prstGeom>
          <a:noFill/>
          <a:ln/>
        </p:spPr>
        <p:txBody>
          <a:bodyPr wrap="square" rtlCol="0" anchor="ctr"/>
          <a:lstStyle/>
          <a:p>
            <a:pPr marL="152400" indent="-152400">
              <a:buSzPct val="100000"/>
              <a:buChar char="•"/>
            </a:pPr>
            <a:r>
              <a:rPr lang="en-US" sz="1200" dirty="0">
                <a:solidFill>
                  <a:srgbClr val="334155"/>
                </a:solidFill>
                <a:latin typeface="Yu Gothic" pitchFamily="34" charset="0"/>
                <a:ea typeface="Yu Gothic" pitchFamily="34" charset="-122"/>
                <a:cs typeface="Yu Gothic" pitchFamily="34" charset="-120"/>
              </a:rPr>
              <a:t>既存 SQL スキルを活かせる</a:t>
            </a:r>
            <a:endParaRPr lang="en-US" sz="1200" dirty="0"/>
          </a:p>
        </p:txBody>
      </p:sp>
    </p:spTree>
    <p:extLst>
      <p:ext uri="{BB962C8B-B14F-4D97-AF65-F5344CB8AC3E}">
        <p14:creationId xmlns:p14="http://schemas.microsoft.com/office/powerpoint/2010/main" val="1805130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A50C1-FC71-ABCB-FFDB-47BAEAEF27A1}"/>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74D5016-C6F0-EA27-50B2-12170338F22F}"/>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rPr>
              <a:t>Cosmos DB</a:t>
            </a:r>
            <a:endParaRPr lang="en-US" altLang="ja-JP" sz="2000" dirty="0"/>
          </a:p>
        </p:txBody>
      </p:sp>
      <p:sp>
        <p:nvSpPr>
          <p:cNvPr id="2" name="正方形/長方形 1">
            <a:extLst>
              <a:ext uri="{FF2B5EF4-FFF2-40B4-BE49-F238E27FC236}">
                <a16:creationId xmlns:a16="http://schemas.microsoft.com/office/drawing/2014/main" id="{6A29B6FE-28CE-FC83-381D-64F31AC0A78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9</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4C7F325E-90C2-F6FD-599F-484FF028947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27A07F96-C242-893D-8EE6-18AF33D35101}"/>
              </a:ext>
            </a:extLst>
          </p:cNvPr>
          <p:cNvSpPr txBox="1">
            <a:spLocks/>
          </p:cNvSpPr>
          <p:nvPr/>
        </p:nvSpPr>
        <p:spPr>
          <a:xfrm>
            <a:off x="685798" y="1359610"/>
            <a:ext cx="10820402"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defRPr sz="1200" b="0">
                <a:solidFill>
                  <a:srgbClr val="344054"/>
                </a:solidFill>
                <a:latin typeface="Yu Gothic UI"/>
                <a:ea typeface="Yu Gothic UI"/>
                <a:cs typeface="Yu Gothic UI"/>
              </a:defRPr>
            </a:pPr>
            <a:r>
              <a:rPr lang="en-US" altLang="ja-JP" sz="2000" dirty="0">
                <a:solidFill>
                  <a:srgbClr val="344054"/>
                </a:solidFill>
              </a:rPr>
              <a:t>Cosmos DB </a:t>
            </a:r>
            <a:r>
              <a:rPr lang="ja-JP" altLang="en-US" sz="2000">
                <a:solidFill>
                  <a:srgbClr val="344054"/>
                </a:solidFill>
              </a:rPr>
              <a:t>は</a:t>
            </a:r>
            <a:r>
              <a:rPr lang="en-US" altLang="ja-JP" sz="2000" dirty="0">
                <a:solidFill>
                  <a:srgbClr val="344054"/>
                </a:solidFill>
              </a:rPr>
              <a:t> Azure </a:t>
            </a:r>
            <a:r>
              <a:rPr lang="ja-JP" altLang="en-US" sz="2000">
                <a:solidFill>
                  <a:srgbClr val="344054"/>
                </a:solidFill>
              </a:rPr>
              <a:t>の代表的な</a:t>
            </a:r>
            <a:r>
              <a:rPr lang="en-US" altLang="ja-JP" sz="2000" dirty="0">
                <a:solidFill>
                  <a:srgbClr val="344054"/>
                </a:solidFill>
              </a:rPr>
              <a:t> No SQL DB </a:t>
            </a:r>
            <a:r>
              <a:rPr lang="ja-JP" altLang="en-US" sz="2000">
                <a:solidFill>
                  <a:srgbClr val="344054"/>
                </a:solidFill>
              </a:rPr>
              <a:t>サービスです。一定の要件のもとでのレスポンスタイムの</a:t>
            </a:r>
            <a:r>
              <a:rPr lang="en-US" altLang="ja-JP" sz="2000" dirty="0">
                <a:solidFill>
                  <a:srgbClr val="344054"/>
                </a:solidFill>
              </a:rPr>
              <a:t> SLA </a:t>
            </a:r>
            <a:r>
              <a:rPr lang="ja-JP" altLang="en-US" sz="2000">
                <a:solidFill>
                  <a:srgbClr val="344054"/>
                </a:solidFill>
              </a:rPr>
              <a:t>やグローバル分散に対応したスケーラビリティを特徴としています。</a:t>
            </a:r>
            <a:endParaRPr lang="en-US" altLang="ja-JP" sz="2000" dirty="0">
              <a:solidFill>
                <a:srgbClr val="344054"/>
              </a:solidFill>
            </a:endParaRPr>
          </a:p>
        </p:txBody>
      </p:sp>
      <p:sp>
        <p:nvSpPr>
          <p:cNvPr id="71" name="Content Placeholder 4">
            <a:extLst>
              <a:ext uri="{FF2B5EF4-FFF2-40B4-BE49-F238E27FC236}">
                <a16:creationId xmlns:a16="http://schemas.microsoft.com/office/drawing/2014/main" id="{22F3E974-6C26-6462-BCC6-81794E81D99F}"/>
              </a:ext>
            </a:extLst>
          </p:cNvPr>
          <p:cNvSpPr txBox="1">
            <a:spLocks/>
          </p:cNvSpPr>
          <p:nvPr/>
        </p:nvSpPr>
        <p:spPr>
          <a:xfrm>
            <a:off x="3651096" y="2205356"/>
            <a:ext cx="7747678" cy="443198"/>
          </a:xfrm>
          <a:prstGeom prst="rect">
            <a:avLst/>
          </a:prstGeom>
        </p:spPr>
        <p:txBody>
          <a:bodyPr vert="horz" lIns="91440" tIns="45720" rIns="91440" bIns="45720" anchor="ctr">
            <a:noAutofit/>
          </a:bodyPr>
          <a:lstStyle>
            <a:defPPr>
              <a:defRPr lang="en-US"/>
            </a:defPPr>
            <a:lvl1pPr marL="0" indent="0" algn="r" defTabSz="914400">
              <a:buNone/>
              <a:defRPr sz="1200" kern="1200">
                <a:solidFill>
                  <a:schemeClr val="tx1">
                    <a:tint val="75000"/>
                  </a:schemeClr>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a:lstStyle>
          <a:p>
            <a:pPr algn="l">
              <a:spcAft>
                <a:spcPts val="600"/>
              </a:spcAft>
              <a:defRPr/>
            </a:pPr>
            <a:r>
              <a:rPr lang="en-US" altLang="ja-JP" sz="1600" b="1" kern="100" dirty="0">
                <a:ln w="3175">
                  <a:noFill/>
                </a:ln>
                <a:solidFill>
                  <a:prstClr val="black"/>
                </a:solidFill>
                <a:latin typeface="Segoe UI" panose="020B0502040204020203" pitchFamily="34" charset="0"/>
                <a:ea typeface="Segoe UI" panose="020B0500000000000000" pitchFamily="50" charset="-128"/>
                <a:cs typeface="Segoe UI" pitchFamily="34" charset="0"/>
              </a:rPr>
              <a:t>SLA </a:t>
            </a:r>
            <a:r>
              <a:rPr lang="ja-JP" altLang="en-US" sz="1600" b="1" kern="100">
                <a:ln w="3175">
                  <a:noFill/>
                </a:ln>
                <a:solidFill>
                  <a:prstClr val="black"/>
                </a:solidFill>
                <a:latin typeface="Segoe UI" panose="020B0502040204020203" pitchFamily="34" charset="0"/>
                <a:ea typeface="Segoe UI" panose="020B0500000000000000" pitchFamily="50" charset="-128"/>
                <a:cs typeface="Segoe UI" pitchFamily="34" charset="0"/>
              </a:rPr>
              <a:t>により保証されるスピードと可用性、自動的な即時のスケーラビリティ、</a:t>
            </a:r>
            <a:br>
              <a:rPr lang="en-US" altLang="ja-JP" sz="1600" b="1" kern="100" dirty="0">
                <a:ln w="3175">
                  <a:noFill/>
                </a:ln>
                <a:solidFill>
                  <a:prstClr val="black"/>
                </a:solidFill>
                <a:latin typeface="Segoe UI" panose="020B0502040204020203" pitchFamily="34" charset="0"/>
                <a:ea typeface="Segoe UI" panose="020B0500000000000000" pitchFamily="50" charset="-128"/>
                <a:cs typeface="Segoe UI" pitchFamily="34" charset="0"/>
              </a:rPr>
            </a:br>
            <a:r>
              <a:rPr lang="ja-JP" altLang="en-US" sz="1600" b="1" kern="100">
                <a:ln w="3175">
                  <a:noFill/>
                </a:ln>
                <a:solidFill>
                  <a:prstClr val="black"/>
                </a:solidFill>
                <a:latin typeface="Segoe UI" panose="020B0502040204020203" pitchFamily="34" charset="0"/>
                <a:ea typeface="Segoe UI" panose="020B0500000000000000" pitchFamily="50" charset="-128"/>
                <a:cs typeface="Segoe UI" pitchFamily="34" charset="0"/>
              </a:rPr>
              <a:t>オープンソース </a:t>
            </a:r>
            <a:r>
              <a:rPr lang="en-US" altLang="ja-JP" sz="1600" b="1" kern="100" dirty="0">
                <a:ln w="3175">
                  <a:noFill/>
                </a:ln>
                <a:solidFill>
                  <a:prstClr val="black"/>
                </a:solidFill>
                <a:latin typeface="Segoe UI" panose="020B0502040204020203" pitchFamily="34" charset="0"/>
                <a:ea typeface="Segoe UI" panose="020B0500000000000000" pitchFamily="50" charset="-128"/>
                <a:cs typeface="Segoe UI" pitchFamily="34" charset="0"/>
              </a:rPr>
              <a:t>NoSQL </a:t>
            </a:r>
            <a:r>
              <a:rPr lang="ja-JP" altLang="en-US" sz="1600" b="1" kern="100">
                <a:ln w="3175">
                  <a:noFill/>
                </a:ln>
                <a:solidFill>
                  <a:prstClr val="black"/>
                </a:solidFill>
                <a:latin typeface="Segoe UI" panose="020B0502040204020203" pitchFamily="34" charset="0"/>
                <a:ea typeface="Segoe UI" panose="020B0500000000000000" pitchFamily="50" charset="-128"/>
                <a:cs typeface="Segoe UI" pitchFamily="34" charset="0"/>
              </a:rPr>
              <a:t>データのサポートを活用し、最新のアプリを開発</a:t>
            </a:r>
            <a:endParaRPr lang="ja-JP" altLang="en-US" sz="1600" b="1" kern="100" dirty="0">
              <a:ln w="3175">
                <a:noFill/>
              </a:ln>
              <a:solidFill>
                <a:prstClr val="black"/>
              </a:solidFill>
              <a:latin typeface="Segoe UI" panose="020B0502040204020203" pitchFamily="34" charset="0"/>
              <a:ea typeface="Segoe UI" panose="020B0500000000000000" pitchFamily="50" charset="-128"/>
              <a:cs typeface="Segoe UI" pitchFamily="34" charset="0"/>
            </a:endParaRPr>
          </a:p>
        </p:txBody>
      </p:sp>
      <p:sp>
        <p:nvSpPr>
          <p:cNvPr id="72" name="Content Placeholder 6">
            <a:extLst>
              <a:ext uri="{FF2B5EF4-FFF2-40B4-BE49-F238E27FC236}">
                <a16:creationId xmlns:a16="http://schemas.microsoft.com/office/drawing/2014/main" id="{308B361D-602A-0414-F821-829623F55264}"/>
              </a:ext>
            </a:extLst>
          </p:cNvPr>
          <p:cNvSpPr txBox="1">
            <a:spLocks/>
          </p:cNvSpPr>
          <p:nvPr/>
        </p:nvSpPr>
        <p:spPr>
          <a:xfrm>
            <a:off x="989701" y="3287985"/>
            <a:ext cx="1863523" cy="738664"/>
          </a:xfrm>
          <a:prstGeom prst="rect">
            <a:avLst/>
          </a:prstGeom>
        </p:spPr>
        <p:txBody>
          <a:bodyPr vert="horz" wrap="none" lIns="91440" tIns="45720" rIns="91440" bIns="45720" anchor="ctr">
            <a:noAutofit/>
          </a:bodyPr>
          <a:lstStyle>
            <a:defPPr>
              <a:defRPr lang="en-US"/>
            </a:defPPr>
            <a:lvl1pPr marL="0" indent="0" algn="ctr" defTabSz="914400">
              <a:buNone/>
              <a:defRPr sz="1200" kern="1200">
                <a:solidFill>
                  <a:schemeClr val="tx1">
                    <a:tint val="75000"/>
                  </a:schemeClr>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a:lstStyle>
          <a:p>
            <a:pPr>
              <a:defRPr/>
            </a:pPr>
            <a:r>
              <a:rPr lang="ja-JP" altLang="en-US" b="1" kern="100">
                <a:solidFill>
                  <a:prstClr val="black"/>
                </a:solidFill>
                <a:latin typeface="Segoe UI" panose="020B0502040204020203" pitchFamily="34" charset="0"/>
                <a:ea typeface="Segoe UI" panose="020B0500000000000000" pitchFamily="50" charset="-128"/>
                <a:cs typeface="Segoe UI Semibold" panose="020B0502040204020203" pitchFamily="34" charset="0"/>
              </a:rPr>
              <a:t>規模を問わず</a:t>
            </a:r>
            <a:endParaRPr lang="en-US" altLang="ja-JP" b="1" kern="100">
              <a:solidFill>
                <a:prstClr val="black"/>
              </a:solidFill>
              <a:latin typeface="Segoe UI" panose="020B0502040204020203" pitchFamily="34" charset="0"/>
              <a:ea typeface="Segoe UI" panose="020B0500000000000000" pitchFamily="50" charset="-128"/>
              <a:cs typeface="Segoe UI Semibold" panose="020B0502040204020203" pitchFamily="34" charset="0"/>
            </a:endParaRPr>
          </a:p>
          <a:p>
            <a:pPr>
              <a:defRPr/>
            </a:pPr>
            <a:r>
              <a:rPr lang="ja-JP" altLang="en-US" b="1" kern="100">
                <a:solidFill>
                  <a:prstClr val="black"/>
                </a:solidFill>
                <a:latin typeface="Segoe UI" panose="020B0502040204020203" pitchFamily="34" charset="0"/>
                <a:ea typeface="Segoe UI" panose="020B0500000000000000" pitchFamily="50" charset="-128"/>
                <a:cs typeface="Segoe UI Semibold" panose="020B0502040204020203" pitchFamily="34" charset="0"/>
              </a:rPr>
              <a:t>保証されるパフォーマンス</a:t>
            </a:r>
            <a:endParaRPr lang="ja-JP" altLang="en-US" b="1" kern="100" dirty="0">
              <a:solidFill>
                <a:prstClr val="black"/>
              </a:solidFill>
              <a:latin typeface="Segoe UI" panose="020B0502040204020203" pitchFamily="34" charset="0"/>
              <a:ea typeface="Segoe UI" panose="020B0500000000000000" pitchFamily="50" charset="-128"/>
              <a:cs typeface="Segoe UI Semibold" panose="020B0502040204020203" pitchFamily="34" charset="0"/>
            </a:endParaRPr>
          </a:p>
        </p:txBody>
      </p:sp>
      <p:sp>
        <p:nvSpPr>
          <p:cNvPr id="73" name="Content Placeholder 8">
            <a:extLst>
              <a:ext uri="{FF2B5EF4-FFF2-40B4-BE49-F238E27FC236}">
                <a16:creationId xmlns:a16="http://schemas.microsoft.com/office/drawing/2014/main" id="{C29E495A-54F1-A1EB-4761-E3002CA0D65A}"/>
              </a:ext>
            </a:extLst>
          </p:cNvPr>
          <p:cNvSpPr txBox="1">
            <a:spLocks/>
          </p:cNvSpPr>
          <p:nvPr/>
        </p:nvSpPr>
        <p:spPr>
          <a:xfrm>
            <a:off x="969504" y="5322517"/>
            <a:ext cx="1959320" cy="664797"/>
          </a:xfrm>
          <a:prstGeom prst="rect">
            <a:avLst/>
          </a:prstGeom>
        </p:spPr>
        <p:txBody>
          <a:bodyPr vert="horz" wrap="none" lIns="91440" tIns="45720" rIns="91440" bIns="45720" anchor="ctr">
            <a:noAutofit/>
          </a:bodyPr>
          <a:lstStyle>
            <a:defPPr>
              <a:defRPr lang="en-US"/>
            </a:defPPr>
            <a:lvl1pPr marL="0" indent="0" algn="l" defTabSz="914400">
              <a:buNone/>
              <a:defRPr sz="1200" kern="1200">
                <a:solidFill>
                  <a:schemeClr val="tx1">
                    <a:tint val="75000"/>
                  </a:schemeClr>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a:lstStyle>
          <a:p>
            <a:pPr marL="0" lvl="1" algn="ctr" defTabSz="711200">
              <a:spcBef>
                <a:spcPct val="0"/>
              </a:spcBef>
              <a:spcAft>
                <a:spcPct val="15000"/>
              </a:spcAft>
              <a:defRPr/>
            </a:pPr>
            <a:r>
              <a:rPr lang="en-US" altLang="ja-JP" sz="1000" kern="100" dirty="0">
                <a:solidFill>
                  <a:prstClr val="black"/>
                </a:solidFill>
                <a:latin typeface="Segoe UI" panose="020B0502040204020203" pitchFamily="34" charset="0"/>
                <a:ea typeface="Segoe UI" panose="020B0500000000000000" pitchFamily="50" charset="-128"/>
                <a:cs typeface="Segoe UI" panose="020B0502040204020203" pitchFamily="34" charset="0"/>
              </a:rPr>
              <a:t>SLA </a:t>
            </a:r>
            <a:r>
              <a:rPr lang="ja-JP" altLang="en-US"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により保証される他に</a:t>
            </a:r>
            <a:br>
              <a:rPr lang="en-US" altLang="ja-JP" sz="1000" kern="100" dirty="0">
                <a:solidFill>
                  <a:prstClr val="black"/>
                </a:solidFill>
                <a:latin typeface="Segoe UI" panose="020B0502040204020203" pitchFamily="34" charset="0"/>
                <a:ea typeface="Segoe UI" panose="020B0500000000000000" pitchFamily="50" charset="-128"/>
                <a:cs typeface="Segoe UI" panose="020B0502040204020203" pitchFamily="34" charset="0"/>
              </a:rPr>
            </a:br>
            <a:r>
              <a:rPr lang="ja-JP" altLang="en-US"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類をみない可用性、スピード、</a:t>
            </a:r>
            <a:br>
              <a:rPr lang="en-US" altLang="ja-JP" sz="1000" kern="100" dirty="0">
                <a:solidFill>
                  <a:prstClr val="black"/>
                </a:solidFill>
                <a:latin typeface="Segoe UI" panose="020B0502040204020203" pitchFamily="34" charset="0"/>
                <a:ea typeface="Segoe UI" panose="020B0500000000000000" pitchFamily="50" charset="-128"/>
                <a:cs typeface="Segoe UI" panose="020B0502040204020203" pitchFamily="34" charset="0"/>
              </a:rPr>
            </a:br>
            <a:r>
              <a:rPr lang="ja-JP" altLang="en-US"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スループット、高速なグローバル アクセス、</a:t>
            </a:r>
            <a:br>
              <a:rPr lang="en-US" altLang="ja-JP" sz="1000" kern="100" dirty="0">
                <a:solidFill>
                  <a:prstClr val="black"/>
                </a:solidFill>
                <a:latin typeface="Segoe UI" panose="020B0502040204020203" pitchFamily="34" charset="0"/>
                <a:ea typeface="Segoe UI" panose="020B0500000000000000" pitchFamily="50" charset="-128"/>
                <a:cs typeface="Segoe UI" panose="020B0502040204020203" pitchFamily="34" charset="0"/>
              </a:rPr>
            </a:br>
            <a:r>
              <a:rPr lang="ja-JP" altLang="en-US"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瞬時の柔軟性を活用できる</a:t>
            </a:r>
            <a:endParaRPr lang="ja-JP" altLang="en-US" sz="1000" kern="100" dirty="0">
              <a:solidFill>
                <a:prstClr val="black"/>
              </a:solidFill>
              <a:latin typeface="Segoe UI" panose="020B0502040204020203" pitchFamily="34" charset="0"/>
              <a:ea typeface="Segoe UI" panose="020B0500000000000000" pitchFamily="50" charset="-128"/>
              <a:cs typeface="Segoe UI" panose="020B0502040204020203" pitchFamily="34" charset="0"/>
            </a:endParaRPr>
          </a:p>
        </p:txBody>
      </p:sp>
      <p:sp>
        <p:nvSpPr>
          <p:cNvPr id="74" name="Content Placeholder 9">
            <a:extLst>
              <a:ext uri="{FF2B5EF4-FFF2-40B4-BE49-F238E27FC236}">
                <a16:creationId xmlns:a16="http://schemas.microsoft.com/office/drawing/2014/main" id="{8FCB6BD8-FD90-535A-2735-960BE6AAB4D5}"/>
              </a:ext>
            </a:extLst>
          </p:cNvPr>
          <p:cNvSpPr txBox="1">
            <a:spLocks/>
          </p:cNvSpPr>
          <p:nvPr/>
        </p:nvSpPr>
        <p:spPr>
          <a:xfrm>
            <a:off x="4130499" y="3287159"/>
            <a:ext cx="1338262" cy="492443"/>
          </a:xfrm>
        </p:spPr>
        <p:txBody>
          <a:bodyPr>
            <a:noAutofit/>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gn="ctr">
              <a:spcBef>
                <a:spcPts val="0"/>
              </a:spcBef>
              <a:buFontTx/>
              <a:buNone/>
              <a:defRPr/>
            </a:pPr>
            <a:r>
              <a:rPr lang="ja-JP" altLang="en-US" sz="1200" b="1" kern="100">
                <a:solidFill>
                  <a:prstClr val="black"/>
                </a:solidFill>
                <a:latin typeface="Segoe UI" panose="020B0502040204020203" pitchFamily="34" charset="0"/>
                <a:ea typeface="Segoe UI" panose="020B0500000000000000" pitchFamily="50" charset="-128"/>
                <a:cs typeface="Segoe UI Semibold" panose="020B0502040204020203" pitchFamily="34" charset="0"/>
              </a:rPr>
              <a:t>アプリ開発の</a:t>
            </a:r>
            <a:br>
              <a:rPr lang="en-US" altLang="ja-JP" sz="1200" b="1" kern="100">
                <a:solidFill>
                  <a:prstClr val="black"/>
                </a:solidFill>
                <a:latin typeface="Segoe UI" panose="020B0502040204020203" pitchFamily="34" charset="0"/>
                <a:ea typeface="Segoe UI" panose="020B0500000000000000" pitchFamily="50" charset="-128"/>
                <a:cs typeface="Segoe UI Semibold" panose="020B0502040204020203" pitchFamily="34" charset="0"/>
              </a:rPr>
            </a:br>
            <a:r>
              <a:rPr lang="ja-JP" altLang="en-US" sz="1200" b="1" kern="100">
                <a:solidFill>
                  <a:prstClr val="black"/>
                </a:solidFill>
                <a:latin typeface="Segoe UI" panose="020B0502040204020203" pitchFamily="34" charset="0"/>
                <a:ea typeface="Segoe UI" panose="020B0500000000000000" pitchFamily="50" charset="-128"/>
                <a:cs typeface="Segoe UI Semibold" panose="020B0502040204020203" pitchFamily="34" charset="0"/>
              </a:rPr>
              <a:t>簡素化</a:t>
            </a:r>
          </a:p>
        </p:txBody>
      </p:sp>
      <p:grpSp>
        <p:nvGrpSpPr>
          <p:cNvPr id="75" name="Group 34">
            <a:extLst>
              <a:ext uri="{FF2B5EF4-FFF2-40B4-BE49-F238E27FC236}">
                <a16:creationId xmlns:a16="http://schemas.microsoft.com/office/drawing/2014/main" id="{DB5DDFC7-4A0A-4B2A-6B59-241FCD521EB5}"/>
              </a:ext>
              <a:ext uri="{C183D7F6-B498-43B3-948B-1728B52AA6E4}">
                <adec:decorative xmlns:adec="http://schemas.microsoft.com/office/drawing/2017/decorative" val="1"/>
              </a:ext>
            </a:extLst>
          </p:cNvPr>
          <p:cNvGrpSpPr>
            <a:grpSpLocks noChangeAspect="1"/>
          </p:cNvGrpSpPr>
          <p:nvPr/>
        </p:nvGrpSpPr>
        <p:grpSpPr bwMode="auto">
          <a:xfrm>
            <a:off x="4351027" y="4246108"/>
            <a:ext cx="798406" cy="780885"/>
            <a:chOff x="2805" y="999"/>
            <a:chExt cx="319" cy="312"/>
          </a:xfrm>
        </p:grpSpPr>
        <p:sp>
          <p:nvSpPr>
            <p:cNvPr id="76" name="Freeform 35">
              <a:extLst>
                <a:ext uri="{FF2B5EF4-FFF2-40B4-BE49-F238E27FC236}">
                  <a16:creationId xmlns:a16="http://schemas.microsoft.com/office/drawing/2014/main" id="{71BDF971-61E6-22F8-FF7F-C5B0F87143B6}"/>
                </a:ext>
                <a:ext uri="{C183D7F6-B498-43B3-948B-1728B52AA6E4}">
                  <adec:decorative xmlns:adec="http://schemas.microsoft.com/office/drawing/2017/decorative" val="1"/>
                </a:ext>
              </a:extLst>
            </p:cNvPr>
            <p:cNvSpPr>
              <a:spLocks noEditPoints="1"/>
            </p:cNvSpPr>
            <p:nvPr/>
          </p:nvSpPr>
          <p:spPr bwMode="auto">
            <a:xfrm>
              <a:off x="2805" y="999"/>
              <a:ext cx="319" cy="312"/>
            </a:xfrm>
            <a:custGeom>
              <a:avLst/>
              <a:gdLst>
                <a:gd name="T0" fmla="*/ 715 w 1397"/>
                <a:gd name="T1" fmla="*/ 0 h 1365"/>
                <a:gd name="T2" fmla="*/ 125 w 1397"/>
                <a:gd name="T3" fmla="*/ 341 h 1365"/>
                <a:gd name="T4" fmla="*/ 125 w 1397"/>
                <a:gd name="T5" fmla="*/ 1024 h 1365"/>
                <a:gd name="T6" fmla="*/ 715 w 1397"/>
                <a:gd name="T7" fmla="*/ 1365 h 1365"/>
                <a:gd name="T8" fmla="*/ 1397 w 1397"/>
                <a:gd name="T9" fmla="*/ 683 h 1365"/>
                <a:gd name="T10" fmla="*/ 715 w 1397"/>
                <a:gd name="T11" fmla="*/ 0 h 1365"/>
                <a:gd name="T12" fmla="*/ 714 w 1397"/>
                <a:gd name="T13" fmla="*/ 1238 h 1365"/>
                <a:gd name="T14" fmla="*/ 159 w 1397"/>
                <a:gd name="T15" fmla="*/ 683 h 1365"/>
                <a:gd name="T16" fmla="*/ 714 w 1397"/>
                <a:gd name="T17" fmla="*/ 128 h 1365"/>
                <a:gd name="T18" fmla="*/ 1269 w 1397"/>
                <a:gd name="T19" fmla="*/ 683 h 1365"/>
                <a:gd name="T20" fmla="*/ 714 w 1397"/>
                <a:gd name="T21" fmla="*/ 1238 h 1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97" h="1365">
                  <a:moveTo>
                    <a:pt x="715" y="0"/>
                  </a:moveTo>
                  <a:cubicBezTo>
                    <a:pt x="465" y="0"/>
                    <a:pt x="250" y="124"/>
                    <a:pt x="125" y="341"/>
                  </a:cubicBezTo>
                  <a:cubicBezTo>
                    <a:pt x="0" y="559"/>
                    <a:pt x="0" y="807"/>
                    <a:pt x="125" y="1024"/>
                  </a:cubicBezTo>
                  <a:cubicBezTo>
                    <a:pt x="250" y="1242"/>
                    <a:pt x="465" y="1365"/>
                    <a:pt x="715" y="1365"/>
                  </a:cubicBezTo>
                  <a:cubicBezTo>
                    <a:pt x="1092" y="1365"/>
                    <a:pt x="1397" y="1060"/>
                    <a:pt x="1397" y="683"/>
                  </a:cubicBezTo>
                  <a:cubicBezTo>
                    <a:pt x="1397" y="306"/>
                    <a:pt x="1092" y="0"/>
                    <a:pt x="715" y="0"/>
                  </a:cubicBezTo>
                  <a:close/>
                  <a:moveTo>
                    <a:pt x="714" y="1238"/>
                  </a:moveTo>
                  <a:cubicBezTo>
                    <a:pt x="408" y="1238"/>
                    <a:pt x="159" y="989"/>
                    <a:pt x="159" y="683"/>
                  </a:cubicBezTo>
                  <a:cubicBezTo>
                    <a:pt x="159" y="377"/>
                    <a:pt x="408" y="128"/>
                    <a:pt x="714" y="128"/>
                  </a:cubicBezTo>
                  <a:cubicBezTo>
                    <a:pt x="1020" y="128"/>
                    <a:pt x="1269" y="377"/>
                    <a:pt x="1269" y="683"/>
                  </a:cubicBezTo>
                  <a:cubicBezTo>
                    <a:pt x="1269" y="989"/>
                    <a:pt x="1020" y="1238"/>
                    <a:pt x="714" y="123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Segoe UI"/>
                <a:ea typeface="Segoe UI"/>
                <a:cs typeface="+mn-cs"/>
              </a:endParaRPr>
            </a:p>
          </p:txBody>
        </p:sp>
        <p:sp>
          <p:nvSpPr>
            <p:cNvPr id="77" name="Freeform 36">
              <a:extLst>
                <a:ext uri="{FF2B5EF4-FFF2-40B4-BE49-F238E27FC236}">
                  <a16:creationId xmlns:a16="http://schemas.microsoft.com/office/drawing/2014/main" id="{ACE74786-7826-C7BF-4A8E-D95A83245604}"/>
                </a:ext>
                <a:ext uri="{C183D7F6-B498-43B3-948B-1728B52AA6E4}">
                  <adec:decorative xmlns:adec="http://schemas.microsoft.com/office/drawing/2017/decorative" val="1"/>
                </a:ext>
              </a:extLst>
            </p:cNvPr>
            <p:cNvSpPr>
              <a:spLocks noEditPoints="1"/>
            </p:cNvSpPr>
            <p:nvPr/>
          </p:nvSpPr>
          <p:spPr bwMode="auto">
            <a:xfrm>
              <a:off x="2870" y="1057"/>
              <a:ext cx="196" cy="195"/>
            </a:xfrm>
            <a:custGeom>
              <a:avLst/>
              <a:gdLst>
                <a:gd name="T0" fmla="*/ 854 w 854"/>
                <a:gd name="T1" fmla="*/ 471 h 854"/>
                <a:gd name="T2" fmla="*/ 852 w 854"/>
                <a:gd name="T3" fmla="*/ 382 h 854"/>
                <a:gd name="T4" fmla="*/ 789 w 854"/>
                <a:gd name="T5" fmla="*/ 383 h 854"/>
                <a:gd name="T6" fmla="*/ 716 w 854"/>
                <a:gd name="T7" fmla="*/ 205 h 854"/>
                <a:gd name="T8" fmla="*/ 760 w 854"/>
                <a:gd name="T9" fmla="*/ 161 h 854"/>
                <a:gd name="T10" fmla="*/ 692 w 854"/>
                <a:gd name="T11" fmla="*/ 96 h 854"/>
                <a:gd name="T12" fmla="*/ 649 w 854"/>
                <a:gd name="T13" fmla="*/ 139 h 854"/>
                <a:gd name="T14" fmla="*/ 465 w 854"/>
                <a:gd name="T15" fmla="*/ 66 h 854"/>
                <a:gd name="T16" fmla="*/ 464 w 854"/>
                <a:gd name="T17" fmla="*/ 0 h 854"/>
                <a:gd name="T18" fmla="*/ 374 w 854"/>
                <a:gd name="T19" fmla="*/ 2 h 854"/>
                <a:gd name="T20" fmla="*/ 374 w 854"/>
                <a:gd name="T21" fmla="*/ 67 h 854"/>
                <a:gd name="T22" fmla="*/ 198 w 854"/>
                <a:gd name="T23" fmla="*/ 144 h 854"/>
                <a:gd name="T24" fmla="*/ 155 w 854"/>
                <a:gd name="T25" fmla="*/ 103 h 854"/>
                <a:gd name="T26" fmla="*/ 89 w 854"/>
                <a:gd name="T27" fmla="*/ 169 h 854"/>
                <a:gd name="T28" fmla="*/ 133 w 854"/>
                <a:gd name="T29" fmla="*/ 211 h 854"/>
                <a:gd name="T30" fmla="*/ 64 w 854"/>
                <a:gd name="T31" fmla="*/ 383 h 854"/>
                <a:gd name="T32" fmla="*/ 0 w 854"/>
                <a:gd name="T33" fmla="*/ 383 h 854"/>
                <a:gd name="T34" fmla="*/ 1 w 854"/>
                <a:gd name="T35" fmla="*/ 472 h 854"/>
                <a:gd name="T36" fmla="*/ 63 w 854"/>
                <a:gd name="T37" fmla="*/ 471 h 854"/>
                <a:gd name="T38" fmla="*/ 138 w 854"/>
                <a:gd name="T39" fmla="*/ 654 h 854"/>
                <a:gd name="T40" fmla="*/ 96 w 854"/>
                <a:gd name="T41" fmla="*/ 696 h 854"/>
                <a:gd name="T42" fmla="*/ 164 w 854"/>
                <a:gd name="T43" fmla="*/ 761 h 854"/>
                <a:gd name="T44" fmla="*/ 205 w 854"/>
                <a:gd name="T45" fmla="*/ 720 h 854"/>
                <a:gd name="T46" fmla="*/ 389 w 854"/>
                <a:gd name="T47" fmla="*/ 794 h 854"/>
                <a:gd name="T48" fmla="*/ 390 w 854"/>
                <a:gd name="T49" fmla="*/ 854 h 854"/>
                <a:gd name="T50" fmla="*/ 480 w 854"/>
                <a:gd name="T51" fmla="*/ 853 h 854"/>
                <a:gd name="T52" fmla="*/ 479 w 854"/>
                <a:gd name="T53" fmla="*/ 792 h 854"/>
                <a:gd name="T54" fmla="*/ 657 w 854"/>
                <a:gd name="T55" fmla="*/ 713 h 854"/>
                <a:gd name="T56" fmla="*/ 700 w 854"/>
                <a:gd name="T57" fmla="*/ 755 h 854"/>
                <a:gd name="T58" fmla="*/ 766 w 854"/>
                <a:gd name="T59" fmla="*/ 688 h 854"/>
                <a:gd name="T60" fmla="*/ 722 w 854"/>
                <a:gd name="T61" fmla="*/ 645 h 854"/>
                <a:gd name="T62" fmla="*/ 790 w 854"/>
                <a:gd name="T63" fmla="*/ 472 h 854"/>
                <a:gd name="T64" fmla="*/ 854 w 854"/>
                <a:gd name="T65" fmla="*/ 471 h 854"/>
                <a:gd name="T66" fmla="*/ 426 w 854"/>
                <a:gd name="T67" fmla="*/ 683 h 854"/>
                <a:gd name="T68" fmla="*/ 170 w 854"/>
                <a:gd name="T69" fmla="*/ 427 h 854"/>
                <a:gd name="T70" fmla="*/ 426 w 854"/>
                <a:gd name="T71" fmla="*/ 171 h 854"/>
                <a:gd name="T72" fmla="*/ 681 w 854"/>
                <a:gd name="T73" fmla="*/ 427 h 854"/>
                <a:gd name="T74" fmla="*/ 426 w 854"/>
                <a:gd name="T75" fmla="*/ 683 h 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4" h="854">
                  <a:moveTo>
                    <a:pt x="854" y="471"/>
                  </a:moveTo>
                  <a:cubicBezTo>
                    <a:pt x="852" y="382"/>
                    <a:pt x="852" y="382"/>
                    <a:pt x="852" y="382"/>
                  </a:cubicBezTo>
                  <a:cubicBezTo>
                    <a:pt x="789" y="383"/>
                    <a:pt x="789" y="383"/>
                    <a:pt x="789" y="383"/>
                  </a:cubicBezTo>
                  <a:cubicBezTo>
                    <a:pt x="781" y="317"/>
                    <a:pt x="755" y="256"/>
                    <a:pt x="716" y="205"/>
                  </a:cubicBezTo>
                  <a:cubicBezTo>
                    <a:pt x="760" y="161"/>
                    <a:pt x="760" y="161"/>
                    <a:pt x="760" y="161"/>
                  </a:cubicBezTo>
                  <a:cubicBezTo>
                    <a:pt x="692" y="96"/>
                    <a:pt x="692" y="96"/>
                    <a:pt x="692" y="96"/>
                  </a:cubicBezTo>
                  <a:cubicBezTo>
                    <a:pt x="649" y="139"/>
                    <a:pt x="649" y="139"/>
                    <a:pt x="649" y="139"/>
                  </a:cubicBezTo>
                  <a:cubicBezTo>
                    <a:pt x="597" y="99"/>
                    <a:pt x="534" y="73"/>
                    <a:pt x="465" y="66"/>
                  </a:cubicBezTo>
                  <a:cubicBezTo>
                    <a:pt x="464" y="0"/>
                    <a:pt x="464" y="0"/>
                    <a:pt x="464" y="0"/>
                  </a:cubicBezTo>
                  <a:cubicBezTo>
                    <a:pt x="374" y="2"/>
                    <a:pt x="374" y="2"/>
                    <a:pt x="374" y="2"/>
                  </a:cubicBezTo>
                  <a:cubicBezTo>
                    <a:pt x="374" y="67"/>
                    <a:pt x="374" y="67"/>
                    <a:pt x="374" y="67"/>
                  </a:cubicBezTo>
                  <a:cubicBezTo>
                    <a:pt x="308" y="77"/>
                    <a:pt x="248" y="104"/>
                    <a:pt x="198" y="144"/>
                  </a:cubicBezTo>
                  <a:cubicBezTo>
                    <a:pt x="155" y="103"/>
                    <a:pt x="155" y="103"/>
                    <a:pt x="155" y="103"/>
                  </a:cubicBezTo>
                  <a:cubicBezTo>
                    <a:pt x="89" y="169"/>
                    <a:pt x="89" y="169"/>
                    <a:pt x="89" y="169"/>
                  </a:cubicBezTo>
                  <a:cubicBezTo>
                    <a:pt x="133" y="211"/>
                    <a:pt x="133" y="211"/>
                    <a:pt x="133" y="211"/>
                  </a:cubicBezTo>
                  <a:cubicBezTo>
                    <a:pt x="96" y="260"/>
                    <a:pt x="72" y="319"/>
                    <a:pt x="64" y="383"/>
                  </a:cubicBezTo>
                  <a:cubicBezTo>
                    <a:pt x="0" y="383"/>
                    <a:pt x="0" y="383"/>
                    <a:pt x="0" y="383"/>
                  </a:cubicBezTo>
                  <a:cubicBezTo>
                    <a:pt x="1" y="472"/>
                    <a:pt x="1" y="472"/>
                    <a:pt x="1" y="472"/>
                  </a:cubicBezTo>
                  <a:cubicBezTo>
                    <a:pt x="63" y="471"/>
                    <a:pt x="63" y="471"/>
                    <a:pt x="63" y="471"/>
                  </a:cubicBezTo>
                  <a:cubicBezTo>
                    <a:pt x="71" y="540"/>
                    <a:pt x="98" y="603"/>
                    <a:pt x="138" y="654"/>
                  </a:cubicBezTo>
                  <a:cubicBezTo>
                    <a:pt x="96" y="696"/>
                    <a:pt x="96" y="696"/>
                    <a:pt x="96" y="696"/>
                  </a:cubicBezTo>
                  <a:cubicBezTo>
                    <a:pt x="164" y="761"/>
                    <a:pt x="164" y="761"/>
                    <a:pt x="164" y="761"/>
                  </a:cubicBezTo>
                  <a:cubicBezTo>
                    <a:pt x="205" y="720"/>
                    <a:pt x="205" y="720"/>
                    <a:pt x="205" y="720"/>
                  </a:cubicBezTo>
                  <a:cubicBezTo>
                    <a:pt x="257" y="760"/>
                    <a:pt x="320" y="786"/>
                    <a:pt x="389" y="794"/>
                  </a:cubicBezTo>
                  <a:cubicBezTo>
                    <a:pt x="390" y="854"/>
                    <a:pt x="390" y="854"/>
                    <a:pt x="390" y="854"/>
                  </a:cubicBezTo>
                  <a:cubicBezTo>
                    <a:pt x="480" y="853"/>
                    <a:pt x="480" y="853"/>
                    <a:pt x="480" y="853"/>
                  </a:cubicBezTo>
                  <a:cubicBezTo>
                    <a:pt x="479" y="792"/>
                    <a:pt x="479" y="792"/>
                    <a:pt x="479" y="792"/>
                  </a:cubicBezTo>
                  <a:cubicBezTo>
                    <a:pt x="546" y="782"/>
                    <a:pt x="607" y="754"/>
                    <a:pt x="657" y="713"/>
                  </a:cubicBezTo>
                  <a:cubicBezTo>
                    <a:pt x="700" y="755"/>
                    <a:pt x="700" y="755"/>
                    <a:pt x="700" y="755"/>
                  </a:cubicBezTo>
                  <a:cubicBezTo>
                    <a:pt x="766" y="688"/>
                    <a:pt x="766" y="688"/>
                    <a:pt x="766" y="688"/>
                  </a:cubicBezTo>
                  <a:cubicBezTo>
                    <a:pt x="722" y="645"/>
                    <a:pt x="722" y="645"/>
                    <a:pt x="722" y="645"/>
                  </a:cubicBezTo>
                  <a:cubicBezTo>
                    <a:pt x="758" y="596"/>
                    <a:pt x="782" y="536"/>
                    <a:pt x="790" y="472"/>
                  </a:cubicBezTo>
                  <a:lnTo>
                    <a:pt x="854" y="471"/>
                  </a:lnTo>
                  <a:close/>
                  <a:moveTo>
                    <a:pt x="426" y="683"/>
                  </a:moveTo>
                  <a:cubicBezTo>
                    <a:pt x="284" y="683"/>
                    <a:pt x="170" y="568"/>
                    <a:pt x="170" y="427"/>
                  </a:cubicBezTo>
                  <a:cubicBezTo>
                    <a:pt x="170" y="286"/>
                    <a:pt x="284" y="171"/>
                    <a:pt x="426" y="171"/>
                  </a:cubicBezTo>
                  <a:cubicBezTo>
                    <a:pt x="567" y="171"/>
                    <a:pt x="681" y="286"/>
                    <a:pt x="681" y="427"/>
                  </a:cubicBezTo>
                  <a:cubicBezTo>
                    <a:pt x="681" y="568"/>
                    <a:pt x="567" y="683"/>
                    <a:pt x="426" y="683"/>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Segoe UI"/>
                <a:ea typeface="Segoe UI"/>
                <a:cs typeface="+mn-cs"/>
              </a:endParaRPr>
            </a:p>
          </p:txBody>
        </p:sp>
      </p:grpSp>
      <p:sp>
        <p:nvSpPr>
          <p:cNvPr id="78" name="Content Placeholder 10">
            <a:extLst>
              <a:ext uri="{FF2B5EF4-FFF2-40B4-BE49-F238E27FC236}">
                <a16:creationId xmlns:a16="http://schemas.microsoft.com/office/drawing/2014/main" id="{5B759661-220E-0725-9466-C9671AC704E1}"/>
              </a:ext>
            </a:extLst>
          </p:cNvPr>
          <p:cNvSpPr txBox="1">
            <a:spLocks/>
          </p:cNvSpPr>
          <p:nvPr/>
        </p:nvSpPr>
        <p:spPr>
          <a:xfrm>
            <a:off x="3594750" y="5320927"/>
            <a:ext cx="2418299" cy="997196"/>
          </a:xfrm>
        </p:spPr>
        <p:txBody>
          <a:bodyPr wrap="none">
            <a:noAutofit/>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lvl="1" indent="0" algn="ctr" defTabSz="711200">
              <a:spcBef>
                <a:spcPct val="0"/>
              </a:spcBef>
              <a:spcAft>
                <a:spcPct val="15000"/>
              </a:spcAft>
              <a:buFontTx/>
              <a:buNone/>
              <a:defRPr/>
            </a:pPr>
            <a:r>
              <a:rPr lang="ja-JP" altLang="en-US"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複数の </a:t>
            </a:r>
            <a:r>
              <a:rPr lang="en-US" altLang="ja-JP"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SDK </a:t>
            </a:r>
            <a:r>
              <a:rPr lang="ja-JP" altLang="en-US"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と オープンソースの </a:t>
            </a:r>
            <a:br>
              <a:rPr lang="en-US" altLang="ja-JP"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br>
            <a:r>
              <a:rPr lang="en-US" altLang="ja-JP"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MongoDB</a:t>
            </a:r>
            <a:r>
              <a:rPr lang="ja-JP" altLang="en-US"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a:t>
            </a:r>
            <a:r>
              <a:rPr lang="en-US" altLang="ja-JP"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Apache Cassandra </a:t>
            </a:r>
            <a:r>
              <a:rPr lang="ja-JP" altLang="en-US"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などの</a:t>
            </a:r>
            <a:br>
              <a:rPr lang="en-US" altLang="ja-JP"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br>
            <a:r>
              <a:rPr lang="ja-JP" altLang="en-US"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サポートを活用して、迅速に開発できる。</a:t>
            </a:r>
            <a:br>
              <a:rPr lang="en-US" altLang="ja-JP"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br>
            <a:r>
              <a:rPr lang="en-US" altLang="ja-JP"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Azure Synapse Link </a:t>
            </a:r>
            <a:r>
              <a:rPr lang="ja-JP" altLang="en-US"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を使用した </a:t>
            </a:r>
            <a:br>
              <a:rPr lang="en-US" altLang="ja-JP"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br>
            <a:r>
              <a:rPr lang="en-US" altLang="ja-JP"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ETL </a:t>
            </a:r>
            <a:r>
              <a:rPr lang="ja-JP" altLang="en-US"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不要の分析で、リアルタイム データから</a:t>
            </a:r>
            <a:br>
              <a:rPr lang="en-US" altLang="ja-JP"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br>
            <a:r>
              <a:rPr lang="ja-JP" altLang="en-US"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洞察を獲得できる</a:t>
            </a:r>
            <a:endParaRPr lang="ja-JP" altLang="en-US" sz="1000" kern="100" dirty="0">
              <a:solidFill>
                <a:prstClr val="black"/>
              </a:solidFill>
              <a:latin typeface="Segoe UI" panose="020B0502040204020203" pitchFamily="34" charset="0"/>
              <a:ea typeface="Segoe UI" panose="020B0500000000000000" pitchFamily="50" charset="-128"/>
              <a:cs typeface="Segoe UI" panose="020B0502040204020203" pitchFamily="34" charset="0"/>
            </a:endParaRPr>
          </a:p>
        </p:txBody>
      </p:sp>
      <p:sp>
        <p:nvSpPr>
          <p:cNvPr id="79" name="Content Placeholder 11">
            <a:extLst>
              <a:ext uri="{FF2B5EF4-FFF2-40B4-BE49-F238E27FC236}">
                <a16:creationId xmlns:a16="http://schemas.microsoft.com/office/drawing/2014/main" id="{F80E91E7-C1AD-5C7B-A976-FE9BCE38BA28}"/>
              </a:ext>
            </a:extLst>
          </p:cNvPr>
          <p:cNvSpPr txBox="1">
            <a:spLocks/>
          </p:cNvSpPr>
          <p:nvPr/>
        </p:nvSpPr>
        <p:spPr>
          <a:xfrm>
            <a:off x="6634769" y="3290752"/>
            <a:ext cx="2001601" cy="262226"/>
          </a:xfrm>
        </p:spPr>
        <p:txBody>
          <a:bodyPr>
            <a:noAutofit/>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gn="ctr">
              <a:spcBef>
                <a:spcPts val="0"/>
              </a:spcBef>
              <a:buFontTx/>
              <a:buNone/>
              <a:defRPr/>
            </a:pPr>
            <a:r>
              <a:rPr lang="ja-JP" altLang="en-US" sz="1200" b="1" kern="100">
                <a:solidFill>
                  <a:prstClr val="black"/>
                </a:solidFill>
                <a:latin typeface="Segoe UI" panose="020B0502040204020203" pitchFamily="34" charset="0"/>
                <a:ea typeface="Segoe UI" panose="020B0500000000000000" pitchFamily="50" charset="-128"/>
                <a:cs typeface="Segoe UI Semibold" panose="020B0502040204020203" pitchFamily="34" charset="0"/>
              </a:rPr>
              <a:t>ミッションクリティカル</a:t>
            </a:r>
            <a:br>
              <a:rPr lang="en-US" altLang="ja-JP" sz="1200" b="1" kern="100">
                <a:solidFill>
                  <a:prstClr val="black"/>
                </a:solidFill>
                <a:latin typeface="Segoe UI" panose="020B0502040204020203" pitchFamily="34" charset="0"/>
                <a:ea typeface="Segoe UI" panose="020B0500000000000000" pitchFamily="50" charset="-128"/>
                <a:cs typeface="Segoe UI Semibold" panose="020B0502040204020203" pitchFamily="34" charset="0"/>
              </a:rPr>
            </a:br>
            <a:r>
              <a:rPr lang="ja-JP" altLang="en-US" sz="1200" b="1" kern="100">
                <a:solidFill>
                  <a:prstClr val="black"/>
                </a:solidFill>
                <a:latin typeface="Segoe UI" panose="020B0502040204020203" pitchFamily="34" charset="0"/>
                <a:ea typeface="Segoe UI" panose="020B0500000000000000" pitchFamily="50" charset="-128"/>
                <a:cs typeface="Segoe UI Semibold" panose="020B0502040204020203" pitchFamily="34" charset="0"/>
              </a:rPr>
              <a:t>対応</a:t>
            </a:r>
          </a:p>
        </p:txBody>
      </p:sp>
      <p:grpSp>
        <p:nvGrpSpPr>
          <p:cNvPr id="80" name="Group 1">
            <a:extLst>
              <a:ext uri="{FF2B5EF4-FFF2-40B4-BE49-F238E27FC236}">
                <a16:creationId xmlns:a16="http://schemas.microsoft.com/office/drawing/2014/main" id="{1B53B4B7-C1A5-5830-11D8-514C153FF763}"/>
              </a:ext>
              <a:ext uri="{C183D7F6-B498-43B3-948B-1728B52AA6E4}">
                <adec:decorative xmlns:adec="http://schemas.microsoft.com/office/drawing/2017/decorative" val="1"/>
              </a:ext>
            </a:extLst>
          </p:cNvPr>
          <p:cNvGrpSpPr/>
          <p:nvPr/>
        </p:nvGrpSpPr>
        <p:grpSpPr>
          <a:xfrm>
            <a:off x="7258705" y="4171457"/>
            <a:ext cx="577430" cy="841860"/>
            <a:chOff x="7210020" y="3577667"/>
            <a:chExt cx="577430" cy="841860"/>
          </a:xfrm>
        </p:grpSpPr>
        <p:sp>
          <p:nvSpPr>
            <p:cNvPr id="81" name="Rectangle 127">
              <a:extLst>
                <a:ext uri="{FF2B5EF4-FFF2-40B4-BE49-F238E27FC236}">
                  <a16:creationId xmlns:a16="http://schemas.microsoft.com/office/drawing/2014/main" id="{F5534B03-B133-C32E-A45A-607AB3F3ABB2}"/>
                </a:ext>
                <a:ext uri="{C183D7F6-B498-43B3-948B-1728B52AA6E4}">
                  <adec:decorative xmlns:adec="http://schemas.microsoft.com/office/drawing/2017/decorative" val="1"/>
                </a:ext>
              </a:extLst>
            </p:cNvPr>
            <p:cNvSpPr>
              <a:spLocks noChangeArrowheads="1"/>
            </p:cNvSpPr>
            <p:nvPr/>
          </p:nvSpPr>
          <p:spPr bwMode="auto">
            <a:xfrm>
              <a:off x="7210020" y="3577667"/>
              <a:ext cx="577430" cy="841860"/>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a:ea typeface="Segoe UI"/>
                <a:cs typeface="+mn-cs"/>
              </a:endParaRPr>
            </a:p>
          </p:txBody>
        </p:sp>
        <p:grpSp>
          <p:nvGrpSpPr>
            <p:cNvPr id="82" name="Group 2">
              <a:extLst>
                <a:ext uri="{FF2B5EF4-FFF2-40B4-BE49-F238E27FC236}">
                  <a16:creationId xmlns:a16="http://schemas.microsoft.com/office/drawing/2014/main" id="{09EC78D0-1A90-F12B-73DE-812EE237D65D}"/>
                </a:ext>
              </a:extLst>
            </p:cNvPr>
            <p:cNvGrpSpPr/>
            <p:nvPr/>
          </p:nvGrpSpPr>
          <p:grpSpPr>
            <a:xfrm>
              <a:off x="7490753" y="3627299"/>
              <a:ext cx="237448" cy="202500"/>
              <a:chOff x="7490753" y="3627299"/>
              <a:chExt cx="237448" cy="202500"/>
            </a:xfrm>
          </p:grpSpPr>
          <p:sp>
            <p:nvSpPr>
              <p:cNvPr id="98" name="Rectangle 128">
                <a:extLst>
                  <a:ext uri="{FF2B5EF4-FFF2-40B4-BE49-F238E27FC236}">
                    <a16:creationId xmlns:a16="http://schemas.microsoft.com/office/drawing/2014/main" id="{E7BBF122-0008-1F9A-9000-850D92087496}"/>
                  </a:ext>
                  <a:ext uri="{C183D7F6-B498-43B3-948B-1728B52AA6E4}">
                    <adec:decorative xmlns:adec="http://schemas.microsoft.com/office/drawing/2017/decorative" val="1"/>
                  </a:ext>
                </a:extLst>
              </p:cNvPr>
              <p:cNvSpPr>
                <a:spLocks noChangeArrowheads="1"/>
              </p:cNvSpPr>
              <p:nvPr/>
            </p:nvSpPr>
            <p:spPr bwMode="auto">
              <a:xfrm>
                <a:off x="7517398" y="3751548"/>
                <a:ext cx="113327" cy="78251"/>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a:ea typeface="Segoe UI"/>
                  <a:cs typeface="+mn-cs"/>
                </a:endParaRPr>
              </a:p>
            </p:txBody>
          </p:sp>
          <p:sp>
            <p:nvSpPr>
              <p:cNvPr id="99" name="Freeform 133">
                <a:extLst>
                  <a:ext uri="{FF2B5EF4-FFF2-40B4-BE49-F238E27FC236}">
                    <a16:creationId xmlns:a16="http://schemas.microsoft.com/office/drawing/2014/main" id="{312A03B0-C3B7-D155-D5FB-AF43DF1AEBA6}"/>
                  </a:ext>
                  <a:ext uri="{C183D7F6-B498-43B3-948B-1728B52AA6E4}">
                    <adec:decorative xmlns:adec="http://schemas.microsoft.com/office/drawing/2017/decorative" val="1"/>
                  </a:ext>
                </a:extLst>
              </p:cNvPr>
              <p:cNvSpPr>
                <a:spLocks/>
              </p:cNvSpPr>
              <p:nvPr/>
            </p:nvSpPr>
            <p:spPr bwMode="auto">
              <a:xfrm>
                <a:off x="7550115" y="3627299"/>
                <a:ext cx="178086" cy="178086"/>
              </a:xfrm>
              <a:custGeom>
                <a:avLst/>
                <a:gdLst>
                  <a:gd name="T0" fmla="*/ 0 w 66"/>
                  <a:gd name="T1" fmla="*/ 56 h 66"/>
                  <a:gd name="T2" fmla="*/ 10 w 66"/>
                  <a:gd name="T3" fmla="*/ 66 h 66"/>
                  <a:gd name="T4" fmla="*/ 66 w 66"/>
                  <a:gd name="T5" fmla="*/ 10 h 66"/>
                  <a:gd name="T6" fmla="*/ 56 w 66"/>
                  <a:gd name="T7" fmla="*/ 0 h 66"/>
                  <a:gd name="T8" fmla="*/ 0 w 66"/>
                  <a:gd name="T9" fmla="*/ 56 h 66"/>
                </a:gdLst>
                <a:ahLst/>
                <a:cxnLst>
                  <a:cxn ang="0">
                    <a:pos x="T0" y="T1"/>
                  </a:cxn>
                  <a:cxn ang="0">
                    <a:pos x="T2" y="T3"/>
                  </a:cxn>
                  <a:cxn ang="0">
                    <a:pos x="T4" y="T5"/>
                  </a:cxn>
                  <a:cxn ang="0">
                    <a:pos x="T6" y="T7"/>
                  </a:cxn>
                  <a:cxn ang="0">
                    <a:pos x="T8" y="T9"/>
                  </a:cxn>
                </a:cxnLst>
                <a:rect l="0" t="0" r="r" b="b"/>
                <a:pathLst>
                  <a:path w="66" h="66">
                    <a:moveTo>
                      <a:pt x="0" y="56"/>
                    </a:moveTo>
                    <a:lnTo>
                      <a:pt x="10" y="66"/>
                    </a:lnTo>
                    <a:lnTo>
                      <a:pt x="66" y="10"/>
                    </a:lnTo>
                    <a:lnTo>
                      <a:pt x="56" y="0"/>
                    </a:lnTo>
                    <a:lnTo>
                      <a:pt x="0" y="56"/>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a:ea typeface="Segoe UI"/>
                  <a:cs typeface="+mn-cs"/>
                </a:endParaRPr>
              </a:p>
            </p:txBody>
          </p:sp>
          <p:sp>
            <p:nvSpPr>
              <p:cNvPr id="100" name="Freeform 134">
                <a:extLst>
                  <a:ext uri="{FF2B5EF4-FFF2-40B4-BE49-F238E27FC236}">
                    <a16:creationId xmlns:a16="http://schemas.microsoft.com/office/drawing/2014/main" id="{5A3F49EF-7736-6A88-7AB9-A0718FEAD86F}"/>
                  </a:ext>
                  <a:ext uri="{C183D7F6-B498-43B3-948B-1728B52AA6E4}">
                    <adec:decorative xmlns:adec="http://schemas.microsoft.com/office/drawing/2017/decorative" val="1"/>
                  </a:ext>
                </a:extLst>
              </p:cNvPr>
              <p:cNvSpPr>
                <a:spLocks/>
              </p:cNvSpPr>
              <p:nvPr/>
            </p:nvSpPr>
            <p:spPr bwMode="auto">
              <a:xfrm>
                <a:off x="7490753" y="3692057"/>
                <a:ext cx="113327" cy="113327"/>
              </a:xfrm>
              <a:custGeom>
                <a:avLst/>
                <a:gdLst>
                  <a:gd name="T0" fmla="*/ 32 w 42"/>
                  <a:gd name="T1" fmla="*/ 42 h 42"/>
                  <a:gd name="T2" fmla="*/ 42 w 42"/>
                  <a:gd name="T3" fmla="*/ 32 h 42"/>
                  <a:gd name="T4" fmla="*/ 10 w 42"/>
                  <a:gd name="T5" fmla="*/ 0 h 42"/>
                  <a:gd name="T6" fmla="*/ 0 w 42"/>
                  <a:gd name="T7" fmla="*/ 10 h 42"/>
                  <a:gd name="T8" fmla="*/ 32 w 42"/>
                  <a:gd name="T9" fmla="*/ 42 h 42"/>
                </a:gdLst>
                <a:ahLst/>
                <a:cxnLst>
                  <a:cxn ang="0">
                    <a:pos x="T0" y="T1"/>
                  </a:cxn>
                  <a:cxn ang="0">
                    <a:pos x="T2" y="T3"/>
                  </a:cxn>
                  <a:cxn ang="0">
                    <a:pos x="T4" y="T5"/>
                  </a:cxn>
                  <a:cxn ang="0">
                    <a:pos x="T6" y="T7"/>
                  </a:cxn>
                  <a:cxn ang="0">
                    <a:pos x="T8" y="T9"/>
                  </a:cxn>
                </a:cxnLst>
                <a:rect l="0" t="0" r="r" b="b"/>
                <a:pathLst>
                  <a:path w="42" h="42">
                    <a:moveTo>
                      <a:pt x="32" y="42"/>
                    </a:moveTo>
                    <a:lnTo>
                      <a:pt x="42" y="32"/>
                    </a:lnTo>
                    <a:lnTo>
                      <a:pt x="10" y="0"/>
                    </a:lnTo>
                    <a:lnTo>
                      <a:pt x="0" y="10"/>
                    </a:lnTo>
                    <a:lnTo>
                      <a:pt x="32" y="42"/>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a:ea typeface="Segoe UI"/>
                  <a:cs typeface="+mn-cs"/>
                </a:endParaRPr>
              </a:p>
            </p:txBody>
          </p:sp>
        </p:grpSp>
        <p:grpSp>
          <p:nvGrpSpPr>
            <p:cNvPr id="83" name="Group 58">
              <a:extLst>
                <a:ext uri="{FF2B5EF4-FFF2-40B4-BE49-F238E27FC236}">
                  <a16:creationId xmlns:a16="http://schemas.microsoft.com/office/drawing/2014/main" id="{9B8D40D6-20BF-C1E2-BDDA-E6A98E584101}"/>
                </a:ext>
              </a:extLst>
            </p:cNvPr>
            <p:cNvGrpSpPr/>
            <p:nvPr/>
          </p:nvGrpSpPr>
          <p:grpSpPr>
            <a:xfrm>
              <a:off x="7484232" y="3888295"/>
              <a:ext cx="237448" cy="202500"/>
              <a:chOff x="7490753" y="3627299"/>
              <a:chExt cx="237448" cy="202500"/>
            </a:xfrm>
          </p:grpSpPr>
          <p:sp>
            <p:nvSpPr>
              <p:cNvPr id="95" name="Rectangle 128">
                <a:extLst>
                  <a:ext uri="{FF2B5EF4-FFF2-40B4-BE49-F238E27FC236}">
                    <a16:creationId xmlns:a16="http://schemas.microsoft.com/office/drawing/2014/main" id="{98BD7BD4-38E5-A6A6-21D8-1EAB0377B5C7}"/>
                  </a:ext>
                  <a:ext uri="{C183D7F6-B498-43B3-948B-1728B52AA6E4}">
                    <adec:decorative xmlns:adec="http://schemas.microsoft.com/office/drawing/2017/decorative" val="1"/>
                  </a:ext>
                </a:extLst>
              </p:cNvPr>
              <p:cNvSpPr>
                <a:spLocks noChangeArrowheads="1"/>
              </p:cNvSpPr>
              <p:nvPr/>
            </p:nvSpPr>
            <p:spPr bwMode="auto">
              <a:xfrm>
                <a:off x="7523919" y="3751548"/>
                <a:ext cx="113327" cy="78251"/>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a:ea typeface="Segoe UI"/>
                  <a:cs typeface="+mn-cs"/>
                </a:endParaRPr>
              </a:p>
            </p:txBody>
          </p:sp>
          <p:sp>
            <p:nvSpPr>
              <p:cNvPr id="96" name="Freeform 133">
                <a:extLst>
                  <a:ext uri="{FF2B5EF4-FFF2-40B4-BE49-F238E27FC236}">
                    <a16:creationId xmlns:a16="http://schemas.microsoft.com/office/drawing/2014/main" id="{0560037B-9C8E-72D3-2D07-B4E34B5F1638}"/>
                  </a:ext>
                  <a:ext uri="{C183D7F6-B498-43B3-948B-1728B52AA6E4}">
                    <adec:decorative xmlns:adec="http://schemas.microsoft.com/office/drawing/2017/decorative" val="1"/>
                  </a:ext>
                </a:extLst>
              </p:cNvPr>
              <p:cNvSpPr>
                <a:spLocks/>
              </p:cNvSpPr>
              <p:nvPr/>
            </p:nvSpPr>
            <p:spPr bwMode="auto">
              <a:xfrm>
                <a:off x="7550115" y="3627299"/>
                <a:ext cx="178086" cy="178086"/>
              </a:xfrm>
              <a:custGeom>
                <a:avLst/>
                <a:gdLst>
                  <a:gd name="T0" fmla="*/ 0 w 66"/>
                  <a:gd name="T1" fmla="*/ 56 h 66"/>
                  <a:gd name="T2" fmla="*/ 10 w 66"/>
                  <a:gd name="T3" fmla="*/ 66 h 66"/>
                  <a:gd name="T4" fmla="*/ 66 w 66"/>
                  <a:gd name="T5" fmla="*/ 10 h 66"/>
                  <a:gd name="T6" fmla="*/ 56 w 66"/>
                  <a:gd name="T7" fmla="*/ 0 h 66"/>
                  <a:gd name="T8" fmla="*/ 0 w 66"/>
                  <a:gd name="T9" fmla="*/ 56 h 66"/>
                </a:gdLst>
                <a:ahLst/>
                <a:cxnLst>
                  <a:cxn ang="0">
                    <a:pos x="T0" y="T1"/>
                  </a:cxn>
                  <a:cxn ang="0">
                    <a:pos x="T2" y="T3"/>
                  </a:cxn>
                  <a:cxn ang="0">
                    <a:pos x="T4" y="T5"/>
                  </a:cxn>
                  <a:cxn ang="0">
                    <a:pos x="T6" y="T7"/>
                  </a:cxn>
                  <a:cxn ang="0">
                    <a:pos x="T8" y="T9"/>
                  </a:cxn>
                </a:cxnLst>
                <a:rect l="0" t="0" r="r" b="b"/>
                <a:pathLst>
                  <a:path w="66" h="66">
                    <a:moveTo>
                      <a:pt x="0" y="56"/>
                    </a:moveTo>
                    <a:lnTo>
                      <a:pt x="10" y="66"/>
                    </a:lnTo>
                    <a:lnTo>
                      <a:pt x="66" y="10"/>
                    </a:lnTo>
                    <a:lnTo>
                      <a:pt x="56" y="0"/>
                    </a:lnTo>
                    <a:lnTo>
                      <a:pt x="0" y="56"/>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a:ea typeface="Segoe UI"/>
                  <a:cs typeface="+mn-cs"/>
                </a:endParaRPr>
              </a:p>
            </p:txBody>
          </p:sp>
          <p:sp>
            <p:nvSpPr>
              <p:cNvPr id="97" name="Freeform 134">
                <a:extLst>
                  <a:ext uri="{FF2B5EF4-FFF2-40B4-BE49-F238E27FC236}">
                    <a16:creationId xmlns:a16="http://schemas.microsoft.com/office/drawing/2014/main" id="{977DABD6-CBEB-FF82-03E4-82D793179080}"/>
                  </a:ext>
                  <a:ext uri="{C183D7F6-B498-43B3-948B-1728B52AA6E4}">
                    <adec:decorative xmlns:adec="http://schemas.microsoft.com/office/drawing/2017/decorative" val="1"/>
                  </a:ext>
                </a:extLst>
              </p:cNvPr>
              <p:cNvSpPr>
                <a:spLocks/>
              </p:cNvSpPr>
              <p:nvPr/>
            </p:nvSpPr>
            <p:spPr bwMode="auto">
              <a:xfrm>
                <a:off x="7490753" y="3692057"/>
                <a:ext cx="113327" cy="113327"/>
              </a:xfrm>
              <a:custGeom>
                <a:avLst/>
                <a:gdLst>
                  <a:gd name="T0" fmla="*/ 32 w 42"/>
                  <a:gd name="T1" fmla="*/ 42 h 42"/>
                  <a:gd name="T2" fmla="*/ 42 w 42"/>
                  <a:gd name="T3" fmla="*/ 32 h 42"/>
                  <a:gd name="T4" fmla="*/ 10 w 42"/>
                  <a:gd name="T5" fmla="*/ 0 h 42"/>
                  <a:gd name="T6" fmla="*/ 0 w 42"/>
                  <a:gd name="T7" fmla="*/ 10 h 42"/>
                  <a:gd name="T8" fmla="*/ 32 w 42"/>
                  <a:gd name="T9" fmla="*/ 42 h 42"/>
                </a:gdLst>
                <a:ahLst/>
                <a:cxnLst>
                  <a:cxn ang="0">
                    <a:pos x="T0" y="T1"/>
                  </a:cxn>
                  <a:cxn ang="0">
                    <a:pos x="T2" y="T3"/>
                  </a:cxn>
                  <a:cxn ang="0">
                    <a:pos x="T4" y="T5"/>
                  </a:cxn>
                  <a:cxn ang="0">
                    <a:pos x="T6" y="T7"/>
                  </a:cxn>
                  <a:cxn ang="0">
                    <a:pos x="T8" y="T9"/>
                  </a:cxn>
                </a:cxnLst>
                <a:rect l="0" t="0" r="r" b="b"/>
                <a:pathLst>
                  <a:path w="42" h="42">
                    <a:moveTo>
                      <a:pt x="32" y="42"/>
                    </a:moveTo>
                    <a:lnTo>
                      <a:pt x="42" y="32"/>
                    </a:lnTo>
                    <a:lnTo>
                      <a:pt x="10" y="0"/>
                    </a:lnTo>
                    <a:lnTo>
                      <a:pt x="0" y="10"/>
                    </a:lnTo>
                    <a:lnTo>
                      <a:pt x="32" y="42"/>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a:ea typeface="Segoe UI"/>
                  <a:cs typeface="+mn-cs"/>
                </a:endParaRPr>
              </a:p>
            </p:txBody>
          </p:sp>
        </p:grpSp>
        <p:grpSp>
          <p:nvGrpSpPr>
            <p:cNvPr id="84" name="Group 66">
              <a:extLst>
                <a:ext uri="{FF2B5EF4-FFF2-40B4-BE49-F238E27FC236}">
                  <a16:creationId xmlns:a16="http://schemas.microsoft.com/office/drawing/2014/main" id="{B5D99311-DA62-5C1C-2C61-DFC5FE9ED66C}"/>
                </a:ext>
              </a:extLst>
            </p:cNvPr>
            <p:cNvGrpSpPr/>
            <p:nvPr/>
          </p:nvGrpSpPr>
          <p:grpSpPr>
            <a:xfrm>
              <a:off x="7476250" y="4128798"/>
              <a:ext cx="237448" cy="202500"/>
              <a:chOff x="7490753" y="3627299"/>
              <a:chExt cx="237448" cy="202500"/>
            </a:xfrm>
          </p:grpSpPr>
          <p:sp>
            <p:nvSpPr>
              <p:cNvPr id="92" name="Rectangle 128">
                <a:extLst>
                  <a:ext uri="{FF2B5EF4-FFF2-40B4-BE49-F238E27FC236}">
                    <a16:creationId xmlns:a16="http://schemas.microsoft.com/office/drawing/2014/main" id="{63A13574-3CCA-4353-8D89-1A8E4122E215}"/>
                  </a:ext>
                  <a:ext uri="{C183D7F6-B498-43B3-948B-1728B52AA6E4}">
                    <adec:decorative xmlns:adec="http://schemas.microsoft.com/office/drawing/2017/decorative" val="1"/>
                  </a:ext>
                </a:extLst>
              </p:cNvPr>
              <p:cNvSpPr>
                <a:spLocks noChangeArrowheads="1"/>
              </p:cNvSpPr>
              <p:nvPr/>
            </p:nvSpPr>
            <p:spPr bwMode="auto">
              <a:xfrm>
                <a:off x="7531901" y="3751548"/>
                <a:ext cx="113327" cy="78251"/>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a:ea typeface="Segoe UI"/>
                  <a:cs typeface="+mn-cs"/>
                </a:endParaRPr>
              </a:p>
            </p:txBody>
          </p:sp>
          <p:sp>
            <p:nvSpPr>
              <p:cNvPr id="93" name="Freeform 133">
                <a:extLst>
                  <a:ext uri="{FF2B5EF4-FFF2-40B4-BE49-F238E27FC236}">
                    <a16:creationId xmlns:a16="http://schemas.microsoft.com/office/drawing/2014/main" id="{58CF8F75-D023-E2B7-99EF-FFE46D8B9931}"/>
                  </a:ext>
                  <a:ext uri="{C183D7F6-B498-43B3-948B-1728B52AA6E4}">
                    <adec:decorative xmlns:adec="http://schemas.microsoft.com/office/drawing/2017/decorative" val="1"/>
                  </a:ext>
                </a:extLst>
              </p:cNvPr>
              <p:cNvSpPr>
                <a:spLocks/>
              </p:cNvSpPr>
              <p:nvPr/>
            </p:nvSpPr>
            <p:spPr bwMode="auto">
              <a:xfrm>
                <a:off x="7550115" y="3627299"/>
                <a:ext cx="178086" cy="178086"/>
              </a:xfrm>
              <a:custGeom>
                <a:avLst/>
                <a:gdLst>
                  <a:gd name="T0" fmla="*/ 0 w 66"/>
                  <a:gd name="T1" fmla="*/ 56 h 66"/>
                  <a:gd name="T2" fmla="*/ 10 w 66"/>
                  <a:gd name="T3" fmla="*/ 66 h 66"/>
                  <a:gd name="T4" fmla="*/ 66 w 66"/>
                  <a:gd name="T5" fmla="*/ 10 h 66"/>
                  <a:gd name="T6" fmla="*/ 56 w 66"/>
                  <a:gd name="T7" fmla="*/ 0 h 66"/>
                  <a:gd name="T8" fmla="*/ 0 w 66"/>
                  <a:gd name="T9" fmla="*/ 56 h 66"/>
                </a:gdLst>
                <a:ahLst/>
                <a:cxnLst>
                  <a:cxn ang="0">
                    <a:pos x="T0" y="T1"/>
                  </a:cxn>
                  <a:cxn ang="0">
                    <a:pos x="T2" y="T3"/>
                  </a:cxn>
                  <a:cxn ang="0">
                    <a:pos x="T4" y="T5"/>
                  </a:cxn>
                  <a:cxn ang="0">
                    <a:pos x="T6" y="T7"/>
                  </a:cxn>
                  <a:cxn ang="0">
                    <a:pos x="T8" y="T9"/>
                  </a:cxn>
                </a:cxnLst>
                <a:rect l="0" t="0" r="r" b="b"/>
                <a:pathLst>
                  <a:path w="66" h="66">
                    <a:moveTo>
                      <a:pt x="0" y="56"/>
                    </a:moveTo>
                    <a:lnTo>
                      <a:pt x="10" y="66"/>
                    </a:lnTo>
                    <a:lnTo>
                      <a:pt x="66" y="10"/>
                    </a:lnTo>
                    <a:lnTo>
                      <a:pt x="56" y="0"/>
                    </a:lnTo>
                    <a:lnTo>
                      <a:pt x="0" y="56"/>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a:ea typeface="Segoe UI"/>
                  <a:cs typeface="+mn-cs"/>
                </a:endParaRPr>
              </a:p>
            </p:txBody>
          </p:sp>
          <p:sp>
            <p:nvSpPr>
              <p:cNvPr id="94" name="Freeform 134">
                <a:extLst>
                  <a:ext uri="{FF2B5EF4-FFF2-40B4-BE49-F238E27FC236}">
                    <a16:creationId xmlns:a16="http://schemas.microsoft.com/office/drawing/2014/main" id="{68E55C9D-AEE7-22B6-9233-4186071EB0BD}"/>
                  </a:ext>
                  <a:ext uri="{C183D7F6-B498-43B3-948B-1728B52AA6E4}">
                    <adec:decorative xmlns:adec="http://schemas.microsoft.com/office/drawing/2017/decorative" val="1"/>
                  </a:ext>
                </a:extLst>
              </p:cNvPr>
              <p:cNvSpPr>
                <a:spLocks/>
              </p:cNvSpPr>
              <p:nvPr/>
            </p:nvSpPr>
            <p:spPr bwMode="auto">
              <a:xfrm>
                <a:off x="7490753" y="3692057"/>
                <a:ext cx="113327" cy="113327"/>
              </a:xfrm>
              <a:custGeom>
                <a:avLst/>
                <a:gdLst>
                  <a:gd name="T0" fmla="*/ 32 w 42"/>
                  <a:gd name="T1" fmla="*/ 42 h 42"/>
                  <a:gd name="T2" fmla="*/ 42 w 42"/>
                  <a:gd name="T3" fmla="*/ 32 h 42"/>
                  <a:gd name="T4" fmla="*/ 10 w 42"/>
                  <a:gd name="T5" fmla="*/ 0 h 42"/>
                  <a:gd name="T6" fmla="*/ 0 w 42"/>
                  <a:gd name="T7" fmla="*/ 10 h 42"/>
                  <a:gd name="T8" fmla="*/ 32 w 42"/>
                  <a:gd name="T9" fmla="*/ 42 h 42"/>
                </a:gdLst>
                <a:ahLst/>
                <a:cxnLst>
                  <a:cxn ang="0">
                    <a:pos x="T0" y="T1"/>
                  </a:cxn>
                  <a:cxn ang="0">
                    <a:pos x="T2" y="T3"/>
                  </a:cxn>
                  <a:cxn ang="0">
                    <a:pos x="T4" y="T5"/>
                  </a:cxn>
                  <a:cxn ang="0">
                    <a:pos x="T6" y="T7"/>
                  </a:cxn>
                  <a:cxn ang="0">
                    <a:pos x="T8" y="T9"/>
                  </a:cxn>
                </a:cxnLst>
                <a:rect l="0" t="0" r="r" b="b"/>
                <a:pathLst>
                  <a:path w="42" h="42">
                    <a:moveTo>
                      <a:pt x="32" y="42"/>
                    </a:moveTo>
                    <a:lnTo>
                      <a:pt x="42" y="32"/>
                    </a:lnTo>
                    <a:lnTo>
                      <a:pt x="10" y="0"/>
                    </a:lnTo>
                    <a:lnTo>
                      <a:pt x="0" y="10"/>
                    </a:lnTo>
                    <a:lnTo>
                      <a:pt x="32" y="42"/>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a:ea typeface="Segoe UI"/>
                  <a:cs typeface="+mn-cs"/>
                </a:endParaRPr>
              </a:p>
            </p:txBody>
          </p:sp>
        </p:grpSp>
        <p:grpSp>
          <p:nvGrpSpPr>
            <p:cNvPr id="85" name="Group 7">
              <a:extLst>
                <a:ext uri="{FF2B5EF4-FFF2-40B4-BE49-F238E27FC236}">
                  <a16:creationId xmlns:a16="http://schemas.microsoft.com/office/drawing/2014/main" id="{7F7575C5-16DD-35D2-7624-FF7A17C91369}"/>
                </a:ext>
              </a:extLst>
            </p:cNvPr>
            <p:cNvGrpSpPr/>
            <p:nvPr/>
          </p:nvGrpSpPr>
          <p:grpSpPr>
            <a:xfrm>
              <a:off x="7277256" y="3729585"/>
              <a:ext cx="168827" cy="614897"/>
              <a:chOff x="6494432" y="3776532"/>
              <a:chExt cx="168827" cy="694770"/>
            </a:xfrm>
            <a:solidFill>
              <a:schemeClr val="tx1"/>
            </a:solidFill>
          </p:grpSpPr>
          <p:sp>
            <p:nvSpPr>
              <p:cNvPr id="86" name="Rectangle 5">
                <a:extLst>
                  <a:ext uri="{FF2B5EF4-FFF2-40B4-BE49-F238E27FC236}">
                    <a16:creationId xmlns:a16="http://schemas.microsoft.com/office/drawing/2014/main" id="{D71D1AA7-E100-8380-4742-47A5119AA9FE}"/>
                  </a:ext>
                  <a:ext uri="{C183D7F6-B498-43B3-948B-1728B52AA6E4}">
                    <adec:decorative xmlns:adec="http://schemas.microsoft.com/office/drawing/2017/decorative" val="1"/>
                  </a:ext>
                </a:extLst>
              </p:cNvPr>
              <p:cNvSpPr/>
              <p:nvPr/>
            </p:nvSpPr>
            <p:spPr bwMode="auto">
              <a:xfrm>
                <a:off x="6494432" y="3776532"/>
                <a:ext cx="164507" cy="4571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7" name="Rectangle 70">
                <a:extLst>
                  <a:ext uri="{FF2B5EF4-FFF2-40B4-BE49-F238E27FC236}">
                    <a16:creationId xmlns:a16="http://schemas.microsoft.com/office/drawing/2014/main" id="{6EB234B5-2D16-CBAE-EAE6-D1B3FC7A978E}"/>
                  </a:ext>
                  <a:ext uri="{C183D7F6-B498-43B3-948B-1728B52AA6E4}">
                    <adec:decorative xmlns:adec="http://schemas.microsoft.com/office/drawing/2017/decorative" val="1"/>
                  </a:ext>
                </a:extLst>
              </p:cNvPr>
              <p:cNvSpPr/>
              <p:nvPr/>
            </p:nvSpPr>
            <p:spPr bwMode="auto">
              <a:xfrm>
                <a:off x="6498389" y="3914336"/>
                <a:ext cx="164507" cy="4571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8" name="Rectangle 71">
                <a:extLst>
                  <a:ext uri="{FF2B5EF4-FFF2-40B4-BE49-F238E27FC236}">
                    <a16:creationId xmlns:a16="http://schemas.microsoft.com/office/drawing/2014/main" id="{8F942CF6-9C95-6E0D-79F2-C9CF2EDE156C}"/>
                  </a:ext>
                  <a:ext uri="{C183D7F6-B498-43B3-948B-1728B52AA6E4}">
                    <adec:decorative xmlns:adec="http://schemas.microsoft.com/office/drawing/2017/decorative" val="1"/>
                  </a:ext>
                </a:extLst>
              </p:cNvPr>
              <p:cNvSpPr/>
              <p:nvPr/>
            </p:nvSpPr>
            <p:spPr bwMode="auto">
              <a:xfrm>
                <a:off x="6498752" y="4042446"/>
                <a:ext cx="164507" cy="4571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9" name="Rectangle 72">
                <a:extLst>
                  <a:ext uri="{FF2B5EF4-FFF2-40B4-BE49-F238E27FC236}">
                    <a16:creationId xmlns:a16="http://schemas.microsoft.com/office/drawing/2014/main" id="{C3CA7DE1-71E7-F00D-53FA-254A25D1DD6A}"/>
                  </a:ext>
                  <a:ext uri="{C183D7F6-B498-43B3-948B-1728B52AA6E4}">
                    <adec:decorative xmlns:adec="http://schemas.microsoft.com/office/drawing/2017/decorative" val="1"/>
                  </a:ext>
                </a:extLst>
              </p:cNvPr>
              <p:cNvSpPr/>
              <p:nvPr/>
            </p:nvSpPr>
            <p:spPr bwMode="auto">
              <a:xfrm>
                <a:off x="6498752" y="4171842"/>
                <a:ext cx="164507" cy="4571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0" name="Rectangle 73">
                <a:extLst>
                  <a:ext uri="{FF2B5EF4-FFF2-40B4-BE49-F238E27FC236}">
                    <a16:creationId xmlns:a16="http://schemas.microsoft.com/office/drawing/2014/main" id="{DEDEA509-74B4-AC4C-D725-E847D8449DAC}"/>
                  </a:ext>
                  <a:ext uri="{C183D7F6-B498-43B3-948B-1728B52AA6E4}">
                    <adec:decorative xmlns:adec="http://schemas.microsoft.com/office/drawing/2017/decorative" val="1"/>
                  </a:ext>
                </a:extLst>
              </p:cNvPr>
              <p:cNvSpPr/>
              <p:nvPr/>
            </p:nvSpPr>
            <p:spPr bwMode="auto">
              <a:xfrm>
                <a:off x="6498752" y="4299212"/>
                <a:ext cx="164507" cy="4571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1" name="Rectangle 74">
                <a:extLst>
                  <a:ext uri="{FF2B5EF4-FFF2-40B4-BE49-F238E27FC236}">
                    <a16:creationId xmlns:a16="http://schemas.microsoft.com/office/drawing/2014/main" id="{DDDFCCF8-C009-A464-946C-0D22D9B2AB2E}"/>
                  </a:ext>
                  <a:ext uri="{C183D7F6-B498-43B3-948B-1728B52AA6E4}">
                    <adec:decorative xmlns:adec="http://schemas.microsoft.com/office/drawing/2017/decorative" val="1"/>
                  </a:ext>
                </a:extLst>
              </p:cNvPr>
              <p:cNvSpPr/>
              <p:nvPr/>
            </p:nvSpPr>
            <p:spPr bwMode="auto">
              <a:xfrm>
                <a:off x="6498389" y="4425583"/>
                <a:ext cx="164507" cy="4571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sp>
        <p:nvSpPr>
          <p:cNvPr id="101" name="Content Placeholder 12">
            <a:extLst>
              <a:ext uri="{FF2B5EF4-FFF2-40B4-BE49-F238E27FC236}">
                <a16:creationId xmlns:a16="http://schemas.microsoft.com/office/drawing/2014/main" id="{7BCCD290-165C-71C3-C225-7737C3C74A64}"/>
              </a:ext>
            </a:extLst>
          </p:cNvPr>
          <p:cNvSpPr txBox="1">
            <a:spLocks/>
          </p:cNvSpPr>
          <p:nvPr/>
        </p:nvSpPr>
        <p:spPr>
          <a:xfrm>
            <a:off x="6446314" y="5320230"/>
            <a:ext cx="2430122" cy="528185"/>
          </a:xfrm>
        </p:spPr>
        <p:txBody>
          <a:bodyPr>
            <a:noAutofit/>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lvl="1" indent="0" algn="ctr" defTabSz="711200">
              <a:spcBef>
                <a:spcPct val="0"/>
              </a:spcBef>
              <a:spcAft>
                <a:spcPct val="15000"/>
              </a:spcAft>
              <a:buFontTx/>
              <a:buNone/>
              <a:defRPr/>
            </a:pPr>
            <a:r>
              <a:rPr lang="ja-JP" altLang="en-US"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あらゆるアプリケーションで、</a:t>
            </a:r>
            <a:br>
              <a:rPr lang="en-US" altLang="ja-JP"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br>
            <a:r>
              <a:rPr lang="ja-JP" altLang="en-US"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ビジネス継続性、</a:t>
            </a:r>
            <a:r>
              <a:rPr lang="en-US" altLang="ja-JP"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99.999% </a:t>
            </a:r>
            <a:r>
              <a:rPr lang="ja-JP" altLang="en-US"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の可用性、エンタープライズ レベルの</a:t>
            </a:r>
            <a:br>
              <a:rPr lang="en-US" altLang="ja-JP"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br>
            <a:r>
              <a:rPr lang="ja-JP" altLang="en-US"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セキュリティが保証される</a:t>
            </a:r>
            <a:endParaRPr lang="ja-JP" altLang="en-US" sz="1000" kern="100" dirty="0">
              <a:solidFill>
                <a:prstClr val="black"/>
              </a:solidFill>
              <a:latin typeface="Segoe UI" panose="020B0502040204020203" pitchFamily="34" charset="0"/>
              <a:ea typeface="Segoe UI" panose="020B0500000000000000" pitchFamily="50" charset="-128"/>
              <a:cs typeface="Segoe UI" panose="020B0502040204020203" pitchFamily="34" charset="0"/>
            </a:endParaRPr>
          </a:p>
        </p:txBody>
      </p:sp>
      <p:sp>
        <p:nvSpPr>
          <p:cNvPr id="102" name="Content Placeholder 13">
            <a:extLst>
              <a:ext uri="{FF2B5EF4-FFF2-40B4-BE49-F238E27FC236}">
                <a16:creationId xmlns:a16="http://schemas.microsoft.com/office/drawing/2014/main" id="{319B55E8-3801-119A-99F6-80484BF5FD7D}"/>
              </a:ext>
            </a:extLst>
          </p:cNvPr>
          <p:cNvSpPr txBox="1">
            <a:spLocks/>
          </p:cNvSpPr>
          <p:nvPr/>
        </p:nvSpPr>
        <p:spPr>
          <a:xfrm>
            <a:off x="9569822" y="3287156"/>
            <a:ext cx="1775899" cy="526279"/>
          </a:xfrm>
        </p:spPr>
        <p:txBody>
          <a:bodyPr>
            <a:noAutofit/>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gn="ctr">
              <a:spcBef>
                <a:spcPts val="0"/>
              </a:spcBef>
              <a:buFontTx/>
              <a:buNone/>
              <a:defRPr/>
            </a:pPr>
            <a:r>
              <a:rPr lang="ja-JP" altLang="en-US" sz="1200" b="1" kern="100">
                <a:solidFill>
                  <a:prstClr val="black"/>
                </a:solidFill>
                <a:latin typeface="Segoe UI" panose="020B0502040204020203" pitchFamily="34" charset="0"/>
                <a:ea typeface="Segoe UI" panose="020B0500000000000000" pitchFamily="50" charset="-128"/>
                <a:cs typeface="Segoe UI Semibold" panose="020B0502040204020203" pitchFamily="34" charset="0"/>
              </a:rPr>
              <a:t>フルマネージド </a:t>
            </a:r>
            <a:r>
              <a:rPr lang="en-US" altLang="ja-JP" sz="1200" b="1" kern="100">
                <a:solidFill>
                  <a:prstClr val="black"/>
                </a:solidFill>
                <a:latin typeface="Segoe UI" panose="020B0502040204020203" pitchFamily="34" charset="0"/>
                <a:ea typeface="Segoe UI" panose="020B0500000000000000" pitchFamily="50" charset="-128"/>
                <a:cs typeface="Segoe UI Semibold" panose="020B0502040204020203" pitchFamily="34" charset="0"/>
              </a:rPr>
              <a:t>&amp; </a:t>
            </a:r>
            <a:br>
              <a:rPr lang="en-US" altLang="ja-JP" sz="1200" b="1" kern="100">
                <a:solidFill>
                  <a:prstClr val="black"/>
                </a:solidFill>
                <a:latin typeface="Segoe UI" panose="020B0502040204020203" pitchFamily="34" charset="0"/>
                <a:ea typeface="Segoe UI" panose="020B0500000000000000" pitchFamily="50" charset="-128"/>
                <a:cs typeface="Segoe UI Semibold" panose="020B0502040204020203" pitchFamily="34" charset="0"/>
              </a:rPr>
            </a:br>
            <a:r>
              <a:rPr lang="ja-JP" altLang="en-US" sz="1200" b="1" kern="100">
                <a:solidFill>
                  <a:prstClr val="black"/>
                </a:solidFill>
                <a:latin typeface="Segoe UI" panose="020B0502040204020203" pitchFamily="34" charset="0"/>
                <a:ea typeface="Segoe UI" panose="020B0500000000000000" pitchFamily="50" charset="-128"/>
                <a:cs typeface="Segoe UI Semibold" panose="020B0502040204020203" pitchFamily="34" charset="0"/>
              </a:rPr>
              <a:t>高いコスト効果</a:t>
            </a:r>
          </a:p>
        </p:txBody>
      </p:sp>
      <p:grpSp>
        <p:nvGrpSpPr>
          <p:cNvPr id="103" name="Group 84">
            <a:extLst>
              <a:ext uri="{FF2B5EF4-FFF2-40B4-BE49-F238E27FC236}">
                <a16:creationId xmlns:a16="http://schemas.microsoft.com/office/drawing/2014/main" id="{6367D65F-F925-14A0-7DE2-E6864597A5E2}"/>
              </a:ext>
              <a:ext uri="{C183D7F6-B498-43B3-948B-1728B52AA6E4}">
                <adec:decorative xmlns:adec="http://schemas.microsoft.com/office/drawing/2017/decorative" val="1"/>
              </a:ext>
            </a:extLst>
          </p:cNvPr>
          <p:cNvGrpSpPr>
            <a:grpSpLocks noChangeAspect="1"/>
          </p:cNvGrpSpPr>
          <p:nvPr/>
        </p:nvGrpSpPr>
        <p:grpSpPr bwMode="auto">
          <a:xfrm>
            <a:off x="10067641" y="4200704"/>
            <a:ext cx="708304" cy="780885"/>
            <a:chOff x="5822" y="999"/>
            <a:chExt cx="283" cy="312"/>
          </a:xfrm>
        </p:grpSpPr>
        <p:sp>
          <p:nvSpPr>
            <p:cNvPr id="104" name="AutoShape 83">
              <a:extLst>
                <a:ext uri="{FF2B5EF4-FFF2-40B4-BE49-F238E27FC236}">
                  <a16:creationId xmlns:a16="http://schemas.microsoft.com/office/drawing/2014/main" id="{2B29D7EC-B947-EE43-E002-328C8901C6F6}"/>
                </a:ext>
                <a:ext uri="{C183D7F6-B498-43B3-948B-1728B52AA6E4}">
                  <adec:decorative xmlns:adec="http://schemas.microsoft.com/office/drawing/2017/decorative" val="1"/>
                </a:ext>
              </a:extLst>
            </p:cNvPr>
            <p:cNvSpPr>
              <a:spLocks noChangeAspect="1" noChangeArrowheads="1" noTextEdit="1"/>
            </p:cNvSpPr>
            <p:nvPr/>
          </p:nvSpPr>
          <p:spPr bwMode="auto">
            <a:xfrm>
              <a:off x="5822" y="999"/>
              <a:ext cx="283"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Segoe UI"/>
                <a:cs typeface="+mn-cs"/>
              </a:endParaRPr>
            </a:p>
          </p:txBody>
        </p:sp>
        <p:sp>
          <p:nvSpPr>
            <p:cNvPr id="105" name="Rectangle 85">
              <a:extLst>
                <a:ext uri="{FF2B5EF4-FFF2-40B4-BE49-F238E27FC236}">
                  <a16:creationId xmlns:a16="http://schemas.microsoft.com/office/drawing/2014/main" id="{A24AF988-FDAB-BFEE-F1E3-9C777AE77BC5}"/>
                </a:ext>
                <a:ext uri="{C183D7F6-B498-43B3-948B-1728B52AA6E4}">
                  <adec:decorative xmlns:adec="http://schemas.microsoft.com/office/drawing/2017/decorative" val="1"/>
                </a:ext>
              </a:extLst>
            </p:cNvPr>
            <p:cNvSpPr>
              <a:spLocks noChangeArrowheads="1"/>
            </p:cNvSpPr>
            <p:nvPr/>
          </p:nvSpPr>
          <p:spPr bwMode="auto">
            <a:xfrm>
              <a:off x="5849" y="999"/>
              <a:ext cx="5" cy="312"/>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a:ea typeface="Segoe UI"/>
                <a:cs typeface="+mn-cs"/>
              </a:endParaRPr>
            </a:p>
          </p:txBody>
        </p:sp>
        <p:sp>
          <p:nvSpPr>
            <p:cNvPr id="106" name="Rectangle 86">
              <a:extLst>
                <a:ext uri="{FF2B5EF4-FFF2-40B4-BE49-F238E27FC236}">
                  <a16:creationId xmlns:a16="http://schemas.microsoft.com/office/drawing/2014/main" id="{0F15B8AB-C119-BE55-B00B-B18A5BC5E99D}"/>
                </a:ext>
                <a:ext uri="{C183D7F6-B498-43B3-948B-1728B52AA6E4}">
                  <adec:decorative xmlns:adec="http://schemas.microsoft.com/office/drawing/2017/decorative" val="1"/>
                </a:ext>
              </a:extLst>
            </p:cNvPr>
            <p:cNvSpPr>
              <a:spLocks noChangeArrowheads="1"/>
            </p:cNvSpPr>
            <p:nvPr/>
          </p:nvSpPr>
          <p:spPr bwMode="auto">
            <a:xfrm>
              <a:off x="5961" y="999"/>
              <a:ext cx="5" cy="312"/>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a:ea typeface="Segoe UI"/>
                <a:cs typeface="+mn-cs"/>
              </a:endParaRPr>
            </a:p>
          </p:txBody>
        </p:sp>
        <p:sp>
          <p:nvSpPr>
            <p:cNvPr id="107" name="Rectangle 87">
              <a:extLst>
                <a:ext uri="{FF2B5EF4-FFF2-40B4-BE49-F238E27FC236}">
                  <a16:creationId xmlns:a16="http://schemas.microsoft.com/office/drawing/2014/main" id="{0C1B6B14-28C8-8758-30A3-E8FBAB0A5E79}"/>
                </a:ext>
                <a:ext uri="{C183D7F6-B498-43B3-948B-1728B52AA6E4}">
                  <adec:decorative xmlns:adec="http://schemas.microsoft.com/office/drawing/2017/decorative" val="1"/>
                </a:ext>
              </a:extLst>
            </p:cNvPr>
            <p:cNvSpPr>
              <a:spLocks noChangeArrowheads="1"/>
            </p:cNvSpPr>
            <p:nvPr/>
          </p:nvSpPr>
          <p:spPr bwMode="auto">
            <a:xfrm>
              <a:off x="6073" y="999"/>
              <a:ext cx="5" cy="312"/>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a:ea typeface="Segoe UI"/>
                <a:cs typeface="+mn-cs"/>
              </a:endParaRPr>
            </a:p>
          </p:txBody>
        </p:sp>
        <p:sp>
          <p:nvSpPr>
            <p:cNvPr id="108" name="Oval 88">
              <a:extLst>
                <a:ext uri="{FF2B5EF4-FFF2-40B4-BE49-F238E27FC236}">
                  <a16:creationId xmlns:a16="http://schemas.microsoft.com/office/drawing/2014/main" id="{CA8ACA35-3B7E-1AA6-81F9-1981F3A30200}"/>
                </a:ext>
                <a:ext uri="{C183D7F6-B498-43B3-948B-1728B52AA6E4}">
                  <adec:decorative xmlns:adec="http://schemas.microsoft.com/office/drawing/2017/decorative" val="1"/>
                </a:ext>
              </a:extLst>
            </p:cNvPr>
            <p:cNvSpPr>
              <a:spLocks noChangeArrowheads="1"/>
            </p:cNvSpPr>
            <p:nvPr/>
          </p:nvSpPr>
          <p:spPr bwMode="auto">
            <a:xfrm>
              <a:off x="5822" y="1062"/>
              <a:ext cx="59" cy="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a:ea typeface="Segoe UI"/>
                <a:cs typeface="+mn-cs"/>
              </a:endParaRPr>
            </a:p>
          </p:txBody>
        </p:sp>
        <p:sp>
          <p:nvSpPr>
            <p:cNvPr id="109" name="Oval 89">
              <a:extLst>
                <a:ext uri="{FF2B5EF4-FFF2-40B4-BE49-F238E27FC236}">
                  <a16:creationId xmlns:a16="http://schemas.microsoft.com/office/drawing/2014/main" id="{0842094B-97DB-AC34-15D6-68D7600EEA96}"/>
                </a:ext>
                <a:ext uri="{C183D7F6-B498-43B3-948B-1728B52AA6E4}">
                  <adec:decorative xmlns:adec="http://schemas.microsoft.com/office/drawing/2017/decorative" val="1"/>
                </a:ext>
              </a:extLst>
            </p:cNvPr>
            <p:cNvSpPr>
              <a:spLocks noChangeArrowheads="1"/>
            </p:cNvSpPr>
            <p:nvPr/>
          </p:nvSpPr>
          <p:spPr bwMode="auto">
            <a:xfrm>
              <a:off x="5934" y="1197"/>
              <a:ext cx="59" cy="59"/>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a:ea typeface="Segoe UI"/>
                <a:cs typeface="+mn-cs"/>
              </a:endParaRPr>
            </a:p>
          </p:txBody>
        </p:sp>
        <p:sp>
          <p:nvSpPr>
            <p:cNvPr id="110" name="Oval 90">
              <a:extLst>
                <a:ext uri="{FF2B5EF4-FFF2-40B4-BE49-F238E27FC236}">
                  <a16:creationId xmlns:a16="http://schemas.microsoft.com/office/drawing/2014/main" id="{850A759D-3EE0-A908-0C88-343857D87C47}"/>
                </a:ext>
                <a:ext uri="{C183D7F6-B498-43B3-948B-1728B52AA6E4}">
                  <adec:decorative xmlns:adec="http://schemas.microsoft.com/office/drawing/2017/decorative" val="1"/>
                </a:ext>
              </a:extLst>
            </p:cNvPr>
            <p:cNvSpPr>
              <a:spLocks noChangeArrowheads="1"/>
            </p:cNvSpPr>
            <p:nvPr/>
          </p:nvSpPr>
          <p:spPr bwMode="auto">
            <a:xfrm>
              <a:off x="6046" y="1048"/>
              <a:ext cx="59"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a:ea typeface="Segoe UI"/>
                <a:cs typeface="+mn-cs"/>
              </a:endParaRPr>
            </a:p>
          </p:txBody>
        </p:sp>
      </p:grpSp>
      <p:sp>
        <p:nvSpPr>
          <p:cNvPr id="111" name="Content Placeholder 26">
            <a:extLst>
              <a:ext uri="{FF2B5EF4-FFF2-40B4-BE49-F238E27FC236}">
                <a16:creationId xmlns:a16="http://schemas.microsoft.com/office/drawing/2014/main" id="{E1E41ABA-488A-D886-A21C-CF0B0E2D6EC6}"/>
              </a:ext>
            </a:extLst>
          </p:cNvPr>
          <p:cNvSpPr txBox="1">
            <a:spLocks/>
          </p:cNvSpPr>
          <p:nvPr/>
        </p:nvSpPr>
        <p:spPr>
          <a:xfrm>
            <a:off x="9334895" y="5321845"/>
            <a:ext cx="2171305" cy="703539"/>
          </a:xfrm>
        </p:spPr>
        <p:txBody>
          <a:bodyPr wrap="none">
            <a:noAutofit/>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lvl="1" indent="0" algn="ctr" defTabSz="711200">
              <a:spcBef>
                <a:spcPct val="0"/>
              </a:spcBef>
              <a:spcAft>
                <a:spcPct val="15000"/>
              </a:spcAft>
              <a:buFontTx/>
              <a:buNone/>
              <a:defRPr/>
            </a:pPr>
            <a:r>
              <a:rPr lang="ja-JP" altLang="en-US"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サーバーレスおよび自動スケーリングによる</a:t>
            </a:r>
            <a:br>
              <a:rPr lang="en-US" altLang="ja-JP" sz="1000" kern="100" dirty="0">
                <a:solidFill>
                  <a:prstClr val="black"/>
                </a:solidFill>
                <a:latin typeface="Segoe UI" panose="020B0502040204020203" pitchFamily="34" charset="0"/>
                <a:ea typeface="Segoe UI" panose="020B0500000000000000" pitchFamily="50" charset="-128"/>
                <a:cs typeface="Segoe UI" panose="020B0502040204020203" pitchFamily="34" charset="0"/>
              </a:rPr>
            </a:br>
            <a:r>
              <a:rPr lang="ja-JP" altLang="en-US"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エンドツーエンドのデータベース管理によって</a:t>
            </a:r>
            <a:br>
              <a:rPr lang="en-US" altLang="ja-JP" sz="1000" kern="100" dirty="0">
                <a:solidFill>
                  <a:prstClr val="black"/>
                </a:solidFill>
                <a:latin typeface="Segoe UI" panose="020B0502040204020203" pitchFamily="34" charset="0"/>
                <a:ea typeface="Segoe UI" panose="020B0500000000000000" pitchFamily="50" charset="-128"/>
                <a:cs typeface="Segoe UI" panose="020B0502040204020203" pitchFamily="34" charset="0"/>
              </a:rPr>
            </a:br>
            <a:r>
              <a:rPr lang="ja-JP" altLang="en-US"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アプリケーションと </a:t>
            </a:r>
            <a:r>
              <a:rPr lang="en-US" altLang="ja-JP" sz="1000" kern="100" dirty="0">
                <a:solidFill>
                  <a:prstClr val="black"/>
                </a:solidFill>
                <a:latin typeface="Segoe UI" panose="020B0502040204020203" pitchFamily="34" charset="0"/>
                <a:ea typeface="Segoe UI" panose="020B0500000000000000" pitchFamily="50" charset="-128"/>
                <a:cs typeface="Segoe UI" panose="020B0502040204020203" pitchFamily="34" charset="0"/>
              </a:rPr>
              <a:t>TCO </a:t>
            </a:r>
            <a:r>
              <a:rPr lang="ja-JP" altLang="en-US"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のニーズに</a:t>
            </a:r>
            <a:br>
              <a:rPr lang="en-US" altLang="ja-JP" sz="1000" kern="100" dirty="0">
                <a:solidFill>
                  <a:prstClr val="black"/>
                </a:solidFill>
                <a:latin typeface="Segoe UI" panose="020B0502040204020203" pitchFamily="34" charset="0"/>
                <a:ea typeface="Segoe UI" panose="020B0500000000000000" pitchFamily="50" charset="-128"/>
                <a:cs typeface="Segoe UI" panose="020B0502040204020203" pitchFamily="34" charset="0"/>
              </a:rPr>
            </a:br>
            <a:r>
              <a:rPr lang="ja-JP" altLang="en-US" sz="1000" kern="100">
                <a:solidFill>
                  <a:prstClr val="black"/>
                </a:solidFill>
                <a:latin typeface="Segoe UI" panose="020B0502040204020203" pitchFamily="34" charset="0"/>
                <a:ea typeface="Segoe UI" panose="020B0500000000000000" pitchFamily="50" charset="-128"/>
                <a:cs typeface="Segoe UI" panose="020B0502040204020203" pitchFamily="34" charset="0"/>
              </a:rPr>
              <a:t>対応できる</a:t>
            </a:r>
            <a:endParaRPr lang="ja-JP" altLang="en-US" sz="1000" kern="100" dirty="0">
              <a:solidFill>
                <a:prstClr val="black"/>
              </a:solidFill>
              <a:latin typeface="Segoe UI" panose="020B0502040204020203" pitchFamily="34" charset="0"/>
              <a:ea typeface="Segoe UI" panose="020B0500000000000000" pitchFamily="50" charset="-128"/>
              <a:cs typeface="Segoe UI" panose="020B0502040204020203" pitchFamily="34" charset="0"/>
            </a:endParaRPr>
          </a:p>
        </p:txBody>
      </p:sp>
      <p:cxnSp>
        <p:nvCxnSpPr>
          <p:cNvPr id="112" name="Straight Connector 145">
            <a:extLst>
              <a:ext uri="{FF2B5EF4-FFF2-40B4-BE49-F238E27FC236}">
                <a16:creationId xmlns:a16="http://schemas.microsoft.com/office/drawing/2014/main" id="{6A40224C-9D64-2A2A-D84D-6E187EE0F22B}"/>
              </a:ext>
            </a:extLst>
          </p:cNvPr>
          <p:cNvCxnSpPr>
            <a:cxnSpLocks/>
          </p:cNvCxnSpPr>
          <p:nvPr/>
        </p:nvCxnSpPr>
        <p:spPr>
          <a:xfrm>
            <a:off x="3277491" y="2808587"/>
            <a:ext cx="0" cy="3810230"/>
          </a:xfrm>
          <a:prstGeom prst="line">
            <a:avLst/>
          </a:prstGeom>
          <a:noFill/>
          <a:ln w="12700" cap="flat" cmpd="sng" algn="ctr">
            <a:solidFill>
              <a:schemeClr val="accent1"/>
            </a:solidFill>
            <a:prstDash val="solid"/>
            <a:headEnd type="none"/>
            <a:tailEnd type="none"/>
          </a:ln>
          <a:effectLst/>
        </p:spPr>
      </p:cxnSp>
      <p:cxnSp>
        <p:nvCxnSpPr>
          <p:cNvPr id="113" name="Straight Connector 145">
            <a:extLst>
              <a:ext uri="{FF2B5EF4-FFF2-40B4-BE49-F238E27FC236}">
                <a16:creationId xmlns:a16="http://schemas.microsoft.com/office/drawing/2014/main" id="{D05BA61D-2A2A-5D3D-5858-B87F1DA529E9}"/>
              </a:ext>
            </a:extLst>
          </p:cNvPr>
          <p:cNvCxnSpPr>
            <a:cxnSpLocks/>
          </p:cNvCxnSpPr>
          <p:nvPr/>
        </p:nvCxnSpPr>
        <p:spPr>
          <a:xfrm>
            <a:off x="6151556" y="2746822"/>
            <a:ext cx="0" cy="3810230"/>
          </a:xfrm>
          <a:prstGeom prst="line">
            <a:avLst/>
          </a:prstGeom>
          <a:noFill/>
          <a:ln w="12700" cap="flat" cmpd="sng" algn="ctr">
            <a:solidFill>
              <a:schemeClr val="accent1"/>
            </a:solidFill>
            <a:prstDash val="solid"/>
            <a:headEnd type="none"/>
            <a:tailEnd type="none"/>
          </a:ln>
          <a:effectLst/>
        </p:spPr>
      </p:cxnSp>
      <p:cxnSp>
        <p:nvCxnSpPr>
          <p:cNvPr id="114" name="Straight Connector 145">
            <a:extLst>
              <a:ext uri="{FF2B5EF4-FFF2-40B4-BE49-F238E27FC236}">
                <a16:creationId xmlns:a16="http://schemas.microsoft.com/office/drawing/2014/main" id="{B33951B6-82E8-EBEE-2817-46AE620F9419}"/>
              </a:ext>
            </a:extLst>
          </p:cNvPr>
          <p:cNvCxnSpPr>
            <a:cxnSpLocks/>
          </p:cNvCxnSpPr>
          <p:nvPr/>
        </p:nvCxnSpPr>
        <p:spPr>
          <a:xfrm>
            <a:off x="9025622" y="2746822"/>
            <a:ext cx="0" cy="3810230"/>
          </a:xfrm>
          <a:prstGeom prst="line">
            <a:avLst/>
          </a:prstGeom>
          <a:noFill/>
          <a:ln w="12700" cap="flat" cmpd="sng" algn="ctr">
            <a:solidFill>
              <a:schemeClr val="accent1"/>
            </a:solidFill>
            <a:prstDash val="solid"/>
            <a:headEnd type="none"/>
            <a:tailEnd type="none"/>
          </a:ln>
          <a:effectLst/>
        </p:spPr>
      </p:cxnSp>
      <p:grpSp>
        <p:nvGrpSpPr>
          <p:cNvPr id="115" name="Group 135">
            <a:extLst>
              <a:ext uri="{FF2B5EF4-FFF2-40B4-BE49-F238E27FC236}">
                <a16:creationId xmlns:a16="http://schemas.microsoft.com/office/drawing/2014/main" id="{F594D730-A576-F799-0B69-77506673C7B4}"/>
              </a:ext>
              <a:ext uri="{C183D7F6-B498-43B3-948B-1728B52AA6E4}">
                <adec:decorative xmlns:adec="http://schemas.microsoft.com/office/drawing/2017/decorative" val="1"/>
              </a:ext>
            </a:extLst>
          </p:cNvPr>
          <p:cNvGrpSpPr>
            <a:grpSpLocks noChangeAspect="1"/>
          </p:cNvGrpSpPr>
          <p:nvPr/>
        </p:nvGrpSpPr>
        <p:grpSpPr bwMode="auto">
          <a:xfrm>
            <a:off x="1564135" y="4305101"/>
            <a:ext cx="708304" cy="587983"/>
            <a:chOff x="2204" y="1026"/>
            <a:chExt cx="312" cy="259"/>
          </a:xfrm>
        </p:grpSpPr>
        <p:sp>
          <p:nvSpPr>
            <p:cNvPr id="116" name="Freeform 136">
              <a:extLst>
                <a:ext uri="{FF2B5EF4-FFF2-40B4-BE49-F238E27FC236}">
                  <a16:creationId xmlns:a16="http://schemas.microsoft.com/office/drawing/2014/main" id="{74733642-9128-2D98-CF98-F4A6279647E3}"/>
                </a:ext>
                <a:ext uri="{C183D7F6-B498-43B3-948B-1728B52AA6E4}">
                  <adec:decorative xmlns:adec="http://schemas.microsoft.com/office/drawing/2017/decorative" val="1"/>
                </a:ext>
              </a:extLst>
            </p:cNvPr>
            <p:cNvSpPr>
              <a:spLocks/>
            </p:cNvSpPr>
            <p:nvPr/>
          </p:nvSpPr>
          <p:spPr bwMode="auto">
            <a:xfrm>
              <a:off x="2516" y="1182"/>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S Mincho"/>
                <a:cs typeface="+mn-cs"/>
              </a:endParaRPr>
            </a:p>
          </p:txBody>
        </p:sp>
        <p:sp>
          <p:nvSpPr>
            <p:cNvPr id="117" name="Freeform 137">
              <a:extLst>
                <a:ext uri="{FF2B5EF4-FFF2-40B4-BE49-F238E27FC236}">
                  <a16:creationId xmlns:a16="http://schemas.microsoft.com/office/drawing/2014/main" id="{AB837317-D45F-AD9C-4606-A342FC3E64AB}"/>
                </a:ext>
                <a:ext uri="{C183D7F6-B498-43B3-948B-1728B52AA6E4}">
                  <adec:decorative xmlns:adec="http://schemas.microsoft.com/office/drawing/2017/decorative" val="1"/>
                </a:ext>
              </a:extLst>
            </p:cNvPr>
            <p:cNvSpPr>
              <a:spLocks/>
            </p:cNvSpPr>
            <p:nvPr/>
          </p:nvSpPr>
          <p:spPr bwMode="auto">
            <a:xfrm>
              <a:off x="2457" y="1192"/>
              <a:ext cx="59" cy="93"/>
            </a:xfrm>
            <a:custGeom>
              <a:avLst/>
              <a:gdLst>
                <a:gd name="T0" fmla="*/ 132 w 260"/>
                <a:gd name="T1" fmla="*/ 0 h 409"/>
                <a:gd name="T2" fmla="*/ 0 w 260"/>
                <a:gd name="T3" fmla="*/ 318 h 409"/>
                <a:gd name="T4" fmla="*/ 91 w 260"/>
                <a:gd name="T5" fmla="*/ 409 h 409"/>
                <a:gd name="T6" fmla="*/ 260 w 260"/>
                <a:gd name="T7" fmla="*/ 0 h 409"/>
                <a:gd name="T8" fmla="*/ 132 w 260"/>
                <a:gd name="T9" fmla="*/ 0 h 409"/>
              </a:gdLst>
              <a:ahLst/>
              <a:cxnLst>
                <a:cxn ang="0">
                  <a:pos x="T0" y="T1"/>
                </a:cxn>
                <a:cxn ang="0">
                  <a:pos x="T2" y="T3"/>
                </a:cxn>
                <a:cxn ang="0">
                  <a:pos x="T4" y="T5"/>
                </a:cxn>
                <a:cxn ang="0">
                  <a:pos x="T6" y="T7"/>
                </a:cxn>
                <a:cxn ang="0">
                  <a:pos x="T8" y="T9"/>
                </a:cxn>
              </a:cxnLst>
              <a:rect l="0" t="0" r="r" b="b"/>
              <a:pathLst>
                <a:path w="260" h="409">
                  <a:moveTo>
                    <a:pt x="132" y="0"/>
                  </a:moveTo>
                  <a:cubicBezTo>
                    <a:pt x="123" y="121"/>
                    <a:pt x="74" y="231"/>
                    <a:pt x="0" y="318"/>
                  </a:cubicBezTo>
                  <a:cubicBezTo>
                    <a:pt x="91" y="409"/>
                    <a:pt x="91" y="409"/>
                    <a:pt x="91" y="409"/>
                  </a:cubicBezTo>
                  <a:cubicBezTo>
                    <a:pt x="188" y="298"/>
                    <a:pt x="250" y="156"/>
                    <a:pt x="260" y="0"/>
                  </a:cubicBezTo>
                  <a:lnTo>
                    <a:pt x="132"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S Mincho"/>
                <a:cs typeface="+mn-cs"/>
              </a:endParaRPr>
            </a:p>
          </p:txBody>
        </p:sp>
        <p:sp>
          <p:nvSpPr>
            <p:cNvPr id="118" name="Freeform 138">
              <a:extLst>
                <a:ext uri="{FF2B5EF4-FFF2-40B4-BE49-F238E27FC236}">
                  <a16:creationId xmlns:a16="http://schemas.microsoft.com/office/drawing/2014/main" id="{EF56DF9B-530A-B45D-30A4-20AE523C2E11}"/>
                </a:ext>
                <a:ext uri="{C183D7F6-B498-43B3-948B-1728B52AA6E4}">
                  <adec:decorative xmlns:adec="http://schemas.microsoft.com/office/drawing/2017/decorative" val="1"/>
                </a:ext>
              </a:extLst>
            </p:cNvPr>
            <p:cNvSpPr>
              <a:spLocks/>
            </p:cNvSpPr>
            <p:nvPr/>
          </p:nvSpPr>
          <p:spPr bwMode="auto">
            <a:xfrm>
              <a:off x="2457" y="1079"/>
              <a:ext cx="59" cy="93"/>
            </a:xfrm>
            <a:custGeom>
              <a:avLst/>
              <a:gdLst>
                <a:gd name="T0" fmla="*/ 0 w 260"/>
                <a:gd name="T1" fmla="*/ 90 h 409"/>
                <a:gd name="T2" fmla="*/ 132 w 260"/>
                <a:gd name="T3" fmla="*/ 409 h 409"/>
                <a:gd name="T4" fmla="*/ 260 w 260"/>
                <a:gd name="T5" fmla="*/ 409 h 409"/>
                <a:gd name="T6" fmla="*/ 91 w 260"/>
                <a:gd name="T7" fmla="*/ 0 h 409"/>
                <a:gd name="T8" fmla="*/ 0 w 260"/>
                <a:gd name="T9" fmla="*/ 90 h 409"/>
              </a:gdLst>
              <a:ahLst/>
              <a:cxnLst>
                <a:cxn ang="0">
                  <a:pos x="T0" y="T1"/>
                </a:cxn>
                <a:cxn ang="0">
                  <a:pos x="T2" y="T3"/>
                </a:cxn>
                <a:cxn ang="0">
                  <a:pos x="T4" y="T5"/>
                </a:cxn>
                <a:cxn ang="0">
                  <a:pos x="T6" y="T7"/>
                </a:cxn>
                <a:cxn ang="0">
                  <a:pos x="T8" y="T9"/>
                </a:cxn>
              </a:cxnLst>
              <a:rect l="0" t="0" r="r" b="b"/>
              <a:pathLst>
                <a:path w="260" h="409">
                  <a:moveTo>
                    <a:pt x="0" y="90"/>
                  </a:moveTo>
                  <a:cubicBezTo>
                    <a:pt x="79" y="182"/>
                    <a:pt x="123" y="294"/>
                    <a:pt x="132" y="409"/>
                  </a:cubicBezTo>
                  <a:cubicBezTo>
                    <a:pt x="260" y="409"/>
                    <a:pt x="260" y="409"/>
                    <a:pt x="260" y="409"/>
                  </a:cubicBezTo>
                  <a:cubicBezTo>
                    <a:pt x="251" y="262"/>
                    <a:pt x="195" y="117"/>
                    <a:pt x="91" y="0"/>
                  </a:cubicBezTo>
                  <a:lnTo>
                    <a:pt x="0" y="9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S Mincho"/>
                <a:cs typeface="+mn-cs"/>
              </a:endParaRPr>
            </a:p>
          </p:txBody>
        </p:sp>
        <p:sp>
          <p:nvSpPr>
            <p:cNvPr id="119" name="Freeform 139">
              <a:extLst>
                <a:ext uri="{FF2B5EF4-FFF2-40B4-BE49-F238E27FC236}">
                  <a16:creationId xmlns:a16="http://schemas.microsoft.com/office/drawing/2014/main" id="{748536CB-918D-60BD-FAAC-C9DBB9431EC3}"/>
                </a:ext>
                <a:ext uri="{C183D7F6-B498-43B3-948B-1728B52AA6E4}">
                  <adec:decorative xmlns:adec="http://schemas.microsoft.com/office/drawing/2017/decorative" val="1"/>
                </a:ext>
              </a:extLst>
            </p:cNvPr>
            <p:cNvSpPr>
              <a:spLocks/>
            </p:cNvSpPr>
            <p:nvPr/>
          </p:nvSpPr>
          <p:spPr bwMode="auto">
            <a:xfrm>
              <a:off x="2370" y="1026"/>
              <a:ext cx="93" cy="60"/>
            </a:xfrm>
            <a:custGeom>
              <a:avLst/>
              <a:gdLst>
                <a:gd name="T0" fmla="*/ 0 w 409"/>
                <a:gd name="T1" fmla="*/ 129 h 261"/>
                <a:gd name="T2" fmla="*/ 318 w 409"/>
                <a:gd name="T3" fmla="*/ 261 h 261"/>
                <a:gd name="T4" fmla="*/ 409 w 409"/>
                <a:gd name="T5" fmla="*/ 170 h 261"/>
                <a:gd name="T6" fmla="*/ 0 w 409"/>
                <a:gd name="T7" fmla="*/ 0 h 261"/>
                <a:gd name="T8" fmla="*/ 0 w 409"/>
                <a:gd name="T9" fmla="*/ 129 h 261"/>
              </a:gdLst>
              <a:ahLst/>
              <a:cxnLst>
                <a:cxn ang="0">
                  <a:pos x="T0" y="T1"/>
                </a:cxn>
                <a:cxn ang="0">
                  <a:pos x="T2" y="T3"/>
                </a:cxn>
                <a:cxn ang="0">
                  <a:pos x="T4" y="T5"/>
                </a:cxn>
                <a:cxn ang="0">
                  <a:pos x="T6" y="T7"/>
                </a:cxn>
                <a:cxn ang="0">
                  <a:pos x="T8" y="T9"/>
                </a:cxn>
              </a:cxnLst>
              <a:rect l="0" t="0" r="r" b="b"/>
              <a:pathLst>
                <a:path w="409" h="261">
                  <a:moveTo>
                    <a:pt x="0" y="129"/>
                  </a:moveTo>
                  <a:cubicBezTo>
                    <a:pt x="121" y="138"/>
                    <a:pt x="231" y="186"/>
                    <a:pt x="318" y="261"/>
                  </a:cubicBezTo>
                  <a:cubicBezTo>
                    <a:pt x="409" y="170"/>
                    <a:pt x="409" y="170"/>
                    <a:pt x="409" y="170"/>
                  </a:cubicBezTo>
                  <a:cubicBezTo>
                    <a:pt x="299" y="72"/>
                    <a:pt x="156" y="10"/>
                    <a:pt x="0" y="0"/>
                  </a:cubicBezTo>
                  <a:lnTo>
                    <a:pt x="0" y="1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S Mincho"/>
                <a:cs typeface="+mn-cs"/>
              </a:endParaRPr>
            </a:p>
          </p:txBody>
        </p:sp>
        <p:sp>
          <p:nvSpPr>
            <p:cNvPr id="120" name="Freeform 140">
              <a:extLst>
                <a:ext uri="{FF2B5EF4-FFF2-40B4-BE49-F238E27FC236}">
                  <a16:creationId xmlns:a16="http://schemas.microsoft.com/office/drawing/2014/main" id="{2903882F-8724-3CE8-1222-EC3BA75FE704}"/>
                </a:ext>
                <a:ext uri="{C183D7F6-B498-43B3-948B-1728B52AA6E4}">
                  <adec:decorative xmlns:adec="http://schemas.microsoft.com/office/drawing/2017/decorative" val="1"/>
                </a:ext>
              </a:extLst>
            </p:cNvPr>
            <p:cNvSpPr>
              <a:spLocks/>
            </p:cNvSpPr>
            <p:nvPr/>
          </p:nvSpPr>
          <p:spPr bwMode="auto">
            <a:xfrm>
              <a:off x="2257" y="1026"/>
              <a:ext cx="93" cy="60"/>
            </a:xfrm>
            <a:custGeom>
              <a:avLst/>
              <a:gdLst>
                <a:gd name="T0" fmla="*/ 91 w 409"/>
                <a:gd name="T1" fmla="*/ 261 h 261"/>
                <a:gd name="T2" fmla="*/ 409 w 409"/>
                <a:gd name="T3" fmla="*/ 129 h 261"/>
                <a:gd name="T4" fmla="*/ 409 w 409"/>
                <a:gd name="T5" fmla="*/ 0 h 261"/>
                <a:gd name="T6" fmla="*/ 0 w 409"/>
                <a:gd name="T7" fmla="*/ 170 h 261"/>
                <a:gd name="T8" fmla="*/ 91 w 409"/>
                <a:gd name="T9" fmla="*/ 261 h 261"/>
              </a:gdLst>
              <a:ahLst/>
              <a:cxnLst>
                <a:cxn ang="0">
                  <a:pos x="T0" y="T1"/>
                </a:cxn>
                <a:cxn ang="0">
                  <a:pos x="T2" y="T3"/>
                </a:cxn>
                <a:cxn ang="0">
                  <a:pos x="T4" y="T5"/>
                </a:cxn>
                <a:cxn ang="0">
                  <a:pos x="T6" y="T7"/>
                </a:cxn>
                <a:cxn ang="0">
                  <a:pos x="T8" y="T9"/>
                </a:cxn>
              </a:cxnLst>
              <a:rect l="0" t="0" r="r" b="b"/>
              <a:pathLst>
                <a:path w="409" h="261">
                  <a:moveTo>
                    <a:pt x="91" y="261"/>
                  </a:moveTo>
                  <a:cubicBezTo>
                    <a:pt x="183" y="182"/>
                    <a:pt x="295" y="138"/>
                    <a:pt x="409" y="129"/>
                  </a:cubicBezTo>
                  <a:cubicBezTo>
                    <a:pt x="409" y="0"/>
                    <a:pt x="409" y="0"/>
                    <a:pt x="409" y="0"/>
                  </a:cubicBezTo>
                  <a:cubicBezTo>
                    <a:pt x="262" y="10"/>
                    <a:pt x="117" y="66"/>
                    <a:pt x="0" y="170"/>
                  </a:cubicBezTo>
                  <a:lnTo>
                    <a:pt x="91" y="2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S Mincho"/>
                <a:cs typeface="+mn-cs"/>
              </a:endParaRPr>
            </a:p>
          </p:txBody>
        </p:sp>
        <p:sp>
          <p:nvSpPr>
            <p:cNvPr id="121" name="Freeform 141">
              <a:extLst>
                <a:ext uri="{FF2B5EF4-FFF2-40B4-BE49-F238E27FC236}">
                  <a16:creationId xmlns:a16="http://schemas.microsoft.com/office/drawing/2014/main" id="{61A6FD8A-A66E-6874-7AE0-A22860D9232C}"/>
                </a:ext>
                <a:ext uri="{C183D7F6-B498-43B3-948B-1728B52AA6E4}">
                  <adec:decorative xmlns:adec="http://schemas.microsoft.com/office/drawing/2017/decorative" val="1"/>
                </a:ext>
              </a:extLst>
            </p:cNvPr>
            <p:cNvSpPr>
              <a:spLocks/>
            </p:cNvSpPr>
            <p:nvPr/>
          </p:nvSpPr>
          <p:spPr bwMode="auto">
            <a:xfrm>
              <a:off x="2204" y="1079"/>
              <a:ext cx="59" cy="93"/>
            </a:xfrm>
            <a:custGeom>
              <a:avLst/>
              <a:gdLst>
                <a:gd name="T0" fmla="*/ 128 w 260"/>
                <a:gd name="T1" fmla="*/ 409 h 409"/>
                <a:gd name="T2" fmla="*/ 260 w 260"/>
                <a:gd name="T3" fmla="*/ 91 h 409"/>
                <a:gd name="T4" fmla="*/ 169 w 260"/>
                <a:gd name="T5" fmla="*/ 0 h 409"/>
                <a:gd name="T6" fmla="*/ 0 w 260"/>
                <a:gd name="T7" fmla="*/ 409 h 409"/>
                <a:gd name="T8" fmla="*/ 128 w 260"/>
                <a:gd name="T9" fmla="*/ 409 h 409"/>
              </a:gdLst>
              <a:ahLst/>
              <a:cxnLst>
                <a:cxn ang="0">
                  <a:pos x="T0" y="T1"/>
                </a:cxn>
                <a:cxn ang="0">
                  <a:pos x="T2" y="T3"/>
                </a:cxn>
                <a:cxn ang="0">
                  <a:pos x="T4" y="T5"/>
                </a:cxn>
                <a:cxn ang="0">
                  <a:pos x="T6" y="T7"/>
                </a:cxn>
                <a:cxn ang="0">
                  <a:pos x="T8" y="T9"/>
                </a:cxn>
              </a:cxnLst>
              <a:rect l="0" t="0" r="r" b="b"/>
              <a:pathLst>
                <a:path w="260" h="409">
                  <a:moveTo>
                    <a:pt x="128" y="409"/>
                  </a:moveTo>
                  <a:cubicBezTo>
                    <a:pt x="137" y="288"/>
                    <a:pt x="185" y="178"/>
                    <a:pt x="260" y="91"/>
                  </a:cubicBezTo>
                  <a:cubicBezTo>
                    <a:pt x="169" y="0"/>
                    <a:pt x="169" y="0"/>
                    <a:pt x="169" y="0"/>
                  </a:cubicBezTo>
                  <a:cubicBezTo>
                    <a:pt x="72" y="110"/>
                    <a:pt x="9" y="252"/>
                    <a:pt x="0" y="409"/>
                  </a:cubicBezTo>
                  <a:lnTo>
                    <a:pt x="128" y="4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S Mincho"/>
                <a:cs typeface="+mn-cs"/>
              </a:endParaRPr>
            </a:p>
          </p:txBody>
        </p:sp>
        <p:sp>
          <p:nvSpPr>
            <p:cNvPr id="122" name="Oval 142">
              <a:extLst>
                <a:ext uri="{FF2B5EF4-FFF2-40B4-BE49-F238E27FC236}">
                  <a16:creationId xmlns:a16="http://schemas.microsoft.com/office/drawing/2014/main" id="{6FD58389-CF77-1071-132E-16A3DFFFD733}"/>
                </a:ext>
                <a:ext uri="{C183D7F6-B498-43B3-948B-1728B52AA6E4}">
                  <adec:decorative xmlns:adec="http://schemas.microsoft.com/office/drawing/2017/decorative" val="1"/>
                </a:ext>
              </a:extLst>
            </p:cNvPr>
            <p:cNvSpPr>
              <a:spLocks noChangeArrowheads="1"/>
            </p:cNvSpPr>
            <p:nvPr/>
          </p:nvSpPr>
          <p:spPr bwMode="auto">
            <a:xfrm>
              <a:off x="2331" y="1153"/>
              <a:ext cx="58" cy="58"/>
            </a:xfrm>
            <a:prstGeom prst="ellipse">
              <a:avLst/>
            </a:pr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S Mincho"/>
                <a:cs typeface="+mn-cs"/>
              </a:endParaRPr>
            </a:p>
          </p:txBody>
        </p:sp>
        <p:sp>
          <p:nvSpPr>
            <p:cNvPr id="123" name="Freeform 143">
              <a:extLst>
                <a:ext uri="{FF2B5EF4-FFF2-40B4-BE49-F238E27FC236}">
                  <a16:creationId xmlns:a16="http://schemas.microsoft.com/office/drawing/2014/main" id="{790FEAA8-4412-902B-28D9-B4FA7376A123}"/>
                </a:ext>
                <a:ext uri="{C183D7F6-B498-43B3-948B-1728B52AA6E4}">
                  <adec:decorative xmlns:adec="http://schemas.microsoft.com/office/drawing/2017/decorative" val="1"/>
                </a:ext>
              </a:extLst>
            </p:cNvPr>
            <p:cNvSpPr>
              <a:spLocks/>
            </p:cNvSpPr>
            <p:nvPr/>
          </p:nvSpPr>
          <p:spPr bwMode="auto">
            <a:xfrm>
              <a:off x="2345" y="1108"/>
              <a:ext cx="89" cy="88"/>
            </a:xfrm>
            <a:custGeom>
              <a:avLst/>
              <a:gdLst>
                <a:gd name="T0" fmla="*/ 21 w 89"/>
                <a:gd name="T1" fmla="*/ 88 h 88"/>
                <a:gd name="T2" fmla="*/ 0 w 89"/>
                <a:gd name="T3" fmla="*/ 68 h 88"/>
                <a:gd name="T4" fmla="*/ 68 w 89"/>
                <a:gd name="T5" fmla="*/ 0 h 88"/>
                <a:gd name="T6" fmla="*/ 89 w 89"/>
                <a:gd name="T7" fmla="*/ 21 h 88"/>
                <a:gd name="T8" fmla="*/ 21 w 89"/>
                <a:gd name="T9" fmla="*/ 88 h 88"/>
              </a:gdLst>
              <a:ahLst/>
              <a:cxnLst>
                <a:cxn ang="0">
                  <a:pos x="T0" y="T1"/>
                </a:cxn>
                <a:cxn ang="0">
                  <a:pos x="T2" y="T3"/>
                </a:cxn>
                <a:cxn ang="0">
                  <a:pos x="T4" y="T5"/>
                </a:cxn>
                <a:cxn ang="0">
                  <a:pos x="T6" y="T7"/>
                </a:cxn>
                <a:cxn ang="0">
                  <a:pos x="T8" y="T9"/>
                </a:cxn>
              </a:cxnLst>
              <a:rect l="0" t="0" r="r" b="b"/>
              <a:pathLst>
                <a:path w="89" h="88">
                  <a:moveTo>
                    <a:pt x="21" y="88"/>
                  </a:moveTo>
                  <a:lnTo>
                    <a:pt x="0" y="68"/>
                  </a:lnTo>
                  <a:lnTo>
                    <a:pt x="68" y="0"/>
                  </a:lnTo>
                  <a:lnTo>
                    <a:pt x="89" y="21"/>
                  </a:lnTo>
                  <a:lnTo>
                    <a:pt x="21" y="88"/>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S Mincho"/>
                <a:cs typeface="+mn-cs"/>
              </a:endParaRPr>
            </a:p>
          </p:txBody>
        </p:sp>
      </p:grpSp>
      <p:pic>
        <p:nvPicPr>
          <p:cNvPr id="124" name="グラフィックス 123">
            <a:extLst>
              <a:ext uri="{FF2B5EF4-FFF2-40B4-BE49-F238E27FC236}">
                <a16:creationId xmlns:a16="http://schemas.microsoft.com/office/drawing/2014/main" id="{EE679818-462F-9EB9-606F-B07ADD7B88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33606" y="2036803"/>
            <a:ext cx="811445" cy="811445"/>
          </a:xfrm>
          <a:prstGeom prst="rect">
            <a:avLst/>
          </a:prstGeom>
        </p:spPr>
      </p:pic>
    </p:spTree>
    <p:extLst>
      <p:ext uri="{BB962C8B-B14F-4D97-AF65-F5344CB8AC3E}">
        <p14:creationId xmlns:p14="http://schemas.microsoft.com/office/powerpoint/2010/main" val="658710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AAFF7-8E77-ADD3-07ED-54D827D17E6F}"/>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D0522F5-55C8-6C37-7A5D-BADB64C97630}"/>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rPr>
              <a:t>Cosmos DB </a:t>
            </a:r>
            <a:r>
              <a:rPr lang="ja-JP" altLang="en-US" sz="2000" b="1">
                <a:solidFill>
                  <a:srgbClr val="1F2937"/>
                </a:solidFill>
                <a:latin typeface="Yu Gothic" pitchFamily="34" charset="0"/>
                <a:ea typeface="Yu Gothic" pitchFamily="34" charset="-122"/>
              </a:rPr>
              <a:t>の各種データ構造、</a:t>
            </a:r>
            <a:r>
              <a:rPr lang="en-US" altLang="ja-JP" sz="2000" b="1" dirty="0">
                <a:solidFill>
                  <a:srgbClr val="1F2937"/>
                </a:solidFill>
                <a:latin typeface="Yu Gothic" pitchFamily="34" charset="0"/>
                <a:ea typeface="Yu Gothic" pitchFamily="34" charset="-122"/>
              </a:rPr>
              <a:t>API </a:t>
            </a:r>
            <a:r>
              <a:rPr lang="ja-JP" altLang="en-US" sz="2000" b="1">
                <a:solidFill>
                  <a:srgbClr val="1F2937"/>
                </a:solidFill>
                <a:latin typeface="Yu Gothic" pitchFamily="34" charset="0"/>
                <a:ea typeface="Yu Gothic" pitchFamily="34" charset="-122"/>
              </a:rPr>
              <a:t>対応</a:t>
            </a:r>
            <a:endParaRPr lang="en-US" altLang="ja-JP" sz="2000" dirty="0"/>
          </a:p>
        </p:txBody>
      </p:sp>
      <p:sp>
        <p:nvSpPr>
          <p:cNvPr id="2" name="正方形/長方形 1">
            <a:extLst>
              <a:ext uri="{FF2B5EF4-FFF2-40B4-BE49-F238E27FC236}">
                <a16:creationId xmlns:a16="http://schemas.microsoft.com/office/drawing/2014/main" id="{1835448B-C4F8-205A-AF40-71A58DBB6AA7}"/>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9</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18FF3167-335C-E84C-3ED0-BAF1BD359B6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ED200C34-574A-5D23-6D3B-6505A6A87103}"/>
              </a:ext>
            </a:extLst>
          </p:cNvPr>
          <p:cNvSpPr txBox="1">
            <a:spLocks/>
          </p:cNvSpPr>
          <p:nvPr/>
        </p:nvSpPr>
        <p:spPr>
          <a:xfrm>
            <a:off x="685798" y="1359610"/>
            <a:ext cx="10820402"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defRPr sz="1200" b="0">
                <a:solidFill>
                  <a:srgbClr val="344054"/>
                </a:solidFill>
                <a:latin typeface="Yu Gothic UI"/>
                <a:ea typeface="Yu Gothic UI"/>
                <a:cs typeface="Yu Gothic UI"/>
              </a:defRPr>
            </a:pPr>
            <a:r>
              <a:rPr lang="en-US" altLang="ja-JP" sz="2000" dirty="0">
                <a:solidFill>
                  <a:srgbClr val="344054"/>
                </a:solidFill>
              </a:rPr>
              <a:t>Cosmos DB </a:t>
            </a:r>
            <a:r>
              <a:rPr lang="ja-JP" altLang="en-US" sz="2000">
                <a:solidFill>
                  <a:srgbClr val="344054"/>
                </a:solidFill>
              </a:rPr>
              <a:t>は基本となる</a:t>
            </a:r>
            <a:r>
              <a:rPr lang="en-US" altLang="ja-JP" sz="2000" dirty="0">
                <a:solidFill>
                  <a:srgbClr val="344054"/>
                </a:solidFill>
              </a:rPr>
              <a:t> Core API </a:t>
            </a:r>
            <a:r>
              <a:rPr lang="ja-JP" altLang="en-US" sz="2000">
                <a:solidFill>
                  <a:srgbClr val="344054"/>
                </a:solidFill>
              </a:rPr>
              <a:t>以外に</a:t>
            </a:r>
            <a:r>
              <a:rPr lang="en-US" altLang="ja-JP" sz="2000" dirty="0">
                <a:solidFill>
                  <a:srgbClr val="344054"/>
                </a:solidFill>
              </a:rPr>
              <a:t> MongoDB </a:t>
            </a:r>
            <a:r>
              <a:rPr lang="ja-JP" altLang="en-US" sz="2000">
                <a:solidFill>
                  <a:srgbClr val="344054"/>
                </a:solidFill>
              </a:rPr>
              <a:t>や</a:t>
            </a:r>
            <a:r>
              <a:rPr lang="en-US" altLang="ja-JP" sz="2000" dirty="0">
                <a:solidFill>
                  <a:srgbClr val="344054"/>
                </a:solidFill>
              </a:rPr>
              <a:t> Cassandra </a:t>
            </a:r>
            <a:r>
              <a:rPr lang="ja-JP" altLang="en-US" sz="2000">
                <a:solidFill>
                  <a:srgbClr val="344054"/>
                </a:solidFill>
              </a:rPr>
              <a:t>などの各種データ構造、</a:t>
            </a:r>
            <a:r>
              <a:rPr lang="en-US" altLang="ja-JP" sz="2000" dirty="0">
                <a:solidFill>
                  <a:srgbClr val="344054"/>
                </a:solidFill>
              </a:rPr>
              <a:t>API </a:t>
            </a:r>
            <a:r>
              <a:rPr lang="ja-JP" altLang="en-US" sz="2000">
                <a:solidFill>
                  <a:srgbClr val="344054"/>
                </a:solidFill>
              </a:rPr>
              <a:t>に対応しており、アプリケーションの様々な</a:t>
            </a:r>
            <a:r>
              <a:rPr lang="en-US" altLang="ja-JP" sz="2000" dirty="0">
                <a:solidFill>
                  <a:srgbClr val="344054"/>
                </a:solidFill>
              </a:rPr>
              <a:t> NoSQL </a:t>
            </a:r>
            <a:r>
              <a:rPr lang="ja-JP" altLang="en-US" sz="2000">
                <a:solidFill>
                  <a:srgbClr val="344054"/>
                </a:solidFill>
              </a:rPr>
              <a:t>に対するデータ要件に対応することが可能です。</a:t>
            </a:r>
            <a:endParaRPr lang="en-US" altLang="ja-JP" sz="2000" dirty="0">
              <a:solidFill>
                <a:srgbClr val="344054"/>
              </a:solidFill>
            </a:endParaRPr>
          </a:p>
        </p:txBody>
      </p:sp>
      <p:sp>
        <p:nvSpPr>
          <p:cNvPr id="5" name="Text Placeholder 2">
            <a:extLst>
              <a:ext uri="{FF2B5EF4-FFF2-40B4-BE49-F238E27FC236}">
                <a16:creationId xmlns:a16="http://schemas.microsoft.com/office/drawing/2014/main" id="{8523048A-B40D-C62E-F929-B9ADE7E30D60}"/>
              </a:ext>
            </a:extLst>
          </p:cNvPr>
          <p:cNvSpPr txBox="1">
            <a:spLocks/>
          </p:cNvSpPr>
          <p:nvPr/>
        </p:nvSpPr>
        <p:spPr>
          <a:xfrm>
            <a:off x="5860347" y="2389428"/>
            <a:ext cx="6005650" cy="5072849"/>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gradFill>
                  <a:gsLst>
                    <a:gs pos="1250">
                      <a:schemeClr val="tx1"/>
                    </a:gs>
                    <a:gs pos="100000">
                      <a:schemeClr val="tx1"/>
                    </a:gs>
                  </a:gsLst>
                  <a:lin ang="5400000" scaled="0"/>
                </a:gradFill>
                <a:latin typeface="Segoe UI" panose="020B0402040204020203" pitchFamily="34" charset="0"/>
                <a:ea typeface="+mn-ea"/>
                <a:cs typeface="Segoe UI" panose="020B04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Segoe UI"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Segoe UI"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Segoe UI"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Segoe UI" pitchFamily="34" charset="0"/>
              <a:buChar char="•"/>
              <a:defRPr sz="2000" kern="1200">
                <a:solidFill>
                  <a:schemeClr val="tx1"/>
                </a:solidFill>
                <a:latin typeface="+mn-lt"/>
                <a:ea typeface="+mn-ea"/>
                <a:cs typeface="+mn-cs"/>
              </a:defRPr>
            </a:lvl9pPr>
          </a:lstStyle>
          <a:p>
            <a:pPr marL="288870" marR="0" lvl="0" indent="-288870" algn="l" defTabSz="932563" rtl="0" eaLnBrk="1" fontAlgn="auto" latinLnBrk="0" hangingPunct="1">
              <a:lnSpc>
                <a:spcPct val="100000"/>
              </a:lnSpc>
              <a:spcBef>
                <a:spcPct val="20000"/>
              </a:spcBef>
              <a:spcAft>
                <a:spcPts val="600"/>
              </a:spcAft>
              <a:buClrTx/>
              <a:buSzPct val="90000"/>
              <a:buFont typeface="Segoe UI" panose="020B0604020202020204" pitchFamily="34" charset="0"/>
              <a:buChar char="•"/>
              <a:tabLst/>
              <a:defRPr/>
            </a:pPr>
            <a:r>
              <a:rPr kumimoji="0" lang="en-US" altLang="ja-JP"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NoSQL </a:t>
            </a:r>
            <a:r>
              <a:rPr kumimoji="0" lang="ja-JP" altLang="en-US"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スキーマの柔軟性により、アプリケーションのオブジェクト モデルとデータベース間の障害の不整合を解消</a:t>
            </a:r>
          </a:p>
          <a:p>
            <a:pPr marL="288870" marR="0" lvl="0" indent="-288870" algn="l" defTabSz="932563" rtl="0" eaLnBrk="1" fontAlgn="auto" latinLnBrk="0" hangingPunct="1">
              <a:lnSpc>
                <a:spcPct val="100000"/>
              </a:lnSpc>
              <a:spcBef>
                <a:spcPct val="20000"/>
              </a:spcBef>
              <a:spcAft>
                <a:spcPts val="600"/>
              </a:spcAft>
              <a:buClrTx/>
              <a:buSzPct val="90000"/>
              <a:buFont typeface="Segoe UI" panose="020B0604020202020204" pitchFamily="34" charset="0"/>
              <a:buChar char="•"/>
              <a:tabLst/>
              <a:defRPr/>
            </a:pPr>
            <a:r>
              <a:rPr kumimoji="0" lang="en-US" altLang="ja-JP"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Azure Synapse Analytics </a:t>
            </a:r>
            <a:r>
              <a:rPr kumimoji="0" lang="ja-JP" altLang="en-US"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など、クラウドネイティブ</a:t>
            </a:r>
            <a:br>
              <a:rPr kumimoji="0" lang="en-US" altLang="ja-JP"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br>
            <a:r>
              <a:rPr kumimoji="0" lang="ja-JP" altLang="en-US"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アプリの開発で使用される主要な </a:t>
            </a:r>
            <a:r>
              <a:rPr kumimoji="0" lang="en-US" altLang="ja-JP"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Azure </a:t>
            </a:r>
            <a:r>
              <a:rPr kumimoji="0" lang="ja-JP" altLang="en-US"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サービスと</a:t>
            </a:r>
            <a:br>
              <a:rPr kumimoji="0" lang="en-US" altLang="ja-JP"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br>
            <a:r>
              <a:rPr kumimoji="0" lang="ja-JP" altLang="en-US"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緊密に統合</a:t>
            </a:r>
          </a:p>
          <a:p>
            <a:pPr marL="288870" marR="0" lvl="0" indent="-288870" algn="l" defTabSz="932563" rtl="0" eaLnBrk="1" fontAlgn="auto" latinLnBrk="0" hangingPunct="1">
              <a:lnSpc>
                <a:spcPct val="100000"/>
              </a:lnSpc>
              <a:spcBef>
                <a:spcPct val="20000"/>
              </a:spcBef>
              <a:spcAft>
                <a:spcPts val="600"/>
              </a:spcAft>
              <a:buClrTx/>
              <a:buSzPct val="90000"/>
              <a:buFont typeface="Segoe UI" panose="020B0604020202020204" pitchFamily="34" charset="0"/>
              <a:buChar char="•"/>
              <a:tabLst/>
              <a:defRPr/>
            </a:pPr>
            <a:r>
              <a:rPr kumimoji="0" lang="ja-JP" altLang="en-US"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複数の </a:t>
            </a:r>
            <a:r>
              <a:rPr kumimoji="0" lang="en-US" altLang="ja-JP"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API </a:t>
            </a:r>
            <a:r>
              <a:rPr kumimoji="0" lang="ja-JP" altLang="en-US"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を使用して、</a:t>
            </a:r>
            <a:r>
              <a:rPr kumimoji="0" lang="en-US" altLang="ja-JP"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Core (SQL)</a:t>
            </a:r>
            <a:r>
              <a:rPr kumimoji="0" lang="ja-JP" altLang="en-US"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a:t>
            </a:r>
            <a:r>
              <a:rPr kumimoji="0" lang="en-US" altLang="ja-JP"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MongoDB</a:t>
            </a:r>
            <a:r>
              <a:rPr kumimoji="0" lang="ja-JP" altLang="en-US"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a:t>
            </a:r>
            <a:r>
              <a:rPr kumimoji="0" lang="en-US" altLang="ja-JP"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Cassandra</a:t>
            </a:r>
            <a:r>
              <a:rPr kumimoji="0" lang="ja-JP" altLang="en-US"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a:t>
            </a:r>
            <a:r>
              <a:rPr kumimoji="0" lang="en-US" altLang="ja-JP"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Gremlin</a:t>
            </a:r>
            <a:r>
              <a:rPr kumimoji="0" lang="ja-JP" altLang="en-US"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a:t>
            </a:r>
            <a:r>
              <a:rPr kumimoji="0" lang="en-US" altLang="ja-JP"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Table </a:t>
            </a:r>
            <a:r>
              <a:rPr kumimoji="0" lang="ja-JP" altLang="en-US"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などのデータにアクセス</a:t>
            </a:r>
            <a:br>
              <a:rPr kumimoji="0" lang="en-US" altLang="ja-JP"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br>
            <a:r>
              <a:rPr kumimoji="0" lang="ja-JP" altLang="en-US"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してクエリを実行</a:t>
            </a:r>
          </a:p>
          <a:p>
            <a:pPr marL="288870" marR="0" lvl="0" indent="-288870" algn="l" defTabSz="932563" rtl="0" eaLnBrk="1" fontAlgn="auto" latinLnBrk="0" hangingPunct="1">
              <a:lnSpc>
                <a:spcPct val="100000"/>
              </a:lnSpc>
              <a:spcBef>
                <a:spcPct val="20000"/>
              </a:spcBef>
              <a:spcAft>
                <a:spcPts val="600"/>
              </a:spcAft>
              <a:buClrTx/>
              <a:buSzPct val="90000"/>
              <a:buFont typeface="Segoe UI" panose="020B0604020202020204" pitchFamily="34" charset="0"/>
              <a:buChar char="•"/>
              <a:tabLst/>
              <a:defRPr/>
            </a:pPr>
            <a:r>
              <a:rPr kumimoji="0" lang="en-US" altLang="ja-JP"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.NET</a:t>
            </a:r>
            <a:r>
              <a:rPr kumimoji="0" lang="ja-JP" altLang="en-US"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a:t>
            </a:r>
            <a:r>
              <a:rPr kumimoji="0" lang="en-US" altLang="ja-JP"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Java</a:t>
            </a:r>
            <a:r>
              <a:rPr kumimoji="0" lang="ja-JP" altLang="en-US"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a:t>
            </a:r>
            <a:r>
              <a:rPr kumimoji="0" lang="en-US" altLang="ja-JP"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Python </a:t>
            </a:r>
            <a:r>
              <a:rPr kumimoji="0" lang="ja-JP" altLang="en-US"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の </a:t>
            </a:r>
            <a:r>
              <a:rPr kumimoji="0" lang="en-US" altLang="ja-JP"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SDK </a:t>
            </a:r>
            <a:r>
              <a:rPr kumimoji="0" lang="ja-JP" altLang="en-US"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で任意の言語を選択</a:t>
            </a:r>
          </a:p>
          <a:p>
            <a:pPr marL="288870" marR="0" lvl="0" indent="-288870" algn="l" defTabSz="932563" rtl="0" eaLnBrk="1" fontAlgn="auto" latinLnBrk="0" hangingPunct="1">
              <a:lnSpc>
                <a:spcPct val="100000"/>
              </a:lnSpc>
              <a:spcBef>
                <a:spcPct val="20000"/>
              </a:spcBef>
              <a:spcAft>
                <a:spcPts val="600"/>
              </a:spcAft>
              <a:buClrTx/>
              <a:buSzPct val="90000"/>
              <a:buFont typeface="Segoe UI" panose="020B0604020202020204" pitchFamily="34" charset="0"/>
              <a:buChar char="•"/>
              <a:tabLst/>
              <a:defRPr/>
            </a:pPr>
            <a:r>
              <a:rPr kumimoji="0" lang="ja-JP" altLang="en-US"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変更フィードにより、データベース コンテナーに</a:t>
            </a:r>
            <a:br>
              <a:rPr kumimoji="0" lang="en-US" altLang="ja-JP"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br>
            <a:r>
              <a:rPr kumimoji="0" lang="ja-JP" altLang="en-US" sz="1800" b="0" i="0" u="none" strike="noStrike" kern="100" cap="none" spc="0" normalizeH="0" baseline="0" noProof="0" dirty="0">
                <a:ln>
                  <a:noFill/>
                </a:ln>
                <a:solidFill>
                  <a:schemeClr val="tx1"/>
                </a:solidFill>
                <a:effectLst/>
                <a:uLnTx/>
                <a:uFillTx/>
                <a:latin typeface="Segoe UI" panose="020B0502040204020203" pitchFamily="34" charset="0"/>
                <a:ea typeface="Segoe UI" panose="020B0500000000000000" pitchFamily="50" charset="-128"/>
                <a:cs typeface="Segoe UI" panose="020B0402040204020203" pitchFamily="34" charset="0"/>
              </a:rPr>
              <a:t>対する変更の追跡と管理を簡素化</a:t>
            </a:r>
          </a:p>
        </p:txBody>
      </p:sp>
      <p:sp>
        <p:nvSpPr>
          <p:cNvPr id="6" name="TextBox 23">
            <a:extLst>
              <a:ext uri="{FF2B5EF4-FFF2-40B4-BE49-F238E27FC236}">
                <a16:creationId xmlns:a16="http://schemas.microsoft.com/office/drawing/2014/main" id="{C1065130-F317-A3AB-D5B4-D156E541E400}"/>
              </a:ext>
            </a:extLst>
          </p:cNvPr>
          <p:cNvSpPr txBox="1"/>
          <p:nvPr/>
        </p:nvSpPr>
        <p:spPr>
          <a:xfrm>
            <a:off x="976364" y="2389428"/>
            <a:ext cx="1937456" cy="406208"/>
          </a:xfrm>
          <a:prstGeom prst="rect">
            <a:avLst/>
          </a:prstGeom>
          <a:noFill/>
        </p:spPr>
        <p:txBody>
          <a:bodyPr wrap="square" rtlCol="0" anchor="ctr">
            <a:noAutofit/>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altLang="ja-JP" sz="2000" b="0" i="0" u="none" strike="noStrike" kern="100" cap="none" spc="0" normalizeH="0" baseline="0" noProof="0">
                <a:ln>
                  <a:noFill/>
                </a:ln>
                <a:solidFill>
                  <a:srgbClr val="0078D4"/>
                </a:solidFill>
                <a:effectLst/>
                <a:uLnTx/>
                <a:uFillTx/>
                <a:latin typeface="Segoe UI" panose="020B0502040204020203" pitchFamily="34" charset="0"/>
                <a:ea typeface="Segoe UI" panose="020B0500000000000000" pitchFamily="50" charset="-128"/>
                <a:cs typeface="Segoe UI" panose="020B0402040204020203" pitchFamily="34" charset="0"/>
              </a:rPr>
              <a:t>Core (SQL) API</a:t>
            </a:r>
          </a:p>
        </p:txBody>
      </p:sp>
      <p:sp>
        <p:nvSpPr>
          <p:cNvPr id="7" name="TextBox 25">
            <a:extLst>
              <a:ext uri="{FF2B5EF4-FFF2-40B4-BE49-F238E27FC236}">
                <a16:creationId xmlns:a16="http://schemas.microsoft.com/office/drawing/2014/main" id="{F25F2471-4618-A432-E44B-56E28780D24A}"/>
              </a:ext>
            </a:extLst>
          </p:cNvPr>
          <p:cNvSpPr txBox="1"/>
          <p:nvPr/>
        </p:nvSpPr>
        <p:spPr>
          <a:xfrm>
            <a:off x="3196221" y="5627776"/>
            <a:ext cx="1453504" cy="374793"/>
          </a:xfrm>
          <a:prstGeom prst="rect">
            <a:avLst/>
          </a:prstGeom>
          <a:noFill/>
          <a:ln>
            <a:noFill/>
          </a:ln>
        </p:spPr>
        <p:txBody>
          <a:bodyPr wrap="square" rtlCol="0" anchor="ctr">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altLang="ja-JP" sz="1800" b="0" i="0" u="none" strike="noStrike" kern="100" cap="none" spc="0" normalizeH="0" baseline="0" noProof="0">
                <a:ln>
                  <a:noFill/>
                </a:ln>
                <a:solidFill>
                  <a:srgbClr val="0078D4"/>
                </a:solidFill>
                <a:effectLst/>
                <a:uLnTx/>
                <a:uFillTx/>
                <a:latin typeface="Segoe UI" panose="020B0502040204020203" pitchFamily="34" charset="0"/>
                <a:ea typeface="Segoe UI" panose="020B0500000000000000" pitchFamily="50" charset="-128"/>
                <a:cs typeface="+mn-cs"/>
              </a:rPr>
              <a:t>Table API</a:t>
            </a:r>
          </a:p>
        </p:txBody>
      </p:sp>
      <p:grpSp>
        <p:nvGrpSpPr>
          <p:cNvPr id="8" name="Group 26">
            <a:extLst>
              <a:ext uri="{FF2B5EF4-FFF2-40B4-BE49-F238E27FC236}">
                <a16:creationId xmlns:a16="http://schemas.microsoft.com/office/drawing/2014/main" id="{6C271273-AB3A-8FC6-9980-DC0205F74348}"/>
              </a:ext>
            </a:extLst>
          </p:cNvPr>
          <p:cNvGrpSpPr/>
          <p:nvPr/>
        </p:nvGrpSpPr>
        <p:grpSpPr>
          <a:xfrm>
            <a:off x="2235885" y="5416464"/>
            <a:ext cx="894232" cy="797413"/>
            <a:chOff x="8276702" y="3303923"/>
            <a:chExt cx="657427" cy="586247"/>
          </a:xfrm>
        </p:grpSpPr>
        <p:sp>
          <p:nvSpPr>
            <p:cNvPr id="10" name="Hexagon 27">
              <a:extLst>
                <a:ext uri="{FF2B5EF4-FFF2-40B4-BE49-F238E27FC236}">
                  <a16:creationId xmlns:a16="http://schemas.microsoft.com/office/drawing/2014/main" id="{4FC96C1B-0A7C-38CA-C271-949003257976}"/>
                </a:ext>
              </a:extLst>
            </p:cNvPr>
            <p:cNvSpPr/>
            <p:nvPr/>
          </p:nvSpPr>
          <p:spPr bwMode="auto">
            <a:xfrm>
              <a:off x="8276702" y="3303923"/>
              <a:ext cx="657427" cy="586247"/>
            </a:xfrm>
            <a:prstGeom prst="hexagon">
              <a:avLst/>
            </a:prstGeom>
            <a:noFill/>
            <a:ln w="25400" cap="flat" cmpd="sng" algn="ctr">
              <a:solidFill>
                <a:srgbClr val="0078D4"/>
              </a:solidFill>
              <a:prstDash val="solid"/>
              <a:miter lim="800000"/>
              <a:headEnd type="none" w="med" len="med"/>
              <a:tailEnd type="none" w="med" len="med"/>
            </a:ln>
            <a:effectLst/>
          </p:spPr>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11" name="Group 28">
              <a:extLst>
                <a:ext uri="{FF2B5EF4-FFF2-40B4-BE49-F238E27FC236}">
                  <a16:creationId xmlns:a16="http://schemas.microsoft.com/office/drawing/2014/main" id="{CB107217-4CEC-79E0-D603-3AF927E61D3B}"/>
                </a:ext>
              </a:extLst>
            </p:cNvPr>
            <p:cNvGrpSpPr/>
            <p:nvPr/>
          </p:nvGrpSpPr>
          <p:grpSpPr>
            <a:xfrm>
              <a:off x="8435042" y="3437010"/>
              <a:ext cx="340743" cy="339628"/>
              <a:chOff x="9378226" y="3437014"/>
              <a:chExt cx="340743" cy="339628"/>
            </a:xfrm>
          </p:grpSpPr>
          <p:sp>
            <p:nvSpPr>
              <p:cNvPr id="12" name="Freeform: Shape 111">
                <a:extLst>
                  <a:ext uri="{FF2B5EF4-FFF2-40B4-BE49-F238E27FC236}">
                    <a16:creationId xmlns:a16="http://schemas.microsoft.com/office/drawing/2014/main" id="{C0A93B2E-C78A-E0CA-6F88-EBFF1A3915A5}"/>
                  </a:ext>
                </a:extLst>
              </p:cNvPr>
              <p:cNvSpPr/>
              <p:nvPr/>
            </p:nvSpPr>
            <p:spPr bwMode="auto">
              <a:xfrm>
                <a:off x="9378226" y="3437014"/>
                <a:ext cx="340743" cy="339628"/>
              </a:xfrm>
              <a:custGeom>
                <a:avLst/>
                <a:gdLst>
                  <a:gd name="connsiteX0" fmla="*/ 0 w 340743"/>
                  <a:gd name="connsiteY0" fmla="*/ 0 h 339628"/>
                  <a:gd name="connsiteX1" fmla="*/ 22958 w 340743"/>
                  <a:gd name="connsiteY1" fmla="*/ 0 h 339628"/>
                  <a:gd name="connsiteX2" fmla="*/ 22958 w 340743"/>
                  <a:gd name="connsiteY2" fmla="*/ 316670 h 339628"/>
                  <a:gd name="connsiteX3" fmla="*/ 340743 w 340743"/>
                  <a:gd name="connsiteY3" fmla="*/ 316670 h 339628"/>
                  <a:gd name="connsiteX4" fmla="*/ 340743 w 340743"/>
                  <a:gd name="connsiteY4" fmla="*/ 339628 h 339628"/>
                  <a:gd name="connsiteX5" fmla="*/ 0 w 340743"/>
                  <a:gd name="connsiteY5" fmla="*/ 339628 h 339628"/>
                  <a:gd name="connsiteX6" fmla="*/ 0 w 340743"/>
                  <a:gd name="connsiteY6" fmla="*/ 0 h 339628"/>
                  <a:gd name="connsiteX0" fmla="*/ 0 w 340743"/>
                  <a:gd name="connsiteY0" fmla="*/ 0 h 339628"/>
                  <a:gd name="connsiteX1" fmla="*/ 22958 w 340743"/>
                  <a:gd name="connsiteY1" fmla="*/ 0 h 339628"/>
                  <a:gd name="connsiteX2" fmla="*/ 340743 w 340743"/>
                  <a:gd name="connsiteY2" fmla="*/ 316670 h 339628"/>
                  <a:gd name="connsiteX3" fmla="*/ 340743 w 340743"/>
                  <a:gd name="connsiteY3" fmla="*/ 339628 h 339628"/>
                  <a:gd name="connsiteX4" fmla="*/ 0 w 340743"/>
                  <a:gd name="connsiteY4" fmla="*/ 339628 h 339628"/>
                  <a:gd name="connsiteX5" fmla="*/ 0 w 340743"/>
                  <a:gd name="connsiteY5" fmla="*/ 0 h 339628"/>
                  <a:gd name="connsiteX0" fmla="*/ 22958 w 340743"/>
                  <a:gd name="connsiteY0" fmla="*/ 0 h 339628"/>
                  <a:gd name="connsiteX1" fmla="*/ 340743 w 340743"/>
                  <a:gd name="connsiteY1" fmla="*/ 316670 h 339628"/>
                  <a:gd name="connsiteX2" fmla="*/ 340743 w 340743"/>
                  <a:gd name="connsiteY2" fmla="*/ 339628 h 339628"/>
                  <a:gd name="connsiteX3" fmla="*/ 0 w 340743"/>
                  <a:gd name="connsiteY3" fmla="*/ 339628 h 339628"/>
                  <a:gd name="connsiteX4" fmla="*/ 0 w 340743"/>
                  <a:gd name="connsiteY4" fmla="*/ 0 h 339628"/>
                  <a:gd name="connsiteX5" fmla="*/ 114398 w 340743"/>
                  <a:gd name="connsiteY5" fmla="*/ 91440 h 339628"/>
                  <a:gd name="connsiteX0" fmla="*/ 340743 w 340743"/>
                  <a:gd name="connsiteY0" fmla="*/ 316670 h 339628"/>
                  <a:gd name="connsiteX1" fmla="*/ 340743 w 340743"/>
                  <a:gd name="connsiteY1" fmla="*/ 339628 h 339628"/>
                  <a:gd name="connsiteX2" fmla="*/ 0 w 340743"/>
                  <a:gd name="connsiteY2" fmla="*/ 339628 h 339628"/>
                  <a:gd name="connsiteX3" fmla="*/ 0 w 340743"/>
                  <a:gd name="connsiteY3" fmla="*/ 0 h 339628"/>
                  <a:gd name="connsiteX4" fmla="*/ 114398 w 340743"/>
                  <a:gd name="connsiteY4" fmla="*/ 91440 h 339628"/>
                  <a:gd name="connsiteX0" fmla="*/ 340743 w 340743"/>
                  <a:gd name="connsiteY0" fmla="*/ 316670 h 339628"/>
                  <a:gd name="connsiteX1" fmla="*/ 340743 w 340743"/>
                  <a:gd name="connsiteY1" fmla="*/ 339628 h 339628"/>
                  <a:gd name="connsiteX2" fmla="*/ 0 w 340743"/>
                  <a:gd name="connsiteY2" fmla="*/ 339628 h 339628"/>
                  <a:gd name="connsiteX3" fmla="*/ 0 w 340743"/>
                  <a:gd name="connsiteY3" fmla="*/ 0 h 339628"/>
                  <a:gd name="connsiteX0" fmla="*/ 340743 w 340743"/>
                  <a:gd name="connsiteY0" fmla="*/ 339628 h 339628"/>
                  <a:gd name="connsiteX1" fmla="*/ 0 w 340743"/>
                  <a:gd name="connsiteY1" fmla="*/ 339628 h 339628"/>
                  <a:gd name="connsiteX2" fmla="*/ 0 w 340743"/>
                  <a:gd name="connsiteY2" fmla="*/ 0 h 339628"/>
                </a:gdLst>
                <a:ahLst/>
                <a:cxnLst>
                  <a:cxn ang="0">
                    <a:pos x="connsiteX0" y="connsiteY0"/>
                  </a:cxn>
                  <a:cxn ang="0">
                    <a:pos x="connsiteX1" y="connsiteY1"/>
                  </a:cxn>
                  <a:cxn ang="0">
                    <a:pos x="connsiteX2" y="connsiteY2"/>
                  </a:cxn>
                </a:cxnLst>
                <a:rect l="l" t="t" r="r" b="b"/>
                <a:pathLst>
                  <a:path w="340743" h="339628">
                    <a:moveTo>
                      <a:pt x="340743" y="339628"/>
                    </a:moveTo>
                    <a:lnTo>
                      <a:pt x="0" y="339628"/>
                    </a:lnTo>
                    <a:lnTo>
                      <a:pt x="0" y="0"/>
                    </a:lnTo>
                  </a:path>
                </a:pathLst>
              </a:custGeom>
              <a:noFill/>
              <a:ln w="25400" cap="flat" cmpd="sng" algn="ctr">
                <a:solidFill>
                  <a:srgbClr val="0078D4"/>
                </a:solidFill>
                <a:prstDash val="solid"/>
                <a:miter lim="800000"/>
                <a:headEnd type="none" w="med" len="med"/>
                <a:tailEnd type="none" w="med" len="med"/>
              </a:ln>
              <a:effectLst/>
            </p:spPr>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a:cs typeface="Segoe UI" pitchFamily="34" charset="0"/>
                </a:endParaRPr>
              </a:p>
            </p:txBody>
          </p:sp>
          <p:sp>
            <p:nvSpPr>
              <p:cNvPr id="13" name="Freeform: Shape 112">
                <a:extLst>
                  <a:ext uri="{FF2B5EF4-FFF2-40B4-BE49-F238E27FC236}">
                    <a16:creationId xmlns:a16="http://schemas.microsoft.com/office/drawing/2014/main" id="{D029895F-DA35-5A11-B1B4-8D6CE3092B7C}"/>
                  </a:ext>
                </a:extLst>
              </p:cNvPr>
              <p:cNvSpPr/>
              <p:nvPr/>
            </p:nvSpPr>
            <p:spPr bwMode="auto">
              <a:xfrm>
                <a:off x="9426825" y="3453755"/>
                <a:ext cx="69263" cy="69263"/>
              </a:xfrm>
              <a:custGeom>
                <a:avLst/>
                <a:gdLst>
                  <a:gd name="connsiteX0" fmla="*/ 0 w 83808"/>
                  <a:gd name="connsiteY0" fmla="*/ 0 h 83808"/>
                  <a:gd name="connsiteX1" fmla="*/ 83808 w 83808"/>
                  <a:gd name="connsiteY1" fmla="*/ 0 h 83808"/>
                  <a:gd name="connsiteX2" fmla="*/ 83808 w 83808"/>
                  <a:gd name="connsiteY2" fmla="*/ 83808 h 83808"/>
                  <a:gd name="connsiteX3" fmla="*/ 0 w 83808"/>
                  <a:gd name="connsiteY3" fmla="*/ 83808 h 83808"/>
                  <a:gd name="connsiteX4" fmla="*/ 0 w 83808"/>
                  <a:gd name="connsiteY4" fmla="*/ 0 h 83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08" h="83808">
                    <a:moveTo>
                      <a:pt x="0" y="0"/>
                    </a:moveTo>
                    <a:lnTo>
                      <a:pt x="83808" y="0"/>
                    </a:lnTo>
                    <a:lnTo>
                      <a:pt x="83808" y="83808"/>
                    </a:lnTo>
                    <a:lnTo>
                      <a:pt x="0" y="83808"/>
                    </a:lnTo>
                    <a:lnTo>
                      <a:pt x="0" y="0"/>
                    </a:lnTo>
                    <a:close/>
                  </a:path>
                </a:pathLst>
              </a:custGeom>
              <a:noFill/>
              <a:ln w="25400" cap="flat" cmpd="sng" algn="ctr">
                <a:solidFill>
                  <a:srgbClr val="0078D4"/>
                </a:solidFill>
                <a:prstDash val="solid"/>
                <a:miter lim="800000"/>
                <a:headEnd type="none" w="med" len="med"/>
                <a:tailEnd type="none" w="med" len="med"/>
              </a:ln>
              <a:effectLst/>
            </p:spPr>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a:cs typeface="Segoe UI" pitchFamily="34" charset="0"/>
                </a:endParaRPr>
              </a:p>
            </p:txBody>
          </p:sp>
          <p:sp>
            <p:nvSpPr>
              <p:cNvPr id="14" name="Freeform: Shape 113">
                <a:extLst>
                  <a:ext uri="{FF2B5EF4-FFF2-40B4-BE49-F238E27FC236}">
                    <a16:creationId xmlns:a16="http://schemas.microsoft.com/office/drawing/2014/main" id="{2B65C3F2-C51E-F7E1-3DDC-9FF10D4383F3}"/>
                  </a:ext>
                </a:extLst>
              </p:cNvPr>
              <p:cNvSpPr/>
              <p:nvPr/>
            </p:nvSpPr>
            <p:spPr bwMode="auto">
              <a:xfrm>
                <a:off x="9531227" y="3453755"/>
                <a:ext cx="69263" cy="69263"/>
              </a:xfrm>
              <a:custGeom>
                <a:avLst/>
                <a:gdLst>
                  <a:gd name="connsiteX0" fmla="*/ 0 w 83808"/>
                  <a:gd name="connsiteY0" fmla="*/ 0 h 83808"/>
                  <a:gd name="connsiteX1" fmla="*/ 83808 w 83808"/>
                  <a:gd name="connsiteY1" fmla="*/ 0 h 83808"/>
                  <a:gd name="connsiteX2" fmla="*/ 83808 w 83808"/>
                  <a:gd name="connsiteY2" fmla="*/ 83808 h 83808"/>
                  <a:gd name="connsiteX3" fmla="*/ 0 w 83808"/>
                  <a:gd name="connsiteY3" fmla="*/ 83808 h 83808"/>
                  <a:gd name="connsiteX4" fmla="*/ 0 w 83808"/>
                  <a:gd name="connsiteY4" fmla="*/ 0 h 83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08" h="83808">
                    <a:moveTo>
                      <a:pt x="0" y="0"/>
                    </a:moveTo>
                    <a:lnTo>
                      <a:pt x="83808" y="0"/>
                    </a:lnTo>
                    <a:lnTo>
                      <a:pt x="83808" y="83808"/>
                    </a:lnTo>
                    <a:lnTo>
                      <a:pt x="0" y="83808"/>
                    </a:lnTo>
                    <a:lnTo>
                      <a:pt x="0" y="0"/>
                    </a:lnTo>
                    <a:close/>
                  </a:path>
                </a:pathLst>
              </a:custGeom>
              <a:noFill/>
              <a:ln w="25400" cap="flat" cmpd="sng" algn="ctr">
                <a:solidFill>
                  <a:srgbClr val="0078D4"/>
                </a:solidFill>
                <a:prstDash val="solid"/>
                <a:miter lim="800000"/>
                <a:headEnd type="none" w="med" len="med"/>
                <a:tailEnd type="none" w="med" len="med"/>
              </a:ln>
              <a:effectLst/>
            </p:spPr>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a:cs typeface="Segoe UI" pitchFamily="34" charset="0"/>
                </a:endParaRPr>
              </a:p>
            </p:txBody>
          </p:sp>
          <p:sp>
            <p:nvSpPr>
              <p:cNvPr id="15" name="Freeform: Shape 119">
                <a:extLst>
                  <a:ext uri="{FF2B5EF4-FFF2-40B4-BE49-F238E27FC236}">
                    <a16:creationId xmlns:a16="http://schemas.microsoft.com/office/drawing/2014/main" id="{725181C7-EEB8-9D63-C038-873102A53E21}"/>
                  </a:ext>
                </a:extLst>
              </p:cNvPr>
              <p:cNvSpPr/>
              <p:nvPr/>
            </p:nvSpPr>
            <p:spPr bwMode="auto">
              <a:xfrm>
                <a:off x="9635629" y="3453755"/>
                <a:ext cx="69263" cy="69263"/>
              </a:xfrm>
              <a:custGeom>
                <a:avLst/>
                <a:gdLst>
                  <a:gd name="connsiteX0" fmla="*/ 0 w 83808"/>
                  <a:gd name="connsiteY0" fmla="*/ 0 h 83808"/>
                  <a:gd name="connsiteX1" fmla="*/ 83808 w 83808"/>
                  <a:gd name="connsiteY1" fmla="*/ 0 h 83808"/>
                  <a:gd name="connsiteX2" fmla="*/ 83808 w 83808"/>
                  <a:gd name="connsiteY2" fmla="*/ 83808 h 83808"/>
                  <a:gd name="connsiteX3" fmla="*/ 0 w 83808"/>
                  <a:gd name="connsiteY3" fmla="*/ 83808 h 83808"/>
                  <a:gd name="connsiteX4" fmla="*/ 0 w 83808"/>
                  <a:gd name="connsiteY4" fmla="*/ 0 h 83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08" h="83808">
                    <a:moveTo>
                      <a:pt x="0" y="0"/>
                    </a:moveTo>
                    <a:lnTo>
                      <a:pt x="83808" y="0"/>
                    </a:lnTo>
                    <a:lnTo>
                      <a:pt x="83808" y="83808"/>
                    </a:lnTo>
                    <a:lnTo>
                      <a:pt x="0" y="83808"/>
                    </a:lnTo>
                    <a:lnTo>
                      <a:pt x="0" y="0"/>
                    </a:lnTo>
                    <a:close/>
                  </a:path>
                </a:pathLst>
              </a:custGeom>
              <a:noFill/>
              <a:ln w="25400" cap="flat" cmpd="sng" algn="ctr">
                <a:solidFill>
                  <a:srgbClr val="0078D4"/>
                </a:solidFill>
                <a:prstDash val="solid"/>
                <a:miter lim="800000"/>
                <a:headEnd type="none" w="med" len="med"/>
                <a:tailEnd type="none" w="med" len="med"/>
              </a:ln>
              <a:effectLst/>
            </p:spPr>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a:cs typeface="Segoe UI" pitchFamily="34" charset="0"/>
                </a:endParaRPr>
              </a:p>
            </p:txBody>
          </p:sp>
          <p:sp>
            <p:nvSpPr>
              <p:cNvPr id="16" name="Freeform: Shape 120">
                <a:extLst>
                  <a:ext uri="{FF2B5EF4-FFF2-40B4-BE49-F238E27FC236}">
                    <a16:creationId xmlns:a16="http://schemas.microsoft.com/office/drawing/2014/main" id="{2E5CDB5F-FBAA-8643-8C0F-C2DA8D3E9F01}"/>
                  </a:ext>
                </a:extLst>
              </p:cNvPr>
              <p:cNvSpPr/>
              <p:nvPr/>
            </p:nvSpPr>
            <p:spPr bwMode="auto">
              <a:xfrm>
                <a:off x="9426825" y="3557977"/>
                <a:ext cx="69263" cy="69263"/>
              </a:xfrm>
              <a:custGeom>
                <a:avLst/>
                <a:gdLst>
                  <a:gd name="connsiteX0" fmla="*/ 0 w 83808"/>
                  <a:gd name="connsiteY0" fmla="*/ 0 h 83808"/>
                  <a:gd name="connsiteX1" fmla="*/ 83808 w 83808"/>
                  <a:gd name="connsiteY1" fmla="*/ 0 h 83808"/>
                  <a:gd name="connsiteX2" fmla="*/ 83808 w 83808"/>
                  <a:gd name="connsiteY2" fmla="*/ 83808 h 83808"/>
                  <a:gd name="connsiteX3" fmla="*/ 0 w 83808"/>
                  <a:gd name="connsiteY3" fmla="*/ 83808 h 83808"/>
                  <a:gd name="connsiteX4" fmla="*/ 0 w 83808"/>
                  <a:gd name="connsiteY4" fmla="*/ 0 h 83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08" h="83808">
                    <a:moveTo>
                      <a:pt x="0" y="0"/>
                    </a:moveTo>
                    <a:lnTo>
                      <a:pt x="83808" y="0"/>
                    </a:lnTo>
                    <a:lnTo>
                      <a:pt x="83808" y="83808"/>
                    </a:lnTo>
                    <a:lnTo>
                      <a:pt x="0" y="83808"/>
                    </a:lnTo>
                    <a:lnTo>
                      <a:pt x="0" y="0"/>
                    </a:lnTo>
                    <a:close/>
                  </a:path>
                </a:pathLst>
              </a:custGeom>
              <a:noFill/>
              <a:ln w="25400" cap="flat" cmpd="sng" algn="ctr">
                <a:solidFill>
                  <a:srgbClr val="0078D4"/>
                </a:solidFill>
                <a:prstDash val="solid"/>
                <a:miter lim="800000"/>
                <a:headEnd type="none" w="med" len="med"/>
                <a:tailEnd type="none" w="med" len="med"/>
              </a:ln>
              <a:effectLst/>
            </p:spPr>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a:cs typeface="Segoe UI" pitchFamily="34" charset="0"/>
                </a:endParaRPr>
              </a:p>
            </p:txBody>
          </p:sp>
          <p:sp>
            <p:nvSpPr>
              <p:cNvPr id="17" name="Freeform: Shape 121">
                <a:extLst>
                  <a:ext uri="{FF2B5EF4-FFF2-40B4-BE49-F238E27FC236}">
                    <a16:creationId xmlns:a16="http://schemas.microsoft.com/office/drawing/2014/main" id="{EF7EB16A-B918-7CDA-DD1C-428FB1165547}"/>
                  </a:ext>
                </a:extLst>
              </p:cNvPr>
              <p:cNvSpPr/>
              <p:nvPr/>
            </p:nvSpPr>
            <p:spPr bwMode="auto">
              <a:xfrm>
                <a:off x="9531227" y="3557977"/>
                <a:ext cx="69263" cy="69263"/>
              </a:xfrm>
              <a:custGeom>
                <a:avLst/>
                <a:gdLst>
                  <a:gd name="connsiteX0" fmla="*/ 0 w 83808"/>
                  <a:gd name="connsiteY0" fmla="*/ 0 h 83808"/>
                  <a:gd name="connsiteX1" fmla="*/ 83808 w 83808"/>
                  <a:gd name="connsiteY1" fmla="*/ 0 h 83808"/>
                  <a:gd name="connsiteX2" fmla="*/ 83808 w 83808"/>
                  <a:gd name="connsiteY2" fmla="*/ 83808 h 83808"/>
                  <a:gd name="connsiteX3" fmla="*/ 0 w 83808"/>
                  <a:gd name="connsiteY3" fmla="*/ 83808 h 83808"/>
                  <a:gd name="connsiteX4" fmla="*/ 0 w 83808"/>
                  <a:gd name="connsiteY4" fmla="*/ 0 h 83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08" h="83808">
                    <a:moveTo>
                      <a:pt x="0" y="0"/>
                    </a:moveTo>
                    <a:lnTo>
                      <a:pt x="83808" y="0"/>
                    </a:lnTo>
                    <a:lnTo>
                      <a:pt x="83808" y="83808"/>
                    </a:lnTo>
                    <a:lnTo>
                      <a:pt x="0" y="83808"/>
                    </a:lnTo>
                    <a:lnTo>
                      <a:pt x="0" y="0"/>
                    </a:lnTo>
                    <a:close/>
                  </a:path>
                </a:pathLst>
              </a:custGeom>
              <a:noFill/>
              <a:ln w="25400" cap="flat" cmpd="sng" algn="ctr">
                <a:solidFill>
                  <a:srgbClr val="0078D4"/>
                </a:solidFill>
                <a:prstDash val="solid"/>
                <a:miter lim="800000"/>
                <a:headEnd type="none" w="med" len="med"/>
                <a:tailEnd type="none" w="med" len="med"/>
              </a:ln>
              <a:effectLst/>
            </p:spPr>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a:cs typeface="Segoe UI" pitchFamily="34" charset="0"/>
                </a:endParaRPr>
              </a:p>
            </p:txBody>
          </p:sp>
          <p:sp>
            <p:nvSpPr>
              <p:cNvPr id="18" name="Freeform: Shape 122">
                <a:extLst>
                  <a:ext uri="{FF2B5EF4-FFF2-40B4-BE49-F238E27FC236}">
                    <a16:creationId xmlns:a16="http://schemas.microsoft.com/office/drawing/2014/main" id="{E086F1DD-61D4-FE13-A4E0-88D34A497142}"/>
                  </a:ext>
                </a:extLst>
              </p:cNvPr>
              <p:cNvSpPr/>
              <p:nvPr/>
            </p:nvSpPr>
            <p:spPr bwMode="auto">
              <a:xfrm>
                <a:off x="9635629" y="3557977"/>
                <a:ext cx="69263" cy="69263"/>
              </a:xfrm>
              <a:custGeom>
                <a:avLst/>
                <a:gdLst>
                  <a:gd name="connsiteX0" fmla="*/ 0 w 83808"/>
                  <a:gd name="connsiteY0" fmla="*/ 0 h 83808"/>
                  <a:gd name="connsiteX1" fmla="*/ 83808 w 83808"/>
                  <a:gd name="connsiteY1" fmla="*/ 0 h 83808"/>
                  <a:gd name="connsiteX2" fmla="*/ 83808 w 83808"/>
                  <a:gd name="connsiteY2" fmla="*/ 83808 h 83808"/>
                  <a:gd name="connsiteX3" fmla="*/ 0 w 83808"/>
                  <a:gd name="connsiteY3" fmla="*/ 83808 h 83808"/>
                  <a:gd name="connsiteX4" fmla="*/ 0 w 83808"/>
                  <a:gd name="connsiteY4" fmla="*/ 0 h 83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08" h="83808">
                    <a:moveTo>
                      <a:pt x="0" y="0"/>
                    </a:moveTo>
                    <a:lnTo>
                      <a:pt x="83808" y="0"/>
                    </a:lnTo>
                    <a:lnTo>
                      <a:pt x="83808" y="83808"/>
                    </a:lnTo>
                    <a:lnTo>
                      <a:pt x="0" y="83808"/>
                    </a:lnTo>
                    <a:lnTo>
                      <a:pt x="0" y="0"/>
                    </a:lnTo>
                    <a:close/>
                  </a:path>
                </a:pathLst>
              </a:custGeom>
              <a:noFill/>
              <a:ln w="25400" cap="flat" cmpd="sng" algn="ctr">
                <a:solidFill>
                  <a:srgbClr val="0078D4"/>
                </a:solidFill>
                <a:prstDash val="solid"/>
                <a:miter lim="800000"/>
                <a:headEnd type="none" w="med" len="med"/>
                <a:tailEnd type="none" w="med" len="med"/>
              </a:ln>
              <a:effectLst/>
            </p:spPr>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a:cs typeface="Segoe UI" pitchFamily="34" charset="0"/>
                </a:endParaRPr>
              </a:p>
            </p:txBody>
          </p:sp>
          <p:sp>
            <p:nvSpPr>
              <p:cNvPr id="19" name="Freeform: Shape 123">
                <a:extLst>
                  <a:ext uri="{FF2B5EF4-FFF2-40B4-BE49-F238E27FC236}">
                    <a16:creationId xmlns:a16="http://schemas.microsoft.com/office/drawing/2014/main" id="{2FCD3F98-E94C-E933-0229-2E108AAC6593}"/>
                  </a:ext>
                </a:extLst>
              </p:cNvPr>
              <p:cNvSpPr/>
              <p:nvPr/>
            </p:nvSpPr>
            <p:spPr bwMode="auto">
              <a:xfrm>
                <a:off x="9426825" y="3662200"/>
                <a:ext cx="69263" cy="69263"/>
              </a:xfrm>
              <a:custGeom>
                <a:avLst/>
                <a:gdLst>
                  <a:gd name="connsiteX0" fmla="*/ 0 w 83808"/>
                  <a:gd name="connsiteY0" fmla="*/ 0 h 83808"/>
                  <a:gd name="connsiteX1" fmla="*/ 83808 w 83808"/>
                  <a:gd name="connsiteY1" fmla="*/ 0 h 83808"/>
                  <a:gd name="connsiteX2" fmla="*/ 83808 w 83808"/>
                  <a:gd name="connsiteY2" fmla="*/ 83808 h 83808"/>
                  <a:gd name="connsiteX3" fmla="*/ 0 w 83808"/>
                  <a:gd name="connsiteY3" fmla="*/ 83808 h 83808"/>
                  <a:gd name="connsiteX4" fmla="*/ 0 w 83808"/>
                  <a:gd name="connsiteY4" fmla="*/ 0 h 83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08" h="83808">
                    <a:moveTo>
                      <a:pt x="0" y="0"/>
                    </a:moveTo>
                    <a:lnTo>
                      <a:pt x="83808" y="0"/>
                    </a:lnTo>
                    <a:lnTo>
                      <a:pt x="83808" y="83808"/>
                    </a:lnTo>
                    <a:lnTo>
                      <a:pt x="0" y="83808"/>
                    </a:lnTo>
                    <a:lnTo>
                      <a:pt x="0" y="0"/>
                    </a:lnTo>
                    <a:close/>
                  </a:path>
                </a:pathLst>
              </a:custGeom>
              <a:noFill/>
              <a:ln w="25400" cap="flat" cmpd="sng" algn="ctr">
                <a:solidFill>
                  <a:srgbClr val="0078D4"/>
                </a:solidFill>
                <a:prstDash val="solid"/>
                <a:miter lim="800000"/>
                <a:headEnd type="none" w="med" len="med"/>
                <a:tailEnd type="none" w="med" len="med"/>
              </a:ln>
              <a:effectLst/>
            </p:spPr>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a:cs typeface="Segoe UI" pitchFamily="34" charset="0"/>
                </a:endParaRPr>
              </a:p>
            </p:txBody>
          </p:sp>
          <p:sp>
            <p:nvSpPr>
              <p:cNvPr id="20" name="Freeform: Shape 124">
                <a:extLst>
                  <a:ext uri="{FF2B5EF4-FFF2-40B4-BE49-F238E27FC236}">
                    <a16:creationId xmlns:a16="http://schemas.microsoft.com/office/drawing/2014/main" id="{0923C21A-DFD9-14DE-13A1-224CEC548E24}"/>
                  </a:ext>
                </a:extLst>
              </p:cNvPr>
              <p:cNvSpPr/>
              <p:nvPr/>
            </p:nvSpPr>
            <p:spPr bwMode="auto">
              <a:xfrm>
                <a:off x="9531227" y="3662200"/>
                <a:ext cx="69263" cy="69263"/>
              </a:xfrm>
              <a:custGeom>
                <a:avLst/>
                <a:gdLst>
                  <a:gd name="connsiteX0" fmla="*/ 0 w 83808"/>
                  <a:gd name="connsiteY0" fmla="*/ 0 h 83808"/>
                  <a:gd name="connsiteX1" fmla="*/ 83808 w 83808"/>
                  <a:gd name="connsiteY1" fmla="*/ 0 h 83808"/>
                  <a:gd name="connsiteX2" fmla="*/ 83808 w 83808"/>
                  <a:gd name="connsiteY2" fmla="*/ 83808 h 83808"/>
                  <a:gd name="connsiteX3" fmla="*/ 0 w 83808"/>
                  <a:gd name="connsiteY3" fmla="*/ 83808 h 83808"/>
                  <a:gd name="connsiteX4" fmla="*/ 0 w 83808"/>
                  <a:gd name="connsiteY4" fmla="*/ 0 h 83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08" h="83808">
                    <a:moveTo>
                      <a:pt x="0" y="0"/>
                    </a:moveTo>
                    <a:lnTo>
                      <a:pt x="83808" y="0"/>
                    </a:lnTo>
                    <a:lnTo>
                      <a:pt x="83808" y="83808"/>
                    </a:lnTo>
                    <a:lnTo>
                      <a:pt x="0" y="83808"/>
                    </a:lnTo>
                    <a:lnTo>
                      <a:pt x="0" y="0"/>
                    </a:lnTo>
                    <a:close/>
                  </a:path>
                </a:pathLst>
              </a:custGeom>
              <a:noFill/>
              <a:ln w="25400" cap="flat" cmpd="sng" algn="ctr">
                <a:solidFill>
                  <a:srgbClr val="0078D4"/>
                </a:solidFill>
                <a:prstDash val="solid"/>
                <a:miter lim="800000"/>
                <a:headEnd type="none" w="med" len="med"/>
                <a:tailEnd type="none" w="med" len="med"/>
              </a:ln>
              <a:effectLst/>
            </p:spPr>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a:cs typeface="Segoe UI" pitchFamily="34" charset="0"/>
                </a:endParaRPr>
              </a:p>
            </p:txBody>
          </p:sp>
          <p:sp>
            <p:nvSpPr>
              <p:cNvPr id="21" name="Freeform: Shape 125">
                <a:extLst>
                  <a:ext uri="{FF2B5EF4-FFF2-40B4-BE49-F238E27FC236}">
                    <a16:creationId xmlns:a16="http://schemas.microsoft.com/office/drawing/2014/main" id="{A397F5F6-A6BC-8048-A5E3-6CBD93AF2E97}"/>
                  </a:ext>
                </a:extLst>
              </p:cNvPr>
              <p:cNvSpPr/>
              <p:nvPr/>
            </p:nvSpPr>
            <p:spPr bwMode="auto">
              <a:xfrm>
                <a:off x="9635629" y="3662200"/>
                <a:ext cx="69263" cy="69263"/>
              </a:xfrm>
              <a:custGeom>
                <a:avLst/>
                <a:gdLst>
                  <a:gd name="connsiteX0" fmla="*/ 0 w 83808"/>
                  <a:gd name="connsiteY0" fmla="*/ 0 h 83808"/>
                  <a:gd name="connsiteX1" fmla="*/ 83808 w 83808"/>
                  <a:gd name="connsiteY1" fmla="*/ 0 h 83808"/>
                  <a:gd name="connsiteX2" fmla="*/ 83808 w 83808"/>
                  <a:gd name="connsiteY2" fmla="*/ 83808 h 83808"/>
                  <a:gd name="connsiteX3" fmla="*/ 0 w 83808"/>
                  <a:gd name="connsiteY3" fmla="*/ 83808 h 83808"/>
                  <a:gd name="connsiteX4" fmla="*/ 0 w 83808"/>
                  <a:gd name="connsiteY4" fmla="*/ 0 h 83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08" h="83808">
                    <a:moveTo>
                      <a:pt x="0" y="0"/>
                    </a:moveTo>
                    <a:lnTo>
                      <a:pt x="83808" y="0"/>
                    </a:lnTo>
                    <a:lnTo>
                      <a:pt x="83808" y="83808"/>
                    </a:lnTo>
                    <a:lnTo>
                      <a:pt x="0" y="83808"/>
                    </a:lnTo>
                    <a:lnTo>
                      <a:pt x="0" y="0"/>
                    </a:lnTo>
                    <a:close/>
                  </a:path>
                </a:pathLst>
              </a:custGeom>
              <a:noFill/>
              <a:ln w="25400" cap="flat" cmpd="sng" algn="ctr">
                <a:solidFill>
                  <a:srgbClr val="0078D4"/>
                </a:solidFill>
                <a:prstDash val="solid"/>
                <a:miter lim="800000"/>
                <a:headEnd type="none" w="med" len="med"/>
                <a:tailEnd type="none" w="med" len="med"/>
              </a:ln>
              <a:effectLst/>
            </p:spPr>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a:cs typeface="Segoe UI" pitchFamily="34" charset="0"/>
                </a:endParaRPr>
              </a:p>
            </p:txBody>
          </p:sp>
        </p:grpSp>
      </p:grpSp>
      <p:pic>
        <p:nvPicPr>
          <p:cNvPr id="22" name="Picture 46">
            <a:extLst>
              <a:ext uri="{FF2B5EF4-FFF2-40B4-BE49-F238E27FC236}">
                <a16:creationId xmlns:a16="http://schemas.microsoft.com/office/drawing/2014/main" id="{AFC03F7C-8516-6E9F-F7AF-130C6A0E5CBA}"/>
              </a:ext>
            </a:extLst>
          </p:cNvPr>
          <p:cNvPicPr>
            <a:picLocks noChangeAspect="1"/>
          </p:cNvPicPr>
          <p:nvPr/>
        </p:nvPicPr>
        <p:blipFill>
          <a:blip r:embed="rId3"/>
          <a:stretch>
            <a:fillRect/>
          </a:stretch>
        </p:blipFill>
        <p:spPr>
          <a:xfrm>
            <a:off x="1210128" y="3533203"/>
            <a:ext cx="1357033" cy="900000"/>
          </a:xfrm>
          <a:prstGeom prst="rect">
            <a:avLst/>
          </a:prstGeom>
        </p:spPr>
      </p:pic>
      <p:pic>
        <p:nvPicPr>
          <p:cNvPr id="23" name="Picture 47">
            <a:extLst>
              <a:ext uri="{FF2B5EF4-FFF2-40B4-BE49-F238E27FC236}">
                <a16:creationId xmlns:a16="http://schemas.microsoft.com/office/drawing/2014/main" id="{DCE940A6-A9EC-4ABF-BAEA-42704F0222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tretch>
            <a:fillRect/>
          </a:stretch>
        </p:blipFill>
        <p:spPr bwMode="auto">
          <a:xfrm>
            <a:off x="3546095" y="3597087"/>
            <a:ext cx="1666760" cy="653632"/>
          </a:xfrm>
          <a:prstGeom prst="rect">
            <a:avLst/>
          </a:prstGeom>
          <a:extLst>
            <a:ext uri="{909E8E84-426E-40DD-AFC4-6F175D3DCCD1}">
              <a14:hiddenFill xmlns:a14="http://schemas.microsoft.com/office/drawing/2010/main">
                <a:solidFill>
                  <a:srgbClr val="FFFFFF"/>
                </a:solidFill>
              </a14:hiddenFill>
            </a:ext>
          </a:extLst>
        </p:spPr>
      </p:pic>
      <p:sp>
        <p:nvSpPr>
          <p:cNvPr id="24" name="TextBox 48">
            <a:extLst>
              <a:ext uri="{FF2B5EF4-FFF2-40B4-BE49-F238E27FC236}">
                <a16:creationId xmlns:a16="http://schemas.microsoft.com/office/drawing/2014/main" id="{45134C63-3AB1-7884-0687-9722D50EFF9E}"/>
              </a:ext>
            </a:extLst>
          </p:cNvPr>
          <p:cNvSpPr txBox="1"/>
          <p:nvPr/>
        </p:nvSpPr>
        <p:spPr>
          <a:xfrm>
            <a:off x="3673105" y="2389428"/>
            <a:ext cx="1412739" cy="406208"/>
          </a:xfrm>
          <a:prstGeom prst="rect">
            <a:avLst/>
          </a:prstGeom>
          <a:noFill/>
        </p:spPr>
        <p:txBody>
          <a:bodyPr wrap="square" rtlCol="0" anchor="ctr">
            <a:noAutofit/>
          </a:bodyPr>
          <a:lstStyle>
            <a:defPPr>
              <a:defRPr lang="en-US"/>
            </a:defPPr>
            <a:lvl1pPr marR="0" lvl="0" indent="0" algn="ctr" fontAlgn="auto">
              <a:lnSpc>
                <a:spcPct val="100000"/>
              </a:lnSpc>
              <a:spcBef>
                <a:spcPts val="0"/>
              </a:spcBef>
              <a:spcAft>
                <a:spcPts val="0"/>
              </a:spcAft>
              <a:buClrTx/>
              <a:buSzTx/>
              <a:buFontTx/>
              <a:buNone/>
              <a:tabLst/>
              <a:defRPr kumimoji="0" sz="2000" b="0" i="0" u="none" strike="noStrike" cap="none" spc="0" normalizeH="0" baseline="0">
                <a:ln>
                  <a:noFill/>
                </a:ln>
                <a:solidFill>
                  <a:srgbClr val="0078D4"/>
                </a:solidFill>
                <a:effectLst/>
                <a:uLnTx/>
                <a:uFillTx/>
                <a:latin typeface="+mj-lt"/>
                <a:cs typeface="Segoe UI" panose="020B0402040204020203" pitchFamily="34" charset="0"/>
              </a:defRPr>
            </a:lvl1p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altLang="ja-JP" sz="2000" b="0" i="0" u="none" strike="noStrike" kern="100" cap="none" spc="0" normalizeH="0" baseline="0" noProof="0">
                <a:ln>
                  <a:noFill/>
                </a:ln>
                <a:solidFill>
                  <a:srgbClr val="0078D4"/>
                </a:solidFill>
                <a:effectLst/>
                <a:uLnTx/>
                <a:uFillTx/>
                <a:latin typeface="Segoe UI" panose="020B0502040204020203" pitchFamily="34" charset="0"/>
                <a:ea typeface="Segoe UI" panose="020B0500000000000000" pitchFamily="50" charset="-128"/>
                <a:cs typeface="Segoe UI" panose="020B0402040204020203" pitchFamily="34" charset="0"/>
              </a:rPr>
              <a:t>MongoDB</a:t>
            </a:r>
          </a:p>
        </p:txBody>
      </p:sp>
    </p:spTree>
    <p:extLst>
      <p:ext uri="{BB962C8B-B14F-4D97-AF65-F5344CB8AC3E}">
        <p14:creationId xmlns:p14="http://schemas.microsoft.com/office/powerpoint/2010/main" val="760994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79244-9803-70C2-B63A-DB17127922C1}"/>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9BAA8BF4-8ABD-6921-5D99-07D4C5F73E70}"/>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rPr>
              <a:t>Static Web Apps </a:t>
            </a:r>
            <a:r>
              <a:rPr lang="ja-JP" altLang="en-US" sz="2000" b="1">
                <a:solidFill>
                  <a:srgbClr val="1F2937"/>
                </a:solidFill>
                <a:latin typeface="Yu Gothic" pitchFamily="34" charset="0"/>
                <a:ea typeface="Yu Gothic" pitchFamily="34" charset="-122"/>
              </a:rPr>
              <a:t>と</a:t>
            </a:r>
            <a:r>
              <a:rPr lang="en-US" altLang="ja-JP" sz="2000" b="1" dirty="0">
                <a:solidFill>
                  <a:srgbClr val="1F2937"/>
                </a:solidFill>
                <a:latin typeface="Yu Gothic" pitchFamily="34" charset="0"/>
                <a:ea typeface="Yu Gothic" pitchFamily="34" charset="-122"/>
              </a:rPr>
              <a:t> Functions </a:t>
            </a:r>
            <a:r>
              <a:rPr lang="ja-JP" altLang="en-US" sz="2000" b="1">
                <a:solidFill>
                  <a:srgbClr val="1F2937"/>
                </a:solidFill>
                <a:latin typeface="Yu Gothic" pitchFamily="34" charset="0"/>
                <a:ea typeface="Yu Gothic" pitchFamily="34" charset="-122"/>
              </a:rPr>
              <a:t>と</a:t>
            </a:r>
            <a:r>
              <a:rPr lang="en-US" altLang="ja-JP" sz="2000" b="1" dirty="0">
                <a:solidFill>
                  <a:srgbClr val="1F2937"/>
                </a:solidFill>
                <a:latin typeface="Yu Gothic" pitchFamily="34" charset="0"/>
                <a:ea typeface="Yu Gothic" pitchFamily="34" charset="-122"/>
              </a:rPr>
              <a:t> Cosmos DB </a:t>
            </a:r>
            <a:r>
              <a:rPr lang="ja-JP" altLang="en-US" sz="2000" b="1">
                <a:solidFill>
                  <a:srgbClr val="1F2937"/>
                </a:solidFill>
                <a:latin typeface="Yu Gothic" pitchFamily="34" charset="0"/>
                <a:ea typeface="Yu Gothic" pitchFamily="34" charset="-122"/>
              </a:rPr>
              <a:t>の関係</a:t>
            </a:r>
            <a:endParaRPr lang="en-US" altLang="ja-JP" sz="2000" dirty="0"/>
          </a:p>
        </p:txBody>
      </p:sp>
      <p:sp>
        <p:nvSpPr>
          <p:cNvPr id="2" name="正方形/長方形 1">
            <a:extLst>
              <a:ext uri="{FF2B5EF4-FFF2-40B4-BE49-F238E27FC236}">
                <a16:creationId xmlns:a16="http://schemas.microsoft.com/office/drawing/2014/main" id="{ECA9447D-B4DF-02FE-E20D-F4B244B8B44C}"/>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9</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D45BC6B9-C187-4DF5-723B-AAD42F4923D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5ED50524-9E50-AB57-F1C0-D894CC4BA251}"/>
              </a:ext>
            </a:extLst>
          </p:cNvPr>
          <p:cNvSpPr txBox="1">
            <a:spLocks/>
          </p:cNvSpPr>
          <p:nvPr/>
        </p:nvSpPr>
        <p:spPr>
          <a:xfrm>
            <a:off x="685798" y="1359610"/>
            <a:ext cx="10820402"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defRPr sz="1200" b="0">
                <a:solidFill>
                  <a:srgbClr val="344054"/>
                </a:solidFill>
                <a:latin typeface="Yu Gothic UI"/>
                <a:ea typeface="Yu Gothic UI"/>
                <a:cs typeface="Yu Gothic UI"/>
              </a:defRPr>
            </a:pPr>
            <a:r>
              <a:rPr lang="ja-JP" altLang="en-US" sz="2000">
                <a:solidFill>
                  <a:srgbClr val="344054"/>
                </a:solidFill>
              </a:rPr>
              <a:t>先程の</a:t>
            </a:r>
            <a:r>
              <a:rPr lang="en-US" altLang="ja-JP" sz="2000" dirty="0">
                <a:solidFill>
                  <a:srgbClr val="344054"/>
                </a:solidFill>
              </a:rPr>
              <a:t> SPA </a:t>
            </a:r>
            <a:r>
              <a:rPr lang="ja-JP" altLang="en-US" sz="2000">
                <a:solidFill>
                  <a:srgbClr val="344054"/>
                </a:solidFill>
              </a:rPr>
              <a:t>のアーキテクチャ図と照らし合わせると、</a:t>
            </a:r>
            <a:r>
              <a:rPr lang="en-US" altLang="ja-JP" sz="2000" dirty="0">
                <a:solidFill>
                  <a:srgbClr val="344054"/>
                </a:solidFill>
              </a:rPr>
              <a:t>Web </a:t>
            </a:r>
            <a:r>
              <a:rPr lang="ja-JP" altLang="en-US" sz="2000">
                <a:solidFill>
                  <a:srgbClr val="344054"/>
                </a:solidFill>
              </a:rPr>
              <a:t>層の静的コンテンツのホスティングと</a:t>
            </a:r>
            <a:r>
              <a:rPr lang="en-US" altLang="ja-JP" sz="2000" dirty="0">
                <a:solidFill>
                  <a:srgbClr val="344054"/>
                </a:solidFill>
              </a:rPr>
              <a:t> API </a:t>
            </a:r>
            <a:r>
              <a:rPr lang="ja-JP" altLang="en-US" sz="2000">
                <a:solidFill>
                  <a:srgbClr val="344054"/>
                </a:solidFill>
              </a:rPr>
              <a:t>用ルートの公開を</a:t>
            </a:r>
            <a:r>
              <a:rPr lang="en-US" altLang="ja-JP" sz="2000" dirty="0">
                <a:solidFill>
                  <a:srgbClr val="344054"/>
                </a:solidFill>
              </a:rPr>
              <a:t> SWA </a:t>
            </a:r>
            <a:r>
              <a:rPr lang="ja-JP" altLang="en-US" sz="2000">
                <a:solidFill>
                  <a:srgbClr val="344054"/>
                </a:solidFill>
              </a:rPr>
              <a:t>が、</a:t>
            </a:r>
            <a:r>
              <a:rPr lang="en-US" altLang="ja-JP" sz="2000" dirty="0">
                <a:solidFill>
                  <a:srgbClr val="344054"/>
                </a:solidFill>
              </a:rPr>
              <a:t>Web API </a:t>
            </a:r>
            <a:r>
              <a:rPr lang="ja-JP" altLang="en-US" sz="2000">
                <a:solidFill>
                  <a:srgbClr val="344054"/>
                </a:solidFill>
              </a:rPr>
              <a:t>を</a:t>
            </a:r>
            <a:r>
              <a:rPr lang="en-US" altLang="ja-JP" sz="2000" dirty="0">
                <a:solidFill>
                  <a:srgbClr val="344054"/>
                </a:solidFill>
              </a:rPr>
              <a:t> Functions </a:t>
            </a:r>
            <a:r>
              <a:rPr lang="ja-JP" altLang="en-US" sz="2000">
                <a:solidFill>
                  <a:srgbClr val="344054"/>
                </a:solidFill>
              </a:rPr>
              <a:t>がそれぞれ担います。データストアに</a:t>
            </a:r>
            <a:r>
              <a:rPr lang="en-US" altLang="ja-JP" sz="2000" dirty="0">
                <a:solidFill>
                  <a:srgbClr val="344054"/>
                </a:solidFill>
              </a:rPr>
              <a:t> NoSQL DB </a:t>
            </a:r>
            <a:r>
              <a:rPr lang="ja-JP" altLang="en-US" sz="2000">
                <a:solidFill>
                  <a:srgbClr val="344054"/>
                </a:solidFill>
              </a:rPr>
              <a:t>を使う場合、</a:t>
            </a:r>
            <a:r>
              <a:rPr lang="en-US" altLang="ja-JP" sz="2000" dirty="0">
                <a:solidFill>
                  <a:srgbClr val="344054"/>
                </a:solidFill>
              </a:rPr>
              <a:t>DB </a:t>
            </a:r>
            <a:r>
              <a:rPr lang="ja-JP" altLang="en-US" sz="2000">
                <a:solidFill>
                  <a:srgbClr val="344054"/>
                </a:solidFill>
              </a:rPr>
              <a:t>層に</a:t>
            </a:r>
            <a:r>
              <a:rPr lang="en-US" altLang="ja-JP" sz="2000" dirty="0">
                <a:solidFill>
                  <a:srgbClr val="344054"/>
                </a:solidFill>
              </a:rPr>
              <a:t> Cosmos DB </a:t>
            </a:r>
            <a:r>
              <a:rPr lang="ja-JP" altLang="en-US" sz="2000">
                <a:solidFill>
                  <a:srgbClr val="344054"/>
                </a:solidFill>
              </a:rPr>
              <a:t>が位置します。</a:t>
            </a:r>
            <a:endParaRPr lang="en-US" altLang="ja-JP" sz="2000" dirty="0">
              <a:solidFill>
                <a:srgbClr val="344054"/>
              </a:solidFill>
            </a:endParaRPr>
          </a:p>
        </p:txBody>
      </p:sp>
      <p:sp>
        <p:nvSpPr>
          <p:cNvPr id="5" name="正方形/長方形 4">
            <a:extLst>
              <a:ext uri="{FF2B5EF4-FFF2-40B4-BE49-F238E27FC236}">
                <a16:creationId xmlns:a16="http://schemas.microsoft.com/office/drawing/2014/main" id="{879265B5-C526-54AC-C994-F2437DF8FEB6}"/>
              </a:ext>
            </a:extLst>
          </p:cNvPr>
          <p:cNvSpPr>
            <a:spLocks noGrp="1"/>
          </p:cNvSpPr>
          <p:nvPr/>
        </p:nvSpPr>
        <p:spPr>
          <a:xfrm>
            <a:off x="292608" y="2600325"/>
            <a:ext cx="11658600" cy="3857625"/>
          </a:xfrm>
          <a:prstGeom prst="rect">
            <a:avLst/>
          </a:prstGeom>
          <a:solidFill>
            <a:srgbClr val="FFFFFF"/>
          </a:solidFill>
          <a:ln w="9525">
            <a:solidFill>
              <a:srgbClr val="D0D5DD"/>
            </a:solidFill>
            <a:prstDash val="solid"/>
          </a:ln>
        </p:spPr>
        <p:txBody>
          <a:bodyPr/>
          <a:lstStyle/>
          <a:p>
            <a:endParaRPr lang="ja-JP" altLang="en-US"/>
          </a:p>
        </p:txBody>
      </p:sp>
      <p:sp>
        <p:nvSpPr>
          <p:cNvPr id="6" name="角丸四角形 5">
            <a:extLst>
              <a:ext uri="{FF2B5EF4-FFF2-40B4-BE49-F238E27FC236}">
                <a16:creationId xmlns:a16="http://schemas.microsoft.com/office/drawing/2014/main" id="{196A6507-CD33-0BC1-6754-286BDE6B8A95}"/>
              </a:ext>
            </a:extLst>
          </p:cNvPr>
          <p:cNvSpPr/>
          <p:nvPr/>
        </p:nvSpPr>
        <p:spPr>
          <a:xfrm>
            <a:off x="5111225" y="2702560"/>
            <a:ext cx="6421244" cy="367791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0A5D126D-4B6C-871B-631E-7BBCFC884BA2}"/>
              </a:ext>
            </a:extLst>
          </p:cNvPr>
          <p:cNvSpPr/>
          <p:nvPr/>
        </p:nvSpPr>
        <p:spPr>
          <a:xfrm>
            <a:off x="5276118" y="2863251"/>
            <a:ext cx="1821020" cy="336482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5661BD58-9BDA-69C8-FFE8-7B7AEC4BCC27}"/>
              </a:ext>
            </a:extLst>
          </p:cNvPr>
          <p:cNvSpPr txBox="1"/>
          <p:nvPr/>
        </p:nvSpPr>
        <p:spPr>
          <a:xfrm>
            <a:off x="8554504" y="2809945"/>
            <a:ext cx="2783674" cy="369332"/>
          </a:xfrm>
          <a:prstGeom prst="rect">
            <a:avLst/>
          </a:prstGeom>
          <a:noFill/>
        </p:spPr>
        <p:txBody>
          <a:bodyPr wrap="square" rtlCol="0">
            <a:spAutoFit/>
          </a:bodyPr>
          <a:lstStyle/>
          <a:p>
            <a:pPr algn="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アプリケーション</a:t>
            </a:r>
          </a:p>
        </p:txBody>
      </p:sp>
      <p:sp>
        <p:nvSpPr>
          <p:cNvPr id="10" name="角丸四角形 9">
            <a:extLst>
              <a:ext uri="{FF2B5EF4-FFF2-40B4-BE49-F238E27FC236}">
                <a16:creationId xmlns:a16="http://schemas.microsoft.com/office/drawing/2014/main" id="{A129E36A-8AC8-FAB2-3015-769D8D1E2B69}"/>
              </a:ext>
            </a:extLst>
          </p:cNvPr>
          <p:cNvSpPr/>
          <p:nvPr/>
        </p:nvSpPr>
        <p:spPr>
          <a:xfrm>
            <a:off x="7444703" y="3720289"/>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9131AC11-834C-A129-C87A-62BA5B5A18AF}"/>
              </a:ext>
            </a:extLst>
          </p:cNvPr>
          <p:cNvSpPr/>
          <p:nvPr/>
        </p:nvSpPr>
        <p:spPr>
          <a:xfrm>
            <a:off x="9613289" y="3720289"/>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5BAE8712-6AD1-DBFA-282F-1392417E5C3C}"/>
              </a:ext>
            </a:extLst>
          </p:cNvPr>
          <p:cNvSpPr txBox="1"/>
          <p:nvPr/>
        </p:nvSpPr>
        <p:spPr>
          <a:xfrm>
            <a:off x="5354574" y="2916825"/>
            <a:ext cx="1000958" cy="369332"/>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13" name="テキスト ボックス 12">
            <a:extLst>
              <a:ext uri="{FF2B5EF4-FFF2-40B4-BE49-F238E27FC236}">
                <a16:creationId xmlns:a16="http://schemas.microsoft.com/office/drawing/2014/main" id="{BE143990-F66B-7B23-B6CE-B441B4F19C43}"/>
              </a:ext>
            </a:extLst>
          </p:cNvPr>
          <p:cNvSpPr txBox="1"/>
          <p:nvPr/>
        </p:nvSpPr>
        <p:spPr>
          <a:xfrm>
            <a:off x="7540101" y="3831711"/>
            <a:ext cx="1149035" cy="338554"/>
          </a:xfrm>
          <a:prstGeom prst="rect">
            <a:avLst/>
          </a:prstGeom>
          <a:noFill/>
        </p:spPr>
        <p:txBody>
          <a:bodyPr wrap="square" rtlCol="0">
            <a:spAutoFit/>
          </a:bodyPr>
          <a:lstStyle/>
          <a:p>
            <a:pPr algn="ctr"/>
            <a:r>
              <a:rPr kumimoji="1" lang="en-US" altLang="ja-JP" sz="1600" dirty="0">
                <a:solidFill>
                  <a:schemeClr val="tx1">
                    <a:lumMod val="75000"/>
                    <a:lumOff val="25000"/>
                  </a:schemeClr>
                </a:solidFill>
                <a:latin typeface="Yu Gothic UI" panose="020B0500000000000000" pitchFamily="34" charset="-128"/>
                <a:ea typeface="Yu Gothic UI" panose="020B0500000000000000" pitchFamily="34" charset="-128"/>
              </a:rPr>
              <a:t>Web API</a:t>
            </a:r>
            <a:endParaRPr kumimoji="1" lang="ja-JP" altLang="en-US" sz="16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4" name="テキスト ボックス 13">
            <a:extLst>
              <a:ext uri="{FF2B5EF4-FFF2-40B4-BE49-F238E27FC236}">
                <a16:creationId xmlns:a16="http://schemas.microsoft.com/office/drawing/2014/main" id="{A197059A-0EB4-8037-8ED5-65F324DD8011}"/>
              </a:ext>
            </a:extLst>
          </p:cNvPr>
          <p:cNvSpPr txBox="1"/>
          <p:nvPr/>
        </p:nvSpPr>
        <p:spPr>
          <a:xfrm>
            <a:off x="9649649" y="3795141"/>
            <a:ext cx="1000958" cy="369332"/>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DB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15" name="テキスト ボックス 14">
            <a:extLst>
              <a:ext uri="{FF2B5EF4-FFF2-40B4-BE49-F238E27FC236}">
                <a16:creationId xmlns:a16="http://schemas.microsoft.com/office/drawing/2014/main" id="{3F888994-A200-FCBD-DDF9-5FAC5A9E2500}"/>
              </a:ext>
            </a:extLst>
          </p:cNvPr>
          <p:cNvSpPr txBox="1"/>
          <p:nvPr/>
        </p:nvSpPr>
        <p:spPr>
          <a:xfrm>
            <a:off x="3200359" y="4771089"/>
            <a:ext cx="1295665" cy="261610"/>
          </a:xfrm>
          <a:prstGeom prst="rect">
            <a:avLst/>
          </a:prstGeom>
          <a:noFill/>
        </p:spPr>
        <p:txBody>
          <a:bodyPr wrap="square" rtlCol="0">
            <a:spAutoFit/>
          </a:bodyPr>
          <a:lstStyle/>
          <a:p>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1. 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リクエスト</a:t>
            </a:r>
          </a:p>
        </p:txBody>
      </p:sp>
      <p:sp>
        <p:nvSpPr>
          <p:cNvPr id="16" name="テキスト ボックス 15">
            <a:extLst>
              <a:ext uri="{FF2B5EF4-FFF2-40B4-BE49-F238E27FC236}">
                <a16:creationId xmlns:a16="http://schemas.microsoft.com/office/drawing/2014/main" id="{332DB880-03BE-B8A3-AB92-BB73DB7F93B6}"/>
              </a:ext>
            </a:extLst>
          </p:cNvPr>
          <p:cNvSpPr txBox="1"/>
          <p:nvPr/>
        </p:nvSpPr>
        <p:spPr>
          <a:xfrm>
            <a:off x="7468167" y="4317329"/>
            <a:ext cx="1708657" cy="600164"/>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ビジネスロジック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プログラム</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に従った処理による動的レスポンスの作成</a:t>
            </a:r>
          </a:p>
        </p:txBody>
      </p:sp>
      <p:sp>
        <p:nvSpPr>
          <p:cNvPr id="17" name="テキスト ボックス 16">
            <a:extLst>
              <a:ext uri="{FF2B5EF4-FFF2-40B4-BE49-F238E27FC236}">
                <a16:creationId xmlns:a16="http://schemas.microsoft.com/office/drawing/2014/main" id="{EC9ABB9B-13B2-E0EF-003A-85CCDBAAB595}"/>
              </a:ext>
            </a:extLst>
          </p:cNvPr>
          <p:cNvSpPr txBox="1"/>
          <p:nvPr/>
        </p:nvSpPr>
        <p:spPr>
          <a:xfrm>
            <a:off x="6736241" y="3828611"/>
            <a:ext cx="1134795" cy="430887"/>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ビジネスロジック</a:t>
            </a:r>
            <a:endPar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処理依頼</a:t>
            </a:r>
          </a:p>
        </p:txBody>
      </p:sp>
      <p:cxnSp>
        <p:nvCxnSpPr>
          <p:cNvPr id="18" name="直線コネクタ 17">
            <a:extLst>
              <a:ext uri="{FF2B5EF4-FFF2-40B4-BE49-F238E27FC236}">
                <a16:creationId xmlns:a16="http://schemas.microsoft.com/office/drawing/2014/main" id="{04E79CBB-089E-4A71-F26E-8EB383E447EC}"/>
              </a:ext>
            </a:extLst>
          </p:cNvPr>
          <p:cNvCxnSpPr>
            <a:cxnSpLocks/>
          </p:cNvCxnSpPr>
          <p:nvPr/>
        </p:nvCxnSpPr>
        <p:spPr>
          <a:xfrm>
            <a:off x="9200290" y="4284504"/>
            <a:ext cx="412999"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09A28784-F21D-9194-41BF-A93FD6CEB490}"/>
              </a:ext>
            </a:extLst>
          </p:cNvPr>
          <p:cNvSpPr txBox="1"/>
          <p:nvPr/>
        </p:nvSpPr>
        <p:spPr>
          <a:xfrm>
            <a:off x="8875751" y="3670638"/>
            <a:ext cx="1000958" cy="577081"/>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データ処理</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リクエスト</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rPr>
              <a:t> (CRUD</a:t>
            </a: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操作</a:t>
            </a:r>
            <a:r>
              <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rPr>
              <a:t>)</a:t>
            </a:r>
          </a:p>
        </p:txBody>
      </p:sp>
      <p:cxnSp>
        <p:nvCxnSpPr>
          <p:cNvPr id="20" name="直線コネクタ 19">
            <a:extLst>
              <a:ext uri="{FF2B5EF4-FFF2-40B4-BE49-F238E27FC236}">
                <a16:creationId xmlns:a16="http://schemas.microsoft.com/office/drawing/2014/main" id="{6C982282-CDF9-A8D0-E18D-D3B86320AB54}"/>
              </a:ext>
            </a:extLst>
          </p:cNvPr>
          <p:cNvCxnSpPr>
            <a:cxnSpLocks/>
          </p:cNvCxnSpPr>
          <p:nvPr/>
        </p:nvCxnSpPr>
        <p:spPr>
          <a:xfrm flipH="1">
            <a:off x="9200289" y="4795123"/>
            <a:ext cx="41300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4C5F40A2-6E51-1A4A-B490-61E2C5665E10}"/>
              </a:ext>
            </a:extLst>
          </p:cNvPr>
          <p:cNvCxnSpPr>
            <a:cxnSpLocks/>
          </p:cNvCxnSpPr>
          <p:nvPr/>
        </p:nvCxnSpPr>
        <p:spPr>
          <a:xfrm flipH="1">
            <a:off x="6967252" y="4795123"/>
            <a:ext cx="464946" cy="1094148"/>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B5540D49-F24F-6A75-699F-048B587F9BC2}"/>
              </a:ext>
            </a:extLst>
          </p:cNvPr>
          <p:cNvSpPr txBox="1"/>
          <p:nvPr/>
        </p:nvSpPr>
        <p:spPr>
          <a:xfrm>
            <a:off x="3747869" y="3900961"/>
            <a:ext cx="1295665" cy="261610"/>
          </a:xfrm>
          <a:prstGeom prst="rect">
            <a:avLst/>
          </a:prstGeom>
          <a:noFill/>
        </p:spPr>
        <p:txBody>
          <a:bodyPr wrap="square" rtlCol="0">
            <a:spAutoFit/>
          </a:bodyPr>
          <a:lstStyle/>
          <a:p>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2. 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レスポンス</a:t>
            </a:r>
          </a:p>
        </p:txBody>
      </p:sp>
      <p:sp>
        <p:nvSpPr>
          <p:cNvPr id="23" name="テキスト ボックス 22">
            <a:extLst>
              <a:ext uri="{FF2B5EF4-FFF2-40B4-BE49-F238E27FC236}">
                <a16:creationId xmlns:a16="http://schemas.microsoft.com/office/drawing/2014/main" id="{98331B0A-A368-0E42-5EDB-4C0E24D519C3}"/>
              </a:ext>
            </a:extLst>
          </p:cNvPr>
          <p:cNvSpPr txBox="1"/>
          <p:nvPr/>
        </p:nvSpPr>
        <p:spPr>
          <a:xfrm>
            <a:off x="9589952" y="4297370"/>
            <a:ext cx="1708657" cy="938719"/>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データの永続化、保存</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データの検索</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データの作成</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データの更新</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データの削除</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4" name="テキスト ボックス 23">
            <a:extLst>
              <a:ext uri="{FF2B5EF4-FFF2-40B4-BE49-F238E27FC236}">
                <a16:creationId xmlns:a16="http://schemas.microsoft.com/office/drawing/2014/main" id="{62185B05-CB1E-01A7-FA87-C8B0EB98A739}"/>
              </a:ext>
            </a:extLst>
          </p:cNvPr>
          <p:cNvSpPr txBox="1"/>
          <p:nvPr/>
        </p:nvSpPr>
        <p:spPr>
          <a:xfrm>
            <a:off x="9055497" y="4857942"/>
            <a:ext cx="67809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データ</a:t>
            </a:r>
          </a:p>
        </p:txBody>
      </p:sp>
      <p:sp>
        <p:nvSpPr>
          <p:cNvPr id="25" name="テキスト ボックス 24">
            <a:extLst>
              <a:ext uri="{FF2B5EF4-FFF2-40B4-BE49-F238E27FC236}">
                <a16:creationId xmlns:a16="http://schemas.microsoft.com/office/drawing/2014/main" id="{F75A942B-2825-EECE-7A5C-A751B1D64176}"/>
              </a:ext>
            </a:extLst>
          </p:cNvPr>
          <p:cNvSpPr txBox="1"/>
          <p:nvPr/>
        </p:nvSpPr>
        <p:spPr>
          <a:xfrm>
            <a:off x="7198738" y="5397171"/>
            <a:ext cx="71962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処理結果</a:t>
            </a:r>
          </a:p>
        </p:txBody>
      </p:sp>
      <p:sp>
        <p:nvSpPr>
          <p:cNvPr id="26" name="角丸四角形 25">
            <a:extLst>
              <a:ext uri="{FF2B5EF4-FFF2-40B4-BE49-F238E27FC236}">
                <a16:creationId xmlns:a16="http://schemas.microsoft.com/office/drawing/2014/main" id="{F5A01EBB-7525-A2D3-79AF-2F35373AFEAF}"/>
              </a:ext>
            </a:extLst>
          </p:cNvPr>
          <p:cNvSpPr/>
          <p:nvPr/>
        </p:nvSpPr>
        <p:spPr>
          <a:xfrm>
            <a:off x="5426920" y="3365545"/>
            <a:ext cx="1492215" cy="129646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角丸四角形 26">
            <a:extLst>
              <a:ext uri="{FF2B5EF4-FFF2-40B4-BE49-F238E27FC236}">
                <a16:creationId xmlns:a16="http://schemas.microsoft.com/office/drawing/2014/main" id="{A7E8C867-A07E-9679-FAE5-432A0520738D}"/>
              </a:ext>
            </a:extLst>
          </p:cNvPr>
          <p:cNvSpPr/>
          <p:nvPr/>
        </p:nvSpPr>
        <p:spPr>
          <a:xfrm>
            <a:off x="5426920" y="4822704"/>
            <a:ext cx="1492215" cy="129646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C1F085DA-A353-AD64-E0DC-B65A9E47B764}"/>
              </a:ext>
            </a:extLst>
          </p:cNvPr>
          <p:cNvSpPr txBox="1"/>
          <p:nvPr/>
        </p:nvSpPr>
        <p:spPr>
          <a:xfrm>
            <a:off x="5392402" y="3414303"/>
            <a:ext cx="1561249" cy="261610"/>
          </a:xfrm>
          <a:prstGeom prst="rect">
            <a:avLst/>
          </a:prstGeom>
          <a:noFill/>
        </p:spPr>
        <p:txBody>
          <a:bodyPr wrap="square" rtlCol="0">
            <a:spAutoFit/>
          </a:bodyPr>
          <a:lstStyle/>
          <a:p>
            <a:pPr algn="ct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静的コンテンツ用ルート</a:t>
            </a:r>
          </a:p>
        </p:txBody>
      </p:sp>
      <p:sp>
        <p:nvSpPr>
          <p:cNvPr id="29" name="テキスト ボックス 28">
            <a:extLst>
              <a:ext uri="{FF2B5EF4-FFF2-40B4-BE49-F238E27FC236}">
                <a16:creationId xmlns:a16="http://schemas.microsoft.com/office/drawing/2014/main" id="{A7F783F7-6DD3-B028-F162-88A539D344E4}"/>
              </a:ext>
            </a:extLst>
          </p:cNvPr>
          <p:cNvSpPr txBox="1"/>
          <p:nvPr/>
        </p:nvSpPr>
        <p:spPr>
          <a:xfrm>
            <a:off x="5406003" y="4858008"/>
            <a:ext cx="1561249" cy="261610"/>
          </a:xfrm>
          <a:prstGeom prst="rect">
            <a:avLst/>
          </a:prstGeom>
          <a:noFill/>
        </p:spPr>
        <p:txBody>
          <a:bodyPr wrap="square" rtlCol="0">
            <a:spAutoFit/>
          </a:bodyPr>
          <a:lstStyle/>
          <a:p>
            <a:pPr algn="ct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API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用ルート</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0" name="角丸四角形 29">
            <a:extLst>
              <a:ext uri="{FF2B5EF4-FFF2-40B4-BE49-F238E27FC236}">
                <a16:creationId xmlns:a16="http://schemas.microsoft.com/office/drawing/2014/main" id="{5A80F158-8831-24A3-D109-F6DFFA47027C}"/>
              </a:ext>
            </a:extLst>
          </p:cNvPr>
          <p:cNvSpPr/>
          <p:nvPr/>
        </p:nvSpPr>
        <p:spPr>
          <a:xfrm>
            <a:off x="5518849" y="3728059"/>
            <a:ext cx="1129475" cy="661721"/>
          </a:xfrm>
          <a:prstGeom prst="roundRect">
            <a:avLst>
              <a:gd name="adj" fmla="val 8334"/>
            </a:avLst>
          </a:prstGeom>
          <a:solidFill>
            <a:srgbClr val="FCFCFC"/>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角丸四角形 30">
            <a:extLst>
              <a:ext uri="{FF2B5EF4-FFF2-40B4-BE49-F238E27FC236}">
                <a16:creationId xmlns:a16="http://schemas.microsoft.com/office/drawing/2014/main" id="{6EC2C404-F9EB-EE20-9F40-F364C783F3C2}"/>
              </a:ext>
            </a:extLst>
          </p:cNvPr>
          <p:cNvSpPr/>
          <p:nvPr/>
        </p:nvSpPr>
        <p:spPr>
          <a:xfrm>
            <a:off x="5618300" y="3831711"/>
            <a:ext cx="1129475" cy="661721"/>
          </a:xfrm>
          <a:prstGeom prst="roundRect">
            <a:avLst>
              <a:gd name="adj" fmla="val 8334"/>
            </a:avLst>
          </a:prstGeom>
          <a:solidFill>
            <a:srgbClr val="FCFCFC"/>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角丸四角形 31">
            <a:extLst>
              <a:ext uri="{FF2B5EF4-FFF2-40B4-BE49-F238E27FC236}">
                <a16:creationId xmlns:a16="http://schemas.microsoft.com/office/drawing/2014/main" id="{44DD4A0F-6960-2D7E-E073-F00639FCF09E}"/>
              </a:ext>
            </a:extLst>
          </p:cNvPr>
          <p:cNvSpPr/>
          <p:nvPr/>
        </p:nvSpPr>
        <p:spPr>
          <a:xfrm>
            <a:off x="5724300" y="3922781"/>
            <a:ext cx="1129475" cy="661721"/>
          </a:xfrm>
          <a:prstGeom prst="roundRect">
            <a:avLst>
              <a:gd name="adj" fmla="val 8334"/>
            </a:avLst>
          </a:prstGeom>
          <a:solidFill>
            <a:srgbClr val="FCFCFC"/>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9674D707-54F9-25D4-D50E-C1EB1B2EDE0A}"/>
              </a:ext>
            </a:extLst>
          </p:cNvPr>
          <p:cNvSpPr txBox="1"/>
          <p:nvPr/>
        </p:nvSpPr>
        <p:spPr>
          <a:xfrm>
            <a:off x="5729757" y="3931738"/>
            <a:ext cx="1129475" cy="661720"/>
          </a:xfrm>
          <a:prstGeom prst="rect">
            <a:avLst/>
          </a:prstGeom>
          <a:noFill/>
        </p:spPr>
        <p:txBody>
          <a:bodyPr wrap="square" rtlCol="0">
            <a:spAutoFit/>
          </a:bodyPr>
          <a:lstStyle/>
          <a:p>
            <a:pPr algn="ct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静的コンテンツ</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spcBef>
                <a:spcPts val="600"/>
              </a:spcBef>
            </a:pPr>
            <a:r>
              <a:rPr kumimoji="1" lang="en-US" altLang="ja-JP" sz="1000" dirty="0">
                <a:solidFill>
                  <a:schemeClr val="tx1">
                    <a:lumMod val="75000"/>
                    <a:lumOff val="25000"/>
                  </a:schemeClr>
                </a:solidFill>
                <a:latin typeface="Yu Gothic UI" panose="020B0500000000000000" pitchFamily="34" charset="-128"/>
                <a:ea typeface="Yu Gothic UI" panose="020B0500000000000000" pitchFamily="34" charset="-128"/>
              </a:rPr>
              <a:t>HTML /CSS /</a:t>
            </a:r>
            <a:r>
              <a:rPr kumimoji="1" lang="ja-JP" altLang="en-US" sz="1000">
                <a:solidFill>
                  <a:schemeClr val="tx1">
                    <a:lumMod val="75000"/>
                    <a:lumOff val="25000"/>
                  </a:schemeClr>
                </a:solidFill>
                <a:latin typeface="Yu Gothic UI" panose="020B0500000000000000" pitchFamily="34" charset="-128"/>
                <a:ea typeface="Yu Gothic UI" panose="020B0500000000000000" pitchFamily="34" charset="-128"/>
              </a:rPr>
              <a:t>画像</a:t>
            </a:r>
            <a:r>
              <a:rPr kumimoji="1" lang="en-US" altLang="ja-JP" sz="1000" dirty="0">
                <a:solidFill>
                  <a:schemeClr val="tx1">
                    <a:lumMod val="75000"/>
                    <a:lumOff val="25000"/>
                  </a:schemeClr>
                </a:solidFill>
                <a:latin typeface="Yu Gothic UI" panose="020B0500000000000000" pitchFamily="34" charset="-128"/>
                <a:ea typeface="Yu Gothic UI" panose="020B0500000000000000" pitchFamily="34" charset="-128"/>
              </a:rPr>
              <a:t>/JavaScript</a:t>
            </a:r>
          </a:p>
        </p:txBody>
      </p:sp>
      <p:cxnSp>
        <p:nvCxnSpPr>
          <p:cNvPr id="34" name="直線コネクタ 33">
            <a:extLst>
              <a:ext uri="{FF2B5EF4-FFF2-40B4-BE49-F238E27FC236}">
                <a16:creationId xmlns:a16="http://schemas.microsoft.com/office/drawing/2014/main" id="{3D224F96-1599-FD65-C496-1AE410DFA15F}"/>
              </a:ext>
            </a:extLst>
          </p:cNvPr>
          <p:cNvCxnSpPr>
            <a:cxnSpLocks/>
          </p:cNvCxnSpPr>
          <p:nvPr/>
        </p:nvCxnSpPr>
        <p:spPr>
          <a:xfrm flipV="1">
            <a:off x="2902686" y="4134109"/>
            <a:ext cx="2677355" cy="753713"/>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488E81FC-E8CF-9FA1-9F27-A82516EEAC2A}"/>
              </a:ext>
            </a:extLst>
          </p:cNvPr>
          <p:cNvCxnSpPr>
            <a:cxnSpLocks/>
          </p:cNvCxnSpPr>
          <p:nvPr/>
        </p:nvCxnSpPr>
        <p:spPr>
          <a:xfrm flipH="1">
            <a:off x="2887547" y="3984392"/>
            <a:ext cx="2565942" cy="733302"/>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6" name="フローチャート: 書類 35">
            <a:extLst>
              <a:ext uri="{FF2B5EF4-FFF2-40B4-BE49-F238E27FC236}">
                <a16:creationId xmlns:a16="http://schemas.microsoft.com/office/drawing/2014/main" id="{6D562969-CB75-435E-FEB0-EADFEAF20F75}"/>
              </a:ext>
            </a:extLst>
          </p:cNvPr>
          <p:cNvSpPr/>
          <p:nvPr/>
        </p:nvSpPr>
        <p:spPr>
          <a:xfrm>
            <a:off x="2554716" y="3392671"/>
            <a:ext cx="1295665" cy="655235"/>
          </a:xfrm>
          <a:prstGeom prst="flowChartDocumen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tx1">
                    <a:lumMod val="85000"/>
                    <a:lumOff val="15000"/>
                  </a:schemeClr>
                </a:solidFill>
              </a:rPr>
              <a:t>静的コンテンツ</a:t>
            </a:r>
            <a:endParaRPr kumimoji="1" lang="en-US" altLang="ja-JP" sz="1200" dirty="0">
              <a:solidFill>
                <a:schemeClr val="tx1">
                  <a:lumMod val="85000"/>
                  <a:lumOff val="15000"/>
                </a:schemeClr>
              </a:solidFill>
            </a:endParaRPr>
          </a:p>
          <a:p>
            <a:pPr algn="ctr">
              <a:spcBef>
                <a:spcPts val="300"/>
              </a:spcBef>
            </a:pPr>
            <a:r>
              <a:rPr kumimoji="1" lang="en-US" altLang="ja-JP" sz="900" dirty="0">
                <a:solidFill>
                  <a:schemeClr val="tx1">
                    <a:lumMod val="85000"/>
                    <a:lumOff val="15000"/>
                  </a:schemeClr>
                </a:solidFill>
              </a:rPr>
              <a:t>HTML/CSS</a:t>
            </a:r>
          </a:p>
          <a:p>
            <a:pPr algn="ctr"/>
            <a:r>
              <a:rPr kumimoji="1" lang="en-US" altLang="ja-JP" sz="900" dirty="0">
                <a:solidFill>
                  <a:schemeClr val="tx1">
                    <a:lumMod val="85000"/>
                    <a:lumOff val="15000"/>
                  </a:schemeClr>
                </a:solidFill>
              </a:rPr>
              <a:t>/JavaScript</a:t>
            </a:r>
            <a:endParaRPr kumimoji="1" lang="ja-JP" altLang="en-US" sz="1050">
              <a:solidFill>
                <a:schemeClr val="tx1">
                  <a:lumMod val="85000"/>
                  <a:lumOff val="15000"/>
                </a:schemeClr>
              </a:solidFill>
            </a:endParaRPr>
          </a:p>
        </p:txBody>
      </p:sp>
      <p:sp>
        <p:nvSpPr>
          <p:cNvPr id="37" name="角丸四角形 36">
            <a:extLst>
              <a:ext uri="{FF2B5EF4-FFF2-40B4-BE49-F238E27FC236}">
                <a16:creationId xmlns:a16="http://schemas.microsoft.com/office/drawing/2014/main" id="{FED882C1-0DBA-841E-0B60-F4A2F3CE8B54}"/>
              </a:ext>
            </a:extLst>
          </p:cNvPr>
          <p:cNvSpPr/>
          <p:nvPr/>
        </p:nvSpPr>
        <p:spPr>
          <a:xfrm>
            <a:off x="1146817" y="4647836"/>
            <a:ext cx="1553851" cy="1479973"/>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15615B4E-8E61-E17F-DD75-8BE4E70B0F6E}"/>
              </a:ext>
            </a:extLst>
          </p:cNvPr>
          <p:cNvSpPr txBox="1"/>
          <p:nvPr/>
        </p:nvSpPr>
        <p:spPr>
          <a:xfrm>
            <a:off x="1254440" y="4741260"/>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ブラウザ</a:t>
            </a:r>
          </a:p>
        </p:txBody>
      </p:sp>
      <p:sp>
        <p:nvSpPr>
          <p:cNvPr id="39" name="角丸四角形 38">
            <a:extLst>
              <a:ext uri="{FF2B5EF4-FFF2-40B4-BE49-F238E27FC236}">
                <a16:creationId xmlns:a16="http://schemas.microsoft.com/office/drawing/2014/main" id="{A5D1A13D-BC5D-D5F8-D43F-14F24ADD1A20}"/>
              </a:ext>
            </a:extLst>
          </p:cNvPr>
          <p:cNvSpPr/>
          <p:nvPr/>
        </p:nvSpPr>
        <p:spPr>
          <a:xfrm>
            <a:off x="1299459" y="5204016"/>
            <a:ext cx="1293587" cy="816513"/>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テキスト ボックス 39">
            <a:extLst>
              <a:ext uri="{FF2B5EF4-FFF2-40B4-BE49-F238E27FC236}">
                <a16:creationId xmlns:a16="http://schemas.microsoft.com/office/drawing/2014/main" id="{18202DBC-51FC-1858-A727-827FCBDCC807}"/>
              </a:ext>
            </a:extLst>
          </p:cNvPr>
          <p:cNvSpPr txBox="1"/>
          <p:nvPr/>
        </p:nvSpPr>
        <p:spPr>
          <a:xfrm>
            <a:off x="1299459" y="5242940"/>
            <a:ext cx="1293588" cy="646331"/>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フロントエンドアプリ</a:t>
            </a:r>
            <a:endPar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1" name="円弧 40">
            <a:extLst>
              <a:ext uri="{FF2B5EF4-FFF2-40B4-BE49-F238E27FC236}">
                <a16:creationId xmlns:a16="http://schemas.microsoft.com/office/drawing/2014/main" id="{338418A6-9831-8363-9A23-B866E4BC23EE}"/>
              </a:ext>
            </a:extLst>
          </p:cNvPr>
          <p:cNvSpPr/>
          <p:nvPr/>
        </p:nvSpPr>
        <p:spPr>
          <a:xfrm rot="10800000">
            <a:off x="633211" y="4820625"/>
            <a:ext cx="559196" cy="1063645"/>
          </a:xfrm>
          <a:prstGeom prst="arc">
            <a:avLst>
              <a:gd name="adj1" fmla="val 13183720"/>
              <a:gd name="adj2" fmla="val 8698786"/>
            </a:avLst>
          </a:prstGeom>
          <a:ln w="44450">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cxnSp>
        <p:nvCxnSpPr>
          <p:cNvPr id="42" name="直線コネクタ 41">
            <a:extLst>
              <a:ext uri="{FF2B5EF4-FFF2-40B4-BE49-F238E27FC236}">
                <a16:creationId xmlns:a16="http://schemas.microsoft.com/office/drawing/2014/main" id="{C4ACF010-3C5D-0FF3-6A89-57BE047F4EAA}"/>
              </a:ext>
            </a:extLst>
          </p:cNvPr>
          <p:cNvCxnSpPr>
            <a:cxnSpLocks/>
          </p:cNvCxnSpPr>
          <p:nvPr/>
        </p:nvCxnSpPr>
        <p:spPr>
          <a:xfrm>
            <a:off x="2611334" y="5657850"/>
            <a:ext cx="2781068"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9A9ED8AA-57D7-D33F-4786-626114449626}"/>
              </a:ext>
            </a:extLst>
          </p:cNvPr>
          <p:cNvCxnSpPr>
            <a:cxnSpLocks/>
          </p:cNvCxnSpPr>
          <p:nvPr/>
        </p:nvCxnSpPr>
        <p:spPr>
          <a:xfrm>
            <a:off x="2593046" y="5868565"/>
            <a:ext cx="2761528" cy="0"/>
          </a:xfrm>
          <a:prstGeom prst="line">
            <a:avLst/>
          </a:prstGeom>
          <a:ln w="44450">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CE3CC24F-1081-C415-EE66-CAA675F5B10C}"/>
              </a:ext>
            </a:extLst>
          </p:cNvPr>
          <p:cNvCxnSpPr>
            <a:cxnSpLocks/>
          </p:cNvCxnSpPr>
          <p:nvPr/>
        </p:nvCxnSpPr>
        <p:spPr>
          <a:xfrm flipV="1">
            <a:off x="6953651" y="4277150"/>
            <a:ext cx="491052" cy="1206126"/>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5" name="テキスト ボックス 44">
            <a:extLst>
              <a:ext uri="{FF2B5EF4-FFF2-40B4-BE49-F238E27FC236}">
                <a16:creationId xmlns:a16="http://schemas.microsoft.com/office/drawing/2014/main" id="{262FBADD-FC7B-56E0-004D-75874DB22BFA}"/>
              </a:ext>
            </a:extLst>
          </p:cNvPr>
          <p:cNvSpPr txBox="1"/>
          <p:nvPr/>
        </p:nvSpPr>
        <p:spPr>
          <a:xfrm>
            <a:off x="5453489" y="5141141"/>
            <a:ext cx="1443497" cy="430887"/>
          </a:xfrm>
          <a:prstGeom prst="rect">
            <a:avLst/>
          </a:prstGeom>
          <a:noFill/>
        </p:spPr>
        <p:txBody>
          <a:bodyPr wrap="square" rtlCol="0">
            <a:spAutoFit/>
          </a:bodyPr>
          <a:lstStyle/>
          <a:p>
            <a:pPr marL="171450" indent="-171450">
              <a:buFont typeface="Arial" panose="020B0604020202020204" pitchFamily="34" charset="0"/>
              <a:buChar char="•"/>
            </a:pP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API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アクセスの受付、認証</a:t>
            </a:r>
          </a:p>
        </p:txBody>
      </p:sp>
      <p:sp>
        <p:nvSpPr>
          <p:cNvPr id="46" name="テキスト ボックス 45">
            <a:extLst>
              <a:ext uri="{FF2B5EF4-FFF2-40B4-BE49-F238E27FC236}">
                <a16:creationId xmlns:a16="http://schemas.microsoft.com/office/drawing/2014/main" id="{A4556A10-7B79-9D6B-E3FE-92AFA2C5E11A}"/>
              </a:ext>
            </a:extLst>
          </p:cNvPr>
          <p:cNvSpPr txBox="1"/>
          <p:nvPr/>
        </p:nvSpPr>
        <p:spPr>
          <a:xfrm>
            <a:off x="3548018" y="5971082"/>
            <a:ext cx="961532" cy="253916"/>
          </a:xfrm>
          <a:prstGeom prst="rect">
            <a:avLst/>
          </a:prstGeom>
          <a:noFill/>
        </p:spPr>
        <p:txBody>
          <a:bodyPr wrap="square" rtlCol="0">
            <a:spAutoFit/>
          </a:bodyPr>
          <a:lstStyle/>
          <a:p>
            <a:pPr algn="ctr"/>
            <a:r>
              <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rPr>
              <a:t>7. </a:t>
            </a: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処理結果</a:t>
            </a:r>
          </a:p>
        </p:txBody>
      </p:sp>
      <p:sp>
        <p:nvSpPr>
          <p:cNvPr id="47" name="テキスト ボックス 46">
            <a:extLst>
              <a:ext uri="{FF2B5EF4-FFF2-40B4-BE49-F238E27FC236}">
                <a16:creationId xmlns:a16="http://schemas.microsoft.com/office/drawing/2014/main" id="{5FF8730D-E25F-587E-1D12-EA0EECD39882}"/>
              </a:ext>
            </a:extLst>
          </p:cNvPr>
          <p:cNvSpPr txBox="1"/>
          <p:nvPr/>
        </p:nvSpPr>
        <p:spPr>
          <a:xfrm>
            <a:off x="3291202" y="5251423"/>
            <a:ext cx="1712401" cy="430887"/>
          </a:xfrm>
          <a:prstGeom prst="rect">
            <a:avLst/>
          </a:prstGeom>
          <a:noFill/>
        </p:spPr>
        <p:txBody>
          <a:bodyPr wrap="square" rtlCol="0">
            <a:spAutoFit/>
          </a:bodyPr>
          <a:lstStyle/>
          <a:p>
            <a:pPr algn="ct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4.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画面の操作、状態に従って</a:t>
            </a: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 API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にアクセス</a:t>
            </a:r>
            <a:endPar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endParaRPr>
          </a:p>
        </p:txBody>
      </p:sp>
      <p:sp>
        <p:nvSpPr>
          <p:cNvPr id="48" name="テキスト ボックス 47">
            <a:extLst>
              <a:ext uri="{FF2B5EF4-FFF2-40B4-BE49-F238E27FC236}">
                <a16:creationId xmlns:a16="http://schemas.microsoft.com/office/drawing/2014/main" id="{7FE420DF-5834-F381-D8AB-EEA568E6C907}"/>
              </a:ext>
            </a:extLst>
          </p:cNvPr>
          <p:cNvSpPr txBox="1"/>
          <p:nvPr/>
        </p:nvSpPr>
        <p:spPr>
          <a:xfrm>
            <a:off x="359134" y="3398017"/>
            <a:ext cx="1880650" cy="1277273"/>
          </a:xfrm>
          <a:prstGeom prst="rect">
            <a:avLst/>
          </a:prstGeom>
          <a:noFill/>
        </p:spPr>
        <p:txBody>
          <a:bodyPr wrap="square" rtlCol="0">
            <a:spAutoFit/>
          </a:bodyPr>
          <a:lstStyle/>
          <a:p>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3.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静的コンテンツに含まれる</a:t>
            </a: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 JavaScript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が読み込まれ、フロントエンドアプリとして機能する。</a:t>
            </a:r>
            <a:endPar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endParaRPr>
          </a:p>
          <a:p>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画面の描画や指定された</a:t>
            </a:r>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 API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へのアクセスを行う。</a:t>
            </a:r>
            <a:endPar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endParaRPr>
          </a:p>
          <a:p>
            <a:r>
              <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rPr>
              <a:t>8.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受け取った内容に応じて画面を更新</a:t>
            </a:r>
            <a:endParaRPr kumimoji="1" lang="en-US" altLang="ja-JP" sz="1100" dirty="0">
              <a:solidFill>
                <a:schemeClr val="tx1">
                  <a:lumMod val="50000"/>
                  <a:lumOff val="50000"/>
                </a:schemeClr>
              </a:solidFill>
              <a:latin typeface="Yu Gothic UI" panose="020B0500000000000000" pitchFamily="34" charset="-128"/>
              <a:ea typeface="Yu Gothic UI" panose="020B0500000000000000" pitchFamily="34" charset="-128"/>
            </a:endParaRPr>
          </a:p>
        </p:txBody>
      </p:sp>
      <p:sp>
        <p:nvSpPr>
          <p:cNvPr id="49" name="テキスト ボックス 48">
            <a:extLst>
              <a:ext uri="{FF2B5EF4-FFF2-40B4-BE49-F238E27FC236}">
                <a16:creationId xmlns:a16="http://schemas.microsoft.com/office/drawing/2014/main" id="{E5AC1F81-7EAD-4530-7A6D-C4DF3CAF7469}"/>
              </a:ext>
            </a:extLst>
          </p:cNvPr>
          <p:cNvSpPr txBox="1"/>
          <p:nvPr/>
        </p:nvSpPr>
        <p:spPr>
          <a:xfrm>
            <a:off x="673228" y="6228079"/>
            <a:ext cx="2567148" cy="443198"/>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画面処理</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がブラウザに寄せられているのが</a:t>
            </a: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 SPA </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の特徴</a:t>
            </a:r>
            <a:endPar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50" name="テキスト ボックス 49">
            <a:extLst>
              <a:ext uri="{FF2B5EF4-FFF2-40B4-BE49-F238E27FC236}">
                <a16:creationId xmlns:a16="http://schemas.microsoft.com/office/drawing/2014/main" id="{CE837C46-4501-9173-F485-D9D5859DDA19}"/>
              </a:ext>
            </a:extLst>
          </p:cNvPr>
          <p:cNvSpPr txBox="1"/>
          <p:nvPr/>
        </p:nvSpPr>
        <p:spPr>
          <a:xfrm>
            <a:off x="7198738" y="5971082"/>
            <a:ext cx="4247422" cy="415498"/>
          </a:xfrm>
          <a:prstGeom prst="rect">
            <a:avLst/>
          </a:prstGeom>
          <a:noFill/>
        </p:spPr>
        <p:txBody>
          <a:bodyPr wrap="square" rtlCol="0">
            <a:spAutoFit/>
          </a:bodyPr>
          <a:lstStyle/>
          <a:p>
            <a:r>
              <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rPr>
              <a:t>* Web </a:t>
            </a: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層に</a:t>
            </a:r>
            <a:r>
              <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rPr>
              <a:t> API </a:t>
            </a: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用ルートを用意せずにフロントエンドアプリから直接</a:t>
            </a:r>
            <a:r>
              <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rPr>
              <a:t> Web API </a:t>
            </a: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にアクセスするアーキテクチャも可能。ただし、</a:t>
            </a:r>
            <a:r>
              <a:rPr kumimoji="1" lang="en-US" altLang="ja-JP" sz="1050" dirty="0">
                <a:solidFill>
                  <a:schemeClr val="tx1">
                    <a:lumMod val="50000"/>
                    <a:lumOff val="50000"/>
                  </a:schemeClr>
                </a:solidFill>
                <a:latin typeface="Yu Gothic UI" panose="020B0500000000000000" pitchFamily="34" charset="-128"/>
                <a:ea typeface="Yu Gothic UI" panose="020B0500000000000000" pitchFamily="34" charset="-128"/>
              </a:rPr>
              <a:t>CORS </a:t>
            </a: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に注意する必要がある。</a:t>
            </a:r>
          </a:p>
        </p:txBody>
      </p:sp>
      <p:pic>
        <p:nvPicPr>
          <p:cNvPr id="52" name="グラフィックス 51">
            <a:extLst>
              <a:ext uri="{FF2B5EF4-FFF2-40B4-BE49-F238E27FC236}">
                <a16:creationId xmlns:a16="http://schemas.microsoft.com/office/drawing/2014/main" id="{F594FC95-37D0-D6D3-F2A4-5B958292CB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58119" y="3811949"/>
            <a:ext cx="355302" cy="355302"/>
          </a:xfrm>
          <a:prstGeom prst="rect">
            <a:avLst/>
          </a:prstGeom>
        </p:spPr>
      </p:pic>
      <p:pic>
        <p:nvPicPr>
          <p:cNvPr id="53" name="Graphic 15" descr="Azure Static Web Apps icon">
            <a:extLst>
              <a:ext uri="{FF2B5EF4-FFF2-40B4-BE49-F238E27FC236}">
                <a16:creationId xmlns:a16="http://schemas.microsoft.com/office/drawing/2014/main" id="{B181BE69-842E-CF05-22CF-80ECB792E52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17006" y="2921725"/>
            <a:ext cx="352750" cy="352750"/>
          </a:xfrm>
          <a:prstGeom prst="rect">
            <a:avLst/>
          </a:prstGeom>
        </p:spPr>
      </p:pic>
      <p:pic>
        <p:nvPicPr>
          <p:cNvPr id="54" name="グラフィックス 53">
            <a:extLst>
              <a:ext uri="{FF2B5EF4-FFF2-40B4-BE49-F238E27FC236}">
                <a16:creationId xmlns:a16="http://schemas.microsoft.com/office/drawing/2014/main" id="{5FA81B4F-18C4-EFC2-E77A-E580AFC6813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86967" y="3756358"/>
            <a:ext cx="419921" cy="419921"/>
          </a:xfrm>
          <a:prstGeom prst="rect">
            <a:avLst/>
          </a:prstGeom>
        </p:spPr>
      </p:pic>
    </p:spTree>
    <p:extLst>
      <p:ext uri="{BB962C8B-B14F-4D97-AF65-F5344CB8AC3E}">
        <p14:creationId xmlns:p14="http://schemas.microsoft.com/office/powerpoint/2010/main" val="4027009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0D7EE-151E-352B-3BB8-2B993180CAB7}"/>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D85FD12-818E-761E-40E4-A3A8359F9380}"/>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Cosmos DB </a:t>
            </a:r>
            <a:r>
              <a:rPr lang="en-US" altLang="ja-JP" sz="2000" b="1" dirty="0" err="1">
                <a:solidFill>
                  <a:srgbClr val="1F2937"/>
                </a:solidFill>
                <a:latin typeface="Yu Gothic" pitchFamily="34" charset="0"/>
                <a:ea typeface="Yu Gothic" pitchFamily="34" charset="-122"/>
                <a:cs typeface="Yu Gothic" pitchFamily="34" charset="-120"/>
              </a:rPr>
              <a:t>と</a:t>
            </a:r>
            <a:r>
              <a:rPr lang="en-US" altLang="ja-JP" sz="2000" b="1" dirty="0">
                <a:solidFill>
                  <a:srgbClr val="1F2937"/>
                </a:solidFill>
                <a:latin typeface="Yu Gothic" pitchFamily="34" charset="0"/>
                <a:ea typeface="Yu Gothic" pitchFamily="34" charset="-122"/>
                <a:cs typeface="Yu Gothic" pitchFamily="34" charset="-120"/>
              </a:rPr>
              <a:t> Azure SQL Database </a:t>
            </a:r>
            <a:r>
              <a:rPr lang="en-US" altLang="ja-JP" sz="2000" b="1" dirty="0" err="1">
                <a:solidFill>
                  <a:srgbClr val="1F2937"/>
                </a:solidFill>
                <a:latin typeface="Yu Gothic" pitchFamily="34" charset="0"/>
                <a:ea typeface="Yu Gothic" pitchFamily="34" charset="-122"/>
                <a:cs typeface="Yu Gothic" pitchFamily="34" charset="-120"/>
              </a:rPr>
              <a:t>の使い分け</a:t>
            </a:r>
            <a:endParaRPr lang="en-US" altLang="ja-JP" sz="2000" dirty="0"/>
          </a:p>
        </p:txBody>
      </p:sp>
      <p:sp>
        <p:nvSpPr>
          <p:cNvPr id="2" name="正方形/長方形 1">
            <a:extLst>
              <a:ext uri="{FF2B5EF4-FFF2-40B4-BE49-F238E27FC236}">
                <a16:creationId xmlns:a16="http://schemas.microsoft.com/office/drawing/2014/main" id="{BE71652E-82B0-91C9-47BC-230A21D56B30}"/>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9</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9C8BCBFD-24C8-FC3C-9C54-87D34963D86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FD31F430-5C6A-B9CE-2288-A7A1C18F0944}"/>
              </a:ext>
            </a:extLst>
          </p:cNvPr>
          <p:cNvSpPr txBox="1">
            <a:spLocks/>
          </p:cNvSpPr>
          <p:nvPr/>
        </p:nvSpPr>
        <p:spPr>
          <a:xfrm>
            <a:off x="685798" y="1359610"/>
            <a:ext cx="10820402"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02000"/>
              </a:lnSpc>
              <a:buNone/>
            </a:pPr>
            <a:r>
              <a:rPr lang="en-US" altLang="ja-JP" sz="2000" dirty="0" err="1">
                <a:solidFill>
                  <a:srgbClr val="334155"/>
                </a:solidFill>
                <a:latin typeface="Yu Gothic UI" panose="020B0500000000000000" pitchFamily="34" charset="-128"/>
                <a:ea typeface="Yu Gothic UI" panose="020B0500000000000000" pitchFamily="34" charset="-128"/>
                <a:cs typeface="Yu Gothic" pitchFamily="34" charset="-120"/>
              </a:rPr>
              <a:t>データの形・クエリ・整合性・スケール・既存スキルでデータストアを選びます</a:t>
            </a:r>
            <a:r>
              <a:rPr lang="en-US" altLang="ja-JP" sz="2000" dirty="0">
                <a:solidFill>
                  <a:srgbClr val="334155"/>
                </a:solidFill>
                <a:latin typeface="Yu Gothic UI" panose="020B0500000000000000" pitchFamily="34" charset="-128"/>
                <a:ea typeface="Yu Gothic UI" panose="020B0500000000000000" pitchFamily="34" charset="-128"/>
                <a:cs typeface="Yu Gothic" pitchFamily="34" charset="-120"/>
              </a:rPr>
              <a:t>。</a:t>
            </a:r>
            <a:endParaRPr lang="en-US" altLang="ja-JP" sz="2000" dirty="0">
              <a:latin typeface="Yu Gothic UI" panose="020B0500000000000000" pitchFamily="34" charset="-128"/>
              <a:ea typeface="Yu Gothic UI" panose="020B0500000000000000" pitchFamily="34" charset="-128"/>
            </a:endParaRPr>
          </a:p>
        </p:txBody>
      </p:sp>
      <p:graphicFrame>
        <p:nvGraphicFramePr>
          <p:cNvPr id="5" name="Table 0">
            <a:extLst>
              <a:ext uri="{FF2B5EF4-FFF2-40B4-BE49-F238E27FC236}">
                <a16:creationId xmlns:a16="http://schemas.microsoft.com/office/drawing/2014/main" id="{5C2D3E71-CF18-6691-CBA9-71CE890DC2B8}"/>
              </a:ext>
            </a:extLst>
          </p:cNvPr>
          <p:cNvGraphicFramePr>
            <a:graphicFrameLocks noGrp="1"/>
          </p:cNvGraphicFramePr>
          <p:nvPr>
            <p:extLst>
              <p:ext uri="{D42A27DB-BD31-4B8C-83A1-F6EECF244321}">
                <p14:modId xmlns:p14="http://schemas.microsoft.com/office/powerpoint/2010/main" val="3479948235"/>
              </p:ext>
            </p:extLst>
          </p:nvPr>
        </p:nvGraphicFramePr>
        <p:xfrm>
          <a:off x="550163" y="2555240"/>
          <a:ext cx="11091672" cy="2852928"/>
        </p:xfrm>
        <a:graphic>
          <a:graphicData uri="http://schemas.openxmlformats.org/drawingml/2006/table">
            <a:tbl>
              <a:tblPr/>
              <a:tblGrid>
                <a:gridCol w="2194560">
                  <a:extLst>
                    <a:ext uri="{9D8B030D-6E8A-4147-A177-3AD203B41FA5}">
                      <a16:colId xmlns:a16="http://schemas.microsoft.com/office/drawing/2014/main" val="20000"/>
                    </a:ext>
                  </a:extLst>
                </a:gridCol>
                <a:gridCol w="4443984">
                  <a:extLst>
                    <a:ext uri="{9D8B030D-6E8A-4147-A177-3AD203B41FA5}">
                      <a16:colId xmlns:a16="http://schemas.microsoft.com/office/drawing/2014/main" val="20001"/>
                    </a:ext>
                  </a:extLst>
                </a:gridCol>
                <a:gridCol w="4453128">
                  <a:extLst>
                    <a:ext uri="{9D8B030D-6E8A-4147-A177-3AD203B41FA5}">
                      <a16:colId xmlns:a16="http://schemas.microsoft.com/office/drawing/2014/main" val="20002"/>
                    </a:ext>
                  </a:extLst>
                </a:gridCol>
              </a:tblGrid>
              <a:tr h="475488">
                <a:tc>
                  <a:txBody>
                    <a:bodyPr/>
                    <a:lstStyle/>
                    <a:p>
                      <a:pPr marL="0" indent="0" algn="ctr">
                        <a:buNone/>
                      </a:pPr>
                      <a:r>
                        <a:rPr lang="en-US" sz="1200" b="1" dirty="0">
                          <a:solidFill>
                            <a:srgbClr val="FFFFFF"/>
                          </a:solidFill>
                          <a:latin typeface="Yu Gothic" pitchFamily="34" charset="0"/>
                          <a:ea typeface="Yu Gothic" pitchFamily="34" charset="-122"/>
                          <a:cs typeface="Yu Gothic" pitchFamily="34" charset="-120"/>
                        </a:rPr>
                        <a:t>観点</a:t>
                      </a:r>
                      <a:endParaRPr lang="en-US" sz="12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4472C4"/>
                    </a:solidFill>
                  </a:tcPr>
                </a:tc>
                <a:tc>
                  <a:txBody>
                    <a:bodyPr/>
                    <a:lstStyle/>
                    <a:p>
                      <a:pPr marL="0" indent="0" algn="ctr">
                        <a:buNone/>
                      </a:pPr>
                      <a:r>
                        <a:rPr lang="en-US" sz="1200" b="1" dirty="0">
                          <a:solidFill>
                            <a:srgbClr val="FFFFFF"/>
                          </a:solidFill>
                          <a:latin typeface="Yu Gothic" pitchFamily="34" charset="0"/>
                          <a:ea typeface="Yu Gothic" pitchFamily="34" charset="-122"/>
                          <a:cs typeface="Yu Gothic" pitchFamily="34" charset="-120"/>
                        </a:rPr>
                        <a:t>Cosmos DB</a:t>
                      </a:r>
                      <a:endParaRPr lang="en-US" sz="12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4472C4"/>
                    </a:solidFill>
                  </a:tcPr>
                </a:tc>
                <a:tc>
                  <a:txBody>
                    <a:bodyPr/>
                    <a:lstStyle/>
                    <a:p>
                      <a:pPr marL="0" indent="0" algn="ctr">
                        <a:buNone/>
                      </a:pPr>
                      <a:r>
                        <a:rPr lang="en-US" sz="1200" b="1" dirty="0">
                          <a:solidFill>
                            <a:srgbClr val="FFFFFF"/>
                          </a:solidFill>
                          <a:latin typeface="Yu Gothic" pitchFamily="34" charset="0"/>
                          <a:ea typeface="Yu Gothic" pitchFamily="34" charset="-122"/>
                          <a:cs typeface="Yu Gothic" pitchFamily="34" charset="-120"/>
                        </a:rPr>
                        <a:t>Azure SQL Database</a:t>
                      </a:r>
                      <a:endParaRPr lang="en-US" sz="12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475488">
                <a:tc>
                  <a:txBody>
                    <a:bodyPr/>
                    <a:lstStyle/>
                    <a:p>
                      <a:pPr marL="0" indent="0" algn="l">
                        <a:buNone/>
                      </a:pPr>
                      <a:r>
                        <a:rPr lang="en-US" sz="1200" dirty="0">
                          <a:solidFill>
                            <a:srgbClr val="334155"/>
                          </a:solidFill>
                          <a:latin typeface="Yu Gothic" pitchFamily="34" charset="0"/>
                          <a:ea typeface="Yu Gothic" pitchFamily="34" charset="-122"/>
                          <a:cs typeface="Yu Gothic" pitchFamily="34" charset="-120"/>
                        </a:rPr>
                        <a:t>データモデル</a:t>
                      </a:r>
                      <a:endParaRPr lang="en-US" sz="12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5"/>
                          </a:solidFill>
                          <a:latin typeface="Yu Gothic" pitchFamily="34" charset="0"/>
                          <a:ea typeface="Yu Gothic" pitchFamily="34" charset="-122"/>
                          <a:cs typeface="Yu Gothic" pitchFamily="34" charset="-120"/>
                        </a:rPr>
                        <a:t>ドキュメント / キー値 / グラフ等の NoSQL</a:t>
                      </a:r>
                      <a:endParaRPr lang="en-US" sz="12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5"/>
                          </a:solidFill>
                          <a:latin typeface="Yu Gothic" pitchFamily="34" charset="0"/>
                          <a:ea typeface="Yu Gothic" pitchFamily="34" charset="-122"/>
                          <a:cs typeface="Yu Gothic" pitchFamily="34" charset="-120"/>
                        </a:rPr>
                        <a:t>テーブル・リレーション・SQL</a:t>
                      </a:r>
                      <a:endParaRPr lang="en-US" sz="12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200" dirty="0">
                          <a:solidFill>
                            <a:srgbClr val="334155"/>
                          </a:solidFill>
                          <a:latin typeface="Yu Gothic" pitchFamily="34" charset="0"/>
                          <a:ea typeface="Yu Gothic" pitchFamily="34" charset="-122"/>
                          <a:cs typeface="Yu Gothic" pitchFamily="34" charset="-120"/>
                        </a:rPr>
                        <a:t>向いているデータ</a:t>
                      </a:r>
                      <a:endParaRPr lang="en-US" sz="12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tc>
                  <a:txBody>
                    <a:bodyPr/>
                    <a:lstStyle/>
                    <a:p>
                      <a:pPr marL="0" indent="0" algn="l">
                        <a:buNone/>
                      </a:pPr>
                      <a:r>
                        <a:rPr lang="en-US" sz="1200" dirty="0">
                          <a:solidFill>
                            <a:srgbClr val="334155"/>
                          </a:solidFill>
                          <a:latin typeface="Yu Gothic" pitchFamily="34" charset="0"/>
                          <a:ea typeface="Yu Gothic" pitchFamily="34" charset="-122"/>
                          <a:cs typeface="Yu Gothic" pitchFamily="34" charset="-120"/>
                        </a:rPr>
                        <a:t>柔軟なスキーマ、プロファイル、カタログ、IoT</a:t>
                      </a:r>
                      <a:endParaRPr lang="en-US" sz="12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tc>
                  <a:txBody>
                    <a:bodyPr/>
                    <a:lstStyle/>
                    <a:p>
                      <a:pPr marL="0" indent="0" algn="l">
                        <a:buNone/>
                      </a:pPr>
                      <a:r>
                        <a:rPr lang="en-US" sz="1200" dirty="0">
                          <a:solidFill>
                            <a:srgbClr val="334155"/>
                          </a:solidFill>
                          <a:latin typeface="Yu Gothic" pitchFamily="34" charset="0"/>
                          <a:ea typeface="Yu Gothic" pitchFamily="34" charset="-122"/>
                          <a:cs typeface="Yu Gothic" pitchFamily="34" charset="-120"/>
                        </a:rPr>
                        <a:t>明確な関係を持つ業務データ、トランザクション</a:t>
                      </a:r>
                      <a:endParaRPr lang="en-US" sz="12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extLst>
                  <a:ext uri="{0D108BD9-81ED-4DB2-BD59-A6C34878D82A}">
                    <a16:rowId xmlns:a16="http://schemas.microsoft.com/office/drawing/2014/main" val="10002"/>
                  </a:ext>
                </a:extLst>
              </a:tr>
              <a:tr h="475488">
                <a:tc>
                  <a:txBody>
                    <a:bodyPr/>
                    <a:lstStyle/>
                    <a:p>
                      <a:pPr marL="0" indent="0" algn="l">
                        <a:buNone/>
                      </a:pPr>
                      <a:r>
                        <a:rPr lang="en-US" sz="1200" dirty="0">
                          <a:solidFill>
                            <a:srgbClr val="334155"/>
                          </a:solidFill>
                          <a:latin typeface="Yu Gothic" pitchFamily="34" charset="0"/>
                          <a:ea typeface="Yu Gothic" pitchFamily="34" charset="-122"/>
                          <a:cs typeface="Yu Gothic" pitchFamily="34" charset="-120"/>
                        </a:rPr>
                        <a:t>スケールの考え方</a:t>
                      </a:r>
                      <a:endParaRPr lang="en-US" sz="12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5"/>
                          </a:solidFill>
                          <a:latin typeface="Yu Gothic" pitchFamily="34" charset="0"/>
                          <a:ea typeface="Yu Gothic" pitchFamily="34" charset="-122"/>
                          <a:cs typeface="Yu Gothic" pitchFamily="34" charset="-120"/>
                        </a:rPr>
                        <a:t>グローバル分散・低遅延・高スループット</a:t>
                      </a:r>
                      <a:endParaRPr lang="en-US" sz="12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5"/>
                          </a:solidFill>
                          <a:latin typeface="Yu Gothic" pitchFamily="34" charset="0"/>
                          <a:ea typeface="Yu Gothic" pitchFamily="34" charset="-122"/>
                          <a:cs typeface="Yu Gothic" pitchFamily="34" charset="-120"/>
                        </a:rPr>
                        <a:t>SQL Server 共通機能・PaaS 機能</a:t>
                      </a:r>
                      <a:endParaRPr lang="en-US" sz="12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200" dirty="0" err="1">
                          <a:solidFill>
                            <a:srgbClr val="334155"/>
                          </a:solidFill>
                          <a:latin typeface="Yu Gothic" pitchFamily="34" charset="0"/>
                          <a:ea typeface="Yu Gothic" pitchFamily="34" charset="-122"/>
                          <a:cs typeface="Yu Gothic" pitchFamily="34" charset="-120"/>
                        </a:rPr>
                        <a:t>利用可能なナレッジ</a:t>
                      </a:r>
                      <a:endParaRPr lang="en-US" sz="12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tc>
                  <a:txBody>
                    <a:bodyPr/>
                    <a:lstStyle/>
                    <a:p>
                      <a:pPr marL="0" indent="0" algn="l">
                        <a:buNone/>
                      </a:pPr>
                      <a:r>
                        <a:rPr lang="en-US" sz="1200" dirty="0">
                          <a:solidFill>
                            <a:srgbClr val="334155"/>
                          </a:solidFill>
                          <a:latin typeface="Yu Gothic" pitchFamily="34" charset="0"/>
                          <a:ea typeface="Yu Gothic" pitchFamily="34" charset="-122"/>
                          <a:cs typeface="Yu Gothic" pitchFamily="34" charset="-120"/>
                        </a:rPr>
                        <a:t>API for NoSQL / API for MongoDB など</a:t>
                      </a:r>
                      <a:endParaRPr lang="en-US" sz="12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tc>
                  <a:txBody>
                    <a:bodyPr/>
                    <a:lstStyle/>
                    <a:p>
                      <a:pPr marL="0" indent="0" algn="l">
                        <a:buNone/>
                      </a:pPr>
                      <a:r>
                        <a:rPr lang="en-US" sz="1200" dirty="0">
                          <a:solidFill>
                            <a:srgbClr val="334155"/>
                          </a:solidFill>
                          <a:latin typeface="Yu Gothic" pitchFamily="34" charset="0"/>
                          <a:ea typeface="Yu Gothic" pitchFamily="34" charset="-122"/>
                          <a:cs typeface="Yu Gothic" pitchFamily="34" charset="-120"/>
                        </a:rPr>
                        <a:t>T-SQL、SQL Server 系ツールや知識</a:t>
                      </a:r>
                      <a:endParaRPr lang="en-US" sz="12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extLst>
                  <a:ext uri="{0D108BD9-81ED-4DB2-BD59-A6C34878D82A}">
                    <a16:rowId xmlns:a16="http://schemas.microsoft.com/office/drawing/2014/main" val="10004"/>
                  </a:ext>
                </a:extLst>
              </a:tr>
              <a:tr h="475488">
                <a:tc>
                  <a:txBody>
                    <a:bodyPr/>
                    <a:lstStyle/>
                    <a:p>
                      <a:pPr marL="0" indent="0" algn="l">
                        <a:buNone/>
                      </a:pPr>
                      <a:r>
                        <a:rPr lang="en-US" sz="1200" dirty="0">
                          <a:solidFill>
                            <a:srgbClr val="334155"/>
                          </a:solidFill>
                          <a:latin typeface="Yu Gothic" pitchFamily="34" charset="0"/>
                          <a:ea typeface="Yu Gothic" pitchFamily="34" charset="-122"/>
                          <a:cs typeface="Yu Gothic" pitchFamily="34" charset="-120"/>
                        </a:rPr>
                        <a:t>注意点</a:t>
                      </a:r>
                      <a:endParaRPr lang="en-US" sz="12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5"/>
                          </a:solidFill>
                          <a:latin typeface="Yu Gothic" pitchFamily="34" charset="0"/>
                          <a:ea typeface="Yu Gothic" pitchFamily="34" charset="-122"/>
                          <a:cs typeface="Yu Gothic" pitchFamily="34" charset="-120"/>
                        </a:rPr>
                        <a:t>パーティション・RU・整合性の設計が必要</a:t>
                      </a:r>
                      <a:endParaRPr lang="en-US" sz="12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5"/>
                          </a:solidFill>
                          <a:latin typeface="Yu Gothic" pitchFamily="34" charset="0"/>
                          <a:ea typeface="Yu Gothic" pitchFamily="34" charset="-122"/>
                          <a:cs typeface="Yu Gothic" pitchFamily="34" charset="-120"/>
                        </a:rPr>
                        <a:t>テーブル・インデックス・性能設計が必要</a:t>
                      </a:r>
                      <a:endParaRPr lang="en-US" sz="12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736127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F6697-7BC4-D063-1FC6-B7709FAE989D}"/>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7E969A76-19D1-9D4A-36C6-CCA617C28775}"/>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ja-JP" altLang="en-US" sz="2000" b="1">
                <a:solidFill>
                  <a:srgbClr val="1F2937"/>
                </a:solidFill>
                <a:latin typeface="Yu Gothic" pitchFamily="34" charset="0"/>
                <a:ea typeface="Yu Gothic" pitchFamily="34" charset="-122"/>
              </a:rPr>
              <a:t>クラウドの責任共有モデルとマネージドサービス</a:t>
            </a:r>
            <a:r>
              <a:rPr lang="en-US" altLang="ja-JP" sz="2000" b="1" dirty="0">
                <a:solidFill>
                  <a:srgbClr val="1F2937"/>
                </a:solidFill>
                <a:latin typeface="Yu Gothic" pitchFamily="34" charset="0"/>
                <a:ea typeface="Yu Gothic" pitchFamily="34" charset="-122"/>
              </a:rPr>
              <a:t>/PaaS</a:t>
            </a:r>
            <a:endParaRPr lang="en-US" altLang="ja-JP" sz="2000" dirty="0"/>
          </a:p>
        </p:txBody>
      </p:sp>
      <p:sp>
        <p:nvSpPr>
          <p:cNvPr id="2" name="正方形/長方形 1">
            <a:extLst>
              <a:ext uri="{FF2B5EF4-FFF2-40B4-BE49-F238E27FC236}">
                <a16:creationId xmlns:a16="http://schemas.microsoft.com/office/drawing/2014/main" id="{80362C04-F03F-2019-4D18-C387D464F2AF}"/>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9</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8760497F-CEED-D301-1442-3AC7C492E19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5DA413A3-E3B6-0DD1-D00D-B5951DAEA417}"/>
              </a:ext>
            </a:extLst>
          </p:cNvPr>
          <p:cNvSpPr txBox="1">
            <a:spLocks/>
          </p:cNvSpPr>
          <p:nvPr/>
        </p:nvSpPr>
        <p:spPr>
          <a:xfrm>
            <a:off x="685798" y="1359610"/>
            <a:ext cx="10820402"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defRPr sz="1200" b="0">
                <a:solidFill>
                  <a:srgbClr val="344054"/>
                </a:solidFill>
                <a:latin typeface="Yu Gothic UI"/>
                <a:ea typeface="Yu Gothic UI"/>
                <a:cs typeface="Yu Gothic UI"/>
              </a:defRPr>
            </a:pPr>
            <a:r>
              <a:rPr lang="en-US" altLang="ja-JP" sz="2000" dirty="0">
                <a:solidFill>
                  <a:srgbClr val="344054"/>
                </a:solidFill>
              </a:rPr>
              <a:t>SWA</a:t>
            </a:r>
            <a:r>
              <a:rPr lang="ja-JP" altLang="en-US" sz="2000">
                <a:solidFill>
                  <a:srgbClr val="344054"/>
                </a:solidFill>
              </a:rPr>
              <a:t>、</a:t>
            </a:r>
            <a:r>
              <a:rPr lang="en-US" altLang="ja-JP" sz="2000" dirty="0">
                <a:solidFill>
                  <a:srgbClr val="344054"/>
                </a:solidFill>
              </a:rPr>
              <a:t>Functions</a:t>
            </a:r>
            <a:r>
              <a:rPr lang="ja-JP" altLang="en-US" sz="2000">
                <a:solidFill>
                  <a:srgbClr val="344054"/>
                </a:solidFill>
              </a:rPr>
              <a:t>、</a:t>
            </a:r>
            <a:r>
              <a:rPr lang="en-US" altLang="ja-JP" sz="2000" dirty="0">
                <a:solidFill>
                  <a:srgbClr val="344054"/>
                </a:solidFill>
              </a:rPr>
              <a:t>Cosmos DB </a:t>
            </a:r>
            <a:r>
              <a:rPr lang="ja-JP" altLang="en-US" sz="2000">
                <a:solidFill>
                  <a:srgbClr val="344054"/>
                </a:solidFill>
              </a:rPr>
              <a:t>はどれも提供形態としては</a:t>
            </a:r>
            <a:r>
              <a:rPr lang="en-US" altLang="ja-JP" sz="2000" dirty="0">
                <a:solidFill>
                  <a:srgbClr val="344054"/>
                </a:solidFill>
              </a:rPr>
              <a:t> PaaS/</a:t>
            </a:r>
            <a:r>
              <a:rPr lang="ja-JP" altLang="en-US" sz="2000">
                <a:solidFill>
                  <a:srgbClr val="344054"/>
                </a:solidFill>
              </a:rPr>
              <a:t>マネージドサービスにあたり、ユーザーはアプリケーションとデータのみに責任を持てば良く、ミドルウェア以下のレイヤはクラウド側で管理されます。</a:t>
            </a:r>
            <a:endParaRPr lang="en-US" altLang="ja-JP" sz="2000" dirty="0">
              <a:solidFill>
                <a:srgbClr val="344054"/>
              </a:solidFill>
            </a:endParaRPr>
          </a:p>
        </p:txBody>
      </p:sp>
      <p:sp>
        <p:nvSpPr>
          <p:cNvPr id="5" name="Rounded Rectangle 15">
            <a:extLst>
              <a:ext uri="{FF2B5EF4-FFF2-40B4-BE49-F238E27FC236}">
                <a16:creationId xmlns:a16="http://schemas.microsoft.com/office/drawing/2014/main" id="{DDEA8074-11C1-9A12-E547-231A1021DD06}"/>
              </a:ext>
            </a:extLst>
          </p:cNvPr>
          <p:cNvSpPr/>
          <p:nvPr/>
        </p:nvSpPr>
        <p:spPr bwMode="auto">
          <a:xfrm>
            <a:off x="4087938" y="4345136"/>
            <a:ext cx="1692132" cy="1673339"/>
          </a:xfrm>
          <a:prstGeom prst="roundRect">
            <a:avLst>
              <a:gd name="adj" fmla="val 4616"/>
            </a:avLst>
          </a:prstGeom>
          <a:solidFill>
            <a:srgbClr val="FFFFFF">
              <a:lumMod val="75000"/>
              <a:alpha val="60000"/>
            </a:srgbClr>
          </a:solidFill>
          <a:ln w="28575" cap="flat" cmpd="sng" algn="ctr">
            <a:solidFill>
              <a:srgbClr val="797A7D"/>
            </a:solidFill>
            <a:prstDash val="sysDot"/>
            <a:headEnd type="none" w="med" len="med"/>
            <a:tailEnd type="none" w="med" len="med"/>
          </a:ln>
          <a:effectLst/>
          <a:scene3d>
            <a:camera prst="orthographicFront"/>
            <a:lightRig rig="threePt" dir="t"/>
          </a:scene3d>
          <a:sp3d>
            <a:bevelT/>
          </a:sp3d>
        </p:spPr>
        <p:txBody>
          <a:bodyPr vert="horz" wrap="square" lIns="71989" tIns="45711" rIns="71989" bIns="45711" numCol="1" rtlCol="0" anchor="ctr" anchorCtr="0" compatLnSpc="1">
            <a:prstTxWarp prst="textNoShape">
              <a:avLst/>
            </a:prstTxWarp>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3946"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メイリオ" pitchFamily="50" charset="-128"/>
            </a:endParaRPr>
          </a:p>
        </p:txBody>
      </p:sp>
      <p:sp>
        <p:nvSpPr>
          <p:cNvPr id="6" name="Rectangle 5">
            <a:extLst>
              <a:ext uri="{FF2B5EF4-FFF2-40B4-BE49-F238E27FC236}">
                <a16:creationId xmlns:a16="http://schemas.microsoft.com/office/drawing/2014/main" id="{EB0628D5-D48B-8717-EB57-DBF8F17D6CA6}"/>
              </a:ext>
            </a:extLst>
          </p:cNvPr>
          <p:cNvSpPr/>
          <p:nvPr/>
        </p:nvSpPr>
        <p:spPr>
          <a:xfrm>
            <a:off x="1408793" y="2251648"/>
            <a:ext cx="1692131" cy="353239"/>
          </a:xfrm>
          <a:prstGeom prst="rect">
            <a:avLst/>
          </a:prstGeom>
          <a:noFill/>
          <a:ln w="9525" cap="flat" cmpd="sng" algn="ctr">
            <a:noFill/>
            <a:prstDash val="solid"/>
          </a:ln>
          <a:effectLst/>
        </p:spPr>
        <p:txBody>
          <a:bodyPr lIns="0" tIns="0" rIns="0" bIns="0" rtlCol="0" anchor="t" anchorCtr="0"/>
          <a:lstStyle>
            <a:defPPr>
              <a:defRPr lang="en-US"/>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1" indent="0" algn="ctr" defTabSz="1462285" rtl="0" eaLnBrk="1" fontAlgn="base" latinLnBrk="0" hangingPunct="1">
              <a:lnSpc>
                <a:spcPct val="100000"/>
              </a:lnSpc>
              <a:spcBef>
                <a:spcPts val="0"/>
              </a:spcBef>
              <a:spcAft>
                <a:spcPct val="0"/>
              </a:spcAft>
              <a:buClrTx/>
              <a:buSzTx/>
              <a:buFontTx/>
              <a:buNone/>
              <a:tabLst/>
              <a:defRPr/>
            </a:pPr>
            <a:r>
              <a:rPr kumimoji="0" lang="ja-JP" alt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rPr>
              <a:t>オンプレミス</a:t>
            </a:r>
            <a:endPar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7" name="Rectangle 6">
            <a:extLst>
              <a:ext uri="{FF2B5EF4-FFF2-40B4-BE49-F238E27FC236}">
                <a16:creationId xmlns:a16="http://schemas.microsoft.com/office/drawing/2014/main" id="{2AB85C11-6D30-F9C6-E16C-E906ACD08E0E}"/>
              </a:ext>
            </a:extLst>
          </p:cNvPr>
          <p:cNvSpPr/>
          <p:nvPr/>
        </p:nvSpPr>
        <p:spPr>
          <a:xfrm>
            <a:off x="1408791" y="5388214"/>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ストレージ</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8" name="Rectangle 7">
            <a:extLst>
              <a:ext uri="{FF2B5EF4-FFF2-40B4-BE49-F238E27FC236}">
                <a16:creationId xmlns:a16="http://schemas.microsoft.com/office/drawing/2014/main" id="{71002915-7EF1-A50E-6175-7F55FB9CE874}"/>
              </a:ext>
            </a:extLst>
          </p:cNvPr>
          <p:cNvSpPr/>
          <p:nvPr/>
        </p:nvSpPr>
        <p:spPr>
          <a:xfrm>
            <a:off x="1408790" y="5029049"/>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サーバー</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10" name="Rectangle 8">
            <a:extLst>
              <a:ext uri="{FF2B5EF4-FFF2-40B4-BE49-F238E27FC236}">
                <a16:creationId xmlns:a16="http://schemas.microsoft.com/office/drawing/2014/main" id="{4E4937A5-7B9A-1A94-DE88-66803A3BCE36}"/>
              </a:ext>
            </a:extLst>
          </p:cNvPr>
          <p:cNvSpPr/>
          <p:nvPr/>
        </p:nvSpPr>
        <p:spPr>
          <a:xfrm>
            <a:off x="1408790" y="5766475"/>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ネットワーク</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11" name="Rectangle 9">
            <a:extLst>
              <a:ext uri="{FF2B5EF4-FFF2-40B4-BE49-F238E27FC236}">
                <a16:creationId xmlns:a16="http://schemas.microsoft.com/office/drawing/2014/main" id="{D92EA353-ED01-FD45-E42B-17BF19EE0188}"/>
              </a:ext>
            </a:extLst>
          </p:cNvPr>
          <p:cNvSpPr/>
          <p:nvPr/>
        </p:nvSpPr>
        <p:spPr>
          <a:xfrm>
            <a:off x="1408793" y="3973173"/>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ゲスト </a:t>
            </a:r>
            <a:r>
              <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OS</a:t>
            </a:r>
          </a:p>
        </p:txBody>
      </p:sp>
      <p:sp>
        <p:nvSpPr>
          <p:cNvPr id="12" name="Rectangle 10">
            <a:extLst>
              <a:ext uri="{FF2B5EF4-FFF2-40B4-BE49-F238E27FC236}">
                <a16:creationId xmlns:a16="http://schemas.microsoft.com/office/drawing/2014/main" id="{9F5F8B1E-4E2D-A247-67A4-FA8AF4536BEC}"/>
              </a:ext>
            </a:extLst>
          </p:cNvPr>
          <p:cNvSpPr/>
          <p:nvPr/>
        </p:nvSpPr>
        <p:spPr>
          <a:xfrm>
            <a:off x="1408793" y="3628919"/>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ミドルウエア</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13" name="Rectangle 11">
            <a:extLst>
              <a:ext uri="{FF2B5EF4-FFF2-40B4-BE49-F238E27FC236}">
                <a16:creationId xmlns:a16="http://schemas.microsoft.com/office/drawing/2014/main" id="{EEFA0351-BEC5-77D3-F887-8DBBCF8F3CE9}"/>
              </a:ext>
            </a:extLst>
          </p:cNvPr>
          <p:cNvSpPr/>
          <p:nvPr/>
        </p:nvSpPr>
        <p:spPr>
          <a:xfrm>
            <a:off x="1408793" y="4324603"/>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仮想化</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14" name="Rectangle 12">
            <a:extLst>
              <a:ext uri="{FF2B5EF4-FFF2-40B4-BE49-F238E27FC236}">
                <a16:creationId xmlns:a16="http://schemas.microsoft.com/office/drawing/2014/main" id="{1BBA1381-EA5A-35ED-574A-8FEEEDB06EFA}"/>
              </a:ext>
            </a:extLst>
          </p:cNvPr>
          <p:cNvSpPr/>
          <p:nvPr/>
        </p:nvSpPr>
        <p:spPr>
          <a:xfrm>
            <a:off x="1408793" y="2973493"/>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データ</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15" name="Rectangle 13">
            <a:extLst>
              <a:ext uri="{FF2B5EF4-FFF2-40B4-BE49-F238E27FC236}">
                <a16:creationId xmlns:a16="http://schemas.microsoft.com/office/drawing/2014/main" id="{8C536B3B-E129-944F-44E5-EE3DB52A5BCD}"/>
              </a:ext>
            </a:extLst>
          </p:cNvPr>
          <p:cNvSpPr/>
          <p:nvPr/>
        </p:nvSpPr>
        <p:spPr>
          <a:xfrm>
            <a:off x="1408794" y="2658416"/>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アプリケーション</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16" name="Rectangle 14">
            <a:extLst>
              <a:ext uri="{FF2B5EF4-FFF2-40B4-BE49-F238E27FC236}">
                <a16:creationId xmlns:a16="http://schemas.microsoft.com/office/drawing/2014/main" id="{EB4AB99E-7512-9000-D4E8-D330FDC470EC}"/>
              </a:ext>
            </a:extLst>
          </p:cNvPr>
          <p:cNvSpPr/>
          <p:nvPr/>
        </p:nvSpPr>
        <p:spPr>
          <a:xfrm>
            <a:off x="1408793" y="3297440"/>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ランタイム</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17" name="Rectangle 7">
            <a:extLst>
              <a:ext uri="{FF2B5EF4-FFF2-40B4-BE49-F238E27FC236}">
                <a16:creationId xmlns:a16="http://schemas.microsoft.com/office/drawing/2014/main" id="{80256500-7BB4-3DBF-8D99-07683492FA70}"/>
              </a:ext>
            </a:extLst>
          </p:cNvPr>
          <p:cNvSpPr/>
          <p:nvPr/>
        </p:nvSpPr>
        <p:spPr>
          <a:xfrm>
            <a:off x="1408792" y="4674281"/>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ホスト </a:t>
            </a:r>
            <a:r>
              <a:rPr kumimoji="0" lang="en-US" altLang="ja-JP"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OS</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18" name="Rectangle 18">
            <a:extLst>
              <a:ext uri="{FF2B5EF4-FFF2-40B4-BE49-F238E27FC236}">
                <a16:creationId xmlns:a16="http://schemas.microsoft.com/office/drawing/2014/main" id="{6B230567-B6D1-FA52-73B2-4754794512B1}"/>
              </a:ext>
            </a:extLst>
          </p:cNvPr>
          <p:cNvSpPr/>
          <p:nvPr/>
        </p:nvSpPr>
        <p:spPr>
          <a:xfrm>
            <a:off x="4069595" y="2251648"/>
            <a:ext cx="1701354" cy="314289"/>
          </a:xfrm>
          <a:prstGeom prst="rect">
            <a:avLst/>
          </a:prstGeom>
          <a:noFill/>
          <a:ln w="9525" cap="flat" cmpd="sng" algn="ctr">
            <a:noFill/>
            <a:prstDash val="solid"/>
          </a:ln>
          <a:effectLst/>
        </p:spPr>
        <p:txBody>
          <a:bodyPr lIns="0" tIns="0" rIns="0" bIns="0" rtlCol="0" anchor="t" anchorCtr="0"/>
          <a:lstStyle>
            <a:defPPr>
              <a:defRPr lang="en-US"/>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rPr>
              <a:t>IaaS</a:t>
            </a:r>
            <a:endPar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19" name="Left Brace 30">
            <a:extLst>
              <a:ext uri="{FF2B5EF4-FFF2-40B4-BE49-F238E27FC236}">
                <a16:creationId xmlns:a16="http://schemas.microsoft.com/office/drawing/2014/main" id="{0573616A-5B75-FE5D-2C4B-679B0A053E53}"/>
              </a:ext>
            </a:extLst>
          </p:cNvPr>
          <p:cNvSpPr/>
          <p:nvPr/>
        </p:nvSpPr>
        <p:spPr>
          <a:xfrm>
            <a:off x="970078" y="2658416"/>
            <a:ext cx="282274" cy="3360059"/>
          </a:xfrm>
          <a:prstGeom prst="leftBrace">
            <a:avLst>
              <a:gd name="adj1" fmla="val 0"/>
              <a:gd name="adj2" fmla="val 50000"/>
            </a:avLst>
          </a:prstGeom>
          <a:noFill/>
          <a:ln w="19050" cap="flat" cmpd="sng" algn="ctr">
            <a:solidFill>
              <a:srgbClr val="000000"/>
            </a:solidFill>
            <a:prstDash val="solid"/>
          </a:ln>
          <a:effectLst/>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endParaRPr kumimoji="0" lang="en-US" sz="1961"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20" name="Rectangle 33">
            <a:extLst>
              <a:ext uri="{FF2B5EF4-FFF2-40B4-BE49-F238E27FC236}">
                <a16:creationId xmlns:a16="http://schemas.microsoft.com/office/drawing/2014/main" id="{DE2909BB-E6E6-791E-6258-8AADC4257A1C}"/>
              </a:ext>
            </a:extLst>
          </p:cNvPr>
          <p:cNvSpPr/>
          <p:nvPr/>
        </p:nvSpPr>
        <p:spPr>
          <a:xfrm>
            <a:off x="9393819" y="2250860"/>
            <a:ext cx="1692131" cy="315077"/>
          </a:xfrm>
          <a:prstGeom prst="rect">
            <a:avLst/>
          </a:prstGeom>
          <a:noFill/>
          <a:ln w="9525" cap="flat" cmpd="sng" algn="ctr">
            <a:noFill/>
            <a:prstDash val="solid"/>
          </a:ln>
          <a:effectLst/>
        </p:spPr>
        <p:txBody>
          <a:bodyPr tIns="0" bIns="0" rtlCol="0" anchor="t" anchorCtr="0"/>
          <a:lstStyle>
            <a:defPPr>
              <a:defRPr lang="en-US"/>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1" indent="0" algn="ctr" defTabSz="1462285" rtl="0" eaLnBrk="1" fontAlgn="base" latinLnBrk="0" hangingPunct="1">
              <a:lnSpc>
                <a:spcPct val="100000"/>
              </a:lnSpc>
              <a:spcBef>
                <a:spcPts val="0"/>
              </a:spcBef>
              <a:spcAft>
                <a:spcPct val="0"/>
              </a:spcAft>
              <a:buClrTx/>
              <a:buSzTx/>
              <a:buFontTx/>
              <a:buNone/>
              <a:tabLst/>
              <a:defRPr/>
            </a:pPr>
            <a:r>
              <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rPr>
              <a:t>PaaS</a:t>
            </a:r>
          </a:p>
        </p:txBody>
      </p:sp>
      <p:sp>
        <p:nvSpPr>
          <p:cNvPr id="21" name="Rectangle 44">
            <a:extLst>
              <a:ext uri="{FF2B5EF4-FFF2-40B4-BE49-F238E27FC236}">
                <a16:creationId xmlns:a16="http://schemas.microsoft.com/office/drawing/2014/main" id="{D304E3D4-9A7A-7072-F725-799814A396EE}"/>
              </a:ext>
            </a:extLst>
          </p:cNvPr>
          <p:cNvSpPr/>
          <p:nvPr/>
        </p:nvSpPr>
        <p:spPr>
          <a:xfrm>
            <a:off x="9393821" y="2613526"/>
            <a:ext cx="1692131" cy="252000"/>
          </a:xfrm>
          <a:prstGeom prst="rect">
            <a:avLst/>
          </a:prstGeom>
          <a:solidFill>
            <a:srgbClr val="EB3C00">
              <a:lumMod val="40000"/>
              <a:lumOff val="60000"/>
            </a:srgbClr>
          </a:solidFill>
          <a:ln w="9525" cap="flat" cmpd="sng" algn="ctr">
            <a:solidFill>
              <a:srgbClr val="EB3C00">
                <a:lumMod val="75000"/>
              </a:srgbClr>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アプリケーション</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2" name="Rectangle 46">
            <a:extLst>
              <a:ext uri="{FF2B5EF4-FFF2-40B4-BE49-F238E27FC236}">
                <a16:creationId xmlns:a16="http://schemas.microsoft.com/office/drawing/2014/main" id="{4594EB60-9750-AFEB-66EA-E61C42A31C95}"/>
              </a:ext>
            </a:extLst>
          </p:cNvPr>
          <p:cNvSpPr/>
          <p:nvPr/>
        </p:nvSpPr>
        <p:spPr>
          <a:xfrm>
            <a:off x="9391839" y="2968171"/>
            <a:ext cx="1692131" cy="252000"/>
          </a:xfrm>
          <a:prstGeom prst="rect">
            <a:avLst/>
          </a:prstGeom>
          <a:solidFill>
            <a:srgbClr val="EB3C00">
              <a:lumMod val="40000"/>
              <a:lumOff val="60000"/>
            </a:srgbClr>
          </a:solidFill>
          <a:ln w="9525" cap="flat" cmpd="sng" algn="ctr">
            <a:solidFill>
              <a:srgbClr val="EB3C00">
                <a:lumMod val="75000"/>
              </a:srgbClr>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データ</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3" name="Left Brace 30">
            <a:extLst>
              <a:ext uri="{FF2B5EF4-FFF2-40B4-BE49-F238E27FC236}">
                <a16:creationId xmlns:a16="http://schemas.microsoft.com/office/drawing/2014/main" id="{9FF3F6DD-9D88-1BA7-C965-978445468F6A}"/>
              </a:ext>
            </a:extLst>
          </p:cNvPr>
          <p:cNvSpPr/>
          <p:nvPr/>
        </p:nvSpPr>
        <p:spPr>
          <a:xfrm>
            <a:off x="3725337" y="2658416"/>
            <a:ext cx="282274" cy="1566757"/>
          </a:xfrm>
          <a:prstGeom prst="leftBrace">
            <a:avLst>
              <a:gd name="adj1" fmla="val 0"/>
              <a:gd name="adj2" fmla="val 50000"/>
            </a:avLst>
          </a:prstGeom>
          <a:noFill/>
          <a:ln w="19050" cap="flat" cmpd="sng" algn="ctr">
            <a:solidFill>
              <a:srgbClr val="000000"/>
            </a:solidFill>
            <a:prstDash val="solid"/>
          </a:ln>
          <a:effectLst/>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endParaRPr kumimoji="0" lang="en-US" sz="1961"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24" name="Left Brace 30">
            <a:extLst>
              <a:ext uri="{FF2B5EF4-FFF2-40B4-BE49-F238E27FC236}">
                <a16:creationId xmlns:a16="http://schemas.microsoft.com/office/drawing/2014/main" id="{4D6ED856-941F-9770-6DC2-CA7F77B42C4D}"/>
              </a:ext>
            </a:extLst>
          </p:cNvPr>
          <p:cNvSpPr/>
          <p:nvPr/>
        </p:nvSpPr>
        <p:spPr>
          <a:xfrm>
            <a:off x="9041767" y="2626970"/>
            <a:ext cx="282275" cy="635273"/>
          </a:xfrm>
          <a:prstGeom prst="leftBrace">
            <a:avLst>
              <a:gd name="adj1" fmla="val 0"/>
              <a:gd name="adj2" fmla="val 50000"/>
            </a:avLst>
          </a:prstGeom>
          <a:noFill/>
          <a:ln w="19050" cap="flat" cmpd="sng" algn="ctr">
            <a:solidFill>
              <a:srgbClr val="000000"/>
            </a:solidFill>
            <a:prstDash val="solid"/>
          </a:ln>
          <a:effectLst/>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endParaRPr kumimoji="0" lang="en-US" sz="1961"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25" name="Rounded Rectangle 15">
            <a:extLst>
              <a:ext uri="{FF2B5EF4-FFF2-40B4-BE49-F238E27FC236}">
                <a16:creationId xmlns:a16="http://schemas.microsoft.com/office/drawing/2014/main" id="{611D25B7-223D-4CD1-0F45-8011DCFB964F}"/>
              </a:ext>
            </a:extLst>
          </p:cNvPr>
          <p:cNvSpPr/>
          <p:nvPr/>
        </p:nvSpPr>
        <p:spPr bwMode="auto">
          <a:xfrm>
            <a:off x="9393820" y="3293721"/>
            <a:ext cx="1692131" cy="2721879"/>
          </a:xfrm>
          <a:prstGeom prst="roundRect">
            <a:avLst>
              <a:gd name="adj" fmla="val 4616"/>
            </a:avLst>
          </a:prstGeom>
          <a:solidFill>
            <a:srgbClr val="FFFFFF">
              <a:lumMod val="75000"/>
              <a:alpha val="60000"/>
            </a:srgbClr>
          </a:solidFill>
          <a:ln w="28575" cap="flat" cmpd="sng" algn="ctr">
            <a:solidFill>
              <a:srgbClr val="797A7D"/>
            </a:solidFill>
            <a:prstDash val="sysDot"/>
            <a:headEnd type="none" w="med" len="med"/>
            <a:tailEnd type="none" w="med" len="med"/>
          </a:ln>
          <a:effectLst/>
          <a:scene3d>
            <a:camera prst="orthographicFront"/>
            <a:lightRig rig="threePt" dir="t"/>
          </a:scene3d>
          <a:sp3d>
            <a:bevelT/>
          </a:sp3d>
        </p:spPr>
        <p:txBody>
          <a:bodyPr vert="horz" wrap="square" lIns="71989" tIns="45711" rIns="71989" bIns="45711" numCol="1" rtlCol="0" anchor="ctr" anchorCtr="0" compatLnSpc="1">
            <a:prstTxWarp prst="textNoShape">
              <a:avLst/>
            </a:prstTxWarp>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3946"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メイリオ" pitchFamily="50" charset="-128"/>
            </a:endParaRPr>
          </a:p>
        </p:txBody>
      </p:sp>
      <p:sp>
        <p:nvSpPr>
          <p:cNvPr id="26" name="Rectangle 9">
            <a:extLst>
              <a:ext uri="{FF2B5EF4-FFF2-40B4-BE49-F238E27FC236}">
                <a16:creationId xmlns:a16="http://schemas.microsoft.com/office/drawing/2014/main" id="{DF75B397-BC00-6AC8-052C-28268A570DB2}"/>
              </a:ext>
            </a:extLst>
          </p:cNvPr>
          <p:cNvSpPr/>
          <p:nvPr/>
        </p:nvSpPr>
        <p:spPr>
          <a:xfrm>
            <a:off x="4078818" y="3973173"/>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ゲスト </a:t>
            </a:r>
            <a:r>
              <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OS</a:t>
            </a:r>
          </a:p>
        </p:txBody>
      </p:sp>
      <p:sp>
        <p:nvSpPr>
          <p:cNvPr id="27" name="Rectangle 10">
            <a:extLst>
              <a:ext uri="{FF2B5EF4-FFF2-40B4-BE49-F238E27FC236}">
                <a16:creationId xmlns:a16="http://schemas.microsoft.com/office/drawing/2014/main" id="{2FC32115-87CF-A2E0-4F33-7AA3D19C7F15}"/>
              </a:ext>
            </a:extLst>
          </p:cNvPr>
          <p:cNvSpPr/>
          <p:nvPr/>
        </p:nvSpPr>
        <p:spPr>
          <a:xfrm>
            <a:off x="4078818" y="3628919"/>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ミドルウエア</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8" name="Rectangle 12">
            <a:extLst>
              <a:ext uri="{FF2B5EF4-FFF2-40B4-BE49-F238E27FC236}">
                <a16:creationId xmlns:a16="http://schemas.microsoft.com/office/drawing/2014/main" id="{F7F9D0AA-08A7-554F-CFDF-F4B1F44E3FEF}"/>
              </a:ext>
            </a:extLst>
          </p:cNvPr>
          <p:cNvSpPr/>
          <p:nvPr/>
        </p:nvSpPr>
        <p:spPr>
          <a:xfrm>
            <a:off x="4078818" y="2973493"/>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データ</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9" name="Rectangle 13">
            <a:extLst>
              <a:ext uri="{FF2B5EF4-FFF2-40B4-BE49-F238E27FC236}">
                <a16:creationId xmlns:a16="http://schemas.microsoft.com/office/drawing/2014/main" id="{9B3BD0A1-3D70-6C9C-CD94-1F3EF99AF9C1}"/>
              </a:ext>
            </a:extLst>
          </p:cNvPr>
          <p:cNvSpPr/>
          <p:nvPr/>
        </p:nvSpPr>
        <p:spPr>
          <a:xfrm>
            <a:off x="4069595" y="2650390"/>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アプリケーション</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30" name="Rectangle 14">
            <a:extLst>
              <a:ext uri="{FF2B5EF4-FFF2-40B4-BE49-F238E27FC236}">
                <a16:creationId xmlns:a16="http://schemas.microsoft.com/office/drawing/2014/main" id="{D520B7CE-FCC0-5346-331A-051445E23756}"/>
              </a:ext>
            </a:extLst>
          </p:cNvPr>
          <p:cNvSpPr/>
          <p:nvPr/>
        </p:nvSpPr>
        <p:spPr>
          <a:xfrm>
            <a:off x="4078818" y="3296596"/>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ランタイム</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31" name="テキスト ボックス 76">
            <a:extLst>
              <a:ext uri="{FF2B5EF4-FFF2-40B4-BE49-F238E27FC236}">
                <a16:creationId xmlns:a16="http://schemas.microsoft.com/office/drawing/2014/main" id="{56750920-64B4-905F-E7F4-3A8283763314}"/>
              </a:ext>
            </a:extLst>
          </p:cNvPr>
          <p:cNvSpPr txBox="1"/>
          <p:nvPr/>
        </p:nvSpPr>
        <p:spPr>
          <a:xfrm>
            <a:off x="4259804" y="4926281"/>
            <a:ext cx="1348400"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ベンダー管理</a:t>
            </a:r>
            <a:endParaRPr kumimoji="1"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2" name="テキスト ボックス 77">
            <a:extLst>
              <a:ext uri="{FF2B5EF4-FFF2-40B4-BE49-F238E27FC236}">
                <a16:creationId xmlns:a16="http://schemas.microsoft.com/office/drawing/2014/main" id="{63B1FDC1-299D-3C9D-B75B-4C77D5086A6B}"/>
              </a:ext>
            </a:extLst>
          </p:cNvPr>
          <p:cNvSpPr txBox="1"/>
          <p:nvPr/>
        </p:nvSpPr>
        <p:spPr>
          <a:xfrm>
            <a:off x="9515401" y="4891908"/>
            <a:ext cx="1445006"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ベンダー管理</a:t>
            </a:r>
            <a:endParaRPr kumimoji="1"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3" name="Rounded Rectangle 15">
            <a:extLst>
              <a:ext uri="{FF2B5EF4-FFF2-40B4-BE49-F238E27FC236}">
                <a16:creationId xmlns:a16="http://schemas.microsoft.com/office/drawing/2014/main" id="{247CCD48-9FAE-9271-8AEE-7FFDA78C9DFA}"/>
              </a:ext>
            </a:extLst>
          </p:cNvPr>
          <p:cNvSpPr/>
          <p:nvPr/>
        </p:nvSpPr>
        <p:spPr bwMode="auto">
          <a:xfrm>
            <a:off x="6712913" y="3972386"/>
            <a:ext cx="1692132" cy="2045302"/>
          </a:xfrm>
          <a:prstGeom prst="roundRect">
            <a:avLst>
              <a:gd name="adj" fmla="val 4616"/>
            </a:avLst>
          </a:prstGeom>
          <a:solidFill>
            <a:srgbClr val="FFFFFF">
              <a:lumMod val="75000"/>
              <a:alpha val="60000"/>
            </a:srgbClr>
          </a:solidFill>
          <a:ln w="28575" cap="flat" cmpd="sng" algn="ctr">
            <a:solidFill>
              <a:srgbClr val="797A7D"/>
            </a:solidFill>
            <a:prstDash val="sysDot"/>
            <a:headEnd type="none" w="med" len="med"/>
            <a:tailEnd type="none" w="med" len="med"/>
          </a:ln>
          <a:effectLst/>
          <a:scene3d>
            <a:camera prst="orthographicFront"/>
            <a:lightRig rig="threePt" dir="t"/>
          </a:scene3d>
          <a:sp3d>
            <a:bevelT/>
          </a:sp3d>
        </p:spPr>
        <p:txBody>
          <a:bodyPr vert="horz" wrap="square" lIns="71989" tIns="45711" rIns="71989" bIns="45711" numCol="1" rtlCol="0" anchor="ctr" anchorCtr="0" compatLnSpc="1">
            <a:prstTxWarp prst="textNoShape">
              <a:avLst/>
            </a:prstTxWarp>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3946"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メイリオ" pitchFamily="50" charset="-128"/>
            </a:endParaRPr>
          </a:p>
        </p:txBody>
      </p:sp>
      <p:sp>
        <p:nvSpPr>
          <p:cNvPr id="34" name="Rectangle 18">
            <a:extLst>
              <a:ext uri="{FF2B5EF4-FFF2-40B4-BE49-F238E27FC236}">
                <a16:creationId xmlns:a16="http://schemas.microsoft.com/office/drawing/2014/main" id="{E1117ACB-43D6-8A10-4A53-4661D7023BEE}"/>
              </a:ext>
            </a:extLst>
          </p:cNvPr>
          <p:cNvSpPr/>
          <p:nvPr/>
        </p:nvSpPr>
        <p:spPr>
          <a:xfrm>
            <a:off x="6694570" y="2250860"/>
            <a:ext cx="1701354" cy="314289"/>
          </a:xfrm>
          <a:prstGeom prst="rect">
            <a:avLst/>
          </a:prstGeom>
          <a:noFill/>
          <a:ln w="9525" cap="flat" cmpd="sng" algn="ctr">
            <a:noFill/>
            <a:prstDash val="solid"/>
          </a:ln>
          <a:effectLst/>
        </p:spPr>
        <p:txBody>
          <a:bodyPr lIns="0" tIns="0" rIns="0" bIns="0" rtlCol="0" anchor="t" anchorCtr="0"/>
          <a:lstStyle>
            <a:defPPr>
              <a:defRPr lang="en-US"/>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rPr>
              <a:t>CaaS</a:t>
            </a:r>
            <a:endPar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35" name="Left Brace 30">
            <a:extLst>
              <a:ext uri="{FF2B5EF4-FFF2-40B4-BE49-F238E27FC236}">
                <a16:creationId xmlns:a16="http://schemas.microsoft.com/office/drawing/2014/main" id="{981F0085-E8E5-C3CD-15F1-B71381C74C9F}"/>
              </a:ext>
            </a:extLst>
          </p:cNvPr>
          <p:cNvSpPr/>
          <p:nvPr/>
        </p:nvSpPr>
        <p:spPr>
          <a:xfrm>
            <a:off x="6350315" y="2655873"/>
            <a:ext cx="282274" cy="1224257"/>
          </a:xfrm>
          <a:prstGeom prst="leftBrace">
            <a:avLst>
              <a:gd name="adj1" fmla="val 0"/>
              <a:gd name="adj2" fmla="val 50000"/>
            </a:avLst>
          </a:prstGeom>
          <a:noFill/>
          <a:ln w="19050" cap="flat" cmpd="sng" algn="ctr">
            <a:solidFill>
              <a:srgbClr val="000000"/>
            </a:solidFill>
            <a:prstDash val="solid"/>
          </a:ln>
          <a:effectLst/>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endParaRPr kumimoji="0" lang="en-US" sz="1961"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36" name="Rectangle 9">
            <a:extLst>
              <a:ext uri="{FF2B5EF4-FFF2-40B4-BE49-F238E27FC236}">
                <a16:creationId xmlns:a16="http://schemas.microsoft.com/office/drawing/2014/main" id="{F222C04C-64AE-A4CF-288D-94FF3DC4CB94}"/>
              </a:ext>
            </a:extLst>
          </p:cNvPr>
          <p:cNvSpPr/>
          <p:nvPr/>
        </p:nvSpPr>
        <p:spPr>
          <a:xfrm>
            <a:off x="6811981" y="4058466"/>
            <a:ext cx="1516725" cy="252000"/>
          </a:xfrm>
          <a:prstGeom prst="rect">
            <a:avLst/>
          </a:prstGeom>
          <a:solidFill>
            <a:schemeClr val="bg2"/>
          </a:solidFill>
          <a:ln w="9525" cap="flat" cmpd="sng" algn="ctr">
            <a:solidFill>
              <a:schemeClr val="tx1">
                <a:lumMod val="50000"/>
                <a:lumOff val="50000"/>
              </a:schemeClr>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ゲスト </a:t>
            </a:r>
            <a:r>
              <a:rPr kumimoji="0" lang="en-US" sz="9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OS/</a:t>
            </a:r>
            <a:r>
              <a:rPr kumimoji="0" lang="en-US" sz="900" b="0" i="0" u="none" strike="noStrike" kern="0" cap="none" spc="0" normalizeH="0" baseline="0" noProof="0" dirty="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コンテナエンジン</a:t>
            </a:r>
            <a:endParaRPr kumimoji="0" lang="en-US" sz="9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37" name="Rectangle 10">
            <a:extLst>
              <a:ext uri="{FF2B5EF4-FFF2-40B4-BE49-F238E27FC236}">
                <a16:creationId xmlns:a16="http://schemas.microsoft.com/office/drawing/2014/main" id="{1497BE44-2B5B-665B-41D7-1BC3D74620DA}"/>
              </a:ext>
            </a:extLst>
          </p:cNvPr>
          <p:cNvSpPr/>
          <p:nvPr/>
        </p:nvSpPr>
        <p:spPr>
          <a:xfrm>
            <a:off x="6703793" y="3628131"/>
            <a:ext cx="1692131" cy="252000"/>
          </a:xfrm>
          <a:prstGeom prst="rect">
            <a:avLst/>
          </a:prstGeom>
          <a:solidFill>
            <a:schemeClr val="accent4">
              <a:lumMod val="40000"/>
              <a:lumOff val="60000"/>
            </a:schemeClr>
          </a:solidFill>
          <a:ln w="9525" cap="flat" cmpd="sng" algn="ctr">
            <a:solidFill>
              <a:schemeClr val="accent4"/>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ミドルウエア</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38" name="Rectangle 12">
            <a:extLst>
              <a:ext uri="{FF2B5EF4-FFF2-40B4-BE49-F238E27FC236}">
                <a16:creationId xmlns:a16="http://schemas.microsoft.com/office/drawing/2014/main" id="{23D2FA5E-0101-2675-E3C9-EC05AD2CC6C4}"/>
              </a:ext>
            </a:extLst>
          </p:cNvPr>
          <p:cNvSpPr/>
          <p:nvPr/>
        </p:nvSpPr>
        <p:spPr>
          <a:xfrm>
            <a:off x="6703793" y="2972705"/>
            <a:ext cx="1692131" cy="252000"/>
          </a:xfrm>
          <a:prstGeom prst="rect">
            <a:avLst/>
          </a:prstGeom>
          <a:solidFill>
            <a:schemeClr val="accent4">
              <a:lumMod val="40000"/>
              <a:lumOff val="60000"/>
            </a:schemeClr>
          </a:solidFill>
          <a:ln w="9525" cap="flat" cmpd="sng" algn="ctr">
            <a:solidFill>
              <a:schemeClr val="accent4"/>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データ</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39" name="Rectangle 13">
            <a:extLst>
              <a:ext uri="{FF2B5EF4-FFF2-40B4-BE49-F238E27FC236}">
                <a16:creationId xmlns:a16="http://schemas.microsoft.com/office/drawing/2014/main" id="{00085E69-C016-874F-9BFC-57D1019981B5}"/>
              </a:ext>
            </a:extLst>
          </p:cNvPr>
          <p:cNvSpPr/>
          <p:nvPr/>
        </p:nvSpPr>
        <p:spPr>
          <a:xfrm>
            <a:off x="6694570" y="2649602"/>
            <a:ext cx="1692131" cy="252000"/>
          </a:xfrm>
          <a:prstGeom prst="rect">
            <a:avLst/>
          </a:prstGeom>
          <a:solidFill>
            <a:schemeClr val="accent4">
              <a:lumMod val="40000"/>
              <a:lumOff val="60000"/>
            </a:schemeClr>
          </a:solidFill>
          <a:ln w="9525" cap="flat" cmpd="sng" algn="ctr">
            <a:solidFill>
              <a:schemeClr val="accent4"/>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アプリケーション</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40" name="Rectangle 14">
            <a:extLst>
              <a:ext uri="{FF2B5EF4-FFF2-40B4-BE49-F238E27FC236}">
                <a16:creationId xmlns:a16="http://schemas.microsoft.com/office/drawing/2014/main" id="{CA90F93B-EBAC-D620-DFBB-4C2263D30BEF}"/>
              </a:ext>
            </a:extLst>
          </p:cNvPr>
          <p:cNvSpPr/>
          <p:nvPr/>
        </p:nvSpPr>
        <p:spPr>
          <a:xfrm>
            <a:off x="6703793" y="3295808"/>
            <a:ext cx="1692131" cy="252000"/>
          </a:xfrm>
          <a:prstGeom prst="rect">
            <a:avLst/>
          </a:prstGeom>
          <a:solidFill>
            <a:schemeClr val="accent4">
              <a:lumMod val="40000"/>
              <a:lumOff val="60000"/>
            </a:schemeClr>
          </a:solidFill>
          <a:ln w="9525" cap="flat" cmpd="sng" algn="ctr">
            <a:solidFill>
              <a:schemeClr val="accent4"/>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ランタイム</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41" name="テキスト ボックス 88">
            <a:extLst>
              <a:ext uri="{FF2B5EF4-FFF2-40B4-BE49-F238E27FC236}">
                <a16:creationId xmlns:a16="http://schemas.microsoft.com/office/drawing/2014/main" id="{A8105595-9CD3-698B-B2B8-3B24F8CCE96B}"/>
              </a:ext>
            </a:extLst>
          </p:cNvPr>
          <p:cNvSpPr txBox="1"/>
          <p:nvPr/>
        </p:nvSpPr>
        <p:spPr>
          <a:xfrm>
            <a:off x="6821511" y="4911717"/>
            <a:ext cx="1456693"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ベンダー管理</a:t>
            </a:r>
            <a:endParaRPr kumimoji="1"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2" name="テキスト ボックス 76">
            <a:extLst>
              <a:ext uri="{FF2B5EF4-FFF2-40B4-BE49-F238E27FC236}">
                <a16:creationId xmlns:a16="http://schemas.microsoft.com/office/drawing/2014/main" id="{19613C55-ED3A-5A49-5602-3272A7247967}"/>
              </a:ext>
            </a:extLst>
          </p:cNvPr>
          <p:cNvSpPr txBox="1"/>
          <p:nvPr/>
        </p:nvSpPr>
        <p:spPr>
          <a:xfrm>
            <a:off x="130899" y="4058466"/>
            <a:ext cx="901333" cy="523220"/>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ユーザー</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管理</a:t>
            </a:r>
          </a:p>
        </p:txBody>
      </p:sp>
      <p:sp>
        <p:nvSpPr>
          <p:cNvPr id="43" name="テキスト ボックス 76">
            <a:extLst>
              <a:ext uri="{FF2B5EF4-FFF2-40B4-BE49-F238E27FC236}">
                <a16:creationId xmlns:a16="http://schemas.microsoft.com/office/drawing/2014/main" id="{C797F1EA-D83E-AF98-1D6C-E96786BBA7B9}"/>
              </a:ext>
            </a:extLst>
          </p:cNvPr>
          <p:cNvSpPr txBox="1"/>
          <p:nvPr/>
        </p:nvSpPr>
        <p:spPr>
          <a:xfrm>
            <a:off x="3039804" y="3178530"/>
            <a:ext cx="901333" cy="523220"/>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ユーザー</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管理</a:t>
            </a:r>
          </a:p>
        </p:txBody>
      </p:sp>
      <p:sp>
        <p:nvSpPr>
          <p:cNvPr id="44" name="テキスト ボックス 76">
            <a:extLst>
              <a:ext uri="{FF2B5EF4-FFF2-40B4-BE49-F238E27FC236}">
                <a16:creationId xmlns:a16="http://schemas.microsoft.com/office/drawing/2014/main" id="{2ABED228-05E6-33C1-78DF-BEBD72680CD5}"/>
              </a:ext>
            </a:extLst>
          </p:cNvPr>
          <p:cNvSpPr txBox="1"/>
          <p:nvPr/>
        </p:nvSpPr>
        <p:spPr>
          <a:xfrm>
            <a:off x="5643204" y="3006081"/>
            <a:ext cx="901333" cy="523220"/>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ユーザー</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管理</a:t>
            </a:r>
          </a:p>
        </p:txBody>
      </p:sp>
      <p:sp>
        <p:nvSpPr>
          <p:cNvPr id="45" name="テキスト ボックス 76">
            <a:extLst>
              <a:ext uri="{FF2B5EF4-FFF2-40B4-BE49-F238E27FC236}">
                <a16:creationId xmlns:a16="http://schemas.microsoft.com/office/drawing/2014/main" id="{872B1525-21A2-592C-0374-905043A51FD2}"/>
              </a:ext>
            </a:extLst>
          </p:cNvPr>
          <p:cNvSpPr txBox="1"/>
          <p:nvPr/>
        </p:nvSpPr>
        <p:spPr>
          <a:xfrm>
            <a:off x="8334269" y="2681383"/>
            <a:ext cx="901333" cy="523220"/>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ユーザー</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管理</a:t>
            </a:r>
          </a:p>
        </p:txBody>
      </p:sp>
      <p:sp>
        <p:nvSpPr>
          <p:cNvPr id="46" name="正方形/長方形 45">
            <a:extLst>
              <a:ext uri="{FF2B5EF4-FFF2-40B4-BE49-F238E27FC236}">
                <a16:creationId xmlns:a16="http://schemas.microsoft.com/office/drawing/2014/main" id="{F75844CA-F55E-490C-0E8C-3C5E539AA0AF}"/>
              </a:ext>
            </a:extLst>
          </p:cNvPr>
          <p:cNvSpPr/>
          <p:nvPr/>
        </p:nvSpPr>
        <p:spPr>
          <a:xfrm>
            <a:off x="8447514" y="2050481"/>
            <a:ext cx="3058686" cy="4107128"/>
          </a:xfrm>
          <a:prstGeom prst="rect">
            <a:avLst/>
          </a:prstGeom>
          <a:noFill/>
          <a:ln w="222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四角形吹き出し 47">
            <a:extLst>
              <a:ext uri="{FF2B5EF4-FFF2-40B4-BE49-F238E27FC236}">
                <a16:creationId xmlns:a16="http://schemas.microsoft.com/office/drawing/2014/main" id="{362CDD5C-E00B-CBD1-6818-254C5B5D77DC}"/>
              </a:ext>
            </a:extLst>
          </p:cNvPr>
          <p:cNvSpPr/>
          <p:nvPr/>
        </p:nvSpPr>
        <p:spPr>
          <a:xfrm>
            <a:off x="3744487" y="5948746"/>
            <a:ext cx="4376498" cy="650087"/>
          </a:xfrm>
          <a:prstGeom prst="wedgeRectCallout">
            <a:avLst>
              <a:gd name="adj1" fmla="val 54675"/>
              <a:gd name="adj2" fmla="val -82224"/>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9" name="テキスト ボックス 48">
            <a:extLst>
              <a:ext uri="{FF2B5EF4-FFF2-40B4-BE49-F238E27FC236}">
                <a16:creationId xmlns:a16="http://schemas.microsoft.com/office/drawing/2014/main" id="{62361118-6396-848F-9DD6-EDCC7EFF07B5}"/>
              </a:ext>
            </a:extLst>
          </p:cNvPr>
          <p:cNvSpPr txBox="1"/>
          <p:nvPr/>
        </p:nvSpPr>
        <p:spPr>
          <a:xfrm>
            <a:off x="3804124" y="5964314"/>
            <a:ext cx="4316861" cy="523220"/>
          </a:xfrm>
          <a:prstGeom prst="rect">
            <a:avLst/>
          </a:prstGeom>
          <a:noFill/>
        </p:spPr>
        <p:txBody>
          <a:bodyPr wrap="square" rtlCol="0">
            <a:spAutoFit/>
          </a:bodyP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SWA</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Functions</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Cosmos DB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はどれも</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PaaS/</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マネージドサービスに相当する。</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22948631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2F5B3-43DB-61A7-89A3-2555ED3B83AD}"/>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961B416C-2C79-18D7-BEC5-82B8BDA31558}"/>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ja-JP" altLang="en-US" sz="2000" b="1">
                <a:solidFill>
                  <a:srgbClr val="1F2937"/>
                </a:solidFill>
                <a:latin typeface="Yu Gothic" pitchFamily="34" charset="0"/>
                <a:ea typeface="Yu Gothic" pitchFamily="34" charset="-122"/>
              </a:rPr>
              <a:t>サーバレスという用語と心構え</a:t>
            </a:r>
            <a:endParaRPr lang="en-US" altLang="ja-JP" sz="2000" dirty="0"/>
          </a:p>
        </p:txBody>
      </p:sp>
      <p:sp>
        <p:nvSpPr>
          <p:cNvPr id="2" name="正方形/長方形 1">
            <a:extLst>
              <a:ext uri="{FF2B5EF4-FFF2-40B4-BE49-F238E27FC236}">
                <a16:creationId xmlns:a16="http://schemas.microsoft.com/office/drawing/2014/main" id="{0FB6CAB8-7A2C-513E-FA1B-E28834DDFBD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9</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89B07881-5F41-4630-5E0C-9B826CC548A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49215316-A6AE-C517-05AA-80ECFAA713DF}"/>
              </a:ext>
            </a:extLst>
          </p:cNvPr>
          <p:cNvSpPr txBox="1">
            <a:spLocks/>
          </p:cNvSpPr>
          <p:nvPr/>
        </p:nvSpPr>
        <p:spPr>
          <a:xfrm>
            <a:off x="685798" y="1359610"/>
            <a:ext cx="10820402"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defRPr sz="1200" b="0">
                <a:solidFill>
                  <a:srgbClr val="344054"/>
                </a:solidFill>
                <a:latin typeface="Yu Gothic UI"/>
                <a:ea typeface="Yu Gothic UI"/>
                <a:cs typeface="Yu Gothic UI"/>
              </a:defRPr>
            </a:pPr>
            <a:r>
              <a:rPr lang="ja-JP" altLang="en-US" sz="2000">
                <a:solidFill>
                  <a:srgbClr val="344054"/>
                </a:solidFill>
              </a:rPr>
              <a:t>特に</a:t>
            </a:r>
            <a:r>
              <a:rPr lang="en-US" altLang="ja-JP" sz="2000" dirty="0">
                <a:solidFill>
                  <a:srgbClr val="344054"/>
                </a:solidFill>
              </a:rPr>
              <a:t> SPA </a:t>
            </a:r>
            <a:r>
              <a:rPr lang="ja-JP" altLang="en-US" sz="2000">
                <a:solidFill>
                  <a:srgbClr val="344054"/>
                </a:solidFill>
              </a:rPr>
              <a:t>のアーキテクチャにおいて、</a:t>
            </a:r>
            <a:r>
              <a:rPr lang="en-US" altLang="ja-JP" sz="2000" dirty="0">
                <a:solidFill>
                  <a:srgbClr val="344054"/>
                </a:solidFill>
              </a:rPr>
              <a:t>API </a:t>
            </a:r>
            <a:r>
              <a:rPr lang="ja-JP" altLang="en-US" sz="2000">
                <a:solidFill>
                  <a:srgbClr val="344054"/>
                </a:solidFill>
              </a:rPr>
              <a:t>層をクラウドの関数型アプリケーションサービスで実装することが多くあります。この関数型アプリケーションサービスはユーザーはそのアプリケーションを実行しているサーバーを意識することなく利用でき、サーバレスと呼ばれることがあります。</a:t>
            </a:r>
            <a:endParaRPr lang="en-US" altLang="ja-JP" sz="2000" dirty="0">
              <a:solidFill>
                <a:srgbClr val="344054"/>
              </a:solidFill>
            </a:endParaRPr>
          </a:p>
          <a:p>
            <a:pPr marL="0" indent="0">
              <a:buNone/>
              <a:defRPr sz="1200" b="0">
                <a:solidFill>
                  <a:srgbClr val="344054"/>
                </a:solidFill>
                <a:latin typeface="Yu Gothic UI"/>
                <a:ea typeface="Yu Gothic UI"/>
                <a:cs typeface="Yu Gothic UI"/>
              </a:defRPr>
            </a:pPr>
            <a:endParaRPr lang="en-US" altLang="ja-JP" sz="2000" dirty="0">
              <a:solidFill>
                <a:srgbClr val="344054"/>
              </a:solidFill>
            </a:endParaRPr>
          </a:p>
          <a:p>
            <a:pPr marL="0" indent="0">
              <a:buNone/>
              <a:defRPr sz="1200" b="0">
                <a:solidFill>
                  <a:srgbClr val="344054"/>
                </a:solidFill>
                <a:latin typeface="Yu Gothic UI"/>
                <a:ea typeface="Yu Gothic UI"/>
                <a:cs typeface="Yu Gothic UI"/>
              </a:defRPr>
            </a:pPr>
            <a:r>
              <a:rPr lang="ja-JP" altLang="en-US" sz="2000">
                <a:solidFill>
                  <a:srgbClr val="344054"/>
                </a:solidFill>
              </a:rPr>
              <a:t>ただ、実態はコンテナ化された関数アプリケーションがサーバー上で実行されており、システム全体においてはサーバは存在します。そのため、起動が遅いなど、関数型アプリケーションサービスでありがちなトラブルに遭遇したときも実態としては、コンテナに相当するプロセスの起動の問題であったりすることがままあります。</a:t>
            </a:r>
            <a:endParaRPr lang="en-US" altLang="ja-JP" sz="2000" dirty="0">
              <a:solidFill>
                <a:srgbClr val="344054"/>
              </a:solidFill>
            </a:endParaRPr>
          </a:p>
          <a:p>
            <a:pPr marL="0" indent="0">
              <a:buNone/>
              <a:defRPr sz="1200" b="0">
                <a:solidFill>
                  <a:srgbClr val="344054"/>
                </a:solidFill>
                <a:latin typeface="Yu Gothic UI"/>
                <a:ea typeface="Yu Gothic UI"/>
                <a:cs typeface="Yu Gothic UI"/>
              </a:defRPr>
            </a:pPr>
            <a:endParaRPr lang="en-US" altLang="ja-JP" sz="2000" dirty="0">
              <a:solidFill>
                <a:srgbClr val="344054"/>
              </a:solidFill>
            </a:endParaRPr>
          </a:p>
          <a:p>
            <a:pPr marL="0" indent="0">
              <a:buNone/>
              <a:defRPr sz="1200" b="0">
                <a:solidFill>
                  <a:srgbClr val="344054"/>
                </a:solidFill>
                <a:latin typeface="Yu Gothic UI"/>
                <a:ea typeface="Yu Gothic UI"/>
                <a:cs typeface="Yu Gothic UI"/>
              </a:defRPr>
            </a:pPr>
            <a:r>
              <a:rPr lang="ja-JP" altLang="en-US" sz="2000">
                <a:solidFill>
                  <a:srgbClr val="344054"/>
                </a:solidFill>
              </a:rPr>
              <a:t>サーバレスという用語に惑わされず、コンピューターシステムとして意識することが日々の運用で重要です。</a:t>
            </a:r>
            <a:endParaRPr lang="en-US" altLang="ja-JP" sz="2000" dirty="0">
              <a:solidFill>
                <a:srgbClr val="344054"/>
              </a:solidFill>
            </a:endParaRPr>
          </a:p>
        </p:txBody>
      </p:sp>
    </p:spTree>
    <p:extLst>
      <p:ext uri="{BB962C8B-B14F-4D97-AF65-F5344CB8AC3E}">
        <p14:creationId xmlns:p14="http://schemas.microsoft.com/office/powerpoint/2010/main" val="2862381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9281B-7F6F-E161-B022-DC70AFDFD28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1A7741D-B468-C39F-5D47-87E5E790D0B2}"/>
              </a:ext>
            </a:extLst>
          </p:cNvPr>
          <p:cNvSpPr>
            <a:spLocks noGrp="1"/>
          </p:cNvSpPr>
          <p:nvPr>
            <p:ph type="body" sz="quarter" idx="13"/>
          </p:nvPr>
        </p:nvSpPr>
        <p:spPr>
          <a:xfrm>
            <a:off x="838200" y="2716213"/>
            <a:ext cx="10374313" cy="2262187"/>
          </a:xfrm>
        </p:spPr>
        <p:txBody>
          <a:bodyPr/>
          <a:lstStyle/>
          <a:p>
            <a:pPr marL="0" indent="0">
              <a:spcAft>
                <a:spcPts val="600"/>
              </a:spcAft>
              <a:buNone/>
            </a:pPr>
            <a:r>
              <a:rPr lang="en" sz="1800" b="1" i="0" dirty="0">
                <a:solidFill>
                  <a:srgbClr val="4472C4"/>
                </a:solidFill>
                <a:latin typeface="Yu Gothic UI"/>
                <a:ea typeface="Yu Gothic UI"/>
                <a:cs typeface="Yu Gothic UI"/>
              </a:rPr>
              <a:t>SECTION 3</a:t>
            </a:r>
          </a:p>
          <a:p>
            <a:pPr marL="0" indent="0">
              <a:buNone/>
            </a:pPr>
            <a:r>
              <a:rPr lang="en" altLang="ja-JP" sz="3200" dirty="0">
                <a:solidFill>
                  <a:schemeClr val="tx1">
                    <a:lumMod val="75000"/>
                    <a:lumOff val="25000"/>
                  </a:schemeClr>
                </a:solidFill>
              </a:rPr>
              <a:t>Azure </a:t>
            </a:r>
            <a:r>
              <a:rPr lang="ja-JP" altLang="en-US" sz="3200">
                <a:solidFill>
                  <a:schemeClr val="tx1">
                    <a:lumMod val="75000"/>
                    <a:lumOff val="25000"/>
                  </a:schemeClr>
                </a:solidFill>
              </a:rPr>
              <a:t>のイベント</a:t>
            </a:r>
            <a:r>
              <a:rPr lang="en-US" altLang="ja-JP" sz="3200" dirty="0">
                <a:solidFill>
                  <a:schemeClr val="tx1">
                    <a:lumMod val="75000"/>
                    <a:lumOff val="25000"/>
                  </a:schemeClr>
                </a:solidFill>
              </a:rPr>
              <a:t>/</a:t>
            </a:r>
            <a:r>
              <a:rPr lang="ja-JP" altLang="en-US" sz="3200">
                <a:solidFill>
                  <a:schemeClr val="tx1">
                    <a:lumMod val="75000"/>
                    <a:lumOff val="25000"/>
                  </a:schemeClr>
                </a:solidFill>
              </a:rPr>
              <a:t>メッセージング系サービス</a:t>
            </a:r>
          </a:p>
          <a:p>
            <a:pPr marL="0" indent="0">
              <a:buNone/>
            </a:pPr>
            <a:r>
              <a:rPr lang="en-US" altLang="ja-JP" sz="1400" dirty="0">
                <a:solidFill>
                  <a:srgbClr val="5B6472"/>
                </a:solidFill>
                <a:latin typeface="Yu Gothic" pitchFamily="34" charset="0"/>
                <a:ea typeface="Yu Gothic" pitchFamily="34" charset="-122"/>
                <a:cs typeface="Yu Gothic" pitchFamily="34" charset="-120"/>
              </a:rPr>
              <a:t>Event Grid, Event Hubs, Service Bus</a:t>
            </a:r>
            <a:endParaRPr lang="en-US" altLang="ja-JP" sz="1400" dirty="0"/>
          </a:p>
        </p:txBody>
      </p:sp>
    </p:spTree>
    <p:extLst>
      <p:ext uri="{BB962C8B-B14F-4D97-AF65-F5344CB8AC3E}">
        <p14:creationId xmlns:p14="http://schemas.microsoft.com/office/powerpoint/2010/main" val="2926534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4840D-7CE8-F9EF-C40E-93822A37142D}"/>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254C30ED-C9D1-3633-ED2E-F85410947948}"/>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ja-JP" altLang="en-US" sz="2000" b="1">
                <a:solidFill>
                  <a:srgbClr val="1F2937"/>
                </a:solidFill>
                <a:latin typeface="Yu Gothic" pitchFamily="34" charset="0"/>
                <a:ea typeface="Yu Gothic" pitchFamily="34" charset="-122"/>
                <a:cs typeface="Yu Gothic" pitchFamily="34" charset="-120"/>
              </a:rPr>
              <a:t>非同期処理の必要性</a:t>
            </a:r>
            <a:endParaRPr lang="en-US" altLang="ja-JP" sz="2000" dirty="0"/>
          </a:p>
        </p:txBody>
      </p:sp>
      <p:sp>
        <p:nvSpPr>
          <p:cNvPr id="2" name="正方形/長方形 1">
            <a:extLst>
              <a:ext uri="{FF2B5EF4-FFF2-40B4-BE49-F238E27FC236}">
                <a16:creationId xmlns:a16="http://schemas.microsoft.com/office/drawing/2014/main" id="{B2AE2264-9A41-8626-4B8C-93BE35C65F28}"/>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9</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813F75C0-782F-116D-53AF-B23DBF264019}"/>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FA45AD62-E867-DA4F-8E0F-86DEE7355BA0}"/>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defRPr sz="1200" b="0">
                <a:solidFill>
                  <a:srgbClr val="344054"/>
                </a:solidFill>
                <a:latin typeface="Yu Gothic UI"/>
                <a:ea typeface="Yu Gothic UI"/>
                <a:cs typeface="Yu Gothic UI"/>
              </a:defRPr>
            </a:pPr>
            <a:r>
              <a:rPr lang="en-US" altLang="ja-JP" sz="1800" dirty="0">
                <a:solidFill>
                  <a:srgbClr val="344054"/>
                </a:solidFill>
              </a:rPr>
              <a:t>Web 3</a:t>
            </a:r>
            <a:r>
              <a:rPr lang="ja-JP" altLang="en-US" sz="1800">
                <a:solidFill>
                  <a:srgbClr val="344054"/>
                </a:solidFill>
              </a:rPr>
              <a:t>層モデルの</a:t>
            </a:r>
            <a:r>
              <a:rPr lang="en-US" altLang="ja-JP" sz="1800" dirty="0">
                <a:solidFill>
                  <a:srgbClr val="344054"/>
                </a:solidFill>
              </a:rPr>
              <a:t> AP </a:t>
            </a:r>
            <a:r>
              <a:rPr lang="ja-JP" altLang="en-US" sz="1800">
                <a:solidFill>
                  <a:srgbClr val="344054"/>
                </a:solidFill>
              </a:rPr>
              <a:t>層や</a:t>
            </a:r>
            <a:r>
              <a:rPr lang="en-US" altLang="ja-JP" sz="1800" dirty="0">
                <a:solidFill>
                  <a:srgbClr val="344054"/>
                </a:solidFill>
              </a:rPr>
              <a:t> SPA </a:t>
            </a:r>
            <a:r>
              <a:rPr lang="ja-JP" altLang="en-US" sz="1800">
                <a:solidFill>
                  <a:srgbClr val="344054"/>
                </a:solidFill>
              </a:rPr>
              <a:t>の</a:t>
            </a:r>
            <a:r>
              <a:rPr lang="en-US" altLang="ja-JP" sz="1800" dirty="0">
                <a:solidFill>
                  <a:srgbClr val="344054"/>
                </a:solidFill>
              </a:rPr>
              <a:t> Web API </a:t>
            </a:r>
            <a:r>
              <a:rPr lang="ja-JP" altLang="en-US" sz="1800">
                <a:solidFill>
                  <a:srgbClr val="344054"/>
                </a:solidFill>
              </a:rPr>
              <a:t>が</a:t>
            </a:r>
            <a:r>
              <a:rPr lang="en-US" altLang="ja-JP" sz="1800" dirty="0">
                <a:solidFill>
                  <a:srgbClr val="344054"/>
                </a:solidFill>
              </a:rPr>
              <a:t> DB </a:t>
            </a:r>
            <a:r>
              <a:rPr lang="ja-JP" altLang="en-US" sz="1800">
                <a:solidFill>
                  <a:srgbClr val="344054"/>
                </a:solidFill>
              </a:rPr>
              <a:t>に対して複雑なデータ処理をリクエストしたり、</a:t>
            </a:r>
            <a:r>
              <a:rPr lang="en-US" altLang="ja-JP" sz="1800" dirty="0">
                <a:solidFill>
                  <a:srgbClr val="344054"/>
                </a:solidFill>
              </a:rPr>
              <a:t>AI </a:t>
            </a:r>
            <a:r>
              <a:rPr lang="ja-JP" altLang="en-US" sz="1800">
                <a:solidFill>
                  <a:srgbClr val="344054"/>
                </a:solidFill>
              </a:rPr>
              <a:t>など思い処理をリクエストすると結果が返ってくるまでに時間がかかり、画面の更新が遅くなり、</a:t>
            </a:r>
            <a:r>
              <a:rPr lang="en-US" altLang="ja-JP" sz="1800" dirty="0">
                <a:solidFill>
                  <a:srgbClr val="344054"/>
                </a:solidFill>
              </a:rPr>
              <a:t>UX </a:t>
            </a:r>
            <a:r>
              <a:rPr lang="ja-JP" altLang="en-US" sz="1800">
                <a:solidFill>
                  <a:srgbClr val="344054"/>
                </a:solidFill>
              </a:rPr>
              <a:t>が低下します。また、処理の途中で</a:t>
            </a:r>
            <a:r>
              <a:rPr lang="en-US" altLang="ja-JP" sz="1800" dirty="0">
                <a:solidFill>
                  <a:srgbClr val="344054"/>
                </a:solidFill>
              </a:rPr>
              <a:t> DB </a:t>
            </a:r>
            <a:r>
              <a:rPr lang="ja-JP" altLang="en-US" sz="1800">
                <a:solidFill>
                  <a:srgbClr val="344054"/>
                </a:solidFill>
              </a:rPr>
              <a:t>や</a:t>
            </a:r>
            <a:r>
              <a:rPr lang="en-US" altLang="ja-JP" sz="1800" dirty="0">
                <a:solidFill>
                  <a:srgbClr val="344054"/>
                </a:solidFill>
              </a:rPr>
              <a:t> AI </a:t>
            </a:r>
            <a:r>
              <a:rPr lang="ja-JP" altLang="en-US" sz="1800">
                <a:solidFill>
                  <a:srgbClr val="344054"/>
                </a:solidFill>
              </a:rPr>
              <a:t>がトラブルで落ちた場合、再実行する仕組みが必要です。リクエストとレスポンスを分離するための非同期処理が重要になります。</a:t>
            </a:r>
            <a:endParaRPr lang="en-US" altLang="ja-JP" sz="1800" dirty="0">
              <a:solidFill>
                <a:srgbClr val="344054"/>
              </a:solidFill>
            </a:endParaRPr>
          </a:p>
        </p:txBody>
      </p:sp>
      <p:sp>
        <p:nvSpPr>
          <p:cNvPr id="6" name="字幕 1">
            <a:extLst>
              <a:ext uri="{FF2B5EF4-FFF2-40B4-BE49-F238E27FC236}">
                <a16:creationId xmlns:a16="http://schemas.microsoft.com/office/drawing/2014/main" id="{4D6B0021-1E9A-FE9A-1701-4352FEDD1D23}"/>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正方形/長方形 4">
            <a:extLst>
              <a:ext uri="{FF2B5EF4-FFF2-40B4-BE49-F238E27FC236}">
                <a16:creationId xmlns:a16="http://schemas.microsoft.com/office/drawing/2014/main" id="{B545F192-3885-FB71-7A2D-1B710D584738}"/>
              </a:ext>
            </a:extLst>
          </p:cNvPr>
          <p:cNvSpPr>
            <a:spLocks noGrp="1"/>
          </p:cNvSpPr>
          <p:nvPr/>
        </p:nvSpPr>
        <p:spPr>
          <a:xfrm>
            <a:off x="292608" y="2600325"/>
            <a:ext cx="11658600" cy="3857625"/>
          </a:xfrm>
          <a:prstGeom prst="rect">
            <a:avLst/>
          </a:prstGeom>
          <a:solidFill>
            <a:srgbClr val="FFFFFF"/>
          </a:solidFill>
          <a:ln w="9525">
            <a:solidFill>
              <a:srgbClr val="D0D5DD"/>
            </a:solidFill>
            <a:prstDash val="solid"/>
          </a:ln>
        </p:spPr>
        <p:txBody>
          <a:bodyPr/>
          <a:lstStyle/>
          <a:p>
            <a:endParaRPr lang="ja-JP" altLang="en-US"/>
          </a:p>
        </p:txBody>
      </p:sp>
      <p:sp>
        <p:nvSpPr>
          <p:cNvPr id="7" name="角丸四角形 6">
            <a:extLst>
              <a:ext uri="{FF2B5EF4-FFF2-40B4-BE49-F238E27FC236}">
                <a16:creationId xmlns:a16="http://schemas.microsoft.com/office/drawing/2014/main" id="{65857D4A-C2CE-3B82-2F33-E4B90E24340E}"/>
              </a:ext>
            </a:extLst>
          </p:cNvPr>
          <p:cNvSpPr/>
          <p:nvPr/>
        </p:nvSpPr>
        <p:spPr>
          <a:xfrm>
            <a:off x="5111225" y="2702560"/>
            <a:ext cx="6421244" cy="367791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29640C59-9C44-FBAA-664A-17C5157F3ACB}"/>
              </a:ext>
            </a:extLst>
          </p:cNvPr>
          <p:cNvSpPr/>
          <p:nvPr/>
        </p:nvSpPr>
        <p:spPr>
          <a:xfrm>
            <a:off x="5276118" y="2863251"/>
            <a:ext cx="1821020" cy="336482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B5853B15-8CEA-6DAE-33EF-87B673856DF4}"/>
              </a:ext>
            </a:extLst>
          </p:cNvPr>
          <p:cNvSpPr txBox="1"/>
          <p:nvPr/>
        </p:nvSpPr>
        <p:spPr>
          <a:xfrm>
            <a:off x="8554504" y="2809945"/>
            <a:ext cx="2783674" cy="369332"/>
          </a:xfrm>
          <a:prstGeom prst="rect">
            <a:avLst/>
          </a:prstGeom>
          <a:noFill/>
        </p:spPr>
        <p:txBody>
          <a:bodyPr wrap="square" rtlCol="0">
            <a:spAutoFit/>
          </a:bodyPr>
          <a:lstStyle/>
          <a:p>
            <a:pPr algn="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アプリケーション</a:t>
            </a:r>
          </a:p>
        </p:txBody>
      </p:sp>
      <p:sp>
        <p:nvSpPr>
          <p:cNvPr id="33" name="角丸四角形 32">
            <a:extLst>
              <a:ext uri="{FF2B5EF4-FFF2-40B4-BE49-F238E27FC236}">
                <a16:creationId xmlns:a16="http://schemas.microsoft.com/office/drawing/2014/main" id="{CF411CE0-89E5-186A-B7E9-731A999C227D}"/>
              </a:ext>
            </a:extLst>
          </p:cNvPr>
          <p:cNvSpPr/>
          <p:nvPr/>
        </p:nvSpPr>
        <p:spPr>
          <a:xfrm>
            <a:off x="7512394" y="3213293"/>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角丸四角形 33">
            <a:extLst>
              <a:ext uri="{FF2B5EF4-FFF2-40B4-BE49-F238E27FC236}">
                <a16:creationId xmlns:a16="http://schemas.microsoft.com/office/drawing/2014/main" id="{1A43C1F6-080A-A8B9-7BE3-B5A18FEE5844}"/>
              </a:ext>
            </a:extLst>
          </p:cNvPr>
          <p:cNvSpPr/>
          <p:nvPr/>
        </p:nvSpPr>
        <p:spPr>
          <a:xfrm>
            <a:off x="9680980" y="3213293"/>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FDB60287-43E3-9676-660C-FECE53DCA7F9}"/>
              </a:ext>
            </a:extLst>
          </p:cNvPr>
          <p:cNvSpPr txBox="1"/>
          <p:nvPr/>
        </p:nvSpPr>
        <p:spPr>
          <a:xfrm>
            <a:off x="5677457" y="2926115"/>
            <a:ext cx="1000958" cy="369332"/>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36" name="テキスト ボックス 35">
            <a:extLst>
              <a:ext uri="{FF2B5EF4-FFF2-40B4-BE49-F238E27FC236}">
                <a16:creationId xmlns:a16="http://schemas.microsoft.com/office/drawing/2014/main" id="{02B558AF-812C-0B53-E499-9144CA8F687A}"/>
              </a:ext>
            </a:extLst>
          </p:cNvPr>
          <p:cNvSpPr txBox="1"/>
          <p:nvPr/>
        </p:nvSpPr>
        <p:spPr>
          <a:xfrm>
            <a:off x="7843361" y="3315503"/>
            <a:ext cx="1149035" cy="338554"/>
          </a:xfrm>
          <a:prstGeom prst="rect">
            <a:avLst/>
          </a:prstGeom>
          <a:noFill/>
        </p:spPr>
        <p:txBody>
          <a:bodyPr wrap="square" rtlCol="0">
            <a:spAutoFit/>
          </a:bodyPr>
          <a:lstStyle/>
          <a:p>
            <a:pPr algn="ctr"/>
            <a:r>
              <a:rPr kumimoji="1" lang="en-US" altLang="ja-JP" sz="1600" dirty="0">
                <a:solidFill>
                  <a:schemeClr val="tx1">
                    <a:lumMod val="75000"/>
                    <a:lumOff val="25000"/>
                  </a:schemeClr>
                </a:solidFill>
                <a:latin typeface="Yu Gothic UI" panose="020B0500000000000000" pitchFamily="34" charset="-128"/>
                <a:ea typeface="Yu Gothic UI" panose="020B0500000000000000" pitchFamily="34" charset="-128"/>
              </a:rPr>
              <a:t>Web API</a:t>
            </a:r>
            <a:endParaRPr kumimoji="1" lang="ja-JP" altLang="en-US" sz="16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7" name="テキスト ボックス 36">
            <a:extLst>
              <a:ext uri="{FF2B5EF4-FFF2-40B4-BE49-F238E27FC236}">
                <a16:creationId xmlns:a16="http://schemas.microsoft.com/office/drawing/2014/main" id="{45E9EF39-4276-EF69-64E8-9BD51C791574}"/>
              </a:ext>
            </a:extLst>
          </p:cNvPr>
          <p:cNvSpPr txBox="1"/>
          <p:nvPr/>
        </p:nvSpPr>
        <p:spPr>
          <a:xfrm>
            <a:off x="10108739" y="3307433"/>
            <a:ext cx="1000958" cy="369332"/>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DB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43" name="テキスト ボックス 42">
            <a:extLst>
              <a:ext uri="{FF2B5EF4-FFF2-40B4-BE49-F238E27FC236}">
                <a16:creationId xmlns:a16="http://schemas.microsoft.com/office/drawing/2014/main" id="{9255952F-48E8-ED42-1190-029CF355E7B9}"/>
              </a:ext>
            </a:extLst>
          </p:cNvPr>
          <p:cNvSpPr txBox="1"/>
          <p:nvPr/>
        </p:nvSpPr>
        <p:spPr>
          <a:xfrm>
            <a:off x="7535858" y="3810333"/>
            <a:ext cx="1708657" cy="600164"/>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ビジネスロジック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プログラム</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に従った処理による動的レスポンスの作成</a:t>
            </a:r>
          </a:p>
        </p:txBody>
      </p:sp>
      <p:cxnSp>
        <p:nvCxnSpPr>
          <p:cNvPr id="46" name="直線コネクタ 45">
            <a:extLst>
              <a:ext uri="{FF2B5EF4-FFF2-40B4-BE49-F238E27FC236}">
                <a16:creationId xmlns:a16="http://schemas.microsoft.com/office/drawing/2014/main" id="{147E2C89-38FF-A34A-458C-B67EAB5B3ABB}"/>
              </a:ext>
            </a:extLst>
          </p:cNvPr>
          <p:cNvCxnSpPr>
            <a:cxnSpLocks/>
          </p:cNvCxnSpPr>
          <p:nvPr/>
        </p:nvCxnSpPr>
        <p:spPr>
          <a:xfrm>
            <a:off x="9267981" y="3777508"/>
            <a:ext cx="412999"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BC975840-F9DD-3A9E-23E8-C4676AEA386D}"/>
              </a:ext>
            </a:extLst>
          </p:cNvPr>
          <p:cNvCxnSpPr>
            <a:cxnSpLocks/>
          </p:cNvCxnSpPr>
          <p:nvPr/>
        </p:nvCxnSpPr>
        <p:spPr>
          <a:xfrm flipH="1">
            <a:off x="9267980" y="4288127"/>
            <a:ext cx="413000" cy="0"/>
          </a:xfrm>
          <a:prstGeom prst="line">
            <a:avLst/>
          </a:prstGeom>
          <a:ln w="444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D4BE4D9F-DDF8-9CD8-148C-2EEDACE8DBAD}"/>
              </a:ext>
            </a:extLst>
          </p:cNvPr>
          <p:cNvCxnSpPr>
            <a:cxnSpLocks/>
          </p:cNvCxnSpPr>
          <p:nvPr/>
        </p:nvCxnSpPr>
        <p:spPr>
          <a:xfrm flipH="1">
            <a:off x="6968963" y="4113855"/>
            <a:ext cx="500013" cy="1071249"/>
          </a:xfrm>
          <a:prstGeom prst="line">
            <a:avLst/>
          </a:prstGeom>
          <a:ln w="444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5A91F029-C166-7F2B-BF93-A95A234FB61D}"/>
              </a:ext>
            </a:extLst>
          </p:cNvPr>
          <p:cNvSpPr txBox="1"/>
          <p:nvPr/>
        </p:nvSpPr>
        <p:spPr>
          <a:xfrm>
            <a:off x="9657643" y="3790374"/>
            <a:ext cx="1708657" cy="938719"/>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データの永続化、保存</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データの検索</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データの作成</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データの更新</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データの削除</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1" name="角丸四角形 10">
            <a:extLst>
              <a:ext uri="{FF2B5EF4-FFF2-40B4-BE49-F238E27FC236}">
                <a16:creationId xmlns:a16="http://schemas.microsoft.com/office/drawing/2014/main" id="{06F77F81-4FA0-D1C8-B79F-71FD80A37A50}"/>
              </a:ext>
            </a:extLst>
          </p:cNvPr>
          <p:cNvSpPr/>
          <p:nvPr/>
        </p:nvSpPr>
        <p:spPr>
          <a:xfrm>
            <a:off x="5426920" y="3365545"/>
            <a:ext cx="1492215" cy="129646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角丸四角形 14">
            <a:extLst>
              <a:ext uri="{FF2B5EF4-FFF2-40B4-BE49-F238E27FC236}">
                <a16:creationId xmlns:a16="http://schemas.microsoft.com/office/drawing/2014/main" id="{D2DABC55-3E79-72CE-4582-DB7296679FB9}"/>
              </a:ext>
            </a:extLst>
          </p:cNvPr>
          <p:cNvSpPr/>
          <p:nvPr/>
        </p:nvSpPr>
        <p:spPr>
          <a:xfrm>
            <a:off x="5426920" y="4822704"/>
            <a:ext cx="1492215" cy="129646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5CCB7EE8-E0A0-988F-BDC1-943F5A568C96}"/>
              </a:ext>
            </a:extLst>
          </p:cNvPr>
          <p:cNvSpPr txBox="1"/>
          <p:nvPr/>
        </p:nvSpPr>
        <p:spPr>
          <a:xfrm>
            <a:off x="5392402" y="3414303"/>
            <a:ext cx="1561249" cy="261610"/>
          </a:xfrm>
          <a:prstGeom prst="rect">
            <a:avLst/>
          </a:prstGeom>
          <a:noFill/>
        </p:spPr>
        <p:txBody>
          <a:bodyPr wrap="square" rtlCol="0">
            <a:spAutoFit/>
          </a:bodyPr>
          <a:lstStyle/>
          <a:p>
            <a:pPr algn="ct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静的コンテンツ用ルート</a:t>
            </a:r>
          </a:p>
        </p:txBody>
      </p:sp>
      <p:sp>
        <p:nvSpPr>
          <p:cNvPr id="17" name="テキスト ボックス 16">
            <a:extLst>
              <a:ext uri="{FF2B5EF4-FFF2-40B4-BE49-F238E27FC236}">
                <a16:creationId xmlns:a16="http://schemas.microsoft.com/office/drawing/2014/main" id="{4D2EB3F4-A42B-5668-E8A6-3E9D939697F7}"/>
              </a:ext>
            </a:extLst>
          </p:cNvPr>
          <p:cNvSpPr txBox="1"/>
          <p:nvPr/>
        </p:nvSpPr>
        <p:spPr>
          <a:xfrm>
            <a:off x="5406003" y="4858008"/>
            <a:ext cx="1561249" cy="261610"/>
          </a:xfrm>
          <a:prstGeom prst="rect">
            <a:avLst/>
          </a:prstGeom>
          <a:noFill/>
        </p:spPr>
        <p:txBody>
          <a:bodyPr wrap="square" rtlCol="0">
            <a:spAutoFit/>
          </a:bodyPr>
          <a:lstStyle/>
          <a:p>
            <a:pPr algn="ct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API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用ルート</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8" name="角丸四角形 17">
            <a:extLst>
              <a:ext uri="{FF2B5EF4-FFF2-40B4-BE49-F238E27FC236}">
                <a16:creationId xmlns:a16="http://schemas.microsoft.com/office/drawing/2014/main" id="{D8B78A1F-5603-F344-4F68-43F0642AD760}"/>
              </a:ext>
            </a:extLst>
          </p:cNvPr>
          <p:cNvSpPr/>
          <p:nvPr/>
        </p:nvSpPr>
        <p:spPr>
          <a:xfrm>
            <a:off x="5518849" y="3728059"/>
            <a:ext cx="1129475" cy="661721"/>
          </a:xfrm>
          <a:prstGeom prst="roundRect">
            <a:avLst>
              <a:gd name="adj" fmla="val 8334"/>
            </a:avLst>
          </a:prstGeom>
          <a:solidFill>
            <a:srgbClr val="FCFCFC"/>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角丸四角形 21">
            <a:extLst>
              <a:ext uri="{FF2B5EF4-FFF2-40B4-BE49-F238E27FC236}">
                <a16:creationId xmlns:a16="http://schemas.microsoft.com/office/drawing/2014/main" id="{068719A8-7C09-BD59-9BE7-346B3DB6062E}"/>
              </a:ext>
            </a:extLst>
          </p:cNvPr>
          <p:cNvSpPr/>
          <p:nvPr/>
        </p:nvSpPr>
        <p:spPr>
          <a:xfrm>
            <a:off x="5618300" y="3831711"/>
            <a:ext cx="1129475" cy="661721"/>
          </a:xfrm>
          <a:prstGeom prst="roundRect">
            <a:avLst>
              <a:gd name="adj" fmla="val 8334"/>
            </a:avLst>
          </a:prstGeom>
          <a:solidFill>
            <a:srgbClr val="FCFCFC"/>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角丸四角形 22">
            <a:extLst>
              <a:ext uri="{FF2B5EF4-FFF2-40B4-BE49-F238E27FC236}">
                <a16:creationId xmlns:a16="http://schemas.microsoft.com/office/drawing/2014/main" id="{F94A4832-0673-FB5D-8158-6AD6D6A73B3A}"/>
              </a:ext>
            </a:extLst>
          </p:cNvPr>
          <p:cNvSpPr/>
          <p:nvPr/>
        </p:nvSpPr>
        <p:spPr>
          <a:xfrm>
            <a:off x="5724300" y="3922781"/>
            <a:ext cx="1129475" cy="661721"/>
          </a:xfrm>
          <a:prstGeom prst="roundRect">
            <a:avLst>
              <a:gd name="adj" fmla="val 8334"/>
            </a:avLst>
          </a:prstGeom>
          <a:solidFill>
            <a:srgbClr val="FCFCFC"/>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03B176B3-98C4-03B2-FFDB-CDF7ABBC04EE}"/>
              </a:ext>
            </a:extLst>
          </p:cNvPr>
          <p:cNvSpPr txBox="1"/>
          <p:nvPr/>
        </p:nvSpPr>
        <p:spPr>
          <a:xfrm>
            <a:off x="5729757" y="3931738"/>
            <a:ext cx="1129475" cy="661720"/>
          </a:xfrm>
          <a:prstGeom prst="rect">
            <a:avLst/>
          </a:prstGeom>
          <a:noFill/>
        </p:spPr>
        <p:txBody>
          <a:bodyPr wrap="square" rtlCol="0">
            <a:spAutoFit/>
          </a:bodyPr>
          <a:lstStyle/>
          <a:p>
            <a:pPr algn="ct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静的コンテンツ</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spcBef>
                <a:spcPts val="600"/>
              </a:spcBef>
            </a:pPr>
            <a:r>
              <a:rPr kumimoji="1" lang="en-US" altLang="ja-JP" sz="1000" dirty="0">
                <a:solidFill>
                  <a:schemeClr val="tx1">
                    <a:lumMod val="75000"/>
                    <a:lumOff val="25000"/>
                  </a:schemeClr>
                </a:solidFill>
                <a:latin typeface="Yu Gothic UI" panose="020B0500000000000000" pitchFamily="34" charset="-128"/>
                <a:ea typeface="Yu Gothic UI" panose="020B0500000000000000" pitchFamily="34" charset="-128"/>
              </a:rPr>
              <a:t>HTML /CSS /</a:t>
            </a:r>
            <a:r>
              <a:rPr kumimoji="1" lang="ja-JP" altLang="en-US" sz="1000">
                <a:solidFill>
                  <a:schemeClr val="tx1">
                    <a:lumMod val="75000"/>
                    <a:lumOff val="25000"/>
                  </a:schemeClr>
                </a:solidFill>
                <a:latin typeface="Yu Gothic UI" panose="020B0500000000000000" pitchFamily="34" charset="-128"/>
                <a:ea typeface="Yu Gothic UI" panose="020B0500000000000000" pitchFamily="34" charset="-128"/>
              </a:rPr>
              <a:t>画像</a:t>
            </a:r>
            <a:r>
              <a:rPr kumimoji="1" lang="en-US" altLang="ja-JP" sz="1000" dirty="0">
                <a:solidFill>
                  <a:schemeClr val="tx1">
                    <a:lumMod val="75000"/>
                    <a:lumOff val="25000"/>
                  </a:schemeClr>
                </a:solidFill>
                <a:latin typeface="Yu Gothic UI" panose="020B0500000000000000" pitchFamily="34" charset="-128"/>
                <a:ea typeface="Yu Gothic UI" panose="020B0500000000000000" pitchFamily="34" charset="-128"/>
              </a:rPr>
              <a:t>/JavaScript</a:t>
            </a:r>
          </a:p>
        </p:txBody>
      </p:sp>
      <p:cxnSp>
        <p:nvCxnSpPr>
          <p:cNvPr id="40" name="直線コネクタ 39">
            <a:extLst>
              <a:ext uri="{FF2B5EF4-FFF2-40B4-BE49-F238E27FC236}">
                <a16:creationId xmlns:a16="http://schemas.microsoft.com/office/drawing/2014/main" id="{303536B4-408A-1122-9E4F-ABEAF734A501}"/>
              </a:ext>
            </a:extLst>
          </p:cNvPr>
          <p:cNvCxnSpPr>
            <a:cxnSpLocks/>
          </p:cNvCxnSpPr>
          <p:nvPr/>
        </p:nvCxnSpPr>
        <p:spPr>
          <a:xfrm flipV="1">
            <a:off x="2902686" y="4134109"/>
            <a:ext cx="2677355" cy="753713"/>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BF77F8D2-6747-7D83-4E8B-7776510DDBEF}"/>
              </a:ext>
            </a:extLst>
          </p:cNvPr>
          <p:cNvCxnSpPr>
            <a:cxnSpLocks/>
          </p:cNvCxnSpPr>
          <p:nvPr/>
        </p:nvCxnSpPr>
        <p:spPr>
          <a:xfrm flipH="1">
            <a:off x="2887547" y="3984392"/>
            <a:ext cx="2565942" cy="733302"/>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28" name="フローチャート: 書類 27">
            <a:extLst>
              <a:ext uri="{FF2B5EF4-FFF2-40B4-BE49-F238E27FC236}">
                <a16:creationId xmlns:a16="http://schemas.microsoft.com/office/drawing/2014/main" id="{D5BE248C-2469-769E-5C93-22004F6B8126}"/>
              </a:ext>
            </a:extLst>
          </p:cNvPr>
          <p:cNvSpPr/>
          <p:nvPr/>
        </p:nvSpPr>
        <p:spPr>
          <a:xfrm>
            <a:off x="3036921" y="3675913"/>
            <a:ext cx="1295665" cy="655235"/>
          </a:xfrm>
          <a:prstGeom prst="flowChartDocumen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tx1">
                    <a:lumMod val="85000"/>
                    <a:lumOff val="15000"/>
                  </a:schemeClr>
                </a:solidFill>
              </a:rPr>
              <a:t>静的コンテンツ</a:t>
            </a:r>
            <a:endParaRPr kumimoji="1" lang="en-US" altLang="ja-JP" sz="1200" dirty="0">
              <a:solidFill>
                <a:schemeClr val="tx1">
                  <a:lumMod val="85000"/>
                  <a:lumOff val="15000"/>
                </a:schemeClr>
              </a:solidFill>
            </a:endParaRPr>
          </a:p>
          <a:p>
            <a:pPr algn="ctr">
              <a:spcBef>
                <a:spcPts val="300"/>
              </a:spcBef>
            </a:pPr>
            <a:r>
              <a:rPr kumimoji="1" lang="en-US" altLang="ja-JP" sz="900" dirty="0">
                <a:solidFill>
                  <a:schemeClr val="tx1">
                    <a:lumMod val="85000"/>
                    <a:lumOff val="15000"/>
                  </a:schemeClr>
                </a:solidFill>
              </a:rPr>
              <a:t>HTML/CSS</a:t>
            </a:r>
          </a:p>
          <a:p>
            <a:pPr algn="ctr"/>
            <a:r>
              <a:rPr kumimoji="1" lang="en-US" altLang="ja-JP" sz="900" dirty="0">
                <a:solidFill>
                  <a:schemeClr val="tx1">
                    <a:lumMod val="85000"/>
                    <a:lumOff val="15000"/>
                  </a:schemeClr>
                </a:solidFill>
              </a:rPr>
              <a:t>/JavaScript</a:t>
            </a:r>
            <a:endParaRPr kumimoji="1" lang="ja-JP" altLang="en-US" sz="1050">
              <a:solidFill>
                <a:schemeClr val="tx1">
                  <a:lumMod val="85000"/>
                  <a:lumOff val="15000"/>
                </a:schemeClr>
              </a:solidFill>
            </a:endParaRPr>
          </a:p>
        </p:txBody>
      </p:sp>
      <p:sp>
        <p:nvSpPr>
          <p:cNvPr id="31" name="角丸四角形 30">
            <a:extLst>
              <a:ext uri="{FF2B5EF4-FFF2-40B4-BE49-F238E27FC236}">
                <a16:creationId xmlns:a16="http://schemas.microsoft.com/office/drawing/2014/main" id="{F76D8A19-3A74-3529-9E33-C50DE450A9FC}"/>
              </a:ext>
            </a:extLst>
          </p:cNvPr>
          <p:cNvSpPr/>
          <p:nvPr/>
        </p:nvSpPr>
        <p:spPr>
          <a:xfrm>
            <a:off x="1146817" y="4647836"/>
            <a:ext cx="1553851" cy="1479973"/>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テキスト ボックス 56">
            <a:extLst>
              <a:ext uri="{FF2B5EF4-FFF2-40B4-BE49-F238E27FC236}">
                <a16:creationId xmlns:a16="http://schemas.microsoft.com/office/drawing/2014/main" id="{85AD3680-1D15-5BAF-A147-F9AD847797FE}"/>
              </a:ext>
            </a:extLst>
          </p:cNvPr>
          <p:cNvSpPr txBox="1"/>
          <p:nvPr/>
        </p:nvSpPr>
        <p:spPr>
          <a:xfrm>
            <a:off x="1254440" y="4741260"/>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ブラウザ</a:t>
            </a:r>
          </a:p>
        </p:txBody>
      </p:sp>
      <p:sp>
        <p:nvSpPr>
          <p:cNvPr id="58" name="角丸四角形 57">
            <a:extLst>
              <a:ext uri="{FF2B5EF4-FFF2-40B4-BE49-F238E27FC236}">
                <a16:creationId xmlns:a16="http://schemas.microsoft.com/office/drawing/2014/main" id="{60F35EA5-4762-9548-E704-000CDE0960A6}"/>
              </a:ext>
            </a:extLst>
          </p:cNvPr>
          <p:cNvSpPr/>
          <p:nvPr/>
        </p:nvSpPr>
        <p:spPr>
          <a:xfrm>
            <a:off x="1299459" y="5204016"/>
            <a:ext cx="1293587" cy="816513"/>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テキスト ボックス 58">
            <a:extLst>
              <a:ext uri="{FF2B5EF4-FFF2-40B4-BE49-F238E27FC236}">
                <a16:creationId xmlns:a16="http://schemas.microsoft.com/office/drawing/2014/main" id="{9E72A322-443C-0874-8300-C662798D3B7A}"/>
              </a:ext>
            </a:extLst>
          </p:cNvPr>
          <p:cNvSpPr txBox="1"/>
          <p:nvPr/>
        </p:nvSpPr>
        <p:spPr>
          <a:xfrm>
            <a:off x="1299459" y="5242940"/>
            <a:ext cx="1293588" cy="646331"/>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フロントエンドアプリ</a:t>
            </a:r>
            <a:endPar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60" name="円弧 59">
            <a:extLst>
              <a:ext uri="{FF2B5EF4-FFF2-40B4-BE49-F238E27FC236}">
                <a16:creationId xmlns:a16="http://schemas.microsoft.com/office/drawing/2014/main" id="{59005EA5-62E9-1A54-DE28-F46329FE7C79}"/>
              </a:ext>
            </a:extLst>
          </p:cNvPr>
          <p:cNvSpPr/>
          <p:nvPr/>
        </p:nvSpPr>
        <p:spPr>
          <a:xfrm rot="10800000">
            <a:off x="633211" y="4820625"/>
            <a:ext cx="559196" cy="1063645"/>
          </a:xfrm>
          <a:prstGeom prst="arc">
            <a:avLst>
              <a:gd name="adj1" fmla="val 13183720"/>
              <a:gd name="adj2" fmla="val 8698786"/>
            </a:avLst>
          </a:prstGeom>
          <a:ln w="44450">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cxnSp>
        <p:nvCxnSpPr>
          <p:cNvPr id="63" name="直線コネクタ 62">
            <a:extLst>
              <a:ext uri="{FF2B5EF4-FFF2-40B4-BE49-F238E27FC236}">
                <a16:creationId xmlns:a16="http://schemas.microsoft.com/office/drawing/2014/main" id="{A8ABD8A4-9374-C916-DC31-85F9A479ED48}"/>
              </a:ext>
            </a:extLst>
          </p:cNvPr>
          <p:cNvCxnSpPr>
            <a:cxnSpLocks/>
          </p:cNvCxnSpPr>
          <p:nvPr/>
        </p:nvCxnSpPr>
        <p:spPr>
          <a:xfrm>
            <a:off x="2611334" y="5657850"/>
            <a:ext cx="2781068"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DE3E54D2-7C36-6601-5F78-273AADC89ED2}"/>
              </a:ext>
            </a:extLst>
          </p:cNvPr>
          <p:cNvCxnSpPr>
            <a:cxnSpLocks/>
          </p:cNvCxnSpPr>
          <p:nvPr/>
        </p:nvCxnSpPr>
        <p:spPr>
          <a:xfrm>
            <a:off x="2593046" y="5868565"/>
            <a:ext cx="2761528" cy="0"/>
          </a:xfrm>
          <a:prstGeom prst="line">
            <a:avLst/>
          </a:prstGeom>
          <a:ln w="444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7B7D5277-D881-A777-D661-7B931B96C41D}"/>
              </a:ext>
            </a:extLst>
          </p:cNvPr>
          <p:cNvCxnSpPr>
            <a:cxnSpLocks/>
          </p:cNvCxnSpPr>
          <p:nvPr/>
        </p:nvCxnSpPr>
        <p:spPr>
          <a:xfrm flipV="1">
            <a:off x="6953651" y="3864147"/>
            <a:ext cx="496050" cy="1050169"/>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E0C36066-C6AF-848E-D16B-0473D7F7C8E0}"/>
              </a:ext>
            </a:extLst>
          </p:cNvPr>
          <p:cNvSpPr txBox="1"/>
          <p:nvPr/>
        </p:nvSpPr>
        <p:spPr>
          <a:xfrm>
            <a:off x="5453489" y="5141141"/>
            <a:ext cx="1443497" cy="430887"/>
          </a:xfrm>
          <a:prstGeom prst="rect">
            <a:avLst/>
          </a:prstGeom>
          <a:noFill/>
        </p:spPr>
        <p:txBody>
          <a:bodyPr wrap="square" rtlCol="0">
            <a:spAutoFit/>
          </a:bodyPr>
          <a:lstStyle/>
          <a:p>
            <a:pPr marL="171450" indent="-171450">
              <a:buFont typeface="Arial" panose="020B0604020202020204" pitchFamily="34" charset="0"/>
              <a:buChar char="•"/>
            </a:pP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API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アクセスの受付、認証</a:t>
            </a:r>
          </a:p>
        </p:txBody>
      </p:sp>
      <p:sp>
        <p:nvSpPr>
          <p:cNvPr id="13" name="角丸四角形 12">
            <a:extLst>
              <a:ext uri="{FF2B5EF4-FFF2-40B4-BE49-F238E27FC236}">
                <a16:creationId xmlns:a16="http://schemas.microsoft.com/office/drawing/2014/main" id="{3F92CFE8-7574-2A5E-F50B-57C1C55F189D}"/>
              </a:ext>
            </a:extLst>
          </p:cNvPr>
          <p:cNvSpPr/>
          <p:nvPr/>
        </p:nvSpPr>
        <p:spPr>
          <a:xfrm>
            <a:off x="7488929" y="4847091"/>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2341A51A-DF9B-5477-4788-52011C1DEDCB}"/>
              </a:ext>
            </a:extLst>
          </p:cNvPr>
          <p:cNvSpPr txBox="1"/>
          <p:nvPr/>
        </p:nvSpPr>
        <p:spPr>
          <a:xfrm>
            <a:off x="7792204" y="5442995"/>
            <a:ext cx="1149035" cy="338554"/>
          </a:xfrm>
          <a:prstGeom prst="rect">
            <a:avLst/>
          </a:prstGeom>
          <a:noFill/>
        </p:spPr>
        <p:txBody>
          <a:bodyPr wrap="square" rtlCol="0">
            <a:spAutoFit/>
          </a:bodyPr>
          <a:lstStyle/>
          <a:p>
            <a:pPr algn="ctr"/>
            <a:r>
              <a:rPr kumimoji="1" lang="en-US" altLang="ja-JP" sz="1600" dirty="0">
                <a:solidFill>
                  <a:schemeClr val="tx1">
                    <a:lumMod val="75000"/>
                    <a:lumOff val="25000"/>
                  </a:schemeClr>
                </a:solidFill>
                <a:latin typeface="Yu Gothic UI" panose="020B0500000000000000" pitchFamily="34" charset="-128"/>
                <a:ea typeface="Yu Gothic UI" panose="020B0500000000000000" pitchFamily="34" charset="-128"/>
              </a:rPr>
              <a:t>Web API</a:t>
            </a:r>
            <a:endParaRPr kumimoji="1" lang="ja-JP" altLang="en-US" sz="1600">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56" name="直線コネクタ 55">
            <a:extLst>
              <a:ext uri="{FF2B5EF4-FFF2-40B4-BE49-F238E27FC236}">
                <a16:creationId xmlns:a16="http://schemas.microsoft.com/office/drawing/2014/main" id="{886138B3-62F9-CDBA-4042-01B84761C1B6}"/>
              </a:ext>
            </a:extLst>
          </p:cNvPr>
          <p:cNvCxnSpPr>
            <a:cxnSpLocks/>
          </p:cNvCxnSpPr>
          <p:nvPr/>
        </p:nvCxnSpPr>
        <p:spPr>
          <a:xfrm>
            <a:off x="6967252" y="5559856"/>
            <a:ext cx="482449"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61" name="直線コネクタ 60">
            <a:extLst>
              <a:ext uri="{FF2B5EF4-FFF2-40B4-BE49-F238E27FC236}">
                <a16:creationId xmlns:a16="http://schemas.microsoft.com/office/drawing/2014/main" id="{DF7EBFA8-A1B3-3D12-341B-19296861D64C}"/>
              </a:ext>
            </a:extLst>
          </p:cNvPr>
          <p:cNvCxnSpPr>
            <a:cxnSpLocks/>
          </p:cNvCxnSpPr>
          <p:nvPr/>
        </p:nvCxnSpPr>
        <p:spPr>
          <a:xfrm flipH="1">
            <a:off x="6967252" y="5682310"/>
            <a:ext cx="482449" cy="0"/>
          </a:xfrm>
          <a:prstGeom prst="line">
            <a:avLst/>
          </a:prstGeom>
          <a:ln w="444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7" name="角丸四角形 66">
            <a:extLst>
              <a:ext uri="{FF2B5EF4-FFF2-40B4-BE49-F238E27FC236}">
                <a16:creationId xmlns:a16="http://schemas.microsoft.com/office/drawing/2014/main" id="{28F49797-23F4-C230-25D3-8301FC00B7C1}"/>
              </a:ext>
            </a:extLst>
          </p:cNvPr>
          <p:cNvSpPr/>
          <p:nvPr/>
        </p:nvSpPr>
        <p:spPr>
          <a:xfrm>
            <a:off x="9690574" y="4841990"/>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テキスト ボックス 68">
            <a:extLst>
              <a:ext uri="{FF2B5EF4-FFF2-40B4-BE49-F238E27FC236}">
                <a16:creationId xmlns:a16="http://schemas.microsoft.com/office/drawing/2014/main" id="{8CCB21EF-F344-FF79-CD34-E754ED74552D}"/>
              </a:ext>
            </a:extLst>
          </p:cNvPr>
          <p:cNvSpPr txBox="1"/>
          <p:nvPr/>
        </p:nvSpPr>
        <p:spPr>
          <a:xfrm>
            <a:off x="10120034" y="5389296"/>
            <a:ext cx="1000958" cy="369332"/>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AI</a:t>
            </a:r>
            <a:endParaRPr kumimoji="1"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70" name="直線コネクタ 69">
            <a:extLst>
              <a:ext uri="{FF2B5EF4-FFF2-40B4-BE49-F238E27FC236}">
                <a16:creationId xmlns:a16="http://schemas.microsoft.com/office/drawing/2014/main" id="{37DFB749-C682-B894-74D1-C0BED09532A9}"/>
              </a:ext>
            </a:extLst>
          </p:cNvPr>
          <p:cNvCxnSpPr>
            <a:cxnSpLocks/>
          </p:cNvCxnSpPr>
          <p:nvPr/>
        </p:nvCxnSpPr>
        <p:spPr>
          <a:xfrm>
            <a:off x="9277575" y="5352447"/>
            <a:ext cx="412999"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5D0BC511-E5A3-B07A-721B-B4BD516B09C5}"/>
              </a:ext>
            </a:extLst>
          </p:cNvPr>
          <p:cNvCxnSpPr>
            <a:cxnSpLocks/>
          </p:cNvCxnSpPr>
          <p:nvPr/>
        </p:nvCxnSpPr>
        <p:spPr>
          <a:xfrm flipH="1">
            <a:off x="9277574" y="5863066"/>
            <a:ext cx="413000" cy="0"/>
          </a:xfrm>
          <a:prstGeom prst="line">
            <a:avLst/>
          </a:prstGeom>
          <a:ln w="444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6" name="テキスト ボックス 75">
            <a:extLst>
              <a:ext uri="{FF2B5EF4-FFF2-40B4-BE49-F238E27FC236}">
                <a16:creationId xmlns:a16="http://schemas.microsoft.com/office/drawing/2014/main" id="{BA4A8BBA-5028-4171-435D-41F816B00461}"/>
              </a:ext>
            </a:extLst>
          </p:cNvPr>
          <p:cNvSpPr txBox="1"/>
          <p:nvPr/>
        </p:nvSpPr>
        <p:spPr>
          <a:xfrm>
            <a:off x="2773680" y="6408985"/>
            <a:ext cx="7346354" cy="221599"/>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DB </a:t>
            </a:r>
            <a:r>
              <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や</a:t>
            </a:r>
            <a:r>
              <a:rPr kumimoji="0" lang="en-US" altLang="ja-JP" sz="1600" b="0" i="0" u="none" strike="noStrike" kern="1200" cap="none" spc="0" normalizeH="0" baseline="0" noProof="0" dirty="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 AI </a:t>
            </a:r>
            <a:r>
              <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などバックエンドの処理が遅いと、そのレスポンスを待っている箇所に影響が出る</a:t>
            </a:r>
          </a:p>
        </p:txBody>
      </p:sp>
    </p:spTree>
    <p:extLst>
      <p:ext uri="{BB962C8B-B14F-4D97-AF65-F5344CB8AC3E}">
        <p14:creationId xmlns:p14="http://schemas.microsoft.com/office/powerpoint/2010/main" val="42803764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BCEB5-A8DF-BDE9-2EB3-4D3EFBC13914}"/>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5F1DE944-A305-FA36-503D-89835E3816F7}"/>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ja-JP" altLang="en-US" sz="2000" b="1">
                <a:solidFill>
                  <a:srgbClr val="1F2937"/>
                </a:solidFill>
                <a:latin typeface="Yu Gothic" pitchFamily="34" charset="0"/>
                <a:ea typeface="Yu Gothic" pitchFamily="34" charset="-122"/>
                <a:cs typeface="Yu Gothic" pitchFamily="34" charset="-120"/>
              </a:rPr>
              <a:t>非同期処理の実装方法</a:t>
            </a:r>
            <a:endParaRPr lang="en-US" altLang="ja-JP" sz="2000" dirty="0"/>
          </a:p>
        </p:txBody>
      </p:sp>
      <p:sp>
        <p:nvSpPr>
          <p:cNvPr id="2" name="正方形/長方形 1">
            <a:extLst>
              <a:ext uri="{FF2B5EF4-FFF2-40B4-BE49-F238E27FC236}">
                <a16:creationId xmlns:a16="http://schemas.microsoft.com/office/drawing/2014/main" id="{927BD53B-B32C-B63B-7966-C940CAD419BC}"/>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9</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871CA2F8-BF2C-C75E-1443-EC2CB7E31CC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4C1AAD0B-2E64-92A2-8069-8108D2AA147D}"/>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defRPr sz="1200" b="0">
                <a:solidFill>
                  <a:srgbClr val="344054"/>
                </a:solidFill>
                <a:latin typeface="Yu Gothic UI"/>
                <a:ea typeface="Yu Gothic UI"/>
                <a:cs typeface="Yu Gothic UI"/>
              </a:defRPr>
            </a:pPr>
            <a:r>
              <a:rPr lang="ja-JP" altLang="en-US" sz="1600">
                <a:solidFill>
                  <a:srgbClr val="344054"/>
                </a:solidFill>
              </a:rPr>
              <a:t>非同期処理を実装する方法は大きく２つ存在します。</a:t>
            </a:r>
            <a:endParaRPr lang="en-US" altLang="ja-JP" sz="1600" dirty="0">
              <a:solidFill>
                <a:srgbClr val="344054"/>
              </a:solidFill>
            </a:endParaRPr>
          </a:p>
          <a:p>
            <a:pPr marL="342900" indent="-342900">
              <a:buFont typeface="+mj-lt"/>
              <a:buAutoNum type="arabicPeriod"/>
              <a:defRPr sz="1200" b="0">
                <a:solidFill>
                  <a:srgbClr val="344054"/>
                </a:solidFill>
                <a:latin typeface="Yu Gothic UI"/>
                <a:ea typeface="Yu Gothic UI"/>
                <a:cs typeface="Yu Gothic UI"/>
              </a:defRPr>
            </a:pPr>
            <a:r>
              <a:rPr lang="en-US" altLang="ja-JP" sz="1600" dirty="0">
                <a:solidFill>
                  <a:srgbClr val="344054"/>
                </a:solidFill>
              </a:rPr>
              <a:t>AP </a:t>
            </a:r>
            <a:r>
              <a:rPr lang="ja-JP" altLang="en-US" sz="1600">
                <a:solidFill>
                  <a:srgbClr val="344054"/>
                </a:solidFill>
              </a:rPr>
              <a:t>層</a:t>
            </a:r>
            <a:r>
              <a:rPr lang="en-US" altLang="ja-JP" sz="1600" dirty="0">
                <a:solidFill>
                  <a:srgbClr val="344054"/>
                </a:solidFill>
              </a:rPr>
              <a:t>/Web API </a:t>
            </a:r>
            <a:r>
              <a:rPr lang="ja-JP" altLang="en-US" sz="1600">
                <a:solidFill>
                  <a:srgbClr val="344054"/>
                </a:solidFill>
              </a:rPr>
              <a:t>からバックエンドにリクエストしたあとに、バックエンドに対してポーリングし、処理状況を確認する</a:t>
            </a:r>
            <a:endParaRPr lang="en-US" altLang="ja-JP" sz="1600" dirty="0">
              <a:solidFill>
                <a:srgbClr val="344054"/>
              </a:solidFill>
            </a:endParaRPr>
          </a:p>
          <a:p>
            <a:pPr marL="342900" indent="-342900">
              <a:buFont typeface="+mj-lt"/>
              <a:buAutoNum type="arabicPeriod"/>
              <a:defRPr sz="1200" b="0">
                <a:solidFill>
                  <a:srgbClr val="344054"/>
                </a:solidFill>
                <a:latin typeface="Yu Gothic UI"/>
                <a:ea typeface="Yu Gothic UI"/>
                <a:cs typeface="Yu Gothic UI"/>
              </a:defRPr>
            </a:pPr>
            <a:r>
              <a:rPr lang="en-US" altLang="ja-JP" sz="1600" dirty="0">
                <a:solidFill>
                  <a:srgbClr val="344054"/>
                </a:solidFill>
              </a:rPr>
              <a:t>AP </a:t>
            </a:r>
            <a:r>
              <a:rPr lang="ja-JP" altLang="en-US" sz="1600">
                <a:solidFill>
                  <a:srgbClr val="344054"/>
                </a:solidFill>
              </a:rPr>
              <a:t>層</a:t>
            </a:r>
            <a:r>
              <a:rPr lang="en-US" altLang="ja-JP" sz="1600" dirty="0">
                <a:solidFill>
                  <a:srgbClr val="344054"/>
                </a:solidFill>
              </a:rPr>
              <a:t>/Web API </a:t>
            </a:r>
            <a:r>
              <a:rPr lang="ja-JP" altLang="en-US" sz="1600">
                <a:solidFill>
                  <a:srgbClr val="344054"/>
                </a:solidFill>
              </a:rPr>
              <a:t>からイベント</a:t>
            </a:r>
            <a:r>
              <a:rPr lang="en-US" altLang="ja-JP" sz="1600" dirty="0">
                <a:solidFill>
                  <a:srgbClr val="344054"/>
                </a:solidFill>
              </a:rPr>
              <a:t>/</a:t>
            </a:r>
            <a:r>
              <a:rPr lang="ja-JP" altLang="en-US" sz="1600">
                <a:solidFill>
                  <a:srgbClr val="344054"/>
                </a:solidFill>
              </a:rPr>
              <a:t>メッセージング系サービスにリクエストを格納し、そのイベント</a:t>
            </a:r>
            <a:r>
              <a:rPr lang="en-US" altLang="ja-JP" sz="1600" dirty="0">
                <a:solidFill>
                  <a:srgbClr val="344054"/>
                </a:solidFill>
              </a:rPr>
              <a:t>/</a:t>
            </a:r>
            <a:r>
              <a:rPr lang="ja-JP" altLang="en-US" sz="1600">
                <a:solidFill>
                  <a:srgbClr val="344054"/>
                </a:solidFill>
              </a:rPr>
              <a:t>メッセージをトリガーにバックエンドが起動、処理を行う。処理状況の確認はポーリングする</a:t>
            </a:r>
            <a:endParaRPr lang="en-US" altLang="ja-JP" sz="1600" dirty="0">
              <a:solidFill>
                <a:srgbClr val="344054"/>
              </a:solidFill>
            </a:endParaRPr>
          </a:p>
          <a:p>
            <a:pPr marL="0" indent="0">
              <a:buNone/>
              <a:defRPr sz="1200" b="0">
                <a:solidFill>
                  <a:srgbClr val="344054"/>
                </a:solidFill>
                <a:latin typeface="Yu Gothic UI"/>
                <a:ea typeface="Yu Gothic UI"/>
                <a:cs typeface="Yu Gothic UI"/>
              </a:defRPr>
            </a:pPr>
            <a:r>
              <a:rPr lang="ja-JP" altLang="en-US" sz="1600">
                <a:solidFill>
                  <a:srgbClr val="344054"/>
                </a:solidFill>
              </a:rPr>
              <a:t>イベント</a:t>
            </a:r>
            <a:r>
              <a:rPr lang="en-US" altLang="ja-JP" sz="1600" dirty="0">
                <a:solidFill>
                  <a:srgbClr val="344054"/>
                </a:solidFill>
              </a:rPr>
              <a:t>/</a:t>
            </a:r>
            <a:r>
              <a:rPr lang="ja-JP" altLang="en-US" sz="1600">
                <a:solidFill>
                  <a:srgbClr val="344054"/>
                </a:solidFill>
              </a:rPr>
              <a:t>メッセージング系サービスを使うと順序保証、ジョブ管理、ジョブの信頼性がサービスによって提供され、システムの複雑度は高まりますが、処理時間の長いジョブの実行や信頼性、順序保証の求められるサービスは実装しやすくなります。</a:t>
            </a:r>
            <a:endParaRPr lang="en-US" altLang="ja-JP" sz="1600" dirty="0">
              <a:solidFill>
                <a:srgbClr val="344054"/>
              </a:solidFill>
            </a:endParaRPr>
          </a:p>
        </p:txBody>
      </p:sp>
      <p:sp>
        <p:nvSpPr>
          <p:cNvPr id="6" name="字幕 1">
            <a:extLst>
              <a:ext uri="{FF2B5EF4-FFF2-40B4-BE49-F238E27FC236}">
                <a16:creationId xmlns:a16="http://schemas.microsoft.com/office/drawing/2014/main" id="{4C1D24E4-DDFB-4568-9A3F-9B6BB290F564}"/>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0" name="角丸四角形 9">
            <a:extLst>
              <a:ext uri="{FF2B5EF4-FFF2-40B4-BE49-F238E27FC236}">
                <a16:creationId xmlns:a16="http://schemas.microsoft.com/office/drawing/2014/main" id="{ECA3C6A1-928C-1317-D401-0196AE46D3DC}"/>
              </a:ext>
            </a:extLst>
          </p:cNvPr>
          <p:cNvSpPr/>
          <p:nvPr/>
        </p:nvSpPr>
        <p:spPr>
          <a:xfrm>
            <a:off x="584201" y="3876040"/>
            <a:ext cx="1293587" cy="2515863"/>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789B4E9A-8483-0219-9C6A-2D40BF02C55C}"/>
              </a:ext>
            </a:extLst>
          </p:cNvPr>
          <p:cNvSpPr txBox="1"/>
          <p:nvPr/>
        </p:nvSpPr>
        <p:spPr>
          <a:xfrm>
            <a:off x="584200" y="4909963"/>
            <a:ext cx="1293588" cy="646331"/>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フロントエンドアプリ</a:t>
            </a:r>
            <a:endPar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0" name="角丸四角形 19">
            <a:extLst>
              <a:ext uri="{FF2B5EF4-FFF2-40B4-BE49-F238E27FC236}">
                <a16:creationId xmlns:a16="http://schemas.microsoft.com/office/drawing/2014/main" id="{D05CE5DB-3798-3FB3-BAD7-02FE8FBDEBB0}"/>
              </a:ext>
            </a:extLst>
          </p:cNvPr>
          <p:cNvSpPr/>
          <p:nvPr/>
        </p:nvSpPr>
        <p:spPr>
          <a:xfrm>
            <a:off x="2890521" y="3876041"/>
            <a:ext cx="1293587" cy="114020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4A6EF7AB-EB1F-B8FB-69CE-CE2B4EB8377A}"/>
              </a:ext>
            </a:extLst>
          </p:cNvPr>
          <p:cNvSpPr txBox="1"/>
          <p:nvPr/>
        </p:nvSpPr>
        <p:spPr>
          <a:xfrm>
            <a:off x="2856415" y="4112190"/>
            <a:ext cx="1293588" cy="646331"/>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Web API</a:t>
            </a:r>
          </a:p>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(Worker)</a:t>
            </a:r>
          </a:p>
        </p:txBody>
      </p:sp>
      <p:sp>
        <p:nvSpPr>
          <p:cNvPr id="24" name="角丸四角形 23">
            <a:extLst>
              <a:ext uri="{FF2B5EF4-FFF2-40B4-BE49-F238E27FC236}">
                <a16:creationId xmlns:a16="http://schemas.microsoft.com/office/drawing/2014/main" id="{7A2361F4-59F1-80B0-40D5-473DA1BB9944}"/>
              </a:ext>
            </a:extLst>
          </p:cNvPr>
          <p:cNvSpPr/>
          <p:nvPr/>
        </p:nvSpPr>
        <p:spPr>
          <a:xfrm>
            <a:off x="4550047" y="3876040"/>
            <a:ext cx="1293587" cy="2515863"/>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336D4D-36D2-A636-747F-D7A29CDEDEB5}"/>
              </a:ext>
            </a:extLst>
          </p:cNvPr>
          <p:cNvSpPr txBox="1"/>
          <p:nvPr/>
        </p:nvSpPr>
        <p:spPr>
          <a:xfrm>
            <a:off x="4550046" y="4747623"/>
            <a:ext cx="1293588" cy="923330"/>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DB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や</a:t>
            </a: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 AI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などのバックエンド</a:t>
            </a:r>
            <a:endPar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27" name="直線矢印コネクタ 26">
            <a:extLst>
              <a:ext uri="{FF2B5EF4-FFF2-40B4-BE49-F238E27FC236}">
                <a16:creationId xmlns:a16="http://schemas.microsoft.com/office/drawing/2014/main" id="{CF55CBD2-437C-BC78-58AF-6805190433D1}"/>
              </a:ext>
            </a:extLst>
          </p:cNvPr>
          <p:cNvCxnSpPr/>
          <p:nvPr/>
        </p:nvCxnSpPr>
        <p:spPr>
          <a:xfrm>
            <a:off x="1981201" y="4092918"/>
            <a:ext cx="7924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0AFE75D5-5A8F-E617-5613-CF53FD6BEF53}"/>
              </a:ext>
            </a:extLst>
          </p:cNvPr>
          <p:cNvSpPr txBox="1"/>
          <p:nvPr/>
        </p:nvSpPr>
        <p:spPr>
          <a:xfrm>
            <a:off x="1996262" y="3811295"/>
            <a:ext cx="1056640" cy="166199"/>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1200" b="0" i="0" u="none" strike="noStrike" kern="1200" cap="none" spc="0" normalizeH="0" baseline="0" noProof="0" dirty="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1. </a:t>
            </a:r>
            <a:r>
              <a:rPr kumimoji="0" lang="ja-JP" altLang="en-US" sz="1200" b="0" i="0" u="none" strike="noStrike" kern="1200" cap="none" spc="0" normalizeH="0" baseline="0" noProof="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リクエスト</a:t>
            </a:r>
          </a:p>
        </p:txBody>
      </p:sp>
      <p:cxnSp>
        <p:nvCxnSpPr>
          <p:cNvPr id="30" name="直線矢印コネクタ 29">
            <a:extLst>
              <a:ext uri="{FF2B5EF4-FFF2-40B4-BE49-F238E27FC236}">
                <a16:creationId xmlns:a16="http://schemas.microsoft.com/office/drawing/2014/main" id="{426739D0-C9D9-6553-CA55-189365E82162}"/>
              </a:ext>
            </a:extLst>
          </p:cNvPr>
          <p:cNvCxnSpPr>
            <a:cxnSpLocks/>
          </p:cNvCxnSpPr>
          <p:nvPr/>
        </p:nvCxnSpPr>
        <p:spPr>
          <a:xfrm flipH="1">
            <a:off x="1975942" y="4747623"/>
            <a:ext cx="7636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B3D93FA5-F04F-A803-4F64-99D2C80E0489}"/>
              </a:ext>
            </a:extLst>
          </p:cNvPr>
          <p:cNvSpPr txBox="1"/>
          <p:nvPr/>
        </p:nvSpPr>
        <p:spPr>
          <a:xfrm>
            <a:off x="1996262" y="4186057"/>
            <a:ext cx="841467" cy="498598"/>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1200" b="0" i="0" u="none" strike="noStrike" kern="1200" cap="none" spc="0" normalizeH="0" baseline="0" noProof="0" dirty="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2. HTTP 202 </a:t>
            </a:r>
            <a:r>
              <a:rPr kumimoji="0" lang="ja-JP" altLang="en-US" sz="1200" b="0" i="0" u="none" strike="noStrike" kern="1200" cap="none" spc="0" normalizeH="0" baseline="0" noProof="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とともに</a:t>
            </a:r>
            <a:r>
              <a:rPr kumimoji="0" lang="en-US" altLang="ja-JP" sz="1200" b="0" i="0" u="none" strike="noStrike" kern="1200" cap="none" spc="0" normalizeH="0" baseline="0" noProof="0" dirty="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 Job ID </a:t>
            </a:r>
            <a:r>
              <a:rPr kumimoji="0" lang="ja-JP" altLang="en-US" sz="1200" b="0" i="0" u="none" strike="noStrike" kern="1200" cap="none" spc="0" normalizeH="0" baseline="0" noProof="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を発行</a:t>
            </a:r>
          </a:p>
        </p:txBody>
      </p:sp>
      <p:sp>
        <p:nvSpPr>
          <p:cNvPr id="41" name="角丸四角形 40">
            <a:extLst>
              <a:ext uri="{FF2B5EF4-FFF2-40B4-BE49-F238E27FC236}">
                <a16:creationId xmlns:a16="http://schemas.microsoft.com/office/drawing/2014/main" id="{88DAFAC6-5EB4-FE85-CBEE-605B149533D1}"/>
              </a:ext>
            </a:extLst>
          </p:cNvPr>
          <p:cNvSpPr/>
          <p:nvPr/>
        </p:nvSpPr>
        <p:spPr>
          <a:xfrm>
            <a:off x="2890521" y="5252398"/>
            <a:ext cx="1293587" cy="114020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7C3E7EA4-C4AB-C9FB-FBEB-B28E781C2D7D}"/>
              </a:ext>
            </a:extLst>
          </p:cNvPr>
          <p:cNvSpPr txBox="1"/>
          <p:nvPr/>
        </p:nvSpPr>
        <p:spPr>
          <a:xfrm>
            <a:off x="2856415" y="5488547"/>
            <a:ext cx="1293588" cy="646331"/>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Web API</a:t>
            </a:r>
          </a:p>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(Status)</a:t>
            </a:r>
          </a:p>
        </p:txBody>
      </p:sp>
      <p:cxnSp>
        <p:nvCxnSpPr>
          <p:cNvPr id="45" name="直線矢印コネクタ 44">
            <a:extLst>
              <a:ext uri="{FF2B5EF4-FFF2-40B4-BE49-F238E27FC236}">
                <a16:creationId xmlns:a16="http://schemas.microsoft.com/office/drawing/2014/main" id="{B8F270BC-89FA-D969-008E-112B5DA604C5}"/>
              </a:ext>
            </a:extLst>
          </p:cNvPr>
          <p:cNvCxnSpPr>
            <a:cxnSpLocks/>
            <a:stCxn id="20" idx="3"/>
          </p:cNvCxnSpPr>
          <p:nvPr/>
        </p:nvCxnSpPr>
        <p:spPr>
          <a:xfrm flipV="1">
            <a:off x="4184108" y="4435355"/>
            <a:ext cx="365938" cy="1079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3" name="直線矢印コネクタ 52">
            <a:extLst>
              <a:ext uri="{FF2B5EF4-FFF2-40B4-BE49-F238E27FC236}">
                <a16:creationId xmlns:a16="http://schemas.microsoft.com/office/drawing/2014/main" id="{1981A927-CEA0-9227-B65D-FD1435DA5ECC}"/>
              </a:ext>
            </a:extLst>
          </p:cNvPr>
          <p:cNvCxnSpPr>
            <a:cxnSpLocks/>
          </p:cNvCxnSpPr>
          <p:nvPr/>
        </p:nvCxnSpPr>
        <p:spPr>
          <a:xfrm flipV="1">
            <a:off x="4184108" y="5800922"/>
            <a:ext cx="365938" cy="1079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4" name="直線矢印コネクタ 53">
            <a:extLst>
              <a:ext uri="{FF2B5EF4-FFF2-40B4-BE49-F238E27FC236}">
                <a16:creationId xmlns:a16="http://schemas.microsoft.com/office/drawing/2014/main" id="{E540721A-87D4-1CCD-2205-9BA49C0394AA}"/>
              </a:ext>
            </a:extLst>
          </p:cNvPr>
          <p:cNvCxnSpPr/>
          <p:nvPr/>
        </p:nvCxnSpPr>
        <p:spPr>
          <a:xfrm>
            <a:off x="1947095" y="5567918"/>
            <a:ext cx="7924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テキスト ボックス 54">
            <a:extLst>
              <a:ext uri="{FF2B5EF4-FFF2-40B4-BE49-F238E27FC236}">
                <a16:creationId xmlns:a16="http://schemas.microsoft.com/office/drawing/2014/main" id="{A750D44B-F45B-F081-1551-1F88B72977BA}"/>
              </a:ext>
            </a:extLst>
          </p:cNvPr>
          <p:cNvSpPr txBox="1"/>
          <p:nvPr/>
        </p:nvSpPr>
        <p:spPr>
          <a:xfrm>
            <a:off x="1962156" y="5203195"/>
            <a:ext cx="928364" cy="332399"/>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lang="en-US" altLang="ja-JP" sz="1200" dirty="0">
                <a:solidFill>
                  <a:schemeClr val="tx1">
                    <a:lumMod val="65000"/>
                    <a:lumOff val="35000"/>
                  </a:schemeClr>
                </a:solidFill>
                <a:latin typeface="Yu Gothic UI" panose="020B0500000000000000" pitchFamily="34" charset="-128"/>
                <a:ea typeface="Yu Gothic UI" panose="020B0500000000000000" pitchFamily="34" charset="-128"/>
                <a:cs typeface="Segoe UI" panose="020B0502040204020203" pitchFamily="34" charset="0"/>
              </a:rPr>
              <a:t>3.</a:t>
            </a:r>
            <a:r>
              <a:rPr kumimoji="0" lang="en-US" altLang="ja-JP" sz="1200" b="0" i="0" u="none" strike="noStrike" kern="1200" cap="none" spc="0" normalizeH="0" baseline="0" noProof="0" dirty="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 </a:t>
            </a:r>
            <a:r>
              <a:rPr lang="en-US" altLang="ja-JP" sz="1200" dirty="0">
                <a:solidFill>
                  <a:schemeClr val="tx1">
                    <a:lumMod val="65000"/>
                    <a:lumOff val="35000"/>
                  </a:schemeClr>
                </a:solidFill>
                <a:latin typeface="Yu Gothic UI" panose="020B0500000000000000" pitchFamily="34" charset="-128"/>
                <a:ea typeface="Yu Gothic UI" panose="020B0500000000000000" pitchFamily="34" charset="-128"/>
                <a:cs typeface="Segoe UI" panose="020B0502040204020203" pitchFamily="34" charset="0"/>
              </a:rPr>
              <a:t>Job ID </a:t>
            </a:r>
            <a:r>
              <a:rPr lang="ja-JP" altLang="en-US" sz="1200">
                <a:solidFill>
                  <a:schemeClr val="tx1">
                    <a:lumMod val="65000"/>
                    <a:lumOff val="35000"/>
                  </a:schemeClr>
                </a:solidFill>
                <a:latin typeface="Yu Gothic UI" panose="020B0500000000000000" pitchFamily="34" charset="-128"/>
                <a:ea typeface="Yu Gothic UI" panose="020B0500000000000000" pitchFamily="34" charset="-128"/>
                <a:cs typeface="Segoe UI" panose="020B0502040204020203" pitchFamily="34" charset="0"/>
              </a:rPr>
              <a:t>でポーリング</a:t>
            </a:r>
            <a:endParaRPr kumimoji="0" lang="ja-JP" altLang="en-US" sz="1200" b="0" i="0" u="none" strike="noStrike" kern="1200" cap="none" spc="0" normalizeH="0" baseline="0" noProof="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cxnSp>
        <p:nvCxnSpPr>
          <p:cNvPr id="62" name="直線矢印コネクタ 61">
            <a:extLst>
              <a:ext uri="{FF2B5EF4-FFF2-40B4-BE49-F238E27FC236}">
                <a16:creationId xmlns:a16="http://schemas.microsoft.com/office/drawing/2014/main" id="{D6349634-A6F4-AEA9-CEA1-13D261AA7B63}"/>
              </a:ext>
            </a:extLst>
          </p:cNvPr>
          <p:cNvCxnSpPr>
            <a:cxnSpLocks/>
          </p:cNvCxnSpPr>
          <p:nvPr/>
        </p:nvCxnSpPr>
        <p:spPr>
          <a:xfrm flipH="1">
            <a:off x="1941836" y="6222623"/>
            <a:ext cx="7636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テキスト ボックス 63">
            <a:extLst>
              <a:ext uri="{FF2B5EF4-FFF2-40B4-BE49-F238E27FC236}">
                <a16:creationId xmlns:a16="http://schemas.microsoft.com/office/drawing/2014/main" id="{AFA9634C-2F9B-267D-13D7-2DA36A8F2A93}"/>
              </a:ext>
            </a:extLst>
          </p:cNvPr>
          <p:cNvSpPr txBox="1"/>
          <p:nvPr/>
        </p:nvSpPr>
        <p:spPr>
          <a:xfrm>
            <a:off x="1962156" y="5661057"/>
            <a:ext cx="841467" cy="498598"/>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lang="en-US" altLang="ja-JP" sz="1200" dirty="0">
                <a:solidFill>
                  <a:schemeClr val="tx1">
                    <a:lumMod val="65000"/>
                    <a:lumOff val="35000"/>
                  </a:schemeClr>
                </a:solidFill>
                <a:latin typeface="Yu Gothic UI" panose="020B0500000000000000" pitchFamily="34" charset="-128"/>
                <a:ea typeface="Yu Gothic UI" panose="020B0500000000000000" pitchFamily="34" charset="-128"/>
                <a:cs typeface="Segoe UI" panose="020B0502040204020203" pitchFamily="34" charset="0"/>
              </a:rPr>
              <a:t>4</a:t>
            </a:r>
            <a:r>
              <a:rPr kumimoji="0" lang="en-US" altLang="ja-JP" sz="1200" b="0" i="0" u="none" strike="noStrike" kern="1200" cap="none" spc="0" normalizeH="0" baseline="0" noProof="0" dirty="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 Job </a:t>
            </a:r>
            <a:r>
              <a:rPr kumimoji="0" lang="ja-JP" altLang="en-US" sz="1200" b="0" i="0" u="none" strike="noStrike" kern="1200" cap="none" spc="0" normalizeH="0" baseline="0" noProof="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ステータスをレスポンス</a:t>
            </a:r>
          </a:p>
        </p:txBody>
      </p:sp>
      <p:sp>
        <p:nvSpPr>
          <p:cNvPr id="90" name="角丸四角形 89">
            <a:extLst>
              <a:ext uri="{FF2B5EF4-FFF2-40B4-BE49-F238E27FC236}">
                <a16:creationId xmlns:a16="http://schemas.microsoft.com/office/drawing/2014/main" id="{E0C6EC6E-9A53-83F6-932C-25A04837DA90}"/>
              </a:ext>
            </a:extLst>
          </p:cNvPr>
          <p:cNvSpPr/>
          <p:nvPr/>
        </p:nvSpPr>
        <p:spPr>
          <a:xfrm>
            <a:off x="6343605" y="3876040"/>
            <a:ext cx="827681" cy="2515863"/>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テキスト ボックス 90">
            <a:extLst>
              <a:ext uri="{FF2B5EF4-FFF2-40B4-BE49-F238E27FC236}">
                <a16:creationId xmlns:a16="http://schemas.microsoft.com/office/drawing/2014/main" id="{6D37B885-EDB5-6643-08C8-A3621C64DFE2}"/>
              </a:ext>
            </a:extLst>
          </p:cNvPr>
          <p:cNvSpPr txBox="1"/>
          <p:nvPr/>
        </p:nvSpPr>
        <p:spPr>
          <a:xfrm>
            <a:off x="6343604" y="4672306"/>
            <a:ext cx="861788" cy="923330"/>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フロント</a:t>
            </a:r>
            <a:endPar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エンド</a:t>
            </a:r>
            <a:endPar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アプリ</a:t>
            </a:r>
            <a:endPar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92" name="角丸四角形 91">
            <a:extLst>
              <a:ext uri="{FF2B5EF4-FFF2-40B4-BE49-F238E27FC236}">
                <a16:creationId xmlns:a16="http://schemas.microsoft.com/office/drawing/2014/main" id="{A1882300-72DA-C1F1-6B68-D646A30864FC}"/>
              </a:ext>
            </a:extLst>
          </p:cNvPr>
          <p:cNvSpPr/>
          <p:nvPr/>
        </p:nvSpPr>
        <p:spPr>
          <a:xfrm>
            <a:off x="10018717" y="3876041"/>
            <a:ext cx="635995" cy="114020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3" name="テキスト ボックス 92">
            <a:extLst>
              <a:ext uri="{FF2B5EF4-FFF2-40B4-BE49-F238E27FC236}">
                <a16:creationId xmlns:a16="http://schemas.microsoft.com/office/drawing/2014/main" id="{B3CD571E-EE85-ABD5-DAE3-DEBA080381D7}"/>
              </a:ext>
            </a:extLst>
          </p:cNvPr>
          <p:cNvSpPr txBox="1"/>
          <p:nvPr/>
        </p:nvSpPr>
        <p:spPr>
          <a:xfrm>
            <a:off x="10052823" y="4030646"/>
            <a:ext cx="567784" cy="830997"/>
          </a:xfrm>
          <a:prstGeom prst="rect">
            <a:avLst/>
          </a:prstGeom>
          <a:noFill/>
        </p:spPr>
        <p:txBody>
          <a:bodyPr wrap="square" rtlCol="0">
            <a:spAutoFit/>
          </a:bodyPr>
          <a:lstStyle/>
          <a:p>
            <a:pPr algn="ct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バックエンド</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Worker</a:t>
            </a:r>
          </a:p>
        </p:txBody>
      </p:sp>
      <p:sp>
        <p:nvSpPr>
          <p:cNvPr id="94" name="角丸四角形 93">
            <a:extLst>
              <a:ext uri="{FF2B5EF4-FFF2-40B4-BE49-F238E27FC236}">
                <a16:creationId xmlns:a16="http://schemas.microsoft.com/office/drawing/2014/main" id="{57330E63-8F98-9390-313A-B075BD111B01}"/>
              </a:ext>
            </a:extLst>
          </p:cNvPr>
          <p:cNvSpPr/>
          <p:nvPr/>
        </p:nvSpPr>
        <p:spPr>
          <a:xfrm>
            <a:off x="11037346" y="3876040"/>
            <a:ext cx="799372" cy="2515863"/>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テキスト ボックス 94">
            <a:extLst>
              <a:ext uri="{FF2B5EF4-FFF2-40B4-BE49-F238E27FC236}">
                <a16:creationId xmlns:a16="http://schemas.microsoft.com/office/drawing/2014/main" id="{A398352E-EA83-8B60-F9E8-6BE4370211E1}"/>
              </a:ext>
            </a:extLst>
          </p:cNvPr>
          <p:cNvSpPr txBox="1"/>
          <p:nvPr/>
        </p:nvSpPr>
        <p:spPr>
          <a:xfrm>
            <a:off x="11037029" y="4758521"/>
            <a:ext cx="764950" cy="646331"/>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バックエンド</a:t>
            </a:r>
            <a:endPar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96" name="直線矢印コネクタ 95">
            <a:extLst>
              <a:ext uri="{FF2B5EF4-FFF2-40B4-BE49-F238E27FC236}">
                <a16:creationId xmlns:a16="http://schemas.microsoft.com/office/drawing/2014/main" id="{DE656235-AA1B-BA9C-A7BE-884DA5B34159}"/>
              </a:ext>
            </a:extLst>
          </p:cNvPr>
          <p:cNvCxnSpPr>
            <a:cxnSpLocks/>
          </p:cNvCxnSpPr>
          <p:nvPr/>
        </p:nvCxnSpPr>
        <p:spPr>
          <a:xfrm>
            <a:off x="7172921" y="4227614"/>
            <a:ext cx="4987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7" name="テキスト ボックス 96">
            <a:extLst>
              <a:ext uri="{FF2B5EF4-FFF2-40B4-BE49-F238E27FC236}">
                <a16:creationId xmlns:a16="http://schemas.microsoft.com/office/drawing/2014/main" id="{2D01430F-5A27-D65B-D2D4-EBC86EA21FFD}"/>
              </a:ext>
            </a:extLst>
          </p:cNvPr>
          <p:cNvSpPr txBox="1"/>
          <p:nvPr/>
        </p:nvSpPr>
        <p:spPr>
          <a:xfrm>
            <a:off x="7187982" y="3896861"/>
            <a:ext cx="449541" cy="249299"/>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900" b="0" i="0" u="none" strike="noStrike" kern="1200" cap="none" spc="0" normalizeH="0" baseline="0" noProof="0" dirty="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1. </a:t>
            </a:r>
            <a:r>
              <a:rPr kumimoji="0" lang="ja-JP" altLang="en-US" sz="900" b="0" i="0" u="none" strike="noStrike" kern="1200" cap="none" spc="0" normalizeH="0" baseline="0" noProof="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リクエスト</a:t>
            </a:r>
          </a:p>
        </p:txBody>
      </p:sp>
      <p:cxnSp>
        <p:nvCxnSpPr>
          <p:cNvPr id="98" name="直線矢印コネクタ 97">
            <a:extLst>
              <a:ext uri="{FF2B5EF4-FFF2-40B4-BE49-F238E27FC236}">
                <a16:creationId xmlns:a16="http://schemas.microsoft.com/office/drawing/2014/main" id="{71E03C99-3244-C897-4604-8F927D1FA28F}"/>
              </a:ext>
            </a:extLst>
          </p:cNvPr>
          <p:cNvCxnSpPr>
            <a:cxnSpLocks/>
          </p:cNvCxnSpPr>
          <p:nvPr/>
        </p:nvCxnSpPr>
        <p:spPr>
          <a:xfrm flipH="1">
            <a:off x="7167662" y="4882319"/>
            <a:ext cx="5039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9" name="テキスト ボックス 98">
            <a:extLst>
              <a:ext uri="{FF2B5EF4-FFF2-40B4-BE49-F238E27FC236}">
                <a16:creationId xmlns:a16="http://schemas.microsoft.com/office/drawing/2014/main" id="{ED26BD99-EEC4-9371-8529-A830C7AEE1D1}"/>
              </a:ext>
            </a:extLst>
          </p:cNvPr>
          <p:cNvSpPr txBox="1"/>
          <p:nvPr/>
        </p:nvSpPr>
        <p:spPr>
          <a:xfrm>
            <a:off x="7187983" y="4320751"/>
            <a:ext cx="482012" cy="498598"/>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900" b="0" i="0" u="none" strike="noStrike" kern="1200" cap="none" spc="0" normalizeH="0" baseline="0" noProof="0" dirty="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3. HTTP 202 </a:t>
            </a:r>
            <a:r>
              <a:rPr kumimoji="0" lang="ja-JP" altLang="en-US" sz="900" b="0" i="0" u="none" strike="noStrike" kern="1200" cap="none" spc="0" normalizeH="0" baseline="0" noProof="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とともに</a:t>
            </a:r>
            <a:r>
              <a:rPr kumimoji="0" lang="en-US" altLang="ja-JP" sz="900" b="0" i="0" u="none" strike="noStrike" kern="1200" cap="none" spc="0" normalizeH="0" baseline="0" noProof="0" dirty="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 Job ID </a:t>
            </a:r>
            <a:r>
              <a:rPr kumimoji="0" lang="ja-JP" altLang="en-US" sz="900" b="0" i="0" u="none" strike="noStrike" kern="1200" cap="none" spc="0" normalizeH="0" baseline="0" noProof="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を発行</a:t>
            </a:r>
          </a:p>
        </p:txBody>
      </p:sp>
      <p:sp>
        <p:nvSpPr>
          <p:cNvPr id="100" name="角丸四角形 99">
            <a:extLst>
              <a:ext uri="{FF2B5EF4-FFF2-40B4-BE49-F238E27FC236}">
                <a16:creationId xmlns:a16="http://schemas.microsoft.com/office/drawing/2014/main" id="{F57096FA-11E7-92D6-B72B-8D4CBE2EA4F3}"/>
              </a:ext>
            </a:extLst>
          </p:cNvPr>
          <p:cNvSpPr/>
          <p:nvPr/>
        </p:nvSpPr>
        <p:spPr>
          <a:xfrm>
            <a:off x="8553953" y="5256460"/>
            <a:ext cx="1293587" cy="114020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1" name="テキスト ボックス 100">
            <a:extLst>
              <a:ext uri="{FF2B5EF4-FFF2-40B4-BE49-F238E27FC236}">
                <a16:creationId xmlns:a16="http://schemas.microsoft.com/office/drawing/2014/main" id="{B39AF2FC-234D-26C7-E7CC-BEAEDF2A7EF3}"/>
              </a:ext>
            </a:extLst>
          </p:cNvPr>
          <p:cNvSpPr txBox="1"/>
          <p:nvPr/>
        </p:nvSpPr>
        <p:spPr>
          <a:xfrm>
            <a:off x="8519847" y="5492609"/>
            <a:ext cx="1293588" cy="646331"/>
          </a:xfrm>
          <a:prstGeom prst="rect">
            <a:avLst/>
          </a:prstGeom>
          <a:noFill/>
        </p:spPr>
        <p:txBody>
          <a:bodyPr wrap="square" rtlCol="0">
            <a:spAutoFit/>
          </a:bodyPr>
          <a:lstStyle/>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Web API</a:t>
            </a:r>
          </a:p>
          <a:p>
            <a:pPr algn="ctr"/>
            <a:r>
              <a:rPr kumimoji="1" lang="en-US" altLang="ja-JP" dirty="0">
                <a:solidFill>
                  <a:schemeClr val="tx1">
                    <a:lumMod val="75000"/>
                    <a:lumOff val="25000"/>
                  </a:schemeClr>
                </a:solidFill>
                <a:latin typeface="Yu Gothic UI" panose="020B0500000000000000" pitchFamily="34" charset="-128"/>
                <a:ea typeface="Yu Gothic UI" panose="020B0500000000000000" pitchFamily="34" charset="-128"/>
              </a:rPr>
              <a:t>(Status)</a:t>
            </a:r>
          </a:p>
        </p:txBody>
      </p:sp>
      <p:cxnSp>
        <p:nvCxnSpPr>
          <p:cNvPr id="102" name="直線矢印コネクタ 101">
            <a:extLst>
              <a:ext uri="{FF2B5EF4-FFF2-40B4-BE49-F238E27FC236}">
                <a16:creationId xmlns:a16="http://schemas.microsoft.com/office/drawing/2014/main" id="{4F7C71BA-6D90-706D-0957-BB987E522425}"/>
              </a:ext>
            </a:extLst>
          </p:cNvPr>
          <p:cNvCxnSpPr>
            <a:cxnSpLocks/>
            <a:stCxn id="92" idx="3"/>
          </p:cNvCxnSpPr>
          <p:nvPr/>
        </p:nvCxnSpPr>
        <p:spPr>
          <a:xfrm flipV="1">
            <a:off x="10654712" y="4435355"/>
            <a:ext cx="365938" cy="1079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3" name="直線矢印コネクタ 102">
            <a:extLst>
              <a:ext uri="{FF2B5EF4-FFF2-40B4-BE49-F238E27FC236}">
                <a16:creationId xmlns:a16="http://schemas.microsoft.com/office/drawing/2014/main" id="{600E7815-5543-0E6E-1176-33841696542D}"/>
              </a:ext>
            </a:extLst>
          </p:cNvPr>
          <p:cNvCxnSpPr>
            <a:cxnSpLocks/>
            <a:stCxn id="101" idx="3"/>
          </p:cNvCxnSpPr>
          <p:nvPr/>
        </p:nvCxnSpPr>
        <p:spPr>
          <a:xfrm>
            <a:off x="9813435" y="5815775"/>
            <a:ext cx="118980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4" name="直線矢印コネクタ 103">
            <a:extLst>
              <a:ext uri="{FF2B5EF4-FFF2-40B4-BE49-F238E27FC236}">
                <a16:creationId xmlns:a16="http://schemas.microsoft.com/office/drawing/2014/main" id="{4BE76FC7-CFA4-F4AF-A1B3-CADB20276F41}"/>
              </a:ext>
            </a:extLst>
          </p:cNvPr>
          <p:cNvCxnSpPr>
            <a:cxnSpLocks/>
          </p:cNvCxnSpPr>
          <p:nvPr/>
        </p:nvCxnSpPr>
        <p:spPr>
          <a:xfrm>
            <a:off x="7205391" y="5567918"/>
            <a:ext cx="12935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5" name="テキスト ボックス 104">
            <a:extLst>
              <a:ext uri="{FF2B5EF4-FFF2-40B4-BE49-F238E27FC236}">
                <a16:creationId xmlns:a16="http://schemas.microsoft.com/office/drawing/2014/main" id="{7BEF6A57-A17B-9CA0-2545-3568A923B887}"/>
              </a:ext>
            </a:extLst>
          </p:cNvPr>
          <p:cNvSpPr txBox="1"/>
          <p:nvPr/>
        </p:nvSpPr>
        <p:spPr>
          <a:xfrm>
            <a:off x="7260366" y="5200118"/>
            <a:ext cx="1134516" cy="332399"/>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lang="en-US" altLang="ja-JP" sz="1200" dirty="0">
                <a:solidFill>
                  <a:schemeClr val="tx1">
                    <a:lumMod val="65000"/>
                    <a:lumOff val="35000"/>
                  </a:schemeClr>
                </a:solidFill>
                <a:latin typeface="Yu Gothic UI" panose="020B0500000000000000" pitchFamily="34" charset="-128"/>
                <a:ea typeface="Yu Gothic UI" panose="020B0500000000000000" pitchFamily="34" charset="-128"/>
                <a:cs typeface="Segoe UI" panose="020B0502040204020203" pitchFamily="34" charset="0"/>
              </a:rPr>
              <a:t>5.</a:t>
            </a:r>
            <a:r>
              <a:rPr kumimoji="0" lang="en-US" altLang="ja-JP" sz="1200" b="0" i="0" u="none" strike="noStrike" kern="1200" cap="none" spc="0" normalizeH="0" baseline="0" noProof="0" dirty="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 </a:t>
            </a:r>
            <a:r>
              <a:rPr lang="en-US" altLang="ja-JP" sz="1200" dirty="0">
                <a:solidFill>
                  <a:schemeClr val="tx1">
                    <a:lumMod val="65000"/>
                    <a:lumOff val="35000"/>
                  </a:schemeClr>
                </a:solidFill>
                <a:latin typeface="Yu Gothic UI" panose="020B0500000000000000" pitchFamily="34" charset="-128"/>
                <a:ea typeface="Yu Gothic UI" panose="020B0500000000000000" pitchFamily="34" charset="-128"/>
                <a:cs typeface="Segoe UI" panose="020B0502040204020203" pitchFamily="34" charset="0"/>
              </a:rPr>
              <a:t>Job ID </a:t>
            </a:r>
            <a:r>
              <a:rPr lang="ja-JP" altLang="en-US" sz="1200">
                <a:solidFill>
                  <a:schemeClr val="tx1">
                    <a:lumMod val="65000"/>
                    <a:lumOff val="35000"/>
                  </a:schemeClr>
                </a:solidFill>
                <a:latin typeface="Yu Gothic UI" panose="020B0500000000000000" pitchFamily="34" charset="-128"/>
                <a:ea typeface="Yu Gothic UI" panose="020B0500000000000000" pitchFamily="34" charset="-128"/>
                <a:cs typeface="Segoe UI" panose="020B0502040204020203" pitchFamily="34" charset="0"/>
              </a:rPr>
              <a:t>でポーリング</a:t>
            </a:r>
            <a:endParaRPr kumimoji="0" lang="ja-JP" altLang="en-US" sz="1200" b="0" i="0" u="none" strike="noStrike" kern="1200" cap="none" spc="0" normalizeH="0" baseline="0" noProof="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cxnSp>
        <p:nvCxnSpPr>
          <p:cNvPr id="106" name="直線矢印コネクタ 105">
            <a:extLst>
              <a:ext uri="{FF2B5EF4-FFF2-40B4-BE49-F238E27FC236}">
                <a16:creationId xmlns:a16="http://schemas.microsoft.com/office/drawing/2014/main" id="{5F2A94BB-B2EE-5A00-45B5-AAE488CF193C}"/>
              </a:ext>
            </a:extLst>
          </p:cNvPr>
          <p:cNvCxnSpPr>
            <a:cxnSpLocks/>
          </p:cNvCxnSpPr>
          <p:nvPr/>
        </p:nvCxnSpPr>
        <p:spPr>
          <a:xfrm flipH="1">
            <a:off x="7205391" y="6222623"/>
            <a:ext cx="12594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テキスト ボックス 106">
            <a:extLst>
              <a:ext uri="{FF2B5EF4-FFF2-40B4-BE49-F238E27FC236}">
                <a16:creationId xmlns:a16="http://schemas.microsoft.com/office/drawing/2014/main" id="{6C6DC4E5-2EB5-74FB-EB67-56BCE7012766}"/>
              </a:ext>
            </a:extLst>
          </p:cNvPr>
          <p:cNvSpPr txBox="1"/>
          <p:nvPr/>
        </p:nvSpPr>
        <p:spPr>
          <a:xfrm>
            <a:off x="7260365" y="5750509"/>
            <a:ext cx="1198881" cy="332399"/>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1200" b="0" i="0" u="none" strike="noStrike" kern="1200" cap="none" spc="0" normalizeH="0" baseline="0" noProof="0" dirty="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6. Job </a:t>
            </a:r>
            <a:r>
              <a:rPr kumimoji="0" lang="ja-JP" altLang="en-US" sz="1200" b="0" i="0" u="none" strike="noStrike" kern="1200" cap="none" spc="0" normalizeH="0" baseline="0" noProof="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ステータスをレスポンス</a:t>
            </a:r>
          </a:p>
        </p:txBody>
      </p:sp>
      <p:sp>
        <p:nvSpPr>
          <p:cNvPr id="108" name="角丸四角形 107">
            <a:extLst>
              <a:ext uri="{FF2B5EF4-FFF2-40B4-BE49-F238E27FC236}">
                <a16:creationId xmlns:a16="http://schemas.microsoft.com/office/drawing/2014/main" id="{8C43D419-30F6-1FC8-E4C1-47B3915BCB01}"/>
              </a:ext>
            </a:extLst>
          </p:cNvPr>
          <p:cNvSpPr/>
          <p:nvPr/>
        </p:nvSpPr>
        <p:spPr>
          <a:xfrm>
            <a:off x="8791271" y="3876041"/>
            <a:ext cx="790268" cy="114020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テキスト ボックス 109">
            <a:extLst>
              <a:ext uri="{FF2B5EF4-FFF2-40B4-BE49-F238E27FC236}">
                <a16:creationId xmlns:a16="http://schemas.microsoft.com/office/drawing/2014/main" id="{97D5A877-34A8-FFF1-3A83-E771430DA3B9}"/>
              </a:ext>
            </a:extLst>
          </p:cNvPr>
          <p:cNvSpPr txBox="1"/>
          <p:nvPr/>
        </p:nvSpPr>
        <p:spPr>
          <a:xfrm>
            <a:off x="8791271" y="4149228"/>
            <a:ext cx="758585" cy="646331"/>
          </a:xfrm>
          <a:prstGeom prst="rect">
            <a:avLst/>
          </a:prstGeom>
          <a:noFill/>
        </p:spPr>
        <p:txBody>
          <a:bodyPr wrap="square" rtlCol="0">
            <a:spAutoFit/>
          </a:bodyPr>
          <a:lstStyle/>
          <a:p>
            <a:pPr algn="ct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イベント</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メッセージング</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11" name="角丸四角形 110">
            <a:extLst>
              <a:ext uri="{FF2B5EF4-FFF2-40B4-BE49-F238E27FC236}">
                <a16:creationId xmlns:a16="http://schemas.microsoft.com/office/drawing/2014/main" id="{67FDB141-0BC1-E7EC-5551-5097B3CF9EA6}"/>
              </a:ext>
            </a:extLst>
          </p:cNvPr>
          <p:cNvSpPr/>
          <p:nvPr/>
        </p:nvSpPr>
        <p:spPr>
          <a:xfrm>
            <a:off x="7671629" y="3884501"/>
            <a:ext cx="635995" cy="114020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2" name="テキスト ボックス 111">
            <a:extLst>
              <a:ext uri="{FF2B5EF4-FFF2-40B4-BE49-F238E27FC236}">
                <a16:creationId xmlns:a16="http://schemas.microsoft.com/office/drawing/2014/main" id="{3ECE9CF3-8634-12A2-A249-8AA8AD724BF5}"/>
              </a:ext>
            </a:extLst>
          </p:cNvPr>
          <p:cNvSpPr txBox="1"/>
          <p:nvPr/>
        </p:nvSpPr>
        <p:spPr>
          <a:xfrm>
            <a:off x="7705734" y="4193089"/>
            <a:ext cx="567784" cy="461665"/>
          </a:xfrm>
          <a:prstGeom prst="rect">
            <a:avLst/>
          </a:prstGeom>
          <a:noFill/>
        </p:spPr>
        <p:txBody>
          <a:bodyPr wrap="square" rtlCol="0">
            <a:spAutoFit/>
          </a:bodyPr>
          <a:lstStyle/>
          <a:p>
            <a:pPr algn="ct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Web API</a:t>
            </a:r>
          </a:p>
        </p:txBody>
      </p:sp>
      <p:cxnSp>
        <p:nvCxnSpPr>
          <p:cNvPr id="121" name="直線矢印コネクタ 120">
            <a:extLst>
              <a:ext uri="{FF2B5EF4-FFF2-40B4-BE49-F238E27FC236}">
                <a16:creationId xmlns:a16="http://schemas.microsoft.com/office/drawing/2014/main" id="{1DF8F4BC-CE49-8FE2-993A-173CC38127EE}"/>
              </a:ext>
            </a:extLst>
          </p:cNvPr>
          <p:cNvCxnSpPr>
            <a:cxnSpLocks/>
          </p:cNvCxnSpPr>
          <p:nvPr/>
        </p:nvCxnSpPr>
        <p:spPr>
          <a:xfrm>
            <a:off x="8307624" y="4446145"/>
            <a:ext cx="4987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3" name="テキスト ボックス 122">
            <a:extLst>
              <a:ext uri="{FF2B5EF4-FFF2-40B4-BE49-F238E27FC236}">
                <a16:creationId xmlns:a16="http://schemas.microsoft.com/office/drawing/2014/main" id="{0BA95B5C-8AD3-2B4E-C001-0B3F7E913422}"/>
              </a:ext>
            </a:extLst>
          </p:cNvPr>
          <p:cNvSpPr txBox="1"/>
          <p:nvPr/>
        </p:nvSpPr>
        <p:spPr>
          <a:xfrm>
            <a:off x="8328067" y="4036216"/>
            <a:ext cx="449541" cy="373949"/>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lang="en-US" altLang="ja-JP" sz="900" dirty="0">
                <a:solidFill>
                  <a:schemeClr val="tx1">
                    <a:lumMod val="65000"/>
                    <a:lumOff val="35000"/>
                  </a:schemeClr>
                </a:solidFill>
                <a:latin typeface="Yu Gothic UI" panose="020B0500000000000000" pitchFamily="34" charset="-128"/>
                <a:ea typeface="Yu Gothic UI" panose="020B0500000000000000" pitchFamily="34" charset="-128"/>
                <a:cs typeface="Segoe UI" panose="020B0502040204020203" pitchFamily="34" charset="0"/>
              </a:rPr>
              <a:t>2. </a:t>
            </a:r>
            <a:r>
              <a:rPr lang="ja-JP" altLang="en-US" sz="900">
                <a:solidFill>
                  <a:schemeClr val="tx1">
                    <a:lumMod val="65000"/>
                    <a:lumOff val="35000"/>
                  </a:schemeClr>
                </a:solidFill>
                <a:latin typeface="Yu Gothic UI" panose="020B0500000000000000" pitchFamily="34" charset="-128"/>
                <a:ea typeface="Yu Gothic UI" panose="020B0500000000000000" pitchFamily="34" charset="-128"/>
                <a:cs typeface="Segoe UI" panose="020B0502040204020203" pitchFamily="34" charset="0"/>
              </a:rPr>
              <a:t>イベント</a:t>
            </a:r>
            <a:r>
              <a:rPr lang="en-US" altLang="ja-JP" sz="900" dirty="0">
                <a:solidFill>
                  <a:schemeClr val="tx1">
                    <a:lumMod val="65000"/>
                    <a:lumOff val="35000"/>
                  </a:schemeClr>
                </a:solidFill>
                <a:latin typeface="Yu Gothic UI" panose="020B0500000000000000" pitchFamily="34" charset="-128"/>
                <a:ea typeface="Yu Gothic UI" panose="020B0500000000000000" pitchFamily="34" charset="-128"/>
                <a:cs typeface="Segoe UI" panose="020B0502040204020203" pitchFamily="34" charset="0"/>
              </a:rPr>
              <a:t>/</a:t>
            </a:r>
            <a:r>
              <a:rPr lang="ja-JP" altLang="en-US" sz="900">
                <a:solidFill>
                  <a:schemeClr val="tx1">
                    <a:lumMod val="65000"/>
                    <a:lumOff val="35000"/>
                  </a:schemeClr>
                </a:solidFill>
                <a:latin typeface="Yu Gothic UI" panose="020B0500000000000000" pitchFamily="34" charset="-128"/>
                <a:ea typeface="Yu Gothic UI" panose="020B0500000000000000" pitchFamily="34" charset="-128"/>
                <a:cs typeface="Segoe UI" panose="020B0502040204020203" pitchFamily="34" charset="0"/>
              </a:rPr>
              <a:t>メッセージを送信</a:t>
            </a:r>
            <a:endParaRPr kumimoji="0" lang="ja-JP" altLang="en-US" sz="900" b="0" i="0" u="none" strike="noStrike" kern="1200" cap="none" spc="0" normalizeH="0" baseline="0" noProof="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cxnSp>
        <p:nvCxnSpPr>
          <p:cNvPr id="124" name="直線矢印コネクタ 123">
            <a:extLst>
              <a:ext uri="{FF2B5EF4-FFF2-40B4-BE49-F238E27FC236}">
                <a16:creationId xmlns:a16="http://schemas.microsoft.com/office/drawing/2014/main" id="{A0C3ADFC-977B-D134-EA01-E468EBEC78A8}"/>
              </a:ext>
            </a:extLst>
          </p:cNvPr>
          <p:cNvCxnSpPr>
            <a:cxnSpLocks/>
            <a:endCxn id="92" idx="1"/>
          </p:cNvCxnSpPr>
          <p:nvPr/>
        </p:nvCxnSpPr>
        <p:spPr>
          <a:xfrm>
            <a:off x="9581539" y="4446144"/>
            <a:ext cx="43717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6" name="テキスト ボックス 125">
            <a:extLst>
              <a:ext uri="{FF2B5EF4-FFF2-40B4-BE49-F238E27FC236}">
                <a16:creationId xmlns:a16="http://schemas.microsoft.com/office/drawing/2014/main" id="{31B276E8-9A29-7842-CED1-1062D74CB0F1}"/>
              </a:ext>
            </a:extLst>
          </p:cNvPr>
          <p:cNvSpPr txBox="1"/>
          <p:nvPr/>
        </p:nvSpPr>
        <p:spPr>
          <a:xfrm>
            <a:off x="9609464" y="3678509"/>
            <a:ext cx="449541" cy="747897"/>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lang="en-US" altLang="ja-JP" sz="900" dirty="0">
                <a:solidFill>
                  <a:schemeClr val="tx1">
                    <a:lumMod val="65000"/>
                    <a:lumOff val="35000"/>
                  </a:schemeClr>
                </a:solidFill>
                <a:latin typeface="Yu Gothic UI" panose="020B0500000000000000" pitchFamily="34" charset="-128"/>
                <a:ea typeface="Yu Gothic UI" panose="020B0500000000000000" pitchFamily="34" charset="-128"/>
                <a:cs typeface="Segoe UI" panose="020B0502040204020203" pitchFamily="34" charset="0"/>
              </a:rPr>
              <a:t>4. </a:t>
            </a:r>
            <a:r>
              <a:rPr lang="ja-JP" altLang="en-US" sz="900">
                <a:solidFill>
                  <a:schemeClr val="tx1">
                    <a:lumMod val="65000"/>
                    <a:lumOff val="35000"/>
                  </a:schemeClr>
                </a:solidFill>
                <a:latin typeface="Yu Gothic UI" panose="020B0500000000000000" pitchFamily="34" charset="-128"/>
                <a:ea typeface="Yu Gothic UI" panose="020B0500000000000000" pitchFamily="34" charset="-128"/>
                <a:cs typeface="Segoe UI" panose="020B0502040204020203" pitchFamily="34" charset="0"/>
              </a:rPr>
              <a:t>イベント</a:t>
            </a:r>
            <a:r>
              <a:rPr lang="en-US" altLang="ja-JP" sz="900" dirty="0">
                <a:solidFill>
                  <a:schemeClr val="tx1">
                    <a:lumMod val="65000"/>
                    <a:lumOff val="35000"/>
                  </a:schemeClr>
                </a:solidFill>
                <a:latin typeface="Yu Gothic UI" panose="020B0500000000000000" pitchFamily="34" charset="-128"/>
                <a:ea typeface="Yu Gothic UI" panose="020B0500000000000000" pitchFamily="34" charset="-128"/>
                <a:cs typeface="Segoe UI" panose="020B0502040204020203" pitchFamily="34" charset="0"/>
              </a:rPr>
              <a:t>/</a:t>
            </a:r>
            <a:r>
              <a:rPr lang="ja-JP" altLang="en-US" sz="900">
                <a:solidFill>
                  <a:schemeClr val="tx1">
                    <a:lumMod val="65000"/>
                    <a:lumOff val="35000"/>
                  </a:schemeClr>
                </a:solidFill>
                <a:latin typeface="Yu Gothic UI" panose="020B0500000000000000" pitchFamily="34" charset="-128"/>
                <a:ea typeface="Yu Gothic UI" panose="020B0500000000000000" pitchFamily="34" charset="-128"/>
                <a:cs typeface="Segoe UI" panose="020B0502040204020203" pitchFamily="34" charset="0"/>
              </a:rPr>
              <a:t>メッセージをトリガーにバックエンドを実行</a:t>
            </a:r>
            <a:endParaRPr kumimoji="0" lang="ja-JP" altLang="en-US" sz="900" b="0" i="0" u="none" strike="noStrike" kern="1200" cap="none" spc="0" normalizeH="0" baseline="0" noProof="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127" name="テキスト ボックス 126">
            <a:extLst>
              <a:ext uri="{FF2B5EF4-FFF2-40B4-BE49-F238E27FC236}">
                <a16:creationId xmlns:a16="http://schemas.microsoft.com/office/drawing/2014/main" id="{2D51D66F-1834-D692-5CA2-987E30B4356E}"/>
              </a:ext>
            </a:extLst>
          </p:cNvPr>
          <p:cNvSpPr txBox="1"/>
          <p:nvPr/>
        </p:nvSpPr>
        <p:spPr>
          <a:xfrm>
            <a:off x="2071006" y="3352428"/>
            <a:ext cx="2479040" cy="387798"/>
          </a:xfrm>
          <a:prstGeom prst="rect">
            <a:avLst/>
          </a:prstGeom>
          <a:no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kumimoji="0" lang="en-US" altLang="ja-JP" sz="14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1. </a:t>
            </a:r>
            <a:r>
              <a:rPr kumimoji="0" lang="ja-JP" altLang="en-US" sz="14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非同期リクエスト</a:t>
            </a:r>
            <a:r>
              <a:rPr lang="en-US" altLang="ja-JP" sz="14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a:t>
            </a:r>
            <a:r>
              <a:rPr lang="ja-JP" altLang="en-US" sz="140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レスポンス</a:t>
            </a:r>
            <a:r>
              <a:rPr lang="en-US" altLang="ja-JP" sz="14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 + </a:t>
            </a:r>
            <a:r>
              <a:rPr kumimoji="0" lang="ja-JP" altLang="en-US" sz="14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ポーリング方式</a:t>
            </a:r>
          </a:p>
        </p:txBody>
      </p:sp>
      <p:sp>
        <p:nvSpPr>
          <p:cNvPr id="128" name="テキスト ボックス 127">
            <a:extLst>
              <a:ext uri="{FF2B5EF4-FFF2-40B4-BE49-F238E27FC236}">
                <a16:creationId xmlns:a16="http://schemas.microsoft.com/office/drawing/2014/main" id="{C0D4635A-F8F2-6937-5176-1D8C4C4BB772}"/>
              </a:ext>
            </a:extLst>
          </p:cNvPr>
          <p:cNvSpPr txBox="1"/>
          <p:nvPr/>
        </p:nvSpPr>
        <p:spPr>
          <a:xfrm>
            <a:off x="7929298" y="3342231"/>
            <a:ext cx="2479040" cy="387798"/>
          </a:xfrm>
          <a:prstGeom prst="rect">
            <a:avLst/>
          </a:prstGeom>
          <a:noFill/>
        </p:spPr>
        <p:txBody>
          <a:bodyPr wrap="square" lIns="0" tIns="0" rIns="0" bIns="0" rtlCol="0" anchor="ctr">
            <a:spAutoFit/>
          </a:bodyPr>
          <a:lstStyle/>
          <a:p>
            <a:pPr algn="ctr" defTabSz="931757" rtl="0" fontAlgn="base">
              <a:lnSpc>
                <a:spcPct val="90000"/>
              </a:lnSpc>
              <a:spcBef>
                <a:spcPct val="0"/>
              </a:spcBef>
              <a:spcAft>
                <a:spcPct val="0"/>
              </a:spcAft>
            </a:pPr>
            <a:r>
              <a:rPr lang="en-US" altLang="ja-JP" sz="14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2. </a:t>
            </a:r>
            <a:r>
              <a:rPr lang="ja-JP" altLang="en-US" sz="140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イベント</a:t>
            </a:r>
            <a:r>
              <a:rPr lang="en-US" altLang="ja-JP" sz="14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a:t>
            </a:r>
            <a:r>
              <a:rPr lang="ja-JP" altLang="en-US" sz="140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メッセージング</a:t>
            </a:r>
            <a:endParaRPr lang="en-US" altLang="ja-JP" sz="14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endParaRPr>
          </a:p>
          <a:p>
            <a:pPr algn="ctr" defTabSz="931757" rtl="0" fontAlgn="base">
              <a:lnSpc>
                <a:spcPct val="90000"/>
              </a:lnSpc>
              <a:spcBef>
                <a:spcPct val="0"/>
              </a:spcBef>
              <a:spcAft>
                <a:spcPct val="0"/>
              </a:spcAft>
            </a:pPr>
            <a:r>
              <a:rPr lang="en-US" altLang="ja-JP" sz="14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 + </a:t>
            </a:r>
            <a:r>
              <a:rPr lang="ja-JP" altLang="en-US" sz="140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ポーリング方式</a:t>
            </a:r>
          </a:p>
        </p:txBody>
      </p:sp>
      <p:sp>
        <p:nvSpPr>
          <p:cNvPr id="131" name="テキスト ボックス 130">
            <a:extLst>
              <a:ext uri="{FF2B5EF4-FFF2-40B4-BE49-F238E27FC236}">
                <a16:creationId xmlns:a16="http://schemas.microsoft.com/office/drawing/2014/main" id="{53898C18-0109-8B4E-B6C1-ABFA9F5F81D4}"/>
              </a:ext>
            </a:extLst>
          </p:cNvPr>
          <p:cNvSpPr txBox="1"/>
          <p:nvPr/>
        </p:nvSpPr>
        <p:spPr>
          <a:xfrm>
            <a:off x="3405248" y="6615302"/>
            <a:ext cx="8464550" cy="166199"/>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ja-JP" altLang="en-US" sz="12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注意</a:t>
            </a:r>
            <a:r>
              <a:rPr kumimoji="0" lang="en-US" altLang="ja-JP" sz="1200" b="0" i="0" u="none" strike="noStrike" kern="1200" cap="none" spc="0" normalizeH="0" baseline="0" noProof="0" dirty="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 </a:t>
            </a:r>
            <a:r>
              <a:rPr kumimoji="0" lang="ja-JP" altLang="en-US" sz="12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どちらも状態管理をポーリングに依存しており、</a:t>
            </a:r>
            <a:r>
              <a:rPr kumimoji="0" lang="en-US" altLang="ja-JP" sz="1200" b="0" i="0" u="none" strike="noStrike" kern="1200" cap="none" spc="0" normalizeH="0" baseline="0" noProof="0" dirty="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Status API</a:t>
            </a:r>
            <a:r>
              <a:rPr kumimoji="0" lang="ja-JP" altLang="en-US" sz="12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や</a:t>
            </a:r>
            <a:r>
              <a:rPr kumimoji="0" lang="en-US" altLang="ja-JP" sz="1200" b="0" i="0" u="none" strike="noStrike" kern="1200" cap="none" spc="0" normalizeH="0" baseline="0" noProof="0" dirty="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 Status</a:t>
            </a:r>
            <a:r>
              <a:rPr lang="en-US" altLang="ja-JP" sz="12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 </a:t>
            </a:r>
            <a:r>
              <a:rPr lang="ja-JP" altLang="en-US" sz="12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を管理する</a:t>
            </a:r>
            <a:r>
              <a:rPr lang="en-US" altLang="ja-JP" sz="12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 DB </a:t>
            </a:r>
            <a:r>
              <a:rPr lang="ja-JP" altLang="en-US" sz="12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への負荷が問題になる場合は、別途解決策が必要</a:t>
            </a:r>
            <a:endParaRPr kumimoji="0" lang="ja-JP" altLang="en-US" sz="12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Tree>
    <p:extLst>
      <p:ext uri="{BB962C8B-B14F-4D97-AF65-F5344CB8AC3E}">
        <p14:creationId xmlns:p14="http://schemas.microsoft.com/office/powerpoint/2010/main" val="2784623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003F0-49E2-BD1B-1D45-0EBB56BF385F}"/>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08B64CBD-2E27-3A89-71B6-8FA6E75365B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Azure </a:t>
            </a:r>
            <a:r>
              <a:rPr lang="ja-JP" altLang="en-US" sz="2000" b="1">
                <a:solidFill>
                  <a:srgbClr val="1F2937"/>
                </a:solidFill>
                <a:latin typeface="Yu Gothic" pitchFamily="34" charset="0"/>
                <a:ea typeface="Yu Gothic" pitchFamily="34" charset="-122"/>
                <a:cs typeface="Yu Gothic" pitchFamily="34" charset="-120"/>
              </a:rPr>
              <a:t>のイベント</a:t>
            </a:r>
            <a:r>
              <a:rPr lang="en-US" altLang="ja-JP" sz="2000" b="1" dirty="0">
                <a:solidFill>
                  <a:srgbClr val="1F2937"/>
                </a:solidFill>
                <a:latin typeface="Yu Gothic" pitchFamily="34" charset="0"/>
                <a:ea typeface="Yu Gothic" pitchFamily="34" charset="-122"/>
                <a:cs typeface="Yu Gothic" pitchFamily="34" charset="-120"/>
              </a:rPr>
              <a:t>/</a:t>
            </a:r>
            <a:r>
              <a:rPr lang="ja-JP" altLang="en-US" sz="2000" b="1">
                <a:solidFill>
                  <a:srgbClr val="1F2937"/>
                </a:solidFill>
                <a:latin typeface="Yu Gothic" pitchFamily="34" charset="0"/>
                <a:ea typeface="Yu Gothic" pitchFamily="34" charset="-122"/>
                <a:cs typeface="Yu Gothic" pitchFamily="34" charset="-120"/>
              </a:rPr>
              <a:t>メッセージング系サービス</a:t>
            </a:r>
            <a:endParaRPr lang="en-US" altLang="ja-JP" sz="2000" dirty="0"/>
          </a:p>
        </p:txBody>
      </p:sp>
      <p:sp>
        <p:nvSpPr>
          <p:cNvPr id="2" name="正方形/長方形 1">
            <a:extLst>
              <a:ext uri="{FF2B5EF4-FFF2-40B4-BE49-F238E27FC236}">
                <a16:creationId xmlns:a16="http://schemas.microsoft.com/office/drawing/2014/main" id="{1E7ED9EB-2EB6-2686-F8FD-0FD0A9CF8D5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9</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BA0AACE4-9594-2D79-8326-6D4277A366F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54AFE386-82E9-80BF-8350-23BDE67EDB03}"/>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defRPr sz="1200" b="0">
                <a:solidFill>
                  <a:srgbClr val="344054"/>
                </a:solidFill>
                <a:latin typeface="Yu Gothic UI"/>
                <a:ea typeface="Yu Gothic UI"/>
                <a:cs typeface="Yu Gothic UI"/>
              </a:defRPr>
            </a:pPr>
            <a:r>
              <a:rPr lang="en-US" altLang="ja-JP" sz="1600" dirty="0">
                <a:solidFill>
                  <a:srgbClr val="344054"/>
                </a:solidFill>
              </a:rPr>
              <a:t>Azure </a:t>
            </a:r>
            <a:r>
              <a:rPr lang="ja-JP" altLang="en-US" sz="1600">
                <a:solidFill>
                  <a:srgbClr val="344054"/>
                </a:solidFill>
              </a:rPr>
              <a:t>のイベント</a:t>
            </a:r>
            <a:r>
              <a:rPr lang="en-US" altLang="ja-JP" sz="1600" dirty="0">
                <a:solidFill>
                  <a:srgbClr val="344054"/>
                </a:solidFill>
              </a:rPr>
              <a:t>/</a:t>
            </a:r>
            <a:r>
              <a:rPr lang="ja-JP" altLang="en-US" sz="1600">
                <a:solidFill>
                  <a:srgbClr val="344054"/>
                </a:solidFill>
              </a:rPr>
              <a:t>メッセージング系サービスでよく利用されるのは、</a:t>
            </a:r>
            <a:r>
              <a:rPr lang="en-US" altLang="ja-JP" sz="1600" dirty="0">
                <a:solidFill>
                  <a:srgbClr val="344054"/>
                </a:solidFill>
              </a:rPr>
              <a:t>Event Grid, Event Hubs, Service Bus </a:t>
            </a:r>
            <a:r>
              <a:rPr lang="ja-JP" altLang="en-US" sz="1600">
                <a:solidFill>
                  <a:srgbClr val="344054"/>
                </a:solidFill>
              </a:rPr>
              <a:t>です。</a:t>
            </a:r>
            <a:endParaRPr lang="en-US" altLang="ja-JP" sz="1600" dirty="0">
              <a:solidFill>
                <a:srgbClr val="344054"/>
              </a:solidFill>
            </a:endParaRPr>
          </a:p>
        </p:txBody>
      </p:sp>
      <p:sp>
        <p:nvSpPr>
          <p:cNvPr id="6" name="字幕 1">
            <a:extLst>
              <a:ext uri="{FF2B5EF4-FFF2-40B4-BE49-F238E27FC236}">
                <a16:creationId xmlns:a16="http://schemas.microsoft.com/office/drawing/2014/main" id="{F3654387-15EA-3452-5B3F-070A6CDB463E}"/>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13" name="グラフィックス 12">
            <a:extLst>
              <a:ext uri="{FF2B5EF4-FFF2-40B4-BE49-F238E27FC236}">
                <a16:creationId xmlns:a16="http://schemas.microsoft.com/office/drawing/2014/main" id="{3EB75E0A-5D12-64D6-A510-FF29F17EA3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28161" y="2605157"/>
            <a:ext cx="590550" cy="590550"/>
          </a:xfrm>
          <a:prstGeom prst="rect">
            <a:avLst/>
          </a:prstGeom>
        </p:spPr>
      </p:pic>
      <p:pic>
        <p:nvPicPr>
          <p:cNvPr id="15" name="グラフィックス 14">
            <a:extLst>
              <a:ext uri="{FF2B5EF4-FFF2-40B4-BE49-F238E27FC236}">
                <a16:creationId xmlns:a16="http://schemas.microsoft.com/office/drawing/2014/main" id="{DB349CF3-9C88-28A8-6310-C28249A385D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4083" y="2607696"/>
            <a:ext cx="585471" cy="585471"/>
          </a:xfrm>
          <a:prstGeom prst="rect">
            <a:avLst/>
          </a:prstGeom>
        </p:spPr>
      </p:pic>
      <p:pic>
        <p:nvPicPr>
          <p:cNvPr id="17" name="グラフィックス 16">
            <a:extLst>
              <a:ext uri="{FF2B5EF4-FFF2-40B4-BE49-F238E27FC236}">
                <a16:creationId xmlns:a16="http://schemas.microsoft.com/office/drawing/2014/main" id="{27095FDB-2540-E719-7579-8D77E020FC7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29601" y="2611243"/>
            <a:ext cx="580384" cy="580384"/>
          </a:xfrm>
          <a:prstGeom prst="rect">
            <a:avLst/>
          </a:prstGeom>
        </p:spPr>
      </p:pic>
      <p:sp>
        <p:nvSpPr>
          <p:cNvPr id="18" name="テキスト ボックス 17">
            <a:extLst>
              <a:ext uri="{FF2B5EF4-FFF2-40B4-BE49-F238E27FC236}">
                <a16:creationId xmlns:a16="http://schemas.microsoft.com/office/drawing/2014/main" id="{5753A517-5DA5-928F-1090-5A20028CB200}"/>
              </a:ext>
            </a:extLst>
          </p:cNvPr>
          <p:cNvSpPr txBox="1"/>
          <p:nvPr/>
        </p:nvSpPr>
        <p:spPr>
          <a:xfrm>
            <a:off x="1693390" y="2716577"/>
            <a:ext cx="2133600" cy="332399"/>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24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Event Grid</a:t>
            </a:r>
            <a:endParaRPr kumimoji="0" lang="ja-JP" altLang="en-US" sz="24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19" name="テキスト ボックス 18">
            <a:extLst>
              <a:ext uri="{FF2B5EF4-FFF2-40B4-BE49-F238E27FC236}">
                <a16:creationId xmlns:a16="http://schemas.microsoft.com/office/drawing/2014/main" id="{37BB0B06-6442-2940-9913-214A29D03C3E}"/>
              </a:ext>
            </a:extLst>
          </p:cNvPr>
          <p:cNvSpPr txBox="1"/>
          <p:nvPr/>
        </p:nvSpPr>
        <p:spPr>
          <a:xfrm>
            <a:off x="5101591" y="2734233"/>
            <a:ext cx="2133600" cy="332399"/>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24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Event Hubs</a:t>
            </a:r>
            <a:endParaRPr kumimoji="0" lang="ja-JP" altLang="en-US" sz="24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22" name="テキスト ボックス 21">
            <a:extLst>
              <a:ext uri="{FF2B5EF4-FFF2-40B4-BE49-F238E27FC236}">
                <a16:creationId xmlns:a16="http://schemas.microsoft.com/office/drawing/2014/main" id="{A5B15D6F-9094-CEAA-A729-DF925F029411}"/>
              </a:ext>
            </a:extLst>
          </p:cNvPr>
          <p:cNvSpPr txBox="1"/>
          <p:nvPr/>
        </p:nvSpPr>
        <p:spPr>
          <a:xfrm>
            <a:off x="8972867" y="2734233"/>
            <a:ext cx="2133600" cy="332399"/>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24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Service Bus</a:t>
            </a:r>
            <a:endParaRPr kumimoji="0" lang="ja-JP" altLang="en-US" sz="24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26" name="Text 3">
            <a:extLst>
              <a:ext uri="{FF2B5EF4-FFF2-40B4-BE49-F238E27FC236}">
                <a16:creationId xmlns:a16="http://schemas.microsoft.com/office/drawing/2014/main" id="{D723625B-FAF9-B7F7-372F-04558EAC461D}"/>
              </a:ext>
            </a:extLst>
          </p:cNvPr>
          <p:cNvSpPr/>
          <p:nvPr/>
        </p:nvSpPr>
        <p:spPr>
          <a:xfrm>
            <a:off x="794480" y="3383280"/>
            <a:ext cx="3218711" cy="566928"/>
          </a:xfrm>
          <a:prstGeom prst="rect">
            <a:avLst/>
          </a:prstGeom>
          <a:noFill/>
          <a:ln/>
        </p:spPr>
        <p:txBody>
          <a:bodyPr wrap="square" rtlCol="0" anchor="t"/>
          <a:lstStyle/>
          <a:p>
            <a:pPr marL="0" indent="0">
              <a:lnSpc>
                <a:spcPct val="102000"/>
              </a:lnSpc>
              <a:buNone/>
            </a:pPr>
            <a:r>
              <a:rPr lang="en-US" sz="1300" dirty="0">
                <a:solidFill>
                  <a:srgbClr val="334155"/>
                </a:solidFill>
                <a:latin typeface="Yu Gothic" pitchFamily="34" charset="0"/>
                <a:ea typeface="Yu Gothic" pitchFamily="34" charset="-122"/>
                <a:cs typeface="Yu Gothic" pitchFamily="34" charset="-120"/>
              </a:rPr>
              <a:t>Event Grid は、「</a:t>
            </a:r>
            <a:r>
              <a:rPr lang="en-US" sz="1300" dirty="0" err="1">
                <a:solidFill>
                  <a:srgbClr val="334155"/>
                </a:solidFill>
                <a:latin typeface="Yu Gothic" pitchFamily="34" charset="0"/>
                <a:ea typeface="Yu Gothic" pitchFamily="34" charset="-122"/>
                <a:cs typeface="Yu Gothic" pitchFamily="34" charset="-120"/>
              </a:rPr>
              <a:t>何かが起きたこと」を別のサービスへ知らせるイベント通知の入口</a:t>
            </a:r>
            <a:endParaRPr lang="en-US" sz="1300" dirty="0"/>
          </a:p>
        </p:txBody>
      </p:sp>
      <p:sp>
        <p:nvSpPr>
          <p:cNvPr id="28" name="Text 3">
            <a:extLst>
              <a:ext uri="{FF2B5EF4-FFF2-40B4-BE49-F238E27FC236}">
                <a16:creationId xmlns:a16="http://schemas.microsoft.com/office/drawing/2014/main" id="{83F75E3B-5152-53FA-02C8-BC4EFFFDEC2A}"/>
              </a:ext>
            </a:extLst>
          </p:cNvPr>
          <p:cNvSpPr/>
          <p:nvPr/>
        </p:nvSpPr>
        <p:spPr>
          <a:xfrm>
            <a:off x="4264111" y="3395647"/>
            <a:ext cx="3731800" cy="566928"/>
          </a:xfrm>
          <a:prstGeom prst="rect">
            <a:avLst/>
          </a:prstGeom>
          <a:noFill/>
          <a:ln/>
        </p:spPr>
        <p:txBody>
          <a:bodyPr wrap="square" rtlCol="0" anchor="t"/>
          <a:lstStyle/>
          <a:p>
            <a:pPr marL="0" indent="0">
              <a:lnSpc>
                <a:spcPct val="102000"/>
              </a:lnSpc>
              <a:buNone/>
            </a:pPr>
            <a:r>
              <a:rPr lang="en-US" sz="1300" dirty="0">
                <a:solidFill>
                  <a:srgbClr val="334155"/>
                </a:solidFill>
                <a:latin typeface="Yu Gothic" pitchFamily="34" charset="0"/>
                <a:ea typeface="Yu Gothic" pitchFamily="34" charset="-122"/>
                <a:cs typeface="Yu Gothic" pitchFamily="34" charset="-120"/>
              </a:rPr>
              <a:t>Event Hubs </a:t>
            </a:r>
            <a:r>
              <a:rPr lang="en-US" sz="1300" dirty="0" err="1">
                <a:solidFill>
                  <a:srgbClr val="334155"/>
                </a:solidFill>
                <a:latin typeface="Yu Gothic" pitchFamily="34" charset="0"/>
                <a:ea typeface="Yu Gothic" pitchFamily="34" charset="-122"/>
                <a:cs typeface="Yu Gothic" pitchFamily="34" charset="-120"/>
              </a:rPr>
              <a:t>は、大量のイベントやログを取り込むストリーミング基盤</a:t>
            </a:r>
            <a:endParaRPr lang="en-US" sz="1300" dirty="0"/>
          </a:p>
        </p:txBody>
      </p:sp>
      <p:sp>
        <p:nvSpPr>
          <p:cNvPr id="32" name="Text 3">
            <a:extLst>
              <a:ext uri="{FF2B5EF4-FFF2-40B4-BE49-F238E27FC236}">
                <a16:creationId xmlns:a16="http://schemas.microsoft.com/office/drawing/2014/main" id="{523AD8AF-2D72-B236-6B60-12D7C8C82441}"/>
              </a:ext>
            </a:extLst>
          </p:cNvPr>
          <p:cNvSpPr/>
          <p:nvPr/>
        </p:nvSpPr>
        <p:spPr>
          <a:xfrm>
            <a:off x="8229601" y="3383280"/>
            <a:ext cx="3536950" cy="566928"/>
          </a:xfrm>
          <a:prstGeom prst="rect">
            <a:avLst/>
          </a:prstGeom>
          <a:noFill/>
          <a:ln/>
        </p:spPr>
        <p:txBody>
          <a:bodyPr wrap="square" rtlCol="0" anchor="t"/>
          <a:lstStyle/>
          <a:p>
            <a:pPr marL="0" indent="0">
              <a:lnSpc>
                <a:spcPct val="102000"/>
              </a:lnSpc>
              <a:buNone/>
            </a:pPr>
            <a:r>
              <a:rPr lang="en-US" sz="1300" dirty="0">
                <a:solidFill>
                  <a:srgbClr val="334155"/>
                </a:solidFill>
                <a:latin typeface="Yu Gothic" pitchFamily="34" charset="0"/>
                <a:ea typeface="Yu Gothic" pitchFamily="34" charset="-122"/>
                <a:cs typeface="Yu Gothic" pitchFamily="34" charset="-120"/>
              </a:rPr>
              <a:t>Service Bus </a:t>
            </a:r>
            <a:r>
              <a:rPr lang="en-US" sz="1300" dirty="0" err="1">
                <a:solidFill>
                  <a:srgbClr val="334155"/>
                </a:solidFill>
                <a:latin typeface="Yu Gothic" pitchFamily="34" charset="0"/>
                <a:ea typeface="Yu Gothic" pitchFamily="34" charset="-122"/>
                <a:cs typeface="Yu Gothic" pitchFamily="34" charset="-120"/>
              </a:rPr>
              <a:t>は、信頼性の高い業務メッセージをキューやトピックで扱うためのサービス</a:t>
            </a:r>
            <a:endParaRPr lang="en-US" sz="1300" dirty="0"/>
          </a:p>
        </p:txBody>
      </p:sp>
      <p:sp>
        <p:nvSpPr>
          <p:cNvPr id="33" name="Text 6">
            <a:extLst>
              <a:ext uri="{FF2B5EF4-FFF2-40B4-BE49-F238E27FC236}">
                <a16:creationId xmlns:a16="http://schemas.microsoft.com/office/drawing/2014/main" id="{97696910-951B-34B3-449A-48ABF3DC4867}"/>
              </a:ext>
            </a:extLst>
          </p:cNvPr>
          <p:cNvSpPr/>
          <p:nvPr/>
        </p:nvSpPr>
        <p:spPr>
          <a:xfrm>
            <a:off x="733270" y="4150148"/>
            <a:ext cx="3093716" cy="457200"/>
          </a:xfrm>
          <a:prstGeom prst="rect">
            <a:avLst/>
          </a:prstGeom>
          <a:noFill/>
          <a:ln/>
        </p:spPr>
        <p:txBody>
          <a:bodyPr wrap="square" rtlCol="0" anchor="ctr"/>
          <a:lstStyle/>
          <a:p>
            <a:pPr marL="152400" indent="-152400">
              <a:buSzPct val="100000"/>
              <a:buChar char="•"/>
            </a:pPr>
            <a:r>
              <a:rPr lang="en-US" sz="1250" dirty="0">
                <a:solidFill>
                  <a:srgbClr val="334155"/>
                </a:solidFill>
                <a:latin typeface="Yu Gothic" pitchFamily="34" charset="0"/>
                <a:ea typeface="Yu Gothic" pitchFamily="34" charset="-122"/>
                <a:cs typeface="Yu Gothic" pitchFamily="34" charset="-120"/>
              </a:rPr>
              <a:t>push / pull でイベントを配信</a:t>
            </a:r>
            <a:endParaRPr lang="en-US" sz="1250" dirty="0"/>
          </a:p>
        </p:txBody>
      </p:sp>
      <p:sp>
        <p:nvSpPr>
          <p:cNvPr id="34" name="Text 7">
            <a:extLst>
              <a:ext uri="{FF2B5EF4-FFF2-40B4-BE49-F238E27FC236}">
                <a16:creationId xmlns:a16="http://schemas.microsoft.com/office/drawing/2014/main" id="{120B8ABE-674F-883A-E47B-73D44564EC62}"/>
              </a:ext>
            </a:extLst>
          </p:cNvPr>
          <p:cNvSpPr/>
          <p:nvPr/>
        </p:nvSpPr>
        <p:spPr>
          <a:xfrm>
            <a:off x="733270" y="4653068"/>
            <a:ext cx="3093716" cy="457200"/>
          </a:xfrm>
          <a:prstGeom prst="rect">
            <a:avLst/>
          </a:prstGeom>
          <a:noFill/>
          <a:ln/>
        </p:spPr>
        <p:txBody>
          <a:bodyPr wrap="square" rtlCol="0" anchor="ctr"/>
          <a:lstStyle/>
          <a:p>
            <a:pPr marL="152400" indent="-152400">
              <a:buSzPct val="100000"/>
              <a:buChar char="•"/>
            </a:pPr>
            <a:r>
              <a:rPr lang="en-US" sz="1250" dirty="0">
                <a:solidFill>
                  <a:srgbClr val="334155"/>
                </a:solidFill>
                <a:latin typeface="Yu Gothic" pitchFamily="34" charset="0"/>
                <a:ea typeface="Yu Gothic" pitchFamily="34" charset="-122"/>
                <a:cs typeface="Yu Gothic" pitchFamily="34" charset="-120"/>
              </a:rPr>
              <a:t>サーバーレストリガー（Functions 等）を起動</a:t>
            </a:r>
            <a:endParaRPr lang="en-US" sz="1250" dirty="0"/>
          </a:p>
        </p:txBody>
      </p:sp>
      <p:sp>
        <p:nvSpPr>
          <p:cNvPr id="35" name="Text 8">
            <a:extLst>
              <a:ext uri="{FF2B5EF4-FFF2-40B4-BE49-F238E27FC236}">
                <a16:creationId xmlns:a16="http://schemas.microsoft.com/office/drawing/2014/main" id="{61025095-0F3B-B72B-8104-29A17FC6F963}"/>
              </a:ext>
            </a:extLst>
          </p:cNvPr>
          <p:cNvSpPr/>
          <p:nvPr/>
        </p:nvSpPr>
        <p:spPr>
          <a:xfrm>
            <a:off x="733270" y="5155988"/>
            <a:ext cx="3093716" cy="457200"/>
          </a:xfrm>
          <a:prstGeom prst="rect">
            <a:avLst/>
          </a:prstGeom>
          <a:noFill/>
          <a:ln/>
        </p:spPr>
        <p:txBody>
          <a:bodyPr wrap="square" rtlCol="0" anchor="ctr"/>
          <a:lstStyle/>
          <a:p>
            <a:pPr marL="152400" indent="-152400">
              <a:buSzPct val="100000"/>
              <a:buChar char="•"/>
            </a:pPr>
            <a:r>
              <a:rPr lang="en-US" sz="1250" dirty="0">
                <a:solidFill>
                  <a:srgbClr val="334155"/>
                </a:solidFill>
                <a:latin typeface="Yu Gothic" pitchFamily="34" charset="0"/>
                <a:ea typeface="Yu Gothic" pitchFamily="34" charset="-122"/>
                <a:cs typeface="Yu Gothic" pitchFamily="34" charset="-120"/>
              </a:rPr>
              <a:t>フィルターで必要なイベントだけ届ける</a:t>
            </a:r>
            <a:endParaRPr lang="en-US" sz="1250" dirty="0"/>
          </a:p>
        </p:txBody>
      </p:sp>
      <p:sp>
        <p:nvSpPr>
          <p:cNvPr id="36" name="Text 9">
            <a:extLst>
              <a:ext uri="{FF2B5EF4-FFF2-40B4-BE49-F238E27FC236}">
                <a16:creationId xmlns:a16="http://schemas.microsoft.com/office/drawing/2014/main" id="{3B7D6CB4-907D-5F49-F047-9139B0F48990}"/>
              </a:ext>
            </a:extLst>
          </p:cNvPr>
          <p:cNvSpPr/>
          <p:nvPr/>
        </p:nvSpPr>
        <p:spPr>
          <a:xfrm>
            <a:off x="733270" y="5658908"/>
            <a:ext cx="3093716" cy="457200"/>
          </a:xfrm>
          <a:prstGeom prst="rect">
            <a:avLst/>
          </a:prstGeom>
          <a:noFill/>
          <a:ln/>
        </p:spPr>
        <p:txBody>
          <a:bodyPr wrap="square" rtlCol="0" anchor="ctr"/>
          <a:lstStyle/>
          <a:p>
            <a:pPr marL="152400" indent="-152400">
              <a:buSzPct val="100000"/>
              <a:buChar char="•"/>
            </a:pPr>
            <a:r>
              <a:rPr lang="en-US" sz="1250" dirty="0">
                <a:solidFill>
                  <a:srgbClr val="334155"/>
                </a:solidFill>
                <a:latin typeface="Yu Gothic" pitchFamily="34" charset="0"/>
                <a:ea typeface="Yu Gothic" pitchFamily="34" charset="-122"/>
                <a:cs typeface="Yu Gothic" pitchFamily="34" charset="-120"/>
              </a:rPr>
              <a:t>代表シナリオ：リソース変更通知、イベントルーティング</a:t>
            </a:r>
            <a:endParaRPr lang="en-US" sz="1250" dirty="0"/>
          </a:p>
        </p:txBody>
      </p:sp>
      <p:sp>
        <p:nvSpPr>
          <p:cNvPr id="37" name="Text 6">
            <a:extLst>
              <a:ext uri="{FF2B5EF4-FFF2-40B4-BE49-F238E27FC236}">
                <a16:creationId xmlns:a16="http://schemas.microsoft.com/office/drawing/2014/main" id="{61C5526E-69B5-B964-467C-80C1268ECC16}"/>
              </a:ext>
            </a:extLst>
          </p:cNvPr>
          <p:cNvSpPr/>
          <p:nvPr/>
        </p:nvSpPr>
        <p:spPr>
          <a:xfrm>
            <a:off x="4264111" y="4133477"/>
            <a:ext cx="3731797" cy="457200"/>
          </a:xfrm>
          <a:prstGeom prst="rect">
            <a:avLst/>
          </a:prstGeom>
          <a:noFill/>
          <a:ln/>
        </p:spPr>
        <p:txBody>
          <a:bodyPr wrap="square" rtlCol="0" anchor="ctr"/>
          <a:lstStyle/>
          <a:p>
            <a:pPr marL="152400" indent="-152400">
              <a:buSzPct val="100000"/>
              <a:buChar char="•"/>
            </a:pPr>
            <a:r>
              <a:rPr lang="en-US" sz="1250" dirty="0">
                <a:solidFill>
                  <a:srgbClr val="334155"/>
                </a:solidFill>
                <a:latin typeface="Yu Gothic" pitchFamily="34" charset="0"/>
                <a:ea typeface="Yu Gothic" pitchFamily="34" charset="-122"/>
                <a:cs typeface="Yu Gothic" pitchFamily="34" charset="-120"/>
              </a:rPr>
              <a:t>高スループットでの取り込みに特化</a:t>
            </a:r>
            <a:endParaRPr lang="en-US" sz="1250" dirty="0"/>
          </a:p>
        </p:txBody>
      </p:sp>
      <p:sp>
        <p:nvSpPr>
          <p:cNvPr id="38" name="Text 7">
            <a:extLst>
              <a:ext uri="{FF2B5EF4-FFF2-40B4-BE49-F238E27FC236}">
                <a16:creationId xmlns:a16="http://schemas.microsoft.com/office/drawing/2014/main" id="{26E69F7F-F6B9-7718-08E2-D467B34C925A}"/>
              </a:ext>
            </a:extLst>
          </p:cNvPr>
          <p:cNvSpPr/>
          <p:nvPr/>
        </p:nvSpPr>
        <p:spPr>
          <a:xfrm>
            <a:off x="4264111" y="4636397"/>
            <a:ext cx="3731797" cy="457200"/>
          </a:xfrm>
          <a:prstGeom prst="rect">
            <a:avLst/>
          </a:prstGeom>
          <a:noFill/>
          <a:ln/>
        </p:spPr>
        <p:txBody>
          <a:bodyPr wrap="square" rtlCol="0" anchor="ctr"/>
          <a:lstStyle/>
          <a:p>
            <a:pPr marL="152400" indent="-152400">
              <a:buSzPct val="100000"/>
              <a:buChar char="•"/>
            </a:pPr>
            <a:r>
              <a:rPr lang="en-US" sz="1250" dirty="0">
                <a:solidFill>
                  <a:srgbClr val="334155"/>
                </a:solidFill>
                <a:latin typeface="Yu Gothic" pitchFamily="34" charset="0"/>
                <a:ea typeface="Yu Gothic" pitchFamily="34" charset="-122"/>
                <a:cs typeface="Yu Gothic" pitchFamily="34" charset="-120"/>
              </a:rPr>
              <a:t>テレメトリ・ログ・クリックストリーム</a:t>
            </a:r>
            <a:endParaRPr lang="en-US" sz="1250" dirty="0"/>
          </a:p>
        </p:txBody>
      </p:sp>
      <p:sp>
        <p:nvSpPr>
          <p:cNvPr id="40" name="Text 8">
            <a:extLst>
              <a:ext uri="{FF2B5EF4-FFF2-40B4-BE49-F238E27FC236}">
                <a16:creationId xmlns:a16="http://schemas.microsoft.com/office/drawing/2014/main" id="{45C27CBF-109D-9AE0-9D33-F707E41588B3}"/>
              </a:ext>
            </a:extLst>
          </p:cNvPr>
          <p:cNvSpPr/>
          <p:nvPr/>
        </p:nvSpPr>
        <p:spPr>
          <a:xfrm>
            <a:off x="4264111" y="5139317"/>
            <a:ext cx="3731797" cy="457200"/>
          </a:xfrm>
          <a:prstGeom prst="rect">
            <a:avLst/>
          </a:prstGeom>
          <a:noFill/>
          <a:ln/>
        </p:spPr>
        <p:txBody>
          <a:bodyPr wrap="square" rtlCol="0" anchor="ctr"/>
          <a:lstStyle/>
          <a:p>
            <a:pPr marL="152400" indent="-152400">
              <a:buSzPct val="100000"/>
              <a:buChar char="•"/>
            </a:pPr>
            <a:r>
              <a:rPr lang="en-US" sz="1250" dirty="0">
                <a:solidFill>
                  <a:srgbClr val="334155"/>
                </a:solidFill>
                <a:latin typeface="Yu Gothic" pitchFamily="34" charset="0"/>
                <a:ea typeface="Yu Gothic" pitchFamily="34" charset="-122"/>
                <a:cs typeface="Yu Gothic" pitchFamily="34" charset="-120"/>
              </a:rPr>
              <a:t>リアルタイム分析の入口</a:t>
            </a:r>
            <a:endParaRPr lang="en-US" sz="1250" dirty="0"/>
          </a:p>
        </p:txBody>
      </p:sp>
      <p:sp>
        <p:nvSpPr>
          <p:cNvPr id="43" name="Text 9">
            <a:extLst>
              <a:ext uri="{FF2B5EF4-FFF2-40B4-BE49-F238E27FC236}">
                <a16:creationId xmlns:a16="http://schemas.microsoft.com/office/drawing/2014/main" id="{D8E470BD-D432-4E1B-3619-C5D7410AD0A1}"/>
              </a:ext>
            </a:extLst>
          </p:cNvPr>
          <p:cNvSpPr/>
          <p:nvPr/>
        </p:nvSpPr>
        <p:spPr>
          <a:xfrm>
            <a:off x="4264111" y="5642237"/>
            <a:ext cx="3731797" cy="457200"/>
          </a:xfrm>
          <a:prstGeom prst="rect">
            <a:avLst/>
          </a:prstGeom>
          <a:noFill/>
          <a:ln/>
        </p:spPr>
        <p:txBody>
          <a:bodyPr wrap="square" rtlCol="0" anchor="ctr"/>
          <a:lstStyle/>
          <a:p>
            <a:pPr marL="152400" indent="-152400">
              <a:buSzPct val="100000"/>
              <a:buChar char="•"/>
            </a:pPr>
            <a:r>
              <a:rPr lang="en-US" sz="1250" dirty="0">
                <a:solidFill>
                  <a:srgbClr val="334155"/>
                </a:solidFill>
                <a:latin typeface="Yu Gothic" pitchFamily="34" charset="0"/>
                <a:ea typeface="Yu Gothic" pitchFamily="34" charset="-122"/>
                <a:cs typeface="Yu Gothic" pitchFamily="34" charset="-120"/>
              </a:rPr>
              <a:t>Apache Kafka 互換のインターフェイス</a:t>
            </a:r>
            <a:endParaRPr lang="en-US" sz="1250" dirty="0"/>
          </a:p>
        </p:txBody>
      </p:sp>
      <p:sp>
        <p:nvSpPr>
          <p:cNvPr id="44" name="Text 6">
            <a:extLst>
              <a:ext uri="{FF2B5EF4-FFF2-40B4-BE49-F238E27FC236}">
                <a16:creationId xmlns:a16="http://schemas.microsoft.com/office/drawing/2014/main" id="{9C946622-A12B-3256-774B-5D204C01B852}"/>
              </a:ext>
            </a:extLst>
          </p:cNvPr>
          <p:cNvSpPr/>
          <p:nvPr/>
        </p:nvSpPr>
        <p:spPr>
          <a:xfrm>
            <a:off x="8229601" y="4141861"/>
            <a:ext cx="3536943" cy="457200"/>
          </a:xfrm>
          <a:prstGeom prst="rect">
            <a:avLst/>
          </a:prstGeom>
          <a:noFill/>
          <a:ln/>
        </p:spPr>
        <p:txBody>
          <a:bodyPr wrap="square" rtlCol="0" anchor="ctr"/>
          <a:lstStyle/>
          <a:p>
            <a:pPr marL="152400" indent="-152400">
              <a:buSzPct val="100000"/>
              <a:buChar char="•"/>
            </a:pPr>
            <a:r>
              <a:rPr lang="en-US" sz="1250" dirty="0">
                <a:solidFill>
                  <a:srgbClr val="334155"/>
                </a:solidFill>
                <a:latin typeface="Yu Gothic" pitchFamily="34" charset="0"/>
                <a:ea typeface="Yu Gothic" pitchFamily="34" charset="-122"/>
                <a:cs typeface="Yu Gothic" pitchFamily="34" charset="-120"/>
              </a:rPr>
              <a:t>キュー / トピックによるメッセージング</a:t>
            </a:r>
            <a:endParaRPr lang="en-US" sz="1250" dirty="0"/>
          </a:p>
        </p:txBody>
      </p:sp>
      <p:sp>
        <p:nvSpPr>
          <p:cNvPr id="46" name="Text 7">
            <a:extLst>
              <a:ext uri="{FF2B5EF4-FFF2-40B4-BE49-F238E27FC236}">
                <a16:creationId xmlns:a16="http://schemas.microsoft.com/office/drawing/2014/main" id="{84E29A07-2669-8EC8-43E5-02A9EC577622}"/>
              </a:ext>
            </a:extLst>
          </p:cNvPr>
          <p:cNvSpPr/>
          <p:nvPr/>
        </p:nvSpPr>
        <p:spPr>
          <a:xfrm>
            <a:off x="8229601" y="4644781"/>
            <a:ext cx="3536943" cy="457200"/>
          </a:xfrm>
          <a:prstGeom prst="rect">
            <a:avLst/>
          </a:prstGeom>
          <a:noFill/>
          <a:ln/>
        </p:spPr>
        <p:txBody>
          <a:bodyPr wrap="square" rtlCol="0" anchor="ctr"/>
          <a:lstStyle/>
          <a:p>
            <a:pPr marL="152400" indent="-152400">
              <a:buSzPct val="100000"/>
              <a:buChar char="•"/>
            </a:pPr>
            <a:r>
              <a:rPr lang="en-US" sz="1250" dirty="0">
                <a:solidFill>
                  <a:srgbClr val="334155"/>
                </a:solidFill>
                <a:latin typeface="Yu Gothic" pitchFamily="34" charset="0"/>
                <a:ea typeface="Yu Gothic" pitchFamily="34" charset="-122"/>
                <a:cs typeface="Yu Gothic" pitchFamily="34" charset="-120"/>
              </a:rPr>
              <a:t>順序保証・デッドレター・トランザクション</a:t>
            </a:r>
            <a:endParaRPr lang="en-US" sz="1250" dirty="0"/>
          </a:p>
        </p:txBody>
      </p:sp>
      <p:sp>
        <p:nvSpPr>
          <p:cNvPr id="47" name="Text 8">
            <a:extLst>
              <a:ext uri="{FF2B5EF4-FFF2-40B4-BE49-F238E27FC236}">
                <a16:creationId xmlns:a16="http://schemas.microsoft.com/office/drawing/2014/main" id="{9A7D2AAA-043A-F273-3C2C-A0395AF9455C}"/>
              </a:ext>
            </a:extLst>
          </p:cNvPr>
          <p:cNvSpPr/>
          <p:nvPr/>
        </p:nvSpPr>
        <p:spPr>
          <a:xfrm>
            <a:off x="8229601" y="5147701"/>
            <a:ext cx="3536943" cy="457200"/>
          </a:xfrm>
          <a:prstGeom prst="rect">
            <a:avLst/>
          </a:prstGeom>
          <a:noFill/>
          <a:ln/>
        </p:spPr>
        <p:txBody>
          <a:bodyPr wrap="square" rtlCol="0" anchor="ctr"/>
          <a:lstStyle/>
          <a:p>
            <a:pPr marL="152400" indent="-152400">
              <a:buSzPct val="100000"/>
              <a:buChar char="•"/>
            </a:pPr>
            <a:r>
              <a:rPr lang="en-US" sz="1250" dirty="0">
                <a:solidFill>
                  <a:srgbClr val="334155"/>
                </a:solidFill>
                <a:latin typeface="Yu Gothic" pitchFamily="34" charset="0"/>
                <a:ea typeface="Yu Gothic" pitchFamily="34" charset="-122"/>
                <a:cs typeface="Yu Gothic" pitchFamily="34" charset="-120"/>
              </a:rPr>
              <a:t>代表シナリオ：注文処理、業務ワークフロー</a:t>
            </a:r>
            <a:endParaRPr lang="en-US" sz="1250" dirty="0"/>
          </a:p>
        </p:txBody>
      </p:sp>
      <p:sp>
        <p:nvSpPr>
          <p:cNvPr id="48" name="Text 9">
            <a:extLst>
              <a:ext uri="{FF2B5EF4-FFF2-40B4-BE49-F238E27FC236}">
                <a16:creationId xmlns:a16="http://schemas.microsoft.com/office/drawing/2014/main" id="{38D0C109-E8EF-C042-51EB-B8A920AC3DC5}"/>
              </a:ext>
            </a:extLst>
          </p:cNvPr>
          <p:cNvSpPr/>
          <p:nvPr/>
        </p:nvSpPr>
        <p:spPr>
          <a:xfrm>
            <a:off x="8229601" y="5650621"/>
            <a:ext cx="3536943" cy="457200"/>
          </a:xfrm>
          <a:prstGeom prst="rect">
            <a:avLst/>
          </a:prstGeom>
          <a:noFill/>
          <a:ln/>
        </p:spPr>
        <p:txBody>
          <a:bodyPr wrap="square" rtlCol="0" anchor="ctr"/>
          <a:lstStyle/>
          <a:p>
            <a:pPr marL="152400" indent="-152400">
              <a:buSzPct val="100000"/>
              <a:buChar char="•"/>
            </a:pPr>
            <a:r>
              <a:rPr lang="en-US" sz="1250" dirty="0">
                <a:solidFill>
                  <a:srgbClr val="334155"/>
                </a:solidFill>
                <a:latin typeface="Yu Gothic" pitchFamily="34" charset="0"/>
                <a:ea typeface="Yu Gothic" pitchFamily="34" charset="-122"/>
                <a:cs typeface="Yu Gothic" pitchFamily="34" charset="-120"/>
              </a:rPr>
              <a:t>確実な処理が求められる連携に向く</a:t>
            </a:r>
            <a:endParaRPr lang="en-US" sz="1250" dirty="0"/>
          </a:p>
        </p:txBody>
      </p:sp>
    </p:spTree>
    <p:extLst>
      <p:ext uri="{BB962C8B-B14F-4D97-AF65-F5344CB8AC3E}">
        <p14:creationId xmlns:p14="http://schemas.microsoft.com/office/powerpoint/2010/main" val="21506026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39DFB-9D7C-D31F-0879-9DAA3861D7F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09EB18D6-90A0-310A-070F-7E1F8221D18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3 </a:t>
            </a:r>
            <a:r>
              <a:rPr lang="en-US" altLang="ja-JP" sz="2000" b="1" dirty="0" err="1">
                <a:solidFill>
                  <a:srgbClr val="1F2937"/>
                </a:solidFill>
                <a:latin typeface="Yu Gothic" pitchFamily="34" charset="0"/>
                <a:ea typeface="Yu Gothic" pitchFamily="34" charset="-122"/>
                <a:cs typeface="Yu Gothic" pitchFamily="34" charset="-120"/>
              </a:rPr>
              <a:t>つのイベント</a:t>
            </a:r>
            <a:r>
              <a:rPr lang="en-US" altLang="ja-JP" sz="2000" b="1" dirty="0">
                <a:solidFill>
                  <a:srgbClr val="1F2937"/>
                </a:solidFill>
                <a:latin typeface="Yu Gothic" pitchFamily="34" charset="0"/>
                <a:ea typeface="Yu Gothic" pitchFamily="34" charset="-122"/>
                <a:cs typeface="Yu Gothic" pitchFamily="34" charset="-120"/>
              </a:rPr>
              <a:t>/</a:t>
            </a:r>
            <a:r>
              <a:rPr lang="ja-JP" altLang="en-US" sz="2000" b="1">
                <a:solidFill>
                  <a:srgbClr val="1F2937"/>
                </a:solidFill>
                <a:latin typeface="Yu Gothic" pitchFamily="34" charset="0"/>
                <a:ea typeface="Yu Gothic" pitchFamily="34" charset="-122"/>
                <a:cs typeface="Yu Gothic" pitchFamily="34" charset="-120"/>
              </a:rPr>
              <a:t>メッセージング</a:t>
            </a:r>
            <a:r>
              <a:rPr lang="en-US" altLang="ja-JP" sz="2000" b="1" dirty="0" err="1">
                <a:solidFill>
                  <a:srgbClr val="1F2937"/>
                </a:solidFill>
                <a:latin typeface="Yu Gothic" pitchFamily="34" charset="0"/>
                <a:ea typeface="Yu Gothic" pitchFamily="34" charset="-122"/>
                <a:cs typeface="Yu Gothic" pitchFamily="34" charset="-120"/>
              </a:rPr>
              <a:t>系サービスの違い</a:t>
            </a:r>
            <a:endParaRPr lang="en-US" altLang="ja-JP" sz="2000" dirty="0"/>
          </a:p>
        </p:txBody>
      </p:sp>
      <p:sp>
        <p:nvSpPr>
          <p:cNvPr id="2" name="正方形/長方形 1">
            <a:extLst>
              <a:ext uri="{FF2B5EF4-FFF2-40B4-BE49-F238E27FC236}">
                <a16:creationId xmlns:a16="http://schemas.microsoft.com/office/drawing/2014/main" id="{35F241A4-81B2-6B5D-B8B7-A34E18B6254B}"/>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9</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42A8AB6D-2C54-C6E6-2F34-06BC543B0DC9}"/>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29746E52-36DB-BEA3-7E29-237418E1884C}"/>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defRPr sz="1200" b="0">
                <a:solidFill>
                  <a:srgbClr val="344054"/>
                </a:solidFill>
                <a:latin typeface="Yu Gothic UI"/>
                <a:ea typeface="Yu Gothic UI"/>
                <a:cs typeface="Yu Gothic UI"/>
              </a:defRPr>
            </a:pPr>
            <a:r>
              <a:rPr lang="en-US" altLang="ja-JP" sz="1600" dirty="0">
                <a:solidFill>
                  <a:srgbClr val="344054"/>
                </a:solidFill>
              </a:rPr>
              <a:t>Azure </a:t>
            </a:r>
            <a:r>
              <a:rPr lang="ja-JP" altLang="en-US" sz="1600">
                <a:solidFill>
                  <a:srgbClr val="344054"/>
                </a:solidFill>
              </a:rPr>
              <a:t>のイベント</a:t>
            </a:r>
            <a:r>
              <a:rPr lang="en-US" altLang="ja-JP" sz="1600" dirty="0">
                <a:solidFill>
                  <a:srgbClr val="344054"/>
                </a:solidFill>
              </a:rPr>
              <a:t>/</a:t>
            </a:r>
            <a:r>
              <a:rPr lang="ja-JP" altLang="en-US" sz="1600">
                <a:solidFill>
                  <a:srgbClr val="344054"/>
                </a:solidFill>
              </a:rPr>
              <a:t>メッセージング系サービスでよく利用されるのは、</a:t>
            </a:r>
            <a:r>
              <a:rPr lang="en-US" altLang="ja-JP" sz="1600" dirty="0">
                <a:solidFill>
                  <a:srgbClr val="344054"/>
                </a:solidFill>
              </a:rPr>
              <a:t>Event Grid, Event Hubs, Service Bus </a:t>
            </a:r>
            <a:r>
              <a:rPr lang="ja-JP" altLang="en-US" sz="1600">
                <a:solidFill>
                  <a:srgbClr val="344054"/>
                </a:solidFill>
              </a:rPr>
              <a:t>です。</a:t>
            </a:r>
            <a:endParaRPr lang="en-US" altLang="ja-JP" sz="1600" dirty="0">
              <a:solidFill>
                <a:srgbClr val="344054"/>
              </a:solidFill>
            </a:endParaRPr>
          </a:p>
        </p:txBody>
      </p:sp>
      <p:sp>
        <p:nvSpPr>
          <p:cNvPr id="6" name="字幕 1">
            <a:extLst>
              <a:ext uri="{FF2B5EF4-FFF2-40B4-BE49-F238E27FC236}">
                <a16:creationId xmlns:a16="http://schemas.microsoft.com/office/drawing/2014/main" id="{5715716D-8EE2-ED5B-552A-024EC11283F8}"/>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graphicFrame>
        <p:nvGraphicFramePr>
          <p:cNvPr id="5" name="Table 0">
            <a:extLst>
              <a:ext uri="{FF2B5EF4-FFF2-40B4-BE49-F238E27FC236}">
                <a16:creationId xmlns:a16="http://schemas.microsoft.com/office/drawing/2014/main" id="{88E4EAF8-B8D2-66FF-2E63-1F1605E090AE}"/>
              </a:ext>
            </a:extLst>
          </p:cNvPr>
          <p:cNvGraphicFramePr>
            <a:graphicFrameLocks noGrp="1"/>
          </p:cNvGraphicFramePr>
          <p:nvPr>
            <p:extLst>
              <p:ext uri="{D42A27DB-BD31-4B8C-83A1-F6EECF244321}">
                <p14:modId xmlns:p14="http://schemas.microsoft.com/office/powerpoint/2010/main" val="4070603994"/>
              </p:ext>
            </p:extLst>
          </p:nvPr>
        </p:nvGraphicFramePr>
        <p:xfrm>
          <a:off x="685800" y="2131647"/>
          <a:ext cx="10820400" cy="3901440"/>
        </p:xfrm>
        <a:graphic>
          <a:graphicData uri="http://schemas.openxmlformats.org/drawingml/2006/table">
            <a:tbl>
              <a:tblPr/>
              <a:tblGrid>
                <a:gridCol w="2112925">
                  <a:extLst>
                    <a:ext uri="{9D8B030D-6E8A-4147-A177-3AD203B41FA5}">
                      <a16:colId xmlns:a16="http://schemas.microsoft.com/office/drawing/2014/main" val="20000"/>
                    </a:ext>
                  </a:extLst>
                </a:gridCol>
                <a:gridCol w="4114643">
                  <a:extLst>
                    <a:ext uri="{9D8B030D-6E8A-4147-A177-3AD203B41FA5}">
                      <a16:colId xmlns:a16="http://schemas.microsoft.com/office/drawing/2014/main" val="20001"/>
                    </a:ext>
                  </a:extLst>
                </a:gridCol>
                <a:gridCol w="4592832">
                  <a:extLst>
                    <a:ext uri="{9D8B030D-6E8A-4147-A177-3AD203B41FA5}">
                      <a16:colId xmlns:a16="http://schemas.microsoft.com/office/drawing/2014/main" val="20002"/>
                    </a:ext>
                  </a:extLst>
                </a:gridCol>
              </a:tblGrid>
              <a:tr h="685800">
                <a:tc>
                  <a:txBody>
                    <a:bodyPr/>
                    <a:lstStyle/>
                    <a:p>
                      <a:pPr marL="0" indent="0" algn="ctr">
                        <a:buNone/>
                      </a:pPr>
                      <a:r>
                        <a:rPr lang="en-US" sz="1400" b="1" dirty="0">
                          <a:solidFill>
                            <a:srgbClr val="FFFFFF"/>
                          </a:solidFill>
                          <a:latin typeface="Yu Gothic" pitchFamily="34" charset="0"/>
                          <a:ea typeface="Yu Gothic" pitchFamily="34" charset="-122"/>
                          <a:cs typeface="Yu Gothic" pitchFamily="34" charset="-120"/>
                        </a:rPr>
                        <a:t>サービス</a:t>
                      </a:r>
                      <a:endParaRPr lang="en-US" sz="14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4472C4"/>
                    </a:solidFill>
                  </a:tcPr>
                </a:tc>
                <a:tc>
                  <a:txBody>
                    <a:bodyPr/>
                    <a:lstStyle/>
                    <a:p>
                      <a:pPr marL="0" indent="0" algn="ctr">
                        <a:buNone/>
                      </a:pPr>
                      <a:r>
                        <a:rPr lang="en-US" sz="1400" b="1" dirty="0" err="1">
                          <a:solidFill>
                            <a:srgbClr val="FFFFFF"/>
                          </a:solidFill>
                          <a:latin typeface="Yu Gothic" pitchFamily="34" charset="0"/>
                          <a:ea typeface="Yu Gothic" pitchFamily="34" charset="-122"/>
                          <a:cs typeface="Yu Gothic" pitchFamily="34" charset="-120"/>
                        </a:rPr>
                        <a:t>サービスの目的</a:t>
                      </a:r>
                      <a:endParaRPr lang="en-US" sz="14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4472C4"/>
                    </a:solidFill>
                  </a:tcPr>
                </a:tc>
                <a:tc>
                  <a:txBody>
                    <a:bodyPr/>
                    <a:lstStyle/>
                    <a:p>
                      <a:pPr marL="0" indent="0" algn="ctr">
                        <a:buNone/>
                      </a:pPr>
                      <a:r>
                        <a:rPr lang="en-US" sz="1400" b="1" dirty="0">
                          <a:solidFill>
                            <a:srgbClr val="FFFFFF"/>
                          </a:solidFill>
                          <a:latin typeface="Yu Gothic" pitchFamily="34" charset="0"/>
                          <a:ea typeface="Yu Gothic" pitchFamily="34" charset="-122"/>
                          <a:cs typeface="Yu Gothic" pitchFamily="34" charset="-120"/>
                        </a:rPr>
                        <a:t>向いているシナリオ</a:t>
                      </a:r>
                      <a:endParaRPr lang="en-US" sz="14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685800">
                <a:tc>
                  <a:txBody>
                    <a:bodyPr/>
                    <a:lstStyle/>
                    <a:p>
                      <a:pPr marL="0" indent="0" algn="l">
                        <a:buNone/>
                      </a:pPr>
                      <a:r>
                        <a:rPr lang="en-US" sz="1400" dirty="0">
                          <a:solidFill>
                            <a:srgbClr val="334155"/>
                          </a:solidFill>
                          <a:latin typeface="Yu Gothic" pitchFamily="34" charset="0"/>
                          <a:ea typeface="Yu Gothic" pitchFamily="34" charset="-122"/>
                          <a:cs typeface="Yu Gothic" pitchFamily="34" charset="-120"/>
                        </a:rPr>
                        <a:t>Event Grid</a:t>
                      </a:r>
                      <a:endParaRPr lang="en-US" sz="14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400" dirty="0" err="1">
                          <a:solidFill>
                            <a:srgbClr val="334155"/>
                          </a:solidFill>
                          <a:latin typeface="Yu Gothic" pitchFamily="34" charset="0"/>
                          <a:ea typeface="Yu Gothic" pitchFamily="34" charset="-122"/>
                          <a:cs typeface="Yu Gothic" pitchFamily="34" charset="-120"/>
                        </a:rPr>
                        <a:t>何かが起きたことを誰に知らせる</a:t>
                      </a:r>
                      <a:endParaRPr lang="en-US" sz="14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400" dirty="0" err="1">
                          <a:solidFill>
                            <a:srgbClr val="334155"/>
                          </a:solidFill>
                          <a:latin typeface="Yu Gothic" pitchFamily="34" charset="0"/>
                          <a:ea typeface="Yu Gothic" pitchFamily="34" charset="-122"/>
                          <a:cs typeface="Yu Gothic" pitchFamily="34" charset="-120"/>
                        </a:rPr>
                        <a:t>リソース変更通知、サーバーレス起動</a:t>
                      </a:r>
                      <a:endParaRPr lang="en-US" sz="1400" dirty="0">
                        <a:solidFill>
                          <a:srgbClr val="334155"/>
                        </a:solidFill>
                        <a:latin typeface="Yu Gothic" pitchFamily="34" charset="0"/>
                        <a:ea typeface="Yu Gothic" pitchFamily="34" charset="-122"/>
                        <a:cs typeface="Yu Gothic" pitchFamily="34" charset="-120"/>
                      </a:endParaRPr>
                    </a:p>
                    <a:p>
                      <a:pPr marL="0" indent="0" algn="l">
                        <a:buNone/>
                      </a:pPr>
                      <a:endParaRPr lang="en-US" sz="1400" dirty="0">
                        <a:solidFill>
                          <a:srgbClr val="334155"/>
                        </a:solidFill>
                        <a:latin typeface="Yu Gothic" pitchFamily="34" charset="0"/>
                        <a:ea typeface="Yu Gothic" pitchFamily="34" charset="-122"/>
                        <a:cs typeface="Yu Gothic" pitchFamily="34" charset="-120"/>
                      </a:endParaRPr>
                    </a:p>
                    <a:p>
                      <a:pPr marL="0" indent="0" algn="l">
                        <a:buNone/>
                      </a:pPr>
                      <a:r>
                        <a:rPr lang="en-US" sz="1400" dirty="0" err="1">
                          <a:solidFill>
                            <a:srgbClr val="334155"/>
                          </a:solidFill>
                          <a:latin typeface="Yu Gothic" pitchFamily="34" charset="0"/>
                          <a:ea typeface="Yu Gothic" pitchFamily="34" charset="-122"/>
                          <a:cs typeface="Yu Gothic" pitchFamily="34" charset="-120"/>
                        </a:rPr>
                        <a:t>状態の変化など何かが起こったこと</a:t>
                      </a:r>
                      <a:r>
                        <a:rPr lang="en-US" sz="1400" dirty="0">
                          <a:solidFill>
                            <a:srgbClr val="334155"/>
                          </a:solidFill>
                          <a:latin typeface="Yu Gothic" pitchFamily="34" charset="0"/>
                          <a:ea typeface="Yu Gothic" pitchFamily="34" charset="-122"/>
                          <a:cs typeface="Yu Gothic" pitchFamily="34" charset="-120"/>
                        </a:rPr>
                        <a:t>(</a:t>
                      </a:r>
                      <a:r>
                        <a:rPr lang="en-US" sz="1400" dirty="0" err="1">
                          <a:solidFill>
                            <a:srgbClr val="334155"/>
                          </a:solidFill>
                          <a:latin typeface="Yu Gothic" pitchFamily="34" charset="0"/>
                          <a:ea typeface="Yu Gothic" pitchFamily="34" charset="-122"/>
                          <a:cs typeface="Yu Gothic" pitchFamily="34" charset="-120"/>
                        </a:rPr>
                        <a:t>イベント</a:t>
                      </a:r>
                      <a:r>
                        <a:rPr lang="en-US" sz="1400" dirty="0">
                          <a:solidFill>
                            <a:srgbClr val="334155"/>
                          </a:solidFill>
                          <a:latin typeface="Yu Gothic" pitchFamily="34" charset="0"/>
                          <a:ea typeface="Yu Gothic" pitchFamily="34" charset="-122"/>
                          <a:cs typeface="Yu Gothic" pitchFamily="34" charset="-120"/>
                        </a:rPr>
                        <a:t>)</a:t>
                      </a:r>
                      <a:r>
                        <a:rPr lang="en-US" sz="1400" dirty="0" err="1">
                          <a:solidFill>
                            <a:srgbClr val="334155"/>
                          </a:solidFill>
                          <a:latin typeface="Yu Gothic" pitchFamily="34" charset="0"/>
                          <a:ea typeface="Yu Gothic" pitchFamily="34" charset="-122"/>
                          <a:cs typeface="Yu Gothic" pitchFamily="34" charset="-120"/>
                        </a:rPr>
                        <a:t>を通知することに向く。通常、イベントそれ自体は処理されるべきデータを意味しない</a:t>
                      </a:r>
                      <a:r>
                        <a:rPr lang="en-US" sz="1400" dirty="0">
                          <a:solidFill>
                            <a:srgbClr val="334155"/>
                          </a:solidFill>
                          <a:latin typeface="Yu Gothic" pitchFamily="34" charset="0"/>
                          <a:ea typeface="Yu Gothic" pitchFamily="34" charset="-122"/>
                          <a:cs typeface="Yu Gothic" pitchFamily="34" charset="-120"/>
                        </a:rPr>
                        <a:t>。</a:t>
                      </a: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lgn="l">
                        <a:buNone/>
                      </a:pPr>
                      <a:r>
                        <a:rPr lang="en-US" sz="1400" dirty="0">
                          <a:solidFill>
                            <a:srgbClr val="334155"/>
                          </a:solidFill>
                          <a:latin typeface="Yu Gothic" pitchFamily="34" charset="0"/>
                          <a:ea typeface="Yu Gothic" pitchFamily="34" charset="-122"/>
                          <a:cs typeface="Yu Gothic" pitchFamily="34" charset="-120"/>
                        </a:rPr>
                        <a:t>Event Hubs</a:t>
                      </a:r>
                      <a:endParaRPr lang="en-US" sz="14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tc>
                  <a:txBody>
                    <a:bodyPr/>
                    <a:lstStyle/>
                    <a:p>
                      <a:pPr marL="0" indent="0" algn="l">
                        <a:buNone/>
                      </a:pPr>
                      <a:r>
                        <a:rPr lang="en-US" sz="1400" dirty="0" err="1">
                          <a:solidFill>
                            <a:srgbClr val="334155"/>
                          </a:solidFill>
                          <a:latin typeface="Yu Gothic" pitchFamily="34" charset="0"/>
                          <a:ea typeface="Yu Gothic" pitchFamily="34" charset="-122"/>
                          <a:cs typeface="Yu Gothic" pitchFamily="34" charset="-120"/>
                        </a:rPr>
                        <a:t>大量のイベントをどう取り込む</a:t>
                      </a:r>
                      <a:endParaRPr lang="en-US" sz="14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tc>
                  <a:txBody>
                    <a:bodyPr/>
                    <a:lstStyle/>
                    <a:p>
                      <a:pPr marL="0" indent="0" algn="l">
                        <a:buNone/>
                      </a:pPr>
                      <a:r>
                        <a:rPr lang="en-US" sz="1400" dirty="0">
                          <a:solidFill>
                            <a:srgbClr val="334155"/>
                          </a:solidFill>
                          <a:latin typeface="Yu Gothic" pitchFamily="34" charset="0"/>
                          <a:ea typeface="Yu Gothic" pitchFamily="34" charset="-122"/>
                          <a:cs typeface="Yu Gothic" pitchFamily="34" charset="-120"/>
                        </a:rPr>
                        <a:t>IoT </a:t>
                      </a:r>
                      <a:r>
                        <a:rPr lang="en-US" sz="1400" dirty="0" err="1">
                          <a:solidFill>
                            <a:srgbClr val="334155"/>
                          </a:solidFill>
                          <a:latin typeface="Yu Gothic" pitchFamily="34" charset="0"/>
                          <a:ea typeface="Yu Gothic" pitchFamily="34" charset="-122"/>
                          <a:cs typeface="Yu Gothic" pitchFamily="34" charset="-120"/>
                        </a:rPr>
                        <a:t>テレメトリ、ログ、クリックストリーム</a:t>
                      </a:r>
                      <a:endParaRPr lang="en-US" sz="1400" dirty="0">
                        <a:solidFill>
                          <a:srgbClr val="334155"/>
                        </a:solidFill>
                        <a:latin typeface="Yu Gothic" pitchFamily="34" charset="0"/>
                        <a:ea typeface="Yu Gothic" pitchFamily="34" charset="-122"/>
                        <a:cs typeface="Yu Gothic" pitchFamily="34" charset="-120"/>
                      </a:endParaRPr>
                    </a:p>
                    <a:p>
                      <a:pPr marL="0" indent="0" algn="l">
                        <a:buNone/>
                      </a:pPr>
                      <a:endParaRPr lang="en-US" sz="1400" dirty="0">
                        <a:solidFill>
                          <a:srgbClr val="334155"/>
                        </a:solidFill>
                        <a:latin typeface="Yu Gothic" pitchFamily="34" charset="0"/>
                        <a:ea typeface="Yu Gothic" pitchFamily="34" charset="-122"/>
                        <a:cs typeface="Yu Gothic" charset="0"/>
                      </a:endParaRPr>
                    </a:p>
                    <a:p>
                      <a:pPr marL="0" indent="0" algn="l">
                        <a:buNone/>
                      </a:pPr>
                      <a:r>
                        <a:rPr lang="en-US" sz="1400" dirty="0">
                          <a:solidFill>
                            <a:srgbClr val="334155"/>
                          </a:solidFill>
                          <a:latin typeface="Yu Gothic" pitchFamily="34" charset="0"/>
                          <a:ea typeface="Yu Gothic" pitchFamily="34" charset="-122"/>
                          <a:cs typeface="Yu Gothic" charset="0"/>
                        </a:rPr>
                        <a:t>１件、１件のデータ自体は落としても業務には影響がなく、全体で統計処理できればよいデータ、連続的なデータストリームの取り扱いに向く</a:t>
                      </a:r>
                      <a:endParaRPr lang="en-US" sz="14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EEF4FC"/>
                    </a:solidFill>
                  </a:tcPr>
                </a:tc>
                <a:extLst>
                  <a:ext uri="{0D108BD9-81ED-4DB2-BD59-A6C34878D82A}">
                    <a16:rowId xmlns:a16="http://schemas.microsoft.com/office/drawing/2014/main" val="10002"/>
                  </a:ext>
                </a:extLst>
              </a:tr>
              <a:tr h="685800">
                <a:tc>
                  <a:txBody>
                    <a:bodyPr/>
                    <a:lstStyle/>
                    <a:p>
                      <a:pPr marL="0" indent="0" algn="l">
                        <a:buNone/>
                      </a:pPr>
                      <a:r>
                        <a:rPr lang="en-US" sz="1400" dirty="0">
                          <a:solidFill>
                            <a:srgbClr val="334155"/>
                          </a:solidFill>
                          <a:latin typeface="Yu Gothic" pitchFamily="34" charset="0"/>
                          <a:ea typeface="Yu Gothic" pitchFamily="34" charset="-122"/>
                          <a:cs typeface="Yu Gothic" pitchFamily="34" charset="-120"/>
                        </a:rPr>
                        <a:t>Service Bus</a:t>
                      </a:r>
                      <a:endParaRPr lang="en-US" sz="14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400" dirty="0" err="1">
                          <a:solidFill>
                            <a:srgbClr val="334155"/>
                          </a:solidFill>
                          <a:latin typeface="Yu Gothic" pitchFamily="34" charset="0"/>
                          <a:ea typeface="Yu Gothic" pitchFamily="34" charset="-122"/>
                          <a:cs typeface="Yu Gothic" pitchFamily="34" charset="-120"/>
                        </a:rPr>
                        <a:t>業務メッセージを確実に渡す</a:t>
                      </a:r>
                      <a:endParaRPr lang="en-US" sz="14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34155"/>
                          </a:solidFill>
                          <a:latin typeface="Yu Gothic" pitchFamily="34" charset="0"/>
                          <a:ea typeface="Yu Gothic" pitchFamily="34" charset="-122"/>
                          <a:cs typeface="Yu Gothic" pitchFamily="34" charset="-120"/>
                        </a:rPr>
                        <a:t>注文処理、業務ワークフロー、キュー / </a:t>
                      </a:r>
                      <a:r>
                        <a:rPr lang="en-US" sz="1400" dirty="0" err="1">
                          <a:solidFill>
                            <a:srgbClr val="334155"/>
                          </a:solidFill>
                          <a:latin typeface="Yu Gothic" pitchFamily="34" charset="0"/>
                          <a:ea typeface="Yu Gothic" pitchFamily="34" charset="-122"/>
                          <a:cs typeface="Yu Gothic" pitchFamily="34" charset="-120"/>
                        </a:rPr>
                        <a:t>トピック</a:t>
                      </a:r>
                      <a:endParaRPr lang="en-US" sz="1400" dirty="0">
                        <a:solidFill>
                          <a:srgbClr val="334155"/>
                        </a:solidFill>
                        <a:latin typeface="Yu Gothic" pitchFamily="34" charset="0"/>
                        <a:ea typeface="Yu Gothic" pitchFamily="34" charset="-122"/>
                        <a:cs typeface="Yu Gothic" pitchFamily="34" charset="-120"/>
                      </a:endParaRPr>
                    </a:p>
                    <a:p>
                      <a:pPr marL="0" indent="0" algn="l">
                        <a:buNone/>
                      </a:pPr>
                      <a:endParaRPr lang="en-US" sz="1400" dirty="0">
                        <a:solidFill>
                          <a:srgbClr val="334155"/>
                        </a:solidFill>
                        <a:latin typeface="Yu Gothic" pitchFamily="34" charset="0"/>
                        <a:ea typeface="Yu Gothic" pitchFamily="34" charset="-122"/>
                        <a:cs typeface="Yu Gothic" charset="0"/>
                      </a:endParaRPr>
                    </a:p>
                    <a:p>
                      <a:pPr marL="0" indent="0" algn="l">
                        <a:buNone/>
                      </a:pPr>
                      <a:r>
                        <a:rPr lang="en-US" sz="1400" dirty="0" err="1">
                          <a:solidFill>
                            <a:srgbClr val="334155"/>
                          </a:solidFill>
                          <a:latin typeface="Yu Gothic" pitchFamily="34" charset="0"/>
                          <a:ea typeface="Yu Gothic" pitchFamily="34" charset="-122"/>
                          <a:cs typeface="Yu Gothic" charset="0"/>
                        </a:rPr>
                        <a:t>何らかの確実に処理されるべき業務メッセージを橋渡しするのに向く</a:t>
                      </a:r>
                      <a:r>
                        <a:rPr lang="en-US" sz="1400" dirty="0">
                          <a:solidFill>
                            <a:srgbClr val="334155"/>
                          </a:solidFill>
                          <a:latin typeface="Yu Gothic" pitchFamily="34" charset="0"/>
                          <a:ea typeface="Yu Gothic" pitchFamily="34" charset="-122"/>
                          <a:cs typeface="Yu Gothic" charset="0"/>
                        </a:rPr>
                        <a:t>。</a:t>
                      </a:r>
                      <a:endParaRPr lang="en-US" sz="1400" dirty="0">
                        <a:latin typeface="Yu Gothic" charset="0"/>
                        <a:ea typeface="Yu Gothic" charset="0"/>
                        <a:cs typeface="Yu Gothic" charset="0"/>
                      </a:endParaRPr>
                    </a:p>
                  </a:txBody>
                  <a:tcPr marL="63500" marR="63500" marT="38100" marB="381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376613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06A9A-BB69-14B9-C046-056AA97378E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E41E064-90B5-6C69-F7F5-E2472ED4E4DB}"/>
              </a:ext>
            </a:extLst>
          </p:cNvPr>
          <p:cNvSpPr>
            <a:spLocks noGrp="1"/>
          </p:cNvSpPr>
          <p:nvPr>
            <p:ph type="body" sz="quarter" idx="13"/>
          </p:nvPr>
        </p:nvSpPr>
        <p:spPr>
          <a:xfrm>
            <a:off x="838200" y="2716213"/>
            <a:ext cx="10374313" cy="2262187"/>
          </a:xfrm>
        </p:spPr>
        <p:txBody>
          <a:bodyPr/>
          <a:lstStyle/>
          <a:p>
            <a:pPr marL="0" indent="0">
              <a:spcAft>
                <a:spcPts val="600"/>
              </a:spcAft>
              <a:buNone/>
            </a:pPr>
            <a:r>
              <a:rPr lang="en" sz="1800" b="1" i="0" dirty="0">
                <a:solidFill>
                  <a:srgbClr val="4472C4"/>
                </a:solidFill>
                <a:latin typeface="Yu Gothic UI"/>
                <a:ea typeface="Yu Gothic UI"/>
                <a:cs typeface="Yu Gothic UI"/>
              </a:rPr>
              <a:t>SECTION 3</a:t>
            </a:r>
          </a:p>
          <a:p>
            <a:pPr marL="0" indent="0">
              <a:buNone/>
            </a:pPr>
            <a:r>
              <a:rPr lang="ja-JP" altLang="en-US" sz="3200">
                <a:solidFill>
                  <a:schemeClr val="tx1">
                    <a:lumMod val="75000"/>
                    <a:lumOff val="25000"/>
                  </a:schemeClr>
                </a:solidFill>
              </a:rPr>
              <a:t>サンプルアプリケーションの紹介と解説</a:t>
            </a:r>
          </a:p>
          <a:p>
            <a:pPr marL="0" indent="0">
              <a:buNone/>
            </a:pPr>
            <a:r>
              <a:rPr lang="en-US" altLang="ja-JP" sz="1400" dirty="0">
                <a:solidFill>
                  <a:srgbClr val="5B6472"/>
                </a:solidFill>
                <a:latin typeface="Yu Gothic" pitchFamily="34" charset="0"/>
                <a:ea typeface="Yu Gothic" pitchFamily="34" charset="-122"/>
                <a:cs typeface="Yu Gothic" pitchFamily="34" charset="-120"/>
              </a:rPr>
              <a:t>Reading the official sample</a:t>
            </a:r>
            <a:endParaRPr lang="en-US" altLang="ja-JP" sz="1400" dirty="0"/>
          </a:p>
        </p:txBody>
      </p:sp>
    </p:spTree>
    <p:extLst>
      <p:ext uri="{BB962C8B-B14F-4D97-AF65-F5344CB8AC3E}">
        <p14:creationId xmlns:p14="http://schemas.microsoft.com/office/powerpoint/2010/main" val="812775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043D-E1CA-C8A3-BF35-4515AA9072F6}"/>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9FCD3DDF-3D78-75A8-8178-94E5CAE5C9AC}"/>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SWA </a:t>
            </a:r>
            <a:r>
              <a:rPr lang="ja-JP" altLang="en-US" sz="2000" b="1">
                <a:solidFill>
                  <a:srgbClr val="1F2937"/>
                </a:solidFill>
                <a:latin typeface="Yu Gothic" pitchFamily="34" charset="0"/>
                <a:ea typeface="Yu Gothic" pitchFamily="34" charset="-122"/>
                <a:cs typeface="Yu Gothic" pitchFamily="34" charset="-120"/>
              </a:rPr>
              <a:t>を使ったサンプルアプリ</a:t>
            </a:r>
            <a:endParaRPr lang="en-US" altLang="ja-JP" sz="2000" dirty="0"/>
          </a:p>
        </p:txBody>
      </p:sp>
      <p:sp>
        <p:nvSpPr>
          <p:cNvPr id="2" name="正方形/長方形 1">
            <a:extLst>
              <a:ext uri="{FF2B5EF4-FFF2-40B4-BE49-F238E27FC236}">
                <a16:creationId xmlns:a16="http://schemas.microsoft.com/office/drawing/2014/main" id="{3722FD34-5525-201E-AEE7-057FC9282118}"/>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9</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B6C3DB9D-F838-B6C1-A9E1-9FAFD6FA2C4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E2A35AB2-1451-8E81-F710-99C20DF8F6BA}"/>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defRPr sz="1200" b="0">
                <a:solidFill>
                  <a:srgbClr val="344054"/>
                </a:solidFill>
                <a:latin typeface="Yu Gothic UI"/>
                <a:ea typeface="Yu Gothic UI"/>
                <a:cs typeface="Yu Gothic UI"/>
              </a:defRPr>
            </a:pPr>
            <a:r>
              <a:rPr lang="en-US" altLang="ja-JP" sz="1600" dirty="0">
                <a:solidFill>
                  <a:srgbClr val="344054"/>
                </a:solidFill>
              </a:rPr>
              <a:t>SPA </a:t>
            </a:r>
            <a:r>
              <a:rPr lang="ja-JP" altLang="en-US" sz="1600">
                <a:solidFill>
                  <a:srgbClr val="344054"/>
                </a:solidFill>
              </a:rPr>
              <a:t>のサンプルアプリがどのような作りになっているのか見てみましょう。</a:t>
            </a:r>
            <a:endParaRPr lang="en-US" altLang="ja-JP" sz="1600" dirty="0">
              <a:solidFill>
                <a:srgbClr val="344054"/>
              </a:solidFill>
            </a:endParaRPr>
          </a:p>
          <a:p>
            <a:pPr marL="0" indent="0">
              <a:buNone/>
              <a:defRPr sz="1200" b="0">
                <a:solidFill>
                  <a:srgbClr val="344054"/>
                </a:solidFill>
                <a:latin typeface="Yu Gothic UI"/>
                <a:ea typeface="Yu Gothic UI"/>
                <a:cs typeface="Yu Gothic UI"/>
              </a:defRPr>
            </a:pPr>
            <a:r>
              <a:rPr lang="ja-JP" altLang="en-US" sz="1600">
                <a:solidFill>
                  <a:srgbClr val="344054"/>
                </a:solidFill>
              </a:rPr>
              <a:t>サンプルアプリ</a:t>
            </a:r>
            <a:r>
              <a:rPr lang="en-US" altLang="ja-JP" sz="1600" dirty="0">
                <a:solidFill>
                  <a:srgbClr val="344054"/>
                </a:solidFill>
              </a:rPr>
              <a:t>: </a:t>
            </a:r>
            <a:r>
              <a:rPr lang="en-US" altLang="ja-JP" sz="1600" dirty="0">
                <a:solidFill>
                  <a:srgbClr val="344054"/>
                </a:solidFill>
                <a:hlinkClick r:id="rId3"/>
              </a:rPr>
              <a:t>https://</a:t>
            </a:r>
            <a:r>
              <a:rPr lang="en-US" altLang="ja-JP" sz="1600" dirty="0" err="1">
                <a:solidFill>
                  <a:srgbClr val="344054"/>
                </a:solidFill>
                <a:hlinkClick r:id="rId3"/>
              </a:rPr>
              <a:t>github.com</a:t>
            </a:r>
            <a:r>
              <a:rPr lang="en-US" altLang="ja-JP" sz="1600" dirty="0">
                <a:solidFill>
                  <a:srgbClr val="344054"/>
                </a:solidFill>
                <a:hlinkClick r:id="rId3"/>
              </a:rPr>
              <a:t>/</a:t>
            </a:r>
            <a:r>
              <a:rPr lang="en-US" altLang="ja-JP" sz="1600" dirty="0" err="1">
                <a:solidFill>
                  <a:srgbClr val="344054"/>
                </a:solidFill>
                <a:hlinkClick r:id="rId3"/>
              </a:rPr>
              <a:t>hironariy</a:t>
            </a:r>
            <a:r>
              <a:rPr lang="en-US" altLang="ja-JP" sz="1600" dirty="0">
                <a:solidFill>
                  <a:srgbClr val="344054"/>
                </a:solidFill>
                <a:hlinkClick r:id="rId3"/>
              </a:rPr>
              <a:t>/Azure-PaaS-Workshop</a:t>
            </a:r>
            <a:endParaRPr lang="en-US" altLang="ja-JP" sz="1600" dirty="0">
              <a:solidFill>
                <a:srgbClr val="344054"/>
              </a:solidFill>
            </a:endParaRPr>
          </a:p>
        </p:txBody>
      </p:sp>
      <p:sp>
        <p:nvSpPr>
          <p:cNvPr id="6" name="字幕 1">
            <a:extLst>
              <a:ext uri="{FF2B5EF4-FFF2-40B4-BE49-F238E27FC236}">
                <a16:creationId xmlns:a16="http://schemas.microsoft.com/office/drawing/2014/main" id="{4A13BE30-C3BC-D85D-19EA-1A3996EB8C6F}"/>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8" name="図 7">
            <a:extLst>
              <a:ext uri="{FF2B5EF4-FFF2-40B4-BE49-F238E27FC236}">
                <a16:creationId xmlns:a16="http://schemas.microsoft.com/office/drawing/2014/main" id="{A3E64EA5-E6C7-6FBA-D3F3-99061BE789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37501" y="2285607"/>
            <a:ext cx="6675748" cy="4172343"/>
          </a:xfrm>
          <a:prstGeom prst="rect">
            <a:avLst/>
          </a:prstGeom>
        </p:spPr>
      </p:pic>
    </p:spTree>
    <p:extLst>
      <p:ext uri="{BB962C8B-B14F-4D97-AF65-F5344CB8AC3E}">
        <p14:creationId xmlns:p14="http://schemas.microsoft.com/office/powerpoint/2010/main" val="7886681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9FB08-BCE0-C40D-651F-DEA44BAF55BF}"/>
            </a:ext>
          </a:extLst>
        </p:cNvPr>
        <p:cNvGrpSpPr/>
        <p:nvPr/>
      </p:nvGrpSpPr>
      <p:grpSpPr>
        <a:xfrm>
          <a:off x="0" y="0"/>
          <a:ext cx="0" cy="0"/>
          <a:chOff x="0" y="0"/>
          <a:chExt cx="0" cy="0"/>
        </a:xfrm>
      </p:grpSpPr>
      <p:pic>
        <p:nvPicPr>
          <p:cNvPr id="102" name="図 101">
            <a:extLst>
              <a:ext uri="{FF2B5EF4-FFF2-40B4-BE49-F238E27FC236}">
                <a16:creationId xmlns:a16="http://schemas.microsoft.com/office/drawing/2014/main" id="{31726AC0-DA59-74DE-727E-A1C85EF40823}"/>
              </a:ext>
            </a:extLst>
          </p:cNvPr>
          <p:cNvPicPr>
            <a:picLocks noChangeAspect="1"/>
          </p:cNvPicPr>
          <p:nvPr/>
        </p:nvPicPr>
        <p:blipFill>
          <a:blip r:embed="rId3"/>
          <a:stretch>
            <a:fillRect/>
          </a:stretch>
        </p:blipFill>
        <p:spPr>
          <a:xfrm>
            <a:off x="3086869" y="2270048"/>
            <a:ext cx="6448702" cy="4225854"/>
          </a:xfrm>
          <a:prstGeom prst="rect">
            <a:avLst/>
          </a:prstGeom>
        </p:spPr>
      </p:pic>
      <p:sp>
        <p:nvSpPr>
          <p:cNvPr id="9" name="正方形/長方形 8">
            <a:extLst>
              <a:ext uri="{FF2B5EF4-FFF2-40B4-BE49-F238E27FC236}">
                <a16:creationId xmlns:a16="http://schemas.microsoft.com/office/drawing/2014/main" id="{62AD2D26-5ECA-C8FC-AD94-78D514713C2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ja-JP" altLang="en-US" sz="2000" b="1">
                <a:solidFill>
                  <a:srgbClr val="1F2937"/>
                </a:solidFill>
                <a:latin typeface="Yu Gothic" pitchFamily="34" charset="0"/>
                <a:ea typeface="Yu Gothic" pitchFamily="34" charset="-122"/>
                <a:cs typeface="Yu Gothic" pitchFamily="34" charset="-120"/>
              </a:rPr>
              <a:t>サンプルアプリのアーキテクチャ</a:t>
            </a:r>
            <a:endParaRPr lang="en-US" altLang="ja-JP" sz="2000" dirty="0"/>
          </a:p>
        </p:txBody>
      </p:sp>
      <p:sp>
        <p:nvSpPr>
          <p:cNvPr id="2" name="正方形/長方形 1">
            <a:extLst>
              <a:ext uri="{FF2B5EF4-FFF2-40B4-BE49-F238E27FC236}">
                <a16:creationId xmlns:a16="http://schemas.microsoft.com/office/drawing/2014/main" id="{9F18737D-5DE4-5B70-ED58-842C42A5F55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9</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C9DE698E-3527-EA35-82EA-AF3A6546595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62940DFE-DA5F-F2C0-8D69-F48EEFF338A0}"/>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02000"/>
              </a:lnSpc>
              <a:buNone/>
            </a:pPr>
            <a:r>
              <a:rPr lang="ja-JP" altLang="en-US" sz="1600">
                <a:solidFill>
                  <a:srgbClr val="334155"/>
                </a:solidFill>
                <a:latin typeface="Yu Gothic UI" panose="020B0500000000000000" pitchFamily="34" charset="-128"/>
                <a:ea typeface="Yu Gothic UI" panose="020B0500000000000000" pitchFamily="34" charset="-128"/>
                <a:cs typeface="Yu Gothic" pitchFamily="34" charset="-120"/>
              </a:rPr>
              <a:t>サンプルアプリは</a:t>
            </a:r>
            <a:r>
              <a:rPr lang="en-US" altLang="ja-JP" sz="1600" dirty="0">
                <a:solidFill>
                  <a:srgbClr val="334155"/>
                </a:solidFill>
                <a:latin typeface="Yu Gothic UI" panose="020B0500000000000000" pitchFamily="34" charset="-128"/>
                <a:ea typeface="Yu Gothic UI" panose="020B0500000000000000" pitchFamily="34" charset="-128"/>
                <a:cs typeface="Yu Gothic" pitchFamily="34" charset="-120"/>
              </a:rPr>
              <a:t> Static Web Apps </a:t>
            </a:r>
            <a:r>
              <a:rPr lang="ja-JP" altLang="en-US" sz="1600">
                <a:solidFill>
                  <a:srgbClr val="334155"/>
                </a:solidFill>
                <a:latin typeface="Yu Gothic UI" panose="020B0500000000000000" pitchFamily="34" charset="-128"/>
                <a:ea typeface="Yu Gothic UI" panose="020B0500000000000000" pitchFamily="34" charset="-128"/>
                <a:cs typeface="Yu Gothic" pitchFamily="34" charset="-120"/>
              </a:rPr>
              <a:t>が静的コンテンツ</a:t>
            </a:r>
            <a:r>
              <a:rPr lang="en-US" altLang="ja-JP" sz="1600" dirty="0">
                <a:solidFill>
                  <a:srgbClr val="334155"/>
                </a:solidFill>
                <a:latin typeface="Yu Gothic UI" panose="020B0500000000000000" pitchFamily="34" charset="-128"/>
                <a:ea typeface="Yu Gothic UI" panose="020B0500000000000000" pitchFamily="34" charset="-128"/>
                <a:cs typeface="Yu Gothic" pitchFamily="34" charset="-120"/>
              </a:rPr>
              <a:t> (</a:t>
            </a:r>
            <a:r>
              <a:rPr lang="ja-JP" altLang="en-US" sz="1600">
                <a:solidFill>
                  <a:srgbClr val="334155"/>
                </a:solidFill>
                <a:latin typeface="Yu Gothic UI" panose="020B0500000000000000" pitchFamily="34" charset="-128"/>
                <a:ea typeface="Yu Gothic UI" panose="020B0500000000000000" pitchFamily="34" charset="-128"/>
                <a:cs typeface="Yu Gothic" pitchFamily="34" charset="-120"/>
              </a:rPr>
              <a:t>フロントエンドアプリ</a:t>
            </a:r>
            <a:r>
              <a:rPr lang="en-US" altLang="ja-JP" sz="1600" dirty="0">
                <a:solidFill>
                  <a:srgbClr val="334155"/>
                </a:solidFill>
                <a:latin typeface="Yu Gothic UI" panose="020B0500000000000000" pitchFamily="34" charset="-128"/>
                <a:ea typeface="Yu Gothic UI" panose="020B0500000000000000" pitchFamily="34" charset="-128"/>
                <a:cs typeface="Yu Gothic" pitchFamily="34" charset="-120"/>
              </a:rPr>
              <a:t>) </a:t>
            </a:r>
            <a:r>
              <a:rPr lang="ja-JP" altLang="en-US" sz="1600">
                <a:solidFill>
                  <a:srgbClr val="334155"/>
                </a:solidFill>
                <a:latin typeface="Yu Gothic UI" panose="020B0500000000000000" pitchFamily="34" charset="-128"/>
                <a:ea typeface="Yu Gothic UI" panose="020B0500000000000000" pitchFamily="34" charset="-128"/>
                <a:cs typeface="Yu Gothic" pitchFamily="34" charset="-120"/>
              </a:rPr>
              <a:t>のホスティングを行い</a:t>
            </a:r>
            <a:r>
              <a:rPr lang="en-US" altLang="ja-JP" sz="1600" dirty="0">
                <a:solidFill>
                  <a:srgbClr val="334155"/>
                </a:solidFill>
                <a:latin typeface="Yu Gothic UI" panose="020B0500000000000000" pitchFamily="34" charset="-128"/>
                <a:ea typeface="Yu Gothic UI" panose="020B0500000000000000" pitchFamily="34" charset="-128"/>
                <a:cs typeface="Yu Gothic" pitchFamily="34" charset="-120"/>
              </a:rPr>
              <a:t>、SWA </a:t>
            </a:r>
            <a:r>
              <a:rPr lang="ja-JP" altLang="en-US" sz="1600">
                <a:solidFill>
                  <a:srgbClr val="334155"/>
                </a:solidFill>
                <a:latin typeface="Yu Gothic UI" panose="020B0500000000000000" pitchFamily="34" charset="-128"/>
                <a:ea typeface="Yu Gothic UI" panose="020B0500000000000000" pitchFamily="34" charset="-128"/>
                <a:cs typeface="Yu Gothic" pitchFamily="34" charset="-120"/>
              </a:rPr>
              <a:t>の</a:t>
            </a:r>
            <a:r>
              <a:rPr lang="en-US" altLang="ja-JP" sz="1600" dirty="0">
                <a:solidFill>
                  <a:srgbClr val="334155"/>
                </a:solidFill>
                <a:latin typeface="Yu Gothic UI" panose="020B0500000000000000" pitchFamily="34" charset="-128"/>
                <a:ea typeface="Yu Gothic UI" panose="020B0500000000000000" pitchFamily="34" charset="-128"/>
                <a:cs typeface="Yu Gothic" pitchFamily="34" charset="-120"/>
              </a:rPr>
              <a:t> API </a:t>
            </a:r>
            <a:r>
              <a:rPr lang="ja-JP" altLang="en-US" sz="1600">
                <a:solidFill>
                  <a:srgbClr val="334155"/>
                </a:solidFill>
                <a:latin typeface="Yu Gothic UI" panose="020B0500000000000000" pitchFamily="34" charset="-128"/>
                <a:ea typeface="Yu Gothic UI" panose="020B0500000000000000" pitchFamily="34" charset="-128"/>
                <a:cs typeface="Yu Gothic" pitchFamily="34" charset="-120"/>
              </a:rPr>
              <a:t>ルート経由でアクセスする、</a:t>
            </a:r>
            <a:r>
              <a:rPr lang="en-US" altLang="ja-JP" sz="1600" dirty="0">
                <a:solidFill>
                  <a:srgbClr val="334155"/>
                </a:solidFill>
                <a:latin typeface="Yu Gothic UI" panose="020B0500000000000000" pitchFamily="34" charset="-128"/>
                <a:ea typeface="Yu Gothic UI" panose="020B0500000000000000" pitchFamily="34" charset="-128"/>
                <a:cs typeface="Yu Gothic" pitchFamily="34" charset="-120"/>
              </a:rPr>
              <a:t>Function </a:t>
            </a:r>
            <a:r>
              <a:rPr lang="en-US" altLang="ja-JP" sz="1600" dirty="0" err="1">
                <a:solidFill>
                  <a:srgbClr val="334155"/>
                </a:solidFill>
                <a:latin typeface="Yu Gothic UI" panose="020B0500000000000000" pitchFamily="34" charset="-128"/>
                <a:ea typeface="Yu Gothic UI" panose="020B0500000000000000" pitchFamily="34" charset="-128"/>
                <a:cs typeface="Yu Gothic" pitchFamily="34" charset="-120"/>
              </a:rPr>
              <a:t>が</a:t>
            </a:r>
            <a:r>
              <a:rPr lang="en-US" altLang="ja-JP" sz="1600" dirty="0">
                <a:solidFill>
                  <a:srgbClr val="334155"/>
                </a:solidFill>
                <a:latin typeface="Yu Gothic UI" panose="020B0500000000000000" pitchFamily="34" charset="-128"/>
                <a:ea typeface="Yu Gothic UI" panose="020B0500000000000000" pitchFamily="34" charset="-128"/>
                <a:cs typeface="Yu Gothic" pitchFamily="34" charset="-120"/>
              </a:rPr>
              <a:t> Web API、 </a:t>
            </a:r>
            <a:r>
              <a:rPr lang="en-US" altLang="ja-JP" sz="1600" dirty="0" err="1">
                <a:solidFill>
                  <a:srgbClr val="334155"/>
                </a:solidFill>
                <a:latin typeface="Yu Gothic UI" panose="020B0500000000000000" pitchFamily="34" charset="-128"/>
                <a:ea typeface="Yu Gothic UI" panose="020B0500000000000000" pitchFamily="34" charset="-128"/>
                <a:cs typeface="Yu Gothic" pitchFamily="34" charset="-120"/>
              </a:rPr>
              <a:t>DocumentDB</a:t>
            </a:r>
            <a:r>
              <a:rPr lang="en-US" altLang="ja-JP" sz="1600" dirty="0">
                <a:solidFill>
                  <a:srgbClr val="334155"/>
                </a:solidFill>
                <a:latin typeface="Yu Gothic UI" panose="020B0500000000000000" pitchFamily="34" charset="-128"/>
                <a:ea typeface="Yu Gothic UI" panose="020B0500000000000000" pitchFamily="34" charset="-128"/>
                <a:cs typeface="Yu Gothic" pitchFamily="34" charset="-120"/>
              </a:rPr>
              <a:t> (MongoDB </a:t>
            </a:r>
            <a:r>
              <a:rPr lang="ja-JP" altLang="en-US" sz="1600">
                <a:solidFill>
                  <a:srgbClr val="334155"/>
                </a:solidFill>
                <a:latin typeface="Yu Gothic UI" panose="020B0500000000000000" pitchFamily="34" charset="-128"/>
                <a:ea typeface="Yu Gothic UI" panose="020B0500000000000000" pitchFamily="34" charset="-128"/>
                <a:cs typeface="Yu Gothic" pitchFamily="34" charset="-120"/>
              </a:rPr>
              <a:t>互換のマネージドサービス</a:t>
            </a:r>
            <a:r>
              <a:rPr lang="en-US" altLang="ja-JP" sz="1600" dirty="0">
                <a:solidFill>
                  <a:srgbClr val="334155"/>
                </a:solidFill>
                <a:latin typeface="Yu Gothic UI" panose="020B0500000000000000" pitchFamily="34" charset="-128"/>
                <a:ea typeface="Yu Gothic UI" panose="020B0500000000000000" pitchFamily="34" charset="-128"/>
                <a:cs typeface="Yu Gothic" pitchFamily="34" charset="-120"/>
              </a:rPr>
              <a:t>) </a:t>
            </a:r>
            <a:r>
              <a:rPr lang="en-US" altLang="ja-JP" sz="1600" dirty="0" err="1">
                <a:solidFill>
                  <a:srgbClr val="334155"/>
                </a:solidFill>
                <a:latin typeface="Yu Gothic UI" panose="020B0500000000000000" pitchFamily="34" charset="-128"/>
                <a:ea typeface="Yu Gothic UI" panose="020B0500000000000000" pitchFamily="34" charset="-128"/>
                <a:cs typeface="Yu Gothic" pitchFamily="34" charset="-120"/>
              </a:rPr>
              <a:t>がデータ保存を担当します</a:t>
            </a:r>
            <a:r>
              <a:rPr lang="en-US" altLang="ja-JP" sz="1600" dirty="0">
                <a:solidFill>
                  <a:srgbClr val="334155"/>
                </a:solidFill>
                <a:latin typeface="Yu Gothic UI" panose="020B0500000000000000" pitchFamily="34" charset="-128"/>
                <a:ea typeface="Yu Gothic UI" panose="020B0500000000000000" pitchFamily="34" charset="-128"/>
                <a:cs typeface="Yu Gothic" pitchFamily="34" charset="-120"/>
              </a:rPr>
              <a:t>。</a:t>
            </a:r>
            <a:endParaRPr lang="en-US" altLang="ja-JP" sz="1600" dirty="0">
              <a:latin typeface="Yu Gothic UI" panose="020B0500000000000000" pitchFamily="34" charset="-128"/>
              <a:ea typeface="Yu Gothic UI" panose="020B0500000000000000" pitchFamily="34" charset="-128"/>
            </a:endParaRPr>
          </a:p>
        </p:txBody>
      </p:sp>
      <p:sp>
        <p:nvSpPr>
          <p:cNvPr id="6" name="字幕 1">
            <a:extLst>
              <a:ext uri="{FF2B5EF4-FFF2-40B4-BE49-F238E27FC236}">
                <a16:creationId xmlns:a16="http://schemas.microsoft.com/office/drawing/2014/main" id="{8B7D3E56-FA07-ECFF-5E06-7FD22968F1FB}"/>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3" name="四角形吹き出し 12">
            <a:extLst>
              <a:ext uri="{FF2B5EF4-FFF2-40B4-BE49-F238E27FC236}">
                <a16:creationId xmlns:a16="http://schemas.microsoft.com/office/drawing/2014/main" id="{9CBC6540-2307-B0EF-7AC5-2E8F2379C727}"/>
              </a:ext>
            </a:extLst>
          </p:cNvPr>
          <p:cNvSpPr/>
          <p:nvPr/>
        </p:nvSpPr>
        <p:spPr>
          <a:xfrm>
            <a:off x="147624" y="2415615"/>
            <a:ext cx="3440226" cy="650087"/>
          </a:xfrm>
          <a:prstGeom prst="wedgeRectCallout">
            <a:avLst>
              <a:gd name="adj1" fmla="val 96801"/>
              <a:gd name="adj2" fmla="val 148871"/>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4" name="テキスト ボックス 13">
            <a:extLst>
              <a:ext uri="{FF2B5EF4-FFF2-40B4-BE49-F238E27FC236}">
                <a16:creationId xmlns:a16="http://schemas.microsoft.com/office/drawing/2014/main" id="{DF8A9B84-BB70-D1FD-7283-8F59B4F998A7}"/>
              </a:ext>
            </a:extLst>
          </p:cNvPr>
          <p:cNvSpPr txBox="1"/>
          <p:nvPr/>
        </p:nvSpPr>
        <p:spPr>
          <a:xfrm>
            <a:off x="147624" y="2485439"/>
            <a:ext cx="3393347" cy="523220"/>
          </a:xfrm>
          <a:prstGeom prst="rect">
            <a:avLst/>
          </a:prstGeom>
          <a:noFill/>
        </p:spPr>
        <p:txBody>
          <a:bodyPr wrap="square" rtlCol="0">
            <a:spAutoFit/>
          </a:bodyP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静的コンテンツ</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フロントエンドアプリ</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のホスティング、および</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API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ルートの公開</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5" name="四角形吹き出し 14">
            <a:extLst>
              <a:ext uri="{FF2B5EF4-FFF2-40B4-BE49-F238E27FC236}">
                <a16:creationId xmlns:a16="http://schemas.microsoft.com/office/drawing/2014/main" id="{282EA907-6C85-F3BC-BB06-46A6A27AC393}"/>
              </a:ext>
            </a:extLst>
          </p:cNvPr>
          <p:cNvSpPr/>
          <p:nvPr/>
        </p:nvSpPr>
        <p:spPr>
          <a:xfrm>
            <a:off x="1686560" y="4012108"/>
            <a:ext cx="2212454" cy="557331"/>
          </a:xfrm>
          <a:prstGeom prst="wedgeRectCallout">
            <a:avLst>
              <a:gd name="adj1" fmla="val 68851"/>
              <a:gd name="adj2" fmla="val 25614"/>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テキスト ボックス 15">
            <a:extLst>
              <a:ext uri="{FF2B5EF4-FFF2-40B4-BE49-F238E27FC236}">
                <a16:creationId xmlns:a16="http://schemas.microsoft.com/office/drawing/2014/main" id="{04815073-8E24-DF50-EE98-0664BA2E9525}"/>
              </a:ext>
            </a:extLst>
          </p:cNvPr>
          <p:cNvSpPr txBox="1"/>
          <p:nvPr/>
        </p:nvSpPr>
        <p:spPr>
          <a:xfrm>
            <a:off x="1758955" y="4109310"/>
            <a:ext cx="2152817" cy="307777"/>
          </a:xfrm>
          <a:prstGeom prst="rect">
            <a:avLst/>
          </a:prstGeom>
          <a:noFill/>
        </p:spPr>
        <p:txBody>
          <a:bodyPr wrap="square" rtlCol="0">
            <a:spAutoFit/>
          </a:bodyP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Web API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のホスティング</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9" name="四角形吹き出し 18">
            <a:extLst>
              <a:ext uri="{FF2B5EF4-FFF2-40B4-BE49-F238E27FC236}">
                <a16:creationId xmlns:a16="http://schemas.microsoft.com/office/drawing/2014/main" id="{56541220-A5BB-1D43-C24A-31082F8721CE}"/>
              </a:ext>
            </a:extLst>
          </p:cNvPr>
          <p:cNvSpPr/>
          <p:nvPr/>
        </p:nvSpPr>
        <p:spPr>
          <a:xfrm>
            <a:off x="8706792" y="4412236"/>
            <a:ext cx="2323320" cy="2051685"/>
          </a:xfrm>
          <a:prstGeom prst="wedgeRectCallout">
            <a:avLst>
              <a:gd name="adj1" fmla="val -150690"/>
              <a:gd name="adj2" fmla="val 26403"/>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0" name="テキスト ボックス 19">
            <a:extLst>
              <a:ext uri="{FF2B5EF4-FFF2-40B4-BE49-F238E27FC236}">
                <a16:creationId xmlns:a16="http://schemas.microsoft.com/office/drawing/2014/main" id="{7C4F7475-B32F-442F-99A9-160E99345192}"/>
              </a:ext>
            </a:extLst>
          </p:cNvPr>
          <p:cNvSpPr txBox="1"/>
          <p:nvPr/>
        </p:nvSpPr>
        <p:spPr>
          <a:xfrm>
            <a:off x="8792043" y="4432596"/>
            <a:ext cx="2152817" cy="2031325"/>
          </a:xfrm>
          <a:prstGeom prst="rect">
            <a:avLst/>
          </a:prstGeom>
          <a:noFill/>
        </p:spPr>
        <p:txBody>
          <a:bodyPr wrap="square" rtlCol="0">
            <a:spAutoFit/>
          </a:bodyP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Functions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の</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Web API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から</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Cosmos DB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へ接続するためのシークレットの格納。</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本来、</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Functions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のマネージド</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ID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に対する</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Entra ID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認証と</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Azure RBAC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での認可で良いが、サンプルの提示のために利用</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1" name="四角形吹き出し 20">
            <a:extLst>
              <a:ext uri="{FF2B5EF4-FFF2-40B4-BE49-F238E27FC236}">
                <a16:creationId xmlns:a16="http://schemas.microsoft.com/office/drawing/2014/main" id="{9F1F534C-31F6-DFB5-2D7D-FB36C54F9A89}"/>
              </a:ext>
            </a:extLst>
          </p:cNvPr>
          <p:cNvSpPr/>
          <p:nvPr/>
        </p:nvSpPr>
        <p:spPr>
          <a:xfrm>
            <a:off x="712366" y="5703034"/>
            <a:ext cx="2212454" cy="557331"/>
          </a:xfrm>
          <a:prstGeom prst="wedgeRectCallout">
            <a:avLst>
              <a:gd name="adj1" fmla="val 69878"/>
              <a:gd name="adj2" fmla="val 750"/>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2" name="テキスト ボックス 21">
            <a:extLst>
              <a:ext uri="{FF2B5EF4-FFF2-40B4-BE49-F238E27FC236}">
                <a16:creationId xmlns:a16="http://schemas.microsoft.com/office/drawing/2014/main" id="{8913C35A-3393-9A95-AD75-EFF7F00A1341}"/>
              </a:ext>
            </a:extLst>
          </p:cNvPr>
          <p:cNvSpPr txBox="1"/>
          <p:nvPr/>
        </p:nvSpPr>
        <p:spPr>
          <a:xfrm>
            <a:off x="784761" y="5800236"/>
            <a:ext cx="2152817" cy="307777"/>
          </a:xfrm>
          <a:prstGeom prst="rect">
            <a:avLst/>
          </a:prstGeom>
          <a:noFill/>
        </p:spPr>
        <p:txBody>
          <a:bodyPr wrap="square" rtlCol="0">
            <a:spAutoFit/>
          </a:bodyP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アプリのデータの保持</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3" name="四角形吹き出し 22">
            <a:extLst>
              <a:ext uri="{FF2B5EF4-FFF2-40B4-BE49-F238E27FC236}">
                <a16:creationId xmlns:a16="http://schemas.microsoft.com/office/drawing/2014/main" id="{597E5C21-C9B4-B918-1657-97F0D778B6EB}"/>
              </a:ext>
            </a:extLst>
          </p:cNvPr>
          <p:cNvSpPr/>
          <p:nvPr/>
        </p:nvSpPr>
        <p:spPr>
          <a:xfrm>
            <a:off x="8706792" y="3529742"/>
            <a:ext cx="2212454" cy="557331"/>
          </a:xfrm>
          <a:prstGeom prst="wedgeRectCallout">
            <a:avLst>
              <a:gd name="adj1" fmla="val -105240"/>
              <a:gd name="adj2" fmla="val 29504"/>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4" name="テキスト ボックス 23">
            <a:extLst>
              <a:ext uri="{FF2B5EF4-FFF2-40B4-BE49-F238E27FC236}">
                <a16:creationId xmlns:a16="http://schemas.microsoft.com/office/drawing/2014/main" id="{E1A560BC-018A-20BB-CD39-2C0B0B93F536}"/>
              </a:ext>
            </a:extLst>
          </p:cNvPr>
          <p:cNvSpPr txBox="1"/>
          <p:nvPr/>
        </p:nvSpPr>
        <p:spPr>
          <a:xfrm>
            <a:off x="8779187" y="3626944"/>
            <a:ext cx="2152817" cy="307777"/>
          </a:xfrm>
          <a:prstGeom prst="rect">
            <a:avLst/>
          </a:prstGeom>
          <a:noFill/>
        </p:spPr>
        <p:txBody>
          <a:bodyPr wrap="square" rtlCol="0">
            <a:spAutoFit/>
          </a:bodyP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監視</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2255320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826EB-B26F-D33D-1AFD-4019B70574C7}"/>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461B20F4-5830-1B52-6971-B8DD570D8024}"/>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ja-JP" altLang="en-US" sz="2000" b="1">
                <a:solidFill>
                  <a:srgbClr val="1F2937"/>
                </a:solidFill>
                <a:latin typeface="Yu Gothic" pitchFamily="34" charset="0"/>
                <a:ea typeface="Yu Gothic" pitchFamily="34" charset="-122"/>
                <a:cs typeface="Yu Gothic" pitchFamily="34" charset="-120"/>
              </a:rPr>
              <a:t>サンプルアプリのデプロイを自身で試して見る場合</a:t>
            </a:r>
            <a:endParaRPr lang="en-US" altLang="ja-JP" sz="2000" dirty="0"/>
          </a:p>
        </p:txBody>
      </p:sp>
      <p:sp>
        <p:nvSpPr>
          <p:cNvPr id="2" name="正方形/長方形 1">
            <a:extLst>
              <a:ext uri="{FF2B5EF4-FFF2-40B4-BE49-F238E27FC236}">
                <a16:creationId xmlns:a16="http://schemas.microsoft.com/office/drawing/2014/main" id="{CE6224D1-6805-BF21-916E-EE137CB6BE9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9</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0C9AB1C1-4BAA-034B-93F6-48AA31D77C8B}"/>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10147177-4477-0521-FCFD-C649212F6C52}"/>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02000"/>
              </a:lnSpc>
              <a:buNone/>
            </a:pPr>
            <a:r>
              <a:rPr lang="ja-JP" altLang="en-US" sz="1600">
                <a:solidFill>
                  <a:srgbClr val="334155"/>
                </a:solidFill>
                <a:latin typeface="Yu Gothic UI" panose="020B0500000000000000" pitchFamily="34" charset="-128"/>
                <a:ea typeface="Yu Gothic UI" panose="020B0500000000000000" pitchFamily="34" charset="-128"/>
                <a:cs typeface="Yu Gothic" pitchFamily="34" charset="-120"/>
                <a:hlinkClick r:id="rId3"/>
              </a:rPr>
              <a:t>サンプルアプリはデプロイ手順を記したポータル</a:t>
            </a:r>
            <a:r>
              <a:rPr lang="ja-JP" altLang="en-US" sz="1600">
                <a:solidFill>
                  <a:srgbClr val="334155"/>
                </a:solidFill>
                <a:latin typeface="Yu Gothic UI" panose="020B0500000000000000" pitchFamily="34" charset="-128"/>
                <a:ea typeface="Yu Gothic UI" panose="020B0500000000000000" pitchFamily="34" charset="-128"/>
                <a:cs typeface="Yu Gothic" pitchFamily="34" charset="-120"/>
              </a:rPr>
              <a:t>を用意しています。ぜひこちらを見てデプロイに挑戦してみて下さい。</a:t>
            </a:r>
            <a:endParaRPr lang="en-US" altLang="ja-JP" sz="1600" dirty="0">
              <a:solidFill>
                <a:srgbClr val="334155"/>
              </a:solidFill>
              <a:latin typeface="Yu Gothic UI" panose="020B0500000000000000" pitchFamily="34" charset="-128"/>
              <a:ea typeface="Yu Gothic UI" panose="020B0500000000000000" pitchFamily="34" charset="-128"/>
              <a:cs typeface="Yu Gothic" pitchFamily="34" charset="-120"/>
            </a:endParaRPr>
          </a:p>
          <a:p>
            <a:pPr marL="0" indent="0">
              <a:lnSpc>
                <a:spcPct val="102000"/>
              </a:lnSpc>
              <a:buNone/>
            </a:pPr>
            <a:endParaRPr lang="en-US" altLang="ja-JP" sz="1600" dirty="0">
              <a:solidFill>
                <a:srgbClr val="334155"/>
              </a:solidFill>
              <a:latin typeface="Yu Gothic UI" panose="020B0500000000000000" pitchFamily="34" charset="-128"/>
              <a:ea typeface="Yu Gothic UI" panose="020B0500000000000000" pitchFamily="34" charset="-128"/>
              <a:cs typeface="Yu Gothic" pitchFamily="34" charset="-120"/>
            </a:endParaRPr>
          </a:p>
        </p:txBody>
      </p:sp>
      <p:sp>
        <p:nvSpPr>
          <p:cNvPr id="6" name="字幕 1">
            <a:extLst>
              <a:ext uri="{FF2B5EF4-FFF2-40B4-BE49-F238E27FC236}">
                <a16:creationId xmlns:a16="http://schemas.microsoft.com/office/drawing/2014/main" id="{03491C78-70F5-E297-CA3D-9DA62C8A87DB}"/>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7" name="図 6">
            <a:extLst>
              <a:ext uri="{FF2B5EF4-FFF2-40B4-BE49-F238E27FC236}">
                <a16:creationId xmlns:a16="http://schemas.microsoft.com/office/drawing/2014/main" id="{5D6F39FC-E67F-64CC-3CE1-AFC24E7CCE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89462" y="1941147"/>
            <a:ext cx="7213076" cy="4508173"/>
          </a:xfrm>
          <a:prstGeom prst="rect">
            <a:avLst/>
          </a:prstGeom>
        </p:spPr>
      </p:pic>
    </p:spTree>
    <p:extLst>
      <p:ext uri="{BB962C8B-B14F-4D97-AF65-F5344CB8AC3E}">
        <p14:creationId xmlns:p14="http://schemas.microsoft.com/office/powerpoint/2010/main" val="1409895977"/>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chor="ctr">
        <a:spAutoFit/>
      </a:bodyPr>
      <a:lstStyle>
        <a:defPPr marL="0" marR="0" indent="0" algn="l" defTabSz="931757" rtl="0" eaLnBrk="1" fontAlgn="base" latinLnBrk="0" hangingPunct="1">
          <a:lnSpc>
            <a:spcPct val="90000"/>
          </a:lnSpc>
          <a:spcBef>
            <a:spcPct val="0"/>
          </a:spcBef>
          <a:spcAft>
            <a:spcPct val="0"/>
          </a:spcAft>
          <a:buClrTx/>
          <a:buSzTx/>
          <a:buFontTx/>
          <a:buNone/>
          <a:tabLst/>
          <a:defRPr kumimoji="0" sz="1600" b="0" i="0" u="none" strike="noStrike" kern="1200" cap="none" spc="0" normalizeH="0" baseline="0" noProof="0" smtClean="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defRPr>
        </a:defPPr>
      </a:lstStyle>
    </a:tx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19811</TotalTime>
  <Words>3451</Words>
  <Application>Microsoft Macintosh PowerPoint</Application>
  <DocSecurity>0</DocSecurity>
  <PresentationFormat>ワイド画面</PresentationFormat>
  <Paragraphs>477</Paragraphs>
  <Slides>29</Slides>
  <Notes>25</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29</vt:i4>
      </vt:variant>
    </vt:vector>
  </HeadingPairs>
  <TitlesOfParts>
    <vt:vector size="37" baseType="lpstr">
      <vt:lpstr>Meiryo UI</vt:lpstr>
      <vt:lpstr>Yu Gothic UI</vt:lpstr>
      <vt:lpstr>Yu Gothic</vt:lpstr>
      <vt:lpstr>Yu Gothic</vt:lpstr>
      <vt:lpstr>Arial</vt:lpstr>
      <vt:lpstr>Segoe UI</vt:lpstr>
      <vt:lpstr>Segoe UI Semibold</vt:lpstr>
      <vt:lpstr>Office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hiyam_external_tenant_992867</cp:lastModifiedBy>
  <cp:revision>6</cp:revision>
  <dcterms:created xsi:type="dcterms:W3CDTF">2026-05-27T01:15:34Z</dcterms:created>
  <dcterms:modified xsi:type="dcterms:W3CDTF">2026-07-22T06:30:04Z</dcterms:modified>
</cp:coreProperties>
</file>