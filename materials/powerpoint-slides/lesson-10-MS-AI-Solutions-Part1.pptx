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62" r:id="rId3"/>
    <p:sldId id="257" r:id="rId4"/>
    <p:sldId id="2076138975" r:id="rId5"/>
    <p:sldId id="2076139062" r:id="rId6"/>
    <p:sldId id="2076139042" r:id="rId7"/>
    <p:sldId id="2076139061" r:id="rId8"/>
    <p:sldId id="2076139038" r:id="rId9"/>
    <p:sldId id="2076139086" r:id="rId10"/>
    <p:sldId id="2076139087" r:id="rId11"/>
    <p:sldId id="2076139088" r:id="rId12"/>
    <p:sldId id="2076139089" r:id="rId13"/>
    <p:sldId id="2076139090" r:id="rId14"/>
    <p:sldId id="2076139091" r:id="rId15"/>
    <p:sldId id="2076139092" r:id="rId16"/>
    <p:sldId id="2076139093" r:id="rId17"/>
    <p:sldId id="2076139094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278CA2B2-9711-034F-A366-FB669B9845B9}">
          <p14:sldIdLst>
            <p14:sldId id="256"/>
            <p14:sldId id="262"/>
            <p14:sldId id="257"/>
          </p14:sldIdLst>
        </p14:section>
        <p14:section name="Section 1" id="{B8EAF6B5-498F-D04D-A0FC-6F269AF9709F}">
          <p14:sldIdLst>
            <p14:sldId id="2076138975"/>
            <p14:sldId id="2076139062"/>
          </p14:sldIdLst>
        </p14:section>
        <p14:section name="Section 2" id="{CD15DF56-14BE-F040-AC45-0A3E37AD338D}">
          <p14:sldIdLst>
            <p14:sldId id="2076139042"/>
            <p14:sldId id="2076139061"/>
            <p14:sldId id="2076139038"/>
            <p14:sldId id="2076139086"/>
            <p14:sldId id="2076139087"/>
            <p14:sldId id="2076139088"/>
            <p14:sldId id="2076139089"/>
            <p14:sldId id="2076139090"/>
            <p14:sldId id="2076139091"/>
            <p14:sldId id="2076139092"/>
            <p14:sldId id="2076139093"/>
            <p14:sldId id="20761390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C8D6"/>
    <a:srgbClr val="334155"/>
    <a:srgbClr val="4472C4"/>
    <a:srgbClr val="70AD47"/>
    <a:srgbClr val="3D74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E225A0-B1B1-694F-A4A2-6C1DCED22C87}" v="319" dt="2026-07-31T07:07:12.5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1840"/>
  </p:normalViewPr>
  <p:slideViewPr>
    <p:cSldViewPr snapToGrid="0">
      <p:cViewPr varScale="1">
        <p:scale>
          <a:sx n="111" d="100"/>
          <a:sy n="111" d="100"/>
        </p:scale>
        <p:origin x="17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ronari Yamada" userId="e57621f8-ec3c-449e-bb19-001fffcc008e" providerId="ADAL" clId="{BC0BD879-F267-5CCA-8DEA-E3B2DD07DA4E}"/>
    <pc:docChg chg="undo redo custSel addSld delSld modSld sldOrd addSection delSection modSection modNotesMaster">
      <pc:chgData name="Hironari Yamada" userId="e57621f8-ec3c-449e-bb19-001fffcc008e" providerId="ADAL" clId="{BC0BD879-F267-5CCA-8DEA-E3B2DD07DA4E}" dt="2026-07-31T07:10:37.938" v="14585" actId="20577"/>
      <pc:docMkLst>
        <pc:docMk/>
      </pc:docMkLst>
      <pc:sldChg chg="modSp mod modNotes">
        <pc:chgData name="Hironari Yamada" userId="e57621f8-ec3c-449e-bb19-001fffcc008e" providerId="ADAL" clId="{BC0BD879-F267-5CCA-8DEA-E3B2DD07DA4E}" dt="2026-07-31T01:10:14.838" v="12843" actId="26606"/>
        <pc:sldMkLst>
          <pc:docMk/>
          <pc:sldMk cId="188169028" sldId="256"/>
        </pc:sldMkLst>
        <pc:spChg chg="mod">
          <ac:chgData name="Hironari Yamada" userId="e57621f8-ec3c-449e-bb19-001fffcc008e" providerId="ADAL" clId="{BC0BD879-F267-5CCA-8DEA-E3B2DD07DA4E}" dt="2026-07-23T01:06:17.152" v="10231" actId="20577"/>
          <ac:spMkLst>
            <pc:docMk/>
            <pc:sldMk cId="188169028" sldId="256"/>
            <ac:spMk id="5" creationId="{9DBD5B95-C9F5-4638-96D9-A8CE4A155095}"/>
          </ac:spMkLst>
        </pc:spChg>
        <pc:spChg chg="mod">
          <ac:chgData name="Hironari Yamada" userId="e57621f8-ec3c-449e-bb19-001fffcc008e" providerId="ADAL" clId="{BC0BD879-F267-5CCA-8DEA-E3B2DD07DA4E}" dt="2026-07-30T06:29:48.122" v="12629" actId="26606"/>
          <ac:spMkLst>
            <pc:docMk/>
            <pc:sldMk cId="188169028" sldId="256"/>
            <ac:spMk id="6" creationId="{2769FC6D-0B0A-4C37-8C6D-9B70639859DC}"/>
          </ac:spMkLst>
        </pc:spChg>
        <pc:spChg chg="mod">
          <ac:chgData name="Hironari Yamada" userId="e57621f8-ec3c-449e-bb19-001fffcc008e" providerId="ADAL" clId="{BC0BD879-F267-5CCA-8DEA-E3B2DD07DA4E}" dt="2026-07-30T06:29:48.122" v="12629" actId="26606"/>
          <ac:spMkLst>
            <pc:docMk/>
            <pc:sldMk cId="188169028" sldId="256"/>
            <ac:spMk id="7" creationId="{DFE36B7A-5E3C-45E7-B5C6-DD919C94A7E7}"/>
          </ac:spMkLst>
        </pc:spChg>
        <pc:spChg chg="mod">
          <ac:chgData name="Hironari Yamada" userId="e57621f8-ec3c-449e-bb19-001fffcc008e" providerId="ADAL" clId="{BC0BD879-F267-5CCA-8DEA-E3B2DD07DA4E}" dt="2026-07-23T00:47:11.494" v="9581" actId="20577"/>
          <ac:spMkLst>
            <pc:docMk/>
            <pc:sldMk cId="188169028" sldId="256"/>
            <ac:spMk id="8" creationId="{BFE25AC2-4ACC-4216-8714-96B55FB68F91}"/>
          </ac:spMkLst>
        </pc:spChg>
        <pc:spChg chg="mod">
          <ac:chgData name="Hironari Yamada" userId="e57621f8-ec3c-449e-bb19-001fffcc008e" providerId="ADAL" clId="{BC0BD879-F267-5CCA-8DEA-E3B2DD07DA4E}" dt="2026-07-23T00:47:18.263" v="9586" actId="20577"/>
          <ac:spMkLst>
            <pc:docMk/>
            <pc:sldMk cId="188169028" sldId="256"/>
            <ac:spMk id="10" creationId="{E22E1A59-BBE7-499C-B63A-23D32A401642}"/>
          </ac:spMkLst>
        </pc:spChg>
      </pc:sldChg>
      <pc:sldChg chg="modSp modNotes">
        <pc:chgData name="Hironari Yamada" userId="e57621f8-ec3c-449e-bb19-001fffcc008e" providerId="ADAL" clId="{BC0BD879-F267-5CCA-8DEA-E3B2DD07DA4E}" dt="2026-07-31T01:10:14.838" v="12843" actId="26606"/>
        <pc:sldMkLst>
          <pc:docMk/>
          <pc:sldMk cId="1186077149" sldId="257"/>
        </pc:sldMkLst>
        <pc:spChg chg="mod">
          <ac:chgData name="Hironari Yamada" userId="e57621f8-ec3c-449e-bb19-001fffcc008e" providerId="ADAL" clId="{BC0BD879-F267-5CCA-8DEA-E3B2DD07DA4E}" dt="2026-07-23T00:48:13.810" v="9643"/>
          <ac:spMkLst>
            <pc:docMk/>
            <pc:sldMk cId="1186077149" sldId="257"/>
            <ac:spMk id="2" creationId="{09603FD4-D301-438E-8486-12311D034221}"/>
          </ac:spMkLst>
        </pc:spChg>
      </pc:sldChg>
      <pc:sldChg chg="modSp mod modNotes">
        <pc:chgData name="Hironari Yamada" userId="e57621f8-ec3c-449e-bb19-001fffcc008e" providerId="ADAL" clId="{BC0BD879-F267-5CCA-8DEA-E3B2DD07DA4E}" dt="2026-07-31T01:10:14.838" v="12843" actId="26606"/>
        <pc:sldMkLst>
          <pc:docMk/>
          <pc:sldMk cId="355900499" sldId="262"/>
        </pc:sldMkLst>
        <pc:spChg chg="mod">
          <ac:chgData name="Hironari Yamada" userId="e57621f8-ec3c-449e-bb19-001fffcc008e" providerId="ADAL" clId="{BC0BD879-F267-5CCA-8DEA-E3B2DD07DA4E}" dt="2026-07-23T00:48:13.810" v="9643"/>
          <ac:spMkLst>
            <pc:docMk/>
            <pc:sldMk cId="355900499" sldId="262"/>
            <ac:spMk id="2" creationId="{4FE21A59-58EA-A527-EEA9-DF81F838E9C2}"/>
          </ac:spMkLst>
        </pc:spChg>
        <pc:spChg chg="mod">
          <ac:chgData name="Hironari Yamada" userId="e57621f8-ec3c-449e-bb19-001fffcc008e" providerId="ADAL" clId="{BC0BD879-F267-5CCA-8DEA-E3B2DD07DA4E}" dt="2026-07-30T06:29:48.122" v="12629" actId="26606"/>
          <ac:spMkLst>
            <pc:docMk/>
            <pc:sldMk cId="355900499" sldId="262"/>
            <ac:spMk id="6" creationId="{3CD4F1C1-B153-1649-DE13-A602B7064ABE}"/>
          </ac:spMkLst>
        </pc:spChg>
      </pc:sldChg>
      <pc:sldChg chg="modSp mod">
        <pc:chgData name="Hironari Yamada" userId="e57621f8-ec3c-449e-bb19-001fffcc008e" providerId="ADAL" clId="{BC0BD879-F267-5CCA-8DEA-E3B2DD07DA4E}" dt="2026-07-23T01:06:29.919" v="10251" actId="20577"/>
        <pc:sldMkLst>
          <pc:docMk/>
          <pc:sldMk cId="0" sldId="2076138975"/>
        </pc:sldMkLst>
        <pc:spChg chg="mod">
          <ac:chgData name="Hironari Yamada" userId="e57621f8-ec3c-449e-bb19-001fffcc008e" providerId="ADAL" clId="{BC0BD879-F267-5CCA-8DEA-E3B2DD07DA4E}" dt="2026-07-23T01:06:29.919" v="10251" actId="20577"/>
          <ac:spMkLst>
            <pc:docMk/>
            <pc:sldMk cId="0" sldId="2076138975"/>
            <ac:spMk id="2" creationId="{00000000-0000-0000-0000-000000000000}"/>
          </ac:spMkLst>
        </pc:spChg>
      </pc:sldChg>
      <pc:sldChg chg="addSp delSp modSp mod ord modNotes">
        <pc:chgData name="Hironari Yamada" userId="e57621f8-ec3c-449e-bb19-001fffcc008e" providerId="ADAL" clId="{BC0BD879-F267-5CCA-8DEA-E3B2DD07DA4E}" dt="2026-07-31T01:10:14.838" v="12843" actId="26606"/>
        <pc:sldMkLst>
          <pc:docMk/>
          <pc:sldMk cId="3202806209" sldId="2076139038"/>
        </pc:sldMkLst>
        <pc:spChg chg="mod">
          <ac:chgData name="Hironari Yamada" userId="e57621f8-ec3c-449e-bb19-001fffcc008e" providerId="ADAL" clId="{BC0BD879-F267-5CCA-8DEA-E3B2DD07DA4E}" dt="2026-07-23T00:48:13.810" v="9643"/>
          <ac:spMkLst>
            <pc:docMk/>
            <pc:sldMk cId="3202806209" sldId="2076139038"/>
            <ac:spMk id="2" creationId="{6002608E-6C12-826A-3562-E9407A638A15}"/>
          </ac:spMkLst>
        </pc:spChg>
        <pc:spChg chg="mod">
          <ac:chgData name="Hironari Yamada" userId="e57621f8-ec3c-449e-bb19-001fffcc008e" providerId="ADAL" clId="{BC0BD879-F267-5CCA-8DEA-E3B2DD07DA4E}" dt="2026-07-30T01:37:57.718" v="11660" actId="404"/>
          <ac:spMkLst>
            <pc:docMk/>
            <pc:sldMk cId="3202806209" sldId="2076139038"/>
            <ac:spMk id="3" creationId="{13CE9210-429A-0A4A-2530-6B11D2BD9B88}"/>
          </ac:spMkLst>
        </pc:spChg>
        <pc:spChg chg="mod">
          <ac:chgData name="Hironari Yamada" userId="e57621f8-ec3c-449e-bb19-001fffcc008e" providerId="ADAL" clId="{BC0BD879-F267-5CCA-8DEA-E3B2DD07DA4E}" dt="2026-07-30T01:23:23.061" v="10987" actId="20577"/>
          <ac:spMkLst>
            <pc:docMk/>
            <pc:sldMk cId="3202806209" sldId="2076139038"/>
            <ac:spMk id="9" creationId="{05D7809C-3465-2458-9DBC-AB467D3B975C}"/>
          </ac:spMkLst>
        </pc:spChg>
        <pc:spChg chg="add mod">
          <ac:chgData name="Hironari Yamada" userId="e57621f8-ec3c-449e-bb19-001fffcc008e" providerId="ADAL" clId="{BC0BD879-F267-5CCA-8DEA-E3B2DD07DA4E}" dt="2026-07-23T01:05:00.028" v="10117" actId="404"/>
          <ac:spMkLst>
            <pc:docMk/>
            <pc:sldMk cId="3202806209" sldId="2076139038"/>
            <ac:spMk id="162" creationId="{13D34672-87C6-A05D-3C20-AC1C5F53AF9E}"/>
          </ac:spMkLst>
        </pc:spChg>
        <pc:spChg chg="add mod">
          <ac:chgData name="Hironari Yamada" userId="e57621f8-ec3c-449e-bb19-001fffcc008e" providerId="ADAL" clId="{BC0BD879-F267-5CCA-8DEA-E3B2DD07DA4E}" dt="2026-07-23T01:05:36.670" v="10203" actId="20577"/>
          <ac:spMkLst>
            <pc:docMk/>
            <pc:sldMk cId="3202806209" sldId="2076139038"/>
            <ac:spMk id="163" creationId="{6145317C-FABF-5CAD-5AFA-5B9B3F32E7CA}"/>
          </ac:spMkLst>
        </pc:spChg>
        <pc:picChg chg="add mod">
          <ac:chgData name="Hironari Yamada" userId="e57621f8-ec3c-449e-bb19-001fffcc008e" providerId="ADAL" clId="{BC0BD879-F267-5CCA-8DEA-E3B2DD07DA4E}" dt="2026-07-23T01:01:53.687" v="9765" actId="1076"/>
          <ac:picMkLst>
            <pc:docMk/>
            <pc:sldMk cId="3202806209" sldId="2076139038"/>
            <ac:picMk id="160" creationId="{AAE63213-45FC-60D4-DE63-C222A02C0CBD}"/>
          </ac:picMkLst>
        </pc:picChg>
      </pc:sldChg>
      <pc:sldChg chg="addSp delSp modSp del mod">
        <pc:chgData name="Hironari Yamada" userId="e57621f8-ec3c-449e-bb19-001fffcc008e" providerId="ADAL" clId="{BC0BD879-F267-5CCA-8DEA-E3B2DD07DA4E}" dt="2026-07-30T01:19:32.630" v="10850" actId="2696"/>
        <pc:sldMkLst>
          <pc:docMk/>
          <pc:sldMk cId="646352617" sldId="2076139039"/>
        </pc:sldMkLst>
      </pc:sldChg>
      <pc:sldChg chg="modSp del">
        <pc:chgData name="Hironari Yamada" userId="e57621f8-ec3c-449e-bb19-001fffcc008e" providerId="ADAL" clId="{BC0BD879-F267-5CCA-8DEA-E3B2DD07DA4E}" dt="2026-07-30T01:19:33.164" v="10851" actId="2696"/>
        <pc:sldMkLst>
          <pc:docMk/>
          <pc:sldMk cId="3549203870" sldId="2076139040"/>
        </pc:sldMkLst>
      </pc:sldChg>
      <pc:sldChg chg="modSp add del mod">
        <pc:chgData name="Hironari Yamada" userId="e57621f8-ec3c-449e-bb19-001fffcc008e" providerId="ADAL" clId="{BC0BD879-F267-5CCA-8DEA-E3B2DD07DA4E}" dt="2026-07-30T01:42:11.171" v="11877" actId="2696"/>
        <pc:sldMkLst>
          <pc:docMk/>
          <pc:sldMk cId="1473070938" sldId="2076139041"/>
        </pc:sldMkLst>
      </pc:sldChg>
      <pc:sldChg chg="modSp mod">
        <pc:chgData name="Hironari Yamada" userId="e57621f8-ec3c-449e-bb19-001fffcc008e" providerId="ADAL" clId="{BC0BD879-F267-5CCA-8DEA-E3B2DD07DA4E}" dt="2026-07-30T01:41:42.144" v="11849" actId="20577"/>
        <pc:sldMkLst>
          <pc:docMk/>
          <pc:sldMk cId="2917774611" sldId="2076139042"/>
        </pc:sldMkLst>
        <pc:spChg chg="mod">
          <ac:chgData name="Hironari Yamada" userId="e57621f8-ec3c-449e-bb19-001fffcc008e" providerId="ADAL" clId="{BC0BD879-F267-5CCA-8DEA-E3B2DD07DA4E}" dt="2026-07-30T01:41:42.144" v="11849" actId="20577"/>
          <ac:spMkLst>
            <pc:docMk/>
            <pc:sldMk cId="2917774611" sldId="2076139042"/>
            <ac:spMk id="2" creationId="{F685047F-90B5-CBAF-0168-76FD01BEBC32}"/>
          </ac:spMkLst>
        </pc:spChg>
      </pc:sldChg>
      <pc:sldChg chg="modSp add del mod">
        <pc:chgData name="Hironari Yamada" userId="e57621f8-ec3c-449e-bb19-001fffcc008e" providerId="ADAL" clId="{BC0BD879-F267-5CCA-8DEA-E3B2DD07DA4E}" dt="2026-07-30T01:42:11.194" v="11885" actId="2696"/>
        <pc:sldMkLst>
          <pc:docMk/>
          <pc:sldMk cId="286238194" sldId="2076139043"/>
        </pc:sldMkLst>
      </pc:sldChg>
      <pc:sldChg chg="addSp delSp modSp add del mod delAnim">
        <pc:chgData name="Hironari Yamada" userId="e57621f8-ec3c-449e-bb19-001fffcc008e" providerId="ADAL" clId="{BC0BD879-F267-5CCA-8DEA-E3B2DD07DA4E}" dt="2026-07-30T01:42:11.202" v="11888" actId="2696"/>
        <pc:sldMkLst>
          <pc:docMk/>
          <pc:sldMk cId="2240106470" sldId="2076139044"/>
        </pc:sldMkLst>
      </pc:sldChg>
      <pc:sldChg chg="addSp delSp modSp add del mod">
        <pc:chgData name="Hironari Yamada" userId="e57621f8-ec3c-449e-bb19-001fffcc008e" providerId="ADAL" clId="{BC0BD879-F267-5CCA-8DEA-E3B2DD07DA4E}" dt="2026-07-30T01:42:11.174" v="11879" actId="2696"/>
        <pc:sldMkLst>
          <pc:docMk/>
          <pc:sldMk cId="3145863521" sldId="2076139045"/>
        </pc:sldMkLst>
      </pc:sldChg>
      <pc:sldChg chg="addSp delSp modSp add del mod delAnim modAnim">
        <pc:chgData name="Hironari Yamada" userId="e57621f8-ec3c-449e-bb19-001fffcc008e" providerId="ADAL" clId="{BC0BD879-F267-5CCA-8DEA-E3B2DD07DA4E}" dt="2026-07-30T01:42:11.178" v="11880" actId="2696"/>
        <pc:sldMkLst>
          <pc:docMk/>
          <pc:sldMk cId="2731538553" sldId="2076139046"/>
        </pc:sldMkLst>
      </pc:sldChg>
      <pc:sldChg chg="addSp modSp add del mod ord">
        <pc:chgData name="Hironari Yamada" userId="e57621f8-ec3c-449e-bb19-001fffcc008e" providerId="ADAL" clId="{BC0BD879-F267-5CCA-8DEA-E3B2DD07DA4E}" dt="2026-07-30T01:42:11.193" v="11884" actId="2696"/>
        <pc:sldMkLst>
          <pc:docMk/>
          <pc:sldMk cId="4027009084" sldId="2076139047"/>
        </pc:sldMkLst>
      </pc:sldChg>
      <pc:sldChg chg="addSp modSp add del mod">
        <pc:chgData name="Hironari Yamada" userId="e57621f8-ec3c-449e-bb19-001fffcc008e" providerId="ADAL" clId="{BC0BD879-F267-5CCA-8DEA-E3B2DD07DA4E}" dt="2026-07-30T01:42:11.195" v="11886" actId="2696"/>
        <pc:sldMkLst>
          <pc:docMk/>
          <pc:sldMk cId="597128773" sldId="2076139048"/>
        </pc:sldMkLst>
      </pc:sldChg>
      <pc:sldChg chg="addSp delSp modSp add del mod">
        <pc:chgData name="Hironari Yamada" userId="e57621f8-ec3c-449e-bb19-001fffcc008e" providerId="ADAL" clId="{BC0BD879-F267-5CCA-8DEA-E3B2DD07DA4E}" dt="2026-07-30T01:42:11.189" v="11883" actId="2696"/>
        <pc:sldMkLst>
          <pc:docMk/>
          <pc:sldMk cId="2294863161" sldId="2076139049"/>
        </pc:sldMkLst>
      </pc:sldChg>
      <pc:sldChg chg="addSp delSp modSp add del mod">
        <pc:chgData name="Hironari Yamada" userId="e57621f8-ec3c-449e-bb19-001fffcc008e" providerId="ADAL" clId="{BC0BD879-F267-5CCA-8DEA-E3B2DD07DA4E}" dt="2026-07-30T01:42:11.179" v="11881" actId="2696"/>
        <pc:sldMkLst>
          <pc:docMk/>
          <pc:sldMk cId="1805130072" sldId="2076139050"/>
        </pc:sldMkLst>
      </pc:sldChg>
      <pc:sldChg chg="addSp delSp modSp add del mod">
        <pc:chgData name="Hironari Yamada" userId="e57621f8-ec3c-449e-bb19-001fffcc008e" providerId="ADAL" clId="{BC0BD879-F267-5CCA-8DEA-E3B2DD07DA4E}" dt="2026-07-30T01:42:11.184" v="11882" actId="2696"/>
        <pc:sldMkLst>
          <pc:docMk/>
          <pc:sldMk cId="658710575" sldId="2076139051"/>
        </pc:sldMkLst>
      </pc:sldChg>
      <pc:sldChg chg="addSp delSp modSp add del mod">
        <pc:chgData name="Hironari Yamada" userId="e57621f8-ec3c-449e-bb19-001fffcc008e" providerId="ADAL" clId="{BC0BD879-F267-5CCA-8DEA-E3B2DD07DA4E}" dt="2026-07-30T01:42:11.173" v="11878" actId="2696"/>
        <pc:sldMkLst>
          <pc:docMk/>
          <pc:sldMk cId="760994414" sldId="2076139052"/>
        </pc:sldMkLst>
      </pc:sldChg>
      <pc:sldChg chg="addSp delSp modSp add del mod ord">
        <pc:chgData name="Hironari Yamada" userId="e57621f8-ec3c-449e-bb19-001fffcc008e" providerId="ADAL" clId="{BC0BD879-F267-5CCA-8DEA-E3B2DD07DA4E}" dt="2026-07-30T01:42:11.196" v="11887" actId="2696"/>
        <pc:sldMkLst>
          <pc:docMk/>
          <pc:sldMk cId="1573612755" sldId="2076139053"/>
        </pc:sldMkLst>
      </pc:sldChg>
      <pc:sldChg chg="modSp add mod">
        <pc:chgData name="Hironari Yamada" userId="e57621f8-ec3c-449e-bb19-001fffcc008e" providerId="ADAL" clId="{BC0BD879-F267-5CCA-8DEA-E3B2DD07DA4E}" dt="2026-07-30T01:42:40.651" v="11947" actId="20577"/>
        <pc:sldMkLst>
          <pc:docMk/>
          <pc:sldMk cId="2926534364" sldId="2076139054"/>
        </pc:sldMkLst>
        <pc:spChg chg="mod">
          <ac:chgData name="Hironari Yamada" userId="e57621f8-ec3c-449e-bb19-001fffcc008e" providerId="ADAL" clId="{BC0BD879-F267-5CCA-8DEA-E3B2DD07DA4E}" dt="2026-07-30T01:42:40.651" v="11947" actId="20577"/>
          <ac:spMkLst>
            <pc:docMk/>
            <pc:sldMk cId="2926534364" sldId="2076139054"/>
            <ac:spMk id="2" creationId="{E1A7741D-B468-C39F-5D47-87E5E790D0B2}"/>
          </ac:spMkLst>
        </pc:spChg>
      </pc:sldChg>
      <pc:sldChg chg="addSp delSp modSp add del mod">
        <pc:chgData name="Hironari Yamada" userId="e57621f8-ec3c-449e-bb19-001fffcc008e" providerId="ADAL" clId="{BC0BD879-F267-5CCA-8DEA-E3B2DD07DA4E}" dt="2026-07-30T01:42:49.378" v="11949" actId="2696"/>
        <pc:sldMkLst>
          <pc:docMk/>
          <pc:sldMk cId="4280376487" sldId="2076139055"/>
        </pc:sldMkLst>
      </pc:sldChg>
      <pc:sldChg chg="addSp delSp modSp add del mod">
        <pc:chgData name="Hironari Yamada" userId="e57621f8-ec3c-449e-bb19-001fffcc008e" providerId="ADAL" clId="{BC0BD879-F267-5CCA-8DEA-E3B2DD07DA4E}" dt="2026-07-30T01:42:49.395" v="11950" actId="2696"/>
        <pc:sldMkLst>
          <pc:docMk/>
          <pc:sldMk cId="278462375" sldId="2076139056"/>
        </pc:sldMkLst>
      </pc:sldChg>
      <pc:sldChg chg="addSp delSp modSp add del mod">
        <pc:chgData name="Hironari Yamada" userId="e57621f8-ec3c-449e-bb19-001fffcc008e" providerId="ADAL" clId="{BC0BD879-F267-5CCA-8DEA-E3B2DD07DA4E}" dt="2026-07-30T01:42:49.408" v="11951" actId="2696"/>
        <pc:sldMkLst>
          <pc:docMk/>
          <pc:sldMk cId="2150602609" sldId="2076139057"/>
        </pc:sldMkLst>
      </pc:sldChg>
      <pc:sldChg chg="addSp delSp modSp add del mod">
        <pc:chgData name="Hironari Yamada" userId="e57621f8-ec3c-449e-bb19-001fffcc008e" providerId="ADAL" clId="{BC0BD879-F267-5CCA-8DEA-E3B2DD07DA4E}" dt="2026-07-30T01:42:49.416" v="11952" actId="2696"/>
        <pc:sldMkLst>
          <pc:docMk/>
          <pc:sldMk cId="2137661362" sldId="2076139058"/>
        </pc:sldMkLst>
      </pc:sldChg>
      <pc:sldChg chg="addSp delSp modSp add del mod modAnim">
        <pc:chgData name="Hironari Yamada" userId="e57621f8-ec3c-449e-bb19-001fffcc008e" providerId="ADAL" clId="{BC0BD879-F267-5CCA-8DEA-E3B2DD07DA4E}" dt="2026-07-30T01:39:31.264" v="11782" actId="2696"/>
        <pc:sldMkLst>
          <pc:docMk/>
          <pc:sldMk cId="1976478328" sldId="2076139059"/>
        </pc:sldMkLst>
        <pc:spChg chg="mod">
          <ac:chgData name="Hironari Yamada" userId="e57621f8-ec3c-449e-bb19-001fffcc008e" providerId="ADAL" clId="{BC0BD879-F267-5CCA-8DEA-E3B2DD07DA4E}" dt="2026-07-30T01:38:02.922" v="11661" actId="404"/>
          <ac:spMkLst>
            <pc:docMk/>
            <pc:sldMk cId="1976478328" sldId="2076139059"/>
            <ac:spMk id="3" creationId="{BACC3533-7971-D338-5F46-E4AC856DE3B4}"/>
          </ac:spMkLst>
        </pc:spChg>
      </pc:sldChg>
      <pc:sldChg chg="addSp delSp modSp add del mod delAnim">
        <pc:chgData name="Hironari Yamada" userId="e57621f8-ec3c-449e-bb19-001fffcc008e" providerId="ADAL" clId="{BC0BD879-F267-5CCA-8DEA-E3B2DD07DA4E}" dt="2026-07-30T01:39:31.262" v="11781" actId="2696"/>
        <pc:sldMkLst>
          <pc:docMk/>
          <pc:sldMk cId="2412416446" sldId="2076139060"/>
        </pc:sldMkLst>
        <pc:spChg chg="mod">
          <ac:chgData name="Hironari Yamada" userId="e57621f8-ec3c-449e-bb19-001fffcc008e" providerId="ADAL" clId="{BC0BD879-F267-5CCA-8DEA-E3B2DD07DA4E}" dt="2026-07-30T01:38:06.762" v="11662" actId="404"/>
          <ac:spMkLst>
            <pc:docMk/>
            <pc:sldMk cId="2412416446" sldId="2076139060"/>
            <ac:spMk id="3" creationId="{D0D7DE15-2E40-A4BB-D354-DAC4CB87B0AE}"/>
          </ac:spMkLst>
        </pc:spChg>
      </pc:sldChg>
      <pc:sldChg chg="addSp delSp modSp add del mod ord modNotes">
        <pc:chgData name="Hironari Yamada" userId="e57621f8-ec3c-449e-bb19-001fffcc008e" providerId="ADAL" clId="{BC0BD879-F267-5CCA-8DEA-E3B2DD07DA4E}" dt="2026-07-31T01:10:14.838" v="12843" actId="26606"/>
        <pc:sldMkLst>
          <pc:docMk/>
          <pc:sldMk cId="3214495952" sldId="2076139061"/>
        </pc:sldMkLst>
        <pc:spChg chg="mod">
          <ac:chgData name="Hironari Yamada" userId="e57621f8-ec3c-449e-bb19-001fffcc008e" providerId="ADAL" clId="{BC0BD879-F267-5CCA-8DEA-E3B2DD07DA4E}" dt="2026-07-30T01:38:35.526" v="11716" actId="20577"/>
          <ac:spMkLst>
            <pc:docMk/>
            <pc:sldMk cId="3214495952" sldId="2076139061"/>
            <ac:spMk id="3" creationId="{96845FA8-0DD9-B3D9-E100-E05F636986C4}"/>
          </ac:spMkLst>
        </pc:spChg>
        <pc:spChg chg="add mod">
          <ac:chgData name="Hironari Yamada" userId="e57621f8-ec3c-449e-bb19-001fffcc008e" providerId="ADAL" clId="{BC0BD879-F267-5CCA-8DEA-E3B2DD07DA4E}" dt="2026-07-30T01:21:29.209" v="10900" actId="1036"/>
          <ac:spMkLst>
            <pc:docMk/>
            <pc:sldMk cId="3214495952" sldId="2076139061"/>
            <ac:spMk id="5" creationId="{045B1B69-234B-BEEC-826F-328104B979BC}"/>
          </ac:spMkLst>
        </pc:spChg>
        <pc:spChg chg="add mod">
          <ac:chgData name="Hironari Yamada" userId="e57621f8-ec3c-449e-bb19-001fffcc008e" providerId="ADAL" clId="{BC0BD879-F267-5CCA-8DEA-E3B2DD07DA4E}" dt="2026-07-30T01:21:29.209" v="10900" actId="1036"/>
          <ac:spMkLst>
            <pc:docMk/>
            <pc:sldMk cId="3214495952" sldId="2076139061"/>
            <ac:spMk id="7" creationId="{EA4BD00D-791F-5757-1099-7E8C543358BE}"/>
          </ac:spMkLst>
        </pc:spChg>
        <pc:spChg chg="del">
          <ac:chgData name="Hironari Yamada" userId="e57621f8-ec3c-449e-bb19-001fffcc008e" providerId="ADAL" clId="{BC0BD879-F267-5CCA-8DEA-E3B2DD07DA4E}" dt="2026-07-30T01:19:58.323" v="10876" actId="478"/>
          <ac:spMkLst>
            <pc:docMk/>
            <pc:sldMk cId="3214495952" sldId="2076139061"/>
            <ac:spMk id="8" creationId="{AB31F8E0-D01E-EDC1-203A-A00C858B92B2}"/>
          </ac:spMkLst>
        </pc:spChg>
        <pc:spChg chg="mod">
          <ac:chgData name="Hironari Yamada" userId="e57621f8-ec3c-449e-bb19-001fffcc008e" providerId="ADAL" clId="{BC0BD879-F267-5CCA-8DEA-E3B2DD07DA4E}" dt="2026-07-30T01:19:52.922" v="10874" actId="20577"/>
          <ac:spMkLst>
            <pc:docMk/>
            <pc:sldMk cId="3214495952" sldId="2076139061"/>
            <ac:spMk id="9" creationId="{EBB6C5CF-CCEC-1FA2-EAB2-40E988EBD932}"/>
          </ac:spMkLst>
        </pc:spChg>
        <pc:spChg chg="add mod">
          <ac:chgData name="Hironari Yamada" userId="e57621f8-ec3c-449e-bb19-001fffcc008e" providerId="ADAL" clId="{BC0BD879-F267-5CCA-8DEA-E3B2DD07DA4E}" dt="2026-07-30T01:21:29.209" v="10900" actId="1036"/>
          <ac:spMkLst>
            <pc:docMk/>
            <pc:sldMk cId="3214495952" sldId="2076139061"/>
            <ac:spMk id="10" creationId="{C69A1058-C8A8-5122-B817-8DE4534F1536}"/>
          </ac:spMkLst>
        </pc:spChg>
        <pc:spChg chg="del">
          <ac:chgData name="Hironari Yamada" userId="e57621f8-ec3c-449e-bb19-001fffcc008e" providerId="ADAL" clId="{BC0BD879-F267-5CCA-8DEA-E3B2DD07DA4E}" dt="2026-07-30T01:19:56.989" v="10875" actId="478"/>
          <ac:spMkLst>
            <pc:docMk/>
            <pc:sldMk cId="3214495952" sldId="2076139061"/>
            <ac:spMk id="12" creationId="{34D45843-6ABC-8D0F-5425-8F2550029068}"/>
          </ac:spMkLst>
        </pc:spChg>
        <pc:spChg chg="del">
          <ac:chgData name="Hironari Yamada" userId="e57621f8-ec3c-449e-bb19-001fffcc008e" providerId="ADAL" clId="{BC0BD879-F267-5CCA-8DEA-E3B2DD07DA4E}" dt="2026-07-30T01:19:56.989" v="10875" actId="478"/>
          <ac:spMkLst>
            <pc:docMk/>
            <pc:sldMk cId="3214495952" sldId="2076139061"/>
            <ac:spMk id="13" creationId="{A7082649-B0A6-26F3-2319-A3007307116D}"/>
          </ac:spMkLst>
        </pc:spChg>
        <pc:spChg chg="del">
          <ac:chgData name="Hironari Yamada" userId="e57621f8-ec3c-449e-bb19-001fffcc008e" providerId="ADAL" clId="{BC0BD879-F267-5CCA-8DEA-E3B2DD07DA4E}" dt="2026-07-30T01:19:56.989" v="10875" actId="478"/>
          <ac:spMkLst>
            <pc:docMk/>
            <pc:sldMk cId="3214495952" sldId="2076139061"/>
            <ac:spMk id="14" creationId="{27483D6A-DFA4-75F3-806E-0B18A51454A8}"/>
          </ac:spMkLst>
        </pc:spChg>
        <pc:spChg chg="del">
          <ac:chgData name="Hironari Yamada" userId="e57621f8-ec3c-449e-bb19-001fffcc008e" providerId="ADAL" clId="{BC0BD879-F267-5CCA-8DEA-E3B2DD07DA4E}" dt="2026-07-30T01:19:56.989" v="10875" actId="478"/>
          <ac:spMkLst>
            <pc:docMk/>
            <pc:sldMk cId="3214495952" sldId="2076139061"/>
            <ac:spMk id="16" creationId="{C096D56D-E0A2-8E36-1C1C-097782135DFC}"/>
          </ac:spMkLst>
        </pc:spChg>
        <pc:spChg chg="add mod">
          <ac:chgData name="Hironari Yamada" userId="e57621f8-ec3c-449e-bb19-001fffcc008e" providerId="ADAL" clId="{BC0BD879-F267-5CCA-8DEA-E3B2DD07DA4E}" dt="2026-07-30T01:21:29.209" v="10900" actId="1036"/>
          <ac:spMkLst>
            <pc:docMk/>
            <pc:sldMk cId="3214495952" sldId="2076139061"/>
            <ac:spMk id="19" creationId="{FEB2A220-8547-E584-2DD6-D63923DCF393}"/>
          </ac:spMkLst>
        </pc:spChg>
        <pc:picChg chg="del">
          <ac:chgData name="Hironari Yamada" userId="e57621f8-ec3c-449e-bb19-001fffcc008e" providerId="ADAL" clId="{BC0BD879-F267-5CCA-8DEA-E3B2DD07DA4E}" dt="2026-07-30T01:19:56.989" v="10875" actId="478"/>
          <ac:picMkLst>
            <pc:docMk/>
            <pc:sldMk cId="3214495952" sldId="2076139061"/>
            <ac:picMk id="11" creationId="{24F89D40-BBEB-7D14-9BD0-4A729B09E2EF}"/>
          </ac:picMkLst>
        </pc:picChg>
        <pc:picChg chg="add mod">
          <ac:chgData name="Hironari Yamada" userId="e57621f8-ec3c-449e-bb19-001fffcc008e" providerId="ADAL" clId="{BC0BD879-F267-5CCA-8DEA-E3B2DD07DA4E}" dt="2026-07-30T01:21:29.209" v="10900" actId="1036"/>
          <ac:picMkLst>
            <pc:docMk/>
            <pc:sldMk cId="3214495952" sldId="2076139061"/>
            <ac:picMk id="20" creationId="{9B06C4AA-A4ED-3FE4-398E-D03AF61FDE93}"/>
          </ac:picMkLst>
        </pc:picChg>
        <pc:cxnChg chg="del">
          <ac:chgData name="Hironari Yamada" userId="e57621f8-ec3c-449e-bb19-001fffcc008e" providerId="ADAL" clId="{BC0BD879-F267-5CCA-8DEA-E3B2DD07DA4E}" dt="2026-07-30T01:19:56.989" v="10875" actId="478"/>
          <ac:cxnSpMkLst>
            <pc:docMk/>
            <pc:sldMk cId="3214495952" sldId="2076139061"/>
            <ac:cxnSpMk id="15" creationId="{C29B180F-CE3A-5A38-65CB-1529FC2D8D01}"/>
          </ac:cxnSpMkLst>
        </pc:cxnChg>
        <pc:cxnChg chg="del">
          <ac:chgData name="Hironari Yamada" userId="e57621f8-ec3c-449e-bb19-001fffcc008e" providerId="ADAL" clId="{BC0BD879-F267-5CCA-8DEA-E3B2DD07DA4E}" dt="2026-07-30T01:19:56.989" v="10875" actId="478"/>
          <ac:cxnSpMkLst>
            <pc:docMk/>
            <pc:sldMk cId="3214495952" sldId="2076139061"/>
            <ac:cxnSpMk id="17" creationId="{B03A1F21-2115-96DD-C71B-EF8F96EF117E}"/>
          </ac:cxnSpMkLst>
        </pc:cxnChg>
        <pc:cxnChg chg="del">
          <ac:chgData name="Hironari Yamada" userId="e57621f8-ec3c-449e-bb19-001fffcc008e" providerId="ADAL" clId="{BC0BD879-F267-5CCA-8DEA-E3B2DD07DA4E}" dt="2026-07-30T01:19:56.989" v="10875" actId="478"/>
          <ac:cxnSpMkLst>
            <pc:docMk/>
            <pc:sldMk cId="3214495952" sldId="2076139061"/>
            <ac:cxnSpMk id="18" creationId="{FB0D8DF4-7D20-4313-8742-00DB59FA5104}"/>
          </ac:cxnSpMkLst>
        </pc:cxnChg>
      </pc:sldChg>
      <pc:sldChg chg="addSp delSp modSp add mod modAnim modNotes">
        <pc:chgData name="Hironari Yamada" userId="e57621f8-ec3c-449e-bb19-001fffcc008e" providerId="ADAL" clId="{BC0BD879-F267-5CCA-8DEA-E3B2DD07DA4E}" dt="2026-07-31T01:10:14.838" v="12843" actId="26606"/>
        <pc:sldMkLst>
          <pc:docMk/>
          <pc:sldMk cId="1339200608" sldId="2076139062"/>
        </pc:sldMkLst>
        <pc:spChg chg="mod">
          <ac:chgData name="Hironari Yamada" userId="e57621f8-ec3c-449e-bb19-001fffcc008e" providerId="ADAL" clId="{BC0BD879-F267-5CCA-8DEA-E3B2DD07DA4E}" dt="2026-07-30T01:39:42.486" v="11827" actId="20577"/>
          <ac:spMkLst>
            <pc:docMk/>
            <pc:sldMk cId="1339200608" sldId="2076139062"/>
            <ac:spMk id="3" creationId="{1E4969C0-EEBA-E58A-3093-FD4815FF0B27}"/>
          </ac:spMkLst>
        </pc:spChg>
        <pc:spChg chg="mod">
          <ac:chgData name="Hironari Yamada" userId="e57621f8-ec3c-449e-bb19-001fffcc008e" providerId="ADAL" clId="{BC0BD879-F267-5CCA-8DEA-E3B2DD07DA4E}" dt="2026-07-30T01:24:41.061" v="11198" actId="1076"/>
          <ac:spMkLst>
            <pc:docMk/>
            <pc:sldMk cId="1339200608" sldId="2076139062"/>
            <ac:spMk id="6" creationId="{4FE11E49-3D99-DADB-8351-66BB40F88189}"/>
          </ac:spMkLst>
        </pc:spChg>
        <pc:spChg chg="add mod">
          <ac:chgData name="Hironari Yamada" userId="e57621f8-ec3c-449e-bb19-001fffcc008e" providerId="ADAL" clId="{BC0BD879-F267-5CCA-8DEA-E3B2DD07DA4E}" dt="2026-07-30T01:35:14.989" v="11490" actId="20577"/>
          <ac:spMkLst>
            <pc:docMk/>
            <pc:sldMk cId="1339200608" sldId="2076139062"/>
            <ac:spMk id="7" creationId="{B534891D-6AA1-7E5D-1FA6-7681B9FA0632}"/>
          </ac:spMkLst>
        </pc:spChg>
        <pc:spChg chg="add del mod">
          <ac:chgData name="Hironari Yamada" userId="e57621f8-ec3c-449e-bb19-001fffcc008e" providerId="ADAL" clId="{BC0BD879-F267-5CCA-8DEA-E3B2DD07DA4E}" dt="2026-07-30T01:25:44.966" v="11221" actId="478"/>
          <ac:spMkLst>
            <pc:docMk/>
            <pc:sldMk cId="1339200608" sldId="2076139062"/>
            <ac:spMk id="8" creationId="{452730BD-0D86-DCE3-01CB-C41A93B76749}"/>
          </ac:spMkLst>
        </pc:spChg>
        <pc:spChg chg="mod">
          <ac:chgData name="Hironari Yamada" userId="e57621f8-ec3c-449e-bb19-001fffcc008e" providerId="ADAL" clId="{BC0BD879-F267-5CCA-8DEA-E3B2DD07DA4E}" dt="2026-07-30T01:23:35.288" v="11024" actId="20577"/>
          <ac:spMkLst>
            <pc:docMk/>
            <pc:sldMk cId="1339200608" sldId="2076139062"/>
            <ac:spMk id="9" creationId="{F198F681-BA5F-42DD-D6D2-350DDD876BFB}"/>
          </ac:spMkLst>
        </pc:spChg>
        <pc:spChg chg="add mod">
          <ac:chgData name="Hironari Yamada" userId="e57621f8-ec3c-449e-bb19-001fffcc008e" providerId="ADAL" clId="{BC0BD879-F267-5CCA-8DEA-E3B2DD07DA4E}" dt="2026-07-30T01:26:15.458" v="11238" actId="1076"/>
          <ac:spMkLst>
            <pc:docMk/>
            <pc:sldMk cId="1339200608" sldId="2076139062"/>
            <ac:spMk id="11" creationId="{E42AA55B-2AB5-290F-03D4-12CE7F9D24B8}"/>
          </ac:spMkLst>
        </pc:spChg>
        <pc:spChg chg="add del mod">
          <ac:chgData name="Hironari Yamada" userId="e57621f8-ec3c-449e-bb19-001fffcc008e" providerId="ADAL" clId="{BC0BD879-F267-5CCA-8DEA-E3B2DD07DA4E}" dt="2026-07-30T01:26:03.981" v="11237"/>
          <ac:spMkLst>
            <pc:docMk/>
            <pc:sldMk cId="1339200608" sldId="2076139062"/>
            <ac:spMk id="12" creationId="{5BD07C1B-4CF2-2B9A-503F-9B119CF68167}"/>
          </ac:spMkLst>
        </pc:spChg>
        <pc:spChg chg="add mod">
          <ac:chgData name="Hironari Yamada" userId="e57621f8-ec3c-449e-bb19-001fffcc008e" providerId="ADAL" clId="{BC0BD879-F267-5CCA-8DEA-E3B2DD07DA4E}" dt="2026-07-30T01:33:52.636" v="11448" actId="1076"/>
          <ac:spMkLst>
            <pc:docMk/>
            <pc:sldMk cId="1339200608" sldId="2076139062"/>
            <ac:spMk id="13" creationId="{1563DB8D-58E1-0937-2CE5-66903EC8774C}"/>
          </ac:spMkLst>
        </pc:spChg>
        <pc:spChg chg="add del mod">
          <ac:chgData name="Hironari Yamada" userId="e57621f8-ec3c-449e-bb19-001fffcc008e" providerId="ADAL" clId="{BC0BD879-F267-5CCA-8DEA-E3B2DD07DA4E}" dt="2026-07-30T01:38:46.029" v="11717" actId="478"/>
          <ac:spMkLst>
            <pc:docMk/>
            <pc:sldMk cId="1339200608" sldId="2076139062"/>
            <ac:spMk id="15" creationId="{E1E1705A-CD75-AE41-3CC5-FFF91D70D99B}"/>
          </ac:spMkLst>
        </pc:spChg>
        <pc:spChg chg="add mod">
          <ac:chgData name="Hironari Yamada" userId="e57621f8-ec3c-449e-bb19-001fffcc008e" providerId="ADAL" clId="{BC0BD879-F267-5CCA-8DEA-E3B2DD07DA4E}" dt="2026-07-30T01:36:54.302" v="11518" actId="1076"/>
          <ac:spMkLst>
            <pc:docMk/>
            <pc:sldMk cId="1339200608" sldId="2076139062"/>
            <ac:spMk id="18" creationId="{0DC38AA3-01EF-5782-52BC-33F5DC6C73D9}"/>
          </ac:spMkLst>
        </pc:spChg>
        <pc:spChg chg="add mod">
          <ac:chgData name="Hironari Yamada" userId="e57621f8-ec3c-449e-bb19-001fffcc008e" providerId="ADAL" clId="{BC0BD879-F267-5CCA-8DEA-E3B2DD07DA4E}" dt="2026-07-30T01:40:08.196" v="11833" actId="1076"/>
          <ac:spMkLst>
            <pc:docMk/>
            <pc:sldMk cId="1339200608" sldId="2076139062"/>
            <ac:spMk id="20" creationId="{22D0737C-69D0-D7A4-3297-556B009AF8F7}"/>
          </ac:spMkLst>
        </pc:spChg>
        <pc:spChg chg="add mod">
          <ac:chgData name="Hironari Yamada" userId="e57621f8-ec3c-449e-bb19-001fffcc008e" providerId="ADAL" clId="{BC0BD879-F267-5CCA-8DEA-E3B2DD07DA4E}" dt="2026-07-30T01:41:10.534" v="11846" actId="1076"/>
          <ac:spMkLst>
            <pc:docMk/>
            <pc:sldMk cId="1339200608" sldId="2076139062"/>
            <ac:spMk id="21" creationId="{08CC6F04-8F99-2BE7-87CD-19C2D4282060}"/>
          </ac:spMkLst>
        </pc:spChg>
        <pc:spChg chg="del">
          <ac:chgData name="Hironari Yamada" userId="e57621f8-ec3c-449e-bb19-001fffcc008e" providerId="ADAL" clId="{BC0BD879-F267-5CCA-8DEA-E3B2DD07DA4E}" dt="2026-07-30T01:23:38.766" v="11025" actId="478"/>
          <ac:spMkLst>
            <pc:docMk/>
            <pc:sldMk cId="1339200608" sldId="2076139062"/>
            <ac:spMk id="162" creationId="{E4B10786-5527-DD4E-E4AC-1A3865543BC7}"/>
          </ac:spMkLst>
        </pc:spChg>
        <pc:spChg chg="del">
          <ac:chgData name="Hironari Yamada" userId="e57621f8-ec3c-449e-bb19-001fffcc008e" providerId="ADAL" clId="{BC0BD879-F267-5CCA-8DEA-E3B2DD07DA4E}" dt="2026-07-30T01:23:38.766" v="11025" actId="478"/>
          <ac:spMkLst>
            <pc:docMk/>
            <pc:sldMk cId="1339200608" sldId="2076139062"/>
            <ac:spMk id="163" creationId="{AAB4C12F-45F8-A51F-1353-E59E228846B2}"/>
          </ac:spMkLst>
        </pc:spChg>
        <pc:picChg chg="add mod">
          <ac:chgData name="Hironari Yamada" userId="e57621f8-ec3c-449e-bb19-001fffcc008e" providerId="ADAL" clId="{BC0BD879-F267-5CCA-8DEA-E3B2DD07DA4E}" dt="2026-07-30T01:24:31.971" v="11195" actId="1076"/>
          <ac:picMkLst>
            <pc:docMk/>
            <pc:sldMk cId="1339200608" sldId="2076139062"/>
            <ac:picMk id="5" creationId="{C12FC1E6-19CB-3483-F723-77302A3D22A3}"/>
          </ac:picMkLst>
        </pc:picChg>
        <pc:picChg chg="add mod">
          <ac:chgData name="Hironari Yamada" userId="e57621f8-ec3c-449e-bb19-001fffcc008e" providerId="ADAL" clId="{BC0BD879-F267-5CCA-8DEA-E3B2DD07DA4E}" dt="2026-07-30T01:26:15.458" v="11238" actId="1076"/>
          <ac:picMkLst>
            <pc:docMk/>
            <pc:sldMk cId="1339200608" sldId="2076139062"/>
            <ac:picMk id="10" creationId="{4E360066-2D23-5405-215D-BD3262DC4B92}"/>
          </ac:picMkLst>
        </pc:picChg>
        <pc:picChg chg="add mod">
          <ac:chgData name="Hironari Yamada" userId="e57621f8-ec3c-449e-bb19-001fffcc008e" providerId="ADAL" clId="{BC0BD879-F267-5CCA-8DEA-E3B2DD07DA4E}" dt="2026-07-30T01:33:49.484" v="11447" actId="14100"/>
          <ac:picMkLst>
            <pc:docMk/>
            <pc:sldMk cId="1339200608" sldId="2076139062"/>
            <ac:picMk id="14" creationId="{36276ACA-D5EC-DD7E-6102-176F69EEC305}"/>
          </ac:picMkLst>
        </pc:picChg>
        <pc:picChg chg="add mod">
          <ac:chgData name="Hironari Yamada" userId="e57621f8-ec3c-449e-bb19-001fffcc008e" providerId="ADAL" clId="{BC0BD879-F267-5CCA-8DEA-E3B2DD07DA4E}" dt="2026-07-30T01:36:48.212" v="11516" actId="1076"/>
          <ac:picMkLst>
            <pc:docMk/>
            <pc:sldMk cId="1339200608" sldId="2076139062"/>
            <ac:picMk id="17" creationId="{57E1E059-5578-9C81-AFF5-22EB27CC19C0}"/>
          </ac:picMkLst>
        </pc:picChg>
        <pc:picChg chg="add mod">
          <ac:chgData name="Hironari Yamada" userId="e57621f8-ec3c-449e-bb19-001fffcc008e" providerId="ADAL" clId="{BC0BD879-F267-5CCA-8DEA-E3B2DD07DA4E}" dt="2026-07-30T01:41:01.985" v="11844" actId="14100"/>
          <ac:picMkLst>
            <pc:docMk/>
            <pc:sldMk cId="1339200608" sldId="2076139062"/>
            <ac:picMk id="19" creationId="{8FEA0CE2-8601-1C32-1729-DADE8407FE0E}"/>
          </ac:picMkLst>
        </pc:picChg>
        <pc:picChg chg="add mod">
          <ac:chgData name="Hironari Yamada" userId="e57621f8-ec3c-449e-bb19-001fffcc008e" providerId="ADAL" clId="{BC0BD879-F267-5CCA-8DEA-E3B2DD07DA4E}" dt="2026-07-30T01:40:58.639" v="11843" actId="14100"/>
          <ac:picMkLst>
            <pc:docMk/>
            <pc:sldMk cId="1339200608" sldId="2076139062"/>
            <ac:picMk id="22" creationId="{EE39BA91-DBA2-4964-77BC-121EF5E0FC18}"/>
          </ac:picMkLst>
        </pc:picChg>
        <pc:picChg chg="del">
          <ac:chgData name="Hironari Yamada" userId="e57621f8-ec3c-449e-bb19-001fffcc008e" providerId="ADAL" clId="{BC0BD879-F267-5CCA-8DEA-E3B2DD07DA4E}" dt="2026-07-30T01:23:38.766" v="11025" actId="478"/>
          <ac:picMkLst>
            <pc:docMk/>
            <pc:sldMk cId="1339200608" sldId="2076139062"/>
            <ac:picMk id="160" creationId="{3FDAE086-73C9-FD4A-A086-08AFE4A62A38}"/>
          </ac:picMkLst>
        </pc:picChg>
      </pc:sldChg>
      <pc:sldChg chg="addSp delSp modSp add mod modNotes">
        <pc:chgData name="Hironari Yamada" userId="e57621f8-ec3c-449e-bb19-001fffcc008e" providerId="ADAL" clId="{BC0BD879-F267-5CCA-8DEA-E3B2DD07DA4E}" dt="2026-07-31T01:10:14.838" v="12843" actId="26606"/>
        <pc:sldMkLst>
          <pc:docMk/>
          <pc:sldMk cId="2147572453" sldId="2076139063"/>
        </pc:sldMkLst>
        <pc:spChg chg="mod">
          <ac:chgData name="Hironari Yamada" userId="e57621f8-ec3c-449e-bb19-001fffcc008e" providerId="ADAL" clId="{BC0BD879-F267-5CCA-8DEA-E3B2DD07DA4E}" dt="2026-07-30T06:29:48.122" v="12629" actId="26606"/>
          <ac:spMkLst>
            <pc:docMk/>
            <pc:sldMk cId="2147572453" sldId="2076139063"/>
            <ac:spMk id="3" creationId="{1F5A3252-651C-A034-B5D4-DB69C3FF198D}"/>
          </ac:spMkLst>
        </pc:spChg>
        <pc:spChg chg="del">
          <ac:chgData name="Hironari Yamada" userId="e57621f8-ec3c-449e-bb19-001fffcc008e" providerId="ADAL" clId="{BC0BD879-F267-5CCA-8DEA-E3B2DD07DA4E}" dt="2026-07-30T06:25:25.014" v="12628" actId="478"/>
          <ac:spMkLst>
            <pc:docMk/>
            <pc:sldMk cId="2147572453" sldId="2076139063"/>
            <ac:spMk id="5" creationId="{849CB3CC-F065-1B7C-E4D3-3F7DAC7B711D}"/>
          </ac:spMkLst>
        </pc:spChg>
        <pc:spChg chg="del">
          <ac:chgData name="Hironari Yamada" userId="e57621f8-ec3c-449e-bb19-001fffcc008e" providerId="ADAL" clId="{BC0BD879-F267-5CCA-8DEA-E3B2DD07DA4E}" dt="2026-07-30T06:25:25.014" v="12628" actId="478"/>
          <ac:spMkLst>
            <pc:docMk/>
            <pc:sldMk cId="2147572453" sldId="2076139063"/>
            <ac:spMk id="7" creationId="{2E234300-B03B-7332-B550-C378CA0B0D19}"/>
          </ac:spMkLst>
        </pc:spChg>
        <pc:spChg chg="add del mod">
          <ac:chgData name="Hironari Yamada" userId="e57621f8-ec3c-449e-bb19-001fffcc008e" providerId="ADAL" clId="{BC0BD879-F267-5CCA-8DEA-E3B2DD07DA4E}" dt="2026-07-30T06:24:59.315" v="12597" actId="478"/>
          <ac:spMkLst>
            <pc:docMk/>
            <pc:sldMk cId="2147572453" sldId="2076139063"/>
            <ac:spMk id="8" creationId="{2F52F694-32BE-B0AD-3473-D7864B340973}"/>
          </ac:spMkLst>
        </pc:spChg>
        <pc:spChg chg="mod">
          <ac:chgData name="Hironari Yamada" userId="e57621f8-ec3c-449e-bb19-001fffcc008e" providerId="ADAL" clId="{BC0BD879-F267-5CCA-8DEA-E3B2DD07DA4E}" dt="2026-07-30T06:25:05.686" v="12612" actId="20577"/>
          <ac:spMkLst>
            <pc:docMk/>
            <pc:sldMk cId="2147572453" sldId="2076139063"/>
            <ac:spMk id="9" creationId="{18DA3F20-13F4-05B6-6472-F4C12A1DB356}"/>
          </ac:spMkLst>
        </pc:spChg>
        <pc:spChg chg="del">
          <ac:chgData name="Hironari Yamada" userId="e57621f8-ec3c-449e-bb19-001fffcc008e" providerId="ADAL" clId="{BC0BD879-F267-5CCA-8DEA-E3B2DD07DA4E}" dt="2026-07-30T06:25:25.014" v="12628" actId="478"/>
          <ac:spMkLst>
            <pc:docMk/>
            <pc:sldMk cId="2147572453" sldId="2076139063"/>
            <ac:spMk id="10" creationId="{7371E181-5726-0E9E-9A66-FF34BCFD6B49}"/>
          </ac:spMkLst>
        </pc:spChg>
        <pc:spChg chg="add">
          <ac:chgData name="Hironari Yamada" userId="e57621f8-ec3c-449e-bb19-001fffcc008e" providerId="ADAL" clId="{BC0BD879-F267-5CCA-8DEA-E3B2DD07DA4E}" dt="2026-07-30T06:29:48.122" v="12629" actId="26606"/>
          <ac:spMkLst>
            <pc:docMk/>
            <pc:sldMk cId="2147572453" sldId="2076139063"/>
            <ac:spMk id="15" creationId="{00000000-0000-0000-0000-000000000000}"/>
          </ac:spMkLst>
        </pc:spChg>
        <pc:spChg chg="add">
          <ac:chgData name="Hironari Yamada" userId="e57621f8-ec3c-449e-bb19-001fffcc008e" providerId="ADAL" clId="{BC0BD879-F267-5CCA-8DEA-E3B2DD07DA4E}" dt="2026-07-30T06:29:48.122" v="12629" actId="26606"/>
          <ac:spMkLst>
            <pc:docMk/>
            <pc:sldMk cId="2147572453" sldId="2076139063"/>
            <ac:spMk id="16" creationId="{00000000-0000-0000-0000-000000000000}"/>
          </ac:spMkLst>
        </pc:spChg>
        <pc:spChg chg="add">
          <ac:chgData name="Hironari Yamada" userId="e57621f8-ec3c-449e-bb19-001fffcc008e" providerId="ADAL" clId="{BC0BD879-F267-5CCA-8DEA-E3B2DD07DA4E}" dt="2026-07-30T06:29:48.122" v="12629" actId="26606"/>
          <ac:spMkLst>
            <pc:docMk/>
            <pc:sldMk cId="2147572453" sldId="2076139063"/>
            <ac:spMk id="17" creationId="{00000000-0000-0000-0000-000000000000}"/>
          </ac:spMkLst>
        </pc:spChg>
        <pc:spChg chg="mod">
          <ac:chgData name="Hironari Yamada" userId="e57621f8-ec3c-449e-bb19-001fffcc008e" providerId="ADAL" clId="{BC0BD879-F267-5CCA-8DEA-E3B2DD07DA4E}" dt="2026-07-30T06:29:48.122" v="12629" actId="26606"/>
          <ac:spMkLst>
            <pc:docMk/>
            <pc:sldMk cId="2147572453" sldId="2076139063"/>
            <ac:spMk id="19" creationId="{78641A0D-4448-AA93-F807-240D971C4B84}"/>
          </ac:spMkLst>
        </pc:spChg>
        <pc:picChg chg="add mod">
          <ac:chgData name="Hironari Yamada" userId="e57621f8-ec3c-449e-bb19-001fffcc008e" providerId="ADAL" clId="{BC0BD879-F267-5CCA-8DEA-E3B2DD07DA4E}" dt="2026-07-30T06:24:50.130" v="12594" actId="1076"/>
          <ac:picMkLst>
            <pc:docMk/>
            <pc:sldMk cId="2147572453" sldId="2076139063"/>
            <ac:picMk id="11" creationId="{C34DC404-C444-5F43-154A-D7FE8BDC74A2}"/>
          </ac:picMkLst>
        </pc:picChg>
        <pc:picChg chg="del">
          <ac:chgData name="Hironari Yamada" userId="e57621f8-ec3c-449e-bb19-001fffcc008e" providerId="ADAL" clId="{BC0BD879-F267-5CCA-8DEA-E3B2DD07DA4E}" dt="2026-07-30T06:24:47.117" v="12592" actId="478"/>
          <ac:picMkLst>
            <pc:docMk/>
            <pc:sldMk cId="2147572453" sldId="2076139063"/>
            <ac:picMk id="20" creationId="{F6A1E5C7-5A72-9EAF-40C8-B7FEFB9929CC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7-30T01:43:08.861" v="11967"/>
        <pc:sldMkLst>
          <pc:docMk/>
          <pc:sldMk cId="3472070720" sldId="2076139064"/>
        </pc:sldMkLst>
        <pc:spChg chg="mod">
          <ac:chgData name="Hironari Yamada" userId="e57621f8-ec3c-449e-bb19-001fffcc008e" providerId="ADAL" clId="{BC0BD879-F267-5CCA-8DEA-E3B2DD07DA4E}" dt="2026-07-30T01:43:06.316" v="11964" actId="20577"/>
          <ac:spMkLst>
            <pc:docMk/>
            <pc:sldMk cId="3472070720" sldId="2076139064"/>
            <ac:spMk id="2" creationId="{837BD128-D98E-3DD5-23F2-E0895BD5FB4F}"/>
          </ac:spMkLst>
        </pc:spChg>
        <pc:spChg chg="add del mod">
          <ac:chgData name="Hironari Yamada" userId="e57621f8-ec3c-449e-bb19-001fffcc008e" providerId="ADAL" clId="{BC0BD879-F267-5CCA-8DEA-E3B2DD07DA4E}" dt="2026-07-30T01:43:08.861" v="11967"/>
          <ac:spMkLst>
            <pc:docMk/>
            <pc:sldMk cId="3472070720" sldId="2076139064"/>
            <ac:spMk id="3" creationId="{30E78201-4E6B-548D-C537-4363B28B318D}"/>
          </ac:spMkLst>
        </pc:spChg>
      </pc:sldChg>
      <pc:sldChg chg="addSp delSp modSp add mod modNotes">
        <pc:chgData name="Hironari Yamada" userId="e57621f8-ec3c-449e-bb19-001fffcc008e" providerId="ADAL" clId="{BC0BD879-F267-5CCA-8DEA-E3B2DD07DA4E}" dt="2026-07-31T01:10:14.838" v="12843" actId="26606"/>
        <pc:sldMkLst>
          <pc:docMk/>
          <pc:sldMk cId="1603823980" sldId="2076139065"/>
        </pc:sldMkLst>
        <pc:spChg chg="mod">
          <ac:chgData name="Hironari Yamada" userId="e57621f8-ec3c-449e-bb19-001fffcc008e" providerId="ADAL" clId="{BC0BD879-F267-5CCA-8DEA-E3B2DD07DA4E}" dt="2026-07-30T01:43:51.319" v="11980" actId="12"/>
          <ac:spMkLst>
            <pc:docMk/>
            <pc:sldMk cId="1603823980" sldId="2076139065"/>
            <ac:spMk id="3" creationId="{C088A674-449E-CACF-2124-D9E19E091D1D}"/>
          </ac:spMkLst>
        </pc:spChg>
        <pc:spChg chg="del">
          <ac:chgData name="Hironari Yamada" userId="e57621f8-ec3c-449e-bb19-001fffcc008e" providerId="ADAL" clId="{BC0BD879-F267-5CCA-8DEA-E3B2DD07DA4E}" dt="2026-07-30T01:44:15.621" v="11981" actId="478"/>
          <ac:spMkLst>
            <pc:docMk/>
            <pc:sldMk cId="1603823980" sldId="2076139065"/>
            <ac:spMk id="5" creationId="{715EB350-BE42-578D-E024-3A66B8C33073}"/>
          </ac:spMkLst>
        </pc:spChg>
        <pc:spChg chg="mod">
          <ac:chgData name="Hironari Yamada" userId="e57621f8-ec3c-449e-bb19-001fffcc008e" providerId="ADAL" clId="{BC0BD879-F267-5CCA-8DEA-E3B2DD07DA4E}" dt="2026-07-30T01:43:44.745" v="11979" actId="5793"/>
          <ac:spMkLst>
            <pc:docMk/>
            <pc:sldMk cId="1603823980" sldId="2076139065"/>
            <ac:spMk id="6" creationId="{0B7859F1-2C24-DE43-067E-E53F757CC2F6}"/>
          </ac:spMkLst>
        </pc:spChg>
        <pc:spChg chg="del">
          <ac:chgData name="Hironari Yamada" userId="e57621f8-ec3c-449e-bb19-001fffcc008e" providerId="ADAL" clId="{BC0BD879-F267-5CCA-8DEA-E3B2DD07DA4E}" dt="2026-07-30T01:44:15.621" v="11981" actId="478"/>
          <ac:spMkLst>
            <pc:docMk/>
            <pc:sldMk cId="1603823980" sldId="2076139065"/>
            <ac:spMk id="7" creationId="{4CE6FD3B-FA8F-F301-89BA-7055D29E627C}"/>
          </ac:spMkLst>
        </pc:spChg>
        <pc:spChg chg="add mod">
          <ac:chgData name="Hironari Yamada" userId="e57621f8-ec3c-449e-bb19-001fffcc008e" providerId="ADAL" clId="{BC0BD879-F267-5CCA-8DEA-E3B2DD07DA4E}" dt="2026-07-30T01:44:45.018" v="11989" actId="1076"/>
          <ac:spMkLst>
            <pc:docMk/>
            <pc:sldMk cId="1603823980" sldId="2076139065"/>
            <ac:spMk id="8" creationId="{23FE1D23-BB79-E7D8-7C34-A3EA33AE733B}"/>
          </ac:spMkLst>
        </pc:spChg>
        <pc:spChg chg="mod">
          <ac:chgData name="Hironari Yamada" userId="e57621f8-ec3c-449e-bb19-001fffcc008e" providerId="ADAL" clId="{BC0BD879-F267-5CCA-8DEA-E3B2DD07DA4E}" dt="2026-07-30T01:43:24.810" v="11976" actId="20577"/>
          <ac:spMkLst>
            <pc:docMk/>
            <pc:sldMk cId="1603823980" sldId="2076139065"/>
            <ac:spMk id="9" creationId="{16AE4BE7-0867-708E-6F05-881FB268B871}"/>
          </ac:spMkLst>
        </pc:spChg>
        <pc:spChg chg="del">
          <ac:chgData name="Hironari Yamada" userId="e57621f8-ec3c-449e-bb19-001fffcc008e" providerId="ADAL" clId="{BC0BD879-F267-5CCA-8DEA-E3B2DD07DA4E}" dt="2026-07-30T01:44:15.621" v="11981" actId="478"/>
          <ac:spMkLst>
            <pc:docMk/>
            <pc:sldMk cId="1603823980" sldId="2076139065"/>
            <ac:spMk id="10" creationId="{44292EB2-7DEE-49D8-24B8-8008B6425ECE}"/>
          </ac:spMkLst>
        </pc:spChg>
        <pc:spChg chg="add mod">
          <ac:chgData name="Hironari Yamada" userId="e57621f8-ec3c-449e-bb19-001fffcc008e" providerId="ADAL" clId="{BC0BD879-F267-5CCA-8DEA-E3B2DD07DA4E}" dt="2026-07-30T01:44:45.018" v="11989" actId="1076"/>
          <ac:spMkLst>
            <pc:docMk/>
            <pc:sldMk cId="1603823980" sldId="2076139065"/>
            <ac:spMk id="11" creationId="{8B391296-DF2E-4BDD-456E-1EA897431C9C}"/>
          </ac:spMkLst>
        </pc:spChg>
        <pc:spChg chg="add mod">
          <ac:chgData name="Hironari Yamada" userId="e57621f8-ec3c-449e-bb19-001fffcc008e" providerId="ADAL" clId="{BC0BD879-F267-5CCA-8DEA-E3B2DD07DA4E}" dt="2026-07-30T01:44:45.018" v="11989" actId="1076"/>
          <ac:spMkLst>
            <pc:docMk/>
            <pc:sldMk cId="1603823980" sldId="2076139065"/>
            <ac:spMk id="12" creationId="{F8B0F328-D0ED-62CD-546A-87BD38F692E4}"/>
          </ac:spMkLst>
        </pc:spChg>
        <pc:spChg chg="add mod">
          <ac:chgData name="Hironari Yamada" userId="e57621f8-ec3c-449e-bb19-001fffcc008e" providerId="ADAL" clId="{BC0BD879-F267-5CCA-8DEA-E3B2DD07DA4E}" dt="2026-07-30T01:44:48.255" v="11990" actId="1076"/>
          <ac:spMkLst>
            <pc:docMk/>
            <pc:sldMk cId="1603823980" sldId="2076139065"/>
            <ac:spMk id="13" creationId="{EA6D3082-8A34-331A-0D76-B1EC2BE95AB5}"/>
          </ac:spMkLst>
        </pc:spChg>
        <pc:spChg chg="del">
          <ac:chgData name="Hironari Yamada" userId="e57621f8-ec3c-449e-bb19-001fffcc008e" providerId="ADAL" clId="{BC0BD879-F267-5CCA-8DEA-E3B2DD07DA4E}" dt="2026-07-30T01:44:15.621" v="11981" actId="478"/>
          <ac:spMkLst>
            <pc:docMk/>
            <pc:sldMk cId="1603823980" sldId="2076139065"/>
            <ac:spMk id="19" creationId="{EC0A37B3-E7C8-D72C-C9B6-AAB4B5BB1812}"/>
          </ac:spMkLst>
        </pc:spChg>
        <pc:picChg chg="add mod">
          <ac:chgData name="Hironari Yamada" userId="e57621f8-ec3c-449e-bb19-001fffcc008e" providerId="ADAL" clId="{BC0BD879-F267-5CCA-8DEA-E3B2DD07DA4E}" dt="2026-07-30T01:44:48.255" v="11990" actId="1076"/>
          <ac:picMkLst>
            <pc:docMk/>
            <pc:sldMk cId="1603823980" sldId="2076139065"/>
            <ac:picMk id="14" creationId="{1284D97A-C260-46CB-34A2-97D09684C610}"/>
          </ac:picMkLst>
        </pc:picChg>
        <pc:picChg chg="del">
          <ac:chgData name="Hironari Yamada" userId="e57621f8-ec3c-449e-bb19-001fffcc008e" providerId="ADAL" clId="{BC0BD879-F267-5CCA-8DEA-E3B2DD07DA4E}" dt="2026-07-30T01:44:15.621" v="11981" actId="478"/>
          <ac:picMkLst>
            <pc:docMk/>
            <pc:sldMk cId="1603823980" sldId="2076139065"/>
            <ac:picMk id="20" creationId="{8A5616B9-0A99-2D6F-CEE4-C50CF4CD2AA8}"/>
          </ac:picMkLst>
        </pc:picChg>
      </pc:sldChg>
      <pc:sldChg chg="addSp delSp modSp add mod modNotes">
        <pc:chgData name="Hironari Yamada" userId="e57621f8-ec3c-449e-bb19-001fffcc008e" providerId="ADAL" clId="{BC0BD879-F267-5CCA-8DEA-E3B2DD07DA4E}" dt="2026-07-31T01:10:14.838" v="12843" actId="26606"/>
        <pc:sldMkLst>
          <pc:docMk/>
          <pc:sldMk cId="4250544099" sldId="2076139066"/>
        </pc:sldMkLst>
        <pc:spChg chg="mod">
          <ac:chgData name="Hironari Yamada" userId="e57621f8-ec3c-449e-bb19-001fffcc008e" providerId="ADAL" clId="{BC0BD879-F267-5CCA-8DEA-E3B2DD07DA4E}" dt="2026-07-30T01:45:20.546" v="11998" actId="404"/>
          <ac:spMkLst>
            <pc:docMk/>
            <pc:sldMk cId="4250544099" sldId="2076139066"/>
            <ac:spMk id="3" creationId="{179EDAEA-AC5B-3272-9BE8-4967E56B5D80}"/>
          </ac:spMkLst>
        </pc:spChg>
        <pc:spChg chg="del">
          <ac:chgData name="Hironari Yamada" userId="e57621f8-ec3c-449e-bb19-001fffcc008e" providerId="ADAL" clId="{BC0BD879-F267-5CCA-8DEA-E3B2DD07DA4E}" dt="2026-07-30T01:45:24.017" v="11999" actId="478"/>
          <ac:spMkLst>
            <pc:docMk/>
            <pc:sldMk cId="4250544099" sldId="2076139066"/>
            <ac:spMk id="8" creationId="{F146D87B-F451-D345-FBB5-431EA4FDC9B7}"/>
          </ac:spMkLst>
        </pc:spChg>
        <pc:spChg chg="mod">
          <ac:chgData name="Hironari Yamada" userId="e57621f8-ec3c-449e-bb19-001fffcc008e" providerId="ADAL" clId="{BC0BD879-F267-5CCA-8DEA-E3B2DD07DA4E}" dt="2026-07-30T01:45:07.620" v="11993"/>
          <ac:spMkLst>
            <pc:docMk/>
            <pc:sldMk cId="4250544099" sldId="2076139066"/>
            <ac:spMk id="9" creationId="{FF19667D-E2A9-C5DE-F490-88CE06994A1F}"/>
          </ac:spMkLst>
        </pc:spChg>
        <pc:spChg chg="del">
          <ac:chgData name="Hironari Yamada" userId="e57621f8-ec3c-449e-bb19-001fffcc008e" providerId="ADAL" clId="{BC0BD879-F267-5CCA-8DEA-E3B2DD07DA4E}" dt="2026-07-30T01:45:24.017" v="11999" actId="478"/>
          <ac:spMkLst>
            <pc:docMk/>
            <pc:sldMk cId="4250544099" sldId="2076139066"/>
            <ac:spMk id="11" creationId="{1DA53ECB-0DB5-39C0-2FD5-9098A0317301}"/>
          </ac:spMkLst>
        </pc:spChg>
        <pc:spChg chg="del">
          <ac:chgData name="Hironari Yamada" userId="e57621f8-ec3c-449e-bb19-001fffcc008e" providerId="ADAL" clId="{BC0BD879-F267-5CCA-8DEA-E3B2DD07DA4E}" dt="2026-07-30T01:45:24.017" v="11999" actId="478"/>
          <ac:spMkLst>
            <pc:docMk/>
            <pc:sldMk cId="4250544099" sldId="2076139066"/>
            <ac:spMk id="12" creationId="{80542044-9173-0A88-1BD6-E7E229B2C635}"/>
          </ac:spMkLst>
        </pc:spChg>
        <pc:spChg chg="del">
          <ac:chgData name="Hironari Yamada" userId="e57621f8-ec3c-449e-bb19-001fffcc008e" providerId="ADAL" clId="{BC0BD879-F267-5CCA-8DEA-E3B2DD07DA4E}" dt="2026-07-30T01:45:24.017" v="11999" actId="478"/>
          <ac:spMkLst>
            <pc:docMk/>
            <pc:sldMk cId="4250544099" sldId="2076139066"/>
            <ac:spMk id="13" creationId="{A14F42BA-10C5-4E01-C8CA-AEEC31112674}"/>
          </ac:spMkLst>
        </pc:spChg>
        <pc:spChg chg="add mod">
          <ac:chgData name="Hironari Yamada" userId="e57621f8-ec3c-449e-bb19-001fffcc008e" providerId="ADAL" clId="{BC0BD879-F267-5CCA-8DEA-E3B2DD07DA4E}" dt="2026-07-30T01:45:31.611" v="12000"/>
          <ac:spMkLst>
            <pc:docMk/>
            <pc:sldMk cId="4250544099" sldId="2076139066"/>
            <ac:spMk id="15" creationId="{D84E94EA-FDA6-FC58-2CBB-1D7EBA1E26E1}"/>
          </ac:spMkLst>
        </pc:spChg>
        <pc:spChg chg="add mod">
          <ac:chgData name="Hironari Yamada" userId="e57621f8-ec3c-449e-bb19-001fffcc008e" providerId="ADAL" clId="{BC0BD879-F267-5CCA-8DEA-E3B2DD07DA4E}" dt="2026-07-30T01:45:31.611" v="12000"/>
          <ac:spMkLst>
            <pc:docMk/>
            <pc:sldMk cId="4250544099" sldId="2076139066"/>
            <ac:spMk id="16" creationId="{5E1CFBB8-889D-6D46-F98B-4CFF4819CE7A}"/>
          </ac:spMkLst>
        </pc:spChg>
        <pc:spChg chg="add mod">
          <ac:chgData name="Hironari Yamada" userId="e57621f8-ec3c-449e-bb19-001fffcc008e" providerId="ADAL" clId="{BC0BD879-F267-5CCA-8DEA-E3B2DD07DA4E}" dt="2026-07-30T01:45:31.611" v="12000"/>
          <ac:spMkLst>
            <pc:docMk/>
            <pc:sldMk cId="4250544099" sldId="2076139066"/>
            <ac:spMk id="26" creationId="{7725BB43-0B73-DDD7-1B5E-A2A685B13382}"/>
          </ac:spMkLst>
        </pc:spChg>
        <pc:spChg chg="add mod">
          <ac:chgData name="Hironari Yamada" userId="e57621f8-ec3c-449e-bb19-001fffcc008e" providerId="ADAL" clId="{BC0BD879-F267-5CCA-8DEA-E3B2DD07DA4E}" dt="2026-07-30T01:45:31.611" v="12000"/>
          <ac:spMkLst>
            <pc:docMk/>
            <pc:sldMk cId="4250544099" sldId="2076139066"/>
            <ac:spMk id="29" creationId="{36BC67D2-103A-1722-465B-68B3CFE4B358}"/>
          </ac:spMkLst>
        </pc:spChg>
        <pc:spChg chg="add mod">
          <ac:chgData name="Hironari Yamada" userId="e57621f8-ec3c-449e-bb19-001fffcc008e" providerId="ADAL" clId="{BC0BD879-F267-5CCA-8DEA-E3B2DD07DA4E}" dt="2026-07-30T01:45:31.611" v="12000"/>
          <ac:spMkLst>
            <pc:docMk/>
            <pc:sldMk cId="4250544099" sldId="2076139066"/>
            <ac:spMk id="30" creationId="{36F8D544-F2E6-0A5E-6B81-5A77840EECB3}"/>
          </ac:spMkLst>
        </pc:spChg>
        <pc:spChg chg="add mod">
          <ac:chgData name="Hironari Yamada" userId="e57621f8-ec3c-449e-bb19-001fffcc008e" providerId="ADAL" clId="{BC0BD879-F267-5CCA-8DEA-E3B2DD07DA4E}" dt="2026-07-30T01:45:31.611" v="12000"/>
          <ac:spMkLst>
            <pc:docMk/>
            <pc:sldMk cId="4250544099" sldId="2076139066"/>
            <ac:spMk id="31" creationId="{A48B10F7-2B63-65AC-F351-E9457B0605F2}"/>
          </ac:spMkLst>
        </pc:spChg>
        <pc:spChg chg="add mod">
          <ac:chgData name="Hironari Yamada" userId="e57621f8-ec3c-449e-bb19-001fffcc008e" providerId="ADAL" clId="{BC0BD879-F267-5CCA-8DEA-E3B2DD07DA4E}" dt="2026-07-30T01:45:31.611" v="12000"/>
          <ac:spMkLst>
            <pc:docMk/>
            <pc:sldMk cId="4250544099" sldId="2076139066"/>
            <ac:spMk id="35" creationId="{399B733A-8679-686B-11A7-79828E5E445B}"/>
          </ac:spMkLst>
        </pc:spChg>
        <pc:spChg chg="add mod">
          <ac:chgData name="Hironari Yamada" userId="e57621f8-ec3c-449e-bb19-001fffcc008e" providerId="ADAL" clId="{BC0BD879-F267-5CCA-8DEA-E3B2DD07DA4E}" dt="2026-07-30T01:45:31.611" v="12000"/>
          <ac:spMkLst>
            <pc:docMk/>
            <pc:sldMk cId="4250544099" sldId="2076139066"/>
            <ac:spMk id="38" creationId="{1AD908B0-8E3D-8027-D788-26C9E4C35AB4}"/>
          </ac:spMkLst>
        </pc:spChg>
        <pc:spChg chg="add mod">
          <ac:chgData name="Hironari Yamada" userId="e57621f8-ec3c-449e-bb19-001fffcc008e" providerId="ADAL" clId="{BC0BD879-F267-5CCA-8DEA-E3B2DD07DA4E}" dt="2026-07-30T01:45:31.611" v="12000"/>
          <ac:spMkLst>
            <pc:docMk/>
            <pc:sldMk cId="4250544099" sldId="2076139066"/>
            <ac:spMk id="43" creationId="{79732501-F64B-4CDB-85A1-6922B5D8E89E}"/>
          </ac:spMkLst>
        </pc:spChg>
        <pc:spChg chg="mod">
          <ac:chgData name="Hironari Yamada" userId="e57621f8-ec3c-449e-bb19-001fffcc008e" providerId="ADAL" clId="{BC0BD879-F267-5CCA-8DEA-E3B2DD07DA4E}" dt="2026-07-30T01:45:31.611" v="12000"/>
          <ac:spMkLst>
            <pc:docMk/>
            <pc:sldMk cId="4250544099" sldId="2076139066"/>
            <ac:spMk id="48" creationId="{064FB47E-FA90-62E3-8B26-FB93C456B5F0}"/>
          </ac:spMkLst>
        </pc:spChg>
        <pc:spChg chg="mod">
          <ac:chgData name="Hironari Yamada" userId="e57621f8-ec3c-449e-bb19-001fffcc008e" providerId="ADAL" clId="{BC0BD879-F267-5CCA-8DEA-E3B2DD07DA4E}" dt="2026-07-30T01:45:59.271" v="12003" actId="20577"/>
          <ac:spMkLst>
            <pc:docMk/>
            <pc:sldMk cId="4250544099" sldId="2076139066"/>
            <ac:spMk id="59" creationId="{0FF67AC1-90CA-A16C-48D9-FF17B062240E}"/>
          </ac:spMkLst>
        </pc:spChg>
        <pc:picChg chg="del">
          <ac:chgData name="Hironari Yamada" userId="e57621f8-ec3c-449e-bb19-001fffcc008e" providerId="ADAL" clId="{BC0BD879-F267-5CCA-8DEA-E3B2DD07DA4E}" dt="2026-07-30T01:45:24.017" v="11999" actId="478"/>
          <ac:picMkLst>
            <pc:docMk/>
            <pc:sldMk cId="4250544099" sldId="2076139066"/>
            <ac:picMk id="14" creationId="{9B43E073-E492-E9AE-CB25-232DB1CC0FDC}"/>
          </ac:picMkLst>
        </pc:picChg>
      </pc:sldChg>
      <pc:sldChg chg="addSp delSp modSp add mod modNotes">
        <pc:chgData name="Hironari Yamada" userId="e57621f8-ec3c-449e-bb19-001fffcc008e" providerId="ADAL" clId="{BC0BD879-F267-5CCA-8DEA-E3B2DD07DA4E}" dt="2026-07-31T01:10:14.838" v="12843" actId="26606"/>
        <pc:sldMkLst>
          <pc:docMk/>
          <pc:sldMk cId="825355656" sldId="2076139067"/>
        </pc:sldMkLst>
        <pc:spChg chg="del">
          <ac:chgData name="Hironari Yamada" userId="e57621f8-ec3c-449e-bb19-001fffcc008e" providerId="ADAL" clId="{BC0BD879-F267-5CCA-8DEA-E3B2DD07DA4E}" dt="2026-07-30T02:02:52.271" v="12022" actId="478"/>
          <ac:spMkLst>
            <pc:docMk/>
            <pc:sldMk cId="825355656" sldId="2076139067"/>
            <ac:spMk id="3" creationId="{100DA224-38ED-5FCC-F5C9-2F04450A50AC}"/>
          </ac:spMkLst>
        </pc:spChg>
        <pc:spChg chg="mod">
          <ac:chgData name="Hironari Yamada" userId="e57621f8-ec3c-449e-bb19-001fffcc008e" providerId="ADAL" clId="{BC0BD879-F267-5CCA-8DEA-E3B2DD07DA4E}" dt="2026-07-30T02:03:39.108" v="12066" actId="1036"/>
          <ac:spMkLst>
            <pc:docMk/>
            <pc:sldMk cId="825355656" sldId="2076139067"/>
            <ac:spMk id="4" creationId="{82BB8741-8AD9-753D-B83A-33AEC71A7B9C}"/>
          </ac:spMkLst>
        </pc:spChg>
        <pc:spChg chg="add del mod">
          <ac:chgData name="Hironari Yamada" userId="e57621f8-ec3c-449e-bb19-001fffcc008e" providerId="ADAL" clId="{BC0BD879-F267-5CCA-8DEA-E3B2DD07DA4E}" dt="2026-07-30T02:03:00.163" v="12025"/>
          <ac:spMkLst>
            <pc:docMk/>
            <pc:sldMk cId="825355656" sldId="2076139067"/>
            <ac:spMk id="5" creationId="{49C36524-218B-B61F-741A-51E2A2C8EE08}"/>
          </ac:spMkLst>
        </pc:spChg>
        <pc:spChg chg="del">
          <ac:chgData name="Hironari Yamada" userId="e57621f8-ec3c-449e-bb19-001fffcc008e" providerId="ADAL" clId="{BC0BD879-F267-5CCA-8DEA-E3B2DD07DA4E}" dt="2026-07-30T02:02:48.355" v="12021" actId="478"/>
          <ac:spMkLst>
            <pc:docMk/>
            <pc:sldMk cId="825355656" sldId="2076139067"/>
            <ac:spMk id="6" creationId="{2B0B186F-CE50-B100-1D3E-00D091857E17}"/>
          </ac:spMkLst>
        </pc:spChg>
        <pc:spChg chg="del mod">
          <ac:chgData name="Hironari Yamada" userId="e57621f8-ec3c-449e-bb19-001fffcc008e" providerId="ADAL" clId="{BC0BD879-F267-5CCA-8DEA-E3B2DD07DA4E}" dt="2026-07-30T02:06:15.934" v="12164" actId="478"/>
          <ac:spMkLst>
            <pc:docMk/>
            <pc:sldMk cId="825355656" sldId="2076139067"/>
            <ac:spMk id="7" creationId="{1A8E4D36-0F50-A565-A35A-2E3F3B467FB9}"/>
          </ac:spMkLst>
        </pc:spChg>
        <pc:spChg chg="del">
          <ac:chgData name="Hironari Yamada" userId="e57621f8-ec3c-449e-bb19-001fffcc008e" providerId="ADAL" clId="{BC0BD879-F267-5CCA-8DEA-E3B2DD07DA4E}" dt="2026-07-30T02:02:48.355" v="12021" actId="478"/>
          <ac:spMkLst>
            <pc:docMk/>
            <pc:sldMk cId="825355656" sldId="2076139067"/>
            <ac:spMk id="8" creationId="{76FDFFAD-44D7-6187-688C-037153A43BEA}"/>
          </ac:spMkLst>
        </pc:spChg>
        <pc:spChg chg="mod">
          <ac:chgData name="Hironari Yamada" userId="e57621f8-ec3c-449e-bb19-001fffcc008e" providerId="ADAL" clId="{BC0BD879-F267-5CCA-8DEA-E3B2DD07DA4E}" dt="2026-07-30T02:02:41.480" v="12020" actId="20577"/>
          <ac:spMkLst>
            <pc:docMk/>
            <pc:sldMk cId="825355656" sldId="2076139067"/>
            <ac:spMk id="9" creationId="{EBD24EFB-E070-6BAF-880C-D5DD3E1662A3}"/>
          </ac:spMkLst>
        </pc:spChg>
        <pc:spChg chg="add mod">
          <ac:chgData name="Hironari Yamada" userId="e57621f8-ec3c-449e-bb19-001fffcc008e" providerId="ADAL" clId="{BC0BD879-F267-5CCA-8DEA-E3B2DD07DA4E}" dt="2026-07-30T06:29:48.122" v="12629" actId="26606"/>
          <ac:spMkLst>
            <pc:docMk/>
            <pc:sldMk cId="825355656" sldId="2076139067"/>
            <ac:spMk id="10" creationId="{5D2AA2C2-F75E-8DDC-4EE7-D9ACC1D4BEFC}"/>
          </ac:spMkLst>
        </pc:spChg>
        <pc:spChg chg="del">
          <ac:chgData name="Hironari Yamada" userId="e57621f8-ec3c-449e-bb19-001fffcc008e" providerId="ADAL" clId="{BC0BD879-F267-5CCA-8DEA-E3B2DD07DA4E}" dt="2026-07-30T02:02:48.355" v="12021" actId="478"/>
          <ac:spMkLst>
            <pc:docMk/>
            <pc:sldMk cId="825355656" sldId="2076139067"/>
            <ac:spMk id="11" creationId="{1A39FF1D-2AC0-C631-4301-8E7116F02013}"/>
          </ac:spMkLst>
        </pc:spChg>
        <pc:spChg chg="del">
          <ac:chgData name="Hironari Yamada" userId="e57621f8-ec3c-449e-bb19-001fffcc008e" providerId="ADAL" clId="{BC0BD879-F267-5CCA-8DEA-E3B2DD07DA4E}" dt="2026-07-30T02:02:48.355" v="12021" actId="478"/>
          <ac:spMkLst>
            <pc:docMk/>
            <pc:sldMk cId="825355656" sldId="2076139067"/>
            <ac:spMk id="12" creationId="{ED80B450-A25B-E698-6AAE-2A8D08E2C66D}"/>
          </ac:spMkLst>
        </pc:spChg>
        <pc:spChg chg="del">
          <ac:chgData name="Hironari Yamada" userId="e57621f8-ec3c-449e-bb19-001fffcc008e" providerId="ADAL" clId="{BC0BD879-F267-5CCA-8DEA-E3B2DD07DA4E}" dt="2026-07-30T02:02:48.355" v="12021" actId="478"/>
          <ac:spMkLst>
            <pc:docMk/>
            <pc:sldMk cId="825355656" sldId="2076139067"/>
            <ac:spMk id="13" creationId="{C2483CE6-67CA-7FBE-8422-7A0CD4A12685}"/>
          </ac:spMkLst>
        </pc:spChg>
        <pc:spChg chg="mod">
          <ac:chgData name="Hironari Yamada" userId="e57621f8-ec3c-449e-bb19-001fffcc008e" providerId="ADAL" clId="{BC0BD879-F267-5CCA-8DEA-E3B2DD07DA4E}" dt="2026-07-30T06:29:48.122" v="12629" actId="26606"/>
          <ac:spMkLst>
            <pc:docMk/>
            <pc:sldMk cId="825355656" sldId="2076139067"/>
            <ac:spMk id="15" creationId="{F8AB9CCA-34E9-2A46-E747-0BAF0E3E396F}"/>
          </ac:spMkLst>
        </pc:spChg>
        <pc:spChg chg="mod">
          <ac:chgData name="Hironari Yamada" userId="e57621f8-ec3c-449e-bb19-001fffcc008e" providerId="ADAL" clId="{BC0BD879-F267-5CCA-8DEA-E3B2DD07DA4E}" dt="2026-07-30T02:03:00.469" v="12026"/>
          <ac:spMkLst>
            <pc:docMk/>
            <pc:sldMk cId="825355656" sldId="2076139067"/>
            <ac:spMk id="18" creationId="{5BF1FDC7-1D1B-DDCA-A0AE-EFE76B9A3180}"/>
          </ac:spMkLst>
        </pc:spChg>
        <pc:spChg chg="add mod">
          <ac:chgData name="Hironari Yamada" userId="e57621f8-ec3c-449e-bb19-001fffcc008e" providerId="ADAL" clId="{BC0BD879-F267-5CCA-8DEA-E3B2DD07DA4E}" dt="2026-07-30T03:03:17.720" v="12365" actId="20577"/>
          <ac:spMkLst>
            <pc:docMk/>
            <pc:sldMk cId="825355656" sldId="2076139067"/>
            <ac:spMk id="19" creationId="{32097194-90DC-DD28-BE6C-3CBFC4658EA0}"/>
          </ac:spMkLst>
        </pc:spChg>
        <pc:spChg chg="add del mod">
          <ac:chgData name="Hironari Yamada" userId="e57621f8-ec3c-449e-bb19-001fffcc008e" providerId="ADAL" clId="{BC0BD879-F267-5CCA-8DEA-E3B2DD07DA4E}" dt="2026-07-30T02:06:15.934" v="12164" actId="478"/>
          <ac:spMkLst>
            <pc:docMk/>
            <pc:sldMk cId="825355656" sldId="2076139067"/>
            <ac:spMk id="24" creationId="{1273B907-F5E1-0497-A466-D69624B43FAC}"/>
          </ac:spMkLst>
        </pc:spChg>
        <pc:spChg chg="mod">
          <ac:chgData name="Hironari Yamada" userId="e57621f8-ec3c-449e-bb19-001fffcc008e" providerId="ADAL" clId="{BC0BD879-F267-5CCA-8DEA-E3B2DD07DA4E}" dt="2026-07-30T02:06:38.575" v="12201" actId="1038"/>
          <ac:spMkLst>
            <pc:docMk/>
            <pc:sldMk cId="825355656" sldId="2076139067"/>
            <ac:spMk id="27" creationId="{5C335FA5-CFC9-8AB0-0532-3CF5AECBFD60}"/>
          </ac:spMkLst>
        </pc:spChg>
        <pc:spChg chg="del mod">
          <ac:chgData name="Hironari Yamada" userId="e57621f8-ec3c-449e-bb19-001fffcc008e" providerId="ADAL" clId="{BC0BD879-F267-5CCA-8DEA-E3B2DD07DA4E}" dt="2026-07-30T02:04:12.221" v="12105" actId="478"/>
          <ac:spMkLst>
            <pc:docMk/>
            <pc:sldMk cId="825355656" sldId="2076139067"/>
            <ac:spMk id="28" creationId="{78A7565F-9F34-DA2F-A7EC-0A2A5EA70D93}"/>
          </ac:spMkLst>
        </pc:spChg>
        <pc:spChg chg="mod">
          <ac:chgData name="Hironari Yamada" userId="e57621f8-ec3c-449e-bb19-001fffcc008e" providerId="ADAL" clId="{BC0BD879-F267-5CCA-8DEA-E3B2DD07DA4E}" dt="2026-07-30T02:03:00.469" v="12026"/>
          <ac:spMkLst>
            <pc:docMk/>
            <pc:sldMk cId="825355656" sldId="2076139067"/>
            <ac:spMk id="30" creationId="{1AA6475A-9A86-2D77-4328-0D7239AC9BD8}"/>
          </ac:spMkLst>
        </pc:spChg>
        <pc:spChg chg="mod">
          <ac:chgData name="Hironari Yamada" userId="e57621f8-ec3c-449e-bb19-001fffcc008e" providerId="ADAL" clId="{BC0BD879-F267-5CCA-8DEA-E3B2DD07DA4E}" dt="2026-07-30T02:03:00.469" v="12026"/>
          <ac:spMkLst>
            <pc:docMk/>
            <pc:sldMk cId="825355656" sldId="2076139067"/>
            <ac:spMk id="31" creationId="{4C15F4D2-5C0B-194F-A208-079DF85C80C3}"/>
          </ac:spMkLst>
        </pc:spChg>
        <pc:spChg chg="add del mod">
          <ac:chgData name="Hironari Yamada" userId="e57621f8-ec3c-449e-bb19-001fffcc008e" providerId="ADAL" clId="{BC0BD879-F267-5CCA-8DEA-E3B2DD07DA4E}" dt="2026-07-30T02:04:12.221" v="12105" actId="478"/>
          <ac:spMkLst>
            <pc:docMk/>
            <pc:sldMk cId="825355656" sldId="2076139067"/>
            <ac:spMk id="32" creationId="{F660F79C-4EB2-C88A-5EDD-C2C1FD0D7CE1}"/>
          </ac:spMkLst>
        </pc:spChg>
        <pc:spChg chg="mod">
          <ac:chgData name="Hironari Yamada" userId="e57621f8-ec3c-449e-bb19-001fffcc008e" providerId="ADAL" clId="{BC0BD879-F267-5CCA-8DEA-E3B2DD07DA4E}" dt="2026-07-30T02:03:00.469" v="12026"/>
          <ac:spMkLst>
            <pc:docMk/>
            <pc:sldMk cId="825355656" sldId="2076139067"/>
            <ac:spMk id="37" creationId="{142EF631-41CE-C08F-8568-1015A4BEF35D}"/>
          </ac:spMkLst>
        </pc:spChg>
        <pc:spChg chg="add del mod">
          <ac:chgData name="Hironari Yamada" userId="e57621f8-ec3c-449e-bb19-001fffcc008e" providerId="ADAL" clId="{BC0BD879-F267-5CCA-8DEA-E3B2DD07DA4E}" dt="2026-07-30T02:04:12.221" v="12105" actId="478"/>
          <ac:spMkLst>
            <pc:docMk/>
            <pc:sldMk cId="825355656" sldId="2076139067"/>
            <ac:spMk id="39" creationId="{74C818B0-9BBC-99A6-7253-D2EBF6AD6B01}"/>
          </ac:spMkLst>
        </pc:spChg>
        <pc:spChg chg="mod">
          <ac:chgData name="Hironari Yamada" userId="e57621f8-ec3c-449e-bb19-001fffcc008e" providerId="ADAL" clId="{BC0BD879-F267-5CCA-8DEA-E3B2DD07DA4E}" dt="2026-07-30T02:03:00.469" v="12026"/>
          <ac:spMkLst>
            <pc:docMk/>
            <pc:sldMk cId="825355656" sldId="2076139067"/>
            <ac:spMk id="41" creationId="{11E86A03-A46F-C012-5086-8612169E4037}"/>
          </ac:spMkLst>
        </pc:spChg>
        <pc:spChg chg="add mod">
          <ac:chgData name="Hironari Yamada" userId="e57621f8-ec3c-449e-bb19-001fffcc008e" providerId="ADAL" clId="{BC0BD879-F267-5CCA-8DEA-E3B2DD07DA4E}" dt="2026-07-30T02:06:38.575" v="12201" actId="1038"/>
          <ac:spMkLst>
            <pc:docMk/>
            <pc:sldMk cId="825355656" sldId="2076139067"/>
            <ac:spMk id="43" creationId="{EE55E25E-7548-399A-8682-B10EFFB6C554}"/>
          </ac:spMkLst>
        </pc:spChg>
        <pc:spChg chg="add mod">
          <ac:chgData name="Hironari Yamada" userId="e57621f8-ec3c-449e-bb19-001fffcc008e" providerId="ADAL" clId="{BC0BD879-F267-5CCA-8DEA-E3B2DD07DA4E}" dt="2026-07-30T02:06:38.575" v="12201" actId="1038"/>
          <ac:spMkLst>
            <pc:docMk/>
            <pc:sldMk cId="825355656" sldId="2076139067"/>
            <ac:spMk id="44" creationId="{CB0D711C-0AF3-D476-97ED-EE6B93B7C8FF}"/>
          </ac:spMkLst>
        </pc:spChg>
        <pc:spChg chg="add mod">
          <ac:chgData name="Hironari Yamada" userId="e57621f8-ec3c-449e-bb19-001fffcc008e" providerId="ADAL" clId="{BC0BD879-F267-5CCA-8DEA-E3B2DD07DA4E}" dt="2026-07-30T02:06:38.575" v="12201" actId="1038"/>
          <ac:spMkLst>
            <pc:docMk/>
            <pc:sldMk cId="825355656" sldId="2076139067"/>
            <ac:spMk id="45" creationId="{AAEC9F00-8602-92AF-6C12-C6F8E57BDF5F}"/>
          </ac:spMkLst>
        </pc:spChg>
        <pc:spChg chg="add mod">
          <ac:chgData name="Hironari Yamada" userId="e57621f8-ec3c-449e-bb19-001fffcc008e" providerId="ADAL" clId="{BC0BD879-F267-5CCA-8DEA-E3B2DD07DA4E}" dt="2026-07-30T02:06:38.575" v="12201" actId="1038"/>
          <ac:spMkLst>
            <pc:docMk/>
            <pc:sldMk cId="825355656" sldId="2076139067"/>
            <ac:spMk id="46" creationId="{2A27285E-C216-45BC-BD68-7AC3C501B8C4}"/>
          </ac:spMkLst>
        </pc:spChg>
        <pc:spChg chg="mod">
          <ac:chgData name="Hironari Yamada" userId="e57621f8-ec3c-449e-bb19-001fffcc008e" providerId="ADAL" clId="{BC0BD879-F267-5CCA-8DEA-E3B2DD07DA4E}" dt="2026-07-30T02:06:07.103" v="12162"/>
          <ac:spMkLst>
            <pc:docMk/>
            <pc:sldMk cId="825355656" sldId="2076139067"/>
            <ac:spMk id="48" creationId="{C6983CD3-5F8A-0834-974E-614A9E3CAB82}"/>
          </ac:spMkLst>
        </pc:spChg>
        <pc:spChg chg="mod">
          <ac:chgData name="Hironari Yamada" userId="e57621f8-ec3c-449e-bb19-001fffcc008e" providerId="ADAL" clId="{BC0BD879-F267-5CCA-8DEA-E3B2DD07DA4E}" dt="2026-07-30T02:06:07.103" v="12162"/>
          <ac:spMkLst>
            <pc:docMk/>
            <pc:sldMk cId="825355656" sldId="2076139067"/>
            <ac:spMk id="49" creationId="{05BC79B6-A479-483D-A830-2A928675E36B}"/>
          </ac:spMkLst>
        </pc:spChg>
        <pc:spChg chg="add mod">
          <ac:chgData name="Hironari Yamada" userId="e57621f8-ec3c-449e-bb19-001fffcc008e" providerId="ADAL" clId="{BC0BD879-F267-5CCA-8DEA-E3B2DD07DA4E}" dt="2026-07-30T06:29:48.122" v="12629" actId="26606"/>
          <ac:spMkLst>
            <pc:docMk/>
            <pc:sldMk cId="825355656" sldId="2076139067"/>
            <ac:spMk id="50" creationId="{EF3DCFB4-A07E-7389-A936-1DD7F0E7EF28}"/>
          </ac:spMkLst>
        </pc:spChg>
        <pc:grpChg chg="mod">
          <ac:chgData name="Hironari Yamada" userId="e57621f8-ec3c-449e-bb19-001fffcc008e" providerId="ADAL" clId="{BC0BD879-F267-5CCA-8DEA-E3B2DD07DA4E}" dt="2026-07-30T02:06:27.311" v="12190" actId="1036"/>
          <ac:grpSpMkLst>
            <pc:docMk/>
            <pc:sldMk cId="825355656" sldId="2076139067"/>
            <ac:grpSpMk id="16" creationId="{D5FA7B2A-092B-9771-78A4-1F62BB472387}"/>
          </ac:grpSpMkLst>
        </pc:grpChg>
        <pc:grpChg chg="mod">
          <ac:chgData name="Hironari Yamada" userId="e57621f8-ec3c-449e-bb19-001fffcc008e" providerId="ADAL" clId="{BC0BD879-F267-5CCA-8DEA-E3B2DD07DA4E}" dt="2026-07-30T02:04:51.648" v="12161" actId="1036"/>
          <ac:grpSpMkLst>
            <pc:docMk/>
            <pc:sldMk cId="825355656" sldId="2076139067"/>
            <ac:grpSpMk id="20" creationId="{545EEC56-AFC1-3D93-D0C6-96B7EBE1DE79}"/>
          </ac:grpSpMkLst>
        </pc:grpChg>
        <pc:grpChg chg="mod">
          <ac:chgData name="Hironari Yamada" userId="e57621f8-ec3c-449e-bb19-001fffcc008e" providerId="ADAL" clId="{BC0BD879-F267-5CCA-8DEA-E3B2DD07DA4E}" dt="2026-07-30T02:06:27.311" v="12190" actId="1036"/>
          <ac:grpSpMkLst>
            <pc:docMk/>
            <pc:sldMk cId="825355656" sldId="2076139067"/>
            <ac:grpSpMk id="29" creationId="{CE5ACF35-4EC4-1E08-0FFF-7C34796C4E3F}"/>
          </ac:grpSpMkLst>
        </pc:grpChg>
        <pc:grpChg chg="mod">
          <ac:chgData name="Hironari Yamada" userId="e57621f8-ec3c-449e-bb19-001fffcc008e" providerId="ADAL" clId="{BC0BD879-F267-5CCA-8DEA-E3B2DD07DA4E}" dt="2026-07-30T02:06:27.311" v="12190" actId="1036"/>
          <ac:grpSpMkLst>
            <pc:docMk/>
            <pc:sldMk cId="825355656" sldId="2076139067"/>
            <ac:grpSpMk id="33" creationId="{00876786-C13B-1F8E-02B3-4812BAA26510}"/>
          </ac:grpSpMkLst>
        </pc:grpChg>
        <pc:grpChg chg="mod">
          <ac:chgData name="Hironari Yamada" userId="e57621f8-ec3c-449e-bb19-001fffcc008e" providerId="ADAL" clId="{BC0BD879-F267-5CCA-8DEA-E3B2DD07DA4E}" dt="2026-07-30T02:06:27.311" v="12190" actId="1036"/>
          <ac:grpSpMkLst>
            <pc:docMk/>
            <pc:sldMk cId="825355656" sldId="2076139067"/>
            <ac:grpSpMk id="36" creationId="{93B027F5-ABCC-6AEE-A196-6DF2A86D7600}"/>
          </ac:grpSpMkLst>
        </pc:grpChg>
        <pc:grpChg chg="add mod">
          <ac:chgData name="Hironari Yamada" userId="e57621f8-ec3c-449e-bb19-001fffcc008e" providerId="ADAL" clId="{BC0BD879-F267-5CCA-8DEA-E3B2DD07DA4E}" dt="2026-07-30T02:06:10.575" v="12163" actId="1076"/>
          <ac:grpSpMkLst>
            <pc:docMk/>
            <pc:sldMk cId="825355656" sldId="2076139067"/>
            <ac:grpSpMk id="47" creationId="{33D60F94-5DA9-F4C0-6C20-567F72343925}"/>
          </ac:grpSpMkLst>
        </pc:grpChg>
        <pc:picChg chg="del">
          <ac:chgData name="Hironari Yamada" userId="e57621f8-ec3c-449e-bb19-001fffcc008e" providerId="ADAL" clId="{BC0BD879-F267-5CCA-8DEA-E3B2DD07DA4E}" dt="2026-07-30T02:02:48.355" v="12021" actId="478"/>
          <ac:picMkLst>
            <pc:docMk/>
            <pc:sldMk cId="825355656" sldId="2076139067"/>
            <ac:picMk id="14" creationId="{9CA50053-2ECE-C465-22C9-BFEE5B9BA47B}"/>
          </ac:picMkLst>
        </pc:picChg>
        <pc:picChg chg="mod">
          <ac:chgData name="Hironari Yamada" userId="e57621f8-ec3c-449e-bb19-001fffcc008e" providerId="ADAL" clId="{BC0BD879-F267-5CCA-8DEA-E3B2DD07DA4E}" dt="2026-07-30T06:29:48.122" v="12629" actId="26606"/>
          <ac:picMkLst>
            <pc:docMk/>
            <pc:sldMk cId="825355656" sldId="2076139067"/>
            <ac:picMk id="23" creationId="{D3E0749A-F9FB-0DC6-1DC9-4702EF2C1EA6}"/>
          </ac:picMkLst>
        </pc:picChg>
        <pc:picChg chg="del mod">
          <ac:chgData name="Hironari Yamada" userId="e57621f8-ec3c-449e-bb19-001fffcc008e" providerId="ADAL" clId="{BC0BD879-F267-5CCA-8DEA-E3B2DD07DA4E}" dt="2026-07-30T02:06:15.934" v="12164" actId="478"/>
          <ac:picMkLst>
            <pc:docMk/>
            <pc:sldMk cId="825355656" sldId="2076139067"/>
            <ac:picMk id="25" creationId="{756EE9DF-1456-0B7E-B62C-13CF656D4710}"/>
          </ac:picMkLst>
        </pc:picChg>
        <pc:picChg chg="mod">
          <ac:chgData name="Hironari Yamada" userId="e57621f8-ec3c-449e-bb19-001fffcc008e" providerId="ADAL" clId="{BC0BD879-F267-5CCA-8DEA-E3B2DD07DA4E}" dt="2026-07-30T03:03:06.282" v="12364" actId="1076"/>
          <ac:picMkLst>
            <pc:docMk/>
            <pc:sldMk cId="825355656" sldId="2076139067"/>
            <ac:picMk id="26" creationId="{A9CEF882-2412-8587-22CC-471FE6E908AE}"/>
          </ac:picMkLst>
        </pc:picChg>
      </pc:sldChg>
      <pc:sldChg chg="addSp delSp modSp add mod modNotes">
        <pc:chgData name="Hironari Yamada" userId="e57621f8-ec3c-449e-bb19-001fffcc008e" providerId="ADAL" clId="{BC0BD879-F267-5CCA-8DEA-E3B2DD07DA4E}" dt="2026-07-31T01:10:14.838" v="12843" actId="26606"/>
        <pc:sldMkLst>
          <pc:docMk/>
          <pc:sldMk cId="584411926" sldId="2076139068"/>
        </pc:sldMkLst>
        <pc:spChg chg="mod">
          <ac:chgData name="Hironari Yamada" userId="e57621f8-ec3c-449e-bb19-001fffcc008e" providerId="ADAL" clId="{BC0BD879-F267-5CCA-8DEA-E3B2DD07DA4E}" dt="2026-07-30T06:29:48.122" v="12629" actId="26606"/>
          <ac:spMkLst>
            <pc:docMk/>
            <pc:sldMk cId="584411926" sldId="2076139068"/>
            <ac:spMk id="5" creationId="{6487A38D-4F6D-13A4-5631-83B00F56E7CE}"/>
          </ac:spMkLst>
        </pc:spChg>
        <pc:spChg chg="mod">
          <ac:chgData name="Hironari Yamada" userId="e57621f8-ec3c-449e-bb19-001fffcc008e" providerId="ADAL" clId="{BC0BD879-F267-5CCA-8DEA-E3B2DD07DA4E}" dt="2026-07-30T04:47:26.941" v="12386" actId="1035"/>
          <ac:spMkLst>
            <pc:docMk/>
            <pc:sldMk cId="584411926" sldId="2076139068"/>
            <ac:spMk id="6" creationId="{D4EBDE1C-CCE8-9CA9-05FD-AF47A1CE0279}"/>
          </ac:spMkLst>
        </pc:spChg>
        <pc:spChg chg="mod">
          <ac:chgData name="Hironari Yamada" userId="e57621f8-ec3c-449e-bb19-001fffcc008e" providerId="ADAL" clId="{BC0BD879-F267-5CCA-8DEA-E3B2DD07DA4E}" dt="2026-07-30T04:47:03.964" v="12368"/>
          <ac:spMkLst>
            <pc:docMk/>
            <pc:sldMk cId="584411926" sldId="2076139068"/>
            <ac:spMk id="8" creationId="{7E3A8BB5-4DEB-199C-A2B7-CE6524FC5239}"/>
          </ac:spMkLst>
        </pc:spChg>
        <pc:spChg chg="del">
          <ac:chgData name="Hironari Yamada" userId="e57621f8-ec3c-449e-bb19-001fffcc008e" providerId="ADAL" clId="{BC0BD879-F267-5CCA-8DEA-E3B2DD07DA4E}" dt="2026-07-30T04:46:58.326" v="12367" actId="478"/>
          <ac:spMkLst>
            <pc:docMk/>
            <pc:sldMk cId="584411926" sldId="2076139068"/>
            <ac:spMk id="10" creationId="{CDE8CC69-DC93-4719-753E-93ACB55E8F9E}"/>
          </ac:spMkLst>
        </pc:spChg>
        <pc:spChg chg="mod">
          <ac:chgData name="Hironari Yamada" userId="e57621f8-ec3c-449e-bb19-001fffcc008e" providerId="ADAL" clId="{BC0BD879-F267-5CCA-8DEA-E3B2DD07DA4E}" dt="2026-07-30T04:47:03.964" v="12368"/>
          <ac:spMkLst>
            <pc:docMk/>
            <pc:sldMk cId="584411926" sldId="2076139068"/>
            <ac:spMk id="11" creationId="{4AC69C50-5EB5-64BE-0C2B-6848F58CCB97}"/>
          </ac:spMkLst>
        </pc:spChg>
        <pc:spChg chg="add mod">
          <ac:chgData name="Hironari Yamada" userId="e57621f8-ec3c-449e-bb19-001fffcc008e" providerId="ADAL" clId="{BC0BD879-F267-5CCA-8DEA-E3B2DD07DA4E}" dt="2026-07-30T04:47:26.941" v="12386" actId="1035"/>
          <ac:spMkLst>
            <pc:docMk/>
            <pc:sldMk cId="584411926" sldId="2076139068"/>
            <ac:spMk id="12" creationId="{0121F94D-3702-97B7-F9D5-88509297541E}"/>
          </ac:spMkLst>
        </pc:spChg>
        <pc:spChg chg="mod">
          <ac:chgData name="Hironari Yamada" userId="e57621f8-ec3c-449e-bb19-001fffcc008e" providerId="ADAL" clId="{BC0BD879-F267-5CCA-8DEA-E3B2DD07DA4E}" dt="2026-07-30T04:47:03.964" v="12368"/>
          <ac:spMkLst>
            <pc:docMk/>
            <pc:sldMk cId="584411926" sldId="2076139068"/>
            <ac:spMk id="14" creationId="{4F022E8C-4624-43FF-7EA7-F5463DA2C33E}"/>
          </ac:spMkLst>
        </pc:spChg>
        <pc:spChg chg="del">
          <ac:chgData name="Hironari Yamada" userId="e57621f8-ec3c-449e-bb19-001fffcc008e" providerId="ADAL" clId="{BC0BD879-F267-5CCA-8DEA-E3B2DD07DA4E}" dt="2026-07-30T04:46:58.326" v="12367" actId="478"/>
          <ac:spMkLst>
            <pc:docMk/>
            <pc:sldMk cId="584411926" sldId="2076139068"/>
            <ac:spMk id="15" creationId="{5AD347B3-C355-1F60-08A6-3FDA876CAAE1}"/>
          </ac:spMkLst>
        </pc:spChg>
        <pc:spChg chg="del">
          <ac:chgData name="Hironari Yamada" userId="e57621f8-ec3c-449e-bb19-001fffcc008e" providerId="ADAL" clId="{BC0BD879-F267-5CCA-8DEA-E3B2DD07DA4E}" dt="2026-07-30T04:46:58.326" v="12367" actId="478"/>
          <ac:spMkLst>
            <pc:docMk/>
            <pc:sldMk cId="584411926" sldId="2076139068"/>
            <ac:spMk id="19" creationId="{C641E65C-DE6D-A058-F1DD-F403129D2FFC}"/>
          </ac:spMkLst>
        </pc:spChg>
        <pc:spChg chg="mod">
          <ac:chgData name="Hironari Yamada" userId="e57621f8-ec3c-449e-bb19-001fffcc008e" providerId="ADAL" clId="{BC0BD879-F267-5CCA-8DEA-E3B2DD07DA4E}" dt="2026-07-30T04:47:03.964" v="12368"/>
          <ac:spMkLst>
            <pc:docMk/>
            <pc:sldMk cId="584411926" sldId="2076139068"/>
            <ac:spMk id="24" creationId="{F75C64D9-6EE1-4082-E91E-9816B2DC04DA}"/>
          </ac:spMkLst>
        </pc:spChg>
        <pc:spChg chg="add mod">
          <ac:chgData name="Hironari Yamada" userId="e57621f8-ec3c-449e-bb19-001fffcc008e" providerId="ADAL" clId="{BC0BD879-F267-5CCA-8DEA-E3B2DD07DA4E}" dt="2026-07-30T06:29:48.122" v="12629" actId="26606"/>
          <ac:spMkLst>
            <pc:docMk/>
            <pc:sldMk cId="584411926" sldId="2076139068"/>
            <ac:spMk id="25" creationId="{C1B5960D-5BF8-072C-1A1B-F3691F392123}"/>
          </ac:spMkLst>
        </pc:spChg>
        <pc:spChg chg="del">
          <ac:chgData name="Hironari Yamada" userId="e57621f8-ec3c-449e-bb19-001fffcc008e" providerId="ADAL" clId="{BC0BD879-F267-5CCA-8DEA-E3B2DD07DA4E}" dt="2026-07-30T04:46:58.326" v="12367" actId="478"/>
          <ac:spMkLst>
            <pc:docMk/>
            <pc:sldMk cId="584411926" sldId="2076139068"/>
            <ac:spMk id="27" creationId="{C5AE8D28-847E-C31A-D52B-EFDD46C83949}"/>
          </ac:spMkLst>
        </pc:spChg>
        <pc:spChg chg="mod">
          <ac:chgData name="Hironari Yamada" userId="e57621f8-ec3c-449e-bb19-001fffcc008e" providerId="ADAL" clId="{BC0BD879-F267-5CCA-8DEA-E3B2DD07DA4E}" dt="2026-07-30T04:47:26.941" v="12386" actId="1035"/>
          <ac:spMkLst>
            <pc:docMk/>
            <pc:sldMk cId="584411926" sldId="2076139068"/>
            <ac:spMk id="32" creationId="{A64DB091-2427-D77E-6812-23D6110DE3AE}"/>
          </ac:spMkLst>
        </pc:spChg>
        <pc:spChg chg="del">
          <ac:chgData name="Hironari Yamada" userId="e57621f8-ec3c-449e-bb19-001fffcc008e" providerId="ADAL" clId="{BC0BD879-F267-5CCA-8DEA-E3B2DD07DA4E}" dt="2026-07-30T04:46:58.326" v="12367" actId="478"/>
          <ac:spMkLst>
            <pc:docMk/>
            <pc:sldMk cId="584411926" sldId="2076139068"/>
            <ac:spMk id="43" creationId="{BDCD28CC-EEF5-2A5D-3408-F6191141869B}"/>
          </ac:spMkLst>
        </pc:spChg>
        <pc:spChg chg="del">
          <ac:chgData name="Hironari Yamada" userId="e57621f8-ec3c-449e-bb19-001fffcc008e" providerId="ADAL" clId="{BC0BD879-F267-5CCA-8DEA-E3B2DD07DA4E}" dt="2026-07-30T04:46:58.326" v="12367" actId="478"/>
          <ac:spMkLst>
            <pc:docMk/>
            <pc:sldMk cId="584411926" sldId="2076139068"/>
            <ac:spMk id="44" creationId="{B96F27AF-A047-F849-A1D9-B986D1648E76}"/>
          </ac:spMkLst>
        </pc:spChg>
        <pc:spChg chg="del">
          <ac:chgData name="Hironari Yamada" userId="e57621f8-ec3c-449e-bb19-001fffcc008e" providerId="ADAL" clId="{BC0BD879-F267-5CCA-8DEA-E3B2DD07DA4E}" dt="2026-07-30T04:46:58.326" v="12367" actId="478"/>
          <ac:spMkLst>
            <pc:docMk/>
            <pc:sldMk cId="584411926" sldId="2076139068"/>
            <ac:spMk id="45" creationId="{DE71307A-7B7B-6D3D-0856-0027FFFE8CFA}"/>
          </ac:spMkLst>
        </pc:spChg>
        <pc:spChg chg="del">
          <ac:chgData name="Hironari Yamada" userId="e57621f8-ec3c-449e-bb19-001fffcc008e" providerId="ADAL" clId="{BC0BD879-F267-5CCA-8DEA-E3B2DD07DA4E}" dt="2026-07-30T04:46:58.326" v="12367" actId="478"/>
          <ac:spMkLst>
            <pc:docMk/>
            <pc:sldMk cId="584411926" sldId="2076139068"/>
            <ac:spMk id="46" creationId="{E57590AD-A6AA-0D94-7D97-D25856FF9246}"/>
          </ac:spMkLst>
        </pc:spChg>
        <pc:spChg chg="del">
          <ac:chgData name="Hironari Yamada" userId="e57621f8-ec3c-449e-bb19-001fffcc008e" providerId="ADAL" clId="{BC0BD879-F267-5CCA-8DEA-E3B2DD07DA4E}" dt="2026-07-30T04:46:58.326" v="12367" actId="478"/>
          <ac:spMkLst>
            <pc:docMk/>
            <pc:sldMk cId="584411926" sldId="2076139068"/>
            <ac:spMk id="50" creationId="{FBA1DF34-E223-8A76-8DEE-081EF67830EC}"/>
          </ac:spMkLst>
        </pc:spChg>
        <pc:spChg chg="mod">
          <ac:chgData name="Hironari Yamada" userId="e57621f8-ec3c-449e-bb19-001fffcc008e" providerId="ADAL" clId="{BC0BD879-F267-5CCA-8DEA-E3B2DD07DA4E}" dt="2026-07-30T04:47:26.941" v="12386" actId="1035"/>
          <ac:spMkLst>
            <pc:docMk/>
            <pc:sldMk cId="584411926" sldId="2076139068"/>
            <ac:spMk id="53" creationId="{8F901133-07EB-65B8-8B15-2E185A7EE3A3}"/>
          </ac:spMkLst>
        </pc:spChg>
        <pc:spChg chg="mod">
          <ac:chgData name="Hironari Yamada" userId="e57621f8-ec3c-449e-bb19-001fffcc008e" providerId="ADAL" clId="{BC0BD879-F267-5CCA-8DEA-E3B2DD07DA4E}" dt="2026-07-30T04:47:03.964" v="12368"/>
          <ac:spMkLst>
            <pc:docMk/>
            <pc:sldMk cId="584411926" sldId="2076139068"/>
            <ac:spMk id="55" creationId="{5456F4CA-4494-1EF8-40B5-EE0C3750560F}"/>
          </ac:spMkLst>
        </pc:spChg>
        <pc:spChg chg="add mod">
          <ac:chgData name="Hironari Yamada" userId="e57621f8-ec3c-449e-bb19-001fffcc008e" providerId="ADAL" clId="{BC0BD879-F267-5CCA-8DEA-E3B2DD07DA4E}" dt="2026-07-30T04:47:26.941" v="12386" actId="1035"/>
          <ac:spMkLst>
            <pc:docMk/>
            <pc:sldMk cId="584411926" sldId="2076139068"/>
            <ac:spMk id="57" creationId="{51760410-BA87-B3A3-ABD9-6A72373014EB}"/>
          </ac:spMkLst>
        </pc:spChg>
        <pc:spChg chg="add mod">
          <ac:chgData name="Hironari Yamada" userId="e57621f8-ec3c-449e-bb19-001fffcc008e" providerId="ADAL" clId="{BC0BD879-F267-5CCA-8DEA-E3B2DD07DA4E}" dt="2026-07-30T04:47:26.941" v="12386" actId="1035"/>
          <ac:spMkLst>
            <pc:docMk/>
            <pc:sldMk cId="584411926" sldId="2076139068"/>
            <ac:spMk id="58" creationId="{F4FE5F6D-ED94-0D9D-1FB3-413BA92497A6}"/>
          </ac:spMkLst>
        </pc:spChg>
        <pc:spChg chg="mod">
          <ac:chgData name="Hironari Yamada" userId="e57621f8-ec3c-449e-bb19-001fffcc008e" providerId="ADAL" clId="{BC0BD879-F267-5CCA-8DEA-E3B2DD07DA4E}" dt="2026-07-30T04:47:03.964" v="12368"/>
          <ac:spMkLst>
            <pc:docMk/>
            <pc:sldMk cId="584411926" sldId="2076139068"/>
            <ac:spMk id="60" creationId="{2078C2ED-614A-0EBB-1661-E3E6EEAD7BE4}"/>
          </ac:spMkLst>
        </pc:spChg>
        <pc:grpChg chg="mod">
          <ac:chgData name="Hironari Yamada" userId="e57621f8-ec3c-449e-bb19-001fffcc008e" providerId="ADAL" clId="{BC0BD879-F267-5CCA-8DEA-E3B2DD07DA4E}" dt="2026-07-30T04:47:26.941" v="12386" actId="1035"/>
          <ac:grpSpMkLst>
            <pc:docMk/>
            <pc:sldMk cId="584411926" sldId="2076139068"/>
            <ac:grpSpMk id="7" creationId="{26F3EF9B-D978-DA6E-8BDD-2091D9346266}"/>
          </ac:grpSpMkLst>
        </pc:grpChg>
        <pc:grpChg chg="mod">
          <ac:chgData name="Hironari Yamada" userId="e57621f8-ec3c-449e-bb19-001fffcc008e" providerId="ADAL" clId="{BC0BD879-F267-5CCA-8DEA-E3B2DD07DA4E}" dt="2026-07-30T04:47:26.941" v="12386" actId="1035"/>
          <ac:grpSpMkLst>
            <pc:docMk/>
            <pc:sldMk cId="584411926" sldId="2076139068"/>
            <ac:grpSpMk id="59" creationId="{44415415-2F8F-86C9-830F-8599559EAE98}"/>
          </ac:grpSpMkLst>
        </pc:grpChg>
        <pc:picChg chg="mod">
          <ac:chgData name="Hironari Yamada" userId="e57621f8-ec3c-449e-bb19-001fffcc008e" providerId="ADAL" clId="{BC0BD879-F267-5CCA-8DEA-E3B2DD07DA4E}" dt="2026-07-30T04:47:26.941" v="12386" actId="1035"/>
          <ac:picMkLst>
            <pc:docMk/>
            <pc:sldMk cId="584411926" sldId="2076139068"/>
            <ac:picMk id="3" creationId="{92BD7BEE-8C6D-FF20-9128-4E85A7035190}"/>
          </ac:picMkLst>
        </pc:picChg>
        <pc:picChg chg="del">
          <ac:chgData name="Hironari Yamada" userId="e57621f8-ec3c-449e-bb19-001fffcc008e" providerId="ADAL" clId="{BC0BD879-F267-5CCA-8DEA-E3B2DD07DA4E}" dt="2026-07-30T04:46:58.326" v="12367" actId="478"/>
          <ac:picMkLst>
            <pc:docMk/>
            <pc:sldMk cId="584411926" sldId="2076139068"/>
            <ac:picMk id="23" creationId="{0E32361E-A10C-1484-3701-C9FBF2B0952C}"/>
          </ac:picMkLst>
        </pc:picChg>
        <pc:picChg chg="mod">
          <ac:chgData name="Hironari Yamada" userId="e57621f8-ec3c-449e-bb19-001fffcc008e" providerId="ADAL" clId="{BC0BD879-F267-5CCA-8DEA-E3B2DD07DA4E}" dt="2026-07-30T04:47:26.941" v="12386" actId="1035"/>
          <ac:picMkLst>
            <pc:docMk/>
            <pc:sldMk cId="584411926" sldId="2076139068"/>
            <ac:picMk id="28" creationId="{10198BC6-6C16-F31D-6EE6-8B58916BD36B}"/>
          </ac:picMkLst>
        </pc:picChg>
      </pc:sldChg>
      <pc:sldChg chg="addSp delSp modSp add mod modNotes modNotesTx">
        <pc:chgData name="Hironari Yamada" userId="e57621f8-ec3c-449e-bb19-001fffcc008e" providerId="ADAL" clId="{BC0BD879-F267-5CCA-8DEA-E3B2DD07DA4E}" dt="2026-07-31T01:10:14.838" v="12843" actId="26606"/>
        <pc:sldMkLst>
          <pc:docMk/>
          <pc:sldMk cId="3367072631" sldId="2076139069"/>
        </pc:sldMkLst>
        <pc:spChg chg="add del">
          <ac:chgData name="Hironari Yamada" userId="e57621f8-ec3c-449e-bb19-001fffcc008e" providerId="ADAL" clId="{BC0BD879-F267-5CCA-8DEA-E3B2DD07DA4E}" dt="2026-07-30T04:48:36.929" v="12402" actId="478"/>
          <ac:spMkLst>
            <pc:docMk/>
            <pc:sldMk cId="3367072631" sldId="2076139069"/>
            <ac:spMk id="4" creationId="{D889DE1F-DA67-08CE-6D91-64DC064BA884}"/>
          </ac:spMkLst>
        </pc:spChg>
        <pc:spChg chg="add del">
          <ac:chgData name="Hironari Yamada" userId="e57621f8-ec3c-449e-bb19-001fffcc008e" providerId="ADAL" clId="{BC0BD879-F267-5CCA-8DEA-E3B2DD07DA4E}" dt="2026-07-30T04:48:38.444" v="12403" actId="478"/>
          <ac:spMkLst>
            <pc:docMk/>
            <pc:sldMk cId="3367072631" sldId="2076139069"/>
            <ac:spMk id="5" creationId="{1321646A-786D-3A86-7A7E-5294A05A6EB5}"/>
          </ac:spMkLst>
        </pc:spChg>
        <pc:spChg chg="add del">
          <ac:chgData name="Hironari Yamada" userId="e57621f8-ec3c-449e-bb19-001fffcc008e" providerId="ADAL" clId="{BC0BD879-F267-5CCA-8DEA-E3B2DD07DA4E}" dt="2026-07-30T04:48:38.444" v="12403" actId="478"/>
          <ac:spMkLst>
            <pc:docMk/>
            <pc:sldMk cId="3367072631" sldId="2076139069"/>
            <ac:spMk id="6" creationId="{5A4FD270-963E-ED66-0E28-418DFF136C55}"/>
          </ac:spMkLst>
        </pc:spChg>
        <pc:spChg chg="mod">
          <ac:chgData name="Hironari Yamada" userId="e57621f8-ec3c-449e-bb19-001fffcc008e" providerId="ADAL" clId="{BC0BD879-F267-5CCA-8DEA-E3B2DD07DA4E}" dt="2026-07-30T04:48:31.376" v="12400" actId="20577"/>
          <ac:spMkLst>
            <pc:docMk/>
            <pc:sldMk cId="3367072631" sldId="2076139069"/>
            <ac:spMk id="9" creationId="{48C0942C-D46A-BBCA-853F-2C6B453F2CE4}"/>
          </ac:spMkLst>
        </pc:spChg>
        <pc:spChg chg="add mod">
          <ac:chgData name="Hironari Yamada" userId="e57621f8-ec3c-449e-bb19-001fffcc008e" providerId="ADAL" clId="{BC0BD879-F267-5CCA-8DEA-E3B2DD07DA4E}" dt="2026-07-30T04:48:48.141" v="12404"/>
          <ac:spMkLst>
            <pc:docMk/>
            <pc:sldMk cId="3367072631" sldId="2076139069"/>
            <ac:spMk id="10" creationId="{3609DEA7-5A7E-2581-8498-C178288EA932}"/>
          </ac:spMkLst>
        </pc:spChg>
        <pc:spChg chg="add del">
          <ac:chgData name="Hironari Yamada" userId="e57621f8-ec3c-449e-bb19-001fffcc008e" providerId="ADAL" clId="{BC0BD879-F267-5CCA-8DEA-E3B2DD07DA4E}" dt="2026-07-30T04:48:38.444" v="12403" actId="478"/>
          <ac:spMkLst>
            <pc:docMk/>
            <pc:sldMk cId="3367072631" sldId="2076139069"/>
            <ac:spMk id="12" creationId="{D57F8B44-337D-7F8A-C2E1-63000054FFE3}"/>
          </ac:spMkLst>
        </pc:spChg>
        <pc:spChg chg="add mod">
          <ac:chgData name="Hironari Yamada" userId="e57621f8-ec3c-449e-bb19-001fffcc008e" providerId="ADAL" clId="{BC0BD879-F267-5CCA-8DEA-E3B2DD07DA4E}" dt="2026-07-30T04:48:48.141" v="12404"/>
          <ac:spMkLst>
            <pc:docMk/>
            <pc:sldMk cId="3367072631" sldId="2076139069"/>
            <ac:spMk id="15" creationId="{5F93D680-5F87-7B2F-8F4C-EED2DAF22212}"/>
          </ac:spMkLst>
        </pc:spChg>
        <pc:spChg chg="add mod">
          <ac:chgData name="Hironari Yamada" userId="e57621f8-ec3c-449e-bb19-001fffcc008e" providerId="ADAL" clId="{BC0BD879-F267-5CCA-8DEA-E3B2DD07DA4E}" dt="2026-07-30T04:48:48.141" v="12404"/>
          <ac:spMkLst>
            <pc:docMk/>
            <pc:sldMk cId="3367072631" sldId="2076139069"/>
            <ac:spMk id="16" creationId="{F01FECF8-C323-3407-BA13-9711ADD4BF17}"/>
          </ac:spMkLst>
        </pc:spChg>
        <pc:spChg chg="mod">
          <ac:chgData name="Hironari Yamada" userId="e57621f8-ec3c-449e-bb19-001fffcc008e" providerId="ADAL" clId="{BC0BD879-F267-5CCA-8DEA-E3B2DD07DA4E}" dt="2026-07-30T04:48:48.141" v="12404"/>
          <ac:spMkLst>
            <pc:docMk/>
            <pc:sldMk cId="3367072631" sldId="2076139069"/>
            <ac:spMk id="19" creationId="{F7D9BF97-C5B2-5378-5522-3D58B57CB1E4}"/>
          </ac:spMkLst>
        </pc:spChg>
        <pc:spChg chg="mod">
          <ac:chgData name="Hironari Yamada" userId="e57621f8-ec3c-449e-bb19-001fffcc008e" providerId="ADAL" clId="{BC0BD879-F267-5CCA-8DEA-E3B2DD07DA4E}" dt="2026-07-30T04:48:48.141" v="12404"/>
          <ac:spMkLst>
            <pc:docMk/>
            <pc:sldMk cId="3367072631" sldId="2076139069"/>
            <ac:spMk id="20" creationId="{00139685-1814-89EB-82CE-3F95465F64FA}"/>
          </ac:spMkLst>
        </pc:spChg>
        <pc:spChg chg="mod">
          <ac:chgData name="Hironari Yamada" userId="e57621f8-ec3c-449e-bb19-001fffcc008e" providerId="ADAL" clId="{BC0BD879-F267-5CCA-8DEA-E3B2DD07DA4E}" dt="2026-07-30T04:48:48.141" v="12404"/>
          <ac:spMkLst>
            <pc:docMk/>
            <pc:sldMk cId="3367072631" sldId="2076139069"/>
            <ac:spMk id="22" creationId="{F61D8858-166C-CDEF-33BA-7492D48E91E3}"/>
          </ac:spMkLst>
        </pc:spChg>
        <pc:spChg chg="mod">
          <ac:chgData name="Hironari Yamada" userId="e57621f8-ec3c-449e-bb19-001fffcc008e" providerId="ADAL" clId="{BC0BD879-F267-5CCA-8DEA-E3B2DD07DA4E}" dt="2026-07-30T04:48:48.141" v="12404"/>
          <ac:spMkLst>
            <pc:docMk/>
            <pc:sldMk cId="3367072631" sldId="2076139069"/>
            <ac:spMk id="23" creationId="{D5D8BE6A-519F-4DCE-C557-875BAC158719}"/>
          </ac:spMkLst>
        </pc:spChg>
        <pc:spChg chg="add del">
          <ac:chgData name="Hironari Yamada" userId="e57621f8-ec3c-449e-bb19-001fffcc008e" providerId="ADAL" clId="{BC0BD879-F267-5CCA-8DEA-E3B2DD07DA4E}" dt="2026-07-30T04:48:38.444" v="12403" actId="478"/>
          <ac:spMkLst>
            <pc:docMk/>
            <pc:sldMk cId="3367072631" sldId="2076139069"/>
            <ac:spMk id="25" creationId="{91405C8A-001E-1A72-A8D7-B36235B91E62}"/>
          </ac:spMkLst>
        </pc:spChg>
        <pc:spChg chg="mod">
          <ac:chgData name="Hironari Yamada" userId="e57621f8-ec3c-449e-bb19-001fffcc008e" providerId="ADAL" clId="{BC0BD879-F267-5CCA-8DEA-E3B2DD07DA4E}" dt="2026-07-30T04:48:48.141" v="12404"/>
          <ac:spMkLst>
            <pc:docMk/>
            <pc:sldMk cId="3367072631" sldId="2076139069"/>
            <ac:spMk id="27" creationId="{DC4DFBEB-E337-A822-FBC0-8534D9401C62}"/>
          </ac:spMkLst>
        </pc:spChg>
        <pc:spChg chg="mod">
          <ac:chgData name="Hironari Yamada" userId="e57621f8-ec3c-449e-bb19-001fffcc008e" providerId="ADAL" clId="{BC0BD879-F267-5CCA-8DEA-E3B2DD07DA4E}" dt="2026-07-30T04:48:48.141" v="12404"/>
          <ac:spMkLst>
            <pc:docMk/>
            <pc:sldMk cId="3367072631" sldId="2076139069"/>
            <ac:spMk id="29" creationId="{61AF65A4-B0F8-A55B-0970-8ED7A5BC3A60}"/>
          </ac:spMkLst>
        </pc:spChg>
        <pc:spChg chg="add mod">
          <ac:chgData name="Hironari Yamada" userId="e57621f8-ec3c-449e-bb19-001fffcc008e" providerId="ADAL" clId="{BC0BD879-F267-5CCA-8DEA-E3B2DD07DA4E}" dt="2026-07-30T04:48:48.141" v="12404"/>
          <ac:spMkLst>
            <pc:docMk/>
            <pc:sldMk cId="3367072631" sldId="2076139069"/>
            <ac:spMk id="30" creationId="{138CE6FE-DE4E-BE3F-75D5-73418A45FF5A}"/>
          </ac:spMkLst>
        </pc:spChg>
        <pc:spChg chg="add del">
          <ac:chgData name="Hironari Yamada" userId="e57621f8-ec3c-449e-bb19-001fffcc008e" providerId="ADAL" clId="{BC0BD879-F267-5CCA-8DEA-E3B2DD07DA4E}" dt="2026-07-30T04:48:38.444" v="12403" actId="478"/>
          <ac:spMkLst>
            <pc:docMk/>
            <pc:sldMk cId="3367072631" sldId="2076139069"/>
            <ac:spMk id="32" creationId="{60977D38-C9EA-C4DA-18EF-FDC44E0B54CA}"/>
          </ac:spMkLst>
        </pc:spChg>
        <pc:spChg chg="add mod">
          <ac:chgData name="Hironari Yamada" userId="e57621f8-ec3c-449e-bb19-001fffcc008e" providerId="ADAL" clId="{BC0BD879-F267-5CCA-8DEA-E3B2DD07DA4E}" dt="2026-07-30T04:49:08.465" v="12407" actId="1076"/>
          <ac:spMkLst>
            <pc:docMk/>
            <pc:sldMk cId="3367072631" sldId="2076139069"/>
            <ac:spMk id="33" creationId="{CF35C940-6FDE-6B45-BAC4-3F1BA9654D84}"/>
          </ac:spMkLst>
        </pc:spChg>
        <pc:spChg chg="add mod">
          <ac:chgData name="Hironari Yamada" userId="e57621f8-ec3c-449e-bb19-001fffcc008e" providerId="ADAL" clId="{BC0BD879-F267-5CCA-8DEA-E3B2DD07DA4E}" dt="2026-07-30T04:49:08.465" v="12407" actId="1076"/>
          <ac:spMkLst>
            <pc:docMk/>
            <pc:sldMk cId="3367072631" sldId="2076139069"/>
            <ac:spMk id="34" creationId="{9A5D05EE-D643-D262-DF74-B7BA53FDE39E}"/>
          </ac:spMkLst>
        </pc:spChg>
        <pc:spChg chg="add mod">
          <ac:chgData name="Hironari Yamada" userId="e57621f8-ec3c-449e-bb19-001fffcc008e" providerId="ADAL" clId="{BC0BD879-F267-5CCA-8DEA-E3B2DD07DA4E}" dt="2026-07-30T04:49:02.379" v="12406" actId="1076"/>
          <ac:spMkLst>
            <pc:docMk/>
            <pc:sldMk cId="3367072631" sldId="2076139069"/>
            <ac:spMk id="35" creationId="{CB8E30F0-D93C-5E5D-0B16-AF08FA0D1D62}"/>
          </ac:spMkLst>
        </pc:spChg>
        <pc:spChg chg="mod">
          <ac:chgData name="Hironari Yamada" userId="e57621f8-ec3c-449e-bb19-001fffcc008e" providerId="ADAL" clId="{BC0BD879-F267-5CCA-8DEA-E3B2DD07DA4E}" dt="2026-07-30T04:48:54.466" v="12405"/>
          <ac:spMkLst>
            <pc:docMk/>
            <pc:sldMk cId="3367072631" sldId="2076139069"/>
            <ac:spMk id="38" creationId="{0ACE6199-E8EA-C316-94E8-39AB8FEBAEC3}"/>
          </ac:spMkLst>
        </pc:spChg>
        <pc:spChg chg="mod">
          <ac:chgData name="Hironari Yamada" userId="e57621f8-ec3c-449e-bb19-001fffcc008e" providerId="ADAL" clId="{BC0BD879-F267-5CCA-8DEA-E3B2DD07DA4E}" dt="2026-07-30T04:48:54.466" v="12405"/>
          <ac:spMkLst>
            <pc:docMk/>
            <pc:sldMk cId="3367072631" sldId="2076139069"/>
            <ac:spMk id="40" creationId="{ED8A8A31-CE41-61FC-B7A4-584D9ED4298C}"/>
          </ac:spMkLst>
        </pc:spChg>
        <pc:spChg chg="mod">
          <ac:chgData name="Hironari Yamada" userId="e57621f8-ec3c-449e-bb19-001fffcc008e" providerId="ADAL" clId="{BC0BD879-F267-5CCA-8DEA-E3B2DD07DA4E}" dt="2026-07-30T04:48:54.466" v="12405"/>
          <ac:spMkLst>
            <pc:docMk/>
            <pc:sldMk cId="3367072631" sldId="2076139069"/>
            <ac:spMk id="42" creationId="{DF9AAA06-9F98-8802-3A48-CBB0469805A2}"/>
          </ac:spMkLst>
        </pc:spChg>
        <pc:spChg chg="mod">
          <ac:chgData name="Hironari Yamada" userId="e57621f8-ec3c-449e-bb19-001fffcc008e" providerId="ADAL" clId="{BC0BD879-F267-5CCA-8DEA-E3B2DD07DA4E}" dt="2026-07-30T04:48:54.466" v="12405"/>
          <ac:spMkLst>
            <pc:docMk/>
            <pc:sldMk cId="3367072631" sldId="2076139069"/>
            <ac:spMk id="43" creationId="{B22E00C1-5238-D741-8CE1-FA7FB732491A}"/>
          </ac:spMkLst>
        </pc:spChg>
        <pc:spChg chg="mod">
          <ac:chgData name="Hironari Yamada" userId="e57621f8-ec3c-449e-bb19-001fffcc008e" providerId="ADAL" clId="{BC0BD879-F267-5CCA-8DEA-E3B2DD07DA4E}" dt="2026-07-30T04:48:54.466" v="12405"/>
          <ac:spMkLst>
            <pc:docMk/>
            <pc:sldMk cId="3367072631" sldId="2076139069"/>
            <ac:spMk id="45" creationId="{D5FEA64C-74FA-6964-ACC8-DDAD91DDB742}"/>
          </ac:spMkLst>
        </pc:spChg>
        <pc:spChg chg="mod">
          <ac:chgData name="Hironari Yamada" userId="e57621f8-ec3c-449e-bb19-001fffcc008e" providerId="ADAL" clId="{BC0BD879-F267-5CCA-8DEA-E3B2DD07DA4E}" dt="2026-07-30T04:48:54.466" v="12405"/>
          <ac:spMkLst>
            <pc:docMk/>
            <pc:sldMk cId="3367072631" sldId="2076139069"/>
            <ac:spMk id="46" creationId="{909EE3D7-B549-B147-BE29-73D2F6FC31D9}"/>
          </ac:spMkLst>
        </pc:spChg>
        <pc:spChg chg="add mod">
          <ac:chgData name="Hironari Yamada" userId="e57621f8-ec3c-449e-bb19-001fffcc008e" providerId="ADAL" clId="{BC0BD879-F267-5CCA-8DEA-E3B2DD07DA4E}" dt="2026-07-30T04:49:08.465" v="12407" actId="1076"/>
          <ac:spMkLst>
            <pc:docMk/>
            <pc:sldMk cId="3367072631" sldId="2076139069"/>
            <ac:spMk id="47" creationId="{9946AF36-2AB3-8BD7-41CC-AC47B34E62C5}"/>
          </ac:spMkLst>
        </pc:spChg>
        <pc:spChg chg="add mod">
          <ac:chgData name="Hironari Yamada" userId="e57621f8-ec3c-449e-bb19-001fffcc008e" providerId="ADAL" clId="{BC0BD879-F267-5CCA-8DEA-E3B2DD07DA4E}" dt="2026-07-30T05:08:53.085" v="12409"/>
          <ac:spMkLst>
            <pc:docMk/>
            <pc:sldMk cId="3367072631" sldId="2076139069"/>
            <ac:spMk id="49" creationId="{B0152A8B-6224-E9BB-5129-CB86F43C0B0C}"/>
          </ac:spMkLst>
        </pc:spChg>
        <pc:spChg chg="add mod">
          <ac:chgData name="Hironari Yamada" userId="e57621f8-ec3c-449e-bb19-001fffcc008e" providerId="ADAL" clId="{BC0BD879-F267-5CCA-8DEA-E3B2DD07DA4E}" dt="2026-07-30T05:08:53.085" v="12409"/>
          <ac:spMkLst>
            <pc:docMk/>
            <pc:sldMk cId="3367072631" sldId="2076139069"/>
            <ac:spMk id="50" creationId="{BBFF85D5-2E18-F412-CCFC-8C16A21BDA41}"/>
          </ac:spMkLst>
        </pc:spChg>
        <pc:spChg chg="add del">
          <ac:chgData name="Hironari Yamada" userId="e57621f8-ec3c-449e-bb19-001fffcc008e" providerId="ADAL" clId="{BC0BD879-F267-5CCA-8DEA-E3B2DD07DA4E}" dt="2026-07-30T04:48:38.444" v="12403" actId="478"/>
          <ac:spMkLst>
            <pc:docMk/>
            <pc:sldMk cId="3367072631" sldId="2076139069"/>
            <ac:spMk id="53" creationId="{93315878-B0B7-05EF-973A-A6B44DB4DB27}"/>
          </ac:spMkLst>
        </pc:spChg>
        <pc:spChg chg="add del">
          <ac:chgData name="Hironari Yamada" userId="e57621f8-ec3c-449e-bb19-001fffcc008e" providerId="ADAL" clId="{BC0BD879-F267-5CCA-8DEA-E3B2DD07DA4E}" dt="2026-07-30T04:48:38.444" v="12403" actId="478"/>
          <ac:spMkLst>
            <pc:docMk/>
            <pc:sldMk cId="3367072631" sldId="2076139069"/>
            <ac:spMk id="57" creationId="{D6829331-2462-8FB7-E868-8595C1F0991E}"/>
          </ac:spMkLst>
        </pc:spChg>
        <pc:spChg chg="add del">
          <ac:chgData name="Hironari Yamada" userId="e57621f8-ec3c-449e-bb19-001fffcc008e" providerId="ADAL" clId="{BC0BD879-F267-5CCA-8DEA-E3B2DD07DA4E}" dt="2026-07-30T04:48:38.444" v="12403" actId="478"/>
          <ac:spMkLst>
            <pc:docMk/>
            <pc:sldMk cId="3367072631" sldId="2076139069"/>
            <ac:spMk id="58" creationId="{66896D5D-4CB0-B862-CF96-A6E69CE46A06}"/>
          </ac:spMkLst>
        </pc:spChg>
        <pc:spChg chg="add mod">
          <ac:chgData name="Hironari Yamada" userId="e57621f8-ec3c-449e-bb19-001fffcc008e" providerId="ADAL" clId="{BC0BD879-F267-5CCA-8DEA-E3B2DD07DA4E}" dt="2026-07-30T05:08:53.085" v="12409"/>
          <ac:spMkLst>
            <pc:docMk/>
            <pc:sldMk cId="3367072631" sldId="2076139069"/>
            <ac:spMk id="62" creationId="{663A7712-F7DE-665A-29F5-52B772F86244}"/>
          </ac:spMkLst>
        </pc:spChg>
        <pc:spChg chg="add mod">
          <ac:chgData name="Hironari Yamada" userId="e57621f8-ec3c-449e-bb19-001fffcc008e" providerId="ADAL" clId="{BC0BD879-F267-5CCA-8DEA-E3B2DD07DA4E}" dt="2026-07-30T05:08:53.085" v="12409"/>
          <ac:spMkLst>
            <pc:docMk/>
            <pc:sldMk cId="3367072631" sldId="2076139069"/>
            <ac:spMk id="67" creationId="{E238319D-A2E6-CCF6-242C-259302226D04}"/>
          </ac:spMkLst>
        </pc:spChg>
        <pc:spChg chg="add mod">
          <ac:chgData name="Hironari Yamada" userId="e57621f8-ec3c-449e-bb19-001fffcc008e" providerId="ADAL" clId="{BC0BD879-F267-5CCA-8DEA-E3B2DD07DA4E}" dt="2026-07-30T05:08:53.085" v="12409"/>
          <ac:spMkLst>
            <pc:docMk/>
            <pc:sldMk cId="3367072631" sldId="2076139069"/>
            <ac:spMk id="69" creationId="{74A3FDAD-053A-B9F7-1459-C972ECB269D6}"/>
          </ac:spMkLst>
        </pc:spChg>
        <pc:spChg chg="add mod">
          <ac:chgData name="Hironari Yamada" userId="e57621f8-ec3c-449e-bb19-001fffcc008e" providerId="ADAL" clId="{BC0BD879-F267-5CCA-8DEA-E3B2DD07DA4E}" dt="2026-07-30T05:08:53.085" v="12409"/>
          <ac:spMkLst>
            <pc:docMk/>
            <pc:sldMk cId="3367072631" sldId="2076139069"/>
            <ac:spMk id="70" creationId="{6D2867F7-2CF8-8833-D100-6811FA6D8424}"/>
          </ac:spMkLst>
        </pc:spChg>
        <pc:spChg chg="add mod">
          <ac:chgData name="Hironari Yamada" userId="e57621f8-ec3c-449e-bb19-001fffcc008e" providerId="ADAL" clId="{BC0BD879-F267-5CCA-8DEA-E3B2DD07DA4E}" dt="2026-07-30T05:08:53.085" v="12409"/>
          <ac:spMkLst>
            <pc:docMk/>
            <pc:sldMk cId="3367072631" sldId="2076139069"/>
            <ac:spMk id="71" creationId="{8CB66065-998A-77A0-5722-B7C4C9A91089}"/>
          </ac:spMkLst>
        </pc:spChg>
        <pc:spChg chg="add mod">
          <ac:chgData name="Hironari Yamada" userId="e57621f8-ec3c-449e-bb19-001fffcc008e" providerId="ADAL" clId="{BC0BD879-F267-5CCA-8DEA-E3B2DD07DA4E}" dt="2026-07-30T05:08:53.085" v="12409"/>
          <ac:spMkLst>
            <pc:docMk/>
            <pc:sldMk cId="3367072631" sldId="2076139069"/>
            <ac:spMk id="72" creationId="{E48BF839-DEB5-867C-00B3-0A47ABBB281F}"/>
          </ac:spMkLst>
        </pc:spChg>
        <pc:spChg chg="add mod">
          <ac:chgData name="Hironari Yamada" userId="e57621f8-ec3c-449e-bb19-001fffcc008e" providerId="ADAL" clId="{BC0BD879-F267-5CCA-8DEA-E3B2DD07DA4E}" dt="2026-07-30T05:08:53.085" v="12409"/>
          <ac:spMkLst>
            <pc:docMk/>
            <pc:sldMk cId="3367072631" sldId="2076139069"/>
            <ac:spMk id="73" creationId="{0617B4A0-99FF-447B-94C5-72D2A7DFBD19}"/>
          </ac:spMkLst>
        </pc:spChg>
        <pc:spChg chg="add mod">
          <ac:chgData name="Hironari Yamada" userId="e57621f8-ec3c-449e-bb19-001fffcc008e" providerId="ADAL" clId="{BC0BD879-F267-5CCA-8DEA-E3B2DD07DA4E}" dt="2026-07-30T05:08:53.085" v="12409"/>
          <ac:spMkLst>
            <pc:docMk/>
            <pc:sldMk cId="3367072631" sldId="2076139069"/>
            <ac:spMk id="74" creationId="{43086098-046D-24D3-DCB9-73D0E91D910D}"/>
          </ac:spMkLst>
        </pc:spChg>
        <pc:grpChg chg="mod">
          <ac:chgData name="Hironari Yamada" userId="e57621f8-ec3c-449e-bb19-001fffcc008e" providerId="ADAL" clId="{BC0BD879-F267-5CCA-8DEA-E3B2DD07DA4E}" dt="2026-07-30T04:49:08.465" v="12407" actId="1076"/>
          <ac:grpSpMkLst>
            <pc:docMk/>
            <pc:sldMk cId="3367072631" sldId="2076139069"/>
            <ac:grpSpMk id="37" creationId="{60A26274-FAA3-575B-3EA4-37CFBDCD200C}"/>
          </ac:grpSpMkLst>
        </pc:grpChg>
        <pc:grpChg chg="mod">
          <ac:chgData name="Hironari Yamada" userId="e57621f8-ec3c-449e-bb19-001fffcc008e" providerId="ADAL" clId="{BC0BD879-F267-5CCA-8DEA-E3B2DD07DA4E}" dt="2026-07-30T04:49:08.465" v="12407" actId="1076"/>
          <ac:grpSpMkLst>
            <pc:docMk/>
            <pc:sldMk cId="3367072631" sldId="2076139069"/>
            <ac:grpSpMk id="41" creationId="{BF9F04CA-E997-3B9D-D8E6-EC48293F3668}"/>
          </ac:grpSpMkLst>
        </pc:grpChg>
        <pc:grpChg chg="mod">
          <ac:chgData name="Hironari Yamada" userId="e57621f8-ec3c-449e-bb19-001fffcc008e" providerId="ADAL" clId="{BC0BD879-F267-5CCA-8DEA-E3B2DD07DA4E}" dt="2026-07-30T04:49:08.465" v="12407" actId="1076"/>
          <ac:grpSpMkLst>
            <pc:docMk/>
            <pc:sldMk cId="3367072631" sldId="2076139069"/>
            <ac:grpSpMk id="44" creationId="{3A237E34-5FA1-AEBA-49B4-FEAE3FB7EDB0}"/>
          </ac:grpSpMkLst>
        </pc:grpChg>
        <pc:picChg chg="add del">
          <ac:chgData name="Hironari Yamada" userId="e57621f8-ec3c-449e-bb19-001fffcc008e" providerId="ADAL" clId="{BC0BD879-F267-5CCA-8DEA-E3B2DD07DA4E}" dt="2026-07-30T04:48:38.444" v="12403" actId="478"/>
          <ac:picMkLst>
            <pc:docMk/>
            <pc:sldMk cId="3367072631" sldId="2076139069"/>
            <ac:picMk id="3" creationId="{FA056337-E8FB-FD64-2AE1-31C7BA7CE89A}"/>
          </ac:picMkLst>
        </pc:picChg>
        <pc:picChg chg="del">
          <ac:chgData name="Hironari Yamada" userId="e57621f8-ec3c-449e-bb19-001fffcc008e" providerId="ADAL" clId="{BC0BD879-F267-5CCA-8DEA-E3B2DD07DA4E}" dt="2026-07-30T04:48:38.444" v="12403" actId="478"/>
          <ac:picMkLst>
            <pc:docMk/>
            <pc:sldMk cId="3367072631" sldId="2076139069"/>
            <ac:picMk id="28" creationId="{02CA8AC6-1359-FE41-40C2-74D169F39EB8}"/>
          </ac:picMkLst>
        </pc:picChg>
        <pc:picChg chg="mod">
          <ac:chgData name="Hironari Yamada" userId="e57621f8-ec3c-449e-bb19-001fffcc008e" providerId="ADAL" clId="{BC0BD879-F267-5CCA-8DEA-E3B2DD07DA4E}" dt="2026-07-30T06:29:48.122" v="12629" actId="26606"/>
          <ac:picMkLst>
            <pc:docMk/>
            <pc:sldMk cId="3367072631" sldId="2076139069"/>
            <ac:picMk id="36" creationId="{8151E99B-68C9-32F3-A617-EF984388AA08}"/>
          </ac:picMkLst>
        </pc:picChg>
        <pc:picChg chg="mod">
          <ac:chgData name="Hironari Yamada" userId="e57621f8-ec3c-449e-bb19-001fffcc008e" providerId="ADAL" clId="{BC0BD879-F267-5CCA-8DEA-E3B2DD07DA4E}" dt="2026-07-30T04:49:02.379" v="12406" actId="1076"/>
          <ac:picMkLst>
            <pc:docMk/>
            <pc:sldMk cId="3367072631" sldId="2076139069"/>
            <ac:picMk id="48" creationId="{D9717DBE-12E4-5CC9-A511-BA3AB9D8A046}"/>
          </ac:picMkLst>
        </pc:picChg>
      </pc:sldChg>
      <pc:sldChg chg="addSp delSp modSp add mod modNotes">
        <pc:chgData name="Hironari Yamada" userId="e57621f8-ec3c-449e-bb19-001fffcc008e" providerId="ADAL" clId="{BC0BD879-F267-5CCA-8DEA-E3B2DD07DA4E}" dt="2026-07-31T01:10:14.838" v="12843" actId="26606"/>
        <pc:sldMkLst>
          <pc:docMk/>
          <pc:sldMk cId="3981964425" sldId="2076139070"/>
        </pc:sldMkLst>
        <pc:spChg chg="add mod">
          <ac:chgData name="Hironari Yamada" userId="e57621f8-ec3c-449e-bb19-001fffcc008e" providerId="ADAL" clId="{BC0BD879-F267-5CCA-8DEA-E3B2DD07DA4E}" dt="2026-07-30T05:09:05.598" v="12412"/>
          <ac:spMkLst>
            <pc:docMk/>
            <pc:sldMk cId="3981964425" sldId="2076139070"/>
            <ac:spMk id="3" creationId="{C9B89B76-3A1B-792B-5566-F27B390B810B}"/>
          </ac:spMkLst>
        </pc:spChg>
        <pc:spChg chg="add mod">
          <ac:chgData name="Hironari Yamada" userId="e57621f8-ec3c-449e-bb19-001fffcc008e" providerId="ADAL" clId="{BC0BD879-F267-5CCA-8DEA-E3B2DD07DA4E}" dt="2026-07-30T05:09:05.598" v="12412"/>
          <ac:spMkLst>
            <pc:docMk/>
            <pc:sldMk cId="3981964425" sldId="2076139070"/>
            <ac:spMk id="5" creationId="{7C7E9D76-FEF8-843B-36D8-6B13B63949B3}"/>
          </ac:spMkLst>
        </pc:spChg>
        <pc:spChg chg="add mod">
          <ac:chgData name="Hironari Yamada" userId="e57621f8-ec3c-449e-bb19-001fffcc008e" providerId="ADAL" clId="{BC0BD879-F267-5CCA-8DEA-E3B2DD07DA4E}" dt="2026-07-30T05:09:05.598" v="12412"/>
          <ac:spMkLst>
            <pc:docMk/>
            <pc:sldMk cId="3981964425" sldId="2076139070"/>
            <ac:spMk id="10" creationId="{140C1284-5554-63EA-20B2-EBAB3B8F204E}"/>
          </ac:spMkLst>
        </pc:spChg>
        <pc:spChg chg="add mod">
          <ac:chgData name="Hironari Yamada" userId="e57621f8-ec3c-449e-bb19-001fffcc008e" providerId="ADAL" clId="{BC0BD879-F267-5CCA-8DEA-E3B2DD07DA4E}" dt="2026-07-30T05:09:05.598" v="12412"/>
          <ac:spMkLst>
            <pc:docMk/>
            <pc:sldMk cId="3981964425" sldId="2076139070"/>
            <ac:spMk id="12" creationId="{DC27D58C-9472-67D5-8C3C-76C09F2EBEB7}"/>
          </ac:spMkLst>
        </pc:spChg>
        <pc:spChg chg="add mod">
          <ac:chgData name="Hironari Yamada" userId="e57621f8-ec3c-449e-bb19-001fffcc008e" providerId="ADAL" clId="{BC0BD879-F267-5CCA-8DEA-E3B2DD07DA4E}" dt="2026-07-30T05:09:05.598" v="12412"/>
          <ac:spMkLst>
            <pc:docMk/>
            <pc:sldMk cId="3981964425" sldId="2076139070"/>
            <ac:spMk id="13" creationId="{D82E333C-EE6C-6F05-09EF-B6BB2AEB1BC9}"/>
          </ac:spMkLst>
        </pc:spChg>
        <pc:spChg chg="add mod">
          <ac:chgData name="Hironari Yamada" userId="e57621f8-ec3c-449e-bb19-001fffcc008e" providerId="ADAL" clId="{BC0BD879-F267-5CCA-8DEA-E3B2DD07DA4E}" dt="2026-07-30T05:09:05.598" v="12412"/>
          <ac:spMkLst>
            <pc:docMk/>
            <pc:sldMk cId="3981964425" sldId="2076139070"/>
            <ac:spMk id="14" creationId="{3D179394-9B7A-DBB8-85CC-EDC67621140B}"/>
          </ac:spMkLst>
        </pc:spChg>
        <pc:spChg chg="add mod">
          <ac:chgData name="Hironari Yamada" userId="e57621f8-ec3c-449e-bb19-001fffcc008e" providerId="ADAL" clId="{BC0BD879-F267-5CCA-8DEA-E3B2DD07DA4E}" dt="2026-07-30T05:09:05.598" v="12412"/>
          <ac:spMkLst>
            <pc:docMk/>
            <pc:sldMk cId="3981964425" sldId="2076139070"/>
            <ac:spMk id="27" creationId="{04928F0E-60FA-B613-458A-7DE84797ADF0}"/>
          </ac:spMkLst>
        </pc:spChg>
        <pc:spChg chg="add mod">
          <ac:chgData name="Hironari Yamada" userId="e57621f8-ec3c-449e-bb19-001fffcc008e" providerId="ADAL" clId="{BC0BD879-F267-5CCA-8DEA-E3B2DD07DA4E}" dt="2026-07-30T05:09:05.598" v="12412"/>
          <ac:spMkLst>
            <pc:docMk/>
            <pc:sldMk cId="3981964425" sldId="2076139070"/>
            <ac:spMk id="28" creationId="{28F1F362-2C91-5969-AF03-EA5AD440770D}"/>
          </ac:spMkLst>
        </pc:spChg>
        <pc:spChg chg="add mod">
          <ac:chgData name="Hironari Yamada" userId="e57621f8-ec3c-449e-bb19-001fffcc008e" providerId="ADAL" clId="{BC0BD879-F267-5CCA-8DEA-E3B2DD07DA4E}" dt="2026-07-30T05:09:05.598" v="12412"/>
          <ac:spMkLst>
            <pc:docMk/>
            <pc:sldMk cId="3981964425" sldId="2076139070"/>
            <ac:spMk id="29" creationId="{5E2CD71C-CCCB-97E8-8332-7EE37582697D}"/>
          </ac:spMkLst>
        </pc:spChg>
        <pc:spChg chg="add mod">
          <ac:chgData name="Hironari Yamada" userId="e57621f8-ec3c-449e-bb19-001fffcc008e" providerId="ADAL" clId="{BC0BD879-F267-5CCA-8DEA-E3B2DD07DA4E}" dt="2026-07-30T05:09:05.598" v="12412"/>
          <ac:spMkLst>
            <pc:docMk/>
            <pc:sldMk cId="3981964425" sldId="2076139070"/>
            <ac:spMk id="30" creationId="{2E287F88-6332-85A4-A38A-5D33FD86C11A}"/>
          </ac:spMkLst>
        </pc:spChg>
        <pc:spChg chg="mod">
          <ac:chgData name="Hironari Yamada" userId="e57621f8-ec3c-449e-bb19-001fffcc008e" providerId="ADAL" clId="{BC0BD879-F267-5CCA-8DEA-E3B2DD07DA4E}" dt="2026-07-30T05:09:57.244" v="12528" actId="20577"/>
          <ac:spMkLst>
            <pc:docMk/>
            <pc:sldMk cId="3981964425" sldId="2076139070"/>
            <ac:spMk id="33" creationId="{2D3FCDEC-238E-E9EA-3CC0-BB8D37AAD19B}"/>
          </ac:spMkLst>
        </pc:spChg>
        <pc:spChg chg="del">
          <ac:chgData name="Hironari Yamada" userId="e57621f8-ec3c-449e-bb19-001fffcc008e" providerId="ADAL" clId="{BC0BD879-F267-5CCA-8DEA-E3B2DD07DA4E}" dt="2026-07-30T05:09:24.306" v="12416" actId="478"/>
          <ac:spMkLst>
            <pc:docMk/>
            <pc:sldMk cId="3981964425" sldId="2076139070"/>
            <ac:spMk id="34" creationId="{8833EA33-38BB-3003-E7EE-B8C8EE272EC3}"/>
          </ac:spMkLst>
        </pc:spChg>
        <pc:spChg chg="del">
          <ac:chgData name="Hironari Yamada" userId="e57621f8-ec3c-449e-bb19-001fffcc008e" providerId="ADAL" clId="{BC0BD879-F267-5CCA-8DEA-E3B2DD07DA4E}" dt="2026-07-30T05:08:58.719" v="12411" actId="478"/>
          <ac:spMkLst>
            <pc:docMk/>
            <pc:sldMk cId="3981964425" sldId="2076139070"/>
            <ac:spMk id="35" creationId="{11FCC734-76AD-281A-63E0-2ADA22A98570}"/>
          </ac:spMkLst>
        </pc:spChg>
        <pc:spChg chg="del">
          <ac:chgData name="Hironari Yamada" userId="e57621f8-ec3c-449e-bb19-001fffcc008e" providerId="ADAL" clId="{BC0BD879-F267-5CCA-8DEA-E3B2DD07DA4E}" dt="2026-07-30T05:09:24.306" v="12416" actId="478"/>
          <ac:spMkLst>
            <pc:docMk/>
            <pc:sldMk cId="3981964425" sldId="2076139070"/>
            <ac:spMk id="47" creationId="{B6182EA0-5002-B756-6979-3FBA2492B4D4}"/>
          </ac:spMkLst>
        </pc:spChg>
        <pc:spChg chg="add mod">
          <ac:chgData name="Hironari Yamada" userId="e57621f8-ec3c-449e-bb19-001fffcc008e" providerId="ADAL" clId="{BC0BD879-F267-5CCA-8DEA-E3B2DD07DA4E}" dt="2026-07-30T05:09:12.052" v="12414" actId="1076"/>
          <ac:spMkLst>
            <pc:docMk/>
            <pc:sldMk cId="3981964425" sldId="2076139070"/>
            <ac:spMk id="53" creationId="{FF62D951-B052-58B1-C676-88C016E733B8}"/>
          </ac:spMkLst>
        </pc:spChg>
        <pc:spChg chg="add mod">
          <ac:chgData name="Hironari Yamada" userId="e57621f8-ec3c-449e-bb19-001fffcc008e" providerId="ADAL" clId="{BC0BD879-F267-5CCA-8DEA-E3B2DD07DA4E}" dt="2026-07-30T05:09:12.052" v="12414" actId="1076"/>
          <ac:spMkLst>
            <pc:docMk/>
            <pc:sldMk cId="3981964425" sldId="2076139070"/>
            <ac:spMk id="56" creationId="{7AEF6452-2650-4B6B-606C-000E0844752B}"/>
          </ac:spMkLst>
        </pc:spChg>
        <pc:spChg chg="add mod">
          <ac:chgData name="Hironari Yamada" userId="e57621f8-ec3c-449e-bb19-001fffcc008e" providerId="ADAL" clId="{BC0BD879-F267-5CCA-8DEA-E3B2DD07DA4E}" dt="2026-07-30T05:09:12.052" v="12414" actId="1076"/>
          <ac:spMkLst>
            <pc:docMk/>
            <pc:sldMk cId="3981964425" sldId="2076139070"/>
            <ac:spMk id="57" creationId="{662BF09B-D869-F9AB-DD63-FF2A0E51513C}"/>
          </ac:spMkLst>
        </pc:spChg>
        <pc:spChg chg="add mod">
          <ac:chgData name="Hironari Yamada" userId="e57621f8-ec3c-449e-bb19-001fffcc008e" providerId="ADAL" clId="{BC0BD879-F267-5CCA-8DEA-E3B2DD07DA4E}" dt="2026-07-30T05:09:12.052" v="12414" actId="1076"/>
          <ac:spMkLst>
            <pc:docMk/>
            <pc:sldMk cId="3981964425" sldId="2076139070"/>
            <ac:spMk id="58" creationId="{6B0906DD-9DEE-0102-1EC7-074DBD9AB68D}"/>
          </ac:spMkLst>
        </pc:spChg>
        <pc:spChg chg="add mod">
          <ac:chgData name="Hironari Yamada" userId="e57621f8-ec3c-449e-bb19-001fffcc008e" providerId="ADAL" clId="{BC0BD879-F267-5CCA-8DEA-E3B2DD07DA4E}" dt="2026-07-30T05:09:12.052" v="12414" actId="1076"/>
          <ac:spMkLst>
            <pc:docMk/>
            <pc:sldMk cId="3981964425" sldId="2076139070"/>
            <ac:spMk id="59" creationId="{9EC7A223-6CBA-70D5-10CA-B6BACA4B81B3}"/>
          </ac:spMkLst>
        </pc:spChg>
        <pc:spChg chg="add mod">
          <ac:chgData name="Hironari Yamada" userId="e57621f8-ec3c-449e-bb19-001fffcc008e" providerId="ADAL" clId="{BC0BD879-F267-5CCA-8DEA-E3B2DD07DA4E}" dt="2026-07-30T05:09:12.052" v="12414" actId="1076"/>
          <ac:spMkLst>
            <pc:docMk/>
            <pc:sldMk cId="3981964425" sldId="2076139070"/>
            <ac:spMk id="62" creationId="{E1B200E1-63A9-8F07-1B3D-C895655509F7}"/>
          </ac:spMkLst>
        </pc:spChg>
        <pc:spChg chg="add mod">
          <ac:chgData name="Hironari Yamada" userId="e57621f8-ec3c-449e-bb19-001fffcc008e" providerId="ADAL" clId="{BC0BD879-F267-5CCA-8DEA-E3B2DD07DA4E}" dt="2026-07-30T05:09:12.052" v="12414" actId="1076"/>
          <ac:spMkLst>
            <pc:docMk/>
            <pc:sldMk cId="3981964425" sldId="2076139070"/>
            <ac:spMk id="63" creationId="{83F9000A-C99E-B238-A954-27228273A4D5}"/>
          </ac:spMkLst>
        </pc:spChg>
        <pc:spChg chg="add mod">
          <ac:chgData name="Hironari Yamada" userId="e57621f8-ec3c-449e-bb19-001fffcc008e" providerId="ADAL" clId="{BC0BD879-F267-5CCA-8DEA-E3B2DD07DA4E}" dt="2026-07-30T05:09:12.052" v="12414" actId="1076"/>
          <ac:spMkLst>
            <pc:docMk/>
            <pc:sldMk cId="3981964425" sldId="2076139070"/>
            <ac:spMk id="65" creationId="{147A32F2-3292-68D1-333B-C5B650ABF08A}"/>
          </ac:spMkLst>
        </pc:spChg>
        <pc:spChg chg="add mod">
          <ac:chgData name="Hironari Yamada" userId="e57621f8-ec3c-449e-bb19-001fffcc008e" providerId="ADAL" clId="{BC0BD879-F267-5CCA-8DEA-E3B2DD07DA4E}" dt="2026-07-30T06:29:48.122" v="12629" actId="26606"/>
          <ac:spMkLst>
            <pc:docMk/>
            <pc:sldMk cId="3981964425" sldId="2076139070"/>
            <ac:spMk id="78" creationId="{47FB7716-ABA7-D7F5-9068-737EAE12BDD2}"/>
          </ac:spMkLst>
        </pc:spChg>
        <pc:spChg chg="add mod">
          <ac:chgData name="Hironari Yamada" userId="e57621f8-ec3c-449e-bb19-001fffcc008e" providerId="ADAL" clId="{BC0BD879-F267-5CCA-8DEA-E3B2DD07DA4E}" dt="2026-07-30T05:09:12.052" v="12414" actId="1076"/>
          <ac:spMkLst>
            <pc:docMk/>
            <pc:sldMk cId="3981964425" sldId="2076139070"/>
            <ac:spMk id="79" creationId="{1629E5F1-0FAF-9BCA-92AC-09BC426E27AC}"/>
          </ac:spMkLst>
        </pc:spChg>
        <pc:spChg chg="add mod">
          <ac:chgData name="Hironari Yamada" userId="e57621f8-ec3c-449e-bb19-001fffcc008e" providerId="ADAL" clId="{BC0BD879-F267-5CCA-8DEA-E3B2DD07DA4E}" dt="2026-07-30T05:10:27.869" v="12535" actId="1076"/>
          <ac:spMkLst>
            <pc:docMk/>
            <pc:sldMk cId="3981964425" sldId="2076139070"/>
            <ac:spMk id="86" creationId="{09C94C1B-0969-5C7F-EA60-5865F680FA11}"/>
          </ac:spMkLst>
        </pc:spChg>
        <pc:grpChg chg="del">
          <ac:chgData name="Hironari Yamada" userId="e57621f8-ec3c-449e-bb19-001fffcc008e" providerId="ADAL" clId="{BC0BD879-F267-5CCA-8DEA-E3B2DD07DA4E}" dt="2026-07-30T05:09:24.306" v="12416" actId="478"/>
          <ac:grpSpMkLst>
            <pc:docMk/>
            <pc:sldMk cId="3981964425" sldId="2076139070"/>
            <ac:grpSpMk id="37" creationId="{2C130DA9-2A1C-F258-BF03-2AE5D60A2F78}"/>
          </ac:grpSpMkLst>
        </pc:grpChg>
        <pc:grpChg chg="del">
          <ac:chgData name="Hironari Yamada" userId="e57621f8-ec3c-449e-bb19-001fffcc008e" providerId="ADAL" clId="{BC0BD879-F267-5CCA-8DEA-E3B2DD07DA4E}" dt="2026-07-30T05:09:24.306" v="12416" actId="478"/>
          <ac:grpSpMkLst>
            <pc:docMk/>
            <pc:sldMk cId="3981964425" sldId="2076139070"/>
            <ac:grpSpMk id="41" creationId="{F95348AC-4F22-B239-991F-EA324BB4D1ED}"/>
          </ac:grpSpMkLst>
        </pc:grpChg>
        <pc:grpChg chg="del">
          <ac:chgData name="Hironari Yamada" userId="e57621f8-ec3c-449e-bb19-001fffcc008e" providerId="ADAL" clId="{BC0BD879-F267-5CCA-8DEA-E3B2DD07DA4E}" dt="2026-07-30T05:09:24.306" v="12416" actId="478"/>
          <ac:grpSpMkLst>
            <pc:docMk/>
            <pc:sldMk cId="3981964425" sldId="2076139070"/>
            <ac:grpSpMk id="44" creationId="{5EFF4C3B-165A-8225-6432-EDEDC3245A34}"/>
          </ac:grpSpMkLst>
        </pc:grpChg>
        <pc:picChg chg="del">
          <ac:chgData name="Hironari Yamada" userId="e57621f8-ec3c-449e-bb19-001fffcc008e" providerId="ADAL" clId="{BC0BD879-F267-5CCA-8DEA-E3B2DD07DA4E}" dt="2026-07-30T05:08:58.719" v="12411" actId="478"/>
          <ac:picMkLst>
            <pc:docMk/>
            <pc:sldMk cId="3981964425" sldId="2076139070"/>
            <ac:picMk id="36" creationId="{13A4D3A1-7C8B-D04F-0527-8CC2434AA412}"/>
          </ac:picMkLst>
        </pc:picChg>
        <pc:picChg chg="del">
          <ac:chgData name="Hironari Yamada" userId="e57621f8-ec3c-449e-bb19-001fffcc008e" providerId="ADAL" clId="{BC0BD879-F267-5CCA-8DEA-E3B2DD07DA4E}" dt="2026-07-30T05:08:58.719" v="12411" actId="478"/>
          <ac:picMkLst>
            <pc:docMk/>
            <pc:sldMk cId="3981964425" sldId="2076139070"/>
            <ac:picMk id="48" creationId="{48AEA55E-2C98-18FF-963D-B9FAD832F20E}"/>
          </ac:picMkLst>
        </pc:picChg>
      </pc:sldChg>
      <pc:sldChg chg="addSp delSp modSp add del mod modNotes">
        <pc:chgData name="Hironari Yamada" userId="e57621f8-ec3c-449e-bb19-001fffcc008e" providerId="ADAL" clId="{BC0BD879-F267-5CCA-8DEA-E3B2DD07DA4E}" dt="2026-07-31T06:37:09.885" v="14276" actId="2696"/>
        <pc:sldMkLst>
          <pc:docMk/>
          <pc:sldMk cId="1116757973" sldId="2076139071"/>
        </pc:sldMkLst>
        <pc:spChg chg="del">
          <ac:chgData name="Hironari Yamada" userId="e57621f8-ec3c-449e-bb19-001fffcc008e" providerId="ADAL" clId="{BC0BD879-F267-5CCA-8DEA-E3B2DD07DA4E}" dt="2026-07-30T05:13:02.076" v="12568" actId="478"/>
          <ac:spMkLst>
            <pc:docMk/>
            <pc:sldMk cId="1116757973" sldId="2076139071"/>
            <ac:spMk id="6" creationId="{0D3E717E-2C70-A113-D7EF-A48F574DA502}"/>
          </ac:spMkLst>
        </pc:spChg>
        <pc:spChg chg="add mod">
          <ac:chgData name="Hironari Yamada" userId="e57621f8-ec3c-449e-bb19-001fffcc008e" providerId="ADAL" clId="{BC0BD879-F267-5CCA-8DEA-E3B2DD07DA4E}" dt="2026-07-30T06:29:48.122" v="12629" actId="26606"/>
          <ac:spMkLst>
            <pc:docMk/>
            <pc:sldMk cId="1116757973" sldId="2076139071"/>
            <ac:spMk id="8" creationId="{42BBE179-59F8-500D-2348-91545539412A}"/>
          </ac:spMkLst>
        </pc:spChg>
        <pc:spChg chg="mod">
          <ac:chgData name="Hironari Yamada" userId="e57621f8-ec3c-449e-bb19-001fffcc008e" providerId="ADAL" clId="{BC0BD879-F267-5CCA-8DEA-E3B2DD07DA4E}" dt="2026-07-30T05:13:08.126" v="12589" actId="20577"/>
          <ac:spMkLst>
            <pc:docMk/>
            <pc:sldMk cId="1116757973" sldId="2076139071"/>
            <ac:spMk id="9" creationId="{A9555FD3-90FD-8C27-0523-A98BE30BA5B5}"/>
          </ac:spMkLst>
        </pc:spChg>
        <pc:spChg chg="add mod">
          <ac:chgData name="Hironari Yamada" userId="e57621f8-ec3c-449e-bb19-001fffcc008e" providerId="ADAL" clId="{BC0BD879-F267-5CCA-8DEA-E3B2DD07DA4E}" dt="2026-07-30T06:29:48.122" v="12629" actId="26606"/>
          <ac:spMkLst>
            <pc:docMk/>
            <pc:sldMk cId="1116757973" sldId="2076139071"/>
            <ac:spMk id="11" creationId="{35FB1E34-3A4C-715A-7B15-A0E82501FA03}"/>
          </ac:spMkLst>
        </pc:spChg>
        <pc:spChg chg="add mod">
          <ac:chgData name="Hironari Yamada" userId="e57621f8-ec3c-449e-bb19-001fffcc008e" providerId="ADAL" clId="{BC0BD879-F267-5CCA-8DEA-E3B2DD07DA4E}" dt="2026-07-30T06:29:48.122" v="12629" actId="26606"/>
          <ac:spMkLst>
            <pc:docMk/>
            <pc:sldMk cId="1116757973" sldId="2076139071"/>
            <ac:spMk id="12" creationId="{76CAAA15-20D1-007F-C8D3-8297622E909A}"/>
          </ac:spMkLst>
        </pc:spChg>
        <pc:spChg chg="mod">
          <ac:chgData name="Hironari Yamada" userId="e57621f8-ec3c-449e-bb19-001fffcc008e" providerId="ADAL" clId="{BC0BD879-F267-5CCA-8DEA-E3B2DD07DA4E}" dt="2026-07-30T06:29:48.122" v="12629" actId="26606"/>
          <ac:spMkLst>
            <pc:docMk/>
            <pc:sldMk cId="1116757973" sldId="2076139071"/>
            <ac:spMk id="13" creationId="{F6B531E7-1C04-82CD-DC56-075D93CC8A87}"/>
          </ac:spMkLst>
        </pc:spChg>
        <pc:spChg chg="add mod">
          <ac:chgData name="Hironari Yamada" userId="e57621f8-ec3c-449e-bb19-001fffcc008e" providerId="ADAL" clId="{BC0BD879-F267-5CCA-8DEA-E3B2DD07DA4E}" dt="2026-07-30T05:13:17.669" v="12591" actId="1076"/>
          <ac:spMkLst>
            <pc:docMk/>
            <pc:sldMk cId="1116757973" sldId="2076139071"/>
            <ac:spMk id="14" creationId="{43B1F504-A090-6089-7CAA-047EB58BDB4F}"/>
          </ac:spMkLst>
        </pc:spChg>
        <pc:spChg chg="del">
          <ac:chgData name="Hironari Yamada" userId="e57621f8-ec3c-449e-bb19-001fffcc008e" providerId="ADAL" clId="{BC0BD879-F267-5CCA-8DEA-E3B2DD07DA4E}" dt="2026-07-30T05:13:02.076" v="12568" actId="478"/>
          <ac:spMkLst>
            <pc:docMk/>
            <pc:sldMk cId="1116757973" sldId="2076139071"/>
            <ac:spMk id="21" creationId="{4D8F6E9C-58A3-56F0-A074-24AA81DFFE21}"/>
          </ac:spMkLst>
        </pc:spChg>
        <pc:spChg chg="del">
          <ac:chgData name="Hironari Yamada" userId="e57621f8-ec3c-449e-bb19-001fffcc008e" providerId="ADAL" clId="{BC0BD879-F267-5CCA-8DEA-E3B2DD07DA4E}" dt="2026-07-30T05:13:02.076" v="12568" actId="478"/>
          <ac:spMkLst>
            <pc:docMk/>
            <pc:sldMk cId="1116757973" sldId="2076139071"/>
            <ac:spMk id="29" creationId="{33A1DC4C-302F-22B1-E6B9-A72FBB83F88B}"/>
          </ac:spMkLst>
        </pc:spChg>
        <pc:spChg chg="del">
          <ac:chgData name="Hironari Yamada" userId="e57621f8-ec3c-449e-bb19-001fffcc008e" providerId="ADAL" clId="{BC0BD879-F267-5CCA-8DEA-E3B2DD07DA4E}" dt="2026-07-30T05:13:02.076" v="12568" actId="478"/>
          <ac:spMkLst>
            <pc:docMk/>
            <pc:sldMk cId="1116757973" sldId="2076139071"/>
            <ac:spMk id="30" creationId="{67D6D17A-FC06-A624-D2C5-8951DD8EBAB9}"/>
          </ac:spMkLst>
        </pc:spChg>
        <pc:spChg chg="del">
          <ac:chgData name="Hironari Yamada" userId="e57621f8-ec3c-449e-bb19-001fffcc008e" providerId="ADAL" clId="{BC0BD879-F267-5CCA-8DEA-E3B2DD07DA4E}" dt="2026-07-30T05:13:02.076" v="12568" actId="478"/>
          <ac:spMkLst>
            <pc:docMk/>
            <pc:sldMk cId="1116757973" sldId="2076139071"/>
            <ac:spMk id="35" creationId="{86DAA2D9-6002-1049-A0BF-3C6857C124ED}"/>
          </ac:spMkLst>
        </pc:spChg>
        <pc:spChg chg="del">
          <ac:chgData name="Hironari Yamada" userId="e57621f8-ec3c-449e-bb19-001fffcc008e" providerId="ADAL" clId="{BC0BD879-F267-5CCA-8DEA-E3B2DD07DA4E}" dt="2026-07-30T05:13:02.076" v="12568" actId="478"/>
          <ac:spMkLst>
            <pc:docMk/>
            <pc:sldMk cId="1116757973" sldId="2076139071"/>
            <ac:spMk id="42" creationId="{6D586884-2DA7-E319-01B6-6E194DACA741}"/>
          </ac:spMkLst>
        </pc:spChg>
        <pc:spChg chg="del">
          <ac:chgData name="Hironari Yamada" userId="e57621f8-ec3c-449e-bb19-001fffcc008e" providerId="ADAL" clId="{BC0BD879-F267-5CCA-8DEA-E3B2DD07DA4E}" dt="2026-07-30T05:13:02.076" v="12568" actId="478"/>
          <ac:spMkLst>
            <pc:docMk/>
            <pc:sldMk cId="1116757973" sldId="2076139071"/>
            <ac:spMk id="43" creationId="{EE1035C8-5AB4-8908-EBFF-4F06D2588D80}"/>
          </ac:spMkLst>
        </pc:spChg>
        <pc:spChg chg="del">
          <ac:chgData name="Hironari Yamada" userId="e57621f8-ec3c-449e-bb19-001fffcc008e" providerId="ADAL" clId="{BC0BD879-F267-5CCA-8DEA-E3B2DD07DA4E}" dt="2026-07-30T05:13:02.076" v="12568" actId="478"/>
          <ac:spMkLst>
            <pc:docMk/>
            <pc:sldMk cId="1116757973" sldId="2076139071"/>
            <ac:spMk id="56" creationId="{A596CD8F-E228-423C-9836-49D4F9A39AE0}"/>
          </ac:spMkLst>
        </pc:spChg>
        <pc:spChg chg="del">
          <ac:chgData name="Hironari Yamada" userId="e57621f8-ec3c-449e-bb19-001fffcc008e" providerId="ADAL" clId="{BC0BD879-F267-5CCA-8DEA-E3B2DD07DA4E}" dt="2026-07-30T05:13:02.076" v="12568" actId="478"/>
          <ac:spMkLst>
            <pc:docMk/>
            <pc:sldMk cId="1116757973" sldId="2076139071"/>
            <ac:spMk id="60" creationId="{525B6DCF-3128-4CA9-970B-E40AA7A2DF69}"/>
          </ac:spMkLst>
        </pc:spChg>
        <pc:spChg chg="del">
          <ac:chgData name="Hironari Yamada" userId="e57621f8-ec3c-449e-bb19-001fffcc008e" providerId="ADAL" clId="{BC0BD879-F267-5CCA-8DEA-E3B2DD07DA4E}" dt="2026-07-30T05:13:02.076" v="12568" actId="478"/>
          <ac:spMkLst>
            <pc:docMk/>
            <pc:sldMk cId="1116757973" sldId="2076139071"/>
            <ac:spMk id="61" creationId="{FF7EA9AC-E2A1-8564-B1F7-5957E6431A13}"/>
          </ac:spMkLst>
        </pc:spChg>
        <pc:spChg chg="add mod">
          <ac:chgData name="Hironari Yamada" userId="e57621f8-ec3c-449e-bb19-001fffcc008e" providerId="ADAL" clId="{BC0BD879-F267-5CCA-8DEA-E3B2DD07DA4E}" dt="2026-07-30T06:29:48.122" v="12629" actId="26606"/>
          <ac:spMkLst>
            <pc:docMk/>
            <pc:sldMk cId="1116757973" sldId="2076139071"/>
            <ac:spMk id="62" creationId="{C24807BD-32E3-EA5F-07FA-AF22755CCA30}"/>
          </ac:spMkLst>
        </pc:spChg>
        <pc:spChg chg="mod">
          <ac:chgData name="Hironari Yamada" userId="e57621f8-ec3c-449e-bb19-001fffcc008e" providerId="ADAL" clId="{BC0BD879-F267-5CCA-8DEA-E3B2DD07DA4E}" dt="2026-07-30T05:13:17.669" v="12591" actId="1076"/>
          <ac:spMkLst>
            <pc:docMk/>
            <pc:sldMk cId="1116757973" sldId="2076139071"/>
            <ac:spMk id="63" creationId="{D2CF55B1-725B-0A8C-A903-0EA94BC68998}"/>
          </ac:spMkLst>
        </pc:spChg>
        <pc:spChg chg="add mod">
          <ac:chgData name="Hironari Yamada" userId="e57621f8-ec3c-449e-bb19-001fffcc008e" providerId="ADAL" clId="{BC0BD879-F267-5CCA-8DEA-E3B2DD07DA4E}" dt="2026-07-30T05:13:17.669" v="12591" actId="1076"/>
          <ac:spMkLst>
            <pc:docMk/>
            <pc:sldMk cId="1116757973" sldId="2076139071"/>
            <ac:spMk id="64" creationId="{D9DDA317-4563-B878-986E-713EBFE90FBD}"/>
          </ac:spMkLst>
        </pc:spChg>
        <pc:spChg chg="add mod">
          <ac:chgData name="Hironari Yamada" userId="e57621f8-ec3c-449e-bb19-001fffcc008e" providerId="ADAL" clId="{BC0BD879-F267-5CCA-8DEA-E3B2DD07DA4E}" dt="2026-07-30T05:13:17.669" v="12591" actId="1076"/>
          <ac:spMkLst>
            <pc:docMk/>
            <pc:sldMk cId="1116757973" sldId="2076139071"/>
            <ac:spMk id="65" creationId="{B807667F-8443-E04F-A205-A0CE27A13B5D}"/>
          </ac:spMkLst>
        </pc:spChg>
        <pc:spChg chg="add mod">
          <ac:chgData name="Hironari Yamada" userId="e57621f8-ec3c-449e-bb19-001fffcc008e" providerId="ADAL" clId="{BC0BD879-F267-5CCA-8DEA-E3B2DD07DA4E}" dt="2026-07-30T05:13:17.669" v="12591" actId="1076"/>
          <ac:spMkLst>
            <pc:docMk/>
            <pc:sldMk cId="1116757973" sldId="2076139071"/>
            <ac:spMk id="68" creationId="{8DB24744-0DD8-3740-E9B6-3F68336B31CB}"/>
          </ac:spMkLst>
        </pc:spChg>
        <pc:spChg chg="mod">
          <ac:chgData name="Hironari Yamada" userId="e57621f8-ec3c-449e-bb19-001fffcc008e" providerId="ADAL" clId="{BC0BD879-F267-5CCA-8DEA-E3B2DD07DA4E}" dt="2026-07-30T05:13:15.033" v="12590"/>
          <ac:spMkLst>
            <pc:docMk/>
            <pc:sldMk cId="1116757973" sldId="2076139071"/>
            <ac:spMk id="75" creationId="{3F31B66F-94CA-1128-2F08-4C34BA60417C}"/>
          </ac:spMkLst>
        </pc:spChg>
        <pc:spChg chg="mod">
          <ac:chgData name="Hironari Yamada" userId="e57621f8-ec3c-449e-bb19-001fffcc008e" providerId="ADAL" clId="{BC0BD879-F267-5CCA-8DEA-E3B2DD07DA4E}" dt="2026-07-30T05:13:15.033" v="12590"/>
          <ac:spMkLst>
            <pc:docMk/>
            <pc:sldMk cId="1116757973" sldId="2076139071"/>
            <ac:spMk id="77" creationId="{DE374A67-1377-3A7D-A5B8-0A50AB8A2967}"/>
          </ac:spMkLst>
        </pc:spChg>
      </pc:sldChg>
      <pc:sldChg chg="addSp delSp modSp add mod modNotes">
        <pc:chgData name="Hironari Yamada" userId="e57621f8-ec3c-449e-bb19-001fffcc008e" providerId="ADAL" clId="{BC0BD879-F267-5CCA-8DEA-E3B2DD07DA4E}" dt="2026-07-31T01:17:31.881" v="12880" actId="26606"/>
        <pc:sldMkLst>
          <pc:docMk/>
          <pc:sldMk cId="1424119382" sldId="2076139072"/>
        </pc:sldMkLst>
        <pc:spChg chg="mod">
          <ac:chgData name="Hironari Yamada" userId="e57621f8-ec3c-449e-bb19-001fffcc008e" providerId="ADAL" clId="{BC0BD879-F267-5CCA-8DEA-E3B2DD07DA4E}" dt="2026-07-31T00:52:04.939" v="12666" actId="12"/>
          <ac:spMkLst>
            <pc:docMk/>
            <pc:sldMk cId="1424119382" sldId="2076139072"/>
            <ac:spMk id="3" creationId="{D00001C8-FAD0-3475-D24A-085DA2CC44EA}"/>
          </ac:spMkLst>
        </pc:spChg>
        <pc:spChg chg="mod">
          <ac:chgData name="Hironari Yamada" userId="e57621f8-ec3c-449e-bb19-001fffcc008e" providerId="ADAL" clId="{BC0BD879-F267-5CCA-8DEA-E3B2DD07DA4E}" dt="2026-07-31T00:51:42.669" v="12661" actId="20577"/>
          <ac:spMkLst>
            <pc:docMk/>
            <pc:sldMk cId="1424119382" sldId="2076139072"/>
            <ac:spMk id="9" creationId="{D449F37F-8CDC-DB8B-323E-A8BBF4F32DE9}"/>
          </ac:spMkLst>
        </pc:spChg>
        <pc:spChg chg="mod">
          <ac:chgData name="Hironari Yamada" userId="e57621f8-ec3c-449e-bb19-001fffcc008e" providerId="ADAL" clId="{BC0BD879-F267-5CCA-8DEA-E3B2DD07DA4E}" dt="2026-07-31T00:52:14.817" v="12698" actId="1036"/>
          <ac:spMkLst>
            <pc:docMk/>
            <pc:sldMk cId="1424119382" sldId="2076139072"/>
            <ac:spMk id="12" creationId="{3C1BF7F7-C1AD-0CDD-869B-EB492CC35422}"/>
          </ac:spMkLst>
        </pc:spChg>
        <pc:spChg chg="mod">
          <ac:chgData name="Hironari Yamada" userId="e57621f8-ec3c-449e-bb19-001fffcc008e" providerId="ADAL" clId="{BC0BD879-F267-5CCA-8DEA-E3B2DD07DA4E}" dt="2026-07-31T00:52:14.817" v="12698" actId="1036"/>
          <ac:spMkLst>
            <pc:docMk/>
            <pc:sldMk cId="1424119382" sldId="2076139072"/>
            <ac:spMk id="13" creationId="{D0AEF198-A30A-7C86-4BD3-73108DE71761}"/>
          </ac:spMkLst>
        </pc:spChg>
        <pc:spChg chg="del">
          <ac:chgData name="Hironari Yamada" userId="e57621f8-ec3c-449e-bb19-001fffcc008e" providerId="ADAL" clId="{BC0BD879-F267-5CCA-8DEA-E3B2DD07DA4E}" dt="2026-07-31T00:51:46.916" v="12662" actId="478"/>
          <ac:spMkLst>
            <pc:docMk/>
            <pc:sldMk cId="1424119382" sldId="2076139072"/>
            <ac:spMk id="15" creationId="{F4A0EFDE-B01B-3714-3DBE-7C1AF1CE3D90}"/>
          </ac:spMkLst>
        </pc:spChg>
        <pc:spChg chg="del">
          <ac:chgData name="Hironari Yamada" userId="e57621f8-ec3c-449e-bb19-001fffcc008e" providerId="ADAL" clId="{BC0BD879-F267-5CCA-8DEA-E3B2DD07DA4E}" dt="2026-07-31T00:51:46.916" v="12662" actId="478"/>
          <ac:spMkLst>
            <pc:docMk/>
            <pc:sldMk cId="1424119382" sldId="2076139072"/>
            <ac:spMk id="16" creationId="{15171A4C-0DB8-AC79-36F8-10377386BB3A}"/>
          </ac:spMkLst>
        </pc:spChg>
        <pc:spChg chg="del">
          <ac:chgData name="Hironari Yamada" userId="e57621f8-ec3c-449e-bb19-001fffcc008e" providerId="ADAL" clId="{BC0BD879-F267-5CCA-8DEA-E3B2DD07DA4E}" dt="2026-07-31T00:51:46.916" v="12662" actId="478"/>
          <ac:spMkLst>
            <pc:docMk/>
            <pc:sldMk cId="1424119382" sldId="2076139072"/>
            <ac:spMk id="17" creationId="{868F8944-CDEE-1511-188D-035CE50E0EEB}"/>
          </ac:spMkLst>
        </pc:spChg>
        <pc:spChg chg="del">
          <ac:chgData name="Hironari Yamada" userId="e57621f8-ec3c-449e-bb19-001fffcc008e" providerId="ADAL" clId="{BC0BD879-F267-5CCA-8DEA-E3B2DD07DA4E}" dt="2026-07-31T00:51:46.916" v="12662" actId="478"/>
          <ac:spMkLst>
            <pc:docMk/>
            <pc:sldMk cId="1424119382" sldId="2076139072"/>
            <ac:spMk id="19" creationId="{760604EB-B8A8-6E44-8612-98FC6F66F7D9}"/>
          </ac:spMkLst>
        </pc:spChg>
        <pc:spChg chg="mod">
          <ac:chgData name="Hironari Yamada" userId="e57621f8-ec3c-449e-bb19-001fffcc008e" providerId="ADAL" clId="{BC0BD879-F267-5CCA-8DEA-E3B2DD07DA4E}" dt="2026-07-31T00:52:14.817" v="12698" actId="1036"/>
          <ac:spMkLst>
            <pc:docMk/>
            <pc:sldMk cId="1424119382" sldId="2076139072"/>
            <ac:spMk id="36" creationId="{D6B24EDF-DD7B-F8A3-0389-85A0F776F059}"/>
          </ac:spMkLst>
        </pc:spChg>
        <pc:spChg chg="mod">
          <ac:chgData name="Hironari Yamada" userId="e57621f8-ec3c-449e-bb19-001fffcc008e" providerId="ADAL" clId="{BC0BD879-F267-5CCA-8DEA-E3B2DD07DA4E}" dt="2026-07-31T00:52:14.817" v="12698" actId="1036"/>
          <ac:spMkLst>
            <pc:docMk/>
            <pc:sldMk cId="1424119382" sldId="2076139072"/>
            <ac:spMk id="41" creationId="{FBABEF7F-9A1C-1ECB-79F8-314BCBE98A69}"/>
          </ac:spMkLst>
        </pc:spChg>
        <pc:spChg chg="mod">
          <ac:chgData name="Hironari Yamada" userId="e57621f8-ec3c-449e-bb19-001fffcc008e" providerId="ADAL" clId="{BC0BD879-F267-5CCA-8DEA-E3B2DD07DA4E}" dt="2026-07-31T00:52:14.817" v="12698" actId="1036"/>
          <ac:spMkLst>
            <pc:docMk/>
            <pc:sldMk cId="1424119382" sldId="2076139072"/>
            <ac:spMk id="45" creationId="{DE846540-651F-351D-F40C-DC1A6AF4E470}"/>
          </ac:spMkLst>
        </pc:spChg>
        <pc:spChg chg="mod">
          <ac:chgData name="Hironari Yamada" userId="e57621f8-ec3c-449e-bb19-001fffcc008e" providerId="ADAL" clId="{BC0BD879-F267-5CCA-8DEA-E3B2DD07DA4E}" dt="2026-07-31T00:52:14.817" v="12698" actId="1036"/>
          <ac:spMkLst>
            <pc:docMk/>
            <pc:sldMk cId="1424119382" sldId="2076139072"/>
            <ac:spMk id="47" creationId="{4F770B60-68EE-7683-BED1-3758594B2E1D}"/>
          </ac:spMkLst>
        </pc:spChg>
        <pc:spChg chg="mod">
          <ac:chgData name="Hironari Yamada" userId="e57621f8-ec3c-449e-bb19-001fffcc008e" providerId="ADAL" clId="{BC0BD879-F267-5CCA-8DEA-E3B2DD07DA4E}" dt="2026-07-31T00:52:14.817" v="12698" actId="1036"/>
          <ac:spMkLst>
            <pc:docMk/>
            <pc:sldMk cId="1424119382" sldId="2076139072"/>
            <ac:spMk id="51" creationId="{81D4B575-157A-71B3-B416-90A4F8E93E8B}"/>
          </ac:spMkLst>
        </pc:spChg>
        <pc:spChg chg="mod">
          <ac:chgData name="Hironari Yamada" userId="e57621f8-ec3c-449e-bb19-001fffcc008e" providerId="ADAL" clId="{BC0BD879-F267-5CCA-8DEA-E3B2DD07DA4E}" dt="2026-07-31T00:52:14.817" v="12698" actId="1036"/>
          <ac:spMkLst>
            <pc:docMk/>
            <pc:sldMk cId="1424119382" sldId="2076139072"/>
            <ac:spMk id="52" creationId="{2995FA40-BAD5-227D-6FFA-CBE5FD20CA49}"/>
          </ac:spMkLst>
        </pc:spChg>
        <pc:spChg chg="mod">
          <ac:chgData name="Hironari Yamada" userId="e57621f8-ec3c-449e-bb19-001fffcc008e" providerId="ADAL" clId="{BC0BD879-F267-5CCA-8DEA-E3B2DD07DA4E}" dt="2026-07-31T01:17:31.881" v="12880" actId="26606"/>
          <ac:spMkLst>
            <pc:docMk/>
            <pc:sldMk cId="1424119382" sldId="2076139072"/>
            <ac:spMk id="62" creationId="{CF1309B7-B356-83AC-2EF4-471D189A85DA}"/>
          </ac:spMkLst>
        </pc:spChg>
        <pc:spChg chg="mod">
          <ac:chgData name="Hironari Yamada" userId="e57621f8-ec3c-449e-bb19-001fffcc008e" providerId="ADAL" clId="{BC0BD879-F267-5CCA-8DEA-E3B2DD07DA4E}" dt="2026-07-31T01:17:31.881" v="12880" actId="26606"/>
          <ac:spMkLst>
            <pc:docMk/>
            <pc:sldMk cId="1424119382" sldId="2076139072"/>
            <ac:spMk id="63" creationId="{8A3513C7-4FB9-DB89-2212-3BBE56F02C30}"/>
          </ac:spMkLst>
        </pc:spChg>
        <pc:spChg chg="add mod">
          <ac:chgData name="Hironari Yamada" userId="e57621f8-ec3c-449e-bb19-001fffcc008e" providerId="ADAL" clId="{BC0BD879-F267-5CCA-8DEA-E3B2DD07DA4E}" dt="2026-07-31T00:52:14.817" v="12698" actId="1036"/>
          <ac:spMkLst>
            <pc:docMk/>
            <pc:sldMk cId="1424119382" sldId="2076139072"/>
            <ac:spMk id="64" creationId="{B0E5F0F9-5443-30BD-94A1-FD663D82953E}"/>
          </ac:spMkLst>
        </pc:spChg>
        <pc:spChg chg="mod">
          <ac:chgData name="Hironari Yamada" userId="e57621f8-ec3c-449e-bb19-001fffcc008e" providerId="ADAL" clId="{BC0BD879-F267-5CCA-8DEA-E3B2DD07DA4E}" dt="2026-07-31T01:17:31.881" v="12880" actId="26606"/>
          <ac:spMkLst>
            <pc:docMk/>
            <pc:sldMk cId="1424119382" sldId="2076139072"/>
            <ac:spMk id="72" creationId="{31876251-4D0D-36C9-1DD1-348F360094F6}"/>
          </ac:spMkLst>
        </pc:spChg>
        <pc:spChg chg="add mod">
          <ac:chgData name="Hironari Yamada" userId="e57621f8-ec3c-449e-bb19-001fffcc008e" providerId="ADAL" clId="{BC0BD879-F267-5CCA-8DEA-E3B2DD07DA4E}" dt="2026-07-31T01:17:31.881" v="12880" actId="26606"/>
          <ac:spMkLst>
            <pc:docMk/>
            <pc:sldMk cId="1424119382" sldId="2076139072"/>
            <ac:spMk id="80" creationId="{B965D918-4968-081E-94D1-44F40E621F0A}"/>
          </ac:spMkLst>
        </pc:spChg>
        <pc:spChg chg="mod">
          <ac:chgData name="Hironari Yamada" userId="e57621f8-ec3c-449e-bb19-001fffcc008e" providerId="ADAL" clId="{BC0BD879-F267-5CCA-8DEA-E3B2DD07DA4E}" dt="2026-07-31T00:52:38.109" v="12721" actId="1035"/>
          <ac:spMkLst>
            <pc:docMk/>
            <pc:sldMk cId="1424119382" sldId="2076139072"/>
            <ac:spMk id="83" creationId="{C2147C6E-8763-40F5-A66E-ACA2AD019E7E}"/>
          </ac:spMkLst>
        </pc:spChg>
        <pc:grpChg chg="mod">
          <ac:chgData name="Hironari Yamada" userId="e57621f8-ec3c-449e-bb19-001fffcc008e" providerId="ADAL" clId="{BC0BD879-F267-5CCA-8DEA-E3B2DD07DA4E}" dt="2026-07-31T01:10:14.838" v="12843" actId="26606"/>
          <ac:grpSpMkLst>
            <pc:docMk/>
            <pc:sldMk cId="1424119382" sldId="2076139072"/>
            <ac:grpSpMk id="5" creationId="{CFBC4D52-B75F-6BD8-DA46-48D0DB62BB58}"/>
          </ac:grpSpMkLst>
        </pc:grpChg>
        <pc:picChg chg="del">
          <ac:chgData name="Hironari Yamada" userId="e57621f8-ec3c-449e-bb19-001fffcc008e" providerId="ADAL" clId="{BC0BD879-F267-5CCA-8DEA-E3B2DD07DA4E}" dt="2026-07-31T00:51:46.916" v="12662" actId="478"/>
          <ac:picMkLst>
            <pc:docMk/>
            <pc:sldMk cId="1424119382" sldId="2076139072"/>
            <ac:picMk id="11" creationId="{5D6ED9EE-0139-1960-5877-8A12F48444D0}"/>
          </ac:picMkLst>
        </pc:picChg>
        <pc:picChg chg="mod">
          <ac:chgData name="Hironari Yamada" userId="e57621f8-ec3c-449e-bb19-001fffcc008e" providerId="ADAL" clId="{BC0BD879-F267-5CCA-8DEA-E3B2DD07DA4E}" dt="2026-07-31T01:10:14.838" v="12843" actId="26606"/>
          <ac:picMkLst>
            <pc:docMk/>
            <pc:sldMk cId="1424119382" sldId="2076139072"/>
            <ac:picMk id="67" creationId="{4F7C0309-F3A7-7DAE-3D1A-F54C8360FEA9}"/>
          </ac:picMkLst>
        </pc:picChg>
        <pc:picChg chg="mod">
          <ac:chgData name="Hironari Yamada" userId="e57621f8-ec3c-449e-bb19-001fffcc008e" providerId="ADAL" clId="{BC0BD879-F267-5CCA-8DEA-E3B2DD07DA4E}" dt="2026-07-31T00:52:50.901" v="12725" actId="1076"/>
          <ac:picMkLst>
            <pc:docMk/>
            <pc:sldMk cId="1424119382" sldId="2076139072"/>
            <ac:picMk id="69" creationId="{E8964B3A-985C-6CC7-995B-4BE09F72A1E6}"/>
          </ac:picMkLst>
        </pc:picChg>
        <pc:picChg chg="mod">
          <ac:chgData name="Hironari Yamada" userId="e57621f8-ec3c-449e-bb19-001fffcc008e" providerId="ADAL" clId="{BC0BD879-F267-5CCA-8DEA-E3B2DD07DA4E}" dt="2026-07-31T00:52:44.211" v="12723" actId="1076"/>
          <ac:picMkLst>
            <pc:docMk/>
            <pc:sldMk cId="1424119382" sldId="2076139072"/>
            <ac:picMk id="75" creationId="{7305B71B-F6D4-10F1-2792-359FEABC5261}"/>
          </ac:picMkLst>
        </pc:picChg>
        <pc:picChg chg="mod">
          <ac:chgData name="Hironari Yamada" userId="e57621f8-ec3c-449e-bb19-001fffcc008e" providerId="ADAL" clId="{BC0BD879-F267-5CCA-8DEA-E3B2DD07DA4E}" dt="2026-07-31T00:52:22.775" v="12700" actId="1076"/>
          <ac:picMkLst>
            <pc:docMk/>
            <pc:sldMk cId="1424119382" sldId="2076139072"/>
            <ac:picMk id="78" creationId="{245AE4B5-9866-8686-AD7B-373966E61E9B}"/>
          </ac:picMkLst>
        </pc:picChg>
        <pc:picChg chg="mod">
          <ac:chgData name="Hironari Yamada" userId="e57621f8-ec3c-449e-bb19-001fffcc008e" providerId="ADAL" clId="{BC0BD879-F267-5CCA-8DEA-E3B2DD07DA4E}" dt="2026-07-31T01:10:14.838" v="12843" actId="26606"/>
          <ac:picMkLst>
            <pc:docMk/>
            <pc:sldMk cId="1424119382" sldId="2076139072"/>
            <ac:picMk id="82" creationId="{55357385-9DD9-3830-F37F-EB5D713D2E55}"/>
          </ac:picMkLst>
        </pc:picChg>
        <pc:cxnChg chg="mod">
          <ac:chgData name="Hironari Yamada" userId="e57621f8-ec3c-449e-bb19-001fffcc008e" providerId="ADAL" clId="{BC0BD879-F267-5CCA-8DEA-E3B2DD07DA4E}" dt="2026-07-31T00:53:34.053" v="12731" actId="14100"/>
          <ac:cxnSpMkLst>
            <pc:docMk/>
            <pc:sldMk cId="1424119382" sldId="2076139072"/>
            <ac:cxnSpMk id="71" creationId="{43D51211-2446-1AF7-A9DD-736EB4513C31}"/>
          </ac:cxnSpMkLst>
        </pc:cxnChg>
        <pc:cxnChg chg="mod">
          <ac:chgData name="Hironari Yamada" userId="e57621f8-ec3c-449e-bb19-001fffcc008e" providerId="ADAL" clId="{BC0BD879-F267-5CCA-8DEA-E3B2DD07DA4E}" dt="2026-07-31T00:53:30.735" v="12730" actId="14100"/>
          <ac:cxnSpMkLst>
            <pc:docMk/>
            <pc:sldMk cId="1424119382" sldId="2076139072"/>
            <ac:cxnSpMk id="74" creationId="{4F3FD42B-9801-B51A-4335-A13751580676}"/>
          </ac:cxnSpMkLst>
        </pc:cxnChg>
        <pc:cxnChg chg="mod">
          <ac:chgData name="Hironari Yamada" userId="e57621f8-ec3c-449e-bb19-001fffcc008e" providerId="ADAL" clId="{BC0BD879-F267-5CCA-8DEA-E3B2DD07DA4E}" dt="2026-07-31T00:53:10.643" v="12727" actId="14100"/>
          <ac:cxnSpMkLst>
            <pc:docMk/>
            <pc:sldMk cId="1424119382" sldId="2076139072"/>
            <ac:cxnSpMk id="79" creationId="{83DDE1E8-2CAC-88AC-FFB2-5C504280D472}"/>
          </ac:cxnSpMkLst>
        </pc:cxnChg>
      </pc:sldChg>
      <pc:sldChg chg="addSp delSp modSp add mod modNotes">
        <pc:chgData name="Hironari Yamada" userId="e57621f8-ec3c-449e-bb19-001fffcc008e" providerId="ADAL" clId="{BC0BD879-F267-5CCA-8DEA-E3B2DD07DA4E}" dt="2026-07-31T01:11:10.836" v="12868" actId="478"/>
        <pc:sldMkLst>
          <pc:docMk/>
          <pc:sldMk cId="3220896456" sldId="2076139073"/>
        </pc:sldMkLst>
        <pc:spChg chg="mod">
          <ac:chgData name="Hironari Yamada" userId="e57621f8-ec3c-449e-bb19-001fffcc008e" providerId="ADAL" clId="{BC0BD879-F267-5CCA-8DEA-E3B2DD07DA4E}" dt="2026-07-31T01:10:14.838" v="12843" actId="26606"/>
          <ac:spMkLst>
            <pc:docMk/>
            <pc:sldMk cId="3220896456" sldId="2076139073"/>
            <ac:spMk id="3" creationId="{CD0B8671-BC5D-003F-10F7-6C37B430B97A}"/>
          </ac:spMkLst>
        </pc:spChg>
        <pc:spChg chg="mod">
          <ac:chgData name="Hironari Yamada" userId="e57621f8-ec3c-449e-bb19-001fffcc008e" providerId="ADAL" clId="{BC0BD879-F267-5CCA-8DEA-E3B2DD07DA4E}" dt="2026-07-31T01:05:06.894" v="12740" actId="20577"/>
          <ac:spMkLst>
            <pc:docMk/>
            <pc:sldMk cId="3220896456" sldId="2076139073"/>
            <ac:spMk id="9" creationId="{C71B0556-0678-5539-ED90-3DA763897D8F}"/>
          </ac:spMkLst>
        </pc:spChg>
        <pc:spChg chg="add mod">
          <ac:chgData name="Hironari Yamada" userId="e57621f8-ec3c-449e-bb19-001fffcc008e" providerId="ADAL" clId="{BC0BD879-F267-5CCA-8DEA-E3B2DD07DA4E}" dt="2026-07-31T01:05:39.783" v="12743" actId="1076"/>
          <ac:spMkLst>
            <pc:docMk/>
            <pc:sldMk cId="3220896456" sldId="2076139073"/>
            <ac:spMk id="16" creationId="{EEF6F461-3436-D2DF-153E-95D2BA46DE7A}"/>
          </ac:spMkLst>
        </pc:spChg>
        <pc:spChg chg="add mod">
          <ac:chgData name="Hironari Yamada" userId="e57621f8-ec3c-449e-bb19-001fffcc008e" providerId="ADAL" clId="{BC0BD879-F267-5CCA-8DEA-E3B2DD07DA4E}" dt="2026-07-31T01:05:39.783" v="12743" actId="1076"/>
          <ac:spMkLst>
            <pc:docMk/>
            <pc:sldMk cId="3220896456" sldId="2076139073"/>
            <ac:spMk id="17" creationId="{71398FFC-6A1D-55E8-0E3D-FB0DADFAFA93}"/>
          </ac:spMkLst>
        </pc:spChg>
        <pc:spChg chg="add mod">
          <ac:chgData name="Hironari Yamada" userId="e57621f8-ec3c-449e-bb19-001fffcc008e" providerId="ADAL" clId="{BC0BD879-F267-5CCA-8DEA-E3B2DD07DA4E}" dt="2026-07-31T01:05:39.783" v="12743" actId="1076"/>
          <ac:spMkLst>
            <pc:docMk/>
            <pc:sldMk cId="3220896456" sldId="2076139073"/>
            <ac:spMk id="19" creationId="{CA0DE71C-6B0A-9087-DF37-C76B74FD2455}"/>
          </ac:spMkLst>
        </pc:spChg>
        <pc:spChg chg="del">
          <ac:chgData name="Hironari Yamada" userId="e57621f8-ec3c-449e-bb19-001fffcc008e" providerId="ADAL" clId="{BC0BD879-F267-5CCA-8DEA-E3B2DD07DA4E}" dt="2026-07-31T01:04:53.586" v="12733" actId="478"/>
          <ac:spMkLst>
            <pc:docMk/>
            <pc:sldMk cId="3220896456" sldId="2076139073"/>
            <ac:spMk id="59" creationId="{BDAF5ECC-17F8-E508-5E5B-D5390889512D}"/>
          </ac:spMkLst>
        </pc:spChg>
        <pc:spChg chg="del">
          <ac:chgData name="Hironari Yamada" userId="e57621f8-ec3c-449e-bb19-001fffcc008e" providerId="ADAL" clId="{BC0BD879-F267-5CCA-8DEA-E3B2DD07DA4E}" dt="2026-07-31T01:04:53.586" v="12733" actId="478"/>
          <ac:spMkLst>
            <pc:docMk/>
            <pc:sldMk cId="3220896456" sldId="2076139073"/>
            <ac:spMk id="60" creationId="{6AC60BBE-2329-303F-EF3C-3090B1B9DA84}"/>
          </ac:spMkLst>
        </pc:spChg>
        <pc:spChg chg="del">
          <ac:chgData name="Hironari Yamada" userId="e57621f8-ec3c-449e-bb19-001fffcc008e" providerId="ADAL" clId="{BC0BD879-F267-5CCA-8DEA-E3B2DD07DA4E}" dt="2026-07-31T01:04:53.586" v="12733" actId="478"/>
          <ac:spMkLst>
            <pc:docMk/>
            <pc:sldMk cId="3220896456" sldId="2076139073"/>
            <ac:spMk id="62" creationId="{09EC14B1-E595-1DDE-58B6-D9CB5183106C}"/>
          </ac:spMkLst>
        </pc:spChg>
        <pc:spChg chg="del">
          <ac:chgData name="Hironari Yamada" userId="e57621f8-ec3c-449e-bb19-001fffcc008e" providerId="ADAL" clId="{BC0BD879-F267-5CCA-8DEA-E3B2DD07DA4E}" dt="2026-07-31T01:04:53.586" v="12733" actId="478"/>
          <ac:spMkLst>
            <pc:docMk/>
            <pc:sldMk cId="3220896456" sldId="2076139073"/>
            <ac:spMk id="63" creationId="{8E12AA29-E76C-18AE-E10C-946D65C880CF}"/>
          </ac:spMkLst>
        </pc:spChg>
        <pc:spChg chg="del">
          <ac:chgData name="Hironari Yamada" userId="e57621f8-ec3c-449e-bb19-001fffcc008e" providerId="ADAL" clId="{BC0BD879-F267-5CCA-8DEA-E3B2DD07DA4E}" dt="2026-07-31T01:04:53.586" v="12733" actId="478"/>
          <ac:spMkLst>
            <pc:docMk/>
            <pc:sldMk cId="3220896456" sldId="2076139073"/>
            <ac:spMk id="65" creationId="{79DBEF46-4208-3940-40B4-A46F288742C4}"/>
          </ac:spMkLst>
        </pc:spChg>
        <pc:spChg chg="del">
          <ac:chgData name="Hironari Yamada" userId="e57621f8-ec3c-449e-bb19-001fffcc008e" providerId="ADAL" clId="{BC0BD879-F267-5CCA-8DEA-E3B2DD07DA4E}" dt="2026-07-31T01:04:53.586" v="12733" actId="478"/>
          <ac:spMkLst>
            <pc:docMk/>
            <pc:sldMk cId="3220896456" sldId="2076139073"/>
            <ac:spMk id="73" creationId="{B0D5763D-65D9-92CB-48F4-E79ACD598687}"/>
          </ac:spMkLst>
        </pc:spChg>
        <pc:spChg chg="del">
          <ac:chgData name="Hironari Yamada" userId="e57621f8-ec3c-449e-bb19-001fffcc008e" providerId="ADAL" clId="{BC0BD879-F267-5CCA-8DEA-E3B2DD07DA4E}" dt="2026-07-31T01:04:53.586" v="12733" actId="478"/>
          <ac:spMkLst>
            <pc:docMk/>
            <pc:sldMk cId="3220896456" sldId="2076139073"/>
            <ac:spMk id="77" creationId="{01903B32-3A32-9286-9C5D-809B2145B6CC}"/>
          </ac:spMkLst>
        </pc:spChg>
        <pc:spChg chg="del">
          <ac:chgData name="Hironari Yamada" userId="e57621f8-ec3c-449e-bb19-001fffcc008e" providerId="ADAL" clId="{BC0BD879-F267-5CCA-8DEA-E3B2DD07DA4E}" dt="2026-07-31T01:04:53.586" v="12733" actId="478"/>
          <ac:spMkLst>
            <pc:docMk/>
            <pc:sldMk cId="3220896456" sldId="2076139073"/>
            <ac:spMk id="80" creationId="{6DEF3639-9B12-5937-AA93-9A3E7C409599}"/>
          </ac:spMkLst>
        </pc:spChg>
        <pc:spChg chg="del">
          <ac:chgData name="Hironari Yamada" userId="e57621f8-ec3c-449e-bb19-001fffcc008e" providerId="ADAL" clId="{BC0BD879-F267-5CCA-8DEA-E3B2DD07DA4E}" dt="2026-07-31T01:04:53.586" v="12733" actId="478"/>
          <ac:spMkLst>
            <pc:docMk/>
            <pc:sldMk cId="3220896456" sldId="2076139073"/>
            <ac:spMk id="81" creationId="{E8B5F149-5405-4B02-03CF-202A14B82908}"/>
          </ac:spMkLst>
        </pc:spChg>
        <pc:spChg chg="del">
          <ac:chgData name="Hironari Yamada" userId="e57621f8-ec3c-449e-bb19-001fffcc008e" providerId="ADAL" clId="{BC0BD879-F267-5CCA-8DEA-E3B2DD07DA4E}" dt="2026-07-31T01:04:53.586" v="12733" actId="478"/>
          <ac:spMkLst>
            <pc:docMk/>
            <pc:sldMk cId="3220896456" sldId="2076139073"/>
            <ac:spMk id="83" creationId="{824BB5D0-C86F-4AD4-703B-11A026C6E89F}"/>
          </ac:spMkLst>
        </pc:spChg>
        <pc:spChg chg="add mod">
          <ac:chgData name="Hironari Yamada" userId="e57621f8-ec3c-449e-bb19-001fffcc008e" providerId="ADAL" clId="{BC0BD879-F267-5CCA-8DEA-E3B2DD07DA4E}" dt="2026-07-31T01:05:39.783" v="12743" actId="1076"/>
          <ac:spMkLst>
            <pc:docMk/>
            <pc:sldMk cId="3220896456" sldId="2076139073"/>
            <ac:spMk id="84" creationId="{08831320-1B56-93D3-354C-FC62155EAC36}"/>
          </ac:spMkLst>
        </pc:spChg>
        <pc:spChg chg="add mod">
          <ac:chgData name="Hironari Yamada" userId="e57621f8-ec3c-449e-bb19-001fffcc008e" providerId="ADAL" clId="{BC0BD879-F267-5CCA-8DEA-E3B2DD07DA4E}" dt="2026-07-31T01:05:39.783" v="12743" actId="1076"/>
          <ac:spMkLst>
            <pc:docMk/>
            <pc:sldMk cId="3220896456" sldId="2076139073"/>
            <ac:spMk id="85" creationId="{38C235ED-B71C-75F5-944A-9FE537832DEC}"/>
          </ac:spMkLst>
        </pc:spChg>
        <pc:spChg chg="add mod">
          <ac:chgData name="Hironari Yamada" userId="e57621f8-ec3c-449e-bb19-001fffcc008e" providerId="ADAL" clId="{BC0BD879-F267-5CCA-8DEA-E3B2DD07DA4E}" dt="2026-07-31T01:05:39.783" v="12743" actId="1076"/>
          <ac:spMkLst>
            <pc:docMk/>
            <pc:sldMk cId="3220896456" sldId="2076139073"/>
            <ac:spMk id="86" creationId="{F3E16225-7FEA-1A9B-F236-FFE7F6537CD7}"/>
          </ac:spMkLst>
        </pc:spChg>
        <pc:spChg chg="add mod">
          <ac:chgData name="Hironari Yamada" userId="e57621f8-ec3c-449e-bb19-001fffcc008e" providerId="ADAL" clId="{BC0BD879-F267-5CCA-8DEA-E3B2DD07DA4E}" dt="2026-07-31T01:05:39.783" v="12743" actId="1076"/>
          <ac:spMkLst>
            <pc:docMk/>
            <pc:sldMk cId="3220896456" sldId="2076139073"/>
            <ac:spMk id="87" creationId="{D674374A-E77C-67B2-3D95-E919C9A00A9D}"/>
          </ac:spMkLst>
        </pc:spChg>
        <pc:spChg chg="add mod">
          <ac:chgData name="Hironari Yamada" userId="e57621f8-ec3c-449e-bb19-001fffcc008e" providerId="ADAL" clId="{BC0BD879-F267-5CCA-8DEA-E3B2DD07DA4E}" dt="2026-07-31T01:05:39.783" v="12743" actId="1076"/>
          <ac:spMkLst>
            <pc:docMk/>
            <pc:sldMk cId="3220896456" sldId="2076139073"/>
            <ac:spMk id="91" creationId="{E85E4511-0DC5-8365-8BF1-EE61FF6BBF18}"/>
          </ac:spMkLst>
        </pc:spChg>
        <pc:spChg chg="add mod">
          <ac:chgData name="Hironari Yamada" userId="e57621f8-ec3c-449e-bb19-001fffcc008e" providerId="ADAL" clId="{BC0BD879-F267-5CCA-8DEA-E3B2DD07DA4E}" dt="2026-07-31T01:05:39.783" v="12743" actId="1076"/>
          <ac:spMkLst>
            <pc:docMk/>
            <pc:sldMk cId="3220896456" sldId="2076139073"/>
            <ac:spMk id="92" creationId="{3ACA5877-91AA-972A-02E6-5B7014575E1C}"/>
          </ac:spMkLst>
        </pc:spChg>
        <pc:spChg chg="add mod">
          <ac:chgData name="Hironari Yamada" userId="e57621f8-ec3c-449e-bb19-001fffcc008e" providerId="ADAL" clId="{BC0BD879-F267-5CCA-8DEA-E3B2DD07DA4E}" dt="2026-07-31T01:05:39.783" v="12743" actId="1076"/>
          <ac:spMkLst>
            <pc:docMk/>
            <pc:sldMk cId="3220896456" sldId="2076139073"/>
            <ac:spMk id="97" creationId="{57FA01C6-0AF6-B389-62BE-DC8DB1F7D511}"/>
          </ac:spMkLst>
        </pc:spChg>
        <pc:picChg chg="mod">
          <ac:chgData name="Hironari Yamada" userId="e57621f8-ec3c-449e-bb19-001fffcc008e" providerId="ADAL" clId="{BC0BD879-F267-5CCA-8DEA-E3B2DD07DA4E}" dt="2026-07-31T01:05:50.958" v="12753" actId="1037"/>
          <ac:picMkLst>
            <pc:docMk/>
            <pc:sldMk cId="3220896456" sldId="2076139073"/>
            <ac:picMk id="88" creationId="{3F5CBC51-520B-0941-631D-DFCC5B336981}"/>
          </ac:picMkLst>
        </pc:picChg>
        <pc:picChg chg="mod">
          <ac:chgData name="Hironari Yamada" userId="e57621f8-ec3c-449e-bb19-001fffcc008e" providerId="ADAL" clId="{BC0BD879-F267-5CCA-8DEA-E3B2DD07DA4E}" dt="2026-07-31T01:05:45.768" v="12748" actId="1037"/>
          <ac:picMkLst>
            <pc:docMk/>
            <pc:sldMk cId="3220896456" sldId="2076139073"/>
            <ac:picMk id="89" creationId="{2E0E6430-2439-F6ED-AACC-5BA20E2099A3}"/>
          </ac:picMkLst>
        </pc:picChg>
        <pc:picChg chg="mod">
          <ac:chgData name="Hironari Yamada" userId="e57621f8-ec3c-449e-bb19-001fffcc008e" providerId="ADAL" clId="{BC0BD879-F267-5CCA-8DEA-E3B2DD07DA4E}" dt="2026-07-31T01:05:56.390" v="12760" actId="1037"/>
          <ac:picMkLst>
            <pc:docMk/>
            <pc:sldMk cId="3220896456" sldId="2076139073"/>
            <ac:picMk id="90" creationId="{56F96CF6-3ED0-0DDE-36A9-1F0FACDE852F}"/>
          </ac:picMkLst>
        </pc:picChg>
        <pc:picChg chg="mod">
          <ac:chgData name="Hironari Yamada" userId="e57621f8-ec3c-449e-bb19-001fffcc008e" providerId="ADAL" clId="{BC0BD879-F267-5CCA-8DEA-E3B2DD07DA4E}" dt="2026-07-31T01:05:50.958" v="12753" actId="1037"/>
          <ac:picMkLst>
            <pc:docMk/>
            <pc:sldMk cId="3220896456" sldId="2076139073"/>
            <ac:picMk id="93" creationId="{C39C5D54-F910-AD6F-50EE-A8E5D04E3B16}"/>
          </ac:picMkLst>
        </pc:picChg>
        <pc:picChg chg="mod">
          <ac:chgData name="Hironari Yamada" userId="e57621f8-ec3c-449e-bb19-001fffcc008e" providerId="ADAL" clId="{BC0BD879-F267-5CCA-8DEA-E3B2DD07DA4E}" dt="2026-07-31T01:05:50.958" v="12753" actId="1037"/>
          <ac:picMkLst>
            <pc:docMk/>
            <pc:sldMk cId="3220896456" sldId="2076139073"/>
            <ac:picMk id="94" creationId="{F2F7C30C-DE27-FCA0-7052-26CE2B5DFB3F}"/>
          </ac:picMkLst>
        </pc:picChg>
        <pc:picChg chg="mod">
          <ac:chgData name="Hironari Yamada" userId="e57621f8-ec3c-449e-bb19-001fffcc008e" providerId="ADAL" clId="{BC0BD879-F267-5CCA-8DEA-E3B2DD07DA4E}" dt="2026-07-31T01:05:45.768" v="12748" actId="1037"/>
          <ac:picMkLst>
            <pc:docMk/>
            <pc:sldMk cId="3220896456" sldId="2076139073"/>
            <ac:picMk id="95" creationId="{8130F05A-84BD-BE24-361E-1062DC5FA7B7}"/>
          </ac:picMkLst>
        </pc:picChg>
        <pc:picChg chg="mod">
          <ac:chgData name="Hironari Yamada" userId="e57621f8-ec3c-449e-bb19-001fffcc008e" providerId="ADAL" clId="{BC0BD879-F267-5CCA-8DEA-E3B2DD07DA4E}" dt="2026-07-31T01:05:45.768" v="12748" actId="1037"/>
          <ac:picMkLst>
            <pc:docMk/>
            <pc:sldMk cId="3220896456" sldId="2076139073"/>
            <ac:picMk id="96" creationId="{942AF508-BB66-BFA8-A1EB-37FD6CB61847}"/>
          </ac:picMkLst>
        </pc:picChg>
        <pc:picChg chg="mod">
          <ac:chgData name="Hironari Yamada" userId="e57621f8-ec3c-449e-bb19-001fffcc008e" providerId="ADAL" clId="{BC0BD879-F267-5CCA-8DEA-E3B2DD07DA4E}" dt="2026-07-31T01:05:56.390" v="12760" actId="1037"/>
          <ac:picMkLst>
            <pc:docMk/>
            <pc:sldMk cId="3220896456" sldId="2076139073"/>
            <ac:picMk id="98" creationId="{4BAAFA4D-0D29-CA6A-F2E4-C8B67EF54730}"/>
          </ac:picMkLst>
        </pc:picChg>
        <pc:picChg chg="mod">
          <ac:chgData name="Hironari Yamada" userId="e57621f8-ec3c-449e-bb19-001fffcc008e" providerId="ADAL" clId="{BC0BD879-F267-5CCA-8DEA-E3B2DD07DA4E}" dt="2026-07-31T01:05:56.390" v="12760" actId="1037"/>
          <ac:picMkLst>
            <pc:docMk/>
            <pc:sldMk cId="3220896456" sldId="2076139073"/>
            <ac:picMk id="99" creationId="{6BFC0D91-2290-6040-1E47-8E4158D94AC5}"/>
          </ac:picMkLst>
        </pc:picChg>
        <pc:cxnChg chg="del">
          <ac:chgData name="Hironari Yamada" userId="e57621f8-ec3c-449e-bb19-001fffcc008e" providerId="ADAL" clId="{BC0BD879-F267-5CCA-8DEA-E3B2DD07DA4E}" dt="2026-07-31T01:11:10.836" v="12868" actId="478"/>
          <ac:cxnSpMkLst>
            <pc:docMk/>
            <pc:sldMk cId="3220896456" sldId="2076139073"/>
            <ac:cxnSpMk id="74" creationId="{0A1EB9ED-05C1-7845-646E-9C77EC754100}"/>
          </ac:cxnSpMkLst>
        </pc:cxnChg>
      </pc:sldChg>
      <pc:sldChg chg="addSp delSp modSp add mod modNotes">
        <pc:chgData name="Hironari Yamada" userId="e57621f8-ec3c-449e-bb19-001fffcc008e" providerId="ADAL" clId="{BC0BD879-F267-5CCA-8DEA-E3B2DD07DA4E}" dt="2026-07-31T01:17:31.881" v="12880" actId="26606"/>
        <pc:sldMkLst>
          <pc:docMk/>
          <pc:sldMk cId="236483319" sldId="2076139074"/>
        </pc:sldMkLst>
        <pc:spChg chg="mod">
          <ac:chgData name="Hironari Yamada" userId="e57621f8-ec3c-449e-bb19-001fffcc008e" providerId="ADAL" clId="{BC0BD879-F267-5CCA-8DEA-E3B2DD07DA4E}" dt="2026-07-31T01:17:31.881" v="12880" actId="26606"/>
          <ac:spMkLst>
            <pc:docMk/>
            <pc:sldMk cId="236483319" sldId="2076139074"/>
            <ac:spMk id="3" creationId="{EC985B68-1A8E-CF8E-FCDC-7D094C24ED52}"/>
          </ac:spMkLst>
        </pc:spChg>
        <pc:spChg chg="add mod">
          <ac:chgData name="Hironari Yamada" userId="e57621f8-ec3c-449e-bb19-001fffcc008e" providerId="ADAL" clId="{BC0BD879-F267-5CCA-8DEA-E3B2DD07DA4E}" dt="2026-07-31T01:09:18.303" v="12822"/>
          <ac:spMkLst>
            <pc:docMk/>
            <pc:sldMk cId="236483319" sldId="2076139074"/>
            <ac:spMk id="5" creationId="{71C578A7-0B3C-1914-0FBF-5BBAC2EEAAAB}"/>
          </ac:spMkLst>
        </pc:spChg>
        <pc:spChg chg="add mod">
          <ac:chgData name="Hironari Yamada" userId="e57621f8-ec3c-449e-bb19-001fffcc008e" providerId="ADAL" clId="{BC0BD879-F267-5CCA-8DEA-E3B2DD07DA4E}" dt="2026-07-31T01:09:18.303" v="12822"/>
          <ac:spMkLst>
            <pc:docMk/>
            <pc:sldMk cId="236483319" sldId="2076139074"/>
            <ac:spMk id="7" creationId="{11190B4A-BE61-57C7-A566-8F138C691649}"/>
          </ac:spMkLst>
        </pc:spChg>
        <pc:spChg chg="add mod">
          <ac:chgData name="Hironari Yamada" userId="e57621f8-ec3c-449e-bb19-001fffcc008e" providerId="ADAL" clId="{BC0BD879-F267-5CCA-8DEA-E3B2DD07DA4E}" dt="2026-07-31T01:09:18.303" v="12822"/>
          <ac:spMkLst>
            <pc:docMk/>
            <pc:sldMk cId="236483319" sldId="2076139074"/>
            <ac:spMk id="8" creationId="{F40AF7A8-C636-F0D1-B4B4-036CF7A68D1A}"/>
          </ac:spMkLst>
        </pc:spChg>
        <pc:spChg chg="mod">
          <ac:chgData name="Hironari Yamada" userId="e57621f8-ec3c-449e-bb19-001fffcc008e" providerId="ADAL" clId="{BC0BD879-F267-5CCA-8DEA-E3B2DD07DA4E}" dt="2026-07-31T01:09:21.477" v="12825" actId="1076"/>
          <ac:spMkLst>
            <pc:docMk/>
            <pc:sldMk cId="236483319" sldId="2076139074"/>
            <ac:spMk id="9" creationId="{390F332A-1327-B5E1-9813-A4DD14A2B8D3}"/>
          </ac:spMkLst>
        </pc:spChg>
        <pc:spChg chg="add mod">
          <ac:chgData name="Hironari Yamada" userId="e57621f8-ec3c-449e-bb19-001fffcc008e" providerId="ADAL" clId="{BC0BD879-F267-5CCA-8DEA-E3B2DD07DA4E}" dt="2026-07-31T01:09:18.303" v="12822"/>
          <ac:spMkLst>
            <pc:docMk/>
            <pc:sldMk cId="236483319" sldId="2076139074"/>
            <ac:spMk id="10" creationId="{EA84CB5A-F83A-C920-F127-2A4D5F9EB8D7}"/>
          </ac:spMkLst>
        </pc:spChg>
        <pc:spChg chg="add mod">
          <ac:chgData name="Hironari Yamada" userId="e57621f8-ec3c-449e-bb19-001fffcc008e" providerId="ADAL" clId="{BC0BD879-F267-5CCA-8DEA-E3B2DD07DA4E}" dt="2026-07-31T01:09:18.303" v="12822"/>
          <ac:spMkLst>
            <pc:docMk/>
            <pc:sldMk cId="236483319" sldId="2076139074"/>
            <ac:spMk id="12" creationId="{B4069C4A-ED63-AF12-B7A4-D3ACBE9A198B}"/>
          </ac:spMkLst>
        </pc:spChg>
        <pc:spChg chg="add mod">
          <ac:chgData name="Hironari Yamada" userId="e57621f8-ec3c-449e-bb19-001fffcc008e" providerId="ADAL" clId="{BC0BD879-F267-5CCA-8DEA-E3B2DD07DA4E}" dt="2026-07-31T01:09:18.303" v="12822"/>
          <ac:spMkLst>
            <pc:docMk/>
            <pc:sldMk cId="236483319" sldId="2076139074"/>
            <ac:spMk id="13" creationId="{E56E333C-CB9E-566F-667A-D8A616439D2A}"/>
          </ac:spMkLst>
        </pc:spChg>
        <pc:spChg chg="add mod">
          <ac:chgData name="Hironari Yamada" userId="e57621f8-ec3c-449e-bb19-001fffcc008e" providerId="ADAL" clId="{BC0BD879-F267-5CCA-8DEA-E3B2DD07DA4E}" dt="2026-07-31T01:09:18.303" v="12822"/>
          <ac:spMkLst>
            <pc:docMk/>
            <pc:sldMk cId="236483319" sldId="2076139074"/>
            <ac:spMk id="14" creationId="{3E4CFDF4-E245-19AB-BEE4-166985E721CC}"/>
          </ac:spMkLst>
        </pc:spChg>
        <pc:spChg chg="del">
          <ac:chgData name="Hironari Yamada" userId="e57621f8-ec3c-449e-bb19-001fffcc008e" providerId="ADAL" clId="{BC0BD879-F267-5CCA-8DEA-E3B2DD07DA4E}" dt="2026-07-31T01:08:55.264" v="12817" actId="478"/>
          <ac:spMkLst>
            <pc:docMk/>
            <pc:sldMk cId="236483319" sldId="2076139074"/>
            <ac:spMk id="15" creationId="{79291700-57F0-51F3-E311-C7597C481BA4}"/>
          </ac:spMkLst>
        </pc:spChg>
        <pc:spChg chg="del">
          <ac:chgData name="Hironari Yamada" userId="e57621f8-ec3c-449e-bb19-001fffcc008e" providerId="ADAL" clId="{BC0BD879-F267-5CCA-8DEA-E3B2DD07DA4E}" dt="2026-07-31T01:08:55.264" v="12817" actId="478"/>
          <ac:spMkLst>
            <pc:docMk/>
            <pc:sldMk cId="236483319" sldId="2076139074"/>
            <ac:spMk id="16" creationId="{B60D1337-7673-4725-0FAC-07C04CD55919}"/>
          </ac:spMkLst>
        </pc:spChg>
        <pc:spChg chg="del">
          <ac:chgData name="Hironari Yamada" userId="e57621f8-ec3c-449e-bb19-001fffcc008e" providerId="ADAL" clId="{BC0BD879-F267-5CCA-8DEA-E3B2DD07DA4E}" dt="2026-07-31T01:08:55.264" v="12817" actId="478"/>
          <ac:spMkLst>
            <pc:docMk/>
            <pc:sldMk cId="236483319" sldId="2076139074"/>
            <ac:spMk id="17" creationId="{DA8181D5-F0A4-FEE2-001C-14181F6E36F7}"/>
          </ac:spMkLst>
        </pc:spChg>
        <pc:spChg chg="add mod">
          <ac:chgData name="Hironari Yamada" userId="e57621f8-ec3c-449e-bb19-001fffcc008e" providerId="ADAL" clId="{BC0BD879-F267-5CCA-8DEA-E3B2DD07DA4E}" dt="2026-07-31T01:09:14.452" v="12821"/>
          <ac:spMkLst>
            <pc:docMk/>
            <pc:sldMk cId="236483319" sldId="2076139074"/>
            <ac:spMk id="18" creationId="{ADF1FEDE-9BDC-3873-B7A9-ED8EA2DB6A92}"/>
          </ac:spMkLst>
        </pc:spChg>
        <pc:spChg chg="del">
          <ac:chgData name="Hironari Yamada" userId="e57621f8-ec3c-449e-bb19-001fffcc008e" providerId="ADAL" clId="{BC0BD879-F267-5CCA-8DEA-E3B2DD07DA4E}" dt="2026-07-31T01:08:55.264" v="12817" actId="478"/>
          <ac:spMkLst>
            <pc:docMk/>
            <pc:sldMk cId="236483319" sldId="2076139074"/>
            <ac:spMk id="19" creationId="{B8FD976D-3CBE-642A-2DC3-19D9B4AE6180}"/>
          </ac:spMkLst>
        </pc:spChg>
        <pc:spChg chg="add mod">
          <ac:chgData name="Hironari Yamada" userId="e57621f8-ec3c-449e-bb19-001fffcc008e" providerId="ADAL" clId="{BC0BD879-F267-5CCA-8DEA-E3B2DD07DA4E}" dt="2026-07-31T01:09:14.452" v="12821"/>
          <ac:spMkLst>
            <pc:docMk/>
            <pc:sldMk cId="236483319" sldId="2076139074"/>
            <ac:spMk id="20" creationId="{40E83FCC-8BBF-8F67-2A0E-C1C3C97F9295}"/>
          </ac:spMkLst>
        </pc:spChg>
        <pc:spChg chg="add mod">
          <ac:chgData name="Hironari Yamada" userId="e57621f8-ec3c-449e-bb19-001fffcc008e" providerId="ADAL" clId="{BC0BD879-F267-5CCA-8DEA-E3B2DD07DA4E}" dt="2026-07-31T01:09:23.449" v="12826"/>
          <ac:spMkLst>
            <pc:docMk/>
            <pc:sldMk cId="236483319" sldId="2076139074"/>
            <ac:spMk id="21" creationId="{9D75532A-D123-4836-F84E-E7F7D8EF7E81}"/>
          </ac:spMkLst>
        </pc:spChg>
        <pc:spChg chg="add mod">
          <ac:chgData name="Hironari Yamada" userId="e57621f8-ec3c-449e-bb19-001fffcc008e" providerId="ADAL" clId="{BC0BD879-F267-5CCA-8DEA-E3B2DD07DA4E}" dt="2026-07-31T01:09:23.449" v="12826"/>
          <ac:spMkLst>
            <pc:docMk/>
            <pc:sldMk cId="236483319" sldId="2076139074"/>
            <ac:spMk id="22" creationId="{7D20F164-A041-75D6-F849-F1A394149F41}"/>
          </ac:spMkLst>
        </pc:spChg>
        <pc:spChg chg="add mod">
          <ac:chgData name="Hironari Yamada" userId="e57621f8-ec3c-449e-bb19-001fffcc008e" providerId="ADAL" clId="{BC0BD879-F267-5CCA-8DEA-E3B2DD07DA4E}" dt="2026-07-31T01:09:23.449" v="12826"/>
          <ac:spMkLst>
            <pc:docMk/>
            <pc:sldMk cId="236483319" sldId="2076139074"/>
            <ac:spMk id="23" creationId="{584D1882-2CF8-BE7D-6536-CF70765389A2}"/>
          </ac:spMkLst>
        </pc:spChg>
        <pc:spChg chg="add mod">
          <ac:chgData name="Hironari Yamada" userId="e57621f8-ec3c-449e-bb19-001fffcc008e" providerId="ADAL" clId="{BC0BD879-F267-5CCA-8DEA-E3B2DD07DA4E}" dt="2026-07-31T01:09:23.449" v="12826"/>
          <ac:spMkLst>
            <pc:docMk/>
            <pc:sldMk cId="236483319" sldId="2076139074"/>
            <ac:spMk id="24" creationId="{53D55D31-EBA2-ECAB-A19B-403960715D7E}"/>
          </ac:spMkLst>
        </pc:spChg>
        <pc:spChg chg="add mod">
          <ac:chgData name="Hironari Yamada" userId="e57621f8-ec3c-449e-bb19-001fffcc008e" providerId="ADAL" clId="{BC0BD879-F267-5CCA-8DEA-E3B2DD07DA4E}" dt="2026-07-31T01:09:23.449" v="12826"/>
          <ac:spMkLst>
            <pc:docMk/>
            <pc:sldMk cId="236483319" sldId="2076139074"/>
            <ac:spMk id="25" creationId="{9BD94445-229C-0DE5-BFD2-AFB85FADB15A}"/>
          </ac:spMkLst>
        </pc:spChg>
        <pc:spChg chg="add mod">
          <ac:chgData name="Hironari Yamada" userId="e57621f8-ec3c-449e-bb19-001fffcc008e" providerId="ADAL" clId="{BC0BD879-F267-5CCA-8DEA-E3B2DD07DA4E}" dt="2026-07-31T01:09:23.449" v="12826"/>
          <ac:spMkLst>
            <pc:docMk/>
            <pc:sldMk cId="236483319" sldId="2076139074"/>
            <ac:spMk id="26" creationId="{62E29C10-5897-A970-1F55-1A1980F4F488}"/>
          </ac:spMkLst>
        </pc:spChg>
        <pc:spChg chg="add mod">
          <ac:chgData name="Hironari Yamada" userId="e57621f8-ec3c-449e-bb19-001fffcc008e" providerId="ADAL" clId="{BC0BD879-F267-5CCA-8DEA-E3B2DD07DA4E}" dt="2026-07-31T01:09:23.449" v="12826"/>
          <ac:spMkLst>
            <pc:docMk/>
            <pc:sldMk cId="236483319" sldId="2076139074"/>
            <ac:spMk id="27" creationId="{20E82062-4E31-124B-AA3B-4BF0F87E69A9}"/>
          </ac:spMkLst>
        </pc:spChg>
        <pc:spChg chg="add mod">
          <ac:chgData name="Hironari Yamada" userId="e57621f8-ec3c-449e-bb19-001fffcc008e" providerId="ADAL" clId="{BC0BD879-F267-5CCA-8DEA-E3B2DD07DA4E}" dt="2026-07-31T01:09:23.449" v="12826"/>
          <ac:spMkLst>
            <pc:docMk/>
            <pc:sldMk cId="236483319" sldId="2076139074"/>
            <ac:spMk id="28" creationId="{81B2B48D-62FF-5B36-AD35-1BB7522F44F1}"/>
          </ac:spMkLst>
        </pc:spChg>
        <pc:spChg chg="add mod">
          <ac:chgData name="Hironari Yamada" userId="e57621f8-ec3c-449e-bb19-001fffcc008e" providerId="ADAL" clId="{BC0BD879-F267-5CCA-8DEA-E3B2DD07DA4E}" dt="2026-07-31T01:09:18.314" v="12823"/>
          <ac:spMkLst>
            <pc:docMk/>
            <pc:sldMk cId="236483319" sldId="2076139074"/>
            <ac:spMk id="29" creationId="{0AA56F2A-6782-891C-529F-D2F2A8EE69A1}"/>
          </ac:spMkLst>
        </pc:spChg>
        <pc:spChg chg="add mod">
          <ac:chgData name="Hironari Yamada" userId="e57621f8-ec3c-449e-bb19-001fffcc008e" providerId="ADAL" clId="{BC0BD879-F267-5CCA-8DEA-E3B2DD07DA4E}" dt="2026-07-31T01:09:26.150" v="12828"/>
          <ac:spMkLst>
            <pc:docMk/>
            <pc:sldMk cId="236483319" sldId="2076139074"/>
            <ac:spMk id="30" creationId="{648D656C-7052-8E60-ED0A-E4DD2D77CA92}"/>
          </ac:spMkLst>
        </pc:spChg>
        <pc:spChg chg="add mod">
          <ac:chgData name="Hironari Yamada" userId="e57621f8-ec3c-449e-bb19-001fffcc008e" providerId="ADAL" clId="{BC0BD879-F267-5CCA-8DEA-E3B2DD07DA4E}" dt="2026-07-31T01:09:26.150" v="12828"/>
          <ac:spMkLst>
            <pc:docMk/>
            <pc:sldMk cId="236483319" sldId="2076139074"/>
            <ac:spMk id="31" creationId="{4F37045A-3B03-910A-E59F-BEA76DA82722}"/>
          </ac:spMkLst>
        </pc:spChg>
        <pc:spChg chg="add mod">
          <ac:chgData name="Hironari Yamada" userId="e57621f8-ec3c-449e-bb19-001fffcc008e" providerId="ADAL" clId="{BC0BD879-F267-5CCA-8DEA-E3B2DD07DA4E}" dt="2026-07-31T01:09:26.150" v="12828"/>
          <ac:spMkLst>
            <pc:docMk/>
            <pc:sldMk cId="236483319" sldId="2076139074"/>
            <ac:spMk id="32" creationId="{E90EF1FE-E5C0-A317-ED53-EB355052E044}"/>
          </ac:spMkLst>
        </pc:spChg>
        <pc:spChg chg="add mod">
          <ac:chgData name="Hironari Yamada" userId="e57621f8-ec3c-449e-bb19-001fffcc008e" providerId="ADAL" clId="{BC0BD879-F267-5CCA-8DEA-E3B2DD07DA4E}" dt="2026-07-31T01:09:26.150" v="12828"/>
          <ac:spMkLst>
            <pc:docMk/>
            <pc:sldMk cId="236483319" sldId="2076139074"/>
            <ac:spMk id="33" creationId="{94A838A7-BD28-31C9-D1D7-5948EE531CC1}"/>
          </ac:spMkLst>
        </pc:spChg>
        <pc:spChg chg="add mod">
          <ac:chgData name="Hironari Yamada" userId="e57621f8-ec3c-449e-bb19-001fffcc008e" providerId="ADAL" clId="{BC0BD879-F267-5CCA-8DEA-E3B2DD07DA4E}" dt="2026-07-31T01:09:26.150" v="12828"/>
          <ac:spMkLst>
            <pc:docMk/>
            <pc:sldMk cId="236483319" sldId="2076139074"/>
            <ac:spMk id="34" creationId="{11578754-3903-FB85-72B7-B468151B4B5D}"/>
          </ac:spMkLst>
        </pc:spChg>
        <pc:spChg chg="add mod">
          <ac:chgData name="Hironari Yamada" userId="e57621f8-ec3c-449e-bb19-001fffcc008e" providerId="ADAL" clId="{BC0BD879-F267-5CCA-8DEA-E3B2DD07DA4E}" dt="2026-07-31T01:09:26.150" v="12828"/>
          <ac:spMkLst>
            <pc:docMk/>
            <pc:sldMk cId="236483319" sldId="2076139074"/>
            <ac:spMk id="35" creationId="{87CDB83D-3E2D-645A-5322-A0426CED9760}"/>
          </ac:spMkLst>
        </pc:spChg>
        <pc:spChg chg="add mod">
          <ac:chgData name="Hironari Yamada" userId="e57621f8-ec3c-449e-bb19-001fffcc008e" providerId="ADAL" clId="{BC0BD879-F267-5CCA-8DEA-E3B2DD07DA4E}" dt="2026-07-31T01:09:26.150" v="12828"/>
          <ac:spMkLst>
            <pc:docMk/>
            <pc:sldMk cId="236483319" sldId="2076139074"/>
            <ac:spMk id="36" creationId="{1B555332-6F80-854D-ADDC-DCC69E242E52}"/>
          </ac:spMkLst>
        </pc:spChg>
        <pc:spChg chg="add mod">
          <ac:chgData name="Hironari Yamada" userId="e57621f8-ec3c-449e-bb19-001fffcc008e" providerId="ADAL" clId="{BC0BD879-F267-5CCA-8DEA-E3B2DD07DA4E}" dt="2026-07-31T01:09:24.017" v="12827"/>
          <ac:spMkLst>
            <pc:docMk/>
            <pc:sldMk cId="236483319" sldId="2076139074"/>
            <ac:spMk id="37" creationId="{C5B4AA35-994A-C09E-7B3E-F99B00FC35D2}"/>
          </ac:spMkLst>
        </pc:spChg>
        <pc:spChg chg="add mod">
          <ac:chgData name="Hironari Yamada" userId="e57621f8-ec3c-449e-bb19-001fffcc008e" providerId="ADAL" clId="{BC0BD879-F267-5CCA-8DEA-E3B2DD07DA4E}" dt="2026-07-31T01:09:24.017" v="12827"/>
          <ac:spMkLst>
            <pc:docMk/>
            <pc:sldMk cId="236483319" sldId="2076139074"/>
            <ac:spMk id="38" creationId="{B54A8085-7D8C-4A39-0293-9C8AAF00DA74}"/>
          </ac:spMkLst>
        </pc:spChg>
        <pc:spChg chg="add mod">
          <ac:chgData name="Hironari Yamada" userId="e57621f8-ec3c-449e-bb19-001fffcc008e" providerId="ADAL" clId="{BC0BD879-F267-5CCA-8DEA-E3B2DD07DA4E}" dt="2026-07-31T01:10:41.568" v="12865" actId="1076"/>
          <ac:spMkLst>
            <pc:docMk/>
            <pc:sldMk cId="236483319" sldId="2076139074"/>
            <ac:spMk id="39" creationId="{661B0372-0F9B-076B-5029-566FB626EEA6}"/>
          </ac:spMkLst>
        </pc:spChg>
        <pc:spChg chg="add mod">
          <ac:chgData name="Hironari Yamada" userId="e57621f8-ec3c-449e-bb19-001fffcc008e" providerId="ADAL" clId="{BC0BD879-F267-5CCA-8DEA-E3B2DD07DA4E}" dt="2026-07-31T01:10:41.568" v="12865" actId="1076"/>
          <ac:spMkLst>
            <pc:docMk/>
            <pc:sldMk cId="236483319" sldId="2076139074"/>
            <ac:spMk id="40" creationId="{4E6F7DCE-0F8C-6974-BD9F-961F179350F3}"/>
          </ac:spMkLst>
        </pc:spChg>
        <pc:spChg chg="add mod">
          <ac:chgData name="Hironari Yamada" userId="e57621f8-ec3c-449e-bb19-001fffcc008e" providerId="ADAL" clId="{BC0BD879-F267-5CCA-8DEA-E3B2DD07DA4E}" dt="2026-07-31T01:17:31.881" v="12880" actId="26606"/>
          <ac:spMkLst>
            <pc:docMk/>
            <pc:sldMk cId="236483319" sldId="2076139074"/>
            <ac:spMk id="41" creationId="{BAEACEE4-3B98-3DB0-F34F-FC946F76EA1C}"/>
          </ac:spMkLst>
        </pc:spChg>
        <pc:spChg chg="add mod">
          <ac:chgData name="Hironari Yamada" userId="e57621f8-ec3c-449e-bb19-001fffcc008e" providerId="ADAL" clId="{BC0BD879-F267-5CCA-8DEA-E3B2DD07DA4E}" dt="2026-07-31T01:10:41.568" v="12865" actId="1076"/>
          <ac:spMkLst>
            <pc:docMk/>
            <pc:sldMk cId="236483319" sldId="2076139074"/>
            <ac:spMk id="42" creationId="{97620E64-41CD-990C-938D-158BA2B491C5}"/>
          </ac:spMkLst>
        </pc:spChg>
        <pc:spChg chg="add mod">
          <ac:chgData name="Hironari Yamada" userId="e57621f8-ec3c-449e-bb19-001fffcc008e" providerId="ADAL" clId="{BC0BD879-F267-5CCA-8DEA-E3B2DD07DA4E}" dt="2026-07-31T01:10:41.568" v="12865" actId="1076"/>
          <ac:spMkLst>
            <pc:docMk/>
            <pc:sldMk cId="236483319" sldId="2076139074"/>
            <ac:spMk id="43" creationId="{4F848A4A-3EDF-707B-18F7-923EB073FBE4}"/>
          </ac:spMkLst>
        </pc:spChg>
        <pc:spChg chg="add mod">
          <ac:chgData name="Hironari Yamada" userId="e57621f8-ec3c-449e-bb19-001fffcc008e" providerId="ADAL" clId="{BC0BD879-F267-5CCA-8DEA-E3B2DD07DA4E}" dt="2026-07-31T01:10:41.568" v="12865" actId="1076"/>
          <ac:spMkLst>
            <pc:docMk/>
            <pc:sldMk cId="236483319" sldId="2076139074"/>
            <ac:spMk id="44" creationId="{C2F14D1C-73E9-334F-6CB9-06B19A14512E}"/>
          </ac:spMkLst>
        </pc:spChg>
        <pc:spChg chg="add mod">
          <ac:chgData name="Hironari Yamada" userId="e57621f8-ec3c-449e-bb19-001fffcc008e" providerId="ADAL" clId="{BC0BD879-F267-5CCA-8DEA-E3B2DD07DA4E}" dt="2026-07-31T01:10:41.568" v="12865" actId="1076"/>
          <ac:spMkLst>
            <pc:docMk/>
            <pc:sldMk cId="236483319" sldId="2076139074"/>
            <ac:spMk id="45" creationId="{92D87B3B-A605-8F60-D5E9-3F0D00F21F53}"/>
          </ac:spMkLst>
        </pc:spChg>
        <pc:spChg chg="add mod">
          <ac:chgData name="Hironari Yamada" userId="e57621f8-ec3c-449e-bb19-001fffcc008e" providerId="ADAL" clId="{BC0BD879-F267-5CCA-8DEA-E3B2DD07DA4E}" dt="2026-07-31T01:10:49.334" v="12867" actId="1076"/>
          <ac:spMkLst>
            <pc:docMk/>
            <pc:sldMk cId="236483319" sldId="2076139074"/>
            <ac:spMk id="46" creationId="{33CA07D2-9835-7B76-2A21-0C10737E0F8D}"/>
          </ac:spMkLst>
        </pc:spChg>
        <pc:spChg chg="add mod">
          <ac:chgData name="Hironari Yamada" userId="e57621f8-ec3c-449e-bb19-001fffcc008e" providerId="ADAL" clId="{BC0BD879-F267-5CCA-8DEA-E3B2DD07DA4E}" dt="2026-07-31T01:09:29.295" v="12830" actId="1076"/>
          <ac:spMkLst>
            <pc:docMk/>
            <pc:sldMk cId="236483319" sldId="2076139074"/>
            <ac:spMk id="47" creationId="{47B67ACC-D60F-58DB-668C-A3693EE2431F}"/>
          </ac:spMkLst>
        </pc:spChg>
        <pc:spChg chg="del">
          <ac:chgData name="Hironari Yamada" userId="e57621f8-ec3c-449e-bb19-001fffcc008e" providerId="ADAL" clId="{BC0BD879-F267-5CCA-8DEA-E3B2DD07DA4E}" dt="2026-07-31T01:08:55.264" v="12817" actId="478"/>
          <ac:spMkLst>
            <pc:docMk/>
            <pc:sldMk cId="236483319" sldId="2076139074"/>
            <ac:spMk id="84" creationId="{210616D3-C79A-830C-3006-C4B06D442CCA}"/>
          </ac:spMkLst>
        </pc:spChg>
        <pc:spChg chg="del">
          <ac:chgData name="Hironari Yamada" userId="e57621f8-ec3c-449e-bb19-001fffcc008e" providerId="ADAL" clId="{BC0BD879-F267-5CCA-8DEA-E3B2DD07DA4E}" dt="2026-07-31T01:08:55.264" v="12817" actId="478"/>
          <ac:spMkLst>
            <pc:docMk/>
            <pc:sldMk cId="236483319" sldId="2076139074"/>
            <ac:spMk id="85" creationId="{386A9602-A2FC-8C97-ACB5-8DFCDB072F5E}"/>
          </ac:spMkLst>
        </pc:spChg>
        <pc:spChg chg="del">
          <ac:chgData name="Hironari Yamada" userId="e57621f8-ec3c-449e-bb19-001fffcc008e" providerId="ADAL" clId="{BC0BD879-F267-5CCA-8DEA-E3B2DD07DA4E}" dt="2026-07-31T01:08:55.264" v="12817" actId="478"/>
          <ac:spMkLst>
            <pc:docMk/>
            <pc:sldMk cId="236483319" sldId="2076139074"/>
            <ac:spMk id="86" creationId="{4F0F113F-BD03-9117-29E8-58E73DDCD046}"/>
          </ac:spMkLst>
        </pc:spChg>
        <pc:spChg chg="del">
          <ac:chgData name="Hironari Yamada" userId="e57621f8-ec3c-449e-bb19-001fffcc008e" providerId="ADAL" clId="{BC0BD879-F267-5CCA-8DEA-E3B2DD07DA4E}" dt="2026-07-31T01:08:55.264" v="12817" actId="478"/>
          <ac:spMkLst>
            <pc:docMk/>
            <pc:sldMk cId="236483319" sldId="2076139074"/>
            <ac:spMk id="87" creationId="{B31A3C61-AC3D-6E94-9A84-0826A278D77B}"/>
          </ac:spMkLst>
        </pc:spChg>
        <pc:spChg chg="del">
          <ac:chgData name="Hironari Yamada" userId="e57621f8-ec3c-449e-bb19-001fffcc008e" providerId="ADAL" clId="{BC0BD879-F267-5CCA-8DEA-E3B2DD07DA4E}" dt="2026-07-31T01:08:55.264" v="12817" actId="478"/>
          <ac:spMkLst>
            <pc:docMk/>
            <pc:sldMk cId="236483319" sldId="2076139074"/>
            <ac:spMk id="91" creationId="{233CBBF1-A2B5-652E-3FE8-709AC436BCE1}"/>
          </ac:spMkLst>
        </pc:spChg>
        <pc:spChg chg="del">
          <ac:chgData name="Hironari Yamada" userId="e57621f8-ec3c-449e-bb19-001fffcc008e" providerId="ADAL" clId="{BC0BD879-F267-5CCA-8DEA-E3B2DD07DA4E}" dt="2026-07-31T01:08:55.264" v="12817" actId="478"/>
          <ac:spMkLst>
            <pc:docMk/>
            <pc:sldMk cId="236483319" sldId="2076139074"/>
            <ac:spMk id="92" creationId="{BC86E10C-1343-D626-BE53-AE0F40A7D2A6}"/>
          </ac:spMkLst>
        </pc:spChg>
        <pc:spChg chg="del">
          <ac:chgData name="Hironari Yamada" userId="e57621f8-ec3c-449e-bb19-001fffcc008e" providerId="ADAL" clId="{BC0BD879-F267-5CCA-8DEA-E3B2DD07DA4E}" dt="2026-07-31T01:09:13.908" v="12820" actId="478"/>
          <ac:spMkLst>
            <pc:docMk/>
            <pc:sldMk cId="236483319" sldId="2076139074"/>
            <ac:spMk id="97" creationId="{CA72B06A-7F7C-06A5-FD0E-26E955CD9F65}"/>
          </ac:spMkLst>
        </pc:spChg>
        <pc:cxnChg chg="add mod">
          <ac:chgData name="Hironari Yamada" userId="e57621f8-ec3c-449e-bb19-001fffcc008e" providerId="ADAL" clId="{BC0BD879-F267-5CCA-8DEA-E3B2DD07DA4E}" dt="2026-07-31T01:10:46.184" v="12866" actId="1076"/>
          <ac:cxnSpMkLst>
            <pc:docMk/>
            <pc:sldMk cId="236483319" sldId="2076139074"/>
            <ac:cxnSpMk id="49" creationId="{AA5AA590-55FE-B61D-D588-E585519DE386}"/>
          </ac:cxnSpMkLst>
        </pc:cxnChg>
        <pc:cxnChg chg="del">
          <ac:chgData name="Hironari Yamada" userId="e57621f8-ec3c-449e-bb19-001fffcc008e" providerId="ADAL" clId="{BC0BD879-F267-5CCA-8DEA-E3B2DD07DA4E}" dt="2026-07-31T01:09:13.908" v="12820" actId="478"/>
          <ac:cxnSpMkLst>
            <pc:docMk/>
            <pc:sldMk cId="236483319" sldId="2076139074"/>
            <ac:cxnSpMk id="74" creationId="{697C6EFA-7679-7CD9-9079-485A0625322F}"/>
          </ac:cxnSpMkLst>
        </pc:cxnChg>
      </pc:sldChg>
      <pc:sldChg chg="addSp delSp modSp add mod">
        <pc:chgData name="Hironari Yamada" userId="e57621f8-ec3c-449e-bb19-001fffcc008e" providerId="ADAL" clId="{BC0BD879-F267-5CCA-8DEA-E3B2DD07DA4E}" dt="2026-07-31T01:44:22.621" v="13057" actId="26606"/>
        <pc:sldMkLst>
          <pc:docMk/>
          <pc:sldMk cId="3696074111" sldId="2076139075"/>
        </pc:sldMkLst>
        <pc:spChg chg="mod">
          <ac:chgData name="Hironari Yamada" userId="e57621f8-ec3c-449e-bb19-001fffcc008e" providerId="ADAL" clId="{BC0BD879-F267-5CCA-8DEA-E3B2DD07DA4E}" dt="2026-07-31T01:44:22.621" v="13057" actId="26606"/>
          <ac:spMkLst>
            <pc:docMk/>
            <pc:sldMk cId="3696074111" sldId="2076139075"/>
            <ac:spMk id="3" creationId="{9B6CBAD7-02F6-14FD-BA09-ECA5E6919B31}"/>
          </ac:spMkLst>
        </pc:spChg>
        <pc:spChg chg="add mod">
          <ac:chgData name="Hironari Yamada" userId="e57621f8-ec3c-449e-bb19-001fffcc008e" providerId="ADAL" clId="{BC0BD879-F267-5CCA-8DEA-E3B2DD07DA4E}" dt="2026-07-31T01:44:22.621" v="13057" actId="26606"/>
          <ac:spMkLst>
            <pc:docMk/>
            <pc:sldMk cId="3696074111" sldId="2076139075"/>
            <ac:spMk id="5" creationId="{68257750-29FB-F7F5-D718-4368CBCD628C}"/>
          </ac:spMkLst>
        </pc:spChg>
        <pc:spChg chg="mod">
          <ac:chgData name="Hironari Yamada" userId="e57621f8-ec3c-449e-bb19-001fffcc008e" providerId="ADAL" clId="{BC0BD879-F267-5CCA-8DEA-E3B2DD07DA4E}" dt="2026-07-31T01:13:47.702" v="12872"/>
          <ac:spMkLst>
            <pc:docMk/>
            <pc:sldMk cId="3696074111" sldId="2076139075"/>
            <ac:spMk id="9" creationId="{B1F42A50-0571-285A-177F-D3214870500F}"/>
          </ac:spMkLst>
        </pc:spChg>
        <pc:spChg chg="del">
          <ac:chgData name="Hironari Yamada" userId="e57621f8-ec3c-449e-bb19-001fffcc008e" providerId="ADAL" clId="{BC0BD879-F267-5CCA-8DEA-E3B2DD07DA4E}" dt="2026-07-31T01:13:51.479" v="12873" actId="478"/>
          <ac:spMkLst>
            <pc:docMk/>
            <pc:sldMk cId="3696074111" sldId="2076139075"/>
            <ac:spMk id="39" creationId="{A5B49DAA-B3F1-4186-CD55-4065DADDA4C6}"/>
          </ac:spMkLst>
        </pc:spChg>
        <pc:spChg chg="del">
          <ac:chgData name="Hironari Yamada" userId="e57621f8-ec3c-449e-bb19-001fffcc008e" providerId="ADAL" clId="{BC0BD879-F267-5CCA-8DEA-E3B2DD07DA4E}" dt="2026-07-31T01:13:51.479" v="12873" actId="478"/>
          <ac:spMkLst>
            <pc:docMk/>
            <pc:sldMk cId="3696074111" sldId="2076139075"/>
            <ac:spMk id="40" creationId="{0795F482-E323-5072-FB5E-16847063871D}"/>
          </ac:spMkLst>
        </pc:spChg>
        <pc:spChg chg="del">
          <ac:chgData name="Hironari Yamada" userId="e57621f8-ec3c-449e-bb19-001fffcc008e" providerId="ADAL" clId="{BC0BD879-F267-5CCA-8DEA-E3B2DD07DA4E}" dt="2026-07-31T01:13:51.479" v="12873" actId="478"/>
          <ac:spMkLst>
            <pc:docMk/>
            <pc:sldMk cId="3696074111" sldId="2076139075"/>
            <ac:spMk id="41" creationId="{45F38212-DA23-561E-8034-BD83ACB04BA3}"/>
          </ac:spMkLst>
        </pc:spChg>
        <pc:spChg chg="del">
          <ac:chgData name="Hironari Yamada" userId="e57621f8-ec3c-449e-bb19-001fffcc008e" providerId="ADAL" clId="{BC0BD879-F267-5CCA-8DEA-E3B2DD07DA4E}" dt="2026-07-31T01:13:51.479" v="12873" actId="478"/>
          <ac:spMkLst>
            <pc:docMk/>
            <pc:sldMk cId="3696074111" sldId="2076139075"/>
            <ac:spMk id="42" creationId="{0F7EB961-11F7-089C-6162-3DD68DD071AB}"/>
          </ac:spMkLst>
        </pc:spChg>
        <pc:spChg chg="del">
          <ac:chgData name="Hironari Yamada" userId="e57621f8-ec3c-449e-bb19-001fffcc008e" providerId="ADAL" clId="{BC0BD879-F267-5CCA-8DEA-E3B2DD07DA4E}" dt="2026-07-31T01:13:51.479" v="12873" actId="478"/>
          <ac:spMkLst>
            <pc:docMk/>
            <pc:sldMk cId="3696074111" sldId="2076139075"/>
            <ac:spMk id="43" creationId="{B3C4474D-C26A-BF13-B8C6-929546BC0935}"/>
          </ac:spMkLst>
        </pc:spChg>
        <pc:spChg chg="del">
          <ac:chgData name="Hironari Yamada" userId="e57621f8-ec3c-449e-bb19-001fffcc008e" providerId="ADAL" clId="{BC0BD879-F267-5CCA-8DEA-E3B2DD07DA4E}" dt="2026-07-31T01:13:51.479" v="12873" actId="478"/>
          <ac:spMkLst>
            <pc:docMk/>
            <pc:sldMk cId="3696074111" sldId="2076139075"/>
            <ac:spMk id="44" creationId="{633C4E96-C014-6AAA-670A-35EB576918B5}"/>
          </ac:spMkLst>
        </pc:spChg>
        <pc:spChg chg="del">
          <ac:chgData name="Hironari Yamada" userId="e57621f8-ec3c-449e-bb19-001fffcc008e" providerId="ADAL" clId="{BC0BD879-F267-5CCA-8DEA-E3B2DD07DA4E}" dt="2026-07-31T01:13:51.479" v="12873" actId="478"/>
          <ac:spMkLst>
            <pc:docMk/>
            <pc:sldMk cId="3696074111" sldId="2076139075"/>
            <ac:spMk id="45" creationId="{6F65A244-3DB3-CB70-5EE5-757B008CE37E}"/>
          </ac:spMkLst>
        </pc:spChg>
        <pc:spChg chg="del">
          <ac:chgData name="Hironari Yamada" userId="e57621f8-ec3c-449e-bb19-001fffcc008e" providerId="ADAL" clId="{BC0BD879-F267-5CCA-8DEA-E3B2DD07DA4E}" dt="2026-07-31T01:13:51.479" v="12873" actId="478"/>
          <ac:spMkLst>
            <pc:docMk/>
            <pc:sldMk cId="3696074111" sldId="2076139075"/>
            <ac:spMk id="46" creationId="{2CB7D8B0-9106-F1C5-FF8F-A1DC0F1D5668}"/>
          </ac:spMkLst>
        </pc:spChg>
        <pc:picChg chg="add mod">
          <ac:chgData name="Hironari Yamada" userId="e57621f8-ec3c-449e-bb19-001fffcc008e" providerId="ADAL" clId="{BC0BD879-F267-5CCA-8DEA-E3B2DD07DA4E}" dt="2026-07-31T01:14:08.711" v="12876" actId="1076"/>
          <ac:picMkLst>
            <pc:docMk/>
            <pc:sldMk cId="3696074111" sldId="2076139075"/>
            <ac:picMk id="7" creationId="{4B94A753-FBAB-8DD0-EF1A-429A486D463D}"/>
          </ac:picMkLst>
        </pc:picChg>
        <pc:picChg chg="add mod">
          <ac:chgData name="Hironari Yamada" userId="e57621f8-ec3c-449e-bb19-001fffcc008e" providerId="ADAL" clId="{BC0BD879-F267-5CCA-8DEA-E3B2DD07DA4E}" dt="2026-07-31T01:14:12.880" v="12877" actId="1076"/>
          <ac:picMkLst>
            <pc:docMk/>
            <pc:sldMk cId="3696074111" sldId="2076139075"/>
            <ac:picMk id="8" creationId="{AA62A518-2CCA-F23D-BA08-43D2A87FE5DB}"/>
          </ac:picMkLst>
        </pc:picChg>
        <pc:cxnChg chg="del">
          <ac:chgData name="Hironari Yamada" userId="e57621f8-ec3c-449e-bb19-001fffcc008e" providerId="ADAL" clId="{BC0BD879-F267-5CCA-8DEA-E3B2DD07DA4E}" dt="2026-07-31T01:13:51.479" v="12873" actId="478"/>
          <ac:cxnSpMkLst>
            <pc:docMk/>
            <pc:sldMk cId="3696074111" sldId="2076139075"/>
            <ac:cxnSpMk id="49" creationId="{099170AE-9687-F4DA-6A23-35BCEAAD3593}"/>
          </ac:cxnSpMkLst>
        </pc:cxnChg>
      </pc:sldChg>
      <pc:sldChg chg="addSp delSp modSp add mod ord">
        <pc:chgData name="Hironari Yamada" userId="e57621f8-ec3c-449e-bb19-001fffcc008e" providerId="ADAL" clId="{BC0BD879-F267-5CCA-8DEA-E3B2DD07DA4E}" dt="2026-07-31T01:44:22.621" v="13057" actId="26606"/>
        <pc:sldMkLst>
          <pc:docMk/>
          <pc:sldMk cId="3227163676" sldId="2076139076"/>
        </pc:sldMkLst>
        <pc:spChg chg="mod">
          <ac:chgData name="Hironari Yamada" userId="e57621f8-ec3c-449e-bb19-001fffcc008e" providerId="ADAL" clId="{BC0BD879-F267-5CCA-8DEA-E3B2DD07DA4E}" dt="2026-07-31T01:44:22.621" v="13057" actId="26606"/>
          <ac:spMkLst>
            <pc:docMk/>
            <pc:sldMk cId="3227163676" sldId="2076139076"/>
            <ac:spMk id="3" creationId="{FC3ECC67-0459-FD42-C543-FCE0EA55A47C}"/>
          </ac:spMkLst>
        </pc:spChg>
        <pc:spChg chg="add del mod">
          <ac:chgData name="Hironari Yamada" userId="e57621f8-ec3c-449e-bb19-001fffcc008e" providerId="ADAL" clId="{BC0BD879-F267-5CCA-8DEA-E3B2DD07DA4E}" dt="2026-07-31T01:34:33.912" v="12942"/>
          <ac:spMkLst>
            <pc:docMk/>
            <pc:sldMk cId="3227163676" sldId="2076139076"/>
            <ac:spMk id="5" creationId="{55F8F21C-DBAD-BDE6-EB12-8613E18399E0}"/>
          </ac:spMkLst>
        </pc:spChg>
        <pc:spChg chg="add mod">
          <ac:chgData name="Hironari Yamada" userId="e57621f8-ec3c-449e-bb19-001fffcc008e" providerId="ADAL" clId="{BC0BD879-F267-5CCA-8DEA-E3B2DD07DA4E}" dt="2026-07-31T01:36:01.611" v="12968" actId="1076"/>
          <ac:spMkLst>
            <pc:docMk/>
            <pc:sldMk cId="3227163676" sldId="2076139076"/>
            <ac:spMk id="7" creationId="{93FB4B70-90C9-2C1B-229B-B03D0CE94AFE}"/>
          </ac:spMkLst>
        </pc:spChg>
        <pc:spChg chg="mod">
          <ac:chgData name="Hironari Yamada" userId="e57621f8-ec3c-449e-bb19-001fffcc008e" providerId="ADAL" clId="{BC0BD879-F267-5CCA-8DEA-E3B2DD07DA4E}" dt="2026-07-31T01:30:59.458" v="12881"/>
          <ac:spMkLst>
            <pc:docMk/>
            <pc:sldMk cId="3227163676" sldId="2076139076"/>
            <ac:spMk id="9" creationId="{89954EB2-B37A-4729-261B-BCDCF674E91C}"/>
          </ac:spMkLst>
        </pc:spChg>
        <pc:spChg chg="add mod">
          <ac:chgData name="Hironari Yamada" userId="e57621f8-ec3c-449e-bb19-001fffcc008e" providerId="ADAL" clId="{BC0BD879-F267-5CCA-8DEA-E3B2DD07DA4E}" dt="2026-07-31T01:36:01.611" v="12968" actId="1076"/>
          <ac:spMkLst>
            <pc:docMk/>
            <pc:sldMk cId="3227163676" sldId="2076139076"/>
            <ac:spMk id="12" creationId="{7D737182-D1E6-4B20-7095-6598CDCD196E}"/>
          </ac:spMkLst>
        </pc:spChg>
        <pc:spChg chg="del">
          <ac:chgData name="Hironari Yamada" userId="e57621f8-ec3c-449e-bb19-001fffcc008e" providerId="ADAL" clId="{BC0BD879-F267-5CCA-8DEA-E3B2DD07DA4E}" dt="2026-07-31T01:31:03.017" v="12882" actId="478"/>
          <ac:spMkLst>
            <pc:docMk/>
            <pc:sldMk cId="3227163676" sldId="2076139076"/>
            <ac:spMk id="39" creationId="{7A355229-3C33-78BC-3EA4-6A508E81E49A}"/>
          </ac:spMkLst>
        </pc:spChg>
        <pc:spChg chg="del">
          <ac:chgData name="Hironari Yamada" userId="e57621f8-ec3c-449e-bb19-001fffcc008e" providerId="ADAL" clId="{BC0BD879-F267-5CCA-8DEA-E3B2DD07DA4E}" dt="2026-07-31T01:31:03.017" v="12882" actId="478"/>
          <ac:spMkLst>
            <pc:docMk/>
            <pc:sldMk cId="3227163676" sldId="2076139076"/>
            <ac:spMk id="40" creationId="{7183F657-AAA1-F846-3920-E6B81741B263}"/>
          </ac:spMkLst>
        </pc:spChg>
        <pc:spChg chg="del">
          <ac:chgData name="Hironari Yamada" userId="e57621f8-ec3c-449e-bb19-001fffcc008e" providerId="ADAL" clId="{BC0BD879-F267-5CCA-8DEA-E3B2DD07DA4E}" dt="2026-07-31T01:31:03.017" v="12882" actId="478"/>
          <ac:spMkLst>
            <pc:docMk/>
            <pc:sldMk cId="3227163676" sldId="2076139076"/>
            <ac:spMk id="41" creationId="{834FE3EE-1656-1CCA-5364-E7FCCFF31919}"/>
          </ac:spMkLst>
        </pc:spChg>
        <pc:spChg chg="del">
          <ac:chgData name="Hironari Yamada" userId="e57621f8-ec3c-449e-bb19-001fffcc008e" providerId="ADAL" clId="{BC0BD879-F267-5CCA-8DEA-E3B2DD07DA4E}" dt="2026-07-31T01:31:03.017" v="12882" actId="478"/>
          <ac:spMkLst>
            <pc:docMk/>
            <pc:sldMk cId="3227163676" sldId="2076139076"/>
            <ac:spMk id="42" creationId="{148C74F7-6B19-14E8-BA12-72FF422A8926}"/>
          </ac:spMkLst>
        </pc:spChg>
        <pc:spChg chg="del">
          <ac:chgData name="Hironari Yamada" userId="e57621f8-ec3c-449e-bb19-001fffcc008e" providerId="ADAL" clId="{BC0BD879-F267-5CCA-8DEA-E3B2DD07DA4E}" dt="2026-07-31T01:31:03.017" v="12882" actId="478"/>
          <ac:spMkLst>
            <pc:docMk/>
            <pc:sldMk cId="3227163676" sldId="2076139076"/>
            <ac:spMk id="43" creationId="{F0DDAFA9-CC05-12AB-7683-021014C64ADA}"/>
          </ac:spMkLst>
        </pc:spChg>
        <pc:spChg chg="del">
          <ac:chgData name="Hironari Yamada" userId="e57621f8-ec3c-449e-bb19-001fffcc008e" providerId="ADAL" clId="{BC0BD879-F267-5CCA-8DEA-E3B2DD07DA4E}" dt="2026-07-31T01:31:03.017" v="12882" actId="478"/>
          <ac:spMkLst>
            <pc:docMk/>
            <pc:sldMk cId="3227163676" sldId="2076139076"/>
            <ac:spMk id="44" creationId="{D852EBAC-7606-2C43-7A8F-6F06D47E8902}"/>
          </ac:spMkLst>
        </pc:spChg>
        <pc:spChg chg="del">
          <ac:chgData name="Hironari Yamada" userId="e57621f8-ec3c-449e-bb19-001fffcc008e" providerId="ADAL" clId="{BC0BD879-F267-5CCA-8DEA-E3B2DD07DA4E}" dt="2026-07-31T01:31:03.017" v="12882" actId="478"/>
          <ac:spMkLst>
            <pc:docMk/>
            <pc:sldMk cId="3227163676" sldId="2076139076"/>
            <ac:spMk id="45" creationId="{123DACEB-97EB-17C6-203B-FF3FE2040753}"/>
          </ac:spMkLst>
        </pc:spChg>
        <pc:spChg chg="del">
          <ac:chgData name="Hironari Yamada" userId="e57621f8-ec3c-449e-bb19-001fffcc008e" providerId="ADAL" clId="{BC0BD879-F267-5CCA-8DEA-E3B2DD07DA4E}" dt="2026-07-31T01:31:03.017" v="12882" actId="478"/>
          <ac:spMkLst>
            <pc:docMk/>
            <pc:sldMk cId="3227163676" sldId="2076139076"/>
            <ac:spMk id="46" creationId="{CA735539-2B03-FE5F-BF49-F1D4F3F41215}"/>
          </ac:spMkLst>
        </pc:spChg>
        <pc:picChg chg="add mod">
          <ac:chgData name="Hironari Yamada" userId="e57621f8-ec3c-449e-bb19-001fffcc008e" providerId="ADAL" clId="{BC0BD879-F267-5CCA-8DEA-E3B2DD07DA4E}" dt="2026-07-31T01:34:44.075" v="12945" actId="1076"/>
          <ac:picMkLst>
            <pc:docMk/>
            <pc:sldMk cId="3227163676" sldId="2076139076"/>
            <ac:picMk id="8" creationId="{A1736D00-A071-2D85-1C24-941CE0C82729}"/>
          </ac:picMkLst>
        </pc:picChg>
        <pc:picChg chg="add mod">
          <ac:chgData name="Hironari Yamada" userId="e57621f8-ec3c-449e-bb19-001fffcc008e" providerId="ADAL" clId="{BC0BD879-F267-5CCA-8DEA-E3B2DD07DA4E}" dt="2026-07-31T01:34:44.075" v="12945" actId="1076"/>
          <ac:picMkLst>
            <pc:docMk/>
            <pc:sldMk cId="3227163676" sldId="2076139076"/>
            <ac:picMk id="10" creationId="{CC4F1C92-B85B-9059-E160-9ECB2A5EEE95}"/>
          </ac:picMkLst>
        </pc:picChg>
        <pc:picChg chg="add mod">
          <ac:chgData name="Hironari Yamada" userId="e57621f8-ec3c-449e-bb19-001fffcc008e" providerId="ADAL" clId="{BC0BD879-F267-5CCA-8DEA-E3B2DD07DA4E}" dt="2026-07-31T01:44:22.621" v="13057" actId="26606"/>
          <ac:picMkLst>
            <pc:docMk/>
            <pc:sldMk cId="3227163676" sldId="2076139076"/>
            <ac:picMk id="11" creationId="{85EE2F22-1950-06FD-F8C1-94FD4B9EB437}"/>
          </ac:picMkLst>
        </pc:picChg>
        <pc:picChg chg="add mod">
          <ac:chgData name="Hironari Yamada" userId="e57621f8-ec3c-449e-bb19-001fffcc008e" providerId="ADAL" clId="{BC0BD879-F267-5CCA-8DEA-E3B2DD07DA4E}" dt="2026-07-31T01:34:55.371" v="12950" actId="1076"/>
          <ac:picMkLst>
            <pc:docMk/>
            <pc:sldMk cId="3227163676" sldId="2076139076"/>
            <ac:picMk id="13" creationId="{B6DCD75F-CB7B-1A1A-6DB6-359D164092CC}"/>
          </ac:picMkLst>
        </pc:picChg>
        <pc:cxnChg chg="del">
          <ac:chgData name="Hironari Yamada" userId="e57621f8-ec3c-449e-bb19-001fffcc008e" providerId="ADAL" clId="{BC0BD879-F267-5CCA-8DEA-E3B2DD07DA4E}" dt="2026-07-31T01:31:03.017" v="12882" actId="478"/>
          <ac:cxnSpMkLst>
            <pc:docMk/>
            <pc:sldMk cId="3227163676" sldId="2076139076"/>
            <ac:cxnSpMk id="49" creationId="{07043DCD-3637-A772-1DC5-26C4805F0AD5}"/>
          </ac:cxnSpMkLst>
        </pc:cxnChg>
      </pc:sldChg>
      <pc:sldChg chg="addSp modSp add mod">
        <pc:chgData name="Hironari Yamada" userId="e57621f8-ec3c-449e-bb19-001fffcc008e" providerId="ADAL" clId="{BC0BD879-F267-5CCA-8DEA-E3B2DD07DA4E}" dt="2026-07-31T01:46:10.144" v="13106" actId="1035"/>
        <pc:sldMkLst>
          <pc:docMk/>
          <pc:sldMk cId="2027983538" sldId="2076139077"/>
        </pc:sldMkLst>
        <pc:spChg chg="mod">
          <ac:chgData name="Hironari Yamada" userId="e57621f8-ec3c-449e-bb19-001fffcc008e" providerId="ADAL" clId="{BC0BD879-F267-5CCA-8DEA-E3B2DD07DA4E}" dt="2026-07-31T01:44:22.621" v="13057" actId="26606"/>
          <ac:spMkLst>
            <pc:docMk/>
            <pc:sldMk cId="2027983538" sldId="2076139077"/>
            <ac:spMk id="3" creationId="{651D7DE3-5B45-0ABF-F939-BB5DF2A94B19}"/>
          </ac:spMkLst>
        </pc:spChg>
        <pc:spChg chg="add mod">
          <ac:chgData name="Hironari Yamada" userId="e57621f8-ec3c-449e-bb19-001fffcc008e" providerId="ADAL" clId="{BC0BD879-F267-5CCA-8DEA-E3B2DD07DA4E}" dt="2026-07-31T01:46:10.144" v="13106" actId="1035"/>
          <ac:spMkLst>
            <pc:docMk/>
            <pc:sldMk cId="2027983538" sldId="2076139077"/>
            <ac:spMk id="5" creationId="{2CA83567-22D8-6C7D-E7CC-EC14A1EB3C91}"/>
          </ac:spMkLst>
        </pc:spChg>
        <pc:spChg chg="mod">
          <ac:chgData name="Hironari Yamada" userId="e57621f8-ec3c-449e-bb19-001fffcc008e" providerId="ADAL" clId="{BC0BD879-F267-5CCA-8DEA-E3B2DD07DA4E}" dt="2026-07-31T01:35:06.362" v="12952"/>
          <ac:spMkLst>
            <pc:docMk/>
            <pc:sldMk cId="2027983538" sldId="2076139077"/>
            <ac:spMk id="9" creationId="{927C97F1-0606-6420-C4CF-9232E9DD6140}"/>
          </ac:spMkLst>
        </pc:spChg>
        <pc:picChg chg="add mod">
          <ac:chgData name="Hironari Yamada" userId="e57621f8-ec3c-449e-bb19-001fffcc008e" providerId="ADAL" clId="{BC0BD879-F267-5CCA-8DEA-E3B2DD07DA4E}" dt="2026-07-31T01:46:10.144" v="13106" actId="1035"/>
          <ac:picMkLst>
            <pc:docMk/>
            <pc:sldMk cId="2027983538" sldId="2076139077"/>
            <ac:picMk id="7" creationId="{6EB16B51-E6D6-74DC-09A7-C719173F3DEA}"/>
          </ac:picMkLst>
        </pc:picChg>
        <pc:picChg chg="add mod">
          <ac:chgData name="Hironari Yamada" userId="e57621f8-ec3c-449e-bb19-001fffcc008e" providerId="ADAL" clId="{BC0BD879-F267-5CCA-8DEA-E3B2DD07DA4E}" dt="2026-07-31T01:46:10.144" v="13106" actId="1035"/>
          <ac:picMkLst>
            <pc:docMk/>
            <pc:sldMk cId="2027983538" sldId="2076139077"/>
            <ac:picMk id="8" creationId="{61E6BEBF-3631-9D6F-BB79-8CDCBDD66024}"/>
          </ac:picMkLst>
        </pc:picChg>
        <pc:picChg chg="add mod">
          <ac:chgData name="Hironari Yamada" userId="e57621f8-ec3c-449e-bb19-001fffcc008e" providerId="ADAL" clId="{BC0BD879-F267-5CCA-8DEA-E3B2DD07DA4E}" dt="2026-07-31T01:46:10.144" v="13106" actId="1035"/>
          <ac:picMkLst>
            <pc:docMk/>
            <pc:sldMk cId="2027983538" sldId="2076139077"/>
            <ac:picMk id="10" creationId="{7BBDF21B-4C8F-889D-78A9-0695976C7DA2}"/>
          </ac:picMkLst>
        </pc:picChg>
      </pc:sldChg>
      <pc:sldChg chg="add del">
        <pc:chgData name="Hironari Yamada" userId="e57621f8-ec3c-449e-bb19-001fffcc008e" providerId="ADAL" clId="{BC0BD879-F267-5CCA-8DEA-E3B2DD07DA4E}" dt="2026-07-31T01:31:05.139" v="12883" actId="2696"/>
        <pc:sldMkLst>
          <pc:docMk/>
          <pc:sldMk cId="3363220275" sldId="2076139077"/>
        </pc:sldMkLst>
      </pc:sldChg>
      <pc:sldChg chg="addSp modSp add mod">
        <pc:chgData name="Hironari Yamada" userId="e57621f8-ec3c-449e-bb19-001fffcc008e" providerId="ADAL" clId="{BC0BD879-F267-5CCA-8DEA-E3B2DD07DA4E}" dt="2026-07-31T01:44:22.621" v="13057" actId="26606"/>
        <pc:sldMkLst>
          <pc:docMk/>
          <pc:sldMk cId="2757518928" sldId="2076139078"/>
        </pc:sldMkLst>
        <pc:spChg chg="mod">
          <ac:chgData name="Hironari Yamada" userId="e57621f8-ec3c-449e-bb19-001fffcc008e" providerId="ADAL" clId="{BC0BD879-F267-5CCA-8DEA-E3B2DD07DA4E}" dt="2026-07-31T01:44:22.621" v="13057" actId="26606"/>
          <ac:spMkLst>
            <pc:docMk/>
            <pc:sldMk cId="2757518928" sldId="2076139078"/>
            <ac:spMk id="3" creationId="{882A0170-E047-4C57-D368-A83BA2A4F910}"/>
          </ac:spMkLst>
        </pc:spChg>
        <pc:spChg chg="add mod">
          <ac:chgData name="Hironari Yamada" userId="e57621f8-ec3c-449e-bb19-001fffcc008e" providerId="ADAL" clId="{BC0BD879-F267-5CCA-8DEA-E3B2DD07DA4E}" dt="2026-07-31T01:36:41.010" v="12978" actId="404"/>
          <ac:spMkLst>
            <pc:docMk/>
            <pc:sldMk cId="2757518928" sldId="2076139078"/>
            <ac:spMk id="5" creationId="{1C7E7BCE-3B0D-2C7E-FB5B-0B4422118783}"/>
          </ac:spMkLst>
        </pc:spChg>
        <pc:spChg chg="mod">
          <ac:chgData name="Hironari Yamada" userId="e57621f8-ec3c-449e-bb19-001fffcc008e" providerId="ADAL" clId="{BC0BD879-F267-5CCA-8DEA-E3B2DD07DA4E}" dt="2026-07-31T01:36:27.300" v="12974"/>
          <ac:spMkLst>
            <pc:docMk/>
            <pc:sldMk cId="2757518928" sldId="2076139078"/>
            <ac:spMk id="9" creationId="{2030E689-D841-DCDB-DE82-A0A47CA93070}"/>
          </ac:spMkLst>
        </pc:spChg>
        <pc:picChg chg="add mod">
          <ac:chgData name="Hironari Yamada" userId="e57621f8-ec3c-449e-bb19-001fffcc008e" providerId="ADAL" clId="{BC0BD879-F267-5CCA-8DEA-E3B2DD07DA4E}" dt="2026-07-31T01:37:00.423" v="12985" actId="1076"/>
          <ac:picMkLst>
            <pc:docMk/>
            <pc:sldMk cId="2757518928" sldId="2076139078"/>
            <ac:picMk id="7" creationId="{DBE6588D-CAD1-0279-EF97-227F9F6736F1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7-31T01:45:53.452" v="13092" actId="404"/>
        <pc:sldMkLst>
          <pc:docMk/>
          <pc:sldMk cId="2049357670" sldId="2076139079"/>
        </pc:sldMkLst>
        <pc:spChg chg="mod">
          <ac:chgData name="Hironari Yamada" userId="e57621f8-ec3c-449e-bb19-001fffcc008e" providerId="ADAL" clId="{BC0BD879-F267-5CCA-8DEA-E3B2DD07DA4E}" dt="2026-07-31T01:44:22.621" v="13057" actId="26606"/>
          <ac:spMkLst>
            <pc:docMk/>
            <pc:sldMk cId="2049357670" sldId="2076139079"/>
            <ac:spMk id="3" creationId="{6EB67AAB-55E0-FA2B-1767-0CD126EF6570}"/>
          </ac:spMkLst>
        </pc:spChg>
        <pc:spChg chg="add mod">
          <ac:chgData name="Hironari Yamada" userId="e57621f8-ec3c-449e-bb19-001fffcc008e" providerId="ADAL" clId="{BC0BD879-F267-5CCA-8DEA-E3B2DD07DA4E}" dt="2026-07-31T01:44:32.740" v="13067" actId="1076"/>
          <ac:spMkLst>
            <pc:docMk/>
            <pc:sldMk cId="2049357670" sldId="2076139079"/>
            <ac:spMk id="5" creationId="{679E4A5B-7A8F-E40E-B700-4656664359E3}"/>
          </ac:spMkLst>
        </pc:spChg>
        <pc:spChg chg="del mod">
          <ac:chgData name="Hironari Yamada" userId="e57621f8-ec3c-449e-bb19-001fffcc008e" providerId="ADAL" clId="{BC0BD879-F267-5CCA-8DEA-E3B2DD07DA4E}" dt="2026-07-31T01:45:46.667" v="13088" actId="478"/>
          <ac:spMkLst>
            <pc:docMk/>
            <pc:sldMk cId="2049357670" sldId="2076139079"/>
            <ac:spMk id="7" creationId="{F06B3184-E1CD-D226-9EC5-77FC8989ABE5}"/>
          </ac:spMkLst>
        </pc:spChg>
        <pc:spChg chg="mod">
          <ac:chgData name="Hironari Yamada" userId="e57621f8-ec3c-449e-bb19-001fffcc008e" providerId="ADAL" clId="{BC0BD879-F267-5CCA-8DEA-E3B2DD07DA4E}" dt="2026-07-31T01:45:53.452" v="13092" actId="404"/>
          <ac:spMkLst>
            <pc:docMk/>
            <pc:sldMk cId="2049357670" sldId="2076139079"/>
            <ac:spMk id="8" creationId="{408C3973-2C00-5719-5F04-C1E9B90EFF6D}"/>
          </ac:spMkLst>
        </pc:spChg>
        <pc:spChg chg="mod">
          <ac:chgData name="Hironari Yamada" userId="e57621f8-ec3c-449e-bb19-001fffcc008e" providerId="ADAL" clId="{BC0BD879-F267-5CCA-8DEA-E3B2DD07DA4E}" dt="2026-07-31T01:39:58.499" v="13019"/>
          <ac:spMkLst>
            <pc:docMk/>
            <pc:sldMk cId="2049357670" sldId="2076139079"/>
            <ac:spMk id="9" creationId="{B297FFBF-E711-C4AB-601E-8410BB9B375E}"/>
          </ac:spMkLst>
        </pc:spChg>
        <pc:spChg chg="mod">
          <ac:chgData name="Hironari Yamada" userId="e57621f8-ec3c-449e-bb19-001fffcc008e" providerId="ADAL" clId="{BC0BD879-F267-5CCA-8DEA-E3B2DD07DA4E}" dt="2026-07-31T01:40:18.059" v="13022" actId="207"/>
          <ac:spMkLst>
            <pc:docMk/>
            <pc:sldMk cId="2049357670" sldId="2076139079"/>
            <ac:spMk id="11" creationId="{445B9EEF-7534-EA19-DF89-1057B3316D52}"/>
          </ac:spMkLst>
        </pc:spChg>
        <pc:spChg chg="mod">
          <ac:chgData name="Hironari Yamada" userId="e57621f8-ec3c-449e-bb19-001fffcc008e" providerId="ADAL" clId="{BC0BD879-F267-5CCA-8DEA-E3B2DD07DA4E}" dt="2026-07-31T01:40:18.059" v="13022" actId="207"/>
          <ac:spMkLst>
            <pc:docMk/>
            <pc:sldMk cId="2049357670" sldId="2076139079"/>
            <ac:spMk id="12" creationId="{12A5E988-02E5-D3C2-8212-379F94DB421D}"/>
          </ac:spMkLst>
        </pc:spChg>
        <pc:spChg chg="mod">
          <ac:chgData name="Hironari Yamada" userId="e57621f8-ec3c-449e-bb19-001fffcc008e" providerId="ADAL" clId="{BC0BD879-F267-5CCA-8DEA-E3B2DD07DA4E}" dt="2026-07-31T01:40:18.059" v="13022" actId="207"/>
          <ac:spMkLst>
            <pc:docMk/>
            <pc:sldMk cId="2049357670" sldId="2076139079"/>
            <ac:spMk id="15" creationId="{20CD4A34-216C-407F-8E86-71E7FDECCAF6}"/>
          </ac:spMkLst>
        </pc:spChg>
        <pc:spChg chg="add del mod">
          <ac:chgData name="Hironari Yamada" userId="e57621f8-ec3c-449e-bb19-001fffcc008e" providerId="ADAL" clId="{BC0BD879-F267-5CCA-8DEA-E3B2DD07DA4E}" dt="2026-07-31T01:44:49.684" v="13072" actId="478"/>
          <ac:spMkLst>
            <pc:docMk/>
            <pc:sldMk cId="2049357670" sldId="2076139079"/>
            <ac:spMk id="16" creationId="{7F0DDCE8-83F8-C275-7187-AA11E9CF1D64}"/>
          </ac:spMkLst>
        </pc:spChg>
        <pc:spChg chg="mod">
          <ac:chgData name="Hironari Yamada" userId="e57621f8-ec3c-449e-bb19-001fffcc008e" providerId="ADAL" clId="{BC0BD879-F267-5CCA-8DEA-E3B2DD07DA4E}" dt="2026-07-31T01:40:18.059" v="13022" actId="207"/>
          <ac:spMkLst>
            <pc:docMk/>
            <pc:sldMk cId="2049357670" sldId="2076139079"/>
            <ac:spMk id="18" creationId="{3DD77DED-C245-0119-D98F-EEB143207E77}"/>
          </ac:spMkLst>
        </pc:spChg>
        <pc:spChg chg="mod">
          <ac:chgData name="Hironari Yamada" userId="e57621f8-ec3c-449e-bb19-001fffcc008e" providerId="ADAL" clId="{BC0BD879-F267-5CCA-8DEA-E3B2DD07DA4E}" dt="2026-07-31T01:40:18.059" v="13022" actId="207"/>
          <ac:spMkLst>
            <pc:docMk/>
            <pc:sldMk cId="2049357670" sldId="2076139079"/>
            <ac:spMk id="19" creationId="{B529A329-3277-00FD-B846-2A9109FFEC90}"/>
          </ac:spMkLst>
        </pc:spChg>
        <pc:spChg chg="add del mod">
          <ac:chgData name="Hironari Yamada" userId="e57621f8-ec3c-449e-bb19-001fffcc008e" providerId="ADAL" clId="{BC0BD879-F267-5CCA-8DEA-E3B2DD07DA4E}" dt="2026-07-31T01:44:56.539" v="13075" actId="478"/>
          <ac:spMkLst>
            <pc:docMk/>
            <pc:sldMk cId="2049357670" sldId="2076139079"/>
            <ac:spMk id="20" creationId="{4A4C9365-FB0B-E46B-0CBC-834FC9909642}"/>
          </ac:spMkLst>
        </pc:spChg>
        <pc:spChg chg="mod">
          <ac:chgData name="Hironari Yamada" userId="e57621f8-ec3c-449e-bb19-001fffcc008e" providerId="ADAL" clId="{BC0BD879-F267-5CCA-8DEA-E3B2DD07DA4E}" dt="2026-07-31T01:40:18.059" v="13022" actId="207"/>
          <ac:spMkLst>
            <pc:docMk/>
            <pc:sldMk cId="2049357670" sldId="2076139079"/>
            <ac:spMk id="23" creationId="{B216249B-0A2B-A536-022A-722A071ADEFA}"/>
          </ac:spMkLst>
        </pc:spChg>
        <pc:spChg chg="mod">
          <ac:chgData name="Hironari Yamada" userId="e57621f8-ec3c-449e-bb19-001fffcc008e" providerId="ADAL" clId="{BC0BD879-F267-5CCA-8DEA-E3B2DD07DA4E}" dt="2026-07-31T01:40:18.059" v="13022" actId="207"/>
          <ac:spMkLst>
            <pc:docMk/>
            <pc:sldMk cId="2049357670" sldId="2076139079"/>
            <ac:spMk id="24" creationId="{723EC2EF-25D7-D38F-2DC0-527F212D3B8D}"/>
          </ac:spMkLst>
        </pc:spChg>
        <pc:spChg chg="del mod">
          <ac:chgData name="Hironari Yamada" userId="e57621f8-ec3c-449e-bb19-001fffcc008e" providerId="ADAL" clId="{BC0BD879-F267-5CCA-8DEA-E3B2DD07DA4E}" dt="2026-07-31T01:44:59.134" v="13076" actId="478"/>
          <ac:spMkLst>
            <pc:docMk/>
            <pc:sldMk cId="2049357670" sldId="2076139079"/>
            <ac:spMk id="25" creationId="{E5F546AA-C15F-7D07-6184-AFF0F1942FEB}"/>
          </ac:spMkLst>
        </pc:spChg>
        <pc:spChg chg="del">
          <ac:chgData name="Hironari Yamada" userId="e57621f8-ec3c-449e-bb19-001fffcc008e" providerId="ADAL" clId="{BC0BD879-F267-5CCA-8DEA-E3B2DD07DA4E}" dt="2026-07-31T01:40:39.367" v="13056" actId="478"/>
          <ac:spMkLst>
            <pc:docMk/>
            <pc:sldMk cId="2049357670" sldId="2076139079"/>
            <ac:spMk id="47" creationId="{62BCF1D1-848A-CCDA-DF8E-286C0E75A40D}"/>
          </ac:spMkLst>
        </pc:spChg>
        <pc:grpChg chg="del mod">
          <ac:chgData name="Hironari Yamada" userId="e57621f8-ec3c-449e-bb19-001fffcc008e" providerId="ADAL" clId="{BC0BD879-F267-5CCA-8DEA-E3B2DD07DA4E}" dt="2026-07-31T01:44:40.488" v="13068" actId="478"/>
          <ac:grpSpMkLst>
            <pc:docMk/>
            <pc:sldMk cId="2049357670" sldId="2076139079"/>
            <ac:grpSpMk id="10" creationId="{4538170B-E27B-D291-0DED-0787DB824692}"/>
          </ac:grpSpMkLst>
        </pc:grpChg>
        <pc:grpChg chg="del mod">
          <ac:chgData name="Hironari Yamada" userId="e57621f8-ec3c-449e-bb19-001fffcc008e" providerId="ADAL" clId="{BC0BD879-F267-5CCA-8DEA-E3B2DD07DA4E}" dt="2026-07-31T01:44:40.488" v="13068" actId="478"/>
          <ac:grpSpMkLst>
            <pc:docMk/>
            <pc:sldMk cId="2049357670" sldId="2076139079"/>
            <ac:grpSpMk id="13" creationId="{A9FFA5CC-5C00-1E7F-DF42-0C0AA28B6C56}"/>
          </ac:grpSpMkLst>
        </pc:grpChg>
        <pc:grpChg chg="del mod">
          <ac:chgData name="Hironari Yamada" userId="e57621f8-ec3c-449e-bb19-001fffcc008e" providerId="ADAL" clId="{BC0BD879-F267-5CCA-8DEA-E3B2DD07DA4E}" dt="2026-07-31T01:44:40.488" v="13068" actId="478"/>
          <ac:grpSpMkLst>
            <pc:docMk/>
            <pc:sldMk cId="2049357670" sldId="2076139079"/>
            <ac:grpSpMk id="17" creationId="{029C9A70-8399-C2DE-E4A4-86C5EB97D40C}"/>
          </ac:grpSpMkLst>
        </pc:grpChg>
        <pc:grpChg chg="del mod">
          <ac:chgData name="Hironari Yamada" userId="e57621f8-ec3c-449e-bb19-001fffcc008e" providerId="ADAL" clId="{BC0BD879-F267-5CCA-8DEA-E3B2DD07DA4E}" dt="2026-07-31T01:44:40.488" v="13068" actId="478"/>
          <ac:grpSpMkLst>
            <pc:docMk/>
            <pc:sldMk cId="2049357670" sldId="2076139079"/>
            <ac:grpSpMk id="22" creationId="{0E7E64AC-99DD-7AC1-B46A-8F71451DD65F}"/>
          </ac:grpSpMkLst>
        </pc:grpChg>
        <pc:picChg chg="mod">
          <ac:chgData name="Hironari Yamada" userId="e57621f8-ec3c-449e-bb19-001fffcc008e" providerId="ADAL" clId="{BC0BD879-F267-5CCA-8DEA-E3B2DD07DA4E}" dt="2026-07-31T01:44:32.740" v="13067" actId="1076"/>
          <ac:picMkLst>
            <pc:docMk/>
            <pc:sldMk cId="2049357670" sldId="2076139079"/>
            <ac:picMk id="21" creationId="{0409FA0D-1935-C316-A412-C0063AE10560}"/>
          </ac:picMkLst>
        </pc:picChg>
      </pc:sldChg>
      <pc:sldChg chg="addSp delSp modSp add mod ord">
        <pc:chgData name="Hironari Yamada" userId="e57621f8-ec3c-449e-bb19-001fffcc008e" providerId="ADAL" clId="{BC0BD879-F267-5CCA-8DEA-E3B2DD07DA4E}" dt="2026-07-31T01:44:22.621" v="13057" actId="26606"/>
        <pc:sldMkLst>
          <pc:docMk/>
          <pc:sldMk cId="1055582850" sldId="2076139080"/>
        </pc:sldMkLst>
        <pc:spChg chg="mod">
          <ac:chgData name="Hironari Yamada" userId="e57621f8-ec3c-449e-bb19-001fffcc008e" providerId="ADAL" clId="{BC0BD879-F267-5CCA-8DEA-E3B2DD07DA4E}" dt="2026-07-31T01:44:22.621" v="13057" actId="26606"/>
          <ac:spMkLst>
            <pc:docMk/>
            <pc:sldMk cId="1055582850" sldId="2076139080"/>
            <ac:spMk id="3" creationId="{DBAF80D0-CCCF-1BF3-8C08-83CB993F86DC}"/>
          </ac:spMkLst>
        </pc:spChg>
        <pc:spChg chg="add del mod">
          <ac:chgData name="Hironari Yamada" userId="e57621f8-ec3c-449e-bb19-001fffcc008e" providerId="ADAL" clId="{BC0BD879-F267-5CCA-8DEA-E3B2DD07DA4E}" dt="2026-07-31T01:32:18.476" v="12906" actId="478"/>
          <ac:spMkLst>
            <pc:docMk/>
            <pc:sldMk cId="1055582850" sldId="2076139080"/>
            <ac:spMk id="5" creationId="{2FDD8ABB-FFF3-5CE9-5BDF-9E0A984D7FC6}"/>
          </ac:spMkLst>
        </pc:spChg>
        <pc:spChg chg="mod">
          <ac:chgData name="Hironari Yamada" userId="e57621f8-ec3c-449e-bb19-001fffcc008e" providerId="ADAL" clId="{BC0BD879-F267-5CCA-8DEA-E3B2DD07DA4E}" dt="2026-07-31T01:44:22.621" v="13057" actId="26606"/>
          <ac:spMkLst>
            <pc:docMk/>
            <pc:sldMk cId="1055582850" sldId="2076139080"/>
            <ac:spMk id="9" creationId="{BFDFB380-9541-5B62-8BA8-D8F38B8A4473}"/>
          </ac:spMkLst>
        </pc:spChg>
        <pc:spChg chg="add del mod">
          <ac:chgData name="Hironari Yamada" userId="e57621f8-ec3c-449e-bb19-001fffcc008e" providerId="ADAL" clId="{BC0BD879-F267-5CCA-8DEA-E3B2DD07DA4E}" dt="2026-07-31T01:32:18.476" v="12906" actId="478"/>
          <ac:spMkLst>
            <pc:docMk/>
            <pc:sldMk cId="1055582850" sldId="2076139080"/>
            <ac:spMk id="11" creationId="{BC0D2792-1E6F-C4A3-A20A-DA6B37D4DA28}"/>
          </ac:spMkLst>
        </pc:spChg>
        <pc:spChg chg="add mod">
          <ac:chgData name="Hironari Yamada" userId="e57621f8-ec3c-449e-bb19-001fffcc008e" providerId="ADAL" clId="{BC0BD879-F267-5CCA-8DEA-E3B2DD07DA4E}" dt="2026-07-31T01:36:05.956" v="12969" actId="404"/>
          <ac:spMkLst>
            <pc:docMk/>
            <pc:sldMk cId="1055582850" sldId="2076139080"/>
            <ac:spMk id="14" creationId="{AAE36F80-0D56-167C-FB09-34D216807C47}"/>
          </ac:spMkLst>
        </pc:spChg>
        <pc:spChg chg="add mod">
          <ac:chgData name="Hironari Yamada" userId="e57621f8-ec3c-449e-bb19-001fffcc008e" providerId="ADAL" clId="{BC0BD879-F267-5CCA-8DEA-E3B2DD07DA4E}" dt="2026-07-31T01:33:40.107" v="12935" actId="1036"/>
          <ac:spMkLst>
            <pc:docMk/>
            <pc:sldMk cId="1055582850" sldId="2076139080"/>
            <ac:spMk id="19" creationId="{17237AF0-2B7D-C137-7587-270023A6EC94}"/>
          </ac:spMkLst>
        </pc:spChg>
        <pc:grpChg chg="add mod">
          <ac:chgData name="Hironari Yamada" userId="e57621f8-ec3c-449e-bb19-001fffcc008e" providerId="ADAL" clId="{BC0BD879-F267-5CCA-8DEA-E3B2DD07DA4E}" dt="2026-07-31T01:33:29.737" v="12930" actId="14100"/>
          <ac:grpSpMkLst>
            <pc:docMk/>
            <pc:sldMk cId="1055582850" sldId="2076139080"/>
            <ac:grpSpMk id="15" creationId="{9DEDF3A5-3CC4-D823-9161-139AD45A37BD}"/>
          </ac:grpSpMkLst>
        </pc:grpChg>
        <pc:picChg chg="add del mod">
          <ac:chgData name="Hironari Yamada" userId="e57621f8-ec3c-449e-bb19-001fffcc008e" providerId="ADAL" clId="{BC0BD879-F267-5CCA-8DEA-E3B2DD07DA4E}" dt="2026-07-31T01:32:18.476" v="12906" actId="478"/>
          <ac:picMkLst>
            <pc:docMk/>
            <pc:sldMk cId="1055582850" sldId="2076139080"/>
            <ac:picMk id="7" creationId="{7AEC51B3-7A0C-AEF5-A790-6C4AAD722090}"/>
          </ac:picMkLst>
        </pc:picChg>
        <pc:picChg chg="add del mod">
          <ac:chgData name="Hironari Yamada" userId="e57621f8-ec3c-449e-bb19-001fffcc008e" providerId="ADAL" clId="{BC0BD879-F267-5CCA-8DEA-E3B2DD07DA4E}" dt="2026-07-31T01:32:18.476" v="12906" actId="478"/>
          <ac:picMkLst>
            <pc:docMk/>
            <pc:sldMk cId="1055582850" sldId="2076139080"/>
            <ac:picMk id="8" creationId="{2A5600E6-ADD4-C834-8576-A66670EB81D5}"/>
          </ac:picMkLst>
        </pc:picChg>
        <pc:picChg chg="add del mod">
          <ac:chgData name="Hironari Yamada" userId="e57621f8-ec3c-449e-bb19-001fffcc008e" providerId="ADAL" clId="{BC0BD879-F267-5CCA-8DEA-E3B2DD07DA4E}" dt="2026-07-31T01:32:18.476" v="12906" actId="478"/>
          <ac:picMkLst>
            <pc:docMk/>
            <pc:sldMk cId="1055582850" sldId="2076139080"/>
            <ac:picMk id="10" creationId="{6E63A15F-C4DA-3D73-7A43-75D69EF6BCDC}"/>
          </ac:picMkLst>
        </pc:picChg>
        <pc:picChg chg="add del mod">
          <ac:chgData name="Hironari Yamada" userId="e57621f8-ec3c-449e-bb19-001fffcc008e" providerId="ADAL" clId="{BC0BD879-F267-5CCA-8DEA-E3B2DD07DA4E}" dt="2026-07-31T01:32:18.476" v="12906" actId="478"/>
          <ac:picMkLst>
            <pc:docMk/>
            <pc:sldMk cId="1055582850" sldId="2076139080"/>
            <ac:picMk id="12" creationId="{89144EC4-0A2E-70BD-60AB-72C658342AA4}"/>
          </ac:picMkLst>
        </pc:picChg>
        <pc:picChg chg="add mod">
          <ac:chgData name="Hironari Yamada" userId="e57621f8-ec3c-449e-bb19-001fffcc008e" providerId="ADAL" clId="{BC0BD879-F267-5CCA-8DEA-E3B2DD07DA4E}" dt="2026-07-31T01:33:21.474" v="12929" actId="1076"/>
          <ac:picMkLst>
            <pc:docMk/>
            <pc:sldMk cId="1055582850" sldId="2076139080"/>
            <ac:picMk id="13" creationId="{1DE174E4-D63D-9C30-1816-67CD72E47DDE}"/>
          </ac:picMkLst>
        </pc:picChg>
        <pc:picChg chg="mod">
          <ac:chgData name="Hironari Yamada" userId="e57621f8-ec3c-449e-bb19-001fffcc008e" providerId="ADAL" clId="{BC0BD879-F267-5CCA-8DEA-E3B2DD07DA4E}" dt="2026-07-31T01:32:25.368" v="12907"/>
          <ac:picMkLst>
            <pc:docMk/>
            <pc:sldMk cId="1055582850" sldId="2076139080"/>
            <ac:picMk id="16" creationId="{101EE4AC-2A7B-EE84-EF94-8EC6D3CEF3C4}"/>
          </ac:picMkLst>
        </pc:picChg>
        <pc:picChg chg="mod">
          <ac:chgData name="Hironari Yamada" userId="e57621f8-ec3c-449e-bb19-001fffcc008e" providerId="ADAL" clId="{BC0BD879-F267-5CCA-8DEA-E3B2DD07DA4E}" dt="2026-07-31T01:32:25.368" v="12907"/>
          <ac:picMkLst>
            <pc:docMk/>
            <pc:sldMk cId="1055582850" sldId="2076139080"/>
            <ac:picMk id="17" creationId="{4D6D71E1-B7E3-49D9-3CB8-0CF70BA13AC8}"/>
          </ac:picMkLst>
        </pc:picChg>
        <pc:picChg chg="add mod">
          <ac:chgData name="Hironari Yamada" userId="e57621f8-ec3c-449e-bb19-001fffcc008e" providerId="ADAL" clId="{BC0BD879-F267-5CCA-8DEA-E3B2DD07DA4E}" dt="2026-07-31T01:33:21.474" v="12929" actId="1076"/>
          <ac:picMkLst>
            <pc:docMk/>
            <pc:sldMk cId="1055582850" sldId="2076139080"/>
            <ac:picMk id="18" creationId="{6FADA5CE-8D84-EC9F-4B61-14561BE7FBC2}"/>
          </ac:picMkLst>
        </pc:picChg>
      </pc:sldChg>
      <pc:sldChg chg="addSp delSp modSp add mod ord">
        <pc:chgData name="Hironari Yamada" userId="e57621f8-ec3c-449e-bb19-001fffcc008e" providerId="ADAL" clId="{BC0BD879-F267-5CCA-8DEA-E3B2DD07DA4E}" dt="2026-07-31T01:39:44.820" v="13017" actId="1076"/>
        <pc:sldMkLst>
          <pc:docMk/>
          <pc:sldMk cId="1949906395" sldId="2076139081"/>
        </pc:sldMkLst>
        <pc:spChg chg="del">
          <ac:chgData name="Hironari Yamada" userId="e57621f8-ec3c-449e-bb19-001fffcc008e" providerId="ADAL" clId="{BC0BD879-F267-5CCA-8DEA-E3B2DD07DA4E}" dt="2026-07-31T01:39:39.324" v="13014" actId="478"/>
          <ac:spMkLst>
            <pc:docMk/>
            <pc:sldMk cId="1949906395" sldId="2076139081"/>
            <ac:spMk id="3" creationId="{7B7B79F1-D658-EE10-B126-63A10970E35E}"/>
          </ac:spMkLst>
        </pc:spChg>
        <pc:spChg chg="mod">
          <ac:chgData name="Hironari Yamada" userId="e57621f8-ec3c-449e-bb19-001fffcc008e" providerId="ADAL" clId="{BC0BD879-F267-5CCA-8DEA-E3B2DD07DA4E}" dt="2026-07-31T01:37:48.056" v="12994" actId="1076"/>
          <ac:spMkLst>
            <pc:docMk/>
            <pc:sldMk cId="1949906395" sldId="2076139081"/>
            <ac:spMk id="4" creationId="{BEA55C57-14D2-1257-A8D6-E9FE59B70B10}"/>
          </ac:spMkLst>
        </pc:spChg>
        <pc:spChg chg="add mod">
          <ac:chgData name="Hironari Yamada" userId="e57621f8-ec3c-449e-bb19-001fffcc008e" providerId="ADAL" clId="{BC0BD879-F267-5CCA-8DEA-E3B2DD07DA4E}" dt="2026-07-31T01:39:42.091" v="13015" actId="1076"/>
          <ac:spMkLst>
            <pc:docMk/>
            <pc:sldMk cId="1949906395" sldId="2076139081"/>
            <ac:spMk id="5" creationId="{8154A733-CEDF-A5D8-DAE5-1F69F4693410}"/>
          </ac:spMkLst>
        </pc:spChg>
        <pc:spChg chg="mod">
          <ac:chgData name="Hironari Yamada" userId="e57621f8-ec3c-449e-bb19-001fffcc008e" providerId="ADAL" clId="{BC0BD879-F267-5CCA-8DEA-E3B2DD07DA4E}" dt="2026-07-31T01:37:31.139" v="12989" actId="113"/>
          <ac:spMkLst>
            <pc:docMk/>
            <pc:sldMk cId="1949906395" sldId="2076139081"/>
            <ac:spMk id="9" creationId="{1F6A6AA5-8B72-BB50-8E00-2819CA8D127D}"/>
          </ac:spMkLst>
        </pc:spChg>
        <pc:spChg chg="del">
          <ac:chgData name="Hironari Yamada" userId="e57621f8-ec3c-449e-bb19-001fffcc008e" providerId="ADAL" clId="{BC0BD879-F267-5CCA-8DEA-E3B2DD07DA4E}" dt="2026-07-31T01:39:01.958" v="13003" actId="478"/>
          <ac:spMkLst>
            <pc:docMk/>
            <pc:sldMk cId="1949906395" sldId="2076139081"/>
            <ac:spMk id="47" creationId="{DA45D720-3AE2-4385-4578-FB0858C63FE9}"/>
          </ac:spMkLst>
        </pc:spChg>
        <pc:picChg chg="add mod">
          <ac:chgData name="Hironari Yamada" userId="e57621f8-ec3c-449e-bb19-001fffcc008e" providerId="ADAL" clId="{BC0BD879-F267-5CCA-8DEA-E3B2DD07DA4E}" dt="2026-07-31T01:39:44.820" v="13017" actId="1076"/>
          <ac:picMkLst>
            <pc:docMk/>
            <pc:sldMk cId="1949906395" sldId="2076139081"/>
            <ac:picMk id="7" creationId="{D6A3C035-5E58-7B1B-B714-BEAF1F7D217D}"/>
          </ac:picMkLst>
        </pc:picChg>
      </pc:sldChg>
      <pc:sldChg chg="delSp modSp add del mod">
        <pc:chgData name="Hironari Yamada" userId="e57621f8-ec3c-449e-bb19-001fffcc008e" providerId="ADAL" clId="{BC0BD879-F267-5CCA-8DEA-E3B2DD07DA4E}" dt="2026-07-31T06:36:42.184" v="14275" actId="2696"/>
        <pc:sldMkLst>
          <pc:docMk/>
          <pc:sldMk cId="3127438687" sldId="2076139082"/>
        </pc:sldMkLst>
        <pc:spChg chg="del">
          <ac:chgData name="Hironari Yamada" userId="e57621f8-ec3c-449e-bb19-001fffcc008e" providerId="ADAL" clId="{BC0BD879-F267-5CCA-8DEA-E3B2DD07DA4E}" dt="2026-07-31T01:51:43.138" v="13108" actId="478"/>
          <ac:spMkLst>
            <pc:docMk/>
            <pc:sldMk cId="3127438687" sldId="2076139082"/>
            <ac:spMk id="5" creationId="{323DBBFC-DE44-53A8-E0CA-A8379E290793}"/>
          </ac:spMkLst>
        </pc:spChg>
        <pc:spChg chg="del">
          <ac:chgData name="Hironari Yamada" userId="e57621f8-ec3c-449e-bb19-001fffcc008e" providerId="ADAL" clId="{BC0BD879-F267-5CCA-8DEA-E3B2DD07DA4E}" dt="2026-07-31T01:51:43.138" v="13108" actId="478"/>
          <ac:spMkLst>
            <pc:docMk/>
            <pc:sldMk cId="3127438687" sldId="2076139082"/>
            <ac:spMk id="8" creationId="{0FDA4E06-0504-96B1-F53A-816390A8D5B8}"/>
          </ac:spMkLst>
        </pc:spChg>
        <pc:spChg chg="mod">
          <ac:chgData name="Hironari Yamada" userId="e57621f8-ec3c-449e-bb19-001fffcc008e" providerId="ADAL" clId="{BC0BD879-F267-5CCA-8DEA-E3B2DD07DA4E}" dt="2026-07-31T01:54:10.207" v="13146" actId="20577"/>
          <ac:spMkLst>
            <pc:docMk/>
            <pc:sldMk cId="3127438687" sldId="2076139082"/>
            <ac:spMk id="9" creationId="{29D27CF2-9224-3F53-882F-BFBEF09E2814}"/>
          </ac:spMkLst>
        </pc:spChg>
        <pc:picChg chg="del">
          <ac:chgData name="Hironari Yamada" userId="e57621f8-ec3c-449e-bb19-001fffcc008e" providerId="ADAL" clId="{BC0BD879-F267-5CCA-8DEA-E3B2DD07DA4E}" dt="2026-07-31T01:51:43.138" v="13108" actId="478"/>
          <ac:picMkLst>
            <pc:docMk/>
            <pc:sldMk cId="3127438687" sldId="2076139082"/>
            <ac:picMk id="21" creationId="{B8A2BA81-FE98-0EB6-E9B3-0DD33C1CDDED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7-31T04:35:19.031" v="13394" actId="22"/>
        <pc:sldMkLst>
          <pc:docMk/>
          <pc:sldMk cId="1082158554" sldId="2076139083"/>
        </pc:sldMkLst>
        <pc:spChg chg="del">
          <ac:chgData name="Hironari Yamada" userId="e57621f8-ec3c-449e-bb19-001fffcc008e" providerId="ADAL" clId="{BC0BD879-F267-5CCA-8DEA-E3B2DD07DA4E}" dt="2026-07-31T01:54:16.871" v="13148" actId="478"/>
          <ac:spMkLst>
            <pc:docMk/>
            <pc:sldMk cId="1082158554" sldId="2076139083"/>
            <ac:spMk id="3" creationId="{49A940CE-CAC3-859D-B646-63D4A8B9AAE8}"/>
          </ac:spMkLst>
        </pc:spChg>
        <pc:spChg chg="add mod">
          <ac:chgData name="Hironari Yamada" userId="e57621f8-ec3c-449e-bb19-001fffcc008e" providerId="ADAL" clId="{BC0BD879-F267-5CCA-8DEA-E3B2DD07DA4E}" dt="2026-07-31T01:54:23.683" v="13149"/>
          <ac:spMkLst>
            <pc:docMk/>
            <pc:sldMk cId="1082158554" sldId="2076139083"/>
            <ac:spMk id="5" creationId="{89F84690-CF7A-0F60-79DF-42FE2365A21A}"/>
          </ac:spMkLst>
        </pc:spChg>
        <pc:spChg chg="mod">
          <ac:chgData name="Hironari Yamada" userId="e57621f8-ec3c-449e-bb19-001fffcc008e" providerId="ADAL" clId="{BC0BD879-F267-5CCA-8DEA-E3B2DD07DA4E}" dt="2026-07-31T04:27:46.036" v="13234" actId="1038"/>
          <ac:spMkLst>
            <pc:docMk/>
            <pc:sldMk cId="1082158554" sldId="2076139083"/>
            <ac:spMk id="6" creationId="{DF2ADA82-C3E9-7812-1489-00A06DF6E156}"/>
          </ac:spMkLst>
        </pc:spChg>
        <pc:spChg chg="add mod">
          <ac:chgData name="Hironari Yamada" userId="e57621f8-ec3c-449e-bb19-001fffcc008e" providerId="ADAL" clId="{BC0BD879-F267-5CCA-8DEA-E3B2DD07DA4E}" dt="2026-07-31T01:54:23.683" v="13149"/>
          <ac:spMkLst>
            <pc:docMk/>
            <pc:sldMk cId="1082158554" sldId="2076139083"/>
            <ac:spMk id="8" creationId="{306874A8-79EF-6A8B-1931-C7441CF98C4B}"/>
          </ac:spMkLst>
        </pc:spChg>
        <pc:spChg chg="add mod">
          <ac:chgData name="Hironari Yamada" userId="e57621f8-ec3c-449e-bb19-001fffcc008e" providerId="ADAL" clId="{BC0BD879-F267-5CCA-8DEA-E3B2DD07DA4E}" dt="2026-07-31T01:54:23.683" v="13149"/>
          <ac:spMkLst>
            <pc:docMk/>
            <pc:sldMk cId="1082158554" sldId="2076139083"/>
            <ac:spMk id="11" creationId="{07727406-BF0B-1063-B6A7-420BA950CF1D}"/>
          </ac:spMkLst>
        </pc:spChg>
        <pc:spChg chg="add mod">
          <ac:chgData name="Hironari Yamada" userId="e57621f8-ec3c-449e-bb19-001fffcc008e" providerId="ADAL" clId="{BC0BD879-F267-5CCA-8DEA-E3B2DD07DA4E}" dt="2026-07-31T01:54:23.683" v="13149"/>
          <ac:spMkLst>
            <pc:docMk/>
            <pc:sldMk cId="1082158554" sldId="2076139083"/>
            <ac:spMk id="17" creationId="{8415DC74-C156-34C6-684F-949F59DC348B}"/>
          </ac:spMkLst>
        </pc:spChg>
        <pc:spChg chg="add mod">
          <ac:chgData name="Hironari Yamada" userId="e57621f8-ec3c-449e-bb19-001fffcc008e" providerId="ADAL" clId="{BC0BD879-F267-5CCA-8DEA-E3B2DD07DA4E}" dt="2026-07-31T01:54:23.683" v="13149"/>
          <ac:spMkLst>
            <pc:docMk/>
            <pc:sldMk cId="1082158554" sldId="2076139083"/>
            <ac:spMk id="19" creationId="{257B46C0-2C91-9119-CBD5-B2110403497B}"/>
          </ac:spMkLst>
        </pc:spChg>
        <pc:spChg chg="add mod">
          <ac:chgData name="Hironari Yamada" userId="e57621f8-ec3c-449e-bb19-001fffcc008e" providerId="ADAL" clId="{BC0BD879-F267-5CCA-8DEA-E3B2DD07DA4E}" dt="2026-07-31T01:54:23.683" v="13149"/>
          <ac:spMkLst>
            <pc:docMk/>
            <pc:sldMk cId="1082158554" sldId="2076139083"/>
            <ac:spMk id="22" creationId="{6D8FCB4D-0CDB-0EA9-5722-B2CE5A5A3F41}"/>
          </ac:spMkLst>
        </pc:spChg>
        <pc:spChg chg="add mod">
          <ac:chgData name="Hironari Yamada" userId="e57621f8-ec3c-449e-bb19-001fffcc008e" providerId="ADAL" clId="{BC0BD879-F267-5CCA-8DEA-E3B2DD07DA4E}" dt="2026-07-31T01:54:23.683" v="13149"/>
          <ac:spMkLst>
            <pc:docMk/>
            <pc:sldMk cId="1082158554" sldId="2076139083"/>
            <ac:spMk id="31" creationId="{84C59925-716A-A6BD-63F3-FD3BE38FBD1C}"/>
          </ac:spMkLst>
        </pc:spChg>
        <pc:spChg chg="add mod">
          <ac:chgData name="Hironari Yamada" userId="e57621f8-ec3c-449e-bb19-001fffcc008e" providerId="ADAL" clId="{BC0BD879-F267-5CCA-8DEA-E3B2DD07DA4E}" dt="2026-07-31T01:54:23.683" v="13149"/>
          <ac:spMkLst>
            <pc:docMk/>
            <pc:sldMk cId="1082158554" sldId="2076139083"/>
            <ac:spMk id="44" creationId="{B56D333F-30FA-E7E9-E192-0F7264C1B8CD}"/>
          </ac:spMkLst>
        </pc:spChg>
        <pc:spChg chg="add mod">
          <ac:chgData name="Hironari Yamada" userId="e57621f8-ec3c-449e-bb19-001fffcc008e" providerId="ADAL" clId="{BC0BD879-F267-5CCA-8DEA-E3B2DD07DA4E}" dt="2026-07-31T01:54:23.683" v="13149"/>
          <ac:spMkLst>
            <pc:docMk/>
            <pc:sldMk cId="1082158554" sldId="2076139083"/>
            <ac:spMk id="45" creationId="{F34A6E9D-FBF4-5583-A2E6-06F144480EDC}"/>
          </ac:spMkLst>
        </pc:spChg>
        <pc:spChg chg="add mod">
          <ac:chgData name="Hironari Yamada" userId="e57621f8-ec3c-449e-bb19-001fffcc008e" providerId="ADAL" clId="{BC0BD879-F267-5CCA-8DEA-E3B2DD07DA4E}" dt="2026-07-31T01:54:23.683" v="13149"/>
          <ac:spMkLst>
            <pc:docMk/>
            <pc:sldMk cId="1082158554" sldId="2076139083"/>
            <ac:spMk id="46" creationId="{EC1F03DF-2BEC-3991-2F44-53E1DC103184}"/>
          </ac:spMkLst>
        </pc:spChg>
        <pc:spChg chg="add mod">
          <ac:chgData name="Hironari Yamada" userId="e57621f8-ec3c-449e-bb19-001fffcc008e" providerId="ADAL" clId="{BC0BD879-F267-5CCA-8DEA-E3B2DD07DA4E}" dt="2026-07-31T01:54:29.696" v="13150"/>
          <ac:spMkLst>
            <pc:docMk/>
            <pc:sldMk cId="1082158554" sldId="2076139083"/>
            <ac:spMk id="49" creationId="{D1784892-AC63-A3B1-5FFF-0CD0C0A5FAF3}"/>
          </ac:spMkLst>
        </pc:spChg>
        <pc:spChg chg="add mod">
          <ac:chgData name="Hironari Yamada" userId="e57621f8-ec3c-449e-bb19-001fffcc008e" providerId="ADAL" clId="{BC0BD879-F267-5CCA-8DEA-E3B2DD07DA4E}" dt="2026-07-31T01:54:29.696" v="13150"/>
          <ac:spMkLst>
            <pc:docMk/>
            <pc:sldMk cId="1082158554" sldId="2076139083"/>
            <ac:spMk id="54" creationId="{00996459-5818-081F-63C0-0101719ED520}"/>
          </ac:spMkLst>
        </pc:spChg>
        <pc:spChg chg="add mod">
          <ac:chgData name="Hironari Yamada" userId="e57621f8-ec3c-449e-bb19-001fffcc008e" providerId="ADAL" clId="{BC0BD879-F267-5CCA-8DEA-E3B2DD07DA4E}" dt="2026-07-31T01:54:29.696" v="13150"/>
          <ac:spMkLst>
            <pc:docMk/>
            <pc:sldMk cId="1082158554" sldId="2076139083"/>
            <ac:spMk id="56" creationId="{85AF14C3-CC54-E7A5-A750-87B6C7CAD025}"/>
          </ac:spMkLst>
        </pc:spChg>
        <pc:spChg chg="add mod">
          <ac:chgData name="Hironari Yamada" userId="e57621f8-ec3c-449e-bb19-001fffcc008e" providerId="ADAL" clId="{BC0BD879-F267-5CCA-8DEA-E3B2DD07DA4E}" dt="2026-07-31T01:54:29.696" v="13150"/>
          <ac:spMkLst>
            <pc:docMk/>
            <pc:sldMk cId="1082158554" sldId="2076139083"/>
            <ac:spMk id="59" creationId="{ACD7868A-E94B-5BDA-AC0E-2CA1A25822DE}"/>
          </ac:spMkLst>
        </pc:spChg>
        <pc:spChg chg="add mod">
          <ac:chgData name="Hironari Yamada" userId="e57621f8-ec3c-449e-bb19-001fffcc008e" providerId="ADAL" clId="{BC0BD879-F267-5CCA-8DEA-E3B2DD07DA4E}" dt="2026-07-31T01:54:29.696" v="13150"/>
          <ac:spMkLst>
            <pc:docMk/>
            <pc:sldMk cId="1082158554" sldId="2076139083"/>
            <ac:spMk id="62" creationId="{2E47EA98-4286-ECBB-77F3-CB50F4ACEA1E}"/>
          </ac:spMkLst>
        </pc:spChg>
        <pc:spChg chg="add mod">
          <ac:chgData name="Hironari Yamada" userId="e57621f8-ec3c-449e-bb19-001fffcc008e" providerId="ADAL" clId="{BC0BD879-F267-5CCA-8DEA-E3B2DD07DA4E}" dt="2026-07-31T01:54:29.696" v="13150"/>
          <ac:spMkLst>
            <pc:docMk/>
            <pc:sldMk cId="1082158554" sldId="2076139083"/>
            <ac:spMk id="68" creationId="{217ACB19-6A50-59D6-A674-99F3E7DD7F4E}"/>
          </ac:spMkLst>
        </pc:spChg>
        <pc:spChg chg="add mod">
          <ac:chgData name="Hironari Yamada" userId="e57621f8-ec3c-449e-bb19-001fffcc008e" providerId="ADAL" clId="{BC0BD879-F267-5CCA-8DEA-E3B2DD07DA4E}" dt="2026-07-31T01:54:29.696" v="13150"/>
          <ac:spMkLst>
            <pc:docMk/>
            <pc:sldMk cId="1082158554" sldId="2076139083"/>
            <ac:spMk id="69" creationId="{2603389E-62F3-F930-43CF-B26CC9B1ACD1}"/>
          </ac:spMkLst>
        </pc:spChg>
        <pc:spChg chg="add mod">
          <ac:chgData name="Hironari Yamada" userId="e57621f8-ec3c-449e-bb19-001fffcc008e" providerId="ADAL" clId="{BC0BD879-F267-5CCA-8DEA-E3B2DD07DA4E}" dt="2026-07-31T01:54:29.696" v="13150"/>
          <ac:spMkLst>
            <pc:docMk/>
            <pc:sldMk cId="1082158554" sldId="2076139083"/>
            <ac:spMk id="71" creationId="{933CDFFA-36E8-094D-B2B6-58505D4D2101}"/>
          </ac:spMkLst>
        </pc:spChg>
        <pc:spChg chg="add mod">
          <ac:chgData name="Hironari Yamada" userId="e57621f8-ec3c-449e-bb19-001fffcc008e" providerId="ADAL" clId="{BC0BD879-F267-5CCA-8DEA-E3B2DD07DA4E}" dt="2026-07-31T01:54:29.696" v="13150"/>
          <ac:spMkLst>
            <pc:docMk/>
            <pc:sldMk cId="1082158554" sldId="2076139083"/>
            <ac:spMk id="81" creationId="{3A4DC851-C03E-8F54-D9D3-73CCF8018306}"/>
          </ac:spMkLst>
        </pc:spChg>
        <pc:spChg chg="add mod">
          <ac:chgData name="Hironari Yamada" userId="e57621f8-ec3c-449e-bb19-001fffcc008e" providerId="ADAL" clId="{BC0BD879-F267-5CCA-8DEA-E3B2DD07DA4E}" dt="2026-07-31T01:54:29.696" v="13150"/>
          <ac:spMkLst>
            <pc:docMk/>
            <pc:sldMk cId="1082158554" sldId="2076139083"/>
            <ac:spMk id="85" creationId="{D74077C0-4A7F-AC9C-6A08-F3D5269DD247}"/>
          </ac:spMkLst>
        </pc:spChg>
        <pc:spChg chg="mod">
          <ac:chgData name="Hironari Yamada" userId="e57621f8-ec3c-449e-bb19-001fffcc008e" providerId="ADAL" clId="{BC0BD879-F267-5CCA-8DEA-E3B2DD07DA4E}" dt="2026-07-31T01:54:43.525" v="13151"/>
          <ac:spMkLst>
            <pc:docMk/>
            <pc:sldMk cId="1082158554" sldId="2076139083"/>
            <ac:spMk id="88" creationId="{0A7AE785-B7B6-4831-92BF-9CF0A72C5C27}"/>
          </ac:spMkLst>
        </pc:spChg>
        <pc:spChg chg="mod">
          <ac:chgData name="Hironari Yamada" userId="e57621f8-ec3c-449e-bb19-001fffcc008e" providerId="ADAL" clId="{BC0BD879-F267-5CCA-8DEA-E3B2DD07DA4E}" dt="2026-07-31T01:54:43.525" v="13151"/>
          <ac:spMkLst>
            <pc:docMk/>
            <pc:sldMk cId="1082158554" sldId="2076139083"/>
            <ac:spMk id="93" creationId="{A2C33498-E638-E734-293B-6FFADA57ECAA}"/>
          </ac:spMkLst>
        </pc:spChg>
        <pc:spChg chg="mod">
          <ac:chgData name="Hironari Yamada" userId="e57621f8-ec3c-449e-bb19-001fffcc008e" providerId="ADAL" clId="{BC0BD879-F267-5CCA-8DEA-E3B2DD07DA4E}" dt="2026-07-31T01:54:43.525" v="13151"/>
          <ac:spMkLst>
            <pc:docMk/>
            <pc:sldMk cId="1082158554" sldId="2076139083"/>
            <ac:spMk id="96" creationId="{F0791761-F8EF-F702-5CBF-7EE42DCA3350}"/>
          </ac:spMkLst>
        </pc:spChg>
        <pc:spChg chg="add mod">
          <ac:chgData name="Hironari Yamada" userId="e57621f8-ec3c-449e-bb19-001fffcc008e" providerId="ADAL" clId="{BC0BD879-F267-5CCA-8DEA-E3B2DD07DA4E}" dt="2026-07-31T01:54:43.525" v="13151"/>
          <ac:spMkLst>
            <pc:docMk/>
            <pc:sldMk cId="1082158554" sldId="2076139083"/>
            <ac:spMk id="101" creationId="{8EEE2E42-0783-AB9B-97EA-1B7AD0909B01}"/>
          </ac:spMkLst>
        </pc:spChg>
        <pc:spChg chg="add mod">
          <ac:chgData name="Hironari Yamada" userId="e57621f8-ec3c-449e-bb19-001fffcc008e" providerId="ADAL" clId="{BC0BD879-F267-5CCA-8DEA-E3B2DD07DA4E}" dt="2026-07-31T01:54:43.525" v="13151"/>
          <ac:spMkLst>
            <pc:docMk/>
            <pc:sldMk cId="1082158554" sldId="2076139083"/>
            <ac:spMk id="103" creationId="{9FE940C1-198C-8F06-7B6E-445F95326063}"/>
          </ac:spMkLst>
        </pc:spChg>
        <pc:spChg chg="add mod">
          <ac:chgData name="Hironari Yamada" userId="e57621f8-ec3c-449e-bb19-001fffcc008e" providerId="ADAL" clId="{BC0BD879-F267-5CCA-8DEA-E3B2DD07DA4E}" dt="2026-07-31T01:54:43.525" v="13151"/>
          <ac:spMkLst>
            <pc:docMk/>
            <pc:sldMk cId="1082158554" sldId="2076139083"/>
            <ac:spMk id="107" creationId="{7041AB10-3E50-7D63-71D2-55030FDC2202}"/>
          </ac:spMkLst>
        </pc:spChg>
        <pc:spChg chg="add mod">
          <ac:chgData name="Hironari Yamada" userId="e57621f8-ec3c-449e-bb19-001fffcc008e" providerId="ADAL" clId="{BC0BD879-F267-5CCA-8DEA-E3B2DD07DA4E}" dt="2026-07-31T01:54:43.525" v="13151"/>
          <ac:spMkLst>
            <pc:docMk/>
            <pc:sldMk cId="1082158554" sldId="2076139083"/>
            <ac:spMk id="109" creationId="{99DEB088-3378-F8EA-8BB2-3C0987F05A32}"/>
          </ac:spMkLst>
        </pc:spChg>
        <pc:spChg chg="add mod">
          <ac:chgData name="Hironari Yamada" userId="e57621f8-ec3c-449e-bb19-001fffcc008e" providerId="ADAL" clId="{BC0BD879-F267-5CCA-8DEA-E3B2DD07DA4E}" dt="2026-07-31T01:54:43.525" v="13151"/>
          <ac:spMkLst>
            <pc:docMk/>
            <pc:sldMk cId="1082158554" sldId="2076139083"/>
            <ac:spMk id="112" creationId="{BDF16DD5-DD18-B540-A291-BF078047E960}"/>
          </ac:spMkLst>
        </pc:spChg>
        <pc:spChg chg="add mod">
          <ac:chgData name="Hironari Yamada" userId="e57621f8-ec3c-449e-bb19-001fffcc008e" providerId="ADAL" clId="{BC0BD879-F267-5CCA-8DEA-E3B2DD07DA4E}" dt="2026-07-31T01:54:43.525" v="13151"/>
          <ac:spMkLst>
            <pc:docMk/>
            <pc:sldMk cId="1082158554" sldId="2076139083"/>
            <ac:spMk id="131" creationId="{76B4A139-4770-A097-968D-39B598B2F20D}"/>
          </ac:spMkLst>
        </pc:spChg>
        <pc:spChg chg="add mod">
          <ac:chgData name="Hironari Yamada" userId="e57621f8-ec3c-449e-bb19-001fffcc008e" providerId="ADAL" clId="{BC0BD879-F267-5CCA-8DEA-E3B2DD07DA4E}" dt="2026-07-31T01:54:43.525" v="13151"/>
          <ac:spMkLst>
            <pc:docMk/>
            <pc:sldMk cId="1082158554" sldId="2076139083"/>
            <ac:spMk id="135" creationId="{E4BB50B4-CDFA-B73C-2387-F6EA52FCEACF}"/>
          </ac:spMkLst>
        </pc:spChg>
        <pc:spChg chg="mod">
          <ac:chgData name="Hironari Yamada" userId="e57621f8-ec3c-449e-bb19-001fffcc008e" providerId="ADAL" clId="{BC0BD879-F267-5CCA-8DEA-E3B2DD07DA4E}" dt="2026-07-31T04:27:46.036" v="13234" actId="1038"/>
          <ac:spMkLst>
            <pc:docMk/>
            <pc:sldMk cId="1082158554" sldId="2076139083"/>
            <ac:spMk id="138" creationId="{391EF7EB-F1E2-36E9-E579-7A8DEB666F84}"/>
          </ac:spMkLst>
        </pc:spChg>
        <pc:spChg chg="mod">
          <ac:chgData name="Hironari Yamada" userId="e57621f8-ec3c-449e-bb19-001fffcc008e" providerId="ADAL" clId="{BC0BD879-F267-5CCA-8DEA-E3B2DD07DA4E}" dt="2026-07-31T01:55:16.755" v="13154" actId="207"/>
          <ac:spMkLst>
            <pc:docMk/>
            <pc:sldMk cId="1082158554" sldId="2076139083"/>
            <ac:spMk id="139" creationId="{BB440E46-D3B9-49E7-F857-87EC655ABB10}"/>
          </ac:spMkLst>
        </pc:spChg>
        <pc:spChg chg="mod">
          <ac:chgData name="Hironari Yamada" userId="e57621f8-ec3c-449e-bb19-001fffcc008e" providerId="ADAL" clId="{BC0BD879-F267-5CCA-8DEA-E3B2DD07DA4E}" dt="2026-07-31T01:55:16.755" v="13154" actId="207"/>
          <ac:spMkLst>
            <pc:docMk/>
            <pc:sldMk cId="1082158554" sldId="2076139083"/>
            <ac:spMk id="140" creationId="{08AFC2E9-A289-5556-54AF-E98AE608F99C}"/>
          </ac:spMkLst>
        </pc:spChg>
        <pc:spChg chg="mod">
          <ac:chgData name="Hironari Yamada" userId="e57621f8-ec3c-449e-bb19-001fffcc008e" providerId="ADAL" clId="{BC0BD879-F267-5CCA-8DEA-E3B2DD07DA4E}" dt="2026-07-31T01:55:16.755" v="13154" actId="207"/>
          <ac:spMkLst>
            <pc:docMk/>
            <pc:sldMk cId="1082158554" sldId="2076139083"/>
            <ac:spMk id="141" creationId="{5E99C59A-D8A9-D3D6-3502-7FBA9BCC4167}"/>
          </ac:spMkLst>
        </pc:spChg>
        <pc:spChg chg="mod">
          <ac:chgData name="Hironari Yamada" userId="e57621f8-ec3c-449e-bb19-001fffcc008e" providerId="ADAL" clId="{BC0BD879-F267-5CCA-8DEA-E3B2DD07DA4E}" dt="2026-07-31T04:27:46.036" v="13234" actId="1038"/>
          <ac:spMkLst>
            <pc:docMk/>
            <pc:sldMk cId="1082158554" sldId="2076139083"/>
            <ac:spMk id="142" creationId="{C50E265F-72BE-D648-A17B-0041A44B6F3C}"/>
          </ac:spMkLst>
        </pc:spChg>
        <pc:spChg chg="mod">
          <ac:chgData name="Hironari Yamada" userId="e57621f8-ec3c-449e-bb19-001fffcc008e" providerId="ADAL" clId="{BC0BD879-F267-5CCA-8DEA-E3B2DD07DA4E}" dt="2026-07-31T01:54:54.329" v="13152"/>
          <ac:spMkLst>
            <pc:docMk/>
            <pc:sldMk cId="1082158554" sldId="2076139083"/>
            <ac:spMk id="143" creationId="{92F8B52D-A219-9BEB-E643-F7AAC0CAEDE1}"/>
          </ac:spMkLst>
        </pc:spChg>
        <pc:spChg chg="mod">
          <ac:chgData name="Hironari Yamada" userId="e57621f8-ec3c-449e-bb19-001fffcc008e" providerId="ADAL" clId="{BC0BD879-F267-5CCA-8DEA-E3B2DD07DA4E}" dt="2026-07-31T04:27:46.036" v="13234" actId="1038"/>
          <ac:spMkLst>
            <pc:docMk/>
            <pc:sldMk cId="1082158554" sldId="2076139083"/>
            <ac:spMk id="144" creationId="{61082456-ADC7-DA0C-E77B-6A0CD6FABCBA}"/>
          </ac:spMkLst>
        </pc:spChg>
        <pc:spChg chg="mod">
          <ac:chgData name="Hironari Yamada" userId="e57621f8-ec3c-449e-bb19-001fffcc008e" providerId="ADAL" clId="{BC0BD879-F267-5CCA-8DEA-E3B2DD07DA4E}" dt="2026-07-31T04:27:46.036" v="13234" actId="1038"/>
          <ac:spMkLst>
            <pc:docMk/>
            <pc:sldMk cId="1082158554" sldId="2076139083"/>
            <ac:spMk id="145" creationId="{09904573-00B7-B7BE-E524-387CF912EB55}"/>
          </ac:spMkLst>
        </pc:spChg>
        <pc:spChg chg="mod">
          <ac:chgData name="Hironari Yamada" userId="e57621f8-ec3c-449e-bb19-001fffcc008e" providerId="ADAL" clId="{BC0BD879-F267-5CCA-8DEA-E3B2DD07DA4E}" dt="2026-07-31T01:54:54.329" v="13152"/>
          <ac:spMkLst>
            <pc:docMk/>
            <pc:sldMk cId="1082158554" sldId="2076139083"/>
            <ac:spMk id="146" creationId="{1EEC72DD-F183-CA07-FE7D-309C6CC78BC1}"/>
          </ac:spMkLst>
        </pc:spChg>
        <pc:spChg chg="add mod">
          <ac:chgData name="Hironari Yamada" userId="e57621f8-ec3c-449e-bb19-001fffcc008e" providerId="ADAL" clId="{BC0BD879-F267-5CCA-8DEA-E3B2DD07DA4E}" dt="2026-07-31T04:27:41.027" v="13221" actId="1035"/>
          <ac:spMkLst>
            <pc:docMk/>
            <pc:sldMk cId="1082158554" sldId="2076139083"/>
            <ac:spMk id="147" creationId="{3F6FD72A-DD1F-5D0C-488D-16F9BE2A3A27}"/>
          </ac:spMkLst>
        </pc:spChg>
        <pc:spChg chg="mod">
          <ac:chgData name="Hironari Yamada" userId="e57621f8-ec3c-449e-bb19-001fffcc008e" providerId="ADAL" clId="{BC0BD879-F267-5CCA-8DEA-E3B2DD07DA4E}" dt="2026-07-31T04:27:46.036" v="13234" actId="1038"/>
          <ac:spMkLst>
            <pc:docMk/>
            <pc:sldMk cId="1082158554" sldId="2076139083"/>
            <ac:spMk id="151" creationId="{C3E4C91A-7898-736A-E582-735E0549B435}"/>
          </ac:spMkLst>
        </pc:spChg>
        <pc:spChg chg="add mod">
          <ac:chgData name="Hironari Yamada" userId="e57621f8-ec3c-449e-bb19-001fffcc008e" providerId="ADAL" clId="{BC0BD879-F267-5CCA-8DEA-E3B2DD07DA4E}" dt="2026-07-31T04:27:41.027" v="13221" actId="1035"/>
          <ac:spMkLst>
            <pc:docMk/>
            <pc:sldMk cId="1082158554" sldId="2076139083"/>
            <ac:spMk id="153" creationId="{01C05E86-490C-E5FB-C1CE-83A083F8AC71}"/>
          </ac:spMkLst>
        </pc:spChg>
        <pc:spChg chg="mod">
          <ac:chgData name="Hironari Yamada" userId="e57621f8-ec3c-449e-bb19-001fffcc008e" providerId="ADAL" clId="{BC0BD879-F267-5CCA-8DEA-E3B2DD07DA4E}" dt="2026-07-31T01:54:58.716" v="13153" actId="207"/>
          <ac:spMkLst>
            <pc:docMk/>
            <pc:sldMk cId="1082158554" sldId="2076139083"/>
            <ac:spMk id="154" creationId="{DE419B73-6872-E22C-684B-D0C1A9C923E0}"/>
          </ac:spMkLst>
        </pc:spChg>
        <pc:spChg chg="mod">
          <ac:chgData name="Hironari Yamada" userId="e57621f8-ec3c-449e-bb19-001fffcc008e" providerId="ADAL" clId="{BC0BD879-F267-5CCA-8DEA-E3B2DD07DA4E}" dt="2026-07-31T04:27:46.036" v="13234" actId="1038"/>
          <ac:spMkLst>
            <pc:docMk/>
            <pc:sldMk cId="1082158554" sldId="2076139083"/>
            <ac:spMk id="155" creationId="{E7551B28-3CC5-4732-83E9-20704A2C99A2}"/>
          </ac:spMkLst>
        </pc:spChg>
        <pc:spChg chg="add mod">
          <ac:chgData name="Hironari Yamada" userId="e57621f8-ec3c-449e-bb19-001fffcc008e" providerId="ADAL" clId="{BC0BD879-F267-5CCA-8DEA-E3B2DD07DA4E}" dt="2026-07-31T04:27:41.027" v="13221" actId="1035"/>
          <ac:spMkLst>
            <pc:docMk/>
            <pc:sldMk cId="1082158554" sldId="2076139083"/>
            <ac:spMk id="158" creationId="{FBBA0AE6-149D-4691-762D-F45B0A63A050}"/>
          </ac:spMkLst>
        </pc:spChg>
        <pc:spChg chg="mod">
          <ac:chgData name="Hironari Yamada" userId="e57621f8-ec3c-449e-bb19-001fffcc008e" providerId="ADAL" clId="{BC0BD879-F267-5CCA-8DEA-E3B2DD07DA4E}" dt="2026-07-31T01:54:58.716" v="13153" actId="207"/>
          <ac:spMkLst>
            <pc:docMk/>
            <pc:sldMk cId="1082158554" sldId="2076139083"/>
            <ac:spMk id="161" creationId="{DBFCDEE0-6EA9-B426-95AA-4418E72665F5}"/>
          </ac:spMkLst>
        </pc:spChg>
        <pc:spChg chg="mod">
          <ac:chgData name="Hironari Yamada" userId="e57621f8-ec3c-449e-bb19-001fffcc008e" providerId="ADAL" clId="{BC0BD879-F267-5CCA-8DEA-E3B2DD07DA4E}" dt="2026-07-31T04:27:41.027" v="13221" actId="1035"/>
          <ac:spMkLst>
            <pc:docMk/>
            <pc:sldMk cId="1082158554" sldId="2076139083"/>
            <ac:spMk id="168" creationId="{016B9440-82D6-8F66-FF3D-908DD153F2C9}"/>
          </ac:spMkLst>
        </pc:spChg>
        <pc:spChg chg="mod">
          <ac:chgData name="Hironari Yamada" userId="e57621f8-ec3c-449e-bb19-001fffcc008e" providerId="ADAL" clId="{BC0BD879-F267-5CCA-8DEA-E3B2DD07DA4E}" dt="2026-07-31T04:27:46.036" v="13234" actId="1038"/>
          <ac:spMkLst>
            <pc:docMk/>
            <pc:sldMk cId="1082158554" sldId="2076139083"/>
            <ac:spMk id="171" creationId="{7F9CFB7C-69B8-74AF-4BFD-83356705EEB0}"/>
          </ac:spMkLst>
        </pc:spChg>
        <pc:spChg chg="add mod">
          <ac:chgData name="Hironari Yamada" userId="e57621f8-ec3c-449e-bb19-001fffcc008e" providerId="ADAL" clId="{BC0BD879-F267-5CCA-8DEA-E3B2DD07DA4E}" dt="2026-07-31T04:27:46.036" v="13234" actId="1038"/>
          <ac:spMkLst>
            <pc:docMk/>
            <pc:sldMk cId="1082158554" sldId="2076139083"/>
            <ac:spMk id="181" creationId="{DCD48910-788C-D266-1697-4494C982E74A}"/>
          </ac:spMkLst>
        </pc:spChg>
        <pc:spChg chg="mod">
          <ac:chgData name="Hironari Yamada" userId="e57621f8-ec3c-449e-bb19-001fffcc008e" providerId="ADAL" clId="{BC0BD879-F267-5CCA-8DEA-E3B2DD07DA4E}" dt="2026-07-31T04:27:16.152" v="13208" actId="14100"/>
          <ac:spMkLst>
            <pc:docMk/>
            <pc:sldMk cId="1082158554" sldId="2076139083"/>
            <ac:spMk id="182" creationId="{5E6D8B38-E2C1-2ED0-4382-E30DCA902656}"/>
          </ac:spMkLst>
        </pc:spChg>
        <pc:spChg chg="mod">
          <ac:chgData name="Hironari Yamada" userId="e57621f8-ec3c-449e-bb19-001fffcc008e" providerId="ADAL" clId="{BC0BD879-F267-5CCA-8DEA-E3B2DD07DA4E}" dt="2026-07-31T04:27:23.740" v="13211" actId="1076"/>
          <ac:spMkLst>
            <pc:docMk/>
            <pc:sldMk cId="1082158554" sldId="2076139083"/>
            <ac:spMk id="183" creationId="{DCD00A7B-15CA-E395-8300-5204D2D14D25}"/>
          </ac:spMkLst>
        </pc:spChg>
        <pc:spChg chg="mod">
          <ac:chgData name="Hironari Yamada" userId="e57621f8-ec3c-449e-bb19-001fffcc008e" providerId="ADAL" clId="{BC0BD879-F267-5CCA-8DEA-E3B2DD07DA4E}" dt="2026-07-31T04:27:20.995" v="13210" actId="14100"/>
          <ac:spMkLst>
            <pc:docMk/>
            <pc:sldMk cId="1082158554" sldId="2076139083"/>
            <ac:spMk id="184" creationId="{F6449974-E6D4-D1B5-AB5D-08FA31A411E5}"/>
          </ac:spMkLst>
        </pc:spChg>
        <pc:spChg chg="mod">
          <ac:chgData name="Hironari Yamada" userId="e57621f8-ec3c-449e-bb19-001fffcc008e" providerId="ADAL" clId="{BC0BD879-F267-5CCA-8DEA-E3B2DD07DA4E}" dt="2026-07-31T04:26:48.860" v="13200" actId="166"/>
          <ac:spMkLst>
            <pc:docMk/>
            <pc:sldMk cId="1082158554" sldId="2076139083"/>
            <ac:spMk id="185" creationId="{A11F1D7C-60CB-E4AA-AF76-57AB4A1FFB71}"/>
          </ac:spMkLst>
        </pc:spChg>
        <pc:spChg chg="add del mod">
          <ac:chgData name="Hironari Yamada" userId="e57621f8-ec3c-449e-bb19-001fffcc008e" providerId="ADAL" clId="{BC0BD879-F267-5CCA-8DEA-E3B2DD07DA4E}" dt="2026-07-31T04:27:26.689" v="13212" actId="478"/>
          <ac:spMkLst>
            <pc:docMk/>
            <pc:sldMk cId="1082158554" sldId="2076139083"/>
            <ac:spMk id="186" creationId="{CA9514C7-4C32-D45D-0938-36235E507A1D}"/>
          </ac:spMkLst>
        </pc:spChg>
        <pc:spChg chg="add mod">
          <ac:chgData name="Hironari Yamada" userId="e57621f8-ec3c-449e-bb19-001fffcc008e" providerId="ADAL" clId="{BC0BD879-F267-5CCA-8DEA-E3B2DD07DA4E}" dt="2026-07-31T01:56:50.342" v="13165" actId="1076"/>
          <ac:spMkLst>
            <pc:docMk/>
            <pc:sldMk cId="1082158554" sldId="2076139083"/>
            <ac:spMk id="187" creationId="{696F36CB-AFAE-3FD3-1E08-4B511C0ED88F}"/>
          </ac:spMkLst>
        </pc:spChg>
        <pc:spChg chg="add del mod">
          <ac:chgData name="Hironari Yamada" userId="e57621f8-ec3c-449e-bb19-001fffcc008e" providerId="ADAL" clId="{BC0BD879-F267-5CCA-8DEA-E3B2DD07DA4E}" dt="2026-07-31T01:56:54.895" v="13168" actId="478"/>
          <ac:spMkLst>
            <pc:docMk/>
            <pc:sldMk cId="1082158554" sldId="2076139083"/>
            <ac:spMk id="188" creationId="{8AC0FA58-3D0A-EDC0-15AA-987D50286954}"/>
          </ac:spMkLst>
        </pc:spChg>
        <pc:spChg chg="add mod">
          <ac:chgData name="Hironari Yamada" userId="e57621f8-ec3c-449e-bb19-001fffcc008e" providerId="ADAL" clId="{BC0BD879-F267-5CCA-8DEA-E3B2DD07DA4E}" dt="2026-07-31T04:27:41.027" v="13221" actId="1035"/>
          <ac:spMkLst>
            <pc:docMk/>
            <pc:sldMk cId="1082158554" sldId="2076139083"/>
            <ac:spMk id="189" creationId="{07D34990-F0F4-5A20-7647-197EA3A24189}"/>
          </ac:spMkLst>
        </pc:spChg>
        <pc:spChg chg="add mod">
          <ac:chgData name="Hironari Yamada" userId="e57621f8-ec3c-449e-bb19-001fffcc008e" providerId="ADAL" clId="{BC0BD879-F267-5CCA-8DEA-E3B2DD07DA4E}" dt="2026-07-31T01:57:12.033" v="13175" actId="1076"/>
          <ac:spMkLst>
            <pc:docMk/>
            <pc:sldMk cId="1082158554" sldId="2076139083"/>
            <ac:spMk id="190" creationId="{D22AEF49-79A3-0188-E204-43F9AAD7E826}"/>
          </ac:spMkLst>
        </pc:spChg>
        <pc:spChg chg="add mod">
          <ac:chgData name="Hironari Yamada" userId="e57621f8-ec3c-449e-bb19-001fffcc008e" providerId="ADAL" clId="{BC0BD879-F267-5CCA-8DEA-E3B2DD07DA4E}" dt="2026-07-31T04:27:41.027" v="13221" actId="1035"/>
          <ac:spMkLst>
            <pc:docMk/>
            <pc:sldMk cId="1082158554" sldId="2076139083"/>
            <ac:spMk id="191" creationId="{C5B9E10A-C91C-A1BA-A763-E1236994317E}"/>
          </ac:spMkLst>
        </pc:spChg>
        <pc:spChg chg="add mod">
          <ac:chgData name="Hironari Yamada" userId="e57621f8-ec3c-449e-bb19-001fffcc008e" providerId="ADAL" clId="{BC0BD879-F267-5CCA-8DEA-E3B2DD07DA4E}" dt="2026-07-31T04:27:41.027" v="13221" actId="1035"/>
          <ac:spMkLst>
            <pc:docMk/>
            <pc:sldMk cId="1082158554" sldId="2076139083"/>
            <ac:spMk id="192" creationId="{8D0D74F1-4ACF-38F5-B0C8-A3BEAC20307C}"/>
          </ac:spMkLst>
        </pc:spChg>
        <pc:spChg chg="add mod">
          <ac:chgData name="Hironari Yamada" userId="e57621f8-ec3c-449e-bb19-001fffcc008e" providerId="ADAL" clId="{BC0BD879-F267-5CCA-8DEA-E3B2DD07DA4E}" dt="2026-07-31T04:27:41.027" v="13221" actId="1035"/>
          <ac:spMkLst>
            <pc:docMk/>
            <pc:sldMk cId="1082158554" sldId="2076139083"/>
            <ac:spMk id="193" creationId="{9E522B85-6B17-B30D-4AED-6B0C66879C83}"/>
          </ac:spMkLst>
        </pc:spChg>
        <pc:spChg chg="add mod">
          <ac:chgData name="Hironari Yamada" userId="e57621f8-ec3c-449e-bb19-001fffcc008e" providerId="ADAL" clId="{BC0BD879-F267-5CCA-8DEA-E3B2DD07DA4E}" dt="2026-07-31T04:27:46.036" v="13234" actId="1038"/>
          <ac:spMkLst>
            <pc:docMk/>
            <pc:sldMk cId="1082158554" sldId="2076139083"/>
            <ac:spMk id="194" creationId="{B8B33D5E-EA1D-2FD6-7920-2EEDA53BD548}"/>
          </ac:spMkLst>
        </pc:spChg>
        <pc:spChg chg="add mod">
          <ac:chgData name="Hironari Yamada" userId="e57621f8-ec3c-449e-bb19-001fffcc008e" providerId="ADAL" clId="{BC0BD879-F267-5CCA-8DEA-E3B2DD07DA4E}" dt="2026-07-31T04:26:22.706" v="13192" actId="1076"/>
          <ac:spMkLst>
            <pc:docMk/>
            <pc:sldMk cId="1082158554" sldId="2076139083"/>
            <ac:spMk id="195" creationId="{7E85A374-790E-4B61-3E7E-BEB696C2F59C}"/>
          </ac:spMkLst>
        </pc:spChg>
        <pc:spChg chg="add mod">
          <ac:chgData name="Hironari Yamada" userId="e57621f8-ec3c-449e-bb19-001fffcc008e" providerId="ADAL" clId="{BC0BD879-F267-5CCA-8DEA-E3B2DD07DA4E}" dt="2026-07-31T04:27:41.027" v="13221" actId="1035"/>
          <ac:spMkLst>
            <pc:docMk/>
            <pc:sldMk cId="1082158554" sldId="2076139083"/>
            <ac:spMk id="196" creationId="{D8F43EDB-5AF7-2485-9440-327DA31C44EE}"/>
          </ac:spMkLst>
        </pc:spChg>
        <pc:spChg chg="add mod">
          <ac:chgData name="Hironari Yamada" userId="e57621f8-ec3c-449e-bb19-001fffcc008e" providerId="ADAL" clId="{BC0BD879-F267-5CCA-8DEA-E3B2DD07DA4E}" dt="2026-07-31T04:26:30.236" v="13196" actId="1076"/>
          <ac:spMkLst>
            <pc:docMk/>
            <pc:sldMk cId="1082158554" sldId="2076139083"/>
            <ac:spMk id="197" creationId="{988F1246-15C3-9279-08F4-F1EAD1110CCC}"/>
          </ac:spMkLst>
        </pc:spChg>
        <pc:spChg chg="add mod">
          <ac:chgData name="Hironari Yamada" userId="e57621f8-ec3c-449e-bb19-001fffcc008e" providerId="ADAL" clId="{BC0BD879-F267-5CCA-8DEA-E3B2DD07DA4E}" dt="2026-07-31T04:26:37.195" v="13199" actId="1076"/>
          <ac:spMkLst>
            <pc:docMk/>
            <pc:sldMk cId="1082158554" sldId="2076139083"/>
            <ac:spMk id="198" creationId="{A5747640-EEC9-BA1C-FFA7-5B1553DCB550}"/>
          </ac:spMkLst>
        </pc:spChg>
        <pc:spChg chg="add mod">
          <ac:chgData name="Hironari Yamada" userId="e57621f8-ec3c-449e-bb19-001fffcc008e" providerId="ADAL" clId="{BC0BD879-F267-5CCA-8DEA-E3B2DD07DA4E}" dt="2026-07-31T04:33:20.839" v="13392" actId="20577"/>
          <ac:spMkLst>
            <pc:docMk/>
            <pc:sldMk cId="1082158554" sldId="2076139083"/>
            <ac:spMk id="199" creationId="{C1E564FE-9450-1808-5793-22CA607EEB43}"/>
          </ac:spMkLst>
        </pc:spChg>
        <pc:spChg chg="add del">
          <ac:chgData name="Hironari Yamada" userId="e57621f8-ec3c-449e-bb19-001fffcc008e" providerId="ADAL" clId="{BC0BD879-F267-5CCA-8DEA-E3B2DD07DA4E}" dt="2026-07-31T04:35:19.031" v="13394" actId="22"/>
          <ac:spMkLst>
            <pc:docMk/>
            <pc:sldMk cId="1082158554" sldId="2076139083"/>
            <ac:spMk id="201" creationId="{F32A7264-1AD3-FB57-2727-883A03F394A4}"/>
          </ac:spMkLst>
        </pc:spChg>
        <pc:picChg chg="del mod">
          <ac:chgData name="Hironari Yamada" userId="e57621f8-ec3c-449e-bb19-001fffcc008e" providerId="ADAL" clId="{BC0BD879-F267-5CCA-8DEA-E3B2DD07DA4E}" dt="2026-07-31T01:57:27.888" v="13178" actId="478"/>
          <ac:picMkLst>
            <pc:docMk/>
            <pc:sldMk cId="1082158554" sldId="2076139083"/>
            <ac:picMk id="148" creationId="{0CE0A20F-FF58-B80D-6601-39EF3C606D42}"/>
          </ac:picMkLst>
        </pc:picChg>
        <pc:picChg chg="del">
          <ac:chgData name="Hironari Yamada" userId="e57621f8-ec3c-449e-bb19-001fffcc008e" providerId="ADAL" clId="{BC0BD879-F267-5CCA-8DEA-E3B2DD07DA4E}" dt="2026-07-31T01:57:22.119" v="13176" actId="478"/>
          <ac:picMkLst>
            <pc:docMk/>
            <pc:sldMk cId="1082158554" sldId="2076139083"/>
            <ac:picMk id="150" creationId="{5AD69AD0-7DD5-06D2-7221-577AB7F67975}"/>
          </ac:picMkLst>
        </pc:picChg>
        <pc:picChg chg="del mod">
          <ac:chgData name="Hironari Yamada" userId="e57621f8-ec3c-449e-bb19-001fffcc008e" providerId="ADAL" clId="{BC0BD879-F267-5CCA-8DEA-E3B2DD07DA4E}" dt="2026-07-31T01:57:22.119" v="13176" actId="478"/>
          <ac:picMkLst>
            <pc:docMk/>
            <pc:sldMk cId="1082158554" sldId="2076139083"/>
            <ac:picMk id="152" creationId="{A025D397-CA7B-8B13-2FA1-E8AC7A3A36FF}"/>
          </ac:picMkLst>
        </pc:picChg>
        <pc:picChg chg="del mod">
          <ac:chgData name="Hironari Yamada" userId="e57621f8-ec3c-449e-bb19-001fffcc008e" providerId="ADAL" clId="{BC0BD879-F267-5CCA-8DEA-E3B2DD07DA4E}" dt="2026-07-31T01:57:22.119" v="13176" actId="478"/>
          <ac:picMkLst>
            <pc:docMk/>
            <pc:sldMk cId="1082158554" sldId="2076139083"/>
            <ac:picMk id="173" creationId="{37C5114E-1175-605B-CE5D-E0043893C6E1}"/>
          </ac:picMkLst>
        </pc:picChg>
        <pc:picChg chg="del mod">
          <ac:chgData name="Hironari Yamada" userId="e57621f8-ec3c-449e-bb19-001fffcc008e" providerId="ADAL" clId="{BC0BD879-F267-5CCA-8DEA-E3B2DD07DA4E}" dt="2026-07-31T01:57:24.865" v="13177" actId="478"/>
          <ac:picMkLst>
            <pc:docMk/>
            <pc:sldMk cId="1082158554" sldId="2076139083"/>
            <ac:picMk id="174" creationId="{A5094D14-8D54-0840-54DF-2CAB26D35E7E}"/>
          </ac:picMkLst>
        </pc:picChg>
        <pc:picChg chg="del mod">
          <ac:chgData name="Hironari Yamada" userId="e57621f8-ec3c-449e-bb19-001fffcc008e" providerId="ADAL" clId="{BC0BD879-F267-5CCA-8DEA-E3B2DD07DA4E}" dt="2026-07-31T01:57:22.119" v="13176" actId="478"/>
          <ac:picMkLst>
            <pc:docMk/>
            <pc:sldMk cId="1082158554" sldId="2076139083"/>
            <ac:picMk id="175" creationId="{6EF886C6-CEDA-CD0B-9CFF-BE3E5FA03DCA}"/>
          </ac:picMkLst>
        </pc:picChg>
        <pc:picChg chg="del mod">
          <ac:chgData name="Hironari Yamada" userId="e57621f8-ec3c-449e-bb19-001fffcc008e" providerId="ADAL" clId="{BC0BD879-F267-5CCA-8DEA-E3B2DD07DA4E}" dt="2026-07-31T01:57:22.119" v="13176" actId="478"/>
          <ac:picMkLst>
            <pc:docMk/>
            <pc:sldMk cId="1082158554" sldId="2076139083"/>
            <ac:picMk id="176" creationId="{FFE5BDB5-58D5-AA9A-282C-5F2704851757}"/>
          </ac:picMkLst>
        </pc:picChg>
        <pc:picChg chg="del mod">
          <ac:chgData name="Hironari Yamada" userId="e57621f8-ec3c-449e-bb19-001fffcc008e" providerId="ADAL" clId="{BC0BD879-F267-5CCA-8DEA-E3B2DD07DA4E}" dt="2026-07-31T01:57:22.119" v="13176" actId="478"/>
          <ac:picMkLst>
            <pc:docMk/>
            <pc:sldMk cId="1082158554" sldId="2076139083"/>
            <ac:picMk id="177" creationId="{925AC618-0872-2AF9-061F-B8B99E8A66F1}"/>
          </ac:picMkLst>
        </pc:picChg>
        <pc:picChg chg="del mod">
          <ac:chgData name="Hironari Yamada" userId="e57621f8-ec3c-449e-bb19-001fffcc008e" providerId="ADAL" clId="{BC0BD879-F267-5CCA-8DEA-E3B2DD07DA4E}" dt="2026-07-31T01:56:38.605" v="13160" actId="478"/>
          <ac:picMkLst>
            <pc:docMk/>
            <pc:sldMk cId="1082158554" sldId="2076139083"/>
            <ac:picMk id="178" creationId="{3F82BE6F-E926-A1AF-5433-62FAB613C35A}"/>
          </ac:picMkLst>
        </pc:picChg>
        <pc:picChg chg="del mod">
          <ac:chgData name="Hironari Yamada" userId="e57621f8-ec3c-449e-bb19-001fffcc008e" providerId="ADAL" clId="{BC0BD879-F267-5CCA-8DEA-E3B2DD07DA4E}" dt="2026-07-31T01:56:52.884" v="13166" actId="478"/>
          <ac:picMkLst>
            <pc:docMk/>
            <pc:sldMk cId="1082158554" sldId="2076139083"/>
            <ac:picMk id="179" creationId="{DF73B210-ABCC-A068-D0C9-9F9CBA19D13D}"/>
          </ac:picMkLst>
        </pc:picChg>
        <pc:picChg chg="del mod">
          <ac:chgData name="Hironari Yamada" userId="e57621f8-ec3c-449e-bb19-001fffcc008e" providerId="ADAL" clId="{BC0BD879-F267-5CCA-8DEA-E3B2DD07DA4E}" dt="2026-07-31T01:57:02.619" v="13171" actId="478"/>
          <ac:picMkLst>
            <pc:docMk/>
            <pc:sldMk cId="1082158554" sldId="2076139083"/>
            <ac:picMk id="180" creationId="{C489DA8E-423A-CAEC-2A4B-E7239F828D5A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7-31T05:27:14.815" v="13649"/>
        <pc:sldMkLst>
          <pc:docMk/>
          <pc:sldMk cId="3766043883" sldId="2076139084"/>
        </pc:sldMkLst>
        <pc:spChg chg="add mod">
          <ac:chgData name="Hironari Yamada" userId="e57621f8-ec3c-449e-bb19-001fffcc008e" providerId="ADAL" clId="{BC0BD879-F267-5CCA-8DEA-E3B2DD07DA4E}" dt="2026-07-31T05:25:38.070" v="13415" actId="1076"/>
          <ac:spMkLst>
            <pc:docMk/>
            <pc:sldMk cId="3766043883" sldId="2076139084"/>
            <ac:spMk id="5" creationId="{D9B83FEF-C32F-F6EE-293A-344B117C053C}"/>
          </ac:spMkLst>
        </pc:spChg>
        <pc:spChg chg="add mod">
          <ac:chgData name="Hironari Yamada" userId="e57621f8-ec3c-449e-bb19-001fffcc008e" providerId="ADAL" clId="{BC0BD879-F267-5CCA-8DEA-E3B2DD07DA4E}" dt="2026-07-31T05:25:38.070" v="13415" actId="1076"/>
          <ac:spMkLst>
            <pc:docMk/>
            <pc:sldMk cId="3766043883" sldId="2076139084"/>
            <ac:spMk id="8" creationId="{49ECF719-4AE1-5951-E186-03C9300C9599}"/>
          </ac:spMkLst>
        </pc:spChg>
        <pc:spChg chg="mod">
          <ac:chgData name="Hironari Yamada" userId="e57621f8-ec3c-449e-bb19-001fffcc008e" providerId="ADAL" clId="{BC0BD879-F267-5CCA-8DEA-E3B2DD07DA4E}" dt="2026-07-31T05:25:19.887" v="13410"/>
          <ac:spMkLst>
            <pc:docMk/>
            <pc:sldMk cId="3766043883" sldId="2076139084"/>
            <ac:spMk id="9" creationId="{2B5469E2-F6BE-A60A-2D53-44AB1C08E268}"/>
          </ac:spMkLst>
        </pc:spChg>
        <pc:spChg chg="add mod">
          <ac:chgData name="Hironari Yamada" userId="e57621f8-ec3c-449e-bb19-001fffcc008e" providerId="ADAL" clId="{BC0BD879-F267-5CCA-8DEA-E3B2DD07DA4E}" dt="2026-07-31T05:25:38.070" v="13415" actId="1076"/>
          <ac:spMkLst>
            <pc:docMk/>
            <pc:sldMk cId="3766043883" sldId="2076139084"/>
            <ac:spMk id="11" creationId="{4ABA9FA6-5449-2FE0-03F7-DB17F9635AFD}"/>
          </ac:spMkLst>
        </pc:spChg>
        <pc:spChg chg="add mod">
          <ac:chgData name="Hironari Yamada" userId="e57621f8-ec3c-449e-bb19-001fffcc008e" providerId="ADAL" clId="{BC0BD879-F267-5CCA-8DEA-E3B2DD07DA4E}" dt="2026-07-31T05:25:43.603" v="13417" actId="692"/>
          <ac:spMkLst>
            <pc:docMk/>
            <pc:sldMk cId="3766043883" sldId="2076139084"/>
            <ac:spMk id="14" creationId="{0A6D1AFA-ED6D-E195-9A60-844A85D6F0C9}"/>
          </ac:spMkLst>
        </pc:spChg>
        <pc:spChg chg="add mod">
          <ac:chgData name="Hironari Yamada" userId="e57621f8-ec3c-449e-bb19-001fffcc008e" providerId="ADAL" clId="{BC0BD879-F267-5CCA-8DEA-E3B2DD07DA4E}" dt="2026-07-31T05:25:38.070" v="13415" actId="1076"/>
          <ac:spMkLst>
            <pc:docMk/>
            <pc:sldMk cId="3766043883" sldId="2076139084"/>
            <ac:spMk id="16" creationId="{AE37F9E8-25A4-41FF-9BF0-FEEDFBD3CB35}"/>
          </ac:spMkLst>
        </pc:spChg>
        <pc:spChg chg="add mod">
          <ac:chgData name="Hironari Yamada" userId="e57621f8-ec3c-449e-bb19-001fffcc008e" providerId="ADAL" clId="{BC0BD879-F267-5CCA-8DEA-E3B2DD07DA4E}" dt="2026-07-31T05:25:38.070" v="13415" actId="1076"/>
          <ac:spMkLst>
            <pc:docMk/>
            <pc:sldMk cId="3766043883" sldId="2076139084"/>
            <ac:spMk id="19" creationId="{09AE0167-A390-9B7D-35C4-498C10A4657C}"/>
          </ac:spMkLst>
        </pc:spChg>
        <pc:spChg chg="add mod">
          <ac:chgData name="Hironari Yamada" userId="e57621f8-ec3c-449e-bb19-001fffcc008e" providerId="ADAL" clId="{BC0BD879-F267-5CCA-8DEA-E3B2DD07DA4E}" dt="2026-07-31T05:25:38.070" v="13415" actId="1076"/>
          <ac:spMkLst>
            <pc:docMk/>
            <pc:sldMk cId="3766043883" sldId="2076139084"/>
            <ac:spMk id="20" creationId="{17FB24E5-83EF-EC59-38BB-EC35B9BE6582}"/>
          </ac:spMkLst>
        </pc:spChg>
        <pc:spChg chg="add mod">
          <ac:chgData name="Hironari Yamada" userId="e57621f8-ec3c-449e-bb19-001fffcc008e" providerId="ADAL" clId="{BC0BD879-F267-5CCA-8DEA-E3B2DD07DA4E}" dt="2026-07-31T05:25:38.070" v="13415" actId="1076"/>
          <ac:spMkLst>
            <pc:docMk/>
            <pc:sldMk cId="3766043883" sldId="2076139084"/>
            <ac:spMk id="23" creationId="{BBD16BE4-1650-1C7A-08C3-ADCE8262F5E4}"/>
          </ac:spMkLst>
        </pc:spChg>
        <pc:spChg chg="add mod">
          <ac:chgData name="Hironari Yamada" userId="e57621f8-ec3c-449e-bb19-001fffcc008e" providerId="ADAL" clId="{BC0BD879-F267-5CCA-8DEA-E3B2DD07DA4E}" dt="2026-07-31T05:25:38.070" v="13415" actId="1076"/>
          <ac:spMkLst>
            <pc:docMk/>
            <pc:sldMk cId="3766043883" sldId="2076139084"/>
            <ac:spMk id="24" creationId="{740AE5BC-B7DE-9433-CE7E-7F958C88AA3F}"/>
          </ac:spMkLst>
        </pc:spChg>
        <pc:spChg chg="add mod">
          <ac:chgData name="Hironari Yamada" userId="e57621f8-ec3c-449e-bb19-001fffcc008e" providerId="ADAL" clId="{BC0BD879-F267-5CCA-8DEA-E3B2DD07DA4E}" dt="2026-07-31T05:25:38.070" v="13415" actId="1076"/>
          <ac:spMkLst>
            <pc:docMk/>
            <pc:sldMk cId="3766043883" sldId="2076139084"/>
            <ac:spMk id="29" creationId="{FD07AA3C-4834-9641-0C56-1781199C6E29}"/>
          </ac:spMkLst>
        </pc:spChg>
        <pc:spChg chg="add mod">
          <ac:chgData name="Hironari Yamada" userId="e57621f8-ec3c-449e-bb19-001fffcc008e" providerId="ADAL" clId="{BC0BD879-F267-5CCA-8DEA-E3B2DD07DA4E}" dt="2026-07-31T05:27:14.815" v="13649"/>
          <ac:spMkLst>
            <pc:docMk/>
            <pc:sldMk cId="3766043883" sldId="2076139084"/>
            <ac:spMk id="41" creationId="{6DE39FAE-98AC-E209-FB0D-2A51A1877F76}"/>
          </ac:spMkLst>
        </pc:spChg>
        <pc:spChg chg="add mod">
          <ac:chgData name="Hironari Yamada" userId="e57621f8-ec3c-449e-bb19-001fffcc008e" providerId="ADAL" clId="{BC0BD879-F267-5CCA-8DEA-E3B2DD07DA4E}" dt="2026-07-31T05:27:14.815" v="13649"/>
          <ac:spMkLst>
            <pc:docMk/>
            <pc:sldMk cId="3766043883" sldId="2076139084"/>
            <ac:spMk id="43" creationId="{AA2ECD32-D071-3F4D-0D9C-90C71E90ECD4}"/>
          </ac:spMkLst>
        </pc:spChg>
        <pc:spChg chg="add mod">
          <ac:chgData name="Hironari Yamada" userId="e57621f8-ec3c-449e-bb19-001fffcc008e" providerId="ADAL" clId="{BC0BD879-F267-5CCA-8DEA-E3B2DD07DA4E}" dt="2026-07-31T05:27:14.815" v="13649"/>
          <ac:spMkLst>
            <pc:docMk/>
            <pc:sldMk cId="3766043883" sldId="2076139084"/>
            <ac:spMk id="46" creationId="{B17B71B5-1172-66DC-99F3-EF99A12FC3F6}"/>
          </ac:spMkLst>
        </pc:spChg>
        <pc:spChg chg="add mod">
          <ac:chgData name="Hironari Yamada" userId="e57621f8-ec3c-449e-bb19-001fffcc008e" providerId="ADAL" clId="{BC0BD879-F267-5CCA-8DEA-E3B2DD07DA4E}" dt="2026-07-31T05:27:14.815" v="13649"/>
          <ac:spMkLst>
            <pc:docMk/>
            <pc:sldMk cId="3766043883" sldId="2076139084"/>
            <ac:spMk id="47" creationId="{AE83C2E4-7065-8279-D714-BC8F968515AF}"/>
          </ac:spMkLst>
        </pc:spChg>
        <pc:spChg chg="add mod">
          <ac:chgData name="Hironari Yamada" userId="e57621f8-ec3c-449e-bb19-001fffcc008e" providerId="ADAL" clId="{BC0BD879-F267-5CCA-8DEA-E3B2DD07DA4E}" dt="2026-07-31T05:27:14.815" v="13649"/>
          <ac:spMkLst>
            <pc:docMk/>
            <pc:sldMk cId="3766043883" sldId="2076139084"/>
            <ac:spMk id="48" creationId="{2C16BAB1-37B7-10B2-0EFE-756AB40E0E33}"/>
          </ac:spMkLst>
        </pc:spChg>
        <pc:spChg chg="add mod">
          <ac:chgData name="Hironari Yamada" userId="e57621f8-ec3c-449e-bb19-001fffcc008e" providerId="ADAL" clId="{BC0BD879-F267-5CCA-8DEA-E3B2DD07DA4E}" dt="2026-07-31T05:27:14.815" v="13649"/>
          <ac:spMkLst>
            <pc:docMk/>
            <pc:sldMk cId="3766043883" sldId="2076139084"/>
            <ac:spMk id="52" creationId="{35987C3D-A30D-2E5E-BF73-CA687FF32D60}"/>
          </ac:spMkLst>
        </pc:spChg>
        <pc:spChg chg="add mod">
          <ac:chgData name="Hironari Yamada" userId="e57621f8-ec3c-449e-bb19-001fffcc008e" providerId="ADAL" clId="{BC0BD879-F267-5CCA-8DEA-E3B2DD07DA4E}" dt="2026-07-31T05:27:14.815" v="13649"/>
          <ac:spMkLst>
            <pc:docMk/>
            <pc:sldMk cId="3766043883" sldId="2076139084"/>
            <ac:spMk id="61" creationId="{C64E2D20-C806-927E-5756-9B7DE3A18759}"/>
          </ac:spMkLst>
        </pc:spChg>
        <pc:spChg chg="add mod">
          <ac:chgData name="Hironari Yamada" userId="e57621f8-ec3c-449e-bb19-001fffcc008e" providerId="ADAL" clId="{BC0BD879-F267-5CCA-8DEA-E3B2DD07DA4E}" dt="2026-07-31T05:27:14.815" v="13649"/>
          <ac:spMkLst>
            <pc:docMk/>
            <pc:sldMk cId="3766043883" sldId="2076139084"/>
            <ac:spMk id="62" creationId="{56DADDB3-8731-0A48-08F8-30F4C27E1CAB}"/>
          </ac:spMkLst>
        </pc:spChg>
        <pc:spChg chg="add mod">
          <ac:chgData name="Hironari Yamada" userId="e57621f8-ec3c-449e-bb19-001fffcc008e" providerId="ADAL" clId="{BC0BD879-F267-5CCA-8DEA-E3B2DD07DA4E}" dt="2026-07-31T05:27:14.815" v="13649"/>
          <ac:spMkLst>
            <pc:docMk/>
            <pc:sldMk cId="3766043883" sldId="2076139084"/>
            <ac:spMk id="128" creationId="{51760B43-F19C-A51B-9DB4-F38D9AA0450C}"/>
          </ac:spMkLst>
        </pc:spChg>
        <pc:spChg chg="add mod">
          <ac:chgData name="Hironari Yamada" userId="e57621f8-ec3c-449e-bb19-001fffcc008e" providerId="ADAL" clId="{BC0BD879-F267-5CCA-8DEA-E3B2DD07DA4E}" dt="2026-07-31T05:27:14.815" v="13649"/>
          <ac:spMkLst>
            <pc:docMk/>
            <pc:sldMk cId="3766043883" sldId="2076139084"/>
            <ac:spMk id="131" creationId="{EF0F9C63-ED10-B0D0-294F-EA6A02AAE374}"/>
          </ac:spMkLst>
        </pc:spChg>
        <pc:spChg chg="del">
          <ac:chgData name="Hironari Yamada" userId="e57621f8-ec3c-449e-bb19-001fffcc008e" providerId="ADAL" clId="{BC0BD879-F267-5CCA-8DEA-E3B2DD07DA4E}" dt="2026-07-31T05:25:23.007" v="13411" actId="478"/>
          <ac:spMkLst>
            <pc:docMk/>
            <pc:sldMk cId="3766043883" sldId="2076139084"/>
            <ac:spMk id="149" creationId="{39B56EE2-EB66-634E-6360-49EE7B9786EB}"/>
          </ac:spMkLst>
        </pc:spChg>
        <pc:spChg chg="del">
          <ac:chgData name="Hironari Yamada" userId="e57621f8-ec3c-449e-bb19-001fffcc008e" providerId="ADAL" clId="{BC0BD879-F267-5CCA-8DEA-E3B2DD07DA4E}" dt="2026-07-31T05:25:23.007" v="13411" actId="478"/>
          <ac:spMkLst>
            <pc:docMk/>
            <pc:sldMk cId="3766043883" sldId="2076139084"/>
            <ac:spMk id="155" creationId="{DA9E7D2C-7ED1-1497-029A-211B253446B8}"/>
          </ac:spMkLst>
        </pc:spChg>
        <pc:spChg chg="del">
          <ac:chgData name="Hironari Yamada" userId="e57621f8-ec3c-449e-bb19-001fffcc008e" providerId="ADAL" clId="{BC0BD879-F267-5CCA-8DEA-E3B2DD07DA4E}" dt="2026-07-31T05:25:23.007" v="13411" actId="478"/>
          <ac:spMkLst>
            <pc:docMk/>
            <pc:sldMk cId="3766043883" sldId="2076139084"/>
            <ac:spMk id="156" creationId="{B98CA41B-6FE3-1ADC-E8C0-D9D1E8F635F0}"/>
          </ac:spMkLst>
        </pc:spChg>
        <pc:spChg chg="del">
          <ac:chgData name="Hironari Yamada" userId="e57621f8-ec3c-449e-bb19-001fffcc008e" providerId="ADAL" clId="{BC0BD879-F267-5CCA-8DEA-E3B2DD07DA4E}" dt="2026-07-31T05:25:23.007" v="13411" actId="478"/>
          <ac:spMkLst>
            <pc:docMk/>
            <pc:sldMk cId="3766043883" sldId="2076139084"/>
            <ac:spMk id="162" creationId="{BEC2800A-A89C-AFDE-2E86-B0B00A1349B0}"/>
          </ac:spMkLst>
        </pc:spChg>
        <pc:spChg chg="del">
          <ac:chgData name="Hironari Yamada" userId="e57621f8-ec3c-449e-bb19-001fffcc008e" providerId="ADAL" clId="{BC0BD879-F267-5CCA-8DEA-E3B2DD07DA4E}" dt="2026-07-31T05:25:23.007" v="13411" actId="478"/>
          <ac:spMkLst>
            <pc:docMk/>
            <pc:sldMk cId="3766043883" sldId="2076139084"/>
            <ac:spMk id="168" creationId="{A1E21B58-A7A9-E9B8-35D2-B93216ED8880}"/>
          </ac:spMkLst>
        </pc:spChg>
        <pc:spChg chg="del">
          <ac:chgData name="Hironari Yamada" userId="e57621f8-ec3c-449e-bb19-001fffcc008e" providerId="ADAL" clId="{BC0BD879-F267-5CCA-8DEA-E3B2DD07DA4E}" dt="2026-07-31T05:25:23.007" v="13411" actId="478"/>
          <ac:spMkLst>
            <pc:docMk/>
            <pc:sldMk cId="3766043883" sldId="2076139084"/>
            <ac:spMk id="169" creationId="{C3FE8DA5-A2B3-6DAA-AFC3-34AA40147949}"/>
          </ac:spMkLst>
        </pc:spChg>
        <pc:spChg chg="del">
          <ac:chgData name="Hironari Yamada" userId="e57621f8-ec3c-449e-bb19-001fffcc008e" providerId="ADAL" clId="{BC0BD879-F267-5CCA-8DEA-E3B2DD07DA4E}" dt="2026-07-31T05:25:23.007" v="13411" actId="478"/>
          <ac:spMkLst>
            <pc:docMk/>
            <pc:sldMk cId="3766043883" sldId="2076139084"/>
            <ac:spMk id="181" creationId="{8591D2E2-6A78-5420-CECD-A424EF27A40B}"/>
          </ac:spMkLst>
        </pc:spChg>
        <pc:spChg chg="del">
          <ac:chgData name="Hironari Yamada" userId="e57621f8-ec3c-449e-bb19-001fffcc008e" providerId="ADAL" clId="{BC0BD879-F267-5CCA-8DEA-E3B2DD07DA4E}" dt="2026-07-31T05:25:23.007" v="13411" actId="478"/>
          <ac:spMkLst>
            <pc:docMk/>
            <pc:sldMk cId="3766043883" sldId="2076139084"/>
            <ac:spMk id="187" creationId="{938AFF9E-FBF9-B797-A9DF-533CD784F8DF}"/>
          </ac:spMkLst>
        </pc:spChg>
        <pc:spChg chg="del">
          <ac:chgData name="Hironari Yamada" userId="e57621f8-ec3c-449e-bb19-001fffcc008e" providerId="ADAL" clId="{BC0BD879-F267-5CCA-8DEA-E3B2DD07DA4E}" dt="2026-07-31T05:25:23.007" v="13411" actId="478"/>
          <ac:spMkLst>
            <pc:docMk/>
            <pc:sldMk cId="3766043883" sldId="2076139084"/>
            <ac:spMk id="197" creationId="{F14223B9-BD7E-F1EA-60E7-C1757899892D}"/>
          </ac:spMkLst>
        </pc:spChg>
        <pc:spChg chg="del">
          <ac:chgData name="Hironari Yamada" userId="e57621f8-ec3c-449e-bb19-001fffcc008e" providerId="ADAL" clId="{BC0BD879-F267-5CCA-8DEA-E3B2DD07DA4E}" dt="2026-07-31T05:25:23.007" v="13411" actId="478"/>
          <ac:spMkLst>
            <pc:docMk/>
            <pc:sldMk cId="3766043883" sldId="2076139084"/>
            <ac:spMk id="198" creationId="{299A0751-F62B-F98E-B166-5BA0391D1146}"/>
          </ac:spMkLst>
        </pc:spChg>
        <pc:spChg chg="mod">
          <ac:chgData name="Hironari Yamada" userId="e57621f8-ec3c-449e-bb19-001fffcc008e" providerId="ADAL" clId="{BC0BD879-F267-5CCA-8DEA-E3B2DD07DA4E}" dt="2026-07-31T05:26:44.729" v="13648" actId="20577"/>
          <ac:spMkLst>
            <pc:docMk/>
            <pc:sldMk cId="3766043883" sldId="2076139084"/>
            <ac:spMk id="199" creationId="{66FFFCDA-3BC7-9201-8B7A-363EE0815A98}"/>
          </ac:spMkLst>
        </pc:spChg>
        <pc:grpChg chg="del">
          <ac:chgData name="Hironari Yamada" userId="e57621f8-ec3c-449e-bb19-001fffcc008e" providerId="ADAL" clId="{BC0BD879-F267-5CCA-8DEA-E3B2DD07DA4E}" dt="2026-07-31T05:25:24.703" v="13412" actId="478"/>
          <ac:grpSpMkLst>
            <pc:docMk/>
            <pc:sldMk cId="3766043883" sldId="2076139084"/>
            <ac:grpSpMk id="137" creationId="{F6EAE1AC-B374-71A3-227F-18731AFA9C25}"/>
          </ac:grpSpMkLst>
        </pc:grpChg>
      </pc:sldChg>
      <pc:sldChg chg="addSp delSp modSp add mod">
        <pc:chgData name="Hironari Yamada" userId="e57621f8-ec3c-449e-bb19-001fffcc008e" providerId="ADAL" clId="{BC0BD879-F267-5CCA-8DEA-E3B2DD07DA4E}" dt="2026-07-31T05:32:17.011" v="13835" actId="20577"/>
        <pc:sldMkLst>
          <pc:docMk/>
          <pc:sldMk cId="3791916653" sldId="2076139085"/>
        </pc:sldMkLst>
        <pc:spChg chg="add del mod">
          <ac:chgData name="Hironari Yamada" userId="e57621f8-ec3c-449e-bb19-001fffcc008e" providerId="ADAL" clId="{BC0BD879-F267-5CCA-8DEA-E3B2DD07DA4E}" dt="2026-07-31T05:31:36.210" v="13818" actId="478"/>
          <ac:spMkLst>
            <pc:docMk/>
            <pc:sldMk cId="3791916653" sldId="2076139085"/>
            <ac:spMk id="6" creationId="{C16BCF3E-78E9-79F8-A82C-72FDBBE18DF0}"/>
          </ac:spMkLst>
        </pc:spChg>
        <pc:spChg chg="del">
          <ac:chgData name="Hironari Yamada" userId="e57621f8-ec3c-449e-bb19-001fffcc008e" providerId="ADAL" clId="{BC0BD879-F267-5CCA-8DEA-E3B2DD07DA4E}" dt="2026-07-31T05:27:20.939" v="13651" actId="478"/>
          <ac:spMkLst>
            <pc:docMk/>
            <pc:sldMk cId="3791916653" sldId="2076139085"/>
            <ac:spMk id="8" creationId="{4A679280-DB3E-CFAA-778E-DA34892E0954}"/>
          </ac:spMkLst>
        </pc:spChg>
        <pc:spChg chg="mod">
          <ac:chgData name="Hironari Yamada" userId="e57621f8-ec3c-449e-bb19-001fffcc008e" providerId="ADAL" clId="{BC0BD879-F267-5CCA-8DEA-E3B2DD07DA4E}" dt="2026-07-31T05:29:23.936" v="13748" actId="20577"/>
          <ac:spMkLst>
            <pc:docMk/>
            <pc:sldMk cId="3791916653" sldId="2076139085"/>
            <ac:spMk id="9" creationId="{AA819131-D721-7050-B849-26673049D96E}"/>
          </ac:spMkLst>
        </pc:spChg>
        <pc:spChg chg="del">
          <ac:chgData name="Hironari Yamada" userId="e57621f8-ec3c-449e-bb19-001fffcc008e" providerId="ADAL" clId="{BC0BD879-F267-5CCA-8DEA-E3B2DD07DA4E}" dt="2026-07-31T05:27:20.939" v="13651" actId="478"/>
          <ac:spMkLst>
            <pc:docMk/>
            <pc:sldMk cId="3791916653" sldId="2076139085"/>
            <ac:spMk id="11" creationId="{E9A68356-70BD-BC9B-9ED0-6C7DB087901E}"/>
          </ac:spMkLst>
        </pc:spChg>
        <pc:spChg chg="del">
          <ac:chgData name="Hironari Yamada" userId="e57621f8-ec3c-449e-bb19-001fffcc008e" providerId="ADAL" clId="{BC0BD879-F267-5CCA-8DEA-E3B2DD07DA4E}" dt="2026-07-31T05:27:20.939" v="13651" actId="478"/>
          <ac:spMkLst>
            <pc:docMk/>
            <pc:sldMk cId="3791916653" sldId="2076139085"/>
            <ac:spMk id="15" creationId="{B80D6727-742A-F101-7D15-13904F306A89}"/>
          </ac:spMkLst>
        </pc:spChg>
        <pc:spChg chg="del">
          <ac:chgData name="Hironari Yamada" userId="e57621f8-ec3c-449e-bb19-001fffcc008e" providerId="ADAL" clId="{BC0BD879-F267-5CCA-8DEA-E3B2DD07DA4E}" dt="2026-07-31T05:27:20.939" v="13651" actId="478"/>
          <ac:spMkLst>
            <pc:docMk/>
            <pc:sldMk cId="3791916653" sldId="2076139085"/>
            <ac:spMk id="16" creationId="{F440AD06-92C0-0A17-06FE-0782FCF5A82A}"/>
          </ac:spMkLst>
        </pc:spChg>
        <pc:spChg chg="del">
          <ac:chgData name="Hironari Yamada" userId="e57621f8-ec3c-449e-bb19-001fffcc008e" providerId="ADAL" clId="{BC0BD879-F267-5CCA-8DEA-E3B2DD07DA4E}" dt="2026-07-31T05:27:20.939" v="13651" actId="478"/>
          <ac:spMkLst>
            <pc:docMk/>
            <pc:sldMk cId="3791916653" sldId="2076139085"/>
            <ac:spMk id="17" creationId="{E962DB5F-6C66-BFA4-CA06-A1AD4756B10C}"/>
          </ac:spMkLst>
        </pc:spChg>
        <pc:spChg chg="del">
          <ac:chgData name="Hironari Yamada" userId="e57621f8-ec3c-449e-bb19-001fffcc008e" providerId="ADAL" clId="{BC0BD879-F267-5CCA-8DEA-E3B2DD07DA4E}" dt="2026-07-31T05:27:20.939" v="13651" actId="478"/>
          <ac:spMkLst>
            <pc:docMk/>
            <pc:sldMk cId="3791916653" sldId="2076139085"/>
            <ac:spMk id="19" creationId="{C882CE51-6947-96E7-0BAD-4AB24B8312F5}"/>
          </ac:spMkLst>
        </pc:spChg>
        <pc:spChg chg="del">
          <ac:chgData name="Hironari Yamada" userId="e57621f8-ec3c-449e-bb19-001fffcc008e" providerId="ADAL" clId="{BC0BD879-F267-5CCA-8DEA-E3B2DD07DA4E}" dt="2026-07-31T05:27:20.939" v="13651" actId="478"/>
          <ac:spMkLst>
            <pc:docMk/>
            <pc:sldMk cId="3791916653" sldId="2076139085"/>
            <ac:spMk id="23" creationId="{198F187B-3ED7-F4A6-1F2F-27903B06B971}"/>
          </ac:spMkLst>
        </pc:spChg>
        <pc:spChg chg="del">
          <ac:chgData name="Hironari Yamada" userId="e57621f8-ec3c-449e-bb19-001fffcc008e" providerId="ADAL" clId="{BC0BD879-F267-5CCA-8DEA-E3B2DD07DA4E}" dt="2026-07-31T05:27:20.939" v="13651" actId="478"/>
          <ac:spMkLst>
            <pc:docMk/>
            <pc:sldMk cId="3791916653" sldId="2076139085"/>
            <ac:spMk id="24" creationId="{1189CD1D-6FE5-9D5C-A95B-38009A27DE34}"/>
          </ac:spMkLst>
        </pc:spChg>
        <pc:spChg chg="del">
          <ac:chgData name="Hironari Yamada" userId="e57621f8-ec3c-449e-bb19-001fffcc008e" providerId="ADAL" clId="{BC0BD879-F267-5CCA-8DEA-E3B2DD07DA4E}" dt="2026-07-31T05:27:20.939" v="13651" actId="478"/>
          <ac:spMkLst>
            <pc:docMk/>
            <pc:sldMk cId="3791916653" sldId="2076139085"/>
            <ac:spMk id="30" creationId="{DFBEFCF3-C58E-0160-0A07-4E2B0E7C45C4}"/>
          </ac:spMkLst>
        </pc:spChg>
        <pc:spChg chg="del">
          <ac:chgData name="Hironari Yamada" userId="e57621f8-ec3c-449e-bb19-001fffcc008e" providerId="ADAL" clId="{BC0BD879-F267-5CCA-8DEA-E3B2DD07DA4E}" dt="2026-07-31T05:27:20.939" v="13651" actId="478"/>
          <ac:spMkLst>
            <pc:docMk/>
            <pc:sldMk cId="3791916653" sldId="2076139085"/>
            <ac:spMk id="31" creationId="{50E46929-CEB5-7BC1-FDF3-CD0F3468E249}"/>
          </ac:spMkLst>
        </pc:spChg>
        <pc:spChg chg="del">
          <ac:chgData name="Hironari Yamada" userId="e57621f8-ec3c-449e-bb19-001fffcc008e" providerId="ADAL" clId="{BC0BD879-F267-5CCA-8DEA-E3B2DD07DA4E}" dt="2026-07-31T05:27:38.491" v="13695" actId="478"/>
          <ac:spMkLst>
            <pc:docMk/>
            <pc:sldMk cId="3791916653" sldId="2076139085"/>
            <ac:spMk id="199" creationId="{534FD200-3DE6-FCDB-479B-0732F40C4E25}"/>
          </ac:spMkLst>
        </pc:spChg>
        <pc:graphicFrameChg chg="add mod modGraphic">
          <ac:chgData name="Hironari Yamada" userId="e57621f8-ec3c-449e-bb19-001fffcc008e" providerId="ADAL" clId="{BC0BD879-F267-5CCA-8DEA-E3B2DD07DA4E}" dt="2026-07-31T05:32:17.011" v="13835" actId="20577"/>
          <ac:graphicFrameMkLst>
            <pc:docMk/>
            <pc:sldMk cId="3791916653" sldId="2076139085"/>
            <ac:graphicFrameMk id="38" creationId="{015C5633-B3EF-809D-9FDC-3A5D60E314B0}"/>
          </ac:graphicFrameMkLst>
        </pc:graphicFrameChg>
      </pc:sldChg>
      <pc:sldChg chg="addSp delSp modSp add mod">
        <pc:chgData name="Hironari Yamada" userId="e57621f8-ec3c-449e-bb19-001fffcc008e" providerId="ADAL" clId="{BC0BD879-F267-5CCA-8DEA-E3B2DD07DA4E}" dt="2026-07-31T06:02:21.541" v="13975"/>
        <pc:sldMkLst>
          <pc:docMk/>
          <pc:sldMk cId="1705926158" sldId="2076139086"/>
        </pc:sldMkLst>
        <pc:spChg chg="mod">
          <ac:chgData name="Hironari Yamada" userId="e57621f8-ec3c-449e-bb19-001fffcc008e" providerId="ADAL" clId="{BC0BD879-F267-5CCA-8DEA-E3B2DD07DA4E}" dt="2026-07-31T05:59:38.486" v="13884" actId="20577"/>
          <ac:spMkLst>
            <pc:docMk/>
            <pc:sldMk cId="1705926158" sldId="2076139086"/>
            <ac:spMk id="3" creationId="{F8957660-F4C7-9A20-C257-23420BAC21F0}"/>
          </ac:spMkLst>
        </pc:spChg>
        <pc:spChg chg="del">
          <ac:chgData name="Hironari Yamada" userId="e57621f8-ec3c-449e-bb19-001fffcc008e" providerId="ADAL" clId="{BC0BD879-F267-5CCA-8DEA-E3B2DD07DA4E}" dt="2026-07-31T05:59:41.608" v="13885" actId="478"/>
          <ac:spMkLst>
            <pc:docMk/>
            <pc:sldMk cId="1705926158" sldId="2076139086"/>
            <ac:spMk id="5" creationId="{F9925876-5D38-243D-AAAC-69E81D7D1B3B}"/>
          </ac:spMkLst>
        </pc:spChg>
        <pc:spChg chg="del">
          <ac:chgData name="Hironari Yamada" userId="e57621f8-ec3c-449e-bb19-001fffcc008e" providerId="ADAL" clId="{BC0BD879-F267-5CCA-8DEA-E3B2DD07DA4E}" dt="2026-07-31T05:59:41.608" v="13885" actId="478"/>
          <ac:spMkLst>
            <pc:docMk/>
            <pc:sldMk cId="1705926158" sldId="2076139086"/>
            <ac:spMk id="7" creationId="{28BB9D78-C9AD-E3F2-45E9-341BFE0EEC49}"/>
          </ac:spMkLst>
        </pc:spChg>
        <pc:spChg chg="add mod">
          <ac:chgData name="Hironari Yamada" userId="e57621f8-ec3c-449e-bb19-001fffcc008e" providerId="ADAL" clId="{BC0BD879-F267-5CCA-8DEA-E3B2DD07DA4E}" dt="2026-07-31T05:59:47.143" v="13886"/>
          <ac:spMkLst>
            <pc:docMk/>
            <pc:sldMk cId="1705926158" sldId="2076139086"/>
            <ac:spMk id="8" creationId="{16D18ED0-C3F8-EAB4-BFF3-E71B4ADBAD93}"/>
          </ac:spMkLst>
        </pc:spChg>
        <pc:spChg chg="mod">
          <ac:chgData name="Hironari Yamada" userId="e57621f8-ec3c-449e-bb19-001fffcc008e" providerId="ADAL" clId="{BC0BD879-F267-5CCA-8DEA-E3B2DD07DA4E}" dt="2026-07-31T05:59:15.622" v="13874" actId="20577"/>
          <ac:spMkLst>
            <pc:docMk/>
            <pc:sldMk cId="1705926158" sldId="2076139086"/>
            <ac:spMk id="9" creationId="{B991E7E4-0E7C-AE86-1601-6EA7C3A41EEB}"/>
          </ac:spMkLst>
        </pc:spChg>
        <pc:spChg chg="del">
          <ac:chgData name="Hironari Yamada" userId="e57621f8-ec3c-449e-bb19-001fffcc008e" providerId="ADAL" clId="{BC0BD879-F267-5CCA-8DEA-E3B2DD07DA4E}" dt="2026-07-31T05:59:41.608" v="13885" actId="478"/>
          <ac:spMkLst>
            <pc:docMk/>
            <pc:sldMk cId="1705926158" sldId="2076139086"/>
            <ac:spMk id="10" creationId="{3963934B-9DCB-4E2B-7EDD-9E7B2D0F235C}"/>
          </ac:spMkLst>
        </pc:spChg>
        <pc:spChg chg="mod">
          <ac:chgData name="Hironari Yamada" userId="e57621f8-ec3c-449e-bb19-001fffcc008e" providerId="ADAL" clId="{BC0BD879-F267-5CCA-8DEA-E3B2DD07DA4E}" dt="2026-07-31T05:59:47.143" v="13886"/>
          <ac:spMkLst>
            <pc:docMk/>
            <pc:sldMk cId="1705926158" sldId="2076139086"/>
            <ac:spMk id="18" creationId="{3BF742C0-91B1-4B95-89E0-E66BDDFB191B}"/>
          </ac:spMkLst>
        </pc:spChg>
        <pc:spChg chg="del">
          <ac:chgData name="Hironari Yamada" userId="e57621f8-ec3c-449e-bb19-001fffcc008e" providerId="ADAL" clId="{BC0BD879-F267-5CCA-8DEA-E3B2DD07DA4E}" dt="2026-07-31T05:59:41.608" v="13885" actId="478"/>
          <ac:spMkLst>
            <pc:docMk/>
            <pc:sldMk cId="1705926158" sldId="2076139086"/>
            <ac:spMk id="19" creationId="{C888B0E1-D3BC-3B2A-2724-E6E82C22264E}"/>
          </ac:spMkLst>
        </pc:spChg>
        <pc:spChg chg="mod">
          <ac:chgData name="Hironari Yamada" userId="e57621f8-ec3c-449e-bb19-001fffcc008e" providerId="ADAL" clId="{BC0BD879-F267-5CCA-8DEA-E3B2DD07DA4E}" dt="2026-07-31T05:59:47.143" v="13886"/>
          <ac:spMkLst>
            <pc:docMk/>
            <pc:sldMk cId="1705926158" sldId="2076139086"/>
            <ac:spMk id="22" creationId="{37BF2555-0022-6DB3-0ED6-9969A4A8890A}"/>
          </ac:spMkLst>
        </pc:spChg>
        <pc:spChg chg="mod">
          <ac:chgData name="Hironari Yamada" userId="e57621f8-ec3c-449e-bb19-001fffcc008e" providerId="ADAL" clId="{BC0BD879-F267-5CCA-8DEA-E3B2DD07DA4E}" dt="2026-07-31T05:59:47.143" v="13886"/>
          <ac:spMkLst>
            <pc:docMk/>
            <pc:sldMk cId="1705926158" sldId="2076139086"/>
            <ac:spMk id="26" creationId="{1CF1EB48-8373-53B9-280F-42901F720112}"/>
          </ac:spMkLst>
        </pc:spChg>
        <pc:spChg chg="add mod">
          <ac:chgData name="Hironari Yamada" userId="e57621f8-ec3c-449e-bb19-001fffcc008e" providerId="ADAL" clId="{BC0BD879-F267-5CCA-8DEA-E3B2DD07DA4E}" dt="2026-07-31T05:59:47.143" v="13886"/>
          <ac:spMkLst>
            <pc:docMk/>
            <pc:sldMk cId="1705926158" sldId="2076139086"/>
            <ac:spMk id="27" creationId="{6C583C39-2C23-628C-975B-981C40D5CB0A}"/>
          </ac:spMkLst>
        </pc:spChg>
        <pc:spChg chg="mod">
          <ac:chgData name="Hironari Yamada" userId="e57621f8-ec3c-449e-bb19-001fffcc008e" providerId="ADAL" clId="{BC0BD879-F267-5CCA-8DEA-E3B2DD07DA4E}" dt="2026-07-31T05:59:47.143" v="13886"/>
          <ac:spMkLst>
            <pc:docMk/>
            <pc:sldMk cId="1705926158" sldId="2076139086"/>
            <ac:spMk id="29" creationId="{73AE05C5-E1E0-2DEB-8ECE-C791DAA911BE}"/>
          </ac:spMkLst>
        </pc:spChg>
        <pc:spChg chg="mod">
          <ac:chgData name="Hironari Yamada" userId="e57621f8-ec3c-449e-bb19-001fffcc008e" providerId="ADAL" clId="{BC0BD879-F267-5CCA-8DEA-E3B2DD07DA4E}" dt="2026-07-31T05:59:47.143" v="13886"/>
          <ac:spMkLst>
            <pc:docMk/>
            <pc:sldMk cId="1705926158" sldId="2076139086"/>
            <ac:spMk id="32" creationId="{94C25A68-E519-DD2C-3B64-CEADE583E411}"/>
          </ac:spMkLst>
        </pc:spChg>
        <pc:spChg chg="mod">
          <ac:chgData name="Hironari Yamada" userId="e57621f8-ec3c-449e-bb19-001fffcc008e" providerId="ADAL" clId="{BC0BD879-F267-5CCA-8DEA-E3B2DD07DA4E}" dt="2026-07-31T05:59:47.143" v="13886"/>
          <ac:spMkLst>
            <pc:docMk/>
            <pc:sldMk cId="1705926158" sldId="2076139086"/>
            <ac:spMk id="57" creationId="{BF6A8C8A-0405-4599-27CB-01D771BE0889}"/>
          </ac:spMkLst>
        </pc:spChg>
        <pc:spChg chg="mod">
          <ac:chgData name="Hironari Yamada" userId="e57621f8-ec3c-449e-bb19-001fffcc008e" providerId="ADAL" clId="{BC0BD879-F267-5CCA-8DEA-E3B2DD07DA4E}" dt="2026-07-31T05:59:47.143" v="13886"/>
          <ac:spMkLst>
            <pc:docMk/>
            <pc:sldMk cId="1705926158" sldId="2076139086"/>
            <ac:spMk id="64" creationId="{B5E72F09-947D-428F-C79B-DEDE5BD94F54}"/>
          </ac:spMkLst>
        </pc:spChg>
        <pc:spChg chg="add mod">
          <ac:chgData name="Hironari Yamada" userId="e57621f8-ec3c-449e-bb19-001fffcc008e" providerId="ADAL" clId="{BC0BD879-F267-5CCA-8DEA-E3B2DD07DA4E}" dt="2026-07-31T05:59:47.143" v="13886"/>
          <ac:spMkLst>
            <pc:docMk/>
            <pc:sldMk cId="1705926158" sldId="2076139086"/>
            <ac:spMk id="65" creationId="{98918858-DA9D-3F3D-A687-499D282F440B}"/>
          </ac:spMkLst>
        </pc:spChg>
        <pc:spChg chg="mod">
          <ac:chgData name="Hironari Yamada" userId="e57621f8-ec3c-449e-bb19-001fffcc008e" providerId="ADAL" clId="{BC0BD879-F267-5CCA-8DEA-E3B2DD07DA4E}" dt="2026-07-31T06:01:20.676" v="13909" actId="14100"/>
          <ac:spMkLst>
            <pc:docMk/>
            <pc:sldMk cId="1705926158" sldId="2076139086"/>
            <ac:spMk id="80" creationId="{64C6AD89-A1F0-75A4-A4B3-FBE2BF56EE53}"/>
          </ac:spMkLst>
        </pc:spChg>
        <pc:spChg chg="mod">
          <ac:chgData name="Hironari Yamada" userId="e57621f8-ec3c-449e-bb19-001fffcc008e" providerId="ADAL" clId="{BC0BD879-F267-5CCA-8DEA-E3B2DD07DA4E}" dt="2026-07-31T05:59:54.881" v="13888" actId="1076"/>
          <ac:spMkLst>
            <pc:docMk/>
            <pc:sldMk cId="1705926158" sldId="2076139086"/>
            <ac:spMk id="81" creationId="{A14EF019-85F2-8AD6-214B-74D6C3F679C5}"/>
          </ac:spMkLst>
        </pc:spChg>
        <pc:spChg chg="mod">
          <ac:chgData name="Hironari Yamada" userId="e57621f8-ec3c-449e-bb19-001fffcc008e" providerId="ADAL" clId="{BC0BD879-F267-5CCA-8DEA-E3B2DD07DA4E}" dt="2026-07-31T06:02:06.140" v="13973" actId="14100"/>
          <ac:spMkLst>
            <pc:docMk/>
            <pc:sldMk cId="1705926158" sldId="2076139086"/>
            <ac:spMk id="95" creationId="{435E9C87-ADFE-7415-399A-8B32F9E5BA52}"/>
          </ac:spMkLst>
        </pc:spChg>
        <pc:spChg chg="mod topLvl">
          <ac:chgData name="Hironari Yamada" userId="e57621f8-ec3c-449e-bb19-001fffcc008e" providerId="ADAL" clId="{BC0BD879-F267-5CCA-8DEA-E3B2DD07DA4E}" dt="2026-07-31T06:01:28.443" v="13910" actId="14100"/>
          <ac:spMkLst>
            <pc:docMk/>
            <pc:sldMk cId="1705926158" sldId="2076139086"/>
            <ac:spMk id="97" creationId="{BB22B057-6AB4-EED2-248A-40292966C246}"/>
          </ac:spMkLst>
        </pc:spChg>
        <pc:spChg chg="mod topLvl">
          <ac:chgData name="Hironari Yamada" userId="e57621f8-ec3c-449e-bb19-001fffcc008e" providerId="ADAL" clId="{BC0BD879-F267-5CCA-8DEA-E3B2DD07DA4E}" dt="2026-07-31T06:01:28.443" v="13910" actId="14100"/>
          <ac:spMkLst>
            <pc:docMk/>
            <pc:sldMk cId="1705926158" sldId="2076139086"/>
            <ac:spMk id="100" creationId="{22077292-7732-3434-0D9E-C5BB577E748B}"/>
          </ac:spMkLst>
        </pc:spChg>
        <pc:spChg chg="mod topLvl">
          <ac:chgData name="Hironari Yamada" userId="e57621f8-ec3c-449e-bb19-001fffcc008e" providerId="ADAL" clId="{BC0BD879-F267-5CCA-8DEA-E3B2DD07DA4E}" dt="2026-07-31T06:01:28.443" v="13910" actId="14100"/>
          <ac:spMkLst>
            <pc:docMk/>
            <pc:sldMk cId="1705926158" sldId="2076139086"/>
            <ac:spMk id="103" creationId="{3C01F3EF-E01D-C432-6CB0-B8F4C6CF6F83}"/>
          </ac:spMkLst>
        </pc:spChg>
        <pc:spChg chg="mod topLvl">
          <ac:chgData name="Hironari Yamada" userId="e57621f8-ec3c-449e-bb19-001fffcc008e" providerId="ADAL" clId="{BC0BD879-F267-5CCA-8DEA-E3B2DD07DA4E}" dt="2026-07-31T06:01:28.443" v="13910" actId="14100"/>
          <ac:spMkLst>
            <pc:docMk/>
            <pc:sldMk cId="1705926158" sldId="2076139086"/>
            <ac:spMk id="106" creationId="{5B8D8263-D955-568C-0298-B4D9DEF9E495}"/>
          </ac:spMkLst>
        </pc:spChg>
        <pc:spChg chg="mod topLvl">
          <ac:chgData name="Hironari Yamada" userId="e57621f8-ec3c-449e-bb19-001fffcc008e" providerId="ADAL" clId="{BC0BD879-F267-5CCA-8DEA-E3B2DD07DA4E}" dt="2026-07-31T06:01:28.443" v="13910" actId="14100"/>
          <ac:spMkLst>
            <pc:docMk/>
            <pc:sldMk cId="1705926158" sldId="2076139086"/>
            <ac:spMk id="109" creationId="{F3C6D0AA-C809-C96A-BBF9-D14916DDC358}"/>
          </ac:spMkLst>
        </pc:spChg>
        <pc:spChg chg="add mod">
          <ac:chgData name="Hironari Yamada" userId="e57621f8-ec3c-449e-bb19-001fffcc008e" providerId="ADAL" clId="{BC0BD879-F267-5CCA-8DEA-E3B2DD07DA4E}" dt="2026-07-31T06:01:34.177" v="13925" actId="1035"/>
          <ac:spMkLst>
            <pc:docMk/>
            <pc:sldMk cId="1705926158" sldId="2076139086"/>
            <ac:spMk id="111" creationId="{9AE1D548-D79A-EFE4-9042-F96C2478E78F}"/>
          </ac:spMkLst>
        </pc:spChg>
        <pc:spChg chg="mod">
          <ac:chgData name="Hironari Yamada" userId="e57621f8-ec3c-449e-bb19-001fffcc008e" providerId="ADAL" clId="{BC0BD879-F267-5CCA-8DEA-E3B2DD07DA4E}" dt="2026-07-31T05:59:57.002" v="13889" actId="207"/>
          <ac:spMkLst>
            <pc:docMk/>
            <pc:sldMk cId="1705926158" sldId="2076139086"/>
            <ac:spMk id="123" creationId="{5ED47365-AA01-AA07-FF4C-8ACA359486A8}"/>
          </ac:spMkLst>
        </pc:spChg>
        <pc:spChg chg="mod">
          <ac:chgData name="Hironari Yamada" userId="e57621f8-ec3c-449e-bb19-001fffcc008e" providerId="ADAL" clId="{BC0BD879-F267-5CCA-8DEA-E3B2DD07DA4E}" dt="2026-07-31T05:59:57.002" v="13889" actId="207"/>
          <ac:spMkLst>
            <pc:docMk/>
            <pc:sldMk cId="1705926158" sldId="2076139086"/>
            <ac:spMk id="127" creationId="{9216EDF7-97DF-42A4-C4D4-45828C55F882}"/>
          </ac:spMkLst>
        </pc:spChg>
        <pc:spChg chg="mod topLvl">
          <ac:chgData name="Hironari Yamada" userId="e57621f8-ec3c-449e-bb19-001fffcc008e" providerId="ADAL" clId="{BC0BD879-F267-5CCA-8DEA-E3B2DD07DA4E}" dt="2026-07-31T06:01:46.372" v="13943" actId="14100"/>
          <ac:spMkLst>
            <pc:docMk/>
            <pc:sldMk cId="1705926158" sldId="2076139086"/>
            <ac:spMk id="129" creationId="{A4E8ABDA-C183-1D75-2D8B-993AA8D1A6C0}"/>
          </ac:spMkLst>
        </pc:spChg>
        <pc:spChg chg="add mod">
          <ac:chgData name="Hironari Yamada" userId="e57621f8-ec3c-449e-bb19-001fffcc008e" providerId="ADAL" clId="{BC0BD879-F267-5CCA-8DEA-E3B2DD07DA4E}" dt="2026-07-31T06:02:01.407" v="13972" actId="1036"/>
          <ac:spMkLst>
            <pc:docMk/>
            <pc:sldMk cId="1705926158" sldId="2076139086"/>
            <ac:spMk id="133" creationId="{DA0F6D4E-9C9B-25AD-0773-78613422A280}"/>
          </ac:spMkLst>
        </pc:spChg>
        <pc:spChg chg="mod">
          <ac:chgData name="Hironari Yamada" userId="e57621f8-ec3c-449e-bb19-001fffcc008e" providerId="ADAL" clId="{BC0BD879-F267-5CCA-8DEA-E3B2DD07DA4E}" dt="2026-07-31T05:59:57.002" v="13889" actId="207"/>
          <ac:spMkLst>
            <pc:docMk/>
            <pc:sldMk cId="1705926158" sldId="2076139086"/>
            <ac:spMk id="142" creationId="{EECB8F7A-FDEA-CC70-C8CE-E6181649F37B}"/>
          </ac:spMkLst>
        </pc:spChg>
        <pc:spChg chg="mod">
          <ac:chgData name="Hironari Yamada" userId="e57621f8-ec3c-449e-bb19-001fffcc008e" providerId="ADAL" clId="{BC0BD879-F267-5CCA-8DEA-E3B2DD07DA4E}" dt="2026-07-31T05:59:57.002" v="13889" actId="207"/>
          <ac:spMkLst>
            <pc:docMk/>
            <pc:sldMk cId="1705926158" sldId="2076139086"/>
            <ac:spMk id="144" creationId="{07274B72-25C8-67CA-1A2B-E406974ADDB5}"/>
          </ac:spMkLst>
        </pc:spChg>
        <pc:spChg chg="mod">
          <ac:chgData name="Hironari Yamada" userId="e57621f8-ec3c-449e-bb19-001fffcc008e" providerId="ADAL" clId="{BC0BD879-F267-5CCA-8DEA-E3B2DD07DA4E}" dt="2026-07-31T05:59:57.002" v="13889" actId="207"/>
          <ac:spMkLst>
            <pc:docMk/>
            <pc:sldMk cId="1705926158" sldId="2076139086"/>
            <ac:spMk id="146" creationId="{311CD116-E357-F418-6763-5B73216F898A}"/>
          </ac:spMkLst>
        </pc:spChg>
        <pc:spChg chg="mod">
          <ac:chgData name="Hironari Yamada" userId="e57621f8-ec3c-449e-bb19-001fffcc008e" providerId="ADAL" clId="{BC0BD879-F267-5CCA-8DEA-E3B2DD07DA4E}" dt="2026-07-31T06:02:09.438" v="13974" actId="1076"/>
          <ac:spMkLst>
            <pc:docMk/>
            <pc:sldMk cId="1705926158" sldId="2076139086"/>
            <ac:spMk id="147" creationId="{1BDD5372-A044-9210-D6CB-1E97F4D1417B}"/>
          </ac:spMkLst>
        </pc:spChg>
        <pc:spChg chg="add mod">
          <ac:chgData name="Hironari Yamada" userId="e57621f8-ec3c-449e-bb19-001fffcc008e" providerId="ADAL" clId="{BC0BD879-F267-5CCA-8DEA-E3B2DD07DA4E}" dt="2026-07-31T06:02:21.541" v="13975"/>
          <ac:spMkLst>
            <pc:docMk/>
            <pc:sldMk cId="1705926158" sldId="2076139086"/>
            <ac:spMk id="149" creationId="{43420ADC-2849-2D7D-A887-5B214B2925D7}"/>
          </ac:spMkLst>
        </pc:spChg>
        <pc:spChg chg="mod">
          <ac:chgData name="Hironari Yamada" userId="e57621f8-ec3c-449e-bb19-001fffcc008e" providerId="ADAL" clId="{BC0BD879-F267-5CCA-8DEA-E3B2DD07DA4E}" dt="2026-07-31T06:02:21.541" v="13975"/>
          <ac:spMkLst>
            <pc:docMk/>
            <pc:sldMk cId="1705926158" sldId="2076139086"/>
            <ac:spMk id="156" creationId="{574C6C24-B670-A5A8-9644-78842185DD9E}"/>
          </ac:spMkLst>
        </pc:spChg>
        <pc:spChg chg="mod">
          <ac:chgData name="Hironari Yamada" userId="e57621f8-ec3c-449e-bb19-001fffcc008e" providerId="ADAL" clId="{BC0BD879-F267-5CCA-8DEA-E3B2DD07DA4E}" dt="2026-07-31T06:02:21.541" v="13975"/>
          <ac:spMkLst>
            <pc:docMk/>
            <pc:sldMk cId="1705926158" sldId="2076139086"/>
            <ac:spMk id="160" creationId="{EDD15994-1BE2-E844-A350-AD0D86AE16FE}"/>
          </ac:spMkLst>
        </pc:spChg>
        <pc:spChg chg="mod">
          <ac:chgData name="Hironari Yamada" userId="e57621f8-ec3c-449e-bb19-001fffcc008e" providerId="ADAL" clId="{BC0BD879-F267-5CCA-8DEA-E3B2DD07DA4E}" dt="2026-07-31T06:02:21.541" v="13975"/>
          <ac:spMkLst>
            <pc:docMk/>
            <pc:sldMk cId="1705926158" sldId="2076139086"/>
            <ac:spMk id="165" creationId="{4B9529E0-3816-1548-CA62-CC5ACA378AF5}"/>
          </ac:spMkLst>
        </pc:spChg>
        <pc:spChg chg="mod">
          <ac:chgData name="Hironari Yamada" userId="e57621f8-ec3c-449e-bb19-001fffcc008e" providerId="ADAL" clId="{BC0BD879-F267-5CCA-8DEA-E3B2DD07DA4E}" dt="2026-07-31T06:02:21.541" v="13975"/>
          <ac:spMkLst>
            <pc:docMk/>
            <pc:sldMk cId="1705926158" sldId="2076139086"/>
            <ac:spMk id="168" creationId="{C3011382-6BF4-2831-2125-95E66D7B954C}"/>
          </ac:spMkLst>
        </pc:spChg>
        <pc:spChg chg="mod">
          <ac:chgData name="Hironari Yamada" userId="e57621f8-ec3c-449e-bb19-001fffcc008e" providerId="ADAL" clId="{BC0BD879-F267-5CCA-8DEA-E3B2DD07DA4E}" dt="2026-07-31T06:02:21.541" v="13975"/>
          <ac:spMkLst>
            <pc:docMk/>
            <pc:sldMk cId="1705926158" sldId="2076139086"/>
            <ac:spMk id="191" creationId="{275DEC36-7431-CC12-6506-5A1417D46C42}"/>
          </ac:spMkLst>
        </pc:spChg>
        <pc:spChg chg="mod">
          <ac:chgData name="Hironari Yamada" userId="e57621f8-ec3c-449e-bb19-001fffcc008e" providerId="ADAL" clId="{BC0BD879-F267-5CCA-8DEA-E3B2DD07DA4E}" dt="2026-07-31T06:02:21.541" v="13975"/>
          <ac:spMkLst>
            <pc:docMk/>
            <pc:sldMk cId="1705926158" sldId="2076139086"/>
            <ac:spMk id="193" creationId="{79C1A68F-0355-D0C5-4EC0-AFF97D631EC5}"/>
          </ac:spMkLst>
        </pc:spChg>
        <pc:spChg chg="mod">
          <ac:chgData name="Hironari Yamada" userId="e57621f8-ec3c-449e-bb19-001fffcc008e" providerId="ADAL" clId="{BC0BD879-F267-5CCA-8DEA-E3B2DD07DA4E}" dt="2026-07-31T06:02:21.541" v="13975"/>
          <ac:spMkLst>
            <pc:docMk/>
            <pc:sldMk cId="1705926158" sldId="2076139086"/>
            <ac:spMk id="197" creationId="{4DCA26BE-B07F-757D-B6CE-AA2D57CCF248}"/>
          </ac:spMkLst>
        </pc:spChg>
        <pc:spChg chg="mod">
          <ac:chgData name="Hironari Yamada" userId="e57621f8-ec3c-449e-bb19-001fffcc008e" providerId="ADAL" clId="{BC0BD879-F267-5CCA-8DEA-E3B2DD07DA4E}" dt="2026-07-31T06:02:21.541" v="13975"/>
          <ac:spMkLst>
            <pc:docMk/>
            <pc:sldMk cId="1705926158" sldId="2076139086"/>
            <ac:spMk id="200" creationId="{50730C74-681C-2E03-E90B-5295F832C75B}"/>
          </ac:spMkLst>
        </pc:spChg>
        <pc:spChg chg="mod">
          <ac:chgData name="Hironari Yamada" userId="e57621f8-ec3c-449e-bb19-001fffcc008e" providerId="ADAL" clId="{BC0BD879-F267-5CCA-8DEA-E3B2DD07DA4E}" dt="2026-07-31T06:02:21.541" v="13975"/>
          <ac:spMkLst>
            <pc:docMk/>
            <pc:sldMk cId="1705926158" sldId="2076139086"/>
            <ac:spMk id="214" creationId="{297B2789-731A-36A8-E5BC-9C71AA86FFD6}"/>
          </ac:spMkLst>
        </pc:spChg>
        <pc:grpChg chg="mod">
          <ac:chgData name="Hironari Yamada" userId="e57621f8-ec3c-449e-bb19-001fffcc008e" providerId="ADAL" clId="{BC0BD879-F267-5CCA-8DEA-E3B2DD07DA4E}" dt="2026-07-31T05:59:54.881" v="13888" actId="1076"/>
          <ac:grpSpMkLst>
            <pc:docMk/>
            <pc:sldMk cId="1705926158" sldId="2076139086"/>
            <ac:grpSpMk id="96" creationId="{7CFF7AE7-160B-C516-196B-2F4A0E1F1564}"/>
          </ac:grpSpMkLst>
        </pc:grpChg>
        <pc:grpChg chg="mod">
          <ac:chgData name="Hironari Yamada" userId="e57621f8-ec3c-449e-bb19-001fffcc008e" providerId="ADAL" clId="{BC0BD879-F267-5CCA-8DEA-E3B2DD07DA4E}" dt="2026-07-31T05:59:54.881" v="13888" actId="1076"/>
          <ac:grpSpMkLst>
            <pc:docMk/>
            <pc:sldMk cId="1705926158" sldId="2076139086"/>
            <ac:grpSpMk id="99" creationId="{BAD9505A-3F8F-7010-07A8-679DE076F541}"/>
          </ac:grpSpMkLst>
        </pc:grpChg>
        <pc:grpChg chg="mod">
          <ac:chgData name="Hironari Yamada" userId="e57621f8-ec3c-449e-bb19-001fffcc008e" providerId="ADAL" clId="{BC0BD879-F267-5CCA-8DEA-E3B2DD07DA4E}" dt="2026-07-31T05:59:54.881" v="13888" actId="1076"/>
          <ac:grpSpMkLst>
            <pc:docMk/>
            <pc:sldMk cId="1705926158" sldId="2076139086"/>
            <ac:grpSpMk id="102" creationId="{218149C7-800B-8539-18AF-51B1EAE5F4F8}"/>
          </ac:grpSpMkLst>
        </pc:grpChg>
        <pc:grpChg chg="mod">
          <ac:chgData name="Hironari Yamada" userId="e57621f8-ec3c-449e-bb19-001fffcc008e" providerId="ADAL" clId="{BC0BD879-F267-5CCA-8DEA-E3B2DD07DA4E}" dt="2026-07-31T05:59:54.881" v="13888" actId="1076"/>
          <ac:grpSpMkLst>
            <pc:docMk/>
            <pc:sldMk cId="1705926158" sldId="2076139086"/>
            <ac:grpSpMk id="108" creationId="{5513B836-A1E1-B40D-CB91-B76E8F82E783}"/>
          </ac:grpSpMkLst>
        </pc:grpChg>
        <pc:grpChg chg="mod">
          <ac:chgData name="Hironari Yamada" userId="e57621f8-ec3c-449e-bb19-001fffcc008e" providerId="ADAL" clId="{BC0BD879-F267-5CCA-8DEA-E3B2DD07DA4E}" dt="2026-07-31T06:01:34.177" v="13925" actId="1035"/>
          <ac:grpSpMkLst>
            <pc:docMk/>
            <pc:sldMk cId="1705926158" sldId="2076139086"/>
            <ac:grpSpMk id="112" creationId="{B64F3A5D-049D-8C46-22E8-7282254C7417}"/>
          </ac:grpSpMkLst>
        </pc:grpChg>
        <pc:grpChg chg="del">
          <ac:chgData name="Hironari Yamada" userId="e57621f8-ec3c-449e-bb19-001fffcc008e" providerId="ADAL" clId="{BC0BD879-F267-5CCA-8DEA-E3B2DD07DA4E}" dt="2026-07-31T06:00:49.639" v="13894" actId="165"/>
          <ac:grpSpMkLst>
            <pc:docMk/>
            <pc:sldMk cId="1705926158" sldId="2076139086"/>
            <ac:grpSpMk id="128" creationId="{C916D958-9CF2-BBB0-30D2-3EBF61728533}"/>
          </ac:grpSpMkLst>
        </pc:grpChg>
        <pc:grpChg chg="mod topLvl">
          <ac:chgData name="Hironari Yamada" userId="e57621f8-ec3c-449e-bb19-001fffcc008e" providerId="ADAL" clId="{BC0BD879-F267-5CCA-8DEA-E3B2DD07DA4E}" dt="2026-07-31T06:01:52.196" v="13951" actId="1035"/>
          <ac:grpSpMkLst>
            <pc:docMk/>
            <pc:sldMk cId="1705926158" sldId="2076139086"/>
            <ac:grpSpMk id="130" creationId="{7F2D30A1-CFE5-FF70-F045-A22B0F86569D}"/>
          </ac:grpSpMkLst>
        </pc:grpChg>
        <pc:grpChg chg="mod">
          <ac:chgData name="Hironari Yamada" userId="e57621f8-ec3c-449e-bb19-001fffcc008e" providerId="ADAL" clId="{BC0BD879-F267-5CCA-8DEA-E3B2DD07DA4E}" dt="2026-07-31T06:02:01.407" v="13972" actId="1036"/>
          <ac:grpSpMkLst>
            <pc:docMk/>
            <pc:sldMk cId="1705926158" sldId="2076139086"/>
            <ac:grpSpMk id="134" creationId="{66A83CE2-8CBE-17BC-B8F7-2E0CCC6A01B3}"/>
          </ac:grpSpMkLst>
        </pc:grpChg>
        <pc:picChg chg="del">
          <ac:chgData name="Hironari Yamada" userId="e57621f8-ec3c-449e-bb19-001fffcc008e" providerId="ADAL" clId="{BC0BD879-F267-5CCA-8DEA-E3B2DD07DA4E}" dt="2026-07-31T05:59:41.608" v="13885" actId="478"/>
          <ac:picMkLst>
            <pc:docMk/>
            <pc:sldMk cId="1705926158" sldId="2076139086"/>
            <ac:picMk id="20" creationId="{2D44A7A0-2888-69BE-2C7C-4ECA9E932F36}"/>
          </ac:picMkLst>
        </pc:picChg>
        <pc:picChg chg="mod topLvl">
          <ac:chgData name="Hironari Yamada" userId="e57621f8-ec3c-449e-bb19-001fffcc008e" providerId="ADAL" clId="{BC0BD879-F267-5CCA-8DEA-E3B2DD07DA4E}" dt="2026-07-31T06:01:15.338" v="13907" actId="1035"/>
          <ac:picMkLst>
            <pc:docMk/>
            <pc:sldMk cId="1705926158" sldId="2076139086"/>
            <ac:picMk id="98" creationId="{4F4868FB-ED4D-FD36-A33E-A70ED55E82F9}"/>
          </ac:picMkLst>
        </pc:picChg>
        <pc:picChg chg="mod topLvl">
          <ac:chgData name="Hironari Yamada" userId="e57621f8-ec3c-449e-bb19-001fffcc008e" providerId="ADAL" clId="{BC0BD879-F267-5CCA-8DEA-E3B2DD07DA4E}" dt="2026-07-31T06:01:15.338" v="13907" actId="1035"/>
          <ac:picMkLst>
            <pc:docMk/>
            <pc:sldMk cId="1705926158" sldId="2076139086"/>
            <ac:picMk id="101" creationId="{98178786-AEAE-1940-935B-417CFACE6E9F}"/>
          </ac:picMkLst>
        </pc:picChg>
        <pc:picChg chg="mod topLvl">
          <ac:chgData name="Hironari Yamada" userId="e57621f8-ec3c-449e-bb19-001fffcc008e" providerId="ADAL" clId="{BC0BD879-F267-5CCA-8DEA-E3B2DD07DA4E}" dt="2026-07-31T06:01:15.338" v="13907" actId="1035"/>
          <ac:picMkLst>
            <pc:docMk/>
            <pc:sldMk cId="1705926158" sldId="2076139086"/>
            <ac:picMk id="104" creationId="{4CDF2E08-DB53-8CE2-5FB2-10ACF7308511}"/>
          </ac:picMkLst>
        </pc:picChg>
        <pc:picChg chg="mod topLvl">
          <ac:chgData name="Hironari Yamada" userId="e57621f8-ec3c-449e-bb19-001fffcc008e" providerId="ADAL" clId="{BC0BD879-F267-5CCA-8DEA-E3B2DD07DA4E}" dt="2026-07-31T06:01:15.338" v="13907" actId="1035"/>
          <ac:picMkLst>
            <pc:docMk/>
            <pc:sldMk cId="1705926158" sldId="2076139086"/>
            <ac:picMk id="107" creationId="{5044E01E-B511-4B15-2897-C35BC92F9C37}"/>
          </ac:picMkLst>
        </pc:picChg>
        <pc:picChg chg="mod topLvl">
          <ac:chgData name="Hironari Yamada" userId="e57621f8-ec3c-449e-bb19-001fffcc008e" providerId="ADAL" clId="{BC0BD879-F267-5CCA-8DEA-E3B2DD07DA4E}" dt="2026-07-31T06:01:15.338" v="13907" actId="1035"/>
          <ac:picMkLst>
            <pc:docMk/>
            <pc:sldMk cId="1705926158" sldId="2076139086"/>
            <ac:picMk id="110" creationId="{FA5C26B2-8F01-205F-68FB-EF98CAB361E8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7-31T06:04:14.878" v="14043" actId="1035"/>
        <pc:sldMkLst>
          <pc:docMk/>
          <pc:sldMk cId="4110195139" sldId="2076139087"/>
        </pc:sldMkLst>
        <pc:spChg chg="del">
          <ac:chgData name="Hironari Yamada" userId="e57621f8-ec3c-449e-bb19-001fffcc008e" providerId="ADAL" clId="{BC0BD879-F267-5CCA-8DEA-E3B2DD07DA4E}" dt="2026-07-31T06:02:43.246" v="13993" actId="478"/>
          <ac:spMkLst>
            <pc:docMk/>
            <pc:sldMk cId="4110195139" sldId="2076139087"/>
            <ac:spMk id="3" creationId="{98D45417-F7FE-A958-CD02-56FD0FA80C70}"/>
          </ac:spMkLst>
        </pc:spChg>
        <pc:spChg chg="mod">
          <ac:chgData name="Hironari Yamada" userId="e57621f8-ec3c-449e-bb19-001fffcc008e" providerId="ADAL" clId="{BC0BD879-F267-5CCA-8DEA-E3B2DD07DA4E}" dt="2026-07-31T06:03:14.183" v="14000" actId="207"/>
          <ac:spMkLst>
            <pc:docMk/>
            <pc:sldMk cId="4110195139" sldId="2076139087"/>
            <ac:spMk id="5" creationId="{1C866675-F416-7165-3DCE-632D2C866A68}"/>
          </ac:spMkLst>
        </pc:spChg>
        <pc:spChg chg="add mod">
          <ac:chgData name="Hironari Yamada" userId="e57621f8-ec3c-449e-bb19-001fffcc008e" providerId="ADAL" clId="{BC0BD879-F267-5CCA-8DEA-E3B2DD07DA4E}" dt="2026-07-31T06:04:14.878" v="14043" actId="1035"/>
          <ac:spMkLst>
            <pc:docMk/>
            <pc:sldMk cId="4110195139" sldId="2076139087"/>
            <ac:spMk id="8" creationId="{495B75DF-573D-C0AA-59DF-6D6711AF3EC7}"/>
          </ac:spMkLst>
        </pc:spChg>
        <pc:spChg chg="mod">
          <ac:chgData name="Hironari Yamada" userId="e57621f8-ec3c-449e-bb19-001fffcc008e" providerId="ADAL" clId="{BC0BD879-F267-5CCA-8DEA-E3B2DD07DA4E}" dt="2026-07-31T06:02:40.013" v="13992" actId="20577"/>
          <ac:spMkLst>
            <pc:docMk/>
            <pc:sldMk cId="4110195139" sldId="2076139087"/>
            <ac:spMk id="9" creationId="{8A67C3B7-276A-6B1E-65D8-80CFB4FD31FE}"/>
          </ac:spMkLst>
        </pc:spChg>
        <pc:spChg chg="mod">
          <ac:chgData name="Hironari Yamada" userId="e57621f8-ec3c-449e-bb19-001fffcc008e" providerId="ADAL" clId="{BC0BD879-F267-5CCA-8DEA-E3B2DD07DA4E}" dt="2026-07-31T06:03:57.685" v="14024" actId="1076"/>
          <ac:spMkLst>
            <pc:docMk/>
            <pc:sldMk cId="4110195139" sldId="2076139087"/>
            <ac:spMk id="10" creationId="{FA6B01E9-4831-6CAC-8BAC-B29EA35742F2}"/>
          </ac:spMkLst>
        </pc:spChg>
        <pc:spChg chg="mod">
          <ac:chgData name="Hironari Yamada" userId="e57621f8-ec3c-449e-bb19-001fffcc008e" providerId="ADAL" clId="{BC0BD879-F267-5CCA-8DEA-E3B2DD07DA4E}" dt="2026-07-31T06:03:14.183" v="14000" actId="207"/>
          <ac:spMkLst>
            <pc:docMk/>
            <pc:sldMk cId="4110195139" sldId="2076139087"/>
            <ac:spMk id="11" creationId="{CA97A006-DA9E-1F18-82D8-01A35DFE2FFC}"/>
          </ac:spMkLst>
        </pc:spChg>
        <pc:spChg chg="add mod">
          <ac:chgData name="Hironari Yamada" userId="e57621f8-ec3c-449e-bb19-001fffcc008e" providerId="ADAL" clId="{BC0BD879-F267-5CCA-8DEA-E3B2DD07DA4E}" dt="2026-07-31T06:03:23.039" v="14008" actId="1035"/>
          <ac:spMkLst>
            <pc:docMk/>
            <pc:sldMk cId="4110195139" sldId="2076139087"/>
            <ac:spMk id="18" creationId="{5B8483B6-9027-C1C9-843C-B394F97E4F41}"/>
          </ac:spMkLst>
        </pc:spChg>
        <pc:spChg chg="add mod">
          <ac:chgData name="Hironari Yamada" userId="e57621f8-ec3c-449e-bb19-001fffcc008e" providerId="ADAL" clId="{BC0BD879-F267-5CCA-8DEA-E3B2DD07DA4E}" dt="2026-07-31T06:03:23.039" v="14008" actId="1035"/>
          <ac:spMkLst>
            <pc:docMk/>
            <pc:sldMk cId="4110195139" sldId="2076139087"/>
            <ac:spMk id="20" creationId="{15B76BF3-2965-6FB3-BF0A-24B8D17203C1}"/>
          </ac:spMkLst>
        </pc:spChg>
        <pc:spChg chg="add mod">
          <ac:chgData name="Hironari Yamada" userId="e57621f8-ec3c-449e-bb19-001fffcc008e" providerId="ADAL" clId="{BC0BD879-F267-5CCA-8DEA-E3B2DD07DA4E}" dt="2026-07-31T06:03:23.039" v="14008" actId="1035"/>
          <ac:spMkLst>
            <pc:docMk/>
            <pc:sldMk cId="4110195139" sldId="2076139087"/>
            <ac:spMk id="21" creationId="{F2346D99-258E-D96C-677C-344C8BC1FAA3}"/>
          </ac:spMkLst>
        </pc:spChg>
        <pc:spChg chg="add mod">
          <ac:chgData name="Hironari Yamada" userId="e57621f8-ec3c-449e-bb19-001fffcc008e" providerId="ADAL" clId="{BC0BD879-F267-5CCA-8DEA-E3B2DD07DA4E}" dt="2026-07-31T06:03:23.039" v="14008" actId="1035"/>
          <ac:spMkLst>
            <pc:docMk/>
            <pc:sldMk cId="4110195139" sldId="2076139087"/>
            <ac:spMk id="22" creationId="{1AC3FBC9-C72E-CC27-05D4-467F2EAF8082}"/>
          </ac:spMkLst>
        </pc:spChg>
        <pc:spChg chg="add mod">
          <ac:chgData name="Hironari Yamada" userId="e57621f8-ec3c-449e-bb19-001fffcc008e" providerId="ADAL" clId="{BC0BD879-F267-5CCA-8DEA-E3B2DD07DA4E}" dt="2026-07-31T06:03:23.039" v="14008" actId="1035"/>
          <ac:spMkLst>
            <pc:docMk/>
            <pc:sldMk cId="4110195139" sldId="2076139087"/>
            <ac:spMk id="23" creationId="{4C4BDC3C-E419-7880-FEB1-543ACA27730F}"/>
          </ac:spMkLst>
        </pc:spChg>
        <pc:spChg chg="mod">
          <ac:chgData name="Hironari Yamada" userId="e57621f8-ec3c-449e-bb19-001fffcc008e" providerId="ADAL" clId="{BC0BD879-F267-5CCA-8DEA-E3B2DD07DA4E}" dt="2026-07-31T06:02:49.565" v="13995" actId="207"/>
          <ac:spMkLst>
            <pc:docMk/>
            <pc:sldMk cId="4110195139" sldId="2076139087"/>
            <ac:spMk id="24" creationId="{2801B9A7-F7D2-91F5-BE1E-BBA86EB5F677}"/>
          </ac:spMkLst>
        </pc:spChg>
        <pc:spChg chg="add mod">
          <ac:chgData name="Hironari Yamada" userId="e57621f8-ec3c-449e-bb19-001fffcc008e" providerId="ADAL" clId="{BC0BD879-F267-5CCA-8DEA-E3B2DD07DA4E}" dt="2026-07-31T06:03:23.039" v="14008" actId="1035"/>
          <ac:spMkLst>
            <pc:docMk/>
            <pc:sldMk cId="4110195139" sldId="2076139087"/>
            <ac:spMk id="25" creationId="{96703194-49EB-1DB5-DCEF-8BFA1BD288B6}"/>
          </ac:spMkLst>
        </pc:spChg>
        <pc:spChg chg="mod">
          <ac:chgData name="Hironari Yamada" userId="e57621f8-ec3c-449e-bb19-001fffcc008e" providerId="ADAL" clId="{BC0BD879-F267-5CCA-8DEA-E3B2DD07DA4E}" dt="2026-07-31T06:02:49.565" v="13995" actId="207"/>
          <ac:spMkLst>
            <pc:docMk/>
            <pc:sldMk cId="4110195139" sldId="2076139087"/>
            <ac:spMk id="27" creationId="{0A636686-0507-986C-1EF2-624006AA4537}"/>
          </ac:spMkLst>
        </pc:spChg>
        <pc:spChg chg="mod">
          <ac:chgData name="Hironari Yamada" userId="e57621f8-ec3c-449e-bb19-001fffcc008e" providerId="ADAL" clId="{BC0BD879-F267-5CCA-8DEA-E3B2DD07DA4E}" dt="2026-07-31T06:03:23.039" v="14008" actId="1035"/>
          <ac:spMkLst>
            <pc:docMk/>
            <pc:sldMk cId="4110195139" sldId="2076139087"/>
            <ac:spMk id="29" creationId="{9FB14753-D2E4-9EB7-2729-3473B6EEBFA1}"/>
          </ac:spMkLst>
        </pc:spChg>
        <pc:spChg chg="mod">
          <ac:chgData name="Hironari Yamada" userId="e57621f8-ec3c-449e-bb19-001fffcc008e" providerId="ADAL" clId="{BC0BD879-F267-5CCA-8DEA-E3B2DD07DA4E}" dt="2026-07-31T06:03:23.039" v="14008" actId="1035"/>
          <ac:spMkLst>
            <pc:docMk/>
            <pc:sldMk cId="4110195139" sldId="2076139087"/>
            <ac:spMk id="30" creationId="{AE10F5EA-0446-EB13-AFE7-BF3F9AD592B0}"/>
          </ac:spMkLst>
        </pc:spChg>
        <pc:spChg chg="mod">
          <ac:chgData name="Hironari Yamada" userId="e57621f8-ec3c-449e-bb19-001fffcc008e" providerId="ADAL" clId="{BC0BD879-F267-5CCA-8DEA-E3B2DD07DA4E}" dt="2026-07-31T06:03:23.039" v="14008" actId="1035"/>
          <ac:spMkLst>
            <pc:docMk/>
            <pc:sldMk cId="4110195139" sldId="2076139087"/>
            <ac:spMk id="36" creationId="{E5977346-5E3A-9907-0830-D5CC1F7810D3}"/>
          </ac:spMkLst>
        </pc:spChg>
        <pc:spChg chg="mod">
          <ac:chgData name="Hironari Yamada" userId="e57621f8-ec3c-449e-bb19-001fffcc008e" providerId="ADAL" clId="{BC0BD879-F267-5CCA-8DEA-E3B2DD07DA4E}" dt="2026-07-31T06:04:14.878" v="14043" actId="1035"/>
          <ac:spMkLst>
            <pc:docMk/>
            <pc:sldMk cId="4110195139" sldId="2076139087"/>
            <ac:spMk id="44" creationId="{8FBB6807-D845-4D3D-D70C-1CE707BD50C8}"/>
          </ac:spMkLst>
        </pc:spChg>
        <pc:spChg chg="add mod">
          <ac:chgData name="Hironari Yamada" userId="e57621f8-ec3c-449e-bb19-001fffcc008e" providerId="ADAL" clId="{BC0BD879-F267-5CCA-8DEA-E3B2DD07DA4E}" dt="2026-07-31T06:04:05.107" v="14030" actId="1076"/>
          <ac:spMkLst>
            <pc:docMk/>
            <pc:sldMk cId="4110195139" sldId="2076139087"/>
            <ac:spMk id="45" creationId="{2E658221-B27E-F22D-6E04-93F37090CFE0}"/>
          </ac:spMkLst>
        </pc:spChg>
        <pc:spChg chg="del">
          <ac:chgData name="Hironari Yamada" userId="e57621f8-ec3c-449e-bb19-001fffcc008e" providerId="ADAL" clId="{BC0BD879-F267-5CCA-8DEA-E3B2DD07DA4E}" dt="2026-07-31T06:02:43.246" v="13993" actId="478"/>
          <ac:spMkLst>
            <pc:docMk/>
            <pc:sldMk cId="4110195139" sldId="2076139087"/>
            <ac:spMk id="80" creationId="{0696BF29-EBA9-6E9E-E16E-C92C686E0493}"/>
          </ac:spMkLst>
        </pc:spChg>
        <pc:spChg chg="del">
          <ac:chgData name="Hironari Yamada" userId="e57621f8-ec3c-449e-bb19-001fffcc008e" providerId="ADAL" clId="{BC0BD879-F267-5CCA-8DEA-E3B2DD07DA4E}" dt="2026-07-31T06:02:43.246" v="13993" actId="478"/>
          <ac:spMkLst>
            <pc:docMk/>
            <pc:sldMk cId="4110195139" sldId="2076139087"/>
            <ac:spMk id="81" creationId="{291B8508-EAF8-793B-2BD6-A0BD717C0DEA}"/>
          </ac:spMkLst>
        </pc:spChg>
        <pc:spChg chg="del">
          <ac:chgData name="Hironari Yamada" userId="e57621f8-ec3c-449e-bb19-001fffcc008e" providerId="ADAL" clId="{BC0BD879-F267-5CCA-8DEA-E3B2DD07DA4E}" dt="2026-07-31T06:02:43.246" v="13993" actId="478"/>
          <ac:spMkLst>
            <pc:docMk/>
            <pc:sldMk cId="4110195139" sldId="2076139087"/>
            <ac:spMk id="97" creationId="{6BDBDCD1-B185-1528-1754-28C3D449DD4B}"/>
          </ac:spMkLst>
        </pc:spChg>
        <pc:spChg chg="del">
          <ac:chgData name="Hironari Yamada" userId="e57621f8-ec3c-449e-bb19-001fffcc008e" providerId="ADAL" clId="{BC0BD879-F267-5CCA-8DEA-E3B2DD07DA4E}" dt="2026-07-31T06:02:43.246" v="13993" actId="478"/>
          <ac:spMkLst>
            <pc:docMk/>
            <pc:sldMk cId="4110195139" sldId="2076139087"/>
            <ac:spMk id="103" creationId="{34C3CE6F-76F6-CC3C-35BD-E233CBEBB440}"/>
          </ac:spMkLst>
        </pc:spChg>
        <pc:spChg chg="del">
          <ac:chgData name="Hironari Yamada" userId="e57621f8-ec3c-449e-bb19-001fffcc008e" providerId="ADAL" clId="{BC0BD879-F267-5CCA-8DEA-E3B2DD07DA4E}" dt="2026-07-31T06:02:43.246" v="13993" actId="478"/>
          <ac:spMkLst>
            <pc:docMk/>
            <pc:sldMk cId="4110195139" sldId="2076139087"/>
            <ac:spMk id="106" creationId="{B0B19E03-1F44-9CDB-8D45-B9CDAEF2FCB2}"/>
          </ac:spMkLst>
        </pc:spChg>
        <pc:spChg chg="del">
          <ac:chgData name="Hironari Yamada" userId="e57621f8-ec3c-449e-bb19-001fffcc008e" providerId="ADAL" clId="{BC0BD879-F267-5CCA-8DEA-E3B2DD07DA4E}" dt="2026-07-31T06:02:43.246" v="13993" actId="478"/>
          <ac:spMkLst>
            <pc:docMk/>
            <pc:sldMk cId="4110195139" sldId="2076139087"/>
            <ac:spMk id="109" creationId="{A6D44EA9-2E50-5DFE-78FD-20E923652CC1}"/>
          </ac:spMkLst>
        </pc:spChg>
        <pc:spChg chg="del">
          <ac:chgData name="Hironari Yamada" userId="e57621f8-ec3c-449e-bb19-001fffcc008e" providerId="ADAL" clId="{BC0BD879-F267-5CCA-8DEA-E3B2DD07DA4E}" dt="2026-07-31T06:02:43.246" v="13993" actId="478"/>
          <ac:spMkLst>
            <pc:docMk/>
            <pc:sldMk cId="4110195139" sldId="2076139087"/>
            <ac:spMk id="111" creationId="{A8718D2C-FCA9-016A-2D2E-E0369B9E9A44}"/>
          </ac:spMkLst>
        </pc:spChg>
        <pc:spChg chg="del">
          <ac:chgData name="Hironari Yamada" userId="e57621f8-ec3c-449e-bb19-001fffcc008e" providerId="ADAL" clId="{BC0BD879-F267-5CCA-8DEA-E3B2DD07DA4E}" dt="2026-07-31T06:02:43.246" v="13993" actId="478"/>
          <ac:spMkLst>
            <pc:docMk/>
            <pc:sldMk cId="4110195139" sldId="2076139087"/>
            <ac:spMk id="133" creationId="{C1AFD5C9-C0E8-C490-E81F-D2DA53F76670}"/>
          </ac:spMkLst>
        </pc:spChg>
        <pc:spChg chg="del">
          <ac:chgData name="Hironari Yamada" userId="e57621f8-ec3c-449e-bb19-001fffcc008e" providerId="ADAL" clId="{BC0BD879-F267-5CCA-8DEA-E3B2DD07DA4E}" dt="2026-07-31T06:02:43.246" v="13993" actId="478"/>
          <ac:spMkLst>
            <pc:docMk/>
            <pc:sldMk cId="4110195139" sldId="2076139087"/>
            <ac:spMk id="147" creationId="{BD754F9A-65E9-FB06-E799-8818ECEDE859}"/>
          </ac:spMkLst>
        </pc:spChg>
        <pc:cxnChg chg="mod">
          <ac:chgData name="Hironari Yamada" userId="e57621f8-ec3c-449e-bb19-001fffcc008e" providerId="ADAL" clId="{BC0BD879-F267-5CCA-8DEA-E3B2DD07DA4E}" dt="2026-07-31T06:04:14.878" v="14043" actId="1035"/>
          <ac:cxnSpMkLst>
            <pc:docMk/>
            <pc:sldMk cId="4110195139" sldId="2076139087"/>
            <ac:cxnSpMk id="7" creationId="{59DEF130-0861-A82E-3457-39D0A4AA05E7}"/>
          </ac:cxnSpMkLst>
        </pc:cxnChg>
      </pc:sldChg>
      <pc:sldChg chg="addSp delSp modSp add mod">
        <pc:chgData name="Hironari Yamada" userId="e57621f8-ec3c-449e-bb19-001fffcc008e" providerId="ADAL" clId="{BC0BD879-F267-5CCA-8DEA-E3B2DD07DA4E}" dt="2026-07-31T06:06:09.275" v="14070"/>
        <pc:sldMkLst>
          <pc:docMk/>
          <pc:sldMk cId="4254724708" sldId="2076139088"/>
        </pc:sldMkLst>
        <pc:spChg chg="del">
          <ac:chgData name="Hironari Yamada" userId="e57621f8-ec3c-449e-bb19-001fffcc008e" providerId="ADAL" clId="{BC0BD879-F267-5CCA-8DEA-E3B2DD07DA4E}" dt="2026-07-31T06:04:47.101" v="14047" actId="478"/>
          <ac:spMkLst>
            <pc:docMk/>
            <pc:sldMk cId="4254724708" sldId="2076139088"/>
            <ac:spMk id="5" creationId="{A5CE24C0-BE7A-CE6F-68FE-424C83485EA3}"/>
          </ac:spMkLst>
        </pc:spChg>
        <pc:spChg chg="add mod">
          <ac:chgData name="Hironari Yamada" userId="e57621f8-ec3c-449e-bb19-001fffcc008e" providerId="ADAL" clId="{BC0BD879-F267-5CCA-8DEA-E3B2DD07DA4E}" dt="2026-07-31T06:05:42.706" v="14058" actId="1076"/>
          <ac:spMkLst>
            <pc:docMk/>
            <pc:sldMk cId="4254724708" sldId="2076139088"/>
            <ac:spMk id="6" creationId="{A716C520-B3F1-D16B-F9F2-1E51E84318A5}"/>
          </ac:spMkLst>
        </pc:spChg>
        <pc:spChg chg="del">
          <ac:chgData name="Hironari Yamada" userId="e57621f8-ec3c-449e-bb19-001fffcc008e" providerId="ADAL" clId="{BC0BD879-F267-5CCA-8DEA-E3B2DD07DA4E}" dt="2026-07-31T06:04:40.887" v="14044" actId="478"/>
          <ac:spMkLst>
            <pc:docMk/>
            <pc:sldMk cId="4254724708" sldId="2076139088"/>
            <ac:spMk id="8" creationId="{49ED1B58-2C17-B286-F99C-EBA6BA38B051}"/>
          </ac:spMkLst>
        </pc:spChg>
        <pc:spChg chg="mod">
          <ac:chgData name="Hironari Yamada" userId="e57621f8-ec3c-449e-bb19-001fffcc008e" providerId="ADAL" clId="{BC0BD879-F267-5CCA-8DEA-E3B2DD07DA4E}" dt="2026-07-31T06:05:45.572" v="14060" actId="1076"/>
          <ac:spMkLst>
            <pc:docMk/>
            <pc:sldMk cId="4254724708" sldId="2076139088"/>
            <ac:spMk id="9" creationId="{D361BD26-746A-9192-C98A-4ED406729065}"/>
          </ac:spMkLst>
        </pc:spChg>
        <pc:spChg chg="del">
          <ac:chgData name="Hironari Yamada" userId="e57621f8-ec3c-449e-bb19-001fffcc008e" providerId="ADAL" clId="{BC0BD879-F267-5CCA-8DEA-E3B2DD07DA4E}" dt="2026-07-31T06:04:47.101" v="14047" actId="478"/>
          <ac:spMkLst>
            <pc:docMk/>
            <pc:sldMk cId="4254724708" sldId="2076139088"/>
            <ac:spMk id="10" creationId="{A77750DA-423A-4F3C-FD6B-6416D4E7B955}"/>
          </ac:spMkLst>
        </pc:spChg>
        <pc:spChg chg="del">
          <ac:chgData name="Hironari Yamada" userId="e57621f8-ec3c-449e-bb19-001fffcc008e" providerId="ADAL" clId="{BC0BD879-F267-5CCA-8DEA-E3B2DD07DA4E}" dt="2026-07-31T06:04:47.101" v="14047" actId="478"/>
          <ac:spMkLst>
            <pc:docMk/>
            <pc:sldMk cId="4254724708" sldId="2076139088"/>
            <ac:spMk id="11" creationId="{B3EC8678-9C82-7D53-1B16-2D072FC776C9}"/>
          </ac:spMkLst>
        </pc:spChg>
        <pc:spChg chg="del">
          <ac:chgData name="Hironari Yamada" userId="e57621f8-ec3c-449e-bb19-001fffcc008e" providerId="ADAL" clId="{BC0BD879-F267-5CCA-8DEA-E3B2DD07DA4E}" dt="2026-07-31T06:04:47.101" v="14047" actId="478"/>
          <ac:spMkLst>
            <pc:docMk/>
            <pc:sldMk cId="4254724708" sldId="2076139088"/>
            <ac:spMk id="18" creationId="{F8DE30F5-16FA-D543-3BE9-900711960F64}"/>
          </ac:spMkLst>
        </pc:spChg>
        <pc:spChg chg="del">
          <ac:chgData name="Hironari Yamada" userId="e57621f8-ec3c-449e-bb19-001fffcc008e" providerId="ADAL" clId="{BC0BD879-F267-5CCA-8DEA-E3B2DD07DA4E}" dt="2026-07-31T06:04:47.101" v="14047" actId="478"/>
          <ac:spMkLst>
            <pc:docMk/>
            <pc:sldMk cId="4254724708" sldId="2076139088"/>
            <ac:spMk id="20" creationId="{ED83B7F2-D612-C6E0-947E-BB6401B3E1E3}"/>
          </ac:spMkLst>
        </pc:spChg>
        <pc:spChg chg="del">
          <ac:chgData name="Hironari Yamada" userId="e57621f8-ec3c-449e-bb19-001fffcc008e" providerId="ADAL" clId="{BC0BD879-F267-5CCA-8DEA-E3B2DD07DA4E}" dt="2026-07-31T06:04:47.101" v="14047" actId="478"/>
          <ac:spMkLst>
            <pc:docMk/>
            <pc:sldMk cId="4254724708" sldId="2076139088"/>
            <ac:spMk id="21" creationId="{6044FFD6-EF25-9BB5-1349-2535F54A2C1F}"/>
          </ac:spMkLst>
        </pc:spChg>
        <pc:spChg chg="del">
          <ac:chgData name="Hironari Yamada" userId="e57621f8-ec3c-449e-bb19-001fffcc008e" providerId="ADAL" clId="{BC0BD879-F267-5CCA-8DEA-E3B2DD07DA4E}" dt="2026-07-31T06:04:47.101" v="14047" actId="478"/>
          <ac:spMkLst>
            <pc:docMk/>
            <pc:sldMk cId="4254724708" sldId="2076139088"/>
            <ac:spMk id="23" creationId="{775E6793-26AD-AFAD-2997-5EF127A29723}"/>
          </ac:spMkLst>
        </pc:spChg>
        <pc:spChg chg="del">
          <ac:chgData name="Hironari Yamada" userId="e57621f8-ec3c-449e-bb19-001fffcc008e" providerId="ADAL" clId="{BC0BD879-F267-5CCA-8DEA-E3B2DD07DA4E}" dt="2026-07-31T06:04:47.101" v="14047" actId="478"/>
          <ac:spMkLst>
            <pc:docMk/>
            <pc:sldMk cId="4254724708" sldId="2076139088"/>
            <ac:spMk id="24" creationId="{7DCAC3FE-D690-C5E7-FA62-3C35B080B798}"/>
          </ac:spMkLst>
        </pc:spChg>
        <pc:spChg chg="del">
          <ac:chgData name="Hironari Yamada" userId="e57621f8-ec3c-449e-bb19-001fffcc008e" providerId="ADAL" clId="{BC0BD879-F267-5CCA-8DEA-E3B2DD07DA4E}" dt="2026-07-31T06:04:47.101" v="14047" actId="478"/>
          <ac:spMkLst>
            <pc:docMk/>
            <pc:sldMk cId="4254724708" sldId="2076139088"/>
            <ac:spMk id="25" creationId="{AD24A25A-4B04-34B2-E613-7644D3E6FD1F}"/>
          </ac:spMkLst>
        </pc:spChg>
        <pc:spChg chg="del">
          <ac:chgData name="Hironari Yamada" userId="e57621f8-ec3c-449e-bb19-001fffcc008e" providerId="ADAL" clId="{BC0BD879-F267-5CCA-8DEA-E3B2DD07DA4E}" dt="2026-07-31T06:04:47.101" v="14047" actId="478"/>
          <ac:spMkLst>
            <pc:docMk/>
            <pc:sldMk cId="4254724708" sldId="2076139088"/>
            <ac:spMk id="27" creationId="{95EB00A4-5A3C-30AB-5556-B980F3F2322B}"/>
          </ac:spMkLst>
        </pc:spChg>
        <pc:spChg chg="del">
          <ac:chgData name="Hironari Yamada" userId="e57621f8-ec3c-449e-bb19-001fffcc008e" providerId="ADAL" clId="{BC0BD879-F267-5CCA-8DEA-E3B2DD07DA4E}" dt="2026-07-31T06:04:40.887" v="14044" actId="478"/>
          <ac:spMkLst>
            <pc:docMk/>
            <pc:sldMk cId="4254724708" sldId="2076139088"/>
            <ac:spMk id="44" creationId="{2A8CEB38-D34F-71A7-66B3-E225674A7AF2}"/>
          </ac:spMkLst>
        </pc:spChg>
        <pc:spChg chg="add mod">
          <ac:chgData name="Hironari Yamada" userId="e57621f8-ec3c-449e-bb19-001fffcc008e" providerId="ADAL" clId="{BC0BD879-F267-5CCA-8DEA-E3B2DD07DA4E}" dt="2026-07-31T06:05:42.706" v="14058" actId="1076"/>
          <ac:spMkLst>
            <pc:docMk/>
            <pc:sldMk cId="4254724708" sldId="2076139088"/>
            <ac:spMk id="45" creationId="{08889532-80D7-EE59-1023-EB35DCC325B8}"/>
          </ac:spMkLst>
        </pc:spChg>
        <pc:spChg chg="add mod">
          <ac:chgData name="Hironari Yamada" userId="e57621f8-ec3c-449e-bb19-001fffcc008e" providerId="ADAL" clId="{BC0BD879-F267-5CCA-8DEA-E3B2DD07DA4E}" dt="2026-07-31T06:05:14.540" v="14051"/>
          <ac:spMkLst>
            <pc:docMk/>
            <pc:sldMk cId="4254724708" sldId="2076139088"/>
            <ac:spMk id="46" creationId="{25B6157D-B739-729B-ABD9-79895DF2A7C6}"/>
          </ac:spMkLst>
        </pc:spChg>
        <pc:spChg chg="mod">
          <ac:chgData name="Hironari Yamada" userId="e57621f8-ec3c-449e-bb19-001fffcc008e" providerId="ADAL" clId="{BC0BD879-F267-5CCA-8DEA-E3B2DD07DA4E}" dt="2026-07-31T06:05:14.058" v="14050" actId="1076"/>
          <ac:spMkLst>
            <pc:docMk/>
            <pc:sldMk cId="4254724708" sldId="2076139088"/>
            <ac:spMk id="50" creationId="{A6EA30E1-458A-72FE-DEB5-34BB3F15FE0F}"/>
          </ac:spMkLst>
        </pc:spChg>
        <pc:spChg chg="mod">
          <ac:chgData name="Hironari Yamada" userId="e57621f8-ec3c-449e-bb19-001fffcc008e" providerId="ADAL" clId="{BC0BD879-F267-5CCA-8DEA-E3B2DD07DA4E}" dt="2026-07-31T06:05:14.058" v="14050" actId="1076"/>
          <ac:spMkLst>
            <pc:docMk/>
            <pc:sldMk cId="4254724708" sldId="2076139088"/>
            <ac:spMk id="52" creationId="{858EA7A1-F47A-2BD0-6381-C735CE4C595C}"/>
          </ac:spMkLst>
        </pc:spChg>
        <pc:spChg chg="mod">
          <ac:chgData name="Hironari Yamada" userId="e57621f8-ec3c-449e-bb19-001fffcc008e" providerId="ADAL" clId="{BC0BD879-F267-5CCA-8DEA-E3B2DD07DA4E}" dt="2026-07-31T06:05:14.058" v="14050" actId="1076"/>
          <ac:spMkLst>
            <pc:docMk/>
            <pc:sldMk cId="4254724708" sldId="2076139088"/>
            <ac:spMk id="55" creationId="{C131018B-E5CC-D094-D815-ED062B2AA107}"/>
          </ac:spMkLst>
        </pc:spChg>
        <pc:spChg chg="mod">
          <ac:chgData name="Hironari Yamada" userId="e57621f8-ec3c-449e-bb19-001fffcc008e" providerId="ADAL" clId="{BC0BD879-F267-5CCA-8DEA-E3B2DD07DA4E}" dt="2026-07-31T06:05:14.058" v="14050" actId="1076"/>
          <ac:spMkLst>
            <pc:docMk/>
            <pc:sldMk cId="4254724708" sldId="2076139088"/>
            <ac:spMk id="59" creationId="{49499780-ABE1-7482-0B39-38E9D99AC2AA}"/>
          </ac:spMkLst>
        </pc:spChg>
        <pc:spChg chg="mod">
          <ac:chgData name="Hironari Yamada" userId="e57621f8-ec3c-449e-bb19-001fffcc008e" providerId="ADAL" clId="{BC0BD879-F267-5CCA-8DEA-E3B2DD07DA4E}" dt="2026-07-31T06:05:14.058" v="14050" actId="1076"/>
          <ac:spMkLst>
            <pc:docMk/>
            <pc:sldMk cId="4254724708" sldId="2076139088"/>
            <ac:spMk id="61" creationId="{AE76A9BF-92E9-DD21-5D52-98D953EC8DD5}"/>
          </ac:spMkLst>
        </pc:spChg>
        <pc:spChg chg="mod">
          <ac:chgData name="Hironari Yamada" userId="e57621f8-ec3c-449e-bb19-001fffcc008e" providerId="ADAL" clId="{BC0BD879-F267-5CCA-8DEA-E3B2DD07DA4E}" dt="2026-07-31T06:05:14.058" v="14050" actId="1076"/>
          <ac:spMkLst>
            <pc:docMk/>
            <pc:sldMk cId="4254724708" sldId="2076139088"/>
            <ac:spMk id="74" creationId="{047B22FC-3028-A181-FB57-B8BF3353A447}"/>
          </ac:spMkLst>
        </pc:spChg>
        <pc:spChg chg="mod">
          <ac:chgData name="Hironari Yamada" userId="e57621f8-ec3c-449e-bb19-001fffcc008e" providerId="ADAL" clId="{BC0BD879-F267-5CCA-8DEA-E3B2DD07DA4E}" dt="2026-07-31T06:05:14.058" v="14050" actId="1076"/>
          <ac:spMkLst>
            <pc:docMk/>
            <pc:sldMk cId="4254724708" sldId="2076139088"/>
            <ac:spMk id="78" creationId="{F00E1305-22C0-0F0C-05D5-74AE04F8ACFA}"/>
          </ac:spMkLst>
        </pc:spChg>
        <pc:spChg chg="mod">
          <ac:chgData name="Hironari Yamada" userId="e57621f8-ec3c-449e-bb19-001fffcc008e" providerId="ADAL" clId="{BC0BD879-F267-5CCA-8DEA-E3B2DD07DA4E}" dt="2026-07-31T06:05:14.058" v="14050" actId="1076"/>
          <ac:spMkLst>
            <pc:docMk/>
            <pc:sldMk cId="4254724708" sldId="2076139088"/>
            <ac:spMk id="80" creationId="{5140DD66-1391-1C55-EC89-6D6852463778}"/>
          </ac:spMkLst>
        </pc:spChg>
        <pc:spChg chg="add mod">
          <ac:chgData name="Hironari Yamada" userId="e57621f8-ec3c-449e-bb19-001fffcc008e" providerId="ADAL" clId="{BC0BD879-F267-5CCA-8DEA-E3B2DD07DA4E}" dt="2026-07-31T06:05:14.058" v="14050" actId="1076"/>
          <ac:spMkLst>
            <pc:docMk/>
            <pc:sldMk cId="4254724708" sldId="2076139088"/>
            <ac:spMk id="99" creationId="{1D20B411-388A-F3C5-0330-422464A926F9}"/>
          </ac:spMkLst>
        </pc:spChg>
        <pc:spChg chg="mod">
          <ac:chgData name="Hironari Yamada" userId="e57621f8-ec3c-449e-bb19-001fffcc008e" providerId="ADAL" clId="{BC0BD879-F267-5CCA-8DEA-E3B2DD07DA4E}" dt="2026-07-31T06:05:19.107" v="14053"/>
          <ac:spMkLst>
            <pc:docMk/>
            <pc:sldMk cId="4254724708" sldId="2076139088"/>
            <ac:spMk id="108" creationId="{CBF2FE89-7B92-A8A0-EC3D-F9829862A394}"/>
          </ac:spMkLst>
        </pc:spChg>
        <pc:spChg chg="mod">
          <ac:chgData name="Hironari Yamada" userId="e57621f8-ec3c-449e-bb19-001fffcc008e" providerId="ADAL" clId="{BC0BD879-F267-5CCA-8DEA-E3B2DD07DA4E}" dt="2026-07-31T06:05:14.977" v="14052"/>
          <ac:spMkLst>
            <pc:docMk/>
            <pc:sldMk cId="4254724708" sldId="2076139088"/>
            <ac:spMk id="110" creationId="{1941F5DB-B212-D931-18F0-3A855862F14F}"/>
          </ac:spMkLst>
        </pc:spChg>
        <pc:spChg chg="mod">
          <ac:chgData name="Hironari Yamada" userId="e57621f8-ec3c-449e-bb19-001fffcc008e" providerId="ADAL" clId="{BC0BD879-F267-5CCA-8DEA-E3B2DD07DA4E}" dt="2026-07-31T06:05:14.977" v="14052"/>
          <ac:spMkLst>
            <pc:docMk/>
            <pc:sldMk cId="4254724708" sldId="2076139088"/>
            <ac:spMk id="113" creationId="{058EEF45-8E03-0A52-F486-431E57D70744}"/>
          </ac:spMkLst>
        </pc:spChg>
        <pc:spChg chg="mod">
          <ac:chgData name="Hironari Yamada" userId="e57621f8-ec3c-449e-bb19-001fffcc008e" providerId="ADAL" clId="{BC0BD879-F267-5CCA-8DEA-E3B2DD07DA4E}" dt="2026-07-31T06:05:14.977" v="14052"/>
          <ac:spMkLst>
            <pc:docMk/>
            <pc:sldMk cId="4254724708" sldId="2076139088"/>
            <ac:spMk id="114" creationId="{25345D4E-D943-D463-A236-020A5931A8F0}"/>
          </ac:spMkLst>
        </pc:spChg>
        <pc:spChg chg="mod">
          <ac:chgData name="Hironari Yamada" userId="e57621f8-ec3c-449e-bb19-001fffcc008e" providerId="ADAL" clId="{BC0BD879-F267-5CCA-8DEA-E3B2DD07DA4E}" dt="2026-07-31T06:05:14.977" v="14052"/>
          <ac:spMkLst>
            <pc:docMk/>
            <pc:sldMk cId="4254724708" sldId="2076139088"/>
            <ac:spMk id="115" creationId="{9D3944E0-F09D-5423-FA56-57E15689AFB0}"/>
          </ac:spMkLst>
        </pc:spChg>
        <pc:spChg chg="mod">
          <ac:chgData name="Hironari Yamada" userId="e57621f8-ec3c-449e-bb19-001fffcc008e" providerId="ADAL" clId="{BC0BD879-F267-5CCA-8DEA-E3B2DD07DA4E}" dt="2026-07-31T06:05:14.977" v="14052"/>
          <ac:spMkLst>
            <pc:docMk/>
            <pc:sldMk cId="4254724708" sldId="2076139088"/>
            <ac:spMk id="117" creationId="{CF40D416-68EF-8BC8-FA93-CDBA762A9839}"/>
          </ac:spMkLst>
        </pc:spChg>
        <pc:spChg chg="mod">
          <ac:chgData name="Hironari Yamada" userId="e57621f8-ec3c-449e-bb19-001fffcc008e" providerId="ADAL" clId="{BC0BD879-F267-5CCA-8DEA-E3B2DD07DA4E}" dt="2026-07-31T06:05:14.977" v="14052"/>
          <ac:spMkLst>
            <pc:docMk/>
            <pc:sldMk cId="4254724708" sldId="2076139088"/>
            <ac:spMk id="118" creationId="{1CFD94B3-0F4B-9ACC-DC13-87AA26A9F4AE}"/>
          </ac:spMkLst>
        </pc:spChg>
        <pc:spChg chg="mod">
          <ac:chgData name="Hironari Yamada" userId="e57621f8-ec3c-449e-bb19-001fffcc008e" providerId="ADAL" clId="{BC0BD879-F267-5CCA-8DEA-E3B2DD07DA4E}" dt="2026-07-31T06:05:14.977" v="14052"/>
          <ac:spMkLst>
            <pc:docMk/>
            <pc:sldMk cId="4254724708" sldId="2076139088"/>
            <ac:spMk id="121" creationId="{1FCE4849-B90B-E961-9F48-32113684C60D}"/>
          </ac:spMkLst>
        </pc:spChg>
        <pc:spChg chg="mod">
          <ac:chgData name="Hironari Yamada" userId="e57621f8-ec3c-449e-bb19-001fffcc008e" providerId="ADAL" clId="{BC0BD879-F267-5CCA-8DEA-E3B2DD07DA4E}" dt="2026-07-31T06:05:14.977" v="14052"/>
          <ac:spMkLst>
            <pc:docMk/>
            <pc:sldMk cId="4254724708" sldId="2076139088"/>
            <ac:spMk id="122" creationId="{FB396BD2-D976-E311-46BC-A2CAC4990693}"/>
          </ac:spMkLst>
        </pc:spChg>
        <pc:spChg chg="mod">
          <ac:chgData name="Hironari Yamada" userId="e57621f8-ec3c-449e-bb19-001fffcc008e" providerId="ADAL" clId="{BC0BD879-F267-5CCA-8DEA-E3B2DD07DA4E}" dt="2026-07-31T06:05:14.977" v="14052"/>
          <ac:spMkLst>
            <pc:docMk/>
            <pc:sldMk cId="4254724708" sldId="2076139088"/>
            <ac:spMk id="136" creationId="{57542C77-E550-A191-E86F-D71322647C46}"/>
          </ac:spMkLst>
        </pc:spChg>
        <pc:spChg chg="mod">
          <ac:chgData name="Hironari Yamada" userId="e57621f8-ec3c-449e-bb19-001fffcc008e" providerId="ADAL" clId="{BC0BD879-F267-5CCA-8DEA-E3B2DD07DA4E}" dt="2026-07-31T06:05:14.977" v="14052"/>
          <ac:spMkLst>
            <pc:docMk/>
            <pc:sldMk cId="4254724708" sldId="2076139088"/>
            <ac:spMk id="142" creationId="{B6FD295B-3A84-CDB9-4611-FBD02FC77950}"/>
          </ac:spMkLst>
        </pc:spChg>
        <pc:spChg chg="mod">
          <ac:chgData name="Hironari Yamada" userId="e57621f8-ec3c-449e-bb19-001fffcc008e" providerId="ADAL" clId="{BC0BD879-F267-5CCA-8DEA-E3B2DD07DA4E}" dt="2026-07-31T06:05:52.792" v="14066" actId="1076"/>
          <ac:spMkLst>
            <pc:docMk/>
            <pc:sldMk cId="4254724708" sldId="2076139088"/>
            <ac:spMk id="170" creationId="{EF5646B3-9CAE-46D1-5A3B-D04256A80BB8}"/>
          </ac:spMkLst>
        </pc:spChg>
        <pc:spChg chg="mod">
          <ac:chgData name="Hironari Yamada" userId="e57621f8-ec3c-449e-bb19-001fffcc008e" providerId="ADAL" clId="{BC0BD879-F267-5CCA-8DEA-E3B2DD07DA4E}" dt="2026-07-31T06:05:27.797" v="14056" actId="1076"/>
          <ac:spMkLst>
            <pc:docMk/>
            <pc:sldMk cId="4254724708" sldId="2076139088"/>
            <ac:spMk id="174" creationId="{7CF5A81E-6DCD-6D23-AF5C-4B8DB3452C92}"/>
          </ac:spMkLst>
        </pc:spChg>
        <pc:spChg chg="mod">
          <ac:chgData name="Hironari Yamada" userId="e57621f8-ec3c-449e-bb19-001fffcc008e" providerId="ADAL" clId="{BC0BD879-F267-5CCA-8DEA-E3B2DD07DA4E}" dt="2026-07-31T06:05:27.797" v="14056" actId="1076"/>
          <ac:spMkLst>
            <pc:docMk/>
            <pc:sldMk cId="4254724708" sldId="2076139088"/>
            <ac:spMk id="176" creationId="{1FE67FF0-4B07-94EC-899F-BA473C43A714}"/>
          </ac:spMkLst>
        </pc:spChg>
        <pc:spChg chg="mod">
          <ac:chgData name="Hironari Yamada" userId="e57621f8-ec3c-449e-bb19-001fffcc008e" providerId="ADAL" clId="{BC0BD879-F267-5CCA-8DEA-E3B2DD07DA4E}" dt="2026-07-31T06:05:27.797" v="14056" actId="1076"/>
          <ac:spMkLst>
            <pc:docMk/>
            <pc:sldMk cId="4254724708" sldId="2076139088"/>
            <ac:spMk id="179" creationId="{DD197DB6-D84C-F816-7AD6-A19974D8392B}"/>
          </ac:spMkLst>
        </pc:spChg>
        <pc:spChg chg="mod">
          <ac:chgData name="Hironari Yamada" userId="e57621f8-ec3c-449e-bb19-001fffcc008e" providerId="ADAL" clId="{BC0BD879-F267-5CCA-8DEA-E3B2DD07DA4E}" dt="2026-07-31T06:05:27.797" v="14056" actId="1076"/>
          <ac:spMkLst>
            <pc:docMk/>
            <pc:sldMk cId="4254724708" sldId="2076139088"/>
            <ac:spMk id="181" creationId="{BCDBA987-1F26-7CFC-F738-526B049B900E}"/>
          </ac:spMkLst>
        </pc:spChg>
        <pc:spChg chg="mod">
          <ac:chgData name="Hironari Yamada" userId="e57621f8-ec3c-449e-bb19-001fffcc008e" providerId="ADAL" clId="{BC0BD879-F267-5CCA-8DEA-E3B2DD07DA4E}" dt="2026-07-31T06:05:27.797" v="14056" actId="1076"/>
          <ac:spMkLst>
            <pc:docMk/>
            <pc:sldMk cId="4254724708" sldId="2076139088"/>
            <ac:spMk id="182" creationId="{5488E9F3-EC9D-E2E3-4C48-CDF5141C6820}"/>
          </ac:spMkLst>
        </pc:spChg>
        <pc:spChg chg="mod">
          <ac:chgData name="Hironari Yamada" userId="e57621f8-ec3c-449e-bb19-001fffcc008e" providerId="ADAL" clId="{BC0BD879-F267-5CCA-8DEA-E3B2DD07DA4E}" dt="2026-07-31T06:05:27.797" v="14056" actId="1076"/>
          <ac:spMkLst>
            <pc:docMk/>
            <pc:sldMk cId="4254724708" sldId="2076139088"/>
            <ac:spMk id="184" creationId="{7995B9AC-D5D8-F0D2-8446-E6F296244034}"/>
          </ac:spMkLst>
        </pc:spChg>
        <pc:spChg chg="mod">
          <ac:chgData name="Hironari Yamada" userId="e57621f8-ec3c-449e-bb19-001fffcc008e" providerId="ADAL" clId="{BC0BD879-F267-5CCA-8DEA-E3B2DD07DA4E}" dt="2026-07-31T06:05:27.797" v="14056" actId="1076"/>
          <ac:spMkLst>
            <pc:docMk/>
            <pc:sldMk cId="4254724708" sldId="2076139088"/>
            <ac:spMk id="194" creationId="{209C75CF-F734-4A19-B9A8-A3E541D5E166}"/>
          </ac:spMkLst>
        </pc:spChg>
        <pc:spChg chg="mod">
          <ac:chgData name="Hironari Yamada" userId="e57621f8-ec3c-449e-bb19-001fffcc008e" providerId="ADAL" clId="{BC0BD879-F267-5CCA-8DEA-E3B2DD07DA4E}" dt="2026-07-31T06:05:27.797" v="14056" actId="1076"/>
          <ac:spMkLst>
            <pc:docMk/>
            <pc:sldMk cId="4254724708" sldId="2076139088"/>
            <ac:spMk id="202" creationId="{4DFBE310-40E3-64F7-1844-BA85E2306751}"/>
          </ac:spMkLst>
        </pc:spChg>
        <pc:spChg chg="mod">
          <ac:chgData name="Hironari Yamada" userId="e57621f8-ec3c-449e-bb19-001fffcc008e" providerId="ADAL" clId="{BC0BD879-F267-5CCA-8DEA-E3B2DD07DA4E}" dt="2026-07-31T06:05:27.797" v="14056" actId="1076"/>
          <ac:spMkLst>
            <pc:docMk/>
            <pc:sldMk cId="4254724708" sldId="2076139088"/>
            <ac:spMk id="204" creationId="{0AF16381-E598-0CF8-E428-7154E2D6159F}"/>
          </ac:spMkLst>
        </pc:spChg>
        <pc:spChg chg="add mod">
          <ac:chgData name="Hironari Yamada" userId="e57621f8-ec3c-449e-bb19-001fffcc008e" providerId="ADAL" clId="{BC0BD879-F267-5CCA-8DEA-E3B2DD07DA4E}" dt="2026-07-31T06:05:27.797" v="14056" actId="1076"/>
          <ac:spMkLst>
            <pc:docMk/>
            <pc:sldMk cId="4254724708" sldId="2076139088"/>
            <ac:spMk id="223" creationId="{91BAF9DA-B627-8E52-9BB1-A7884D096783}"/>
          </ac:spMkLst>
        </pc:spChg>
        <pc:spChg chg="mod">
          <ac:chgData name="Hironari Yamada" userId="e57621f8-ec3c-449e-bb19-001fffcc008e" providerId="ADAL" clId="{BC0BD879-F267-5CCA-8DEA-E3B2DD07DA4E}" dt="2026-07-31T06:06:09.275" v="14070"/>
          <ac:spMkLst>
            <pc:docMk/>
            <pc:sldMk cId="4254724708" sldId="2076139088"/>
            <ac:spMk id="232" creationId="{EB82A9A5-5409-CC44-5C6F-6B75BD2CE6C2}"/>
          </ac:spMkLst>
        </pc:spChg>
        <pc:spChg chg="mod">
          <ac:chgData name="Hironari Yamada" userId="e57621f8-ec3c-449e-bb19-001fffcc008e" providerId="ADAL" clId="{BC0BD879-F267-5CCA-8DEA-E3B2DD07DA4E}" dt="2026-07-31T06:06:06.185" v="14067"/>
          <ac:spMkLst>
            <pc:docMk/>
            <pc:sldMk cId="4254724708" sldId="2076139088"/>
            <ac:spMk id="236" creationId="{BB668534-B580-A38C-26E5-C4814F615E95}"/>
          </ac:spMkLst>
        </pc:spChg>
        <pc:spChg chg="mod">
          <ac:chgData name="Hironari Yamada" userId="e57621f8-ec3c-449e-bb19-001fffcc008e" providerId="ADAL" clId="{BC0BD879-F267-5CCA-8DEA-E3B2DD07DA4E}" dt="2026-07-31T06:06:06.185" v="14067"/>
          <ac:spMkLst>
            <pc:docMk/>
            <pc:sldMk cId="4254724708" sldId="2076139088"/>
            <ac:spMk id="237" creationId="{B3E8BF8E-CD9D-E908-338C-2FB064E0398D}"/>
          </ac:spMkLst>
        </pc:spChg>
        <pc:spChg chg="mod">
          <ac:chgData name="Hironari Yamada" userId="e57621f8-ec3c-449e-bb19-001fffcc008e" providerId="ADAL" clId="{BC0BD879-F267-5CCA-8DEA-E3B2DD07DA4E}" dt="2026-07-31T06:06:06.185" v="14067"/>
          <ac:spMkLst>
            <pc:docMk/>
            <pc:sldMk cId="4254724708" sldId="2076139088"/>
            <ac:spMk id="240" creationId="{37602DF5-205D-A60A-73E3-1FD50EA87BED}"/>
          </ac:spMkLst>
        </pc:spChg>
        <pc:spChg chg="mod">
          <ac:chgData name="Hironari Yamada" userId="e57621f8-ec3c-449e-bb19-001fffcc008e" providerId="ADAL" clId="{BC0BD879-F267-5CCA-8DEA-E3B2DD07DA4E}" dt="2026-07-31T06:06:06.185" v="14067"/>
          <ac:spMkLst>
            <pc:docMk/>
            <pc:sldMk cId="4254724708" sldId="2076139088"/>
            <ac:spMk id="242" creationId="{0F023AF6-D607-D69A-B4CC-CE9D35E9CCCA}"/>
          </ac:spMkLst>
        </pc:spChg>
        <pc:spChg chg="mod">
          <ac:chgData name="Hironari Yamada" userId="e57621f8-ec3c-449e-bb19-001fffcc008e" providerId="ADAL" clId="{BC0BD879-F267-5CCA-8DEA-E3B2DD07DA4E}" dt="2026-07-31T06:06:06.185" v="14067"/>
          <ac:spMkLst>
            <pc:docMk/>
            <pc:sldMk cId="4254724708" sldId="2076139088"/>
            <ac:spMk id="243" creationId="{67D0E62D-618A-57D1-CBE8-E1FB5D380378}"/>
          </ac:spMkLst>
        </pc:spChg>
        <pc:spChg chg="mod">
          <ac:chgData name="Hironari Yamada" userId="e57621f8-ec3c-449e-bb19-001fffcc008e" providerId="ADAL" clId="{BC0BD879-F267-5CCA-8DEA-E3B2DD07DA4E}" dt="2026-07-31T06:06:06.185" v="14067"/>
          <ac:spMkLst>
            <pc:docMk/>
            <pc:sldMk cId="4254724708" sldId="2076139088"/>
            <ac:spMk id="244" creationId="{6ECF1C86-7104-16DF-4529-7FBC685929A6}"/>
          </ac:spMkLst>
        </pc:spChg>
        <pc:spChg chg="mod">
          <ac:chgData name="Hironari Yamada" userId="e57621f8-ec3c-449e-bb19-001fffcc008e" providerId="ADAL" clId="{BC0BD879-F267-5CCA-8DEA-E3B2DD07DA4E}" dt="2026-07-31T06:06:06.185" v="14067"/>
          <ac:spMkLst>
            <pc:docMk/>
            <pc:sldMk cId="4254724708" sldId="2076139088"/>
            <ac:spMk id="245" creationId="{FD9CADB9-115C-47EF-FD73-0D2B3E3E7A55}"/>
          </ac:spMkLst>
        </pc:spChg>
        <pc:spChg chg="mod">
          <ac:chgData name="Hironari Yamada" userId="e57621f8-ec3c-449e-bb19-001fffcc008e" providerId="ADAL" clId="{BC0BD879-F267-5CCA-8DEA-E3B2DD07DA4E}" dt="2026-07-31T06:06:06.185" v="14067"/>
          <ac:spMkLst>
            <pc:docMk/>
            <pc:sldMk cId="4254724708" sldId="2076139088"/>
            <ac:spMk id="246" creationId="{0A2CD93E-94A1-325B-BB4D-1456BFF62FC2}"/>
          </ac:spMkLst>
        </pc:spChg>
        <pc:spChg chg="mod">
          <ac:chgData name="Hironari Yamada" userId="e57621f8-ec3c-449e-bb19-001fffcc008e" providerId="ADAL" clId="{BC0BD879-F267-5CCA-8DEA-E3B2DD07DA4E}" dt="2026-07-31T06:06:06.185" v="14067"/>
          <ac:spMkLst>
            <pc:docMk/>
            <pc:sldMk cId="4254724708" sldId="2076139088"/>
            <ac:spMk id="256" creationId="{37252827-BB86-636E-5A15-5A8509768FB1}"/>
          </ac:spMkLst>
        </pc:spChg>
        <pc:spChg chg="mod">
          <ac:chgData name="Hironari Yamada" userId="e57621f8-ec3c-449e-bb19-001fffcc008e" providerId="ADAL" clId="{BC0BD879-F267-5CCA-8DEA-E3B2DD07DA4E}" dt="2026-07-31T06:06:06.185" v="14067"/>
          <ac:spMkLst>
            <pc:docMk/>
            <pc:sldMk cId="4254724708" sldId="2076139088"/>
            <ac:spMk id="264" creationId="{6496D864-54E0-2C46-D211-60FAF74DE07C}"/>
          </ac:spMkLst>
        </pc:spChg>
        <pc:cxnChg chg="add mod">
          <ac:chgData name="Hironari Yamada" userId="e57621f8-ec3c-449e-bb19-001fffcc008e" providerId="ADAL" clId="{BC0BD879-F267-5CCA-8DEA-E3B2DD07DA4E}" dt="2026-07-31T06:05:42.706" v="14058" actId="1076"/>
          <ac:cxnSpMkLst>
            <pc:docMk/>
            <pc:sldMk cId="4254724708" sldId="2076139088"/>
            <ac:cxnSpMk id="3" creationId="{D28D5890-DE1A-0B66-88C1-0BC11F369C8F}"/>
          </ac:cxnSpMkLst>
        </pc:cxnChg>
        <pc:cxnChg chg="del">
          <ac:chgData name="Hironari Yamada" userId="e57621f8-ec3c-449e-bb19-001fffcc008e" providerId="ADAL" clId="{BC0BD879-F267-5CCA-8DEA-E3B2DD07DA4E}" dt="2026-07-31T06:04:40.887" v="14044" actId="478"/>
          <ac:cxnSpMkLst>
            <pc:docMk/>
            <pc:sldMk cId="4254724708" sldId="2076139088"/>
            <ac:cxnSpMk id="7" creationId="{577B16AC-DACD-4A54-9D61-D0C327141E6F}"/>
          </ac:cxnSpMkLst>
        </pc:cxnChg>
      </pc:sldChg>
      <pc:sldChg chg="addSp delSp modSp add mod modAnim">
        <pc:chgData name="Hironari Yamada" userId="e57621f8-ec3c-449e-bb19-001fffcc008e" providerId="ADAL" clId="{BC0BD879-F267-5CCA-8DEA-E3B2DD07DA4E}" dt="2026-07-31T06:07:10.470" v="14098" actId="1076"/>
        <pc:sldMkLst>
          <pc:docMk/>
          <pc:sldMk cId="3957655119" sldId="2076139089"/>
        </pc:sldMkLst>
        <pc:spChg chg="add del">
          <ac:chgData name="Hironari Yamada" userId="e57621f8-ec3c-449e-bb19-001fffcc008e" providerId="ADAL" clId="{BC0BD879-F267-5CCA-8DEA-E3B2DD07DA4E}" dt="2026-07-31T06:06:27.020" v="14084" actId="478"/>
          <ac:spMkLst>
            <pc:docMk/>
            <pc:sldMk cId="3957655119" sldId="2076139089"/>
            <ac:spMk id="4" creationId="{88B08614-FC62-2A28-3CA8-D8B5AC00DAAF}"/>
          </ac:spMkLst>
        </pc:spChg>
        <pc:spChg chg="add mod">
          <ac:chgData name="Hironari Yamada" userId="e57621f8-ec3c-449e-bb19-001fffcc008e" providerId="ADAL" clId="{BC0BD879-F267-5CCA-8DEA-E3B2DD07DA4E}" dt="2026-07-31T06:06:26.021" v="14083"/>
          <ac:spMkLst>
            <pc:docMk/>
            <pc:sldMk cId="3957655119" sldId="2076139089"/>
            <ac:spMk id="5" creationId="{9EB29DBA-02E9-5CAA-680C-7278CE93C592}"/>
          </ac:spMkLst>
        </pc:spChg>
        <pc:spChg chg="add del">
          <ac:chgData name="Hironari Yamada" userId="e57621f8-ec3c-449e-bb19-001fffcc008e" providerId="ADAL" clId="{BC0BD879-F267-5CCA-8DEA-E3B2DD07DA4E}" dt="2026-07-31T06:06:29.472" v="14085" actId="478"/>
          <ac:spMkLst>
            <pc:docMk/>
            <pc:sldMk cId="3957655119" sldId="2076139089"/>
            <ac:spMk id="6" creationId="{22BF1730-DF79-C710-DE76-DA62B1BF401E}"/>
          </ac:spMkLst>
        </pc:spChg>
        <pc:spChg chg="add mod">
          <ac:chgData name="Hironari Yamada" userId="e57621f8-ec3c-449e-bb19-001fffcc008e" providerId="ADAL" clId="{BC0BD879-F267-5CCA-8DEA-E3B2DD07DA4E}" dt="2026-07-31T06:06:26.021" v="14083"/>
          <ac:spMkLst>
            <pc:docMk/>
            <pc:sldMk cId="3957655119" sldId="2076139089"/>
            <ac:spMk id="7" creationId="{0B53E489-FF8B-D06C-B3D8-E09E886F5017}"/>
          </ac:spMkLst>
        </pc:spChg>
        <pc:spChg chg="mod">
          <ac:chgData name="Hironari Yamada" userId="e57621f8-ec3c-449e-bb19-001fffcc008e" providerId="ADAL" clId="{BC0BD879-F267-5CCA-8DEA-E3B2DD07DA4E}" dt="2026-07-31T06:06:15.838" v="14081" actId="20577"/>
          <ac:spMkLst>
            <pc:docMk/>
            <pc:sldMk cId="3957655119" sldId="2076139089"/>
            <ac:spMk id="9" creationId="{AA3C5C31-0A45-9939-80EB-D72D6ABE34D7}"/>
          </ac:spMkLst>
        </pc:spChg>
        <pc:spChg chg="add mod">
          <ac:chgData name="Hironari Yamada" userId="e57621f8-ec3c-449e-bb19-001fffcc008e" providerId="ADAL" clId="{BC0BD879-F267-5CCA-8DEA-E3B2DD07DA4E}" dt="2026-07-31T06:07:10.470" v="14098" actId="1076"/>
          <ac:spMkLst>
            <pc:docMk/>
            <pc:sldMk cId="3957655119" sldId="2076139089"/>
            <ac:spMk id="10" creationId="{02EDAC2E-7150-D8EE-EFF2-95554536B970}"/>
          </ac:spMkLst>
        </pc:spChg>
        <pc:spChg chg="add mod">
          <ac:chgData name="Hironari Yamada" userId="e57621f8-ec3c-449e-bb19-001fffcc008e" providerId="ADAL" clId="{BC0BD879-F267-5CCA-8DEA-E3B2DD07DA4E}" dt="2026-07-31T06:06:35.005" v="14088" actId="1076"/>
          <ac:spMkLst>
            <pc:docMk/>
            <pc:sldMk cId="3957655119" sldId="2076139089"/>
            <ac:spMk id="11" creationId="{08397881-D014-C842-33EC-D5EE4040E6E9}"/>
          </ac:spMkLst>
        </pc:spChg>
        <pc:spChg chg="mod">
          <ac:chgData name="Hironari Yamada" userId="e57621f8-ec3c-449e-bb19-001fffcc008e" providerId="ADAL" clId="{BC0BD879-F267-5CCA-8DEA-E3B2DD07DA4E}" dt="2026-07-31T06:06:47.871" v="14091" actId="1076"/>
          <ac:spMkLst>
            <pc:docMk/>
            <pc:sldMk cId="3957655119" sldId="2076139089"/>
            <ac:spMk id="14" creationId="{64B76AE9-C9B1-E488-EF57-4F36DB451165}"/>
          </ac:spMkLst>
        </pc:spChg>
        <pc:spChg chg="add mod">
          <ac:chgData name="Hironari Yamada" userId="e57621f8-ec3c-449e-bb19-001fffcc008e" providerId="ADAL" clId="{BC0BD879-F267-5CCA-8DEA-E3B2DD07DA4E}" dt="2026-07-31T06:06:40.474" v="14089"/>
          <ac:spMkLst>
            <pc:docMk/>
            <pc:sldMk cId="3957655119" sldId="2076139089"/>
            <ac:spMk id="15" creationId="{B7B2D8CD-8171-E38C-6B42-8189B163E54F}"/>
          </ac:spMkLst>
        </pc:spChg>
        <pc:spChg chg="mod">
          <ac:chgData name="Hironari Yamada" userId="e57621f8-ec3c-449e-bb19-001fffcc008e" providerId="ADAL" clId="{BC0BD879-F267-5CCA-8DEA-E3B2DD07DA4E}" dt="2026-07-31T06:06:47.871" v="14091" actId="1076"/>
          <ac:spMkLst>
            <pc:docMk/>
            <pc:sldMk cId="3957655119" sldId="2076139089"/>
            <ac:spMk id="31" creationId="{B10341A0-E063-94B1-2126-DB1F78B89279}"/>
          </ac:spMkLst>
        </pc:spChg>
        <pc:spChg chg="add mod">
          <ac:chgData name="Hironari Yamada" userId="e57621f8-ec3c-449e-bb19-001fffcc008e" providerId="ADAL" clId="{BC0BD879-F267-5CCA-8DEA-E3B2DD07DA4E}" dt="2026-07-31T06:06:40.474" v="14089"/>
          <ac:spMkLst>
            <pc:docMk/>
            <pc:sldMk cId="3957655119" sldId="2076139089"/>
            <ac:spMk id="34" creationId="{C37ECC5F-C910-7586-6E7F-BE6F7B1C57B5}"/>
          </ac:spMkLst>
        </pc:spChg>
        <pc:spChg chg="add mod">
          <ac:chgData name="Hironari Yamada" userId="e57621f8-ec3c-449e-bb19-001fffcc008e" providerId="ADAL" clId="{BC0BD879-F267-5CCA-8DEA-E3B2DD07DA4E}" dt="2026-07-31T06:06:47.871" v="14091" actId="1076"/>
          <ac:spMkLst>
            <pc:docMk/>
            <pc:sldMk cId="3957655119" sldId="2076139089"/>
            <ac:spMk id="37" creationId="{16EC0036-D65B-5EE0-74B2-3EB7A75A8253}"/>
          </ac:spMkLst>
        </pc:spChg>
        <pc:spChg chg="mod">
          <ac:chgData name="Hironari Yamada" userId="e57621f8-ec3c-449e-bb19-001fffcc008e" providerId="ADAL" clId="{BC0BD879-F267-5CCA-8DEA-E3B2DD07DA4E}" dt="2026-07-31T06:06:40.474" v="14089"/>
          <ac:spMkLst>
            <pc:docMk/>
            <pc:sldMk cId="3957655119" sldId="2076139089"/>
            <ac:spMk id="42" creationId="{71D7A456-9D2E-530F-196B-ACBC095ABE5A}"/>
          </ac:spMkLst>
        </pc:spChg>
        <pc:spChg chg="mod">
          <ac:chgData name="Hironari Yamada" userId="e57621f8-ec3c-449e-bb19-001fffcc008e" providerId="ADAL" clId="{BC0BD879-F267-5CCA-8DEA-E3B2DD07DA4E}" dt="2026-07-31T06:06:40.474" v="14089"/>
          <ac:spMkLst>
            <pc:docMk/>
            <pc:sldMk cId="3957655119" sldId="2076139089"/>
            <ac:spMk id="44" creationId="{0CE1A148-2F5A-1E3E-67B3-8036ED7A79D8}"/>
          </ac:spMkLst>
        </pc:spChg>
        <pc:spChg chg="add del">
          <ac:chgData name="Hironari Yamada" userId="e57621f8-ec3c-449e-bb19-001fffcc008e" providerId="ADAL" clId="{BC0BD879-F267-5CCA-8DEA-E3B2DD07DA4E}" dt="2026-07-31T06:06:29.472" v="14085" actId="478"/>
          <ac:spMkLst>
            <pc:docMk/>
            <pc:sldMk cId="3957655119" sldId="2076139089"/>
            <ac:spMk id="45" creationId="{A9628CCF-F121-DC11-ADE6-92CC8F579E19}"/>
          </ac:spMkLst>
        </pc:spChg>
        <pc:spChg chg="mod">
          <ac:chgData name="Hironari Yamada" userId="e57621f8-ec3c-449e-bb19-001fffcc008e" providerId="ADAL" clId="{BC0BD879-F267-5CCA-8DEA-E3B2DD07DA4E}" dt="2026-07-31T06:06:40.474" v="14089"/>
          <ac:spMkLst>
            <pc:docMk/>
            <pc:sldMk cId="3957655119" sldId="2076139089"/>
            <ac:spMk id="53" creationId="{451E6A29-994C-146A-B284-B8B96AC7AC39}"/>
          </ac:spMkLst>
        </pc:spChg>
        <pc:spChg chg="mod">
          <ac:chgData name="Hironari Yamada" userId="e57621f8-ec3c-449e-bb19-001fffcc008e" providerId="ADAL" clId="{BC0BD879-F267-5CCA-8DEA-E3B2DD07DA4E}" dt="2026-07-31T06:06:47.871" v="14091" actId="1076"/>
          <ac:spMkLst>
            <pc:docMk/>
            <pc:sldMk cId="3957655119" sldId="2076139089"/>
            <ac:spMk id="131" creationId="{4E7DECA4-6F44-D80B-9C16-3AB290D74F2C}"/>
          </ac:spMkLst>
        </pc:spChg>
        <pc:spChg chg="mod">
          <ac:chgData name="Hironari Yamada" userId="e57621f8-ec3c-449e-bb19-001fffcc008e" providerId="ADAL" clId="{BC0BD879-F267-5CCA-8DEA-E3B2DD07DA4E}" dt="2026-07-31T06:06:47.871" v="14091" actId="1076"/>
          <ac:spMkLst>
            <pc:docMk/>
            <pc:sldMk cId="3957655119" sldId="2076139089"/>
            <ac:spMk id="135" creationId="{2892B558-7D8E-1A6E-61A0-18867E34A552}"/>
          </ac:spMkLst>
        </pc:spChg>
        <pc:spChg chg="mod">
          <ac:chgData name="Hironari Yamada" userId="e57621f8-ec3c-449e-bb19-001fffcc008e" providerId="ADAL" clId="{BC0BD879-F267-5CCA-8DEA-E3B2DD07DA4E}" dt="2026-07-31T06:06:47.871" v="14091" actId="1076"/>
          <ac:spMkLst>
            <pc:docMk/>
            <pc:sldMk cId="3957655119" sldId="2076139089"/>
            <ac:spMk id="137" creationId="{B0691D1C-FF16-64EF-AB36-8E7FAFDA205F}"/>
          </ac:spMkLst>
        </pc:spChg>
        <pc:spChg chg="add mod">
          <ac:chgData name="Hironari Yamada" userId="e57621f8-ec3c-449e-bb19-001fffcc008e" providerId="ADAL" clId="{BC0BD879-F267-5CCA-8DEA-E3B2DD07DA4E}" dt="2026-07-31T06:06:40.474" v="14089"/>
          <ac:spMkLst>
            <pc:docMk/>
            <pc:sldMk cId="3957655119" sldId="2076139089"/>
            <ac:spMk id="139" creationId="{165F3398-DFAE-AB37-AF96-5B2F8889D486}"/>
          </ac:spMkLst>
        </pc:spChg>
        <pc:spChg chg="mod">
          <ac:chgData name="Hironari Yamada" userId="e57621f8-ec3c-449e-bb19-001fffcc008e" providerId="ADAL" clId="{BC0BD879-F267-5CCA-8DEA-E3B2DD07DA4E}" dt="2026-07-31T06:06:47.871" v="14091" actId="1076"/>
          <ac:spMkLst>
            <pc:docMk/>
            <pc:sldMk cId="3957655119" sldId="2076139089"/>
            <ac:spMk id="140" creationId="{D2B40120-40F9-41FF-1A36-7C039725CD4F}"/>
          </ac:spMkLst>
        </pc:spChg>
        <pc:spChg chg="add mod">
          <ac:chgData name="Hironari Yamada" userId="e57621f8-ec3c-449e-bb19-001fffcc008e" providerId="ADAL" clId="{BC0BD879-F267-5CCA-8DEA-E3B2DD07DA4E}" dt="2026-07-31T06:06:40.474" v="14089"/>
          <ac:spMkLst>
            <pc:docMk/>
            <pc:sldMk cId="3957655119" sldId="2076139089"/>
            <ac:spMk id="141" creationId="{C642AA30-8FE3-40DA-720E-5225A35EC187}"/>
          </ac:spMkLst>
        </pc:spChg>
        <pc:spChg chg="mod">
          <ac:chgData name="Hironari Yamada" userId="e57621f8-ec3c-449e-bb19-001fffcc008e" providerId="ADAL" clId="{BC0BD879-F267-5CCA-8DEA-E3B2DD07DA4E}" dt="2026-07-31T06:06:47.871" v="14091" actId="1076"/>
          <ac:spMkLst>
            <pc:docMk/>
            <pc:sldMk cId="3957655119" sldId="2076139089"/>
            <ac:spMk id="142" creationId="{6C95AF24-C23C-3EC7-614B-F18ABBC5DE4B}"/>
          </ac:spMkLst>
        </pc:spChg>
        <pc:spChg chg="mod">
          <ac:chgData name="Hironari Yamada" userId="e57621f8-ec3c-449e-bb19-001fffcc008e" providerId="ADAL" clId="{BC0BD879-F267-5CCA-8DEA-E3B2DD07DA4E}" dt="2026-07-31T06:06:47.871" v="14091" actId="1076"/>
          <ac:spMkLst>
            <pc:docMk/>
            <pc:sldMk cId="3957655119" sldId="2076139089"/>
            <ac:spMk id="143" creationId="{2F510F1F-9F43-7F41-A4D9-9774C78F0304}"/>
          </ac:spMkLst>
        </pc:spChg>
        <pc:spChg chg="add mod">
          <ac:chgData name="Hironari Yamada" userId="e57621f8-ec3c-449e-bb19-001fffcc008e" providerId="ADAL" clId="{BC0BD879-F267-5CCA-8DEA-E3B2DD07DA4E}" dt="2026-07-31T06:06:47.871" v="14091" actId="1076"/>
          <ac:spMkLst>
            <pc:docMk/>
            <pc:sldMk cId="3957655119" sldId="2076139089"/>
            <ac:spMk id="144" creationId="{F873EC4F-4886-2C76-2899-D672278E038C}"/>
          </ac:spMkLst>
        </pc:spChg>
        <pc:spChg chg="add mod">
          <ac:chgData name="Hironari Yamada" userId="e57621f8-ec3c-449e-bb19-001fffcc008e" providerId="ADAL" clId="{BC0BD879-F267-5CCA-8DEA-E3B2DD07DA4E}" dt="2026-07-31T06:06:40.474" v="14089"/>
          <ac:spMkLst>
            <pc:docMk/>
            <pc:sldMk cId="3957655119" sldId="2076139089"/>
            <ac:spMk id="152" creationId="{1434282D-77CF-18D2-4DB6-E9ED2A7EBD37}"/>
          </ac:spMkLst>
        </pc:spChg>
        <pc:spChg chg="add mod">
          <ac:chgData name="Hironari Yamada" userId="e57621f8-ec3c-449e-bb19-001fffcc008e" providerId="ADAL" clId="{BC0BD879-F267-5CCA-8DEA-E3B2DD07DA4E}" dt="2026-07-31T06:06:48.720" v="14093"/>
          <ac:spMkLst>
            <pc:docMk/>
            <pc:sldMk cId="3957655119" sldId="2076139089"/>
            <ac:spMk id="155" creationId="{F3569307-C2C3-0BE6-97EF-1A467786355C}"/>
          </ac:spMkLst>
        </pc:spChg>
        <pc:spChg chg="add del">
          <ac:chgData name="Hironari Yamada" userId="e57621f8-ec3c-449e-bb19-001fffcc008e" providerId="ADAL" clId="{BC0BD879-F267-5CCA-8DEA-E3B2DD07DA4E}" dt="2026-07-31T06:06:29.472" v="14085" actId="478"/>
          <ac:spMkLst>
            <pc:docMk/>
            <pc:sldMk cId="3957655119" sldId="2076139089"/>
            <ac:spMk id="170" creationId="{B65F0F3A-4657-E8CF-783E-3EF68A17AAC0}"/>
          </ac:spMkLst>
        </pc:spChg>
        <pc:spChg chg="add del">
          <ac:chgData name="Hironari Yamada" userId="e57621f8-ec3c-449e-bb19-001fffcc008e" providerId="ADAL" clId="{BC0BD879-F267-5CCA-8DEA-E3B2DD07DA4E}" dt="2026-07-31T06:06:29.472" v="14085" actId="478"/>
          <ac:spMkLst>
            <pc:docMk/>
            <pc:sldMk cId="3957655119" sldId="2076139089"/>
            <ac:spMk id="209" creationId="{8CF44E2E-CF4E-504C-9D5E-9B33394D8EBD}"/>
          </ac:spMkLst>
        </pc:spChg>
        <pc:spChg chg="add del">
          <ac:chgData name="Hironari Yamada" userId="e57621f8-ec3c-449e-bb19-001fffcc008e" providerId="ADAL" clId="{BC0BD879-F267-5CCA-8DEA-E3B2DD07DA4E}" dt="2026-07-31T06:06:29.472" v="14085" actId="478"/>
          <ac:spMkLst>
            <pc:docMk/>
            <pc:sldMk cId="3957655119" sldId="2076139089"/>
            <ac:spMk id="223" creationId="{EE8D8662-43BE-9081-C00C-431170AAEC7F}"/>
          </ac:spMkLst>
        </pc:spChg>
        <pc:spChg chg="add mod">
          <ac:chgData name="Hironari Yamada" userId="e57621f8-ec3c-449e-bb19-001fffcc008e" providerId="ADAL" clId="{BC0BD879-F267-5CCA-8DEA-E3B2DD07DA4E}" dt="2026-07-31T06:06:48.720" v="14093"/>
          <ac:spMkLst>
            <pc:docMk/>
            <pc:sldMk cId="3957655119" sldId="2076139089"/>
            <ac:spMk id="234" creationId="{1E72A64F-4643-8D6E-9F20-BCD710337D9D}"/>
          </ac:spMkLst>
        </pc:spChg>
        <pc:spChg chg="add mod">
          <ac:chgData name="Hironari Yamada" userId="e57621f8-ec3c-449e-bb19-001fffcc008e" providerId="ADAL" clId="{BC0BD879-F267-5CCA-8DEA-E3B2DD07DA4E}" dt="2026-07-31T06:06:48.720" v="14093"/>
          <ac:spMkLst>
            <pc:docMk/>
            <pc:sldMk cId="3957655119" sldId="2076139089"/>
            <ac:spMk id="236" creationId="{90E72C12-5A7E-0800-A097-A51D71BFC3FF}"/>
          </ac:spMkLst>
        </pc:spChg>
        <pc:spChg chg="mod">
          <ac:chgData name="Hironari Yamada" userId="e57621f8-ec3c-449e-bb19-001fffcc008e" providerId="ADAL" clId="{BC0BD879-F267-5CCA-8DEA-E3B2DD07DA4E}" dt="2026-07-31T06:06:48.720" v="14093"/>
          <ac:spMkLst>
            <pc:docMk/>
            <pc:sldMk cId="3957655119" sldId="2076139089"/>
            <ac:spMk id="245" creationId="{9284E72C-95F2-47AE-A8B2-0EAE8DFAE7B5}"/>
          </ac:spMkLst>
        </pc:spChg>
        <pc:spChg chg="mod">
          <ac:chgData name="Hironari Yamada" userId="e57621f8-ec3c-449e-bb19-001fffcc008e" providerId="ADAL" clId="{BC0BD879-F267-5CCA-8DEA-E3B2DD07DA4E}" dt="2026-07-31T06:06:48.720" v="14093"/>
          <ac:spMkLst>
            <pc:docMk/>
            <pc:sldMk cId="3957655119" sldId="2076139089"/>
            <ac:spMk id="247" creationId="{3D4278EB-30C4-68AA-7864-E2105E96BFA6}"/>
          </ac:spMkLst>
        </pc:spChg>
        <pc:spChg chg="mod">
          <ac:chgData name="Hironari Yamada" userId="e57621f8-ec3c-449e-bb19-001fffcc008e" providerId="ADAL" clId="{BC0BD879-F267-5CCA-8DEA-E3B2DD07DA4E}" dt="2026-07-31T06:06:48.720" v="14093"/>
          <ac:spMkLst>
            <pc:docMk/>
            <pc:sldMk cId="3957655119" sldId="2076139089"/>
            <ac:spMk id="255" creationId="{A7477B3B-A826-E3B7-72D4-238B2E50EAAE}"/>
          </ac:spMkLst>
        </pc:spChg>
        <pc:spChg chg="mod">
          <ac:chgData name="Hironari Yamada" userId="e57621f8-ec3c-449e-bb19-001fffcc008e" providerId="ADAL" clId="{BC0BD879-F267-5CCA-8DEA-E3B2DD07DA4E}" dt="2026-07-31T06:06:48.720" v="14093"/>
          <ac:spMkLst>
            <pc:docMk/>
            <pc:sldMk cId="3957655119" sldId="2076139089"/>
            <ac:spMk id="257" creationId="{54103E32-7843-D69C-B202-6726E3412CDE}"/>
          </ac:spMkLst>
        </pc:spChg>
        <pc:spChg chg="add mod">
          <ac:chgData name="Hironari Yamada" userId="e57621f8-ec3c-449e-bb19-001fffcc008e" providerId="ADAL" clId="{BC0BD879-F267-5CCA-8DEA-E3B2DD07DA4E}" dt="2026-07-31T06:06:48.720" v="14093"/>
          <ac:spMkLst>
            <pc:docMk/>
            <pc:sldMk cId="3957655119" sldId="2076139089"/>
            <ac:spMk id="271" creationId="{9B52825A-8398-235A-7C9B-17980B00B40E}"/>
          </ac:spMkLst>
        </pc:spChg>
        <pc:spChg chg="add mod">
          <ac:chgData name="Hironari Yamada" userId="e57621f8-ec3c-449e-bb19-001fffcc008e" providerId="ADAL" clId="{BC0BD879-F267-5CCA-8DEA-E3B2DD07DA4E}" dt="2026-07-31T06:06:48.720" v="14093"/>
          <ac:spMkLst>
            <pc:docMk/>
            <pc:sldMk cId="3957655119" sldId="2076139089"/>
            <ac:spMk id="274" creationId="{D0F38949-9ADF-0B72-F4BA-DBE5EC7264D9}"/>
          </ac:spMkLst>
        </pc:spChg>
        <pc:spChg chg="add mod">
          <ac:chgData name="Hironari Yamada" userId="e57621f8-ec3c-449e-bb19-001fffcc008e" providerId="ADAL" clId="{BC0BD879-F267-5CCA-8DEA-E3B2DD07DA4E}" dt="2026-07-31T06:06:48.720" v="14093"/>
          <ac:spMkLst>
            <pc:docMk/>
            <pc:sldMk cId="3957655119" sldId="2076139089"/>
            <ac:spMk id="279" creationId="{FB81ADFF-F1B3-8AD3-0FA1-B178551BE761}"/>
          </ac:spMkLst>
        </pc:spChg>
        <pc:spChg chg="mod">
          <ac:chgData name="Hironari Yamada" userId="e57621f8-ec3c-449e-bb19-001fffcc008e" providerId="ADAL" clId="{BC0BD879-F267-5CCA-8DEA-E3B2DD07DA4E}" dt="2026-07-31T06:06:55.360" v="14096" actId="1076"/>
          <ac:spMkLst>
            <pc:docMk/>
            <pc:sldMk cId="3957655119" sldId="2076139089"/>
            <ac:spMk id="292" creationId="{F695EA84-1145-2D68-C2D0-1ECDB92A2695}"/>
          </ac:spMkLst>
        </pc:spChg>
        <pc:spChg chg="mod">
          <ac:chgData name="Hironari Yamada" userId="e57621f8-ec3c-449e-bb19-001fffcc008e" providerId="ADAL" clId="{BC0BD879-F267-5CCA-8DEA-E3B2DD07DA4E}" dt="2026-07-31T06:06:55.360" v="14096" actId="1076"/>
          <ac:spMkLst>
            <pc:docMk/>
            <pc:sldMk cId="3957655119" sldId="2076139089"/>
            <ac:spMk id="298" creationId="{A2009CBB-9EEF-9DEA-B90E-A4BED36AF158}"/>
          </ac:spMkLst>
        </pc:spChg>
        <pc:spChg chg="mod">
          <ac:chgData name="Hironari Yamada" userId="e57621f8-ec3c-449e-bb19-001fffcc008e" providerId="ADAL" clId="{BC0BD879-F267-5CCA-8DEA-E3B2DD07DA4E}" dt="2026-07-31T06:06:55.360" v="14096" actId="1076"/>
          <ac:spMkLst>
            <pc:docMk/>
            <pc:sldMk cId="3957655119" sldId="2076139089"/>
            <ac:spMk id="305" creationId="{B78CACBA-D9FF-3DDB-4390-C0377904109F}"/>
          </ac:spMkLst>
        </pc:spChg>
        <pc:spChg chg="add mod">
          <ac:chgData name="Hironari Yamada" userId="e57621f8-ec3c-449e-bb19-001fffcc008e" providerId="ADAL" clId="{BC0BD879-F267-5CCA-8DEA-E3B2DD07DA4E}" dt="2026-07-31T06:06:52.616" v="14095"/>
          <ac:spMkLst>
            <pc:docMk/>
            <pc:sldMk cId="3957655119" sldId="2076139089"/>
            <ac:spMk id="306" creationId="{AC43F885-8522-4480-78EB-7B617E7E1818}"/>
          </ac:spMkLst>
        </pc:spChg>
        <pc:spChg chg="add mod">
          <ac:chgData name="Hironari Yamada" userId="e57621f8-ec3c-449e-bb19-001fffcc008e" providerId="ADAL" clId="{BC0BD879-F267-5CCA-8DEA-E3B2DD07DA4E}" dt="2026-07-31T06:06:52.616" v="14095"/>
          <ac:spMkLst>
            <pc:docMk/>
            <pc:sldMk cId="3957655119" sldId="2076139089"/>
            <ac:spMk id="310" creationId="{1D106B0B-7363-9D77-8980-6E92C0500862}"/>
          </ac:spMkLst>
        </pc:spChg>
        <pc:spChg chg="add mod">
          <ac:chgData name="Hironari Yamada" userId="e57621f8-ec3c-449e-bb19-001fffcc008e" providerId="ADAL" clId="{BC0BD879-F267-5CCA-8DEA-E3B2DD07DA4E}" dt="2026-07-31T06:06:52.616" v="14095"/>
          <ac:spMkLst>
            <pc:docMk/>
            <pc:sldMk cId="3957655119" sldId="2076139089"/>
            <ac:spMk id="311" creationId="{27B13B03-A12D-C910-6C21-0E0C4EC2A1A1}"/>
          </ac:spMkLst>
        </pc:spChg>
        <pc:spChg chg="add mod">
          <ac:chgData name="Hironari Yamada" userId="e57621f8-ec3c-449e-bb19-001fffcc008e" providerId="ADAL" clId="{BC0BD879-F267-5CCA-8DEA-E3B2DD07DA4E}" dt="2026-07-31T06:06:52.616" v="14095"/>
          <ac:spMkLst>
            <pc:docMk/>
            <pc:sldMk cId="3957655119" sldId="2076139089"/>
            <ac:spMk id="312" creationId="{A242E3BB-1E72-60BA-9571-4AE27D55D112}"/>
          </ac:spMkLst>
        </pc:spChg>
        <pc:spChg chg="add mod">
          <ac:chgData name="Hironari Yamada" userId="e57621f8-ec3c-449e-bb19-001fffcc008e" providerId="ADAL" clId="{BC0BD879-F267-5CCA-8DEA-E3B2DD07DA4E}" dt="2026-07-31T06:06:52.616" v="14095"/>
          <ac:spMkLst>
            <pc:docMk/>
            <pc:sldMk cId="3957655119" sldId="2076139089"/>
            <ac:spMk id="314" creationId="{309777D1-52EC-3568-5D60-026ACA706658}"/>
          </ac:spMkLst>
        </pc:spChg>
        <pc:spChg chg="mod">
          <ac:chgData name="Hironari Yamada" userId="e57621f8-ec3c-449e-bb19-001fffcc008e" providerId="ADAL" clId="{BC0BD879-F267-5CCA-8DEA-E3B2DD07DA4E}" dt="2026-07-31T06:06:55.360" v="14096" actId="1076"/>
          <ac:spMkLst>
            <pc:docMk/>
            <pc:sldMk cId="3957655119" sldId="2076139089"/>
            <ac:spMk id="315" creationId="{48A262FA-3F7C-FC0D-C70D-4D9064AF472D}"/>
          </ac:spMkLst>
        </pc:spChg>
        <pc:spChg chg="mod">
          <ac:chgData name="Hironari Yamada" userId="e57621f8-ec3c-449e-bb19-001fffcc008e" providerId="ADAL" clId="{BC0BD879-F267-5CCA-8DEA-E3B2DD07DA4E}" dt="2026-07-31T06:06:55.360" v="14096" actId="1076"/>
          <ac:spMkLst>
            <pc:docMk/>
            <pc:sldMk cId="3957655119" sldId="2076139089"/>
            <ac:spMk id="316" creationId="{91E845AB-3B86-0382-44B0-C1B3AC1C1416}"/>
          </ac:spMkLst>
        </pc:spChg>
        <pc:spChg chg="mod">
          <ac:chgData name="Hironari Yamada" userId="e57621f8-ec3c-449e-bb19-001fffcc008e" providerId="ADAL" clId="{BC0BD879-F267-5CCA-8DEA-E3B2DD07DA4E}" dt="2026-07-31T06:06:52.616" v="14095"/>
          <ac:spMkLst>
            <pc:docMk/>
            <pc:sldMk cId="3957655119" sldId="2076139089"/>
            <ac:spMk id="331" creationId="{580B16A3-5026-1763-E41B-6C75E39F70E0}"/>
          </ac:spMkLst>
        </pc:spChg>
        <pc:spChg chg="mod">
          <ac:chgData name="Hironari Yamada" userId="e57621f8-ec3c-449e-bb19-001fffcc008e" providerId="ADAL" clId="{BC0BD879-F267-5CCA-8DEA-E3B2DD07DA4E}" dt="2026-07-31T06:06:52.616" v="14095"/>
          <ac:spMkLst>
            <pc:docMk/>
            <pc:sldMk cId="3957655119" sldId="2076139089"/>
            <ac:spMk id="336" creationId="{ECF02789-1D04-181D-08E8-F41C261DCB1C}"/>
          </ac:spMkLst>
        </pc:spChg>
        <pc:spChg chg="mod">
          <ac:chgData name="Hironari Yamada" userId="e57621f8-ec3c-449e-bb19-001fffcc008e" providerId="ADAL" clId="{BC0BD879-F267-5CCA-8DEA-E3B2DD07DA4E}" dt="2026-07-31T06:06:55.360" v="14096" actId="1076"/>
          <ac:spMkLst>
            <pc:docMk/>
            <pc:sldMk cId="3957655119" sldId="2076139089"/>
            <ac:spMk id="345" creationId="{A81C4E4B-DCE2-864A-6943-00595D377106}"/>
          </ac:spMkLst>
        </pc:spChg>
        <pc:spChg chg="add mod">
          <ac:chgData name="Hironari Yamada" userId="e57621f8-ec3c-449e-bb19-001fffcc008e" providerId="ADAL" clId="{BC0BD879-F267-5CCA-8DEA-E3B2DD07DA4E}" dt="2026-07-31T06:06:52.616" v="14095"/>
          <ac:spMkLst>
            <pc:docMk/>
            <pc:sldMk cId="3957655119" sldId="2076139089"/>
            <ac:spMk id="354" creationId="{96B158FF-2AFE-72B2-7F64-165F3E0C5017}"/>
          </ac:spMkLst>
        </pc:spChg>
        <pc:spChg chg="add mod">
          <ac:chgData name="Hironari Yamada" userId="e57621f8-ec3c-449e-bb19-001fffcc008e" providerId="ADAL" clId="{BC0BD879-F267-5CCA-8DEA-E3B2DD07DA4E}" dt="2026-07-31T06:06:52.616" v="14095"/>
          <ac:spMkLst>
            <pc:docMk/>
            <pc:sldMk cId="3957655119" sldId="2076139089"/>
            <ac:spMk id="355" creationId="{B1E7B807-DA51-9FD7-5F44-2135489ABB92}"/>
          </ac:spMkLst>
        </pc:spChg>
        <pc:spChg chg="mod">
          <ac:chgData name="Hironari Yamada" userId="e57621f8-ec3c-449e-bb19-001fffcc008e" providerId="ADAL" clId="{BC0BD879-F267-5CCA-8DEA-E3B2DD07DA4E}" dt="2026-07-31T06:06:55.360" v="14096" actId="1076"/>
          <ac:spMkLst>
            <pc:docMk/>
            <pc:sldMk cId="3957655119" sldId="2076139089"/>
            <ac:spMk id="356" creationId="{3D47077E-35DE-BD95-4CAF-C7B9312E96A2}"/>
          </ac:spMkLst>
        </pc:spChg>
        <pc:spChg chg="mod">
          <ac:chgData name="Hironari Yamada" userId="e57621f8-ec3c-449e-bb19-001fffcc008e" providerId="ADAL" clId="{BC0BD879-F267-5CCA-8DEA-E3B2DD07DA4E}" dt="2026-07-31T06:06:55.360" v="14096" actId="1076"/>
          <ac:spMkLst>
            <pc:docMk/>
            <pc:sldMk cId="3957655119" sldId="2076139089"/>
            <ac:spMk id="357" creationId="{F175D9B6-D5C6-9169-0ABA-5E007C22D04D}"/>
          </ac:spMkLst>
        </pc:spChg>
        <pc:spChg chg="mod">
          <ac:chgData name="Hironari Yamada" userId="e57621f8-ec3c-449e-bb19-001fffcc008e" providerId="ADAL" clId="{BC0BD879-F267-5CCA-8DEA-E3B2DD07DA4E}" dt="2026-07-31T06:06:55.360" v="14096" actId="1076"/>
          <ac:spMkLst>
            <pc:docMk/>
            <pc:sldMk cId="3957655119" sldId="2076139089"/>
            <ac:spMk id="362" creationId="{F632F373-7A9B-2785-FDFA-59FF985D17E9}"/>
          </ac:spMkLst>
        </pc:spChg>
        <pc:spChg chg="mod">
          <ac:chgData name="Hironari Yamada" userId="e57621f8-ec3c-449e-bb19-001fffcc008e" providerId="ADAL" clId="{BC0BD879-F267-5CCA-8DEA-E3B2DD07DA4E}" dt="2026-07-31T06:06:55.360" v="14096" actId="1076"/>
          <ac:spMkLst>
            <pc:docMk/>
            <pc:sldMk cId="3957655119" sldId="2076139089"/>
            <ac:spMk id="363" creationId="{4E2B2F88-A445-CEE5-0852-C4576775C394}"/>
          </ac:spMkLst>
        </pc:spChg>
        <pc:spChg chg="add mod">
          <ac:chgData name="Hironari Yamada" userId="e57621f8-ec3c-449e-bb19-001fffcc008e" providerId="ADAL" clId="{BC0BD879-F267-5CCA-8DEA-E3B2DD07DA4E}" dt="2026-07-31T06:06:52.616" v="14095"/>
          <ac:spMkLst>
            <pc:docMk/>
            <pc:sldMk cId="3957655119" sldId="2076139089"/>
            <ac:spMk id="364" creationId="{8C145305-2264-9FB1-6453-BFA91078EF75}"/>
          </ac:spMkLst>
        </pc:spChg>
        <pc:picChg chg="add del">
          <ac:chgData name="Hironari Yamada" userId="e57621f8-ec3c-449e-bb19-001fffcc008e" providerId="ADAL" clId="{BC0BD879-F267-5CCA-8DEA-E3B2DD07DA4E}" dt="2026-07-31T06:06:29.472" v="14085" actId="478"/>
          <ac:picMkLst>
            <pc:docMk/>
            <pc:sldMk cId="3957655119" sldId="2076139089"/>
            <ac:picMk id="208" creationId="{5A1F466E-0AAC-8C15-5412-4ADABFB1879E}"/>
          </ac:picMkLst>
        </pc:picChg>
        <pc:picChg chg="del">
          <ac:chgData name="Hironari Yamada" userId="e57621f8-ec3c-449e-bb19-001fffcc008e" providerId="ADAL" clId="{BC0BD879-F267-5CCA-8DEA-E3B2DD07DA4E}" dt="2026-07-31T06:06:29.472" v="14085" actId="478"/>
          <ac:picMkLst>
            <pc:docMk/>
            <pc:sldMk cId="3957655119" sldId="2076139089"/>
            <ac:picMk id="212" creationId="{05BD38DA-D543-5B64-EC5B-E47952C8FA33}"/>
          </ac:picMkLst>
        </pc:picChg>
        <pc:picChg chg="add">
          <ac:chgData name="Hironari Yamada" userId="e57621f8-ec3c-449e-bb19-001fffcc008e" providerId="ADAL" clId="{BC0BD879-F267-5CCA-8DEA-E3B2DD07DA4E}" dt="2026-07-31T06:06:27.020" v="14084" actId="478"/>
          <ac:picMkLst>
            <pc:docMk/>
            <pc:sldMk cId="3957655119" sldId="2076139089"/>
            <ac:picMk id="218" creationId="{99CE7C8A-1316-C916-C598-70CFE5CCCDD5}"/>
          </ac:picMkLst>
        </pc:picChg>
        <pc:picChg chg="del">
          <ac:chgData name="Hironari Yamada" userId="e57621f8-ec3c-449e-bb19-001fffcc008e" providerId="ADAL" clId="{BC0BD879-F267-5CCA-8DEA-E3B2DD07DA4E}" dt="2026-07-31T06:06:29.472" v="14085" actId="478"/>
          <ac:picMkLst>
            <pc:docMk/>
            <pc:sldMk cId="3957655119" sldId="2076139089"/>
            <ac:picMk id="219" creationId="{5A6A1053-DC2A-D35F-C330-280A2ADAEE7D}"/>
          </ac:picMkLst>
        </pc:picChg>
        <pc:picChg chg="add del">
          <ac:chgData name="Hironari Yamada" userId="e57621f8-ec3c-449e-bb19-001fffcc008e" providerId="ADAL" clId="{BC0BD879-F267-5CCA-8DEA-E3B2DD07DA4E}" dt="2026-07-31T06:06:27.020" v="14084" actId="478"/>
          <ac:picMkLst>
            <pc:docMk/>
            <pc:sldMk cId="3957655119" sldId="2076139089"/>
            <ac:picMk id="221" creationId="{1C9B11B3-5FCB-AD58-CFA2-0092216FDDB3}"/>
          </ac:picMkLst>
        </pc:picChg>
        <pc:picChg chg="del">
          <ac:chgData name="Hironari Yamada" userId="e57621f8-ec3c-449e-bb19-001fffcc008e" providerId="ADAL" clId="{BC0BD879-F267-5CCA-8DEA-E3B2DD07DA4E}" dt="2026-07-31T06:06:20.211" v="14082" actId="478"/>
          <ac:picMkLst>
            <pc:docMk/>
            <pc:sldMk cId="3957655119" sldId="2076139089"/>
            <ac:picMk id="222" creationId="{8599B1AA-3670-977A-C457-FCDF21C82CF4}"/>
          </ac:picMkLst>
        </pc:picChg>
        <pc:picChg chg="del">
          <ac:chgData name="Hironari Yamada" userId="e57621f8-ec3c-449e-bb19-001fffcc008e" providerId="ADAL" clId="{BC0BD879-F267-5CCA-8DEA-E3B2DD07DA4E}" dt="2026-07-31T06:06:29.472" v="14085" actId="478"/>
          <ac:picMkLst>
            <pc:docMk/>
            <pc:sldMk cId="3957655119" sldId="2076139089"/>
            <ac:picMk id="227" creationId="{28FA797B-5AE7-FD7E-5ECA-18F9A27B470E}"/>
          </ac:picMkLst>
        </pc:picChg>
        <pc:picChg chg="add del">
          <ac:chgData name="Hironari Yamada" userId="e57621f8-ec3c-449e-bb19-001fffcc008e" providerId="ADAL" clId="{BC0BD879-F267-5CCA-8DEA-E3B2DD07DA4E}" dt="2026-07-31T06:06:29.472" v="14085" actId="478"/>
          <ac:picMkLst>
            <pc:docMk/>
            <pc:sldMk cId="3957655119" sldId="2076139089"/>
            <ac:picMk id="229" creationId="{9719C918-0001-4397-805A-4368A62ED235}"/>
          </ac:picMkLst>
        </pc:picChg>
        <pc:picChg chg="del">
          <ac:chgData name="Hironari Yamada" userId="e57621f8-ec3c-449e-bb19-001fffcc008e" providerId="ADAL" clId="{BC0BD879-F267-5CCA-8DEA-E3B2DD07DA4E}" dt="2026-07-31T06:06:20.211" v="14082" actId="478"/>
          <ac:picMkLst>
            <pc:docMk/>
            <pc:sldMk cId="3957655119" sldId="2076139089"/>
            <ac:picMk id="230" creationId="{C9A479F3-326D-AF16-C0F1-88A38943F2B1}"/>
          </ac:picMkLst>
        </pc:picChg>
        <pc:cxnChg chg="add mod">
          <ac:chgData name="Hironari Yamada" userId="e57621f8-ec3c-449e-bb19-001fffcc008e" providerId="ADAL" clId="{BC0BD879-F267-5CCA-8DEA-E3B2DD07DA4E}" dt="2026-07-31T06:06:26.021" v="14083"/>
          <ac:cxnSpMkLst>
            <pc:docMk/>
            <pc:sldMk cId="3957655119" sldId="2076139089"/>
            <ac:cxnSpMk id="8" creationId="{A19C7378-88BE-8769-AF4A-362C2FFB0FDB}"/>
          </ac:cxnSpMkLst>
        </pc:cxnChg>
        <pc:cxnChg chg="add mod">
          <ac:chgData name="Hironari Yamada" userId="e57621f8-ec3c-449e-bb19-001fffcc008e" providerId="ADAL" clId="{BC0BD879-F267-5CCA-8DEA-E3B2DD07DA4E}" dt="2026-07-31T06:06:35.005" v="14088" actId="1076"/>
          <ac:cxnSpMkLst>
            <pc:docMk/>
            <pc:sldMk cId="3957655119" sldId="2076139089"/>
            <ac:cxnSpMk id="12" creationId="{E68D3669-830F-184B-FF14-31102A55928C}"/>
          </ac:cxnSpMkLst>
        </pc:cxnChg>
      </pc:sldChg>
      <pc:sldChg chg="add del">
        <pc:chgData name="Hironari Yamada" userId="e57621f8-ec3c-449e-bb19-001fffcc008e" providerId="ADAL" clId="{BC0BD879-F267-5CCA-8DEA-E3B2DD07DA4E}" dt="2026-07-31T06:06:08.639" v="14069"/>
        <pc:sldMkLst>
          <pc:docMk/>
          <pc:sldMk cId="4279585655" sldId="2076139089"/>
        </pc:sldMkLst>
      </pc:sldChg>
      <pc:sldChg chg="addSp delSp modSp add mod delAnim">
        <pc:chgData name="Hironari Yamada" userId="e57621f8-ec3c-449e-bb19-001fffcc008e" providerId="ADAL" clId="{BC0BD879-F267-5CCA-8DEA-E3B2DD07DA4E}" dt="2026-07-31T06:31:35.123" v="14127" actId="1076"/>
        <pc:sldMkLst>
          <pc:docMk/>
          <pc:sldMk cId="796148317" sldId="2076139090"/>
        </pc:sldMkLst>
        <pc:spChg chg="add del mod">
          <ac:chgData name="Hironari Yamada" userId="e57621f8-ec3c-449e-bb19-001fffcc008e" providerId="ADAL" clId="{BC0BD879-F267-5CCA-8DEA-E3B2DD07DA4E}" dt="2026-07-31T06:30:50.353" v="14108" actId="478"/>
          <ac:spMkLst>
            <pc:docMk/>
            <pc:sldMk cId="796148317" sldId="2076139090"/>
            <ac:spMk id="5" creationId="{23C0AD8B-87B3-742E-7039-002AC13B7372}"/>
          </ac:spMkLst>
        </pc:spChg>
        <pc:spChg chg="add mod">
          <ac:chgData name="Hironari Yamada" userId="e57621f8-ec3c-449e-bb19-001fffcc008e" providerId="ADAL" clId="{BC0BD879-F267-5CCA-8DEA-E3B2DD07DA4E}" dt="2026-07-31T06:30:47.891" v="14107"/>
          <ac:spMkLst>
            <pc:docMk/>
            <pc:sldMk cId="796148317" sldId="2076139090"/>
            <ac:spMk id="6" creationId="{066F9E55-FC02-8C5F-764D-6DFC55B3970D}"/>
          </ac:spMkLst>
        </pc:spChg>
        <pc:spChg chg="add mod">
          <ac:chgData name="Hironari Yamada" userId="e57621f8-ec3c-449e-bb19-001fffcc008e" providerId="ADAL" clId="{BC0BD879-F267-5CCA-8DEA-E3B2DD07DA4E}" dt="2026-07-31T06:30:44.151" v="14106"/>
          <ac:spMkLst>
            <pc:docMk/>
            <pc:sldMk cId="796148317" sldId="2076139090"/>
            <ac:spMk id="7" creationId="{3ACAC75C-D4D6-5CF6-3EC7-026BF98FB355}"/>
          </ac:spMkLst>
        </pc:spChg>
        <pc:spChg chg="mod">
          <ac:chgData name="Hironari Yamada" userId="e57621f8-ec3c-449e-bb19-001fffcc008e" providerId="ADAL" clId="{BC0BD879-F267-5CCA-8DEA-E3B2DD07DA4E}" dt="2026-07-31T06:22:23.362" v="14104" actId="20577"/>
          <ac:spMkLst>
            <pc:docMk/>
            <pc:sldMk cId="796148317" sldId="2076139090"/>
            <ac:spMk id="9" creationId="{488699D3-F27D-474D-8F95-6ED93D2E1C0C}"/>
          </ac:spMkLst>
        </pc:spChg>
        <pc:spChg chg="del">
          <ac:chgData name="Hironari Yamada" userId="e57621f8-ec3c-449e-bb19-001fffcc008e" providerId="ADAL" clId="{BC0BD879-F267-5CCA-8DEA-E3B2DD07DA4E}" dt="2026-07-31T06:30:43.806" v="14105" actId="478"/>
          <ac:spMkLst>
            <pc:docMk/>
            <pc:sldMk cId="796148317" sldId="2076139090"/>
            <ac:spMk id="10" creationId="{F203FD66-03FB-E116-051B-1191154BB1D7}"/>
          </ac:spMkLst>
        </pc:spChg>
        <pc:spChg chg="del">
          <ac:chgData name="Hironari Yamada" userId="e57621f8-ec3c-449e-bb19-001fffcc008e" providerId="ADAL" clId="{BC0BD879-F267-5CCA-8DEA-E3B2DD07DA4E}" dt="2026-07-31T06:30:43.806" v="14105" actId="478"/>
          <ac:spMkLst>
            <pc:docMk/>
            <pc:sldMk cId="796148317" sldId="2076139090"/>
            <ac:spMk id="11" creationId="{A89567E5-4D6F-248C-F75F-618A5E0FCA77}"/>
          </ac:spMkLst>
        </pc:spChg>
        <pc:spChg chg="add mod">
          <ac:chgData name="Hironari Yamada" userId="e57621f8-ec3c-449e-bb19-001fffcc008e" providerId="ADAL" clId="{BC0BD879-F267-5CCA-8DEA-E3B2DD07DA4E}" dt="2026-07-31T06:31:35.123" v="14127" actId="1076"/>
          <ac:spMkLst>
            <pc:docMk/>
            <pc:sldMk cId="796148317" sldId="2076139090"/>
            <ac:spMk id="13" creationId="{2CE8EF5C-6361-23E6-650D-75FCD75F9B30}"/>
          </ac:spMkLst>
        </pc:spChg>
        <pc:spChg chg="add mod">
          <ac:chgData name="Hironari Yamada" userId="e57621f8-ec3c-449e-bb19-001fffcc008e" providerId="ADAL" clId="{BC0BD879-F267-5CCA-8DEA-E3B2DD07DA4E}" dt="2026-07-31T06:31:35.123" v="14127" actId="1076"/>
          <ac:spMkLst>
            <pc:docMk/>
            <pc:sldMk cId="796148317" sldId="2076139090"/>
            <ac:spMk id="14" creationId="{DB04083F-121A-2B4C-E8E0-73CC25308E37}"/>
          </ac:spMkLst>
        </pc:spChg>
        <pc:spChg chg="del">
          <ac:chgData name="Hironari Yamada" userId="e57621f8-ec3c-449e-bb19-001fffcc008e" providerId="ADAL" clId="{BC0BD879-F267-5CCA-8DEA-E3B2DD07DA4E}" dt="2026-07-31T06:30:57.704" v="14111" actId="478"/>
          <ac:spMkLst>
            <pc:docMk/>
            <pc:sldMk cId="796148317" sldId="2076139090"/>
            <ac:spMk id="292" creationId="{A1D427D5-47BA-0FCD-6D18-1A4BA5C4E5E0}"/>
          </ac:spMkLst>
        </pc:spChg>
        <pc:spChg chg="del">
          <ac:chgData name="Hironari Yamada" userId="e57621f8-ec3c-449e-bb19-001fffcc008e" providerId="ADAL" clId="{BC0BD879-F267-5CCA-8DEA-E3B2DD07DA4E}" dt="2026-07-31T06:30:57.704" v="14111" actId="478"/>
          <ac:spMkLst>
            <pc:docMk/>
            <pc:sldMk cId="796148317" sldId="2076139090"/>
            <ac:spMk id="306" creationId="{B370CE6F-2C9A-6E25-E74E-040CB7D6BF0B}"/>
          </ac:spMkLst>
        </pc:spChg>
        <pc:spChg chg="del">
          <ac:chgData name="Hironari Yamada" userId="e57621f8-ec3c-449e-bb19-001fffcc008e" providerId="ADAL" clId="{BC0BD879-F267-5CCA-8DEA-E3B2DD07DA4E}" dt="2026-07-31T06:30:57.704" v="14111" actId="478"/>
          <ac:spMkLst>
            <pc:docMk/>
            <pc:sldMk cId="796148317" sldId="2076139090"/>
            <ac:spMk id="313" creationId="{56C3F2AB-B2B3-7EEA-A636-DAF52C56B466}"/>
          </ac:spMkLst>
        </pc:spChg>
        <pc:spChg chg="del">
          <ac:chgData name="Hironari Yamada" userId="e57621f8-ec3c-449e-bb19-001fffcc008e" providerId="ADAL" clId="{BC0BD879-F267-5CCA-8DEA-E3B2DD07DA4E}" dt="2026-07-31T06:30:57.704" v="14111" actId="478"/>
          <ac:spMkLst>
            <pc:docMk/>
            <pc:sldMk cId="796148317" sldId="2076139090"/>
            <ac:spMk id="345" creationId="{46B65009-A5BA-AE01-7DA2-04174B467988}"/>
          </ac:spMkLst>
        </pc:spChg>
        <pc:spChg chg="del">
          <ac:chgData name="Hironari Yamada" userId="e57621f8-ec3c-449e-bb19-001fffcc008e" providerId="ADAL" clId="{BC0BD879-F267-5CCA-8DEA-E3B2DD07DA4E}" dt="2026-07-31T06:30:57.704" v="14111" actId="478"/>
          <ac:spMkLst>
            <pc:docMk/>
            <pc:sldMk cId="796148317" sldId="2076139090"/>
            <ac:spMk id="346" creationId="{73B56C32-354D-EBA3-97AA-723CDF57920A}"/>
          </ac:spMkLst>
        </pc:spChg>
        <pc:spChg chg="del">
          <ac:chgData name="Hironari Yamada" userId="e57621f8-ec3c-449e-bb19-001fffcc008e" providerId="ADAL" clId="{BC0BD879-F267-5CCA-8DEA-E3B2DD07DA4E}" dt="2026-07-31T06:30:57.704" v="14111" actId="478"/>
          <ac:spMkLst>
            <pc:docMk/>
            <pc:sldMk cId="796148317" sldId="2076139090"/>
            <ac:spMk id="347" creationId="{2C8C4F5D-F109-633C-02C8-58B282A01834}"/>
          </ac:spMkLst>
        </pc:spChg>
        <pc:spChg chg="del">
          <ac:chgData name="Hironari Yamada" userId="e57621f8-ec3c-449e-bb19-001fffcc008e" providerId="ADAL" clId="{BC0BD879-F267-5CCA-8DEA-E3B2DD07DA4E}" dt="2026-07-31T06:30:57.704" v="14111" actId="478"/>
          <ac:spMkLst>
            <pc:docMk/>
            <pc:sldMk cId="796148317" sldId="2076139090"/>
            <ac:spMk id="349" creationId="{E3C93BCB-1ED6-7673-CCEE-BB58CCC06FE7}"/>
          </ac:spMkLst>
        </pc:spChg>
        <pc:spChg chg="del">
          <ac:chgData name="Hironari Yamada" userId="e57621f8-ec3c-449e-bb19-001fffcc008e" providerId="ADAL" clId="{BC0BD879-F267-5CCA-8DEA-E3B2DD07DA4E}" dt="2026-07-31T06:30:57.704" v="14111" actId="478"/>
          <ac:spMkLst>
            <pc:docMk/>
            <pc:sldMk cId="796148317" sldId="2076139090"/>
            <ac:spMk id="357" creationId="{B0B9136E-1D9C-EC71-78DE-004177F47BE7}"/>
          </ac:spMkLst>
        </pc:spChg>
        <pc:spChg chg="del">
          <ac:chgData name="Hironari Yamada" userId="e57621f8-ec3c-449e-bb19-001fffcc008e" providerId="ADAL" clId="{BC0BD879-F267-5CCA-8DEA-E3B2DD07DA4E}" dt="2026-07-31T06:30:57.704" v="14111" actId="478"/>
          <ac:spMkLst>
            <pc:docMk/>
            <pc:sldMk cId="796148317" sldId="2076139090"/>
            <ac:spMk id="364" creationId="{89852BA9-82D1-07C5-E0ED-E0E201C1BAA7}"/>
          </ac:spMkLst>
        </pc:spChg>
        <pc:spChg chg="del">
          <ac:chgData name="Hironari Yamada" userId="e57621f8-ec3c-449e-bb19-001fffcc008e" providerId="ADAL" clId="{BC0BD879-F267-5CCA-8DEA-E3B2DD07DA4E}" dt="2026-07-31T06:30:57.704" v="14111" actId="478"/>
          <ac:spMkLst>
            <pc:docMk/>
            <pc:sldMk cId="796148317" sldId="2076139090"/>
            <ac:spMk id="367" creationId="{3E348391-6781-CA8A-3DB4-21A7C02789D1}"/>
          </ac:spMkLst>
        </pc:spChg>
        <pc:picChg chg="add mod">
          <ac:chgData name="Hironari Yamada" userId="e57621f8-ec3c-449e-bb19-001fffcc008e" providerId="ADAL" clId="{BC0BD879-F267-5CCA-8DEA-E3B2DD07DA4E}" dt="2026-07-31T06:31:35.123" v="14127" actId="1076"/>
          <ac:picMkLst>
            <pc:docMk/>
            <pc:sldMk cId="796148317" sldId="2076139090"/>
            <ac:picMk id="16" creationId="{84552A7A-4C0F-A60C-50E4-ECEF52B7B8E1}"/>
          </ac:picMkLst>
        </pc:picChg>
        <pc:picChg chg="del">
          <ac:chgData name="Hironari Yamada" userId="e57621f8-ec3c-449e-bb19-001fffcc008e" providerId="ADAL" clId="{BC0BD879-F267-5CCA-8DEA-E3B2DD07DA4E}" dt="2026-07-31T06:30:43.806" v="14105" actId="478"/>
          <ac:picMkLst>
            <pc:docMk/>
            <pc:sldMk cId="796148317" sldId="2076139090"/>
            <ac:picMk id="309" creationId="{8CC1194E-5E95-5853-5900-C219C83F682F}"/>
          </ac:picMkLst>
        </pc:picChg>
        <pc:cxnChg chg="add mod">
          <ac:chgData name="Hironari Yamada" userId="e57621f8-ec3c-449e-bb19-001fffcc008e" providerId="ADAL" clId="{BC0BD879-F267-5CCA-8DEA-E3B2DD07DA4E}" dt="2026-07-31T06:30:44.151" v="14106"/>
          <ac:cxnSpMkLst>
            <pc:docMk/>
            <pc:sldMk cId="796148317" sldId="2076139090"/>
            <ac:cxnSpMk id="8" creationId="{CCDFFE46-10D0-8572-94B9-0B798C130833}"/>
          </ac:cxnSpMkLst>
        </pc:cxnChg>
        <pc:cxnChg chg="del">
          <ac:chgData name="Hironari Yamada" userId="e57621f8-ec3c-449e-bb19-001fffcc008e" providerId="ADAL" clId="{BC0BD879-F267-5CCA-8DEA-E3B2DD07DA4E}" dt="2026-07-31T06:30:43.806" v="14105" actId="478"/>
          <ac:cxnSpMkLst>
            <pc:docMk/>
            <pc:sldMk cId="796148317" sldId="2076139090"/>
            <ac:cxnSpMk id="12" creationId="{D30768F1-924B-AA05-A6DE-A24CD9346B7A}"/>
          </ac:cxnSpMkLst>
        </pc:cxnChg>
        <pc:cxnChg chg="add mod">
          <ac:chgData name="Hironari Yamada" userId="e57621f8-ec3c-449e-bb19-001fffcc008e" providerId="ADAL" clId="{BC0BD879-F267-5CCA-8DEA-E3B2DD07DA4E}" dt="2026-07-31T06:31:35.123" v="14127" actId="1076"/>
          <ac:cxnSpMkLst>
            <pc:docMk/>
            <pc:sldMk cId="796148317" sldId="2076139090"/>
            <ac:cxnSpMk id="15" creationId="{F8C93E0B-EA4D-0E75-69EF-9D63B57B1EAB}"/>
          </ac:cxnSpMkLst>
        </pc:cxnChg>
      </pc:sldChg>
      <pc:sldChg chg="addSp delSp modSp add mod">
        <pc:chgData name="Hironari Yamada" userId="e57621f8-ec3c-449e-bb19-001fffcc008e" providerId="ADAL" clId="{BC0BD879-F267-5CCA-8DEA-E3B2DD07DA4E}" dt="2026-07-31T06:34:12.755" v="14258" actId="113"/>
        <pc:sldMkLst>
          <pc:docMk/>
          <pc:sldMk cId="3516945219" sldId="2076139091"/>
        </pc:sldMkLst>
        <pc:spChg chg="add del mod">
          <ac:chgData name="Hironari Yamada" userId="e57621f8-ec3c-449e-bb19-001fffcc008e" providerId="ADAL" clId="{BC0BD879-F267-5CCA-8DEA-E3B2DD07DA4E}" dt="2026-07-31T06:32:11.207" v="14134" actId="478"/>
          <ac:spMkLst>
            <pc:docMk/>
            <pc:sldMk cId="3516945219" sldId="2076139091"/>
            <ac:spMk id="5" creationId="{F913B0EB-A903-0130-9172-F8318C42C77B}"/>
          </ac:spMkLst>
        </pc:spChg>
        <pc:spChg chg="add mod">
          <ac:chgData name="Hironari Yamada" userId="e57621f8-ec3c-449e-bb19-001fffcc008e" providerId="ADAL" clId="{BC0BD879-F267-5CCA-8DEA-E3B2DD07DA4E}" dt="2026-07-31T06:33:21.990" v="14149" actId="1035"/>
          <ac:spMkLst>
            <pc:docMk/>
            <pc:sldMk cId="3516945219" sldId="2076139091"/>
            <ac:spMk id="8" creationId="{C668A41E-5E80-A971-4C20-590AD4C38324}"/>
          </ac:spMkLst>
        </pc:spChg>
        <pc:spChg chg="add mod">
          <ac:chgData name="Hironari Yamada" userId="e57621f8-ec3c-449e-bb19-001fffcc008e" providerId="ADAL" clId="{BC0BD879-F267-5CCA-8DEA-E3B2DD07DA4E}" dt="2026-07-31T06:33:21.990" v="14149" actId="1035"/>
          <ac:spMkLst>
            <pc:docMk/>
            <pc:sldMk cId="3516945219" sldId="2076139091"/>
            <ac:spMk id="10" creationId="{B0354864-5827-1A3E-A5CD-7E7D7DB2D690}"/>
          </ac:spMkLst>
        </pc:spChg>
        <pc:spChg chg="add mod">
          <ac:chgData name="Hironari Yamada" userId="e57621f8-ec3c-449e-bb19-001fffcc008e" providerId="ADAL" clId="{BC0BD879-F267-5CCA-8DEA-E3B2DD07DA4E}" dt="2026-07-31T06:34:12.755" v="14258" actId="113"/>
          <ac:spMkLst>
            <pc:docMk/>
            <pc:sldMk cId="3516945219" sldId="2076139091"/>
            <ac:spMk id="11" creationId="{3AE39A9F-4E05-0348-840E-E34A715E16A0}"/>
          </ac:spMkLst>
        </pc:spChg>
        <pc:spChg chg="del">
          <ac:chgData name="Hironari Yamada" userId="e57621f8-ec3c-449e-bb19-001fffcc008e" providerId="ADAL" clId="{BC0BD879-F267-5CCA-8DEA-E3B2DD07DA4E}" dt="2026-07-31T06:31:59.324" v="14129" actId="478"/>
          <ac:spMkLst>
            <pc:docMk/>
            <pc:sldMk cId="3516945219" sldId="2076139091"/>
            <ac:spMk id="13" creationId="{8A257D74-08E0-055E-B19D-8635183E315F}"/>
          </ac:spMkLst>
        </pc:spChg>
        <pc:spChg chg="del">
          <ac:chgData name="Hironari Yamada" userId="e57621f8-ec3c-449e-bb19-001fffcc008e" providerId="ADAL" clId="{BC0BD879-F267-5CCA-8DEA-E3B2DD07DA4E}" dt="2026-07-31T06:31:59.324" v="14129" actId="478"/>
          <ac:spMkLst>
            <pc:docMk/>
            <pc:sldMk cId="3516945219" sldId="2076139091"/>
            <ac:spMk id="14" creationId="{98338A08-B57D-D134-2F2E-7BF75925535B}"/>
          </ac:spMkLst>
        </pc:spChg>
        <pc:graphicFrameChg chg="add mod modGraphic">
          <ac:chgData name="Hironari Yamada" userId="e57621f8-ec3c-449e-bb19-001fffcc008e" providerId="ADAL" clId="{BC0BD879-F267-5CCA-8DEA-E3B2DD07DA4E}" dt="2026-07-31T06:33:21.990" v="14149" actId="1035"/>
          <ac:graphicFrameMkLst>
            <pc:docMk/>
            <pc:sldMk cId="3516945219" sldId="2076139091"/>
            <ac:graphicFrameMk id="6" creationId="{06DAE995-5A01-1470-4DE8-8556FA362FEB}"/>
          </ac:graphicFrameMkLst>
        </pc:graphicFrameChg>
        <pc:graphicFrameChg chg="add mod modGraphic">
          <ac:chgData name="Hironari Yamada" userId="e57621f8-ec3c-449e-bb19-001fffcc008e" providerId="ADAL" clId="{BC0BD879-F267-5CCA-8DEA-E3B2DD07DA4E}" dt="2026-07-31T06:33:21.990" v="14149" actId="1035"/>
          <ac:graphicFrameMkLst>
            <pc:docMk/>
            <pc:sldMk cId="3516945219" sldId="2076139091"/>
            <ac:graphicFrameMk id="7" creationId="{BCA3691C-281B-2DC3-4637-04A8ABF6C074}"/>
          </ac:graphicFrameMkLst>
        </pc:graphicFrameChg>
        <pc:picChg chg="del">
          <ac:chgData name="Hironari Yamada" userId="e57621f8-ec3c-449e-bb19-001fffcc008e" providerId="ADAL" clId="{BC0BD879-F267-5CCA-8DEA-E3B2DD07DA4E}" dt="2026-07-31T06:31:59.324" v="14129" actId="478"/>
          <ac:picMkLst>
            <pc:docMk/>
            <pc:sldMk cId="3516945219" sldId="2076139091"/>
            <ac:picMk id="16" creationId="{F132CCF1-A5CA-C4EB-CE20-8855C2D44938}"/>
          </ac:picMkLst>
        </pc:picChg>
        <pc:cxnChg chg="del">
          <ac:chgData name="Hironari Yamada" userId="e57621f8-ec3c-449e-bb19-001fffcc008e" providerId="ADAL" clId="{BC0BD879-F267-5CCA-8DEA-E3B2DD07DA4E}" dt="2026-07-31T06:31:59.324" v="14129" actId="478"/>
          <ac:cxnSpMkLst>
            <pc:docMk/>
            <pc:sldMk cId="3516945219" sldId="2076139091"/>
            <ac:cxnSpMk id="15" creationId="{91589F3E-5407-0415-1168-2BF9493DE7DE}"/>
          </ac:cxnSpMkLst>
        </pc:cxnChg>
      </pc:sldChg>
      <pc:sldChg chg="addSp delSp modSp add mod">
        <pc:chgData name="Hironari Yamada" userId="e57621f8-ec3c-449e-bb19-001fffcc008e" providerId="ADAL" clId="{BC0BD879-F267-5CCA-8DEA-E3B2DD07DA4E}" dt="2026-07-31T06:36:02.426" v="14274" actId="1076"/>
        <pc:sldMkLst>
          <pc:docMk/>
          <pc:sldMk cId="644917657" sldId="2076139092"/>
        </pc:sldMkLst>
        <pc:spChg chg="add del mod">
          <ac:chgData name="Hironari Yamada" userId="e57621f8-ec3c-449e-bb19-001fffcc008e" providerId="ADAL" clId="{BC0BD879-F267-5CCA-8DEA-E3B2DD07DA4E}" dt="2026-07-31T06:35:31.429" v="14266" actId="478"/>
          <ac:spMkLst>
            <pc:docMk/>
            <pc:sldMk cId="644917657" sldId="2076139092"/>
            <ac:spMk id="5" creationId="{7ED931FE-31DA-3FD2-A9EF-DCB6794CC956}"/>
          </ac:spMkLst>
        </pc:spChg>
        <pc:spChg chg="add del mod">
          <ac:chgData name="Hironari Yamada" userId="e57621f8-ec3c-449e-bb19-001fffcc008e" providerId="ADAL" clId="{BC0BD879-F267-5CCA-8DEA-E3B2DD07DA4E}" dt="2026-07-31T06:35:35.253" v="14268" actId="478"/>
          <ac:spMkLst>
            <pc:docMk/>
            <pc:sldMk cId="644917657" sldId="2076139092"/>
            <ac:spMk id="7" creationId="{BB362731-2DF7-E40E-0FAF-3A6B75053090}"/>
          </ac:spMkLst>
        </pc:spChg>
        <pc:spChg chg="add mod">
          <ac:chgData name="Hironari Yamada" userId="e57621f8-ec3c-449e-bb19-001fffcc008e" providerId="ADAL" clId="{BC0BD879-F267-5CCA-8DEA-E3B2DD07DA4E}" dt="2026-07-31T06:36:02.426" v="14274" actId="1076"/>
          <ac:spMkLst>
            <pc:docMk/>
            <pc:sldMk cId="644917657" sldId="2076139092"/>
            <ac:spMk id="8" creationId="{70A3F8C9-CC0D-E51E-85EB-5EC9B4DA3BBC}"/>
          </ac:spMkLst>
        </pc:spChg>
        <pc:spChg chg="mod">
          <ac:chgData name="Hironari Yamada" userId="e57621f8-ec3c-449e-bb19-001fffcc008e" providerId="ADAL" clId="{BC0BD879-F267-5CCA-8DEA-E3B2DD07DA4E}" dt="2026-07-31T06:35:26.512" v="14264" actId="113"/>
          <ac:spMkLst>
            <pc:docMk/>
            <pc:sldMk cId="644917657" sldId="2076139092"/>
            <ac:spMk id="9" creationId="{E1F60DB6-1BE7-C07E-1C88-9D5A32C74BD6}"/>
          </ac:spMkLst>
        </pc:spChg>
        <pc:spChg chg="add mod">
          <ac:chgData name="Hironari Yamada" userId="e57621f8-ec3c-449e-bb19-001fffcc008e" providerId="ADAL" clId="{BC0BD879-F267-5CCA-8DEA-E3B2DD07DA4E}" dt="2026-07-31T06:36:02.426" v="14274" actId="1076"/>
          <ac:spMkLst>
            <pc:docMk/>
            <pc:sldMk cId="644917657" sldId="2076139092"/>
            <ac:spMk id="10" creationId="{284F4C4E-E022-42BD-4482-3FB8487030EF}"/>
          </ac:spMkLst>
        </pc:spChg>
        <pc:spChg chg="add del">
          <ac:chgData name="Hironari Yamada" userId="e57621f8-ec3c-449e-bb19-001fffcc008e" providerId="ADAL" clId="{BC0BD879-F267-5CCA-8DEA-E3B2DD07DA4E}" dt="2026-07-31T06:35:33.442" v="14267" actId="478"/>
          <ac:spMkLst>
            <pc:docMk/>
            <pc:sldMk cId="644917657" sldId="2076139092"/>
            <ac:spMk id="13" creationId="{0B7D1F8C-0A82-ADE9-CCFA-A629F430B369}"/>
          </ac:spMkLst>
        </pc:spChg>
        <pc:spChg chg="add del">
          <ac:chgData name="Hironari Yamada" userId="e57621f8-ec3c-449e-bb19-001fffcc008e" providerId="ADAL" clId="{BC0BD879-F267-5CCA-8DEA-E3B2DD07DA4E}" dt="2026-07-31T06:35:33.442" v="14267" actId="478"/>
          <ac:spMkLst>
            <pc:docMk/>
            <pc:sldMk cId="644917657" sldId="2076139092"/>
            <ac:spMk id="14" creationId="{C47EB4EF-A82A-05D4-F43D-CD78CBDD3BF4}"/>
          </ac:spMkLst>
        </pc:spChg>
        <pc:picChg chg="add mod">
          <ac:chgData name="Hironari Yamada" userId="e57621f8-ec3c-449e-bb19-001fffcc008e" providerId="ADAL" clId="{BC0BD879-F267-5CCA-8DEA-E3B2DD07DA4E}" dt="2026-07-31T06:35:54.305" v="14273" actId="1076"/>
          <ac:picMkLst>
            <pc:docMk/>
            <pc:sldMk cId="644917657" sldId="2076139092"/>
            <ac:picMk id="12" creationId="{87476F7B-DB0B-A576-1F2A-91A45FEE1BC9}"/>
          </ac:picMkLst>
        </pc:picChg>
        <pc:picChg chg="add del">
          <ac:chgData name="Hironari Yamada" userId="e57621f8-ec3c-449e-bb19-001fffcc008e" providerId="ADAL" clId="{BC0BD879-F267-5CCA-8DEA-E3B2DD07DA4E}" dt="2026-07-31T06:35:33.442" v="14267" actId="478"/>
          <ac:picMkLst>
            <pc:docMk/>
            <pc:sldMk cId="644917657" sldId="2076139092"/>
            <ac:picMk id="16" creationId="{4B38482B-E945-AACB-44BF-BD54623FD079}"/>
          </ac:picMkLst>
        </pc:picChg>
        <pc:cxnChg chg="add mod">
          <ac:chgData name="Hironari Yamada" userId="e57621f8-ec3c-449e-bb19-001fffcc008e" providerId="ADAL" clId="{BC0BD879-F267-5CCA-8DEA-E3B2DD07DA4E}" dt="2026-07-31T06:36:02.426" v="14274" actId="1076"/>
          <ac:cxnSpMkLst>
            <pc:docMk/>
            <pc:sldMk cId="644917657" sldId="2076139092"/>
            <ac:cxnSpMk id="11" creationId="{8197D256-4C02-91C1-0F27-23CCA4FF63EB}"/>
          </ac:cxnSpMkLst>
        </pc:cxnChg>
        <pc:cxnChg chg="add del">
          <ac:chgData name="Hironari Yamada" userId="e57621f8-ec3c-449e-bb19-001fffcc008e" providerId="ADAL" clId="{BC0BD879-F267-5CCA-8DEA-E3B2DD07DA4E}" dt="2026-07-31T06:35:33.442" v="14267" actId="478"/>
          <ac:cxnSpMkLst>
            <pc:docMk/>
            <pc:sldMk cId="644917657" sldId="2076139092"/>
            <ac:cxnSpMk id="15" creationId="{6233507B-0CEE-8CC1-A6F0-9D8A905E3FC8}"/>
          </ac:cxnSpMkLst>
        </pc:cxnChg>
      </pc:sldChg>
      <pc:sldChg chg="addSp delSp modSp add mod">
        <pc:chgData name="Hironari Yamada" userId="e57621f8-ec3c-449e-bb19-001fffcc008e" providerId="ADAL" clId="{BC0BD879-F267-5CCA-8DEA-E3B2DD07DA4E}" dt="2026-07-31T07:06:21.202" v="14371" actId="12"/>
        <pc:sldMkLst>
          <pc:docMk/>
          <pc:sldMk cId="2068297814" sldId="2076139093"/>
        </pc:sldMkLst>
        <pc:spChg chg="del">
          <ac:chgData name="Hironari Yamada" userId="e57621f8-ec3c-449e-bb19-001fffcc008e" providerId="ADAL" clId="{BC0BD879-F267-5CCA-8DEA-E3B2DD07DA4E}" dt="2026-07-31T06:56:21.350" v="14311" actId="478"/>
          <ac:spMkLst>
            <pc:docMk/>
            <pc:sldMk cId="2068297814" sldId="2076139093"/>
            <ac:spMk id="8" creationId="{6137505C-B692-54F8-FD90-D2449AEEE079}"/>
          </ac:spMkLst>
        </pc:spChg>
        <pc:spChg chg="mod">
          <ac:chgData name="Hironari Yamada" userId="e57621f8-ec3c-449e-bb19-001fffcc008e" providerId="ADAL" clId="{BC0BD879-F267-5CCA-8DEA-E3B2DD07DA4E}" dt="2026-07-31T06:56:18.455" v="14310" actId="20577"/>
          <ac:spMkLst>
            <pc:docMk/>
            <pc:sldMk cId="2068297814" sldId="2076139093"/>
            <ac:spMk id="9" creationId="{53039B65-F3CE-7EDE-7778-A3B2BFAF3079}"/>
          </ac:spMkLst>
        </pc:spChg>
        <pc:spChg chg="del">
          <ac:chgData name="Hironari Yamada" userId="e57621f8-ec3c-449e-bb19-001fffcc008e" providerId="ADAL" clId="{BC0BD879-F267-5CCA-8DEA-E3B2DD07DA4E}" dt="2026-07-31T06:56:21.350" v="14311" actId="478"/>
          <ac:spMkLst>
            <pc:docMk/>
            <pc:sldMk cId="2068297814" sldId="2076139093"/>
            <ac:spMk id="10" creationId="{4C22ABF6-7871-6B74-02CE-DBFAA0085C93}"/>
          </ac:spMkLst>
        </pc:spChg>
        <pc:spChg chg="mod">
          <ac:chgData name="Hironari Yamada" userId="e57621f8-ec3c-449e-bb19-001fffcc008e" providerId="ADAL" clId="{BC0BD879-F267-5CCA-8DEA-E3B2DD07DA4E}" dt="2026-07-31T07:06:21.202" v="14371" actId="12"/>
          <ac:spMkLst>
            <pc:docMk/>
            <pc:sldMk cId="2068297814" sldId="2076139093"/>
            <ac:spMk id="11" creationId="{293D6954-71B5-DFB1-8911-CF87C0769ADC}"/>
          </ac:spMkLst>
        </pc:spChg>
        <pc:spChg chg="mod">
          <ac:chgData name="Hironari Yamada" userId="e57621f8-ec3c-449e-bb19-001fffcc008e" providerId="ADAL" clId="{BC0BD879-F267-5CCA-8DEA-E3B2DD07DA4E}" dt="2026-07-31T07:04:47.017" v="14334" actId="14100"/>
          <ac:spMkLst>
            <pc:docMk/>
            <pc:sldMk cId="2068297814" sldId="2076139093"/>
            <ac:spMk id="12" creationId="{4491D15A-BC4D-A183-5B31-967274D6EFF8}"/>
          </ac:spMkLst>
        </pc:spChg>
        <pc:spChg chg="mod">
          <ac:chgData name="Hironari Yamada" userId="e57621f8-ec3c-449e-bb19-001fffcc008e" providerId="ADAL" clId="{BC0BD879-F267-5CCA-8DEA-E3B2DD07DA4E}" dt="2026-07-31T07:05:27.080" v="14352" actId="692"/>
          <ac:spMkLst>
            <pc:docMk/>
            <pc:sldMk cId="2068297814" sldId="2076139093"/>
            <ac:spMk id="16" creationId="{C555CB12-7010-5596-A583-6B4EDB761223}"/>
          </ac:spMkLst>
        </pc:spChg>
        <pc:spChg chg="add mod">
          <ac:chgData name="Hironari Yamada" userId="e57621f8-ec3c-449e-bb19-001fffcc008e" providerId="ADAL" clId="{BC0BD879-F267-5CCA-8DEA-E3B2DD07DA4E}" dt="2026-07-31T07:05:22.076" v="14351" actId="2085"/>
          <ac:spMkLst>
            <pc:docMk/>
            <pc:sldMk cId="2068297814" sldId="2076139093"/>
            <ac:spMk id="17" creationId="{B2D06E7A-5451-37BA-0F0F-E34F8874D2D3}"/>
          </ac:spMkLst>
        </pc:spChg>
        <pc:spChg chg="mod">
          <ac:chgData name="Hironari Yamada" userId="e57621f8-ec3c-449e-bb19-001fffcc008e" providerId="ADAL" clId="{BC0BD879-F267-5CCA-8DEA-E3B2DD07DA4E}" dt="2026-07-31T07:05:16.122" v="14350" actId="692"/>
          <ac:spMkLst>
            <pc:docMk/>
            <pc:sldMk cId="2068297814" sldId="2076139093"/>
            <ac:spMk id="18" creationId="{EDD39DCF-5DA1-7C97-F1F7-0A13E6D63425}"/>
          </ac:spMkLst>
        </pc:spChg>
        <pc:spChg chg="add mod">
          <ac:chgData name="Hironari Yamada" userId="e57621f8-ec3c-449e-bb19-001fffcc008e" providerId="ADAL" clId="{BC0BD879-F267-5CCA-8DEA-E3B2DD07DA4E}" dt="2026-07-31T07:04:59.727" v="14346" actId="1036"/>
          <ac:spMkLst>
            <pc:docMk/>
            <pc:sldMk cId="2068297814" sldId="2076139093"/>
            <ac:spMk id="25" creationId="{A909EBA4-01B1-FBE3-1337-742584B06D7D}"/>
          </ac:spMkLst>
        </pc:spChg>
        <pc:spChg chg="add mod">
          <ac:chgData name="Hironari Yamada" userId="e57621f8-ec3c-449e-bb19-001fffcc008e" providerId="ADAL" clId="{BC0BD879-F267-5CCA-8DEA-E3B2DD07DA4E}" dt="2026-07-31T07:04:59.727" v="14346" actId="1036"/>
          <ac:spMkLst>
            <pc:docMk/>
            <pc:sldMk cId="2068297814" sldId="2076139093"/>
            <ac:spMk id="27" creationId="{7E02774D-BF8F-F5C6-4D52-78E5108BD803}"/>
          </ac:spMkLst>
        </pc:spChg>
        <pc:spChg chg="mod">
          <ac:chgData name="Hironari Yamada" userId="e57621f8-ec3c-449e-bb19-001fffcc008e" providerId="ADAL" clId="{BC0BD879-F267-5CCA-8DEA-E3B2DD07DA4E}" dt="2026-07-31T07:04:38.753" v="14332" actId="1076"/>
          <ac:spMkLst>
            <pc:docMk/>
            <pc:sldMk cId="2068297814" sldId="2076139093"/>
            <ac:spMk id="31" creationId="{DA69FCB7-C93E-4E40-10F2-7203B4CA151A}"/>
          </ac:spMkLst>
        </pc:spChg>
        <pc:spChg chg="mod">
          <ac:chgData name="Hironari Yamada" userId="e57621f8-ec3c-449e-bb19-001fffcc008e" providerId="ADAL" clId="{BC0BD879-F267-5CCA-8DEA-E3B2DD07DA4E}" dt="2026-07-31T07:04:26.662" v="14330" actId="1035"/>
          <ac:spMkLst>
            <pc:docMk/>
            <pc:sldMk cId="2068297814" sldId="2076139093"/>
            <ac:spMk id="32" creationId="{F136A7FD-9F95-A92C-797B-0E89385F7BB5}"/>
          </ac:spMkLst>
        </pc:spChg>
        <pc:spChg chg="mod">
          <ac:chgData name="Hironari Yamada" userId="e57621f8-ec3c-449e-bb19-001fffcc008e" providerId="ADAL" clId="{BC0BD879-F267-5CCA-8DEA-E3B2DD07DA4E}" dt="2026-07-31T07:05:16.122" v="14350" actId="692"/>
          <ac:spMkLst>
            <pc:docMk/>
            <pc:sldMk cId="2068297814" sldId="2076139093"/>
            <ac:spMk id="35" creationId="{4B1D21AD-5A11-D52A-8233-ABBB10BFC2C9}"/>
          </ac:spMkLst>
        </pc:spChg>
        <pc:spChg chg="add mod">
          <ac:chgData name="Hironari Yamada" userId="e57621f8-ec3c-449e-bb19-001fffcc008e" providerId="ADAL" clId="{BC0BD879-F267-5CCA-8DEA-E3B2DD07DA4E}" dt="2026-07-31T07:04:59.727" v="14346" actId="1036"/>
          <ac:spMkLst>
            <pc:docMk/>
            <pc:sldMk cId="2068297814" sldId="2076139093"/>
            <ac:spMk id="37" creationId="{42E717D2-DB85-8094-B435-AAEC177CF333}"/>
          </ac:spMkLst>
        </pc:spChg>
        <pc:spChg chg="add mod">
          <ac:chgData name="Hironari Yamada" userId="e57621f8-ec3c-449e-bb19-001fffcc008e" providerId="ADAL" clId="{BC0BD879-F267-5CCA-8DEA-E3B2DD07DA4E}" dt="2026-07-31T07:04:59.727" v="14346" actId="1036"/>
          <ac:spMkLst>
            <pc:docMk/>
            <pc:sldMk cId="2068297814" sldId="2076139093"/>
            <ac:spMk id="40" creationId="{BD016848-9CD2-535E-CAE7-09B00D277FE6}"/>
          </ac:spMkLst>
        </pc:spChg>
        <pc:spChg chg="mod">
          <ac:chgData name="Hironari Yamada" userId="e57621f8-ec3c-449e-bb19-001fffcc008e" providerId="ADAL" clId="{BC0BD879-F267-5CCA-8DEA-E3B2DD07DA4E}" dt="2026-07-31T07:04:26.662" v="14330" actId="1035"/>
          <ac:spMkLst>
            <pc:docMk/>
            <pc:sldMk cId="2068297814" sldId="2076139093"/>
            <ac:spMk id="44" creationId="{2671D780-D116-FE08-58A9-05F1489D03C2}"/>
          </ac:spMkLst>
        </pc:spChg>
        <pc:spChg chg="mod">
          <ac:chgData name="Hironari Yamada" userId="e57621f8-ec3c-449e-bb19-001fffcc008e" providerId="ADAL" clId="{BC0BD879-F267-5CCA-8DEA-E3B2DD07DA4E}" dt="2026-07-31T07:04:26.662" v="14330" actId="1035"/>
          <ac:spMkLst>
            <pc:docMk/>
            <pc:sldMk cId="2068297814" sldId="2076139093"/>
            <ac:spMk id="45" creationId="{8D1A7E6A-4B7D-2E5F-93BB-0D594E636570}"/>
          </ac:spMkLst>
        </pc:spChg>
        <pc:spChg chg="mod">
          <ac:chgData name="Hironari Yamada" userId="e57621f8-ec3c-449e-bb19-001fffcc008e" providerId="ADAL" clId="{BC0BD879-F267-5CCA-8DEA-E3B2DD07DA4E}" dt="2026-07-31T07:04:26.662" v="14330" actId="1035"/>
          <ac:spMkLst>
            <pc:docMk/>
            <pc:sldMk cId="2068297814" sldId="2076139093"/>
            <ac:spMk id="46" creationId="{02046519-715C-F043-70D8-4D6CA81701FC}"/>
          </ac:spMkLst>
        </pc:spChg>
        <pc:spChg chg="mod">
          <ac:chgData name="Hironari Yamada" userId="e57621f8-ec3c-449e-bb19-001fffcc008e" providerId="ADAL" clId="{BC0BD879-F267-5CCA-8DEA-E3B2DD07DA4E}" dt="2026-07-31T07:04:26.662" v="14330" actId="1035"/>
          <ac:spMkLst>
            <pc:docMk/>
            <pc:sldMk cId="2068297814" sldId="2076139093"/>
            <ac:spMk id="47" creationId="{DCCF6AA2-A85D-3C7E-E8E6-786841797416}"/>
          </ac:spMkLst>
        </pc:spChg>
        <pc:spChg chg="mod">
          <ac:chgData name="Hironari Yamada" userId="e57621f8-ec3c-449e-bb19-001fffcc008e" providerId="ADAL" clId="{BC0BD879-F267-5CCA-8DEA-E3B2DD07DA4E}" dt="2026-07-31T07:04:26.662" v="14330" actId="1035"/>
          <ac:spMkLst>
            <pc:docMk/>
            <pc:sldMk cId="2068297814" sldId="2076139093"/>
            <ac:spMk id="48" creationId="{6ECB9E18-67B1-CF69-F7C5-5F7D53C25144}"/>
          </ac:spMkLst>
        </pc:spChg>
        <pc:spChg chg="add mod">
          <ac:chgData name="Hironari Yamada" userId="e57621f8-ec3c-449e-bb19-001fffcc008e" providerId="ADAL" clId="{BC0BD879-F267-5CCA-8DEA-E3B2DD07DA4E}" dt="2026-07-31T07:04:59.727" v="14346" actId="1036"/>
          <ac:spMkLst>
            <pc:docMk/>
            <pc:sldMk cId="2068297814" sldId="2076139093"/>
            <ac:spMk id="49" creationId="{37A98658-E225-E451-07F9-E240DBB24CC9}"/>
          </ac:spMkLst>
        </pc:spChg>
        <pc:spChg chg="mod">
          <ac:chgData name="Hironari Yamada" userId="e57621f8-ec3c-449e-bb19-001fffcc008e" providerId="ADAL" clId="{BC0BD879-F267-5CCA-8DEA-E3B2DD07DA4E}" dt="2026-07-31T07:04:26.662" v="14330" actId="1035"/>
          <ac:spMkLst>
            <pc:docMk/>
            <pc:sldMk cId="2068297814" sldId="2076139093"/>
            <ac:spMk id="54" creationId="{9A56896F-FFDC-767C-91F5-DAB04CC87D2E}"/>
          </ac:spMkLst>
        </pc:spChg>
        <pc:spChg chg="add mod">
          <ac:chgData name="Hironari Yamada" userId="e57621f8-ec3c-449e-bb19-001fffcc008e" providerId="ADAL" clId="{BC0BD879-F267-5CCA-8DEA-E3B2DD07DA4E}" dt="2026-07-31T07:04:59.727" v="14346" actId="1036"/>
          <ac:spMkLst>
            <pc:docMk/>
            <pc:sldMk cId="2068297814" sldId="2076139093"/>
            <ac:spMk id="57" creationId="{C306DD61-642E-3004-EAF6-2FEB11382CDC}"/>
          </ac:spMkLst>
        </pc:spChg>
        <pc:spChg chg="add mod">
          <ac:chgData name="Hironari Yamada" userId="e57621f8-ec3c-449e-bb19-001fffcc008e" providerId="ADAL" clId="{BC0BD879-F267-5CCA-8DEA-E3B2DD07DA4E}" dt="2026-07-31T07:04:59.727" v="14346" actId="1036"/>
          <ac:spMkLst>
            <pc:docMk/>
            <pc:sldMk cId="2068297814" sldId="2076139093"/>
            <ac:spMk id="59" creationId="{61505C4D-E427-8D4D-4D23-7D5573598FBF}"/>
          </ac:spMkLst>
        </pc:spChg>
        <pc:spChg chg="add mod">
          <ac:chgData name="Hironari Yamada" userId="e57621f8-ec3c-449e-bb19-001fffcc008e" providerId="ADAL" clId="{BC0BD879-F267-5CCA-8DEA-E3B2DD07DA4E}" dt="2026-07-31T07:04:59.727" v="14346" actId="1036"/>
          <ac:spMkLst>
            <pc:docMk/>
            <pc:sldMk cId="2068297814" sldId="2076139093"/>
            <ac:spMk id="60" creationId="{9D757C18-1D09-2A6A-5D9B-DA921586C187}"/>
          </ac:spMkLst>
        </pc:spChg>
        <pc:spChg chg="mod">
          <ac:chgData name="Hironari Yamada" userId="e57621f8-ec3c-449e-bb19-001fffcc008e" providerId="ADAL" clId="{BC0BD879-F267-5CCA-8DEA-E3B2DD07DA4E}" dt="2026-07-31T07:05:16.122" v="14350" actId="692"/>
          <ac:spMkLst>
            <pc:docMk/>
            <pc:sldMk cId="2068297814" sldId="2076139093"/>
            <ac:spMk id="65" creationId="{2A7070D3-6F56-B525-4C90-D74EB60E85E7}"/>
          </ac:spMkLst>
        </pc:spChg>
        <pc:spChg chg="add mod">
          <ac:chgData name="Hironari Yamada" userId="e57621f8-ec3c-449e-bb19-001fffcc008e" providerId="ADAL" clId="{BC0BD879-F267-5CCA-8DEA-E3B2DD07DA4E}" dt="2026-07-31T07:04:59.727" v="14346" actId="1036"/>
          <ac:spMkLst>
            <pc:docMk/>
            <pc:sldMk cId="2068297814" sldId="2076139093"/>
            <ac:spMk id="69" creationId="{317B79F2-92FC-28F5-36BC-F024C39AE39A}"/>
          </ac:spMkLst>
        </pc:spChg>
        <pc:spChg chg="add del mod">
          <ac:chgData name="Hironari Yamada" userId="e57621f8-ec3c-449e-bb19-001fffcc008e" providerId="ADAL" clId="{BC0BD879-F267-5CCA-8DEA-E3B2DD07DA4E}" dt="2026-07-31T07:04:55.490" v="14338"/>
          <ac:spMkLst>
            <pc:docMk/>
            <pc:sldMk cId="2068297814" sldId="2076139093"/>
            <ac:spMk id="75" creationId="{5A67137A-C7A7-2BC8-AAD8-DDAEC88B71F3}"/>
          </ac:spMkLst>
        </pc:spChg>
        <pc:graphicFrameChg chg="del">
          <ac:chgData name="Hironari Yamada" userId="e57621f8-ec3c-449e-bb19-001fffcc008e" providerId="ADAL" clId="{BC0BD879-F267-5CCA-8DEA-E3B2DD07DA4E}" dt="2026-07-31T06:56:21.350" v="14311" actId="478"/>
          <ac:graphicFrameMkLst>
            <pc:docMk/>
            <pc:sldMk cId="2068297814" sldId="2076139093"/>
            <ac:graphicFrameMk id="6" creationId="{F004C66A-50C2-080F-6C85-7511416C9E0D}"/>
          </ac:graphicFrameMkLst>
        </pc:graphicFrameChg>
        <pc:graphicFrameChg chg="del">
          <ac:chgData name="Hironari Yamada" userId="e57621f8-ec3c-449e-bb19-001fffcc008e" providerId="ADAL" clId="{BC0BD879-F267-5CCA-8DEA-E3B2DD07DA4E}" dt="2026-07-31T06:56:21.350" v="14311" actId="478"/>
          <ac:graphicFrameMkLst>
            <pc:docMk/>
            <pc:sldMk cId="2068297814" sldId="2076139093"/>
            <ac:graphicFrameMk id="7" creationId="{AF0700B2-D36A-040B-25BD-AF2E27710B71}"/>
          </ac:graphicFrameMkLst>
        </pc:graphicFrameChg>
        <pc:picChg chg="mod">
          <ac:chgData name="Hironari Yamada" userId="e57621f8-ec3c-449e-bb19-001fffcc008e" providerId="ADAL" clId="{BC0BD879-F267-5CCA-8DEA-E3B2DD07DA4E}" dt="2026-07-31T07:04:26.662" v="14330" actId="1035"/>
          <ac:picMkLst>
            <pc:docMk/>
            <pc:sldMk cId="2068297814" sldId="2076139093"/>
            <ac:picMk id="51" creationId="{4C17889E-D9E4-0302-2285-F5105F6D15CD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7-31T07:10:37.938" v="14585" actId="20577"/>
        <pc:sldMkLst>
          <pc:docMk/>
          <pc:sldMk cId="827699989" sldId="2076139094"/>
        </pc:sldMkLst>
        <pc:spChg chg="del">
          <ac:chgData name="Hironari Yamada" userId="e57621f8-ec3c-449e-bb19-001fffcc008e" providerId="ADAL" clId="{BC0BD879-F267-5CCA-8DEA-E3B2DD07DA4E}" dt="2026-07-31T07:06:29.341" v="14373" actId="478"/>
          <ac:spMkLst>
            <pc:docMk/>
            <pc:sldMk cId="827699989" sldId="2076139094"/>
            <ac:spMk id="5" creationId="{F9C6824F-48C3-61DD-329B-3F5AC88A3D4E}"/>
          </ac:spMkLst>
        </pc:spChg>
        <pc:spChg chg="mod">
          <ac:chgData name="Hironari Yamada" userId="e57621f8-ec3c-449e-bb19-001fffcc008e" providerId="ADAL" clId="{BC0BD879-F267-5CCA-8DEA-E3B2DD07DA4E}" dt="2026-07-31T07:07:07.869" v="14424" actId="1076"/>
          <ac:spMkLst>
            <pc:docMk/>
            <pc:sldMk cId="827699989" sldId="2076139094"/>
            <ac:spMk id="9" creationId="{D3DF1C20-CC3F-3430-F28B-3C4ED597CFEE}"/>
          </ac:spMkLst>
        </pc:spChg>
        <pc:spChg chg="del">
          <ac:chgData name="Hironari Yamada" userId="e57621f8-ec3c-449e-bb19-001fffcc008e" providerId="ADAL" clId="{BC0BD879-F267-5CCA-8DEA-E3B2DD07DA4E}" dt="2026-07-31T07:07:20.134" v="14429" actId="478"/>
          <ac:spMkLst>
            <pc:docMk/>
            <pc:sldMk cId="827699989" sldId="2076139094"/>
            <ac:spMk id="11" creationId="{2DA3D077-C19F-2296-62BE-9EDE5F2717B3}"/>
          </ac:spMkLst>
        </pc:spChg>
        <pc:spChg chg="del">
          <ac:chgData name="Hironari Yamada" userId="e57621f8-ec3c-449e-bb19-001fffcc008e" providerId="ADAL" clId="{BC0BD879-F267-5CCA-8DEA-E3B2DD07DA4E}" dt="2026-07-31T07:06:29.341" v="14373" actId="478"/>
          <ac:spMkLst>
            <pc:docMk/>
            <pc:sldMk cId="827699989" sldId="2076139094"/>
            <ac:spMk id="17" creationId="{7B610248-605D-608E-B28F-18A51579ED92}"/>
          </ac:spMkLst>
        </pc:spChg>
        <pc:spChg chg="del">
          <ac:chgData name="Hironari Yamada" userId="e57621f8-ec3c-449e-bb19-001fffcc008e" providerId="ADAL" clId="{BC0BD879-F267-5CCA-8DEA-E3B2DD07DA4E}" dt="2026-07-31T07:06:29.341" v="14373" actId="478"/>
          <ac:spMkLst>
            <pc:docMk/>
            <pc:sldMk cId="827699989" sldId="2076139094"/>
            <ac:spMk id="22" creationId="{9164D66F-3ECC-F042-F74E-FCD4513FE615}"/>
          </ac:spMkLst>
        </pc:spChg>
        <pc:spChg chg="del">
          <ac:chgData name="Hironari Yamada" userId="e57621f8-ec3c-449e-bb19-001fffcc008e" providerId="ADAL" clId="{BC0BD879-F267-5CCA-8DEA-E3B2DD07DA4E}" dt="2026-07-31T07:06:29.341" v="14373" actId="478"/>
          <ac:spMkLst>
            <pc:docMk/>
            <pc:sldMk cId="827699989" sldId="2076139094"/>
            <ac:spMk id="27" creationId="{97BCF675-5D4B-06AC-B5FF-BD56B35C5080}"/>
          </ac:spMkLst>
        </pc:spChg>
        <pc:spChg chg="del">
          <ac:chgData name="Hironari Yamada" userId="e57621f8-ec3c-449e-bb19-001fffcc008e" providerId="ADAL" clId="{BC0BD879-F267-5CCA-8DEA-E3B2DD07DA4E}" dt="2026-07-31T07:06:29.341" v="14373" actId="478"/>
          <ac:spMkLst>
            <pc:docMk/>
            <pc:sldMk cId="827699989" sldId="2076139094"/>
            <ac:spMk id="33" creationId="{9D5A3145-3DAD-EB42-2AA7-8CBF37568C39}"/>
          </ac:spMkLst>
        </pc:spChg>
        <pc:spChg chg="del">
          <ac:chgData name="Hironari Yamada" userId="e57621f8-ec3c-449e-bb19-001fffcc008e" providerId="ADAL" clId="{BC0BD879-F267-5CCA-8DEA-E3B2DD07DA4E}" dt="2026-07-31T07:06:29.341" v="14373" actId="478"/>
          <ac:spMkLst>
            <pc:docMk/>
            <pc:sldMk cId="827699989" sldId="2076139094"/>
            <ac:spMk id="37" creationId="{45359E1E-D252-1AA5-F012-1F0CD8579015}"/>
          </ac:spMkLst>
        </pc:spChg>
        <pc:spChg chg="del">
          <ac:chgData name="Hironari Yamada" userId="e57621f8-ec3c-449e-bb19-001fffcc008e" providerId="ADAL" clId="{BC0BD879-F267-5CCA-8DEA-E3B2DD07DA4E}" dt="2026-07-31T07:06:29.341" v="14373" actId="478"/>
          <ac:spMkLst>
            <pc:docMk/>
            <pc:sldMk cId="827699989" sldId="2076139094"/>
            <ac:spMk id="42" creationId="{A488169D-423D-EA96-C187-1447D71BECEA}"/>
          </ac:spMkLst>
        </pc:spChg>
        <pc:spChg chg="del">
          <ac:chgData name="Hironari Yamada" userId="e57621f8-ec3c-449e-bb19-001fffcc008e" providerId="ADAL" clId="{BC0BD879-F267-5CCA-8DEA-E3B2DD07DA4E}" dt="2026-07-31T07:06:29.341" v="14373" actId="478"/>
          <ac:spMkLst>
            <pc:docMk/>
            <pc:sldMk cId="827699989" sldId="2076139094"/>
            <ac:spMk id="43" creationId="{1B6C6EF8-B012-274A-E1DC-4D39E5AC0058}"/>
          </ac:spMkLst>
        </pc:spChg>
        <pc:spChg chg="del">
          <ac:chgData name="Hironari Yamada" userId="e57621f8-ec3c-449e-bb19-001fffcc008e" providerId="ADAL" clId="{BC0BD879-F267-5CCA-8DEA-E3B2DD07DA4E}" dt="2026-07-31T07:06:29.341" v="14373" actId="478"/>
          <ac:spMkLst>
            <pc:docMk/>
            <pc:sldMk cId="827699989" sldId="2076139094"/>
            <ac:spMk id="45" creationId="{40C6BF22-6FF9-5599-C0BF-E5D6FD58FC5B}"/>
          </ac:spMkLst>
        </pc:spChg>
        <pc:spChg chg="del">
          <ac:chgData name="Hironari Yamada" userId="e57621f8-ec3c-449e-bb19-001fffcc008e" providerId="ADAL" clId="{BC0BD879-F267-5CCA-8DEA-E3B2DD07DA4E}" dt="2026-07-31T07:06:29.341" v="14373" actId="478"/>
          <ac:spMkLst>
            <pc:docMk/>
            <pc:sldMk cId="827699989" sldId="2076139094"/>
            <ac:spMk id="64" creationId="{A02FDC56-F062-F504-E474-AD9D6B2BFE30}"/>
          </ac:spMkLst>
        </pc:spChg>
        <pc:spChg chg="mod">
          <ac:chgData name="Hironari Yamada" userId="e57621f8-ec3c-449e-bb19-001fffcc008e" providerId="ADAL" clId="{BC0BD879-F267-5CCA-8DEA-E3B2DD07DA4E}" dt="2026-07-31T07:07:11.262" v="14425" actId="207"/>
          <ac:spMkLst>
            <pc:docMk/>
            <pc:sldMk cId="827699989" sldId="2076139094"/>
            <ac:spMk id="75" creationId="{A318CD33-B3FA-E812-6A2A-3094079AC197}"/>
          </ac:spMkLst>
        </pc:spChg>
        <pc:spChg chg="mod">
          <ac:chgData name="Hironari Yamada" userId="e57621f8-ec3c-449e-bb19-001fffcc008e" providerId="ADAL" clId="{BC0BD879-F267-5CCA-8DEA-E3B2DD07DA4E}" dt="2026-07-31T07:07:11.262" v="14425" actId="207"/>
          <ac:spMkLst>
            <pc:docMk/>
            <pc:sldMk cId="827699989" sldId="2076139094"/>
            <ac:spMk id="83" creationId="{2D18AA01-7054-6D8D-FF13-E72C60D1FE07}"/>
          </ac:spMkLst>
        </pc:spChg>
        <pc:spChg chg="mod">
          <ac:chgData name="Hironari Yamada" userId="e57621f8-ec3c-449e-bb19-001fffcc008e" providerId="ADAL" clId="{BC0BD879-F267-5CCA-8DEA-E3B2DD07DA4E}" dt="2026-07-31T07:07:11.262" v="14425" actId="207"/>
          <ac:spMkLst>
            <pc:docMk/>
            <pc:sldMk cId="827699989" sldId="2076139094"/>
            <ac:spMk id="86" creationId="{C18122D3-4F61-65BF-E54A-CC3989DCDCFE}"/>
          </ac:spMkLst>
        </pc:spChg>
        <pc:spChg chg="mod">
          <ac:chgData name="Hironari Yamada" userId="e57621f8-ec3c-449e-bb19-001fffcc008e" providerId="ADAL" clId="{BC0BD879-F267-5CCA-8DEA-E3B2DD07DA4E}" dt="2026-07-31T07:07:11.262" v="14425" actId="207"/>
          <ac:spMkLst>
            <pc:docMk/>
            <pc:sldMk cId="827699989" sldId="2076139094"/>
            <ac:spMk id="92" creationId="{40E114B9-0F28-603E-1247-A4F013E9FFDE}"/>
          </ac:spMkLst>
        </pc:spChg>
        <pc:spChg chg="mod">
          <ac:chgData name="Hironari Yamada" userId="e57621f8-ec3c-449e-bb19-001fffcc008e" providerId="ADAL" clId="{BC0BD879-F267-5CCA-8DEA-E3B2DD07DA4E}" dt="2026-07-31T07:07:11.262" v="14425" actId="207"/>
          <ac:spMkLst>
            <pc:docMk/>
            <pc:sldMk cId="827699989" sldId="2076139094"/>
            <ac:spMk id="107" creationId="{DF25E90F-6764-1DC2-80F7-2724CFE03371}"/>
          </ac:spMkLst>
        </pc:spChg>
        <pc:spChg chg="mod">
          <ac:chgData name="Hironari Yamada" userId="e57621f8-ec3c-449e-bb19-001fffcc008e" providerId="ADAL" clId="{BC0BD879-F267-5CCA-8DEA-E3B2DD07DA4E}" dt="2026-07-31T07:07:11.262" v="14425" actId="207"/>
          <ac:spMkLst>
            <pc:docMk/>
            <pc:sldMk cId="827699989" sldId="2076139094"/>
            <ac:spMk id="116" creationId="{13CCB5AF-030B-6D78-FF87-C1216C63F4C4}"/>
          </ac:spMkLst>
        </pc:spChg>
        <pc:spChg chg="mod">
          <ac:chgData name="Hironari Yamada" userId="e57621f8-ec3c-449e-bb19-001fffcc008e" providerId="ADAL" clId="{BC0BD879-F267-5CCA-8DEA-E3B2DD07DA4E}" dt="2026-07-31T07:07:11.262" v="14425" actId="207"/>
          <ac:spMkLst>
            <pc:docMk/>
            <pc:sldMk cId="827699989" sldId="2076139094"/>
            <ac:spMk id="128" creationId="{A7243037-BDBE-F345-D7ED-16B850AB174A}"/>
          </ac:spMkLst>
        </pc:spChg>
        <pc:spChg chg="mod">
          <ac:chgData name="Hironari Yamada" userId="e57621f8-ec3c-449e-bb19-001fffcc008e" providerId="ADAL" clId="{BC0BD879-F267-5CCA-8DEA-E3B2DD07DA4E}" dt="2026-07-31T07:07:11.262" v="14425" actId="207"/>
          <ac:spMkLst>
            <pc:docMk/>
            <pc:sldMk cId="827699989" sldId="2076139094"/>
            <ac:spMk id="136" creationId="{12C35E2D-E1F4-480D-30C1-327C31D9CD7D}"/>
          </ac:spMkLst>
        </pc:spChg>
        <pc:spChg chg="mod">
          <ac:chgData name="Hironari Yamada" userId="e57621f8-ec3c-449e-bb19-001fffcc008e" providerId="ADAL" clId="{BC0BD879-F267-5CCA-8DEA-E3B2DD07DA4E}" dt="2026-07-31T07:07:11.262" v="14425" actId="207"/>
          <ac:spMkLst>
            <pc:docMk/>
            <pc:sldMk cId="827699989" sldId="2076139094"/>
            <ac:spMk id="151" creationId="{B6D65C3F-0BDE-D05F-6028-A93F39A9D419}"/>
          </ac:spMkLst>
        </pc:spChg>
        <pc:spChg chg="mod">
          <ac:chgData name="Hironari Yamada" userId="e57621f8-ec3c-449e-bb19-001fffcc008e" providerId="ADAL" clId="{BC0BD879-F267-5CCA-8DEA-E3B2DD07DA4E}" dt="2026-07-31T07:07:11.262" v="14425" actId="207"/>
          <ac:spMkLst>
            <pc:docMk/>
            <pc:sldMk cId="827699989" sldId="2076139094"/>
            <ac:spMk id="170" creationId="{CE621AC5-EBAC-70AA-346E-9770EB3979F5}"/>
          </ac:spMkLst>
        </pc:spChg>
        <pc:spChg chg="mod">
          <ac:chgData name="Hironari Yamada" userId="e57621f8-ec3c-449e-bb19-001fffcc008e" providerId="ADAL" clId="{BC0BD879-F267-5CCA-8DEA-E3B2DD07DA4E}" dt="2026-07-31T07:09:16.890" v="14479" actId="14100"/>
          <ac:spMkLst>
            <pc:docMk/>
            <pc:sldMk cId="827699989" sldId="2076139094"/>
            <ac:spMk id="180" creationId="{BBAFBD7F-2B82-271F-C25C-282DC698A1F8}"/>
          </ac:spMkLst>
        </pc:spChg>
        <pc:spChg chg="mod">
          <ac:chgData name="Hironari Yamada" userId="e57621f8-ec3c-449e-bb19-001fffcc008e" providerId="ADAL" clId="{BC0BD879-F267-5CCA-8DEA-E3B2DD07DA4E}" dt="2026-07-31T07:08:09.462" v="14436" actId="14100"/>
          <ac:spMkLst>
            <pc:docMk/>
            <pc:sldMk cId="827699989" sldId="2076139094"/>
            <ac:spMk id="182" creationId="{83F430C8-81C1-A902-B35C-D0814B8EBA6B}"/>
          </ac:spMkLst>
        </pc:spChg>
        <pc:spChg chg="mod topLvl">
          <ac:chgData name="Hironari Yamada" userId="e57621f8-ec3c-449e-bb19-001fffcc008e" providerId="ADAL" clId="{BC0BD879-F267-5CCA-8DEA-E3B2DD07DA4E}" dt="2026-07-31T07:07:40.948" v="14435" actId="165"/>
          <ac:spMkLst>
            <pc:docMk/>
            <pc:sldMk cId="827699989" sldId="2076139094"/>
            <ac:spMk id="190" creationId="{F60D5DD2-F25E-DA06-42A2-E89EDD60109B}"/>
          </ac:spMkLst>
        </pc:spChg>
        <pc:spChg chg="mod topLvl">
          <ac:chgData name="Hironari Yamada" userId="e57621f8-ec3c-449e-bb19-001fffcc008e" providerId="ADAL" clId="{BC0BD879-F267-5CCA-8DEA-E3B2DD07DA4E}" dt="2026-07-31T07:07:40.948" v="14435" actId="165"/>
          <ac:spMkLst>
            <pc:docMk/>
            <pc:sldMk cId="827699989" sldId="2076139094"/>
            <ac:spMk id="191" creationId="{ECD37539-1FEE-3448-E069-4A910A57B6FB}"/>
          </ac:spMkLst>
        </pc:spChg>
        <pc:spChg chg="mod topLvl">
          <ac:chgData name="Hironari Yamada" userId="e57621f8-ec3c-449e-bb19-001fffcc008e" providerId="ADAL" clId="{BC0BD879-F267-5CCA-8DEA-E3B2DD07DA4E}" dt="2026-07-31T07:07:40.948" v="14435" actId="165"/>
          <ac:spMkLst>
            <pc:docMk/>
            <pc:sldMk cId="827699989" sldId="2076139094"/>
            <ac:spMk id="198" creationId="{768A70BA-55D9-7C12-8012-18A2E0EC0E86}"/>
          </ac:spMkLst>
        </pc:spChg>
        <pc:spChg chg="mod">
          <ac:chgData name="Hironari Yamada" userId="e57621f8-ec3c-449e-bb19-001fffcc008e" providerId="ADAL" clId="{BC0BD879-F267-5CCA-8DEA-E3B2DD07DA4E}" dt="2026-07-31T07:09:13.679" v="14478" actId="14100"/>
          <ac:spMkLst>
            <pc:docMk/>
            <pc:sldMk cId="827699989" sldId="2076139094"/>
            <ac:spMk id="200" creationId="{076F467C-374A-E12C-D6AC-CFCD9A61D40A}"/>
          </ac:spMkLst>
        </pc:spChg>
        <pc:spChg chg="mod topLvl">
          <ac:chgData name="Hironari Yamada" userId="e57621f8-ec3c-449e-bb19-001fffcc008e" providerId="ADAL" clId="{BC0BD879-F267-5CCA-8DEA-E3B2DD07DA4E}" dt="2026-07-31T07:07:40.948" v="14435" actId="165"/>
          <ac:spMkLst>
            <pc:docMk/>
            <pc:sldMk cId="827699989" sldId="2076139094"/>
            <ac:spMk id="205" creationId="{DF7EB3D8-AA06-509C-D69C-4B54ACC87973}"/>
          </ac:spMkLst>
        </pc:spChg>
        <pc:spChg chg="mod topLvl">
          <ac:chgData name="Hironari Yamada" userId="e57621f8-ec3c-449e-bb19-001fffcc008e" providerId="ADAL" clId="{BC0BD879-F267-5CCA-8DEA-E3B2DD07DA4E}" dt="2026-07-31T07:08:37.632" v="14469" actId="1076"/>
          <ac:spMkLst>
            <pc:docMk/>
            <pc:sldMk cId="827699989" sldId="2076139094"/>
            <ac:spMk id="215" creationId="{52BAA7E3-2330-C841-0EB7-BE65D2FC1C14}"/>
          </ac:spMkLst>
        </pc:spChg>
        <pc:spChg chg="mod">
          <ac:chgData name="Hironari Yamada" userId="e57621f8-ec3c-449e-bb19-001fffcc008e" providerId="ADAL" clId="{BC0BD879-F267-5CCA-8DEA-E3B2DD07DA4E}" dt="2026-07-31T07:09:07.452" v="14476" actId="14100"/>
          <ac:spMkLst>
            <pc:docMk/>
            <pc:sldMk cId="827699989" sldId="2076139094"/>
            <ac:spMk id="242" creationId="{89551B07-50A5-1C12-1A63-2E6D4507DECF}"/>
          </ac:spMkLst>
        </pc:spChg>
        <pc:spChg chg="mod">
          <ac:chgData name="Hironari Yamada" userId="e57621f8-ec3c-449e-bb19-001fffcc008e" providerId="ADAL" clId="{BC0BD879-F267-5CCA-8DEA-E3B2DD07DA4E}" dt="2026-07-31T07:09:10.714" v="14477" actId="14100"/>
          <ac:spMkLst>
            <pc:docMk/>
            <pc:sldMk cId="827699989" sldId="2076139094"/>
            <ac:spMk id="243" creationId="{A26D0BFB-0A86-431D-228E-8E5E5A1ABEEC}"/>
          </ac:spMkLst>
        </pc:spChg>
        <pc:spChg chg="mod">
          <ac:chgData name="Hironari Yamada" userId="e57621f8-ec3c-449e-bb19-001fffcc008e" providerId="ADAL" clId="{BC0BD879-F267-5CCA-8DEA-E3B2DD07DA4E}" dt="2026-07-31T07:09:03.416" v="14475" actId="1076"/>
          <ac:spMkLst>
            <pc:docMk/>
            <pc:sldMk cId="827699989" sldId="2076139094"/>
            <ac:spMk id="244" creationId="{63F2969F-4204-EF10-181F-EC287F06C0EC}"/>
          </ac:spMkLst>
        </pc:spChg>
        <pc:spChg chg="mod topLvl">
          <ac:chgData name="Hironari Yamada" userId="e57621f8-ec3c-449e-bb19-001fffcc008e" providerId="ADAL" clId="{BC0BD879-F267-5CCA-8DEA-E3B2DD07DA4E}" dt="2026-07-31T07:08:57.297" v="14474" actId="1076"/>
          <ac:spMkLst>
            <pc:docMk/>
            <pc:sldMk cId="827699989" sldId="2076139094"/>
            <ac:spMk id="245" creationId="{C69D1B40-26E1-9557-B6EA-958409604D03}"/>
          </ac:spMkLst>
        </pc:spChg>
        <pc:spChg chg="mod">
          <ac:chgData name="Hironari Yamada" userId="e57621f8-ec3c-449e-bb19-001fffcc008e" providerId="ADAL" clId="{BC0BD879-F267-5CCA-8DEA-E3B2DD07DA4E}" dt="2026-07-31T07:07:28.640" v="14434" actId="207"/>
          <ac:spMkLst>
            <pc:docMk/>
            <pc:sldMk cId="827699989" sldId="2076139094"/>
            <ac:spMk id="246" creationId="{1F25704D-B564-369D-3ABF-6F8F4A16BBB4}"/>
          </ac:spMkLst>
        </pc:spChg>
        <pc:spChg chg="mod">
          <ac:chgData name="Hironari Yamada" userId="e57621f8-ec3c-449e-bb19-001fffcc008e" providerId="ADAL" clId="{BC0BD879-F267-5CCA-8DEA-E3B2DD07DA4E}" dt="2026-07-31T07:09:55.260" v="14484" actId="692"/>
          <ac:spMkLst>
            <pc:docMk/>
            <pc:sldMk cId="827699989" sldId="2076139094"/>
            <ac:spMk id="254" creationId="{3F3933E8-B2D9-99B9-0EAB-E87D0853CBEA}"/>
          </ac:spMkLst>
        </pc:spChg>
        <pc:spChg chg="mod topLvl">
          <ac:chgData name="Hironari Yamada" userId="e57621f8-ec3c-449e-bb19-001fffcc008e" providerId="ADAL" clId="{BC0BD879-F267-5CCA-8DEA-E3B2DD07DA4E}" dt="2026-07-31T07:09:55.260" v="14484" actId="692"/>
          <ac:spMkLst>
            <pc:docMk/>
            <pc:sldMk cId="827699989" sldId="2076139094"/>
            <ac:spMk id="255" creationId="{77FB71BC-A228-4562-601B-8DD90A8504F9}"/>
          </ac:spMkLst>
        </pc:spChg>
        <pc:spChg chg="mod">
          <ac:chgData name="Hironari Yamada" userId="e57621f8-ec3c-449e-bb19-001fffcc008e" providerId="ADAL" clId="{BC0BD879-F267-5CCA-8DEA-E3B2DD07DA4E}" dt="2026-07-31T07:09:55.260" v="14484" actId="692"/>
          <ac:spMkLst>
            <pc:docMk/>
            <pc:sldMk cId="827699989" sldId="2076139094"/>
            <ac:spMk id="256" creationId="{4077BAA5-23C5-9780-F552-9ADDEA25FC7F}"/>
          </ac:spMkLst>
        </pc:spChg>
        <pc:spChg chg="del">
          <ac:chgData name="Hironari Yamada" userId="e57621f8-ec3c-449e-bb19-001fffcc008e" providerId="ADAL" clId="{BC0BD879-F267-5CCA-8DEA-E3B2DD07DA4E}" dt="2026-07-31T07:08:31.188" v="14467" actId="478"/>
          <ac:spMkLst>
            <pc:docMk/>
            <pc:sldMk cId="827699989" sldId="2076139094"/>
            <ac:spMk id="257" creationId="{A6D32854-C506-70FC-FDA9-9BAC63651B0A}"/>
          </ac:spMkLst>
        </pc:spChg>
        <pc:spChg chg="mod topLvl">
          <ac:chgData name="Hironari Yamada" userId="e57621f8-ec3c-449e-bb19-001fffcc008e" providerId="ADAL" clId="{BC0BD879-F267-5CCA-8DEA-E3B2DD07DA4E}" dt="2026-07-31T07:07:40.948" v="14435" actId="165"/>
          <ac:spMkLst>
            <pc:docMk/>
            <pc:sldMk cId="827699989" sldId="2076139094"/>
            <ac:spMk id="260" creationId="{7B67F199-F137-4BFD-753B-E3E9E3A5B13B}"/>
          </ac:spMkLst>
        </pc:spChg>
        <pc:spChg chg="del">
          <ac:chgData name="Hironari Yamada" userId="e57621f8-ec3c-449e-bb19-001fffcc008e" providerId="ADAL" clId="{BC0BD879-F267-5CCA-8DEA-E3B2DD07DA4E}" dt="2026-07-31T07:08:31.188" v="14467" actId="478"/>
          <ac:spMkLst>
            <pc:docMk/>
            <pc:sldMk cId="827699989" sldId="2076139094"/>
            <ac:spMk id="261" creationId="{4E49B31D-E75E-FE39-F0C9-B9686B8FC56F}"/>
          </ac:spMkLst>
        </pc:spChg>
        <pc:spChg chg="mod topLvl">
          <ac:chgData name="Hironari Yamada" userId="e57621f8-ec3c-449e-bb19-001fffcc008e" providerId="ADAL" clId="{BC0BD879-F267-5CCA-8DEA-E3B2DD07DA4E}" dt="2026-07-31T07:07:40.948" v="14435" actId="165"/>
          <ac:spMkLst>
            <pc:docMk/>
            <pc:sldMk cId="827699989" sldId="2076139094"/>
            <ac:spMk id="278" creationId="{E7073358-4A70-00F0-6AEB-70C4D7DFDAA7}"/>
          </ac:spMkLst>
        </pc:spChg>
        <pc:spChg chg="mod topLvl">
          <ac:chgData name="Hironari Yamada" userId="e57621f8-ec3c-449e-bb19-001fffcc008e" providerId="ADAL" clId="{BC0BD879-F267-5CCA-8DEA-E3B2DD07DA4E}" dt="2026-07-31T07:07:40.948" v="14435" actId="165"/>
          <ac:spMkLst>
            <pc:docMk/>
            <pc:sldMk cId="827699989" sldId="2076139094"/>
            <ac:spMk id="283" creationId="{894A5E17-DD45-FDF4-0954-978E6522276F}"/>
          </ac:spMkLst>
        </pc:spChg>
        <pc:spChg chg="del">
          <ac:chgData name="Hironari Yamada" userId="e57621f8-ec3c-449e-bb19-001fffcc008e" providerId="ADAL" clId="{BC0BD879-F267-5CCA-8DEA-E3B2DD07DA4E}" dt="2026-07-31T07:08:31.188" v="14467" actId="478"/>
          <ac:spMkLst>
            <pc:docMk/>
            <pc:sldMk cId="827699989" sldId="2076139094"/>
            <ac:spMk id="284" creationId="{296D2F76-A7BB-EA0D-9457-B8744F4523C6}"/>
          </ac:spMkLst>
        </pc:spChg>
        <pc:spChg chg="del">
          <ac:chgData name="Hironari Yamada" userId="e57621f8-ec3c-449e-bb19-001fffcc008e" providerId="ADAL" clId="{BC0BD879-F267-5CCA-8DEA-E3B2DD07DA4E}" dt="2026-07-31T07:08:31.188" v="14467" actId="478"/>
          <ac:spMkLst>
            <pc:docMk/>
            <pc:sldMk cId="827699989" sldId="2076139094"/>
            <ac:spMk id="285" creationId="{3BBDD67E-9109-1374-E739-3B98403ACB71}"/>
          </ac:spMkLst>
        </pc:spChg>
        <pc:spChg chg="del">
          <ac:chgData name="Hironari Yamada" userId="e57621f8-ec3c-449e-bb19-001fffcc008e" providerId="ADAL" clId="{BC0BD879-F267-5CCA-8DEA-E3B2DD07DA4E}" dt="2026-07-31T07:08:31.188" v="14467" actId="478"/>
          <ac:spMkLst>
            <pc:docMk/>
            <pc:sldMk cId="827699989" sldId="2076139094"/>
            <ac:spMk id="286" creationId="{4F78536B-D589-B840-0061-568E123041B7}"/>
          </ac:spMkLst>
        </pc:spChg>
        <pc:spChg chg="add mod">
          <ac:chgData name="Hironari Yamada" userId="e57621f8-ec3c-449e-bb19-001fffcc008e" providerId="ADAL" clId="{BC0BD879-F267-5CCA-8DEA-E3B2DD07DA4E}" dt="2026-07-31T07:10:37.938" v="14585" actId="20577"/>
          <ac:spMkLst>
            <pc:docMk/>
            <pc:sldMk cId="827699989" sldId="2076139094"/>
            <ac:spMk id="287" creationId="{0F12BB1D-57CA-336E-8699-CA294F69674C}"/>
          </ac:spMkLst>
        </pc:spChg>
        <pc:grpChg chg="mod">
          <ac:chgData name="Hironari Yamada" userId="e57621f8-ec3c-449e-bb19-001fffcc008e" providerId="ADAL" clId="{BC0BD879-F267-5CCA-8DEA-E3B2DD07DA4E}" dt="2026-07-31T07:07:17.878" v="14428" actId="1076"/>
          <ac:grpSpMkLst>
            <pc:docMk/>
            <pc:sldMk cId="827699989" sldId="2076139094"/>
            <ac:grpSpMk id="179" creationId="{1BBB94A2-E586-05B2-1BB1-83DAC484304C}"/>
          </ac:grpSpMkLst>
        </pc:grpChg>
        <pc:picChg chg="del">
          <ac:chgData name="Hironari Yamada" userId="e57621f8-ec3c-449e-bb19-001fffcc008e" providerId="ADAL" clId="{BC0BD879-F267-5CCA-8DEA-E3B2DD07DA4E}" dt="2026-07-31T07:08:31.188" v="14467" actId="478"/>
          <ac:picMkLst>
            <pc:docMk/>
            <pc:sldMk cId="827699989" sldId="2076139094"/>
            <ac:picMk id="218" creationId="{834C3438-3AF2-2EE5-65A6-83CFDD8E5142}"/>
          </ac:picMkLst>
        </pc:picChg>
        <pc:picChg chg="del">
          <ac:chgData name="Hironari Yamada" userId="e57621f8-ec3c-449e-bb19-001fffcc008e" providerId="ADAL" clId="{BC0BD879-F267-5CCA-8DEA-E3B2DD07DA4E}" dt="2026-07-31T07:08:31.188" v="14467" actId="478"/>
          <ac:picMkLst>
            <pc:docMk/>
            <pc:sldMk cId="827699989" sldId="2076139094"/>
            <ac:picMk id="273" creationId="{BD96CB22-863F-210E-05D8-5E3357BF27C7}"/>
          </ac:picMkLst>
        </pc:picChg>
        <pc:picChg chg="del">
          <ac:chgData name="Hironari Yamada" userId="e57621f8-ec3c-449e-bb19-001fffcc008e" providerId="ADAL" clId="{BC0BD879-F267-5CCA-8DEA-E3B2DD07DA4E}" dt="2026-07-31T07:08:31.188" v="14467" actId="478"/>
          <ac:picMkLst>
            <pc:docMk/>
            <pc:sldMk cId="827699989" sldId="2076139094"/>
            <ac:picMk id="274" creationId="{88F5106C-62B9-C11F-448E-FAEBEF3DD100}"/>
          </ac:picMkLst>
        </pc:picChg>
        <pc:picChg chg="del">
          <ac:chgData name="Hironari Yamada" userId="e57621f8-ec3c-449e-bb19-001fffcc008e" providerId="ADAL" clId="{BC0BD879-F267-5CCA-8DEA-E3B2DD07DA4E}" dt="2026-07-31T07:08:31.188" v="14467" actId="478"/>
          <ac:picMkLst>
            <pc:docMk/>
            <pc:sldMk cId="827699989" sldId="2076139094"/>
            <ac:picMk id="275" creationId="{A4F01EF5-868F-6C23-48FF-D90F0710E2ED}"/>
          </ac:picMkLst>
        </pc:picChg>
        <pc:cxnChg chg="del mod">
          <ac:chgData name="Hironari Yamada" userId="e57621f8-ec3c-449e-bb19-001fffcc008e" providerId="ADAL" clId="{BC0BD879-F267-5CCA-8DEA-E3B2DD07DA4E}" dt="2026-07-31T07:08:33.587" v="14468" actId="478"/>
          <ac:cxnSpMkLst>
            <pc:docMk/>
            <pc:sldMk cId="827699989" sldId="2076139094"/>
            <ac:cxnSpMk id="228" creationId="{54142A9A-1A64-A0DB-919D-B6CEA20993CA}"/>
          </ac:cxnSpMkLst>
        </pc:cxnChg>
        <pc:cxnChg chg="del">
          <ac:chgData name="Hironari Yamada" userId="e57621f8-ec3c-449e-bb19-001fffcc008e" providerId="ADAL" clId="{BC0BD879-F267-5CCA-8DEA-E3B2DD07DA4E}" dt="2026-07-31T07:08:31.188" v="14467" actId="478"/>
          <ac:cxnSpMkLst>
            <pc:docMk/>
            <pc:sldMk cId="827699989" sldId="2076139094"/>
            <ac:cxnSpMk id="276" creationId="{EFBE5699-1D4E-491E-A362-F4C88F5B9ED5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07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69C67-DBF2-0228-79E6-4C4220185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26B8E6-2D8B-D8A5-41A7-5056422F6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9128AB-179F-8D53-3933-98BDCDE18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D6765-33F6-3994-137E-6F80FA73BF5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2799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7EBF6-E088-8525-ACC3-B6A80F1CB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182267-119C-42E4-DC6C-C8EEAF5249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D0E212-A87F-41C8-5350-C24B736E5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DFB80-83D8-4836-C0A4-115F6854892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1080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75AB8-3F14-C978-655C-72F0B3999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AF7A5-B193-B98E-B6EB-A1D70C45A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FC7114-41BA-9257-2B18-E0A198DC6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C57FF-F693-99D2-B055-1F0518E7CF2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633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29685-0536-B3E9-3B73-416800B9A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F426F6-C2CA-2D6D-591E-D7C8D50CE4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78F6B4-4B23-C9AF-D366-0C97F97AA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C1229-FA14-7A49-E228-A95AE608CCA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2315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C6E50-2700-C7A2-2D9A-FE9A57472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A55747-5D53-AE49-F56A-626AC9163C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8EEDAD-391B-0B8E-E621-14B2986E6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00D8C-EE9B-13E9-F00F-F729026291F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8543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04ECC-427D-6D84-2F03-74B09DA81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8EFAC7-F606-F094-6631-11839730E9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28F36D-10A1-F7A4-38CE-4818EF511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984D1-E081-86B2-E476-942A3CB4735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49017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8C63B-6D36-C68F-1865-1777C9A8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DBC37-B095-CAB1-5FAD-80502FA1E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228194-5488-3E7E-90F6-EC22C38E6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0A8BA-92A7-E1B4-E813-0D17933673F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37119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B4F3D-BA52-6205-801E-CD0A7CB5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A347A-85EF-0700-E50A-EE80B18A44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179516-0EA9-5C69-3D13-8EE05A7B1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F3FBA-7DBE-7352-D537-8BA4D7B9F34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6845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50224-9E7D-D4B7-E078-C6C2B8CCE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C76FB-83E4-C4E5-0E59-7A9048390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3003DB-BD46-AE0A-FA88-92440006F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7FDFE-A5E5-D4BE-E1AE-93A168A0B90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11754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26A20-D3AF-6F53-23AE-6544C6CC6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BF2146-35D2-1EE7-3CEB-CFF3B6F1A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EB9D88-1E51-3C88-C020-CCC485F49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36A23-EF9E-12B9-5732-CFEA2AC5063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73878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68190-5268-71B6-1C80-01C5C633A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0B48C-D6D4-7C55-4F3B-E865FF2CBA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9EC421-D268-663C-519F-C97A1D87A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7A68B-4D6C-F1BE-98D8-069A18F14DB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10176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3933C-37B4-DAEE-18B4-C5D9F6EAC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3C446-EF34-F1AD-531C-D1FE86CF1B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7A7E6-AB3E-A698-ADD5-48032398A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DD829-13A8-F98C-89BA-87E88034EB5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3276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1B2BB-5815-B30E-DAB9-D7F9CB4FF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46054-C92B-8527-2125-3D641FD75C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36132-1114-BA8E-21AD-9F293D07E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1FCE7-D247-F4DD-054A-9F8AE19A2B0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1845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標準スライドマスタ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A50C14-2547-473E-A140-357F715AE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>
            <a:lvl1pPr>
              <a:buNone/>
              <a:defRPr sz="2400" b="1">
                <a:latin typeface="Yu Gothic UI"/>
                <a:ea typeface="Yu Gothic UI"/>
                <a:cs typeface="Yu Gothic UI"/>
              </a:defRPr>
            </a:lvl1pPr>
          </a:lstStyle>
          <a:p>
            <a:endParaRPr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03BF41-DF74-4F68-832D-3D1CD1DE9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974"/>
            <a:ext cx="10515600" cy="4907625"/>
          </a:xfrm>
        </p:spPr>
        <p:txBody>
          <a:bodyPr>
            <a:normAutofit/>
          </a:bodyPr>
          <a:lstStyle>
            <a:lvl1pPr>
              <a:buNone/>
              <a:defRPr sz="1600">
                <a:latin typeface="Yu Gothic UI"/>
                <a:ea typeface="Yu Gothic UI"/>
                <a:cs typeface="Yu Gothic UI"/>
              </a:defRPr>
            </a:lvl1pPr>
            <a:lvl2pPr>
              <a:buNone/>
              <a:defRPr sz="1600">
                <a:latin typeface="Yu Gothic UI"/>
                <a:ea typeface="Yu Gothic UI"/>
                <a:cs typeface="Yu Gothic UI"/>
              </a:defRPr>
            </a:lvl2pPr>
            <a:lvl3pPr>
              <a:buNone/>
              <a:defRPr sz="1600">
                <a:latin typeface="Yu Gothic UI"/>
                <a:ea typeface="Yu Gothic UI"/>
                <a:cs typeface="Yu Gothic UI"/>
              </a:defRPr>
            </a:lvl3pPr>
            <a:lvl4pPr>
              <a:buNone/>
              <a:defRPr sz="1600">
                <a:latin typeface="Yu Gothic UI"/>
                <a:ea typeface="Yu Gothic UI"/>
                <a:cs typeface="Yu Gothic UI"/>
              </a:defRPr>
            </a:lvl4pPr>
            <a:lvl5pPr>
              <a:buNone/>
              <a:defRPr sz="1600">
                <a:latin typeface="Yu Gothic UI"/>
                <a:ea typeface="Yu Gothic UI"/>
                <a:cs typeface="Yu Gothic UI"/>
              </a:defRPr>
            </a:lvl5pPr>
          </a:lstStyle>
          <a:p>
            <a:endParaRPr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1E96A7-B217-484F-83E2-7FE34696D7B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610600" y="6356348"/>
            <a:ext cx="2743200" cy="365125"/>
          </a:xfrm>
        </p:spPr>
        <p:txBody>
          <a:bodyPr/>
          <a:lstStyle>
            <a:lvl1pPr algn="r">
              <a:buNone/>
              <a:defRPr/>
            </a:lvl1pPr>
          </a:lstStyle>
          <a:p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737D5D-4FB4-4DA9-9780-D7405A06C3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76B126-3647-4E8A-BFBE-BD046B834E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38200" y="6356349"/>
            <a:ext cx="2743200" cy="365125"/>
          </a:xfrm>
        </p:spPr>
        <p:txBody>
          <a:bodyPr/>
          <a:lstStyle>
            <a:lvl1pPr algn="l"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スライド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>
            <a:extLst>
              <a:ext uri="{FF2B5EF4-FFF2-40B4-BE49-F238E27FC236}">
                <a16:creationId xmlns:a16="http://schemas.microsoft.com/office/drawing/2014/main" id="{AA04A7EC-51A4-2CCD-C19C-6471CA721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buNone/>
              <a:defRPr sz="4000"/>
            </a:lvl1pPr>
          </a:lstStyle>
          <a:p>
            <a:endParaRPr/>
          </a:p>
        </p:txBody>
      </p:sp>
      <p:sp>
        <p:nvSpPr>
          <p:cNvPr id="4" name="字幕 2">
            <a:extLst>
              <a:ext uri="{FF2B5EF4-FFF2-40B4-BE49-F238E27FC236}">
                <a16:creationId xmlns:a16="http://schemas.microsoft.com/office/drawing/2014/main" id="{6FAFA8D3-BD7F-63F6-E03A-E4C1097B0C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63362"/>
          </a:xfrm>
        </p:spPr>
        <p:txBody>
          <a:bodyPr/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CFB302AD-8C05-763D-CA33-038DD291D42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77356" y="5155452"/>
            <a:ext cx="5184775" cy="1221390"/>
          </a:xfrm>
        </p:spPr>
        <p:txBody>
          <a:bodyPr/>
          <a:lstStyle>
            <a:lvl1pPr>
              <a:spcBef>
                <a:spcPts val="400"/>
              </a:spcBef>
              <a:buNone/>
              <a:defRPr sz="2400"/>
            </a:lvl1pPr>
          </a:lstStyle>
          <a:p>
            <a:endParaRPr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C5F34568-844A-6D62-99C6-A28EF2F3CC1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9282113" y="5919642"/>
            <a:ext cx="2572430" cy="457200"/>
          </a:xfrm>
        </p:spPr>
        <p:txBody>
          <a:bodyPr>
            <a:noAutofit/>
          </a:bodyPr>
          <a:lstStyle>
            <a:lvl1pPr algn="r">
              <a:buNone/>
              <a:defRPr sz="24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A50C14-2547-473E-A140-357F715AE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>
            <a:lvl1pPr>
              <a:buNone/>
              <a:defRPr sz="2400" b="1">
                <a:latin typeface="Yu Gothic UI"/>
                <a:ea typeface="Yu Gothic UI"/>
                <a:cs typeface="Yu Gothic UI"/>
              </a:defRPr>
            </a:lvl1pPr>
          </a:lstStyle>
          <a:p>
            <a:endParaRPr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03BF41-DF74-4F68-832D-3D1CD1DE9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974"/>
            <a:ext cx="10515600" cy="1173825"/>
          </a:xfrm>
        </p:spPr>
        <p:txBody>
          <a:bodyPr>
            <a:noAutofit/>
          </a:bodyPr>
          <a:lstStyle>
            <a:lvl1pPr marL="9525" indent="-9525">
              <a:buNone/>
              <a:defRPr sz="1800">
                <a:latin typeface="Yu Gothic UI"/>
                <a:ea typeface="Yu Gothic UI"/>
                <a:cs typeface="Yu Gothic UI"/>
              </a:defRPr>
            </a:lvl1pPr>
            <a:lvl2pPr marL="449263" indent="0">
              <a:buNone/>
              <a:defRPr sz="1800">
                <a:latin typeface="Yu Gothic UI"/>
                <a:ea typeface="Yu Gothic UI"/>
                <a:cs typeface="Yu Gothic UI"/>
              </a:defRPr>
            </a:lvl2pPr>
            <a:lvl3pPr marL="890588" indent="0">
              <a:buNone/>
              <a:defRPr sz="1800">
                <a:latin typeface="Yu Gothic UI"/>
                <a:ea typeface="Yu Gothic UI"/>
                <a:cs typeface="Yu Gothic UI"/>
              </a:defRPr>
            </a:lvl3pPr>
            <a:lvl4pPr marL="1341438" indent="0">
              <a:buNone/>
              <a:defRPr sz="1800">
                <a:latin typeface="Yu Gothic UI"/>
                <a:ea typeface="Yu Gothic UI"/>
                <a:cs typeface="Yu Gothic UI"/>
              </a:defRPr>
            </a:lvl4pPr>
            <a:lvl5pPr marL="1822450" indent="0">
              <a:buNone/>
              <a:defRPr sz="1800">
                <a:latin typeface="Yu Gothic UI"/>
                <a:ea typeface="Yu Gothic UI"/>
                <a:cs typeface="Yu Gothic UI"/>
              </a:defRPr>
            </a:lvl5pPr>
          </a:lstStyle>
          <a:p>
            <a:endParaRPr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1E96A7-B217-484F-83E2-7FE34696D7B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610600" y="6356348"/>
            <a:ext cx="2743200" cy="365125"/>
          </a:xfrm>
        </p:spPr>
        <p:txBody>
          <a:bodyPr/>
          <a:lstStyle>
            <a:lvl1pPr algn="r">
              <a:buNone/>
              <a:defRPr/>
            </a:lvl1pPr>
          </a:lstStyle>
          <a:p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737D5D-4FB4-4DA9-9780-D7405A06C3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76B126-3647-4E8A-BFBE-BD046B834E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38200" y="6356349"/>
            <a:ext cx="2743200" cy="365125"/>
          </a:xfrm>
        </p:spPr>
        <p:txBody>
          <a:bodyPr/>
          <a:lstStyle>
            <a:lvl1pPr algn="l"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エンドクレジッ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セクション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D02FB24-493B-4123-A0B6-09180120D3D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890D093-FE2F-4604-946C-D15AB7EBF1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D7F2009-FCEB-48FE-8C7A-B8C659F513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C8DCFE20-2760-245C-6805-9307FDD861B2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8200" y="2716213"/>
            <a:ext cx="10374313" cy="2262187"/>
          </a:xfrm>
        </p:spPr>
        <p:txBody>
          <a:bodyPr/>
          <a:lstStyle>
            <a:lvl1pPr>
              <a:buNone/>
              <a:defRPr sz="36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リード文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A50C14-2547-473E-A140-357F715AE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>
            <a:lvl1pPr>
              <a:buNone/>
              <a:defRPr sz="2400" b="1">
                <a:latin typeface="Yu Gothic UI"/>
                <a:ea typeface="Yu Gothic UI"/>
                <a:cs typeface="Yu Gothic UI"/>
              </a:defRPr>
            </a:lvl1pPr>
          </a:lstStyle>
          <a:p>
            <a:endParaRPr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1E96A7-B217-484F-83E2-7FE34696D7B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610600" y="6356348"/>
            <a:ext cx="2743200" cy="365125"/>
          </a:xfrm>
        </p:spPr>
        <p:txBody>
          <a:bodyPr/>
          <a:lstStyle>
            <a:lvl1pPr algn="r">
              <a:buNone/>
              <a:defRPr/>
            </a:lvl1pPr>
          </a:lstStyle>
          <a:p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737D5D-4FB4-4DA9-9780-D7405A06C3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76B126-3647-4E8A-BFBE-BD046B834E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38200" y="6356349"/>
            <a:ext cx="2743200" cy="365125"/>
          </a:xfrm>
        </p:spPr>
        <p:txBody>
          <a:bodyPr/>
          <a:lstStyle>
            <a:lvl1pPr algn="l"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B48D7FF-B78B-44FF-983F-50666A1D5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98EC68-E480-458A-B36D-265A18218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endParaRPr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1653D7-C620-4352-A865-1F041D89FB0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603EA2-4A43-4B89-B70F-998BB42EEB6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C29C83-EA4C-4F10-BAC0-CA53A8B36BC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Yu Gothic UI"/>
          <a:ea typeface="Yu Gothic UI"/>
          <a:cs typeface="Yu Gothic UI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Yu Gothic UI"/>
          <a:ea typeface="Yu Gothic UI"/>
          <a:cs typeface="Yu Gothic UI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Yu Gothic UI"/>
          <a:ea typeface="Yu Gothic UI"/>
          <a:cs typeface="Yu Gothic UI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Yu Gothic UI"/>
          <a:ea typeface="Yu Gothic UI"/>
          <a:cs typeface="Yu Gothic UI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Yu Gothic UI"/>
          <a:ea typeface="Yu Gothic UI"/>
          <a:cs typeface="Yu Gothic UI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Yu Gothic UI"/>
          <a:ea typeface="Yu Gothic UI"/>
          <a:cs typeface="Yu Gothic UI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18" Type="http://schemas.openxmlformats.org/officeDocument/2006/relationships/image" Target="../media/image22.png"/><Relationship Id="rId26" Type="http://schemas.openxmlformats.org/officeDocument/2006/relationships/image" Target="../media/image28.png"/><Relationship Id="rId3" Type="http://schemas.openxmlformats.org/officeDocument/2006/relationships/image" Target="../media/image8.svg"/><Relationship Id="rId21" Type="http://schemas.openxmlformats.org/officeDocument/2006/relationships/image" Target="../media/image24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1.png"/><Relationship Id="rId25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0.svg"/><Relationship Id="rId20" Type="http://schemas.microsoft.com/office/2007/relationships/hdphoto" Target="../media/hdphoto2.wdp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6.png"/><Relationship Id="rId5" Type="http://schemas.openxmlformats.org/officeDocument/2006/relationships/image" Target="../media/image10.png"/><Relationship Id="rId15" Type="http://schemas.microsoft.com/office/2007/relationships/hdphoto" Target="../media/hdphoto1.wdp"/><Relationship Id="rId23" Type="http://schemas.openxmlformats.org/officeDocument/2006/relationships/image" Target="../media/image25.png"/><Relationship Id="rId10" Type="http://schemas.openxmlformats.org/officeDocument/2006/relationships/image" Target="../media/image15.png"/><Relationship Id="rId19" Type="http://schemas.openxmlformats.org/officeDocument/2006/relationships/image" Target="../media/image23.pn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microsoft.com/office/2007/relationships/hdphoto" Target="../media/hdphoto3.wdp"/><Relationship Id="rId27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13" Type="http://schemas.openxmlformats.org/officeDocument/2006/relationships/image" Target="../media/image39.png"/><Relationship Id="rId18" Type="http://schemas.openxmlformats.org/officeDocument/2006/relationships/image" Target="../media/image43.png"/><Relationship Id="rId3" Type="http://schemas.openxmlformats.org/officeDocument/2006/relationships/image" Target="../media/image30.png"/><Relationship Id="rId21" Type="http://schemas.openxmlformats.org/officeDocument/2006/relationships/image" Target="../media/image46.png"/><Relationship Id="rId7" Type="http://schemas.microsoft.com/office/2007/relationships/hdphoto" Target="../media/hdphoto4.wdp"/><Relationship Id="rId12" Type="http://schemas.openxmlformats.org/officeDocument/2006/relationships/image" Target="../media/image38.svg"/><Relationship Id="rId17" Type="http://schemas.microsoft.com/office/2007/relationships/hdphoto" Target="../media/hdphoto5.wdp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2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11" Type="http://schemas.openxmlformats.org/officeDocument/2006/relationships/image" Target="../media/image37.svg"/><Relationship Id="rId5" Type="http://schemas.openxmlformats.org/officeDocument/2006/relationships/image" Target="../media/image32.png"/><Relationship Id="rId15" Type="http://schemas.openxmlformats.org/officeDocument/2006/relationships/image" Target="../media/image41.svg"/><Relationship Id="rId10" Type="http://schemas.openxmlformats.org/officeDocument/2006/relationships/image" Target="../media/image36.png"/><Relationship Id="rId19" Type="http://schemas.openxmlformats.org/officeDocument/2006/relationships/image" Target="../media/image44.png"/><Relationship Id="rId4" Type="http://schemas.openxmlformats.org/officeDocument/2006/relationships/image" Target="../media/image31.png"/><Relationship Id="rId9" Type="http://schemas.openxmlformats.org/officeDocument/2006/relationships/image" Target="../media/image35.svg"/><Relationship Id="rId1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5.png"/><Relationship Id="rId18" Type="http://schemas.openxmlformats.org/officeDocument/2006/relationships/image" Target="../media/image60.svg"/><Relationship Id="rId26" Type="http://schemas.microsoft.com/office/2007/relationships/hdphoto" Target="../media/hdphoto7.wdp"/><Relationship Id="rId3" Type="http://schemas.openxmlformats.org/officeDocument/2006/relationships/image" Target="../media/image47.png"/><Relationship Id="rId21" Type="http://schemas.openxmlformats.org/officeDocument/2006/relationships/image" Target="../media/image32.png"/><Relationship Id="rId34" Type="http://schemas.openxmlformats.org/officeDocument/2006/relationships/image" Target="../media/image72.png"/><Relationship Id="rId7" Type="http://schemas.microsoft.com/office/2007/relationships/hdphoto" Target="../media/hdphoto6.wdp"/><Relationship Id="rId12" Type="http://schemas.openxmlformats.org/officeDocument/2006/relationships/image" Target="../media/image26.png"/><Relationship Id="rId17" Type="http://schemas.openxmlformats.org/officeDocument/2006/relationships/image" Target="../media/image59.svg"/><Relationship Id="rId25" Type="http://schemas.openxmlformats.org/officeDocument/2006/relationships/image" Target="../media/image64.png"/><Relationship Id="rId33" Type="http://schemas.openxmlformats.org/officeDocument/2006/relationships/image" Target="../media/image7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58.png"/><Relationship Id="rId20" Type="http://schemas.openxmlformats.org/officeDocument/2006/relationships/image" Target="../media/image62.png"/><Relationship Id="rId29" Type="http://schemas.openxmlformats.org/officeDocument/2006/relationships/image" Target="../media/image6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png"/><Relationship Id="rId11" Type="http://schemas.openxmlformats.org/officeDocument/2006/relationships/image" Target="../media/image54.png"/><Relationship Id="rId24" Type="http://schemas.openxmlformats.org/officeDocument/2006/relationships/image" Target="../media/image63.png"/><Relationship Id="rId32" Type="http://schemas.openxmlformats.org/officeDocument/2006/relationships/image" Target="../media/image70.png"/><Relationship Id="rId5" Type="http://schemas.openxmlformats.org/officeDocument/2006/relationships/image" Target="../media/image49.png"/><Relationship Id="rId15" Type="http://schemas.openxmlformats.org/officeDocument/2006/relationships/image" Target="../media/image57.png"/><Relationship Id="rId23" Type="http://schemas.openxmlformats.org/officeDocument/2006/relationships/image" Target="../media/image35.svg"/><Relationship Id="rId28" Type="http://schemas.openxmlformats.org/officeDocument/2006/relationships/image" Target="../media/image66.png"/><Relationship Id="rId10" Type="http://schemas.openxmlformats.org/officeDocument/2006/relationships/image" Target="../media/image53.png"/><Relationship Id="rId19" Type="http://schemas.openxmlformats.org/officeDocument/2006/relationships/image" Target="../media/image61.png"/><Relationship Id="rId31" Type="http://schemas.openxmlformats.org/officeDocument/2006/relationships/image" Target="../media/image69.png"/><Relationship Id="rId4" Type="http://schemas.openxmlformats.org/officeDocument/2006/relationships/image" Target="../media/image48.png"/><Relationship Id="rId9" Type="http://schemas.openxmlformats.org/officeDocument/2006/relationships/image" Target="../media/image52.png"/><Relationship Id="rId14" Type="http://schemas.openxmlformats.org/officeDocument/2006/relationships/image" Target="../media/image56.png"/><Relationship Id="rId22" Type="http://schemas.openxmlformats.org/officeDocument/2006/relationships/image" Target="../media/image34.jpeg"/><Relationship Id="rId27" Type="http://schemas.openxmlformats.org/officeDocument/2006/relationships/image" Target="../media/image65.png"/><Relationship Id="rId30" Type="http://schemas.openxmlformats.org/officeDocument/2006/relationships/image" Target="../media/image68.png"/><Relationship Id="rId8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3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4.png"/><Relationship Id="rId5" Type="http://schemas.openxmlformats.org/officeDocument/2006/relationships/image" Target="../media/image60.svg"/><Relationship Id="rId10" Type="http://schemas.openxmlformats.org/officeDocument/2006/relationships/image" Target="../media/image78.png"/><Relationship Id="rId4" Type="http://schemas.openxmlformats.org/officeDocument/2006/relationships/image" Target="../media/image59.svg"/><Relationship Id="rId9" Type="http://schemas.openxmlformats.org/officeDocument/2006/relationships/image" Target="../media/image7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2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svg"/><Relationship Id="rId13" Type="http://schemas.openxmlformats.org/officeDocument/2006/relationships/image" Target="../media/image93.svg"/><Relationship Id="rId18" Type="http://schemas.openxmlformats.org/officeDocument/2006/relationships/image" Target="../media/image98.svg"/><Relationship Id="rId3" Type="http://schemas.openxmlformats.org/officeDocument/2006/relationships/image" Target="../media/image83.svg"/><Relationship Id="rId21" Type="http://schemas.openxmlformats.org/officeDocument/2006/relationships/image" Target="../media/image101.svg"/><Relationship Id="rId7" Type="http://schemas.openxmlformats.org/officeDocument/2006/relationships/image" Target="../media/image87.svg"/><Relationship Id="rId12" Type="http://schemas.openxmlformats.org/officeDocument/2006/relationships/image" Target="../media/image92.svg"/><Relationship Id="rId17" Type="http://schemas.openxmlformats.org/officeDocument/2006/relationships/image" Target="../media/image97.sv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96.svg"/><Relationship Id="rId20" Type="http://schemas.openxmlformats.org/officeDocument/2006/relationships/image" Target="../media/image10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6.svg"/><Relationship Id="rId11" Type="http://schemas.openxmlformats.org/officeDocument/2006/relationships/image" Target="../media/image91.svg"/><Relationship Id="rId5" Type="http://schemas.openxmlformats.org/officeDocument/2006/relationships/image" Target="../media/image85.png"/><Relationship Id="rId15" Type="http://schemas.openxmlformats.org/officeDocument/2006/relationships/image" Target="../media/image95.svg"/><Relationship Id="rId10" Type="http://schemas.openxmlformats.org/officeDocument/2006/relationships/image" Target="../media/image90.svg"/><Relationship Id="rId19" Type="http://schemas.openxmlformats.org/officeDocument/2006/relationships/image" Target="../media/image99.emf"/><Relationship Id="rId4" Type="http://schemas.openxmlformats.org/officeDocument/2006/relationships/image" Target="../media/image84.svg"/><Relationship Id="rId9" Type="http://schemas.openxmlformats.org/officeDocument/2006/relationships/image" Target="../media/image89.svg"/><Relationship Id="rId14" Type="http://schemas.openxmlformats.org/officeDocument/2006/relationships/image" Target="../media/image9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B3DB332-4829-430D-ABF8-AAA02D2E2F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C3942EC-8BBF-4694-8E7D-18483F43DB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629150" cy="6858000"/>
          </a:xfrm>
          <a:prstGeom prst="rect">
            <a:avLst/>
          </a:prstGeom>
          <a:solidFill>
            <a:srgbClr val="EAF1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28025D4-9544-4FF2-83EA-C8F94EFBD6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4472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0685B20-1434-48E7-9A60-CCE22EA4A975}"/>
              </a:ext>
            </a:extLst>
          </p:cNvPr>
          <p:cNvSpPr>
            <a:spLocks noGrp="1"/>
          </p:cNvSpPr>
          <p:nvPr/>
        </p:nvSpPr>
        <p:spPr>
          <a:xfrm>
            <a:off x="742950" y="819150"/>
            <a:ext cx="342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44A8F"/>
                </a:solidFill>
                <a:latin typeface="Meiryo UI"/>
                <a:ea typeface="Meiryo UI"/>
                <a:cs typeface="Meiryo UI"/>
              </a:defRPr>
            </a:pPr>
            <a:r>
              <a:rPr sz="1875" b="1">
                <a:solidFill>
                  <a:srgbClr val="244A8F"/>
                </a:solidFill>
                <a:latin typeface="Meiryo UI"/>
                <a:ea typeface="Meiryo UI"/>
                <a:cs typeface="Meiryo UI"/>
              </a:rPr>
              <a:t>Azure Workshop</a:t>
            </a:r>
          </a:p>
          <a:p>
            <a:pPr algn="l">
              <a:defRPr sz="1875" b="1">
                <a:solidFill>
                  <a:srgbClr val="244A8F"/>
                </a:solidFill>
                <a:latin typeface="Meiryo UI"/>
                <a:ea typeface="Meiryo UI"/>
                <a:cs typeface="Meiryo UI"/>
              </a:defRPr>
            </a:pPr>
            <a:r>
              <a:rPr sz="1875" b="1">
                <a:solidFill>
                  <a:srgbClr val="244A8F"/>
                </a:solidFill>
                <a:latin typeface="Meiryo UI"/>
                <a:ea typeface="Meiryo UI"/>
                <a:cs typeface="Meiryo UI"/>
              </a:rPr>
              <a:t>for Beginners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DBD5B95-C9F5-4638-96D9-A8CE4A155095}"/>
              </a:ext>
            </a:extLst>
          </p:cNvPr>
          <p:cNvSpPr>
            <a:spLocks noGrp="1"/>
          </p:cNvSpPr>
          <p:nvPr/>
        </p:nvSpPr>
        <p:spPr>
          <a:xfrm>
            <a:off x="5219700" y="1200150"/>
            <a:ext cx="58102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lnSpc>
                <a:spcPct val="103000"/>
              </a:lnSpc>
            </a:pPr>
            <a:r>
              <a:rPr lang="en-US" altLang="ja-JP" sz="28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Microsoft </a:t>
            </a:r>
            <a:r>
              <a:rPr lang="ja-JP" altLang="en-US" sz="2800" b="1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</a:t>
            </a:r>
            <a:r>
              <a:rPr lang="en-US" altLang="ja-JP" sz="28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AI </a:t>
            </a:r>
            <a:r>
              <a:rPr lang="ja-JP" altLang="en-US" sz="2800" b="1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エージェントソリューション</a:t>
            </a:r>
            <a:r>
              <a:rPr lang="en-US" altLang="ja-JP" sz="28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Part 1</a:t>
            </a:r>
            <a:endParaRPr lang="en-US" altLang="ja-JP" sz="28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769FC6D-0B0A-4C37-8C6D-9B70639859DC}"/>
              </a:ext>
            </a:extLst>
          </p:cNvPr>
          <p:cNvSpPr>
            <a:spLocks noGrp="1"/>
          </p:cNvSpPr>
          <p:nvPr/>
        </p:nvSpPr>
        <p:spPr>
          <a:xfrm>
            <a:off x="5257800" y="2590800"/>
            <a:ext cx="5524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lnSpc>
                <a:spcPct val="110000"/>
              </a:lnSpc>
            </a:pPr>
            <a:r>
              <a:rPr lang="en-US" altLang="ja-JP" sz="1400" dirty="0" err="1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この回では、Web</a:t>
            </a:r>
            <a:r>
              <a:rPr lang="en-US" altLang="ja-JP" sz="1400" err="1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3 </a:t>
            </a:r>
            <a:r>
              <a:rPr lang="en-US" altLang="ja-JP" sz="1400" dirty="0" err="1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層とは違う</a:t>
            </a:r>
            <a:r>
              <a:rPr lang="en-US" altLang="ja-JP" sz="1400" err="1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Web </a:t>
            </a:r>
            <a:r>
              <a:rPr lang="en-US" altLang="ja-JP" sz="1400" dirty="0" err="1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アプリケーション構成として、静的サイトと</a:t>
            </a:r>
            <a:r>
              <a:rPr lang="en-US" altLang="ja-JP" sz="1400" err="1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altLang="ja-JP" sz="1400" dirty="0" err="1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SPA（Single</a:t>
            </a:r>
            <a:r>
              <a:rPr lang="en-US" altLang="ja-JP" sz="1400" err="1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Page </a:t>
            </a:r>
            <a:r>
              <a:rPr lang="en-US" altLang="ja-JP" sz="1400" dirty="0" err="1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Application）の考え方を学びます</a:t>
            </a:r>
            <a:r>
              <a:rPr lang="en-US" altLang="ja-JP" sz="1400" err="1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altLang="ja-JP" sz="1400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FE36B7A-5E3C-45E7-B5C6-DD919C94A7E7}"/>
              </a:ext>
            </a:extLst>
          </p:cNvPr>
          <p:cNvSpPr>
            <a:spLocks noGrp="1"/>
          </p:cNvSpPr>
          <p:nvPr/>
        </p:nvSpPr>
        <p:spPr>
          <a:xfrm>
            <a:off x="5257800" y="4057650"/>
            <a:ext cx="800100" cy="285750"/>
          </a:xfrm>
          <a:prstGeom prst="rect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76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765" b="1" dirty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6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10</a:t>
            </a:r>
            <a:r>
              <a:rPr sz="765" b="1" dirty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回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FE25AC2-4ACC-4216-8714-96B55FB68F91}"/>
              </a:ext>
            </a:extLst>
          </p:cNvPr>
          <p:cNvSpPr>
            <a:spLocks noGrp="1"/>
          </p:cNvSpPr>
          <p:nvPr/>
        </p:nvSpPr>
        <p:spPr>
          <a:xfrm>
            <a:off x="6191250" y="4057650"/>
            <a:ext cx="2076450" cy="285750"/>
          </a:xfrm>
          <a:prstGeom prst="rect">
            <a:avLst/>
          </a:prstGeom>
          <a:solidFill>
            <a:srgbClr val="70AD47"/>
          </a:solidFill>
          <a:ln w="0">
            <a:solidFill>
              <a:srgbClr val="70AD47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76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765" b="1" dirty="0" err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オンライン座学</a:t>
            </a:r>
            <a:endParaRPr sz="765" b="1" dirty="0">
              <a:solidFill>
                <a:srgbClr val="FFFFFF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57FDBAC-8BBB-46B1-A819-9FBE30EC418A}"/>
              </a:ext>
            </a:extLst>
          </p:cNvPr>
          <p:cNvSpPr>
            <a:spLocks noGrp="1"/>
          </p:cNvSpPr>
          <p:nvPr/>
        </p:nvSpPr>
        <p:spPr>
          <a:xfrm>
            <a:off x="8401050" y="4057650"/>
            <a:ext cx="1352550" cy="285750"/>
          </a:xfrm>
          <a:prstGeom prst="rect">
            <a:avLst/>
          </a:prstGeom>
          <a:solidFill>
            <a:srgbClr val="ED7D31"/>
          </a:solidFill>
          <a:ln w="0">
            <a:solidFill>
              <a:srgbClr val="ED7D31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76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76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50分 + 10分 QA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22E1A59-BBE7-499C-B63A-23D32A401642}"/>
              </a:ext>
            </a:extLst>
          </p:cNvPr>
          <p:cNvSpPr>
            <a:spLocks noGrp="1"/>
          </p:cNvSpPr>
          <p:nvPr/>
        </p:nvSpPr>
        <p:spPr>
          <a:xfrm>
            <a:off x="9886950" y="4057650"/>
            <a:ext cx="1295400" cy="2857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/>
            <a:r>
              <a:rPr lang="en-US" altLang="ja-JP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2026年9月3日</a:t>
            </a:r>
            <a:endParaRPr lang="en-US" altLang="ja-JP" sz="800" dirty="0"/>
          </a:p>
        </p:txBody>
      </p:sp>
    </p:spTree>
    <p:extLst>
      <p:ext uri="{BB962C8B-B14F-4D97-AF65-F5344CB8AC3E}">
        <p14:creationId xmlns:p14="http://schemas.microsoft.com/office/powerpoint/2010/main" val="188169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FB82B-3769-4F08-F752-C53C26069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34E484A-AE77-E3F2-306D-943F87A9590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lang="ja-JP" altLang="en-US"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アジェンダ</a:t>
            </a:r>
            <a:endParaRPr sz="2025" b="1" dirty="0">
              <a:solidFill>
                <a:srgbClr val="1F2937"/>
              </a:solidFill>
              <a:latin typeface="Meiryo UI"/>
              <a:ea typeface="Meiryo UI"/>
              <a:cs typeface="Meiryo UI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FE21A59-58EA-A527-EEA9-DF81F838E9C2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10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AACD652-3F1F-129B-9B67-2671CA41F4C1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3CD4F1C1-B153-1649-DE13-A602B7064ABE}"/>
              </a:ext>
            </a:extLst>
          </p:cNvPr>
          <p:cNvSpPr txBox="1">
            <a:spLocks/>
          </p:cNvSpPr>
          <p:nvPr/>
        </p:nvSpPr>
        <p:spPr>
          <a:xfrm>
            <a:off x="678655" y="1677751"/>
            <a:ext cx="10820399" cy="1751249"/>
          </a:xfrm>
          <a:prstGeom prst="rect">
            <a:avLst/>
          </a:prstGeom>
        </p:spPr>
        <p:txBody>
          <a:bodyPr vert="horz" lIns="91440" tIns="45720" rIns="91440" bIns="45720" anchor="t" anchorCtr="0"/>
          <a:lstStyle>
            <a:defPPr>
              <a:defRPr lang="en-US"/>
            </a:defPPr>
            <a:lvl1pPr marL="0" indent="0" algn="ct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" altLang="ja-JP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Microsoft </a:t>
            </a:r>
            <a:r>
              <a:rPr lang="ja-JP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の</a:t>
            </a:r>
            <a:r>
              <a:rPr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</a:t>
            </a:r>
            <a:r>
              <a:rPr lang="en-US" altLang="ja-JP" sz="28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AI </a:t>
            </a:r>
            <a:r>
              <a:rPr lang="ja-JP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エージェントソリューション全体像</a:t>
            </a:r>
            <a:endParaRPr lang="en-US" altLang="ja-JP" sz="28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Microsoft Foundry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" altLang="ja-JP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GitHub Copilot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" altLang="ja-JP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SRE Agent</a:t>
            </a:r>
          </a:p>
          <a:p>
            <a:pPr marL="457200" indent="-457200" algn="l">
              <a:buFont typeface="+mj-lt"/>
              <a:buAutoNum type="arabicPeriod"/>
            </a:pPr>
            <a:endParaRPr lang="en-US" altLang="ja-JP" sz="28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900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9AA6572-0246-49F6-8808-D5E268117F2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今日のゴール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9603FD4-D301-438E-8486-12311D034221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10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77765BF-B68F-418C-AE34-F72DD54EB634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A5730E2-5407-A714-1228-8D8DE092CA2A}"/>
              </a:ext>
            </a:extLst>
          </p:cNvPr>
          <p:cNvSpPr txBox="1">
            <a:spLocks/>
          </p:cNvSpPr>
          <p:nvPr/>
        </p:nvSpPr>
        <p:spPr>
          <a:xfrm>
            <a:off x="685800" y="1328738"/>
            <a:ext cx="11101414" cy="1046440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lang="en-US" altLang="ja-JP" sz="2000" kern="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838200" y="2716213"/>
            <a:ext cx="10374313" cy="2262187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" sz="1800" b="1" i="0" dirty="0">
                <a:solidFill>
                  <a:srgbClr val="4472C4"/>
                </a:solidFill>
                <a:latin typeface="Yu Gothic UI"/>
                <a:ea typeface="Yu Gothic UI"/>
                <a:cs typeface="Yu Gothic UI"/>
              </a:rPr>
              <a:t>SECTION 1</a:t>
            </a:r>
          </a:p>
          <a:p>
            <a:pPr marL="0" indent="0">
              <a:buNone/>
            </a:pPr>
            <a:r>
              <a:rPr lang="en" altLang="ja-JP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Microsoft </a:t>
            </a:r>
            <a:r>
              <a:rPr lang="ja-JP" altLang="en-US" sz="3200">
                <a:solidFill>
                  <a:schemeClr val="tx1">
                    <a:lumMod val="75000"/>
                    <a:lumOff val="25000"/>
                  </a:schemeClr>
                </a:solidFill>
              </a:rPr>
              <a:t>の </a:t>
            </a:r>
            <a:r>
              <a:rPr lang="en" altLang="ja-JP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 </a:t>
            </a:r>
            <a:r>
              <a:rPr lang="ja-JP" altLang="en-US" sz="3200">
                <a:solidFill>
                  <a:schemeClr val="tx1">
                    <a:lumMod val="75000"/>
                    <a:lumOff val="25000"/>
                  </a:schemeClr>
                </a:solidFill>
              </a:rPr>
              <a:t>エージェントソリューション全体像</a:t>
            </a:r>
          </a:p>
          <a:p>
            <a:pPr marL="0" indent="0">
              <a:buNone/>
            </a:pPr>
            <a:r>
              <a:rPr lang="en" sz="1400" dirty="0">
                <a:solidFill>
                  <a:srgbClr val="595959"/>
                </a:solidFill>
              </a:rPr>
              <a:t>Microsoft AI Solutions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ECB0C-610F-1526-08B9-D311AC313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198F681-BA5F-42DD-D6D2-350DDD876BF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ja-JP" sz="2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Microsoft </a:t>
            </a:r>
            <a:r>
              <a:rPr lang="ja-JP" altLang="en-US" sz="2000" b="1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のさまざまな</a:t>
            </a:r>
            <a:r>
              <a:rPr lang="en-US" altLang="ja-JP" sz="2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AI </a:t>
            </a:r>
            <a:r>
              <a:rPr lang="ja-JP" altLang="en-US" sz="2000" b="1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エージェントサービス</a:t>
            </a:r>
            <a:endParaRPr lang="en-US" altLang="ja-JP" sz="20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3DE2243-2F69-B4DF-85B5-B127635FDEEB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10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0880607-6665-986B-895F-219A5B7297D0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1E4969C0-EEBA-E58A-3093-FD4815FF0B27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118235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20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lang="en-US" altLang="ja-JP" sz="2000" dirty="0">
                <a:solidFill>
                  <a:srgbClr val="344054"/>
                </a:solidFill>
              </a:rPr>
              <a:t>Microsoft </a:t>
            </a:r>
            <a:r>
              <a:rPr lang="ja-JP" altLang="en-US" sz="2000">
                <a:solidFill>
                  <a:srgbClr val="344054"/>
                </a:solidFill>
              </a:rPr>
              <a:t>はお客様の様々な業務で</a:t>
            </a:r>
            <a:r>
              <a:rPr lang="en-US" altLang="ja-JP" sz="2000" dirty="0">
                <a:solidFill>
                  <a:srgbClr val="344054"/>
                </a:solidFill>
              </a:rPr>
              <a:t> AI </a:t>
            </a:r>
            <a:r>
              <a:rPr lang="ja-JP" altLang="en-US" sz="2000">
                <a:solidFill>
                  <a:srgbClr val="344054"/>
                </a:solidFill>
              </a:rPr>
              <a:t>エージェントをご活用いただけるように各種用途向けの</a:t>
            </a:r>
            <a:r>
              <a:rPr lang="en-US" altLang="ja-JP" sz="2000" dirty="0">
                <a:solidFill>
                  <a:srgbClr val="344054"/>
                </a:solidFill>
              </a:rPr>
              <a:t> AI </a:t>
            </a:r>
            <a:r>
              <a:rPr lang="ja-JP" altLang="en-US" sz="2000">
                <a:solidFill>
                  <a:srgbClr val="344054"/>
                </a:solidFill>
              </a:rPr>
              <a:t>エージェントサービスを提供しています。本日は</a:t>
            </a:r>
            <a:r>
              <a:rPr lang="en-US" altLang="ja-JP" sz="2000" dirty="0">
                <a:solidFill>
                  <a:srgbClr val="344054"/>
                </a:solidFill>
              </a:rPr>
              <a:t> Microsoft Foundry</a:t>
            </a:r>
            <a:r>
              <a:rPr lang="ja-JP" altLang="en-US" sz="2000">
                <a:solidFill>
                  <a:srgbClr val="344054"/>
                </a:solidFill>
              </a:rPr>
              <a:t>、</a:t>
            </a:r>
            <a:r>
              <a:rPr lang="en-US" altLang="ja-JP" sz="2000" dirty="0">
                <a:solidFill>
                  <a:srgbClr val="344054"/>
                </a:solidFill>
              </a:rPr>
              <a:t>GitHub Copilot</a:t>
            </a:r>
            <a:r>
              <a:rPr lang="ja-JP" altLang="en-US" sz="2000">
                <a:solidFill>
                  <a:srgbClr val="344054"/>
                </a:solidFill>
              </a:rPr>
              <a:t>、</a:t>
            </a:r>
            <a:r>
              <a:rPr lang="en-US" altLang="ja-JP" sz="2000" dirty="0">
                <a:solidFill>
                  <a:srgbClr val="344054"/>
                </a:solidFill>
              </a:rPr>
              <a:t>SRE Agent </a:t>
            </a:r>
            <a:r>
              <a:rPr lang="ja-JP" altLang="en-US" sz="2000">
                <a:solidFill>
                  <a:srgbClr val="344054"/>
                </a:solidFill>
              </a:rPr>
              <a:t>をご紹介します</a:t>
            </a:r>
            <a:endParaRPr lang="ja-JP" altLang="en-US" sz="2000" dirty="0">
              <a:solidFill>
                <a:srgbClr val="344054"/>
              </a:solidFill>
            </a:endParaRPr>
          </a:p>
        </p:txBody>
      </p:sp>
      <p:sp>
        <p:nvSpPr>
          <p:cNvPr id="6" name="字幕 1">
            <a:extLst>
              <a:ext uri="{FF2B5EF4-FFF2-40B4-BE49-F238E27FC236}">
                <a16:creationId xmlns:a16="http://schemas.microsoft.com/office/drawing/2014/main" id="{4FE11E49-3D99-DADB-8351-66BB40F88189}"/>
              </a:ext>
            </a:extLst>
          </p:cNvPr>
          <p:cNvSpPr txBox="1">
            <a:spLocks/>
          </p:cNvSpPr>
          <p:nvPr/>
        </p:nvSpPr>
        <p:spPr>
          <a:xfrm>
            <a:off x="584200" y="1435100"/>
            <a:ext cx="11018838" cy="2326812"/>
          </a:xfrm>
          <a:prstGeom prst="rect">
            <a:avLst/>
          </a:prstGeom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28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20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16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14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14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pic>
        <p:nvPicPr>
          <p:cNvPr id="5" name="!!CopilotLogo1" descr="Microsoft 365 Copilot UI Icon">
            <a:extLst>
              <a:ext uri="{FF2B5EF4-FFF2-40B4-BE49-F238E27FC236}">
                <a16:creationId xmlns:a16="http://schemas.microsoft.com/office/drawing/2014/main" id="{C12FC1E6-19CB-3483-F723-77302A3D2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017" y="2405303"/>
            <a:ext cx="1009918" cy="102369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34891D-6AA1-7E5D-1FA6-7681B9FA0632}"/>
              </a:ext>
            </a:extLst>
          </p:cNvPr>
          <p:cNvSpPr txBox="1"/>
          <p:nvPr/>
        </p:nvSpPr>
        <p:spPr>
          <a:xfrm>
            <a:off x="1491138" y="3652736"/>
            <a:ext cx="265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solidFill>
                  <a:srgbClr val="000000"/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Microsoft 365 Copilot</a:t>
            </a:r>
          </a:p>
        </p:txBody>
      </p:sp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4E360066-2D23-5405-215D-BD3262DC4B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63177" y="2453391"/>
            <a:ext cx="1023697" cy="1023697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42AA55B-2AB5-290F-03D4-12CE7F9D24B8}"/>
              </a:ext>
            </a:extLst>
          </p:cNvPr>
          <p:cNvSpPr txBox="1"/>
          <p:nvPr/>
        </p:nvSpPr>
        <p:spPr>
          <a:xfrm>
            <a:off x="8049187" y="3652736"/>
            <a:ext cx="265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solidFill>
                  <a:srgbClr val="000000"/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Microsoft Foundry</a:t>
            </a:r>
            <a:endParaRPr kumimoji="1" lang="ja-JP" altLang="en-US" b="1" dirty="0" err="1">
              <a:solidFill>
                <a:srgbClr val="000000"/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13" name="TextBox 37">
            <a:extLst>
              <a:ext uri="{FF2B5EF4-FFF2-40B4-BE49-F238E27FC236}">
                <a16:creationId xmlns:a16="http://schemas.microsoft.com/office/drawing/2014/main" id="{1563DB8D-58E1-0937-2CE5-66903EC8774C}"/>
              </a:ext>
            </a:extLst>
          </p:cNvPr>
          <p:cNvSpPr txBox="1"/>
          <p:nvPr/>
        </p:nvSpPr>
        <p:spPr>
          <a:xfrm>
            <a:off x="2062449" y="5717506"/>
            <a:ext cx="1499513" cy="276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2000" dirty="0">
                <a:solidFill>
                  <a:srgbClr val="000000"/>
                </a:solidFill>
                <a:latin typeface="Segoe Sans Text Semibold"/>
                <a:ea typeface="Meiryo UI"/>
              </a:rPr>
              <a:t>GitHub Copilot</a:t>
            </a:r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36276ACA-D5EC-DD7E-6102-176F69EEC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2312017" y="4700168"/>
            <a:ext cx="1009917" cy="834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グラフィックス 16">
            <a:extLst>
              <a:ext uri="{FF2B5EF4-FFF2-40B4-BE49-F238E27FC236}">
                <a16:creationId xmlns:a16="http://schemas.microsoft.com/office/drawing/2014/main" id="{57E1E059-5578-9C81-AFF5-22EB27CC19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7431" y="2466510"/>
            <a:ext cx="1017137" cy="1017137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DC38AA3-01EF-5782-52BC-33F5DC6C73D9}"/>
              </a:ext>
            </a:extLst>
          </p:cNvPr>
          <p:cNvSpPr txBox="1"/>
          <p:nvPr/>
        </p:nvSpPr>
        <p:spPr>
          <a:xfrm>
            <a:off x="4767781" y="3652736"/>
            <a:ext cx="265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solidFill>
                  <a:srgbClr val="000000"/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Microsoft 365 Copilot</a:t>
            </a:r>
          </a:p>
        </p:txBody>
      </p:sp>
      <p:pic>
        <p:nvPicPr>
          <p:cNvPr id="19" name="Picture 17">
            <a:extLst>
              <a:ext uri="{FF2B5EF4-FFF2-40B4-BE49-F238E27FC236}">
                <a16:creationId xmlns:a16="http://schemas.microsoft.com/office/drawing/2014/main" id="{8FEA0CE2-8601-1C32-1729-DADE8407FE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8443" y="4700168"/>
            <a:ext cx="921042" cy="834280"/>
          </a:xfrm>
          <a:prstGeom prst="rect">
            <a:avLst/>
          </a:prstGeom>
        </p:spPr>
      </p:pic>
      <p:sp>
        <p:nvSpPr>
          <p:cNvPr id="20" name="TextBox 37">
            <a:extLst>
              <a:ext uri="{FF2B5EF4-FFF2-40B4-BE49-F238E27FC236}">
                <a16:creationId xmlns:a16="http://schemas.microsoft.com/office/drawing/2014/main" id="{22D0737C-69D0-D7A4-3297-556B009AF8F7}"/>
              </a:ext>
            </a:extLst>
          </p:cNvPr>
          <p:cNvSpPr txBox="1"/>
          <p:nvPr/>
        </p:nvSpPr>
        <p:spPr>
          <a:xfrm>
            <a:off x="8625267" y="5717505"/>
            <a:ext cx="1499513" cy="276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 Semibold"/>
                <a:ea typeface="Meiryo UI"/>
                <a:cs typeface="+mn-cs"/>
              </a:rPr>
              <a:t>Azure Copilot</a:t>
            </a:r>
          </a:p>
        </p:txBody>
      </p:sp>
      <p:sp>
        <p:nvSpPr>
          <p:cNvPr id="21" name="TextBox 117">
            <a:extLst>
              <a:ext uri="{FF2B5EF4-FFF2-40B4-BE49-F238E27FC236}">
                <a16:creationId xmlns:a16="http://schemas.microsoft.com/office/drawing/2014/main" id="{08CC6F04-8F99-2BE7-87CD-19C2D4282060}"/>
              </a:ext>
            </a:extLst>
          </p:cNvPr>
          <p:cNvSpPr txBox="1"/>
          <p:nvPr/>
        </p:nvSpPr>
        <p:spPr>
          <a:xfrm>
            <a:off x="5341094" y="5686727"/>
            <a:ext cx="177046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sz="2000" b="1" i="0" u="none" strike="noStrike" kern="1200" cap="none" spc="0" normalizeH="0" baseline="0" noProof="0">
                <a:ln w="3175">
                  <a:noFill/>
                </a:ln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Yu Gothic UI" pitchFamily="2" charset="0"/>
              </a:rPr>
              <a:t>SRE Agent</a:t>
            </a:r>
          </a:p>
        </p:txBody>
      </p:sp>
      <p:pic>
        <p:nvPicPr>
          <p:cNvPr id="22" name="Picture 118" descr="A logo of a chain link AI-generated content may be incorrect.">
            <a:extLst>
              <a:ext uri="{FF2B5EF4-FFF2-40B4-BE49-F238E27FC236}">
                <a16:creationId xmlns:a16="http://schemas.microsoft.com/office/drawing/2014/main" id="{EE39BA91-DBA2-4964-77BC-121EF5E0FC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4671" y="4700168"/>
            <a:ext cx="834280" cy="83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200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3.33333E-6 L 4.16667E-7 0.03542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5E297-0855-BA8D-BC58-90E90A364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85047F-90B5-CBAF-0168-76FD01BEBC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716213"/>
            <a:ext cx="10374313" cy="2262187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" sz="1800" b="1" i="0" dirty="0">
                <a:solidFill>
                  <a:srgbClr val="4472C4"/>
                </a:solidFill>
                <a:latin typeface="Yu Gothic UI"/>
                <a:ea typeface="Yu Gothic UI"/>
                <a:cs typeface="Yu Gothic UI"/>
              </a:rPr>
              <a:t>SECTION 2</a:t>
            </a:r>
          </a:p>
          <a:p>
            <a:pPr marL="0" indent="0">
              <a:buNone/>
            </a:pPr>
            <a:r>
              <a:rPr lang="en-US" altLang="ja-JP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Microsoft Foundry</a:t>
            </a:r>
          </a:p>
        </p:txBody>
      </p:sp>
    </p:spTree>
    <p:extLst>
      <p:ext uri="{BB962C8B-B14F-4D97-AF65-F5344CB8AC3E}">
        <p14:creationId xmlns:p14="http://schemas.microsoft.com/office/powerpoint/2010/main" val="2917774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4F00E-7C40-693D-A6B9-E594BCB86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BB6C5CF-CCEC-1FA2-EAB2-40E988EBD93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ja-JP" sz="2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Microsoft Foundry</a:t>
            </a:r>
            <a:endParaRPr lang="en-US" altLang="ja-JP" sz="20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77A8706-B791-7F42-0431-13B06FEB15B4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10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DBC8F09-169A-8CD5-BBD9-91DDDCD865C0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96845FA8-0DD9-B3D9-E100-E05F636986C4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118235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ja-JP" altLang="en-US" sz="2000">
                <a:solidFill>
                  <a:srgbClr val="404040"/>
                </a:solidFill>
              </a:rPr>
              <a:t>Microsoft Foundry は、生成 AI アプリや AI エージェントを開発・運用するための統合プラットフォームです。多様な基盤モデルをカタログから選び、自社データと組み合わせて（RAG）、フルカスタマイズの</a:t>
            </a:r>
            <a:r>
              <a:rPr lang="en-US" altLang="ja-JP" sz="2000" dirty="0">
                <a:solidFill>
                  <a:srgbClr val="404040"/>
                </a:solidFill>
              </a:rPr>
              <a:t> AI </a:t>
            </a:r>
            <a:r>
              <a:rPr lang="ja-JP" altLang="en-US" sz="2000">
                <a:solidFill>
                  <a:srgbClr val="404040"/>
                </a:solidFill>
              </a:rPr>
              <a:t>エージェントを作成でき、</a:t>
            </a:r>
            <a:r>
              <a:rPr lang="ja-JP" altLang="en-US" sz="2000" b="1">
                <a:solidFill>
                  <a:srgbClr val="262626"/>
                </a:solidFill>
              </a:rPr>
              <a:t>評価・安全対策・監視まで含めて本番運用できます。</a:t>
            </a:r>
          </a:p>
        </p:txBody>
      </p:sp>
      <p:sp>
        <p:nvSpPr>
          <p:cNvPr id="6" name="字幕 1">
            <a:extLst>
              <a:ext uri="{FF2B5EF4-FFF2-40B4-BE49-F238E27FC236}">
                <a16:creationId xmlns:a16="http://schemas.microsoft.com/office/drawing/2014/main" id="{FC51F495-4F76-D59B-0C73-D63E12CB2772}"/>
              </a:ext>
            </a:extLst>
          </p:cNvPr>
          <p:cNvSpPr txBox="1">
            <a:spLocks/>
          </p:cNvSpPr>
          <p:nvPr/>
        </p:nvSpPr>
        <p:spPr>
          <a:xfrm>
            <a:off x="584200" y="1435100"/>
            <a:ext cx="11018838" cy="2326812"/>
          </a:xfrm>
          <a:prstGeom prst="rect">
            <a:avLst/>
          </a:prstGeom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28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20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16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14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14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5" name="Card41">
            <a:extLst>
              <a:ext uri="{FF2B5EF4-FFF2-40B4-BE49-F238E27FC236}">
                <a16:creationId xmlns:a16="http://schemas.microsoft.com/office/drawing/2014/main" id="{045B1B69-234B-BEEC-826F-328104B979BC}"/>
              </a:ext>
            </a:extLst>
          </p:cNvPr>
          <p:cNvSpPr/>
          <p:nvPr/>
        </p:nvSpPr>
        <p:spPr>
          <a:xfrm>
            <a:off x="6503290" y="2760368"/>
            <a:ext cx="4740098" cy="1162950"/>
          </a:xfrm>
          <a:prstGeom prst="roundRect">
            <a:avLst>
              <a:gd name="adj" fmla="val 4000"/>
            </a:avLst>
          </a:prstGeom>
          <a:noFill/>
          <a:ln w="9525">
            <a:noFill/>
          </a:ln>
        </p:spPr>
        <p:txBody>
          <a:bodyPr wrap="square" lIns="118872" tIns="82296" rIns="109728" bIns="64008" anchor="t">
            <a:normAutofit lnSpcReduction="10000"/>
          </a:bodyPr>
          <a:lstStyle/>
          <a:p>
            <a:pPr>
              <a:spcAft>
                <a:spcPts val="500"/>
              </a:spcAft>
            </a:pPr>
            <a:r>
              <a:rPr lang="ja-JP" altLang="en-US" sz="1600" b="1">
                <a:solidFill>
                  <a:srgbClr val="262626"/>
                </a:solidFill>
                <a:latin typeface="Yu Gothic UI"/>
                <a:ea typeface="Yu Gothic UI"/>
              </a:rPr>
              <a:t>モデルと構築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ja-JP" altLang="en-US" sz="1200">
                <a:solidFill>
                  <a:srgbClr val="404040"/>
                </a:solidFill>
                <a:latin typeface="Yu Gothic UI"/>
                <a:ea typeface="Yu Gothic UI"/>
              </a:rPr>
              <a:t>豊富なモデルカタログから用途に合わせて選択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ja-JP" altLang="en-US" sz="1200">
                <a:solidFill>
                  <a:srgbClr val="404040"/>
                </a:solidFill>
                <a:latin typeface="Yu Gothic UI"/>
                <a:ea typeface="Yu Gothic UI"/>
              </a:rPr>
              <a:t>RAG で自社データを組み合わせ精度を向上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ja-JP" altLang="en-US" sz="1200">
                <a:solidFill>
                  <a:srgbClr val="404040"/>
                </a:solidFill>
                <a:latin typeface="Yu Gothic UI"/>
                <a:ea typeface="Yu Gothic UI"/>
              </a:rPr>
              <a:t>プロンプト開発やエージェント構築を一貫して</a:t>
            </a:r>
          </a:p>
        </p:txBody>
      </p:sp>
      <p:sp>
        <p:nvSpPr>
          <p:cNvPr id="7" name="Card42">
            <a:extLst>
              <a:ext uri="{FF2B5EF4-FFF2-40B4-BE49-F238E27FC236}">
                <a16:creationId xmlns:a16="http://schemas.microsoft.com/office/drawing/2014/main" id="{EA4BD00D-791F-5757-1099-7E8C543358BE}"/>
              </a:ext>
            </a:extLst>
          </p:cNvPr>
          <p:cNvSpPr/>
          <p:nvPr/>
        </p:nvSpPr>
        <p:spPr>
          <a:xfrm>
            <a:off x="6503290" y="4072649"/>
            <a:ext cx="4740098" cy="1162950"/>
          </a:xfrm>
          <a:prstGeom prst="roundRect">
            <a:avLst>
              <a:gd name="adj" fmla="val 4000"/>
            </a:avLst>
          </a:prstGeom>
          <a:noFill/>
          <a:ln w="9525">
            <a:noFill/>
          </a:ln>
        </p:spPr>
        <p:txBody>
          <a:bodyPr wrap="square" lIns="118872" tIns="82296" rIns="109728" bIns="64008" anchor="t">
            <a:normAutofit lnSpcReduction="10000"/>
          </a:bodyPr>
          <a:lstStyle/>
          <a:p>
            <a:pPr>
              <a:spcAft>
                <a:spcPts val="500"/>
              </a:spcAft>
            </a:pPr>
            <a:r>
              <a:rPr lang="ja-JP" altLang="en-US" sz="1600" b="1">
                <a:solidFill>
                  <a:srgbClr val="262626"/>
                </a:solidFill>
                <a:latin typeface="Yu Gothic UI"/>
                <a:ea typeface="Yu Gothic UI"/>
              </a:rPr>
              <a:t>運用と評価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ja-JP" altLang="en-US" sz="1200">
                <a:solidFill>
                  <a:srgbClr val="404040"/>
                </a:solidFill>
                <a:latin typeface="Yu Gothic UI"/>
                <a:ea typeface="Yu Gothic UI"/>
              </a:rPr>
              <a:t>応答の品質や安全性を評価し改善につなげる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ja-JP" altLang="en-US" sz="1200">
                <a:solidFill>
                  <a:srgbClr val="404040"/>
                </a:solidFill>
                <a:latin typeface="Yu Gothic UI"/>
                <a:ea typeface="Yu Gothic UI"/>
              </a:rPr>
              <a:t>コンテンツ安全フィルタで不適切な出力を抑制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ja-JP" altLang="en-US" sz="1200">
                <a:solidFill>
                  <a:srgbClr val="404040"/>
                </a:solidFill>
                <a:latin typeface="Yu Gothic UI"/>
                <a:ea typeface="Yu Gothic UI"/>
              </a:rPr>
              <a:t>監視やバージョン管理で本番運用を安定化</a:t>
            </a:r>
          </a:p>
        </p:txBody>
      </p:sp>
      <p:sp>
        <p:nvSpPr>
          <p:cNvPr id="10" name="Card43">
            <a:extLst>
              <a:ext uri="{FF2B5EF4-FFF2-40B4-BE49-F238E27FC236}">
                <a16:creationId xmlns:a16="http://schemas.microsoft.com/office/drawing/2014/main" id="{C69A1058-C8A8-5122-B817-8DE4534F1536}"/>
              </a:ext>
            </a:extLst>
          </p:cNvPr>
          <p:cNvSpPr/>
          <p:nvPr/>
        </p:nvSpPr>
        <p:spPr>
          <a:xfrm>
            <a:off x="6503290" y="5306516"/>
            <a:ext cx="4740098" cy="1162950"/>
          </a:xfrm>
          <a:prstGeom prst="roundRect">
            <a:avLst>
              <a:gd name="adj" fmla="val 4000"/>
            </a:avLst>
          </a:prstGeom>
          <a:noFill/>
          <a:ln w="9525">
            <a:noFill/>
          </a:ln>
        </p:spPr>
        <p:txBody>
          <a:bodyPr wrap="square" lIns="118872" tIns="82296" rIns="109728" bIns="64008" anchor="t">
            <a:normAutofit lnSpcReduction="10000"/>
          </a:bodyPr>
          <a:lstStyle/>
          <a:p>
            <a:pPr>
              <a:spcAft>
                <a:spcPts val="500"/>
              </a:spcAft>
            </a:pPr>
            <a:r>
              <a:rPr lang="ja-JP" altLang="en-US" sz="1600" b="1">
                <a:solidFill>
                  <a:srgbClr val="262626"/>
                </a:solidFill>
                <a:latin typeface="Yu Gothic UI"/>
                <a:ea typeface="Yu Gothic UI"/>
              </a:rPr>
              <a:t>統合と拡張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ja-JP" altLang="en-US" sz="1200">
                <a:solidFill>
                  <a:srgbClr val="404040"/>
                </a:solidFill>
                <a:latin typeface="Yu Gothic UI"/>
                <a:ea typeface="Yu Gothic UI"/>
              </a:rPr>
              <a:t>各種データや業務アプリと連携して活用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ja-JP" altLang="en-US" sz="1200">
                <a:solidFill>
                  <a:srgbClr val="404040"/>
                </a:solidFill>
                <a:latin typeface="Yu Gothic UI"/>
                <a:ea typeface="Yu Gothic UI"/>
              </a:rPr>
              <a:t>SDK／API を通じて既存システムへ組み込み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ja-JP" altLang="en-US" sz="1200">
                <a:solidFill>
                  <a:srgbClr val="404040"/>
                </a:solidFill>
                <a:latin typeface="Yu Gothic UI"/>
                <a:ea typeface="Yu Gothic UI"/>
              </a:rPr>
              <a:t>複数エージェントのオーケストレーションに対応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EB2A220-8547-E584-2DD6-D63923DCF393}"/>
              </a:ext>
            </a:extLst>
          </p:cNvPr>
          <p:cNvSpPr txBox="1"/>
          <p:nvPr/>
        </p:nvSpPr>
        <p:spPr>
          <a:xfrm>
            <a:off x="1779936" y="4694229"/>
            <a:ext cx="31257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b="1" dirty="0">
                <a:solidFill>
                  <a:srgbClr val="000000"/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Microsoft Foundry</a:t>
            </a:r>
            <a:endParaRPr kumimoji="1" lang="ja-JP" altLang="en-US" sz="2800" b="1" dirty="0" err="1">
              <a:solidFill>
                <a:srgbClr val="000000"/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pic>
        <p:nvPicPr>
          <p:cNvPr id="20" name="グラフィックス 19">
            <a:extLst>
              <a:ext uri="{FF2B5EF4-FFF2-40B4-BE49-F238E27FC236}">
                <a16:creationId xmlns:a16="http://schemas.microsoft.com/office/drawing/2014/main" id="{9B06C4AA-A4ED-3FE4-398E-D03AF61FDE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7921" y="3231005"/>
            <a:ext cx="1196683" cy="119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495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542BF-703E-3A4E-1D37-BE3462281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5D7809C-3465-2458-9DBC-AB467D3B975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ja-JP" sz="2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Microsoft 365 Copilot / Copilot Studio / Microsoft Foundry </a:t>
            </a:r>
            <a:r>
              <a:rPr lang="ja-JP" altLang="en-US" sz="2000" b="1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の位置づけ</a:t>
            </a:r>
            <a:endParaRPr lang="en-US" altLang="ja-JP" sz="20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002608E-6C12-826A-3562-E9407A638A15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10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F53E4DC-3BFD-F050-1D14-21C12AC573E9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13CE9210-429A-0A4A-2530-6B11D2BD9B88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118235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20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lang="en-US" altLang="ja-JP" sz="1800" dirty="0">
                <a:solidFill>
                  <a:srgbClr val="344054"/>
                </a:solidFill>
              </a:rPr>
              <a:t>Microsoft 365 Copilot</a:t>
            </a:r>
            <a:r>
              <a:rPr lang="ja-JP" altLang="en-US" sz="1800">
                <a:solidFill>
                  <a:srgbClr val="344054"/>
                </a:solidFill>
              </a:rPr>
              <a:t>、</a:t>
            </a:r>
            <a:r>
              <a:rPr lang="en-US" altLang="ja-JP" sz="1800" dirty="0">
                <a:solidFill>
                  <a:srgbClr val="344054"/>
                </a:solidFill>
              </a:rPr>
              <a:t>Copilot Studio</a:t>
            </a:r>
            <a:r>
              <a:rPr lang="ja-JP" altLang="en-US" sz="1800">
                <a:solidFill>
                  <a:srgbClr val="344054"/>
                </a:solidFill>
              </a:rPr>
              <a:t>、</a:t>
            </a:r>
            <a:r>
              <a:rPr lang="en-US" altLang="ja-JP" sz="1800" dirty="0">
                <a:solidFill>
                  <a:srgbClr val="344054"/>
                </a:solidFill>
              </a:rPr>
              <a:t>Microsoft Foundry </a:t>
            </a:r>
            <a:r>
              <a:rPr lang="ja-JP" altLang="en-US" sz="1800">
                <a:solidFill>
                  <a:srgbClr val="344054"/>
                </a:solidFill>
              </a:rPr>
              <a:t>をどう使い分けるのかご質問を多くいただきます。それぞれ汎用向け、業務特化、高度業務特化とそれぞれ役割分担しています。</a:t>
            </a:r>
            <a:endParaRPr lang="ja-JP" altLang="en-US" sz="1800" dirty="0">
              <a:solidFill>
                <a:srgbClr val="344054"/>
              </a:solidFill>
            </a:endParaRPr>
          </a:p>
        </p:txBody>
      </p:sp>
      <p:sp>
        <p:nvSpPr>
          <p:cNvPr id="6" name="字幕 1">
            <a:extLst>
              <a:ext uri="{FF2B5EF4-FFF2-40B4-BE49-F238E27FC236}">
                <a16:creationId xmlns:a16="http://schemas.microsoft.com/office/drawing/2014/main" id="{60EC4286-31E4-4A6C-EA1F-43DA3D85BE26}"/>
              </a:ext>
            </a:extLst>
          </p:cNvPr>
          <p:cNvSpPr txBox="1">
            <a:spLocks/>
          </p:cNvSpPr>
          <p:nvPr/>
        </p:nvSpPr>
        <p:spPr>
          <a:xfrm>
            <a:off x="584200" y="1435100"/>
            <a:ext cx="11018838" cy="2326812"/>
          </a:xfrm>
          <a:prstGeom prst="rect">
            <a:avLst/>
          </a:prstGeom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28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20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16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14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14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pic>
        <p:nvPicPr>
          <p:cNvPr id="160" name="図 159">
            <a:extLst>
              <a:ext uri="{FF2B5EF4-FFF2-40B4-BE49-F238E27FC236}">
                <a16:creationId xmlns:a16="http://schemas.microsoft.com/office/drawing/2014/main" id="{AAE63213-45FC-60D4-DE63-C222A02C0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155" y="2131647"/>
            <a:ext cx="9545425" cy="4490663"/>
          </a:xfrm>
          <a:prstGeom prst="rect">
            <a:avLst/>
          </a:prstGeom>
        </p:spPr>
      </p:pic>
      <p:sp>
        <p:nvSpPr>
          <p:cNvPr id="162" name="四角形吹き出し 161">
            <a:extLst>
              <a:ext uri="{FF2B5EF4-FFF2-40B4-BE49-F238E27FC236}">
                <a16:creationId xmlns:a16="http://schemas.microsoft.com/office/drawing/2014/main" id="{13D34672-87C6-A05D-3C20-AC1C5F53AF9E}"/>
              </a:ext>
            </a:extLst>
          </p:cNvPr>
          <p:cNvSpPr/>
          <p:nvPr/>
        </p:nvSpPr>
        <p:spPr>
          <a:xfrm>
            <a:off x="10454324" y="4156642"/>
            <a:ext cx="1574277" cy="820132"/>
          </a:xfrm>
          <a:prstGeom prst="wedgeRectCallout">
            <a:avLst>
              <a:gd name="adj1" fmla="val -369336"/>
              <a:gd name="adj2" fmla="val -1681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Copilot Studio </a:t>
            </a:r>
            <a:r>
              <a:rPr kumimoji="1" lang="ja-JP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は業務特化エージェントの入口となるローコードカスタムエージェン</a:t>
            </a:r>
          </a:p>
        </p:txBody>
      </p:sp>
      <p:sp>
        <p:nvSpPr>
          <p:cNvPr id="163" name="四角形吹き出し 162">
            <a:extLst>
              <a:ext uri="{FF2B5EF4-FFF2-40B4-BE49-F238E27FC236}">
                <a16:creationId xmlns:a16="http://schemas.microsoft.com/office/drawing/2014/main" id="{6145317C-FABF-5CAD-5AFA-5B9B3F32E7CA}"/>
              </a:ext>
            </a:extLst>
          </p:cNvPr>
          <p:cNvSpPr/>
          <p:nvPr/>
        </p:nvSpPr>
        <p:spPr>
          <a:xfrm>
            <a:off x="10418515" y="3280735"/>
            <a:ext cx="1574277" cy="820132"/>
          </a:xfrm>
          <a:prstGeom prst="wedgeRectCallout">
            <a:avLst>
              <a:gd name="adj1" fmla="val -369336"/>
              <a:gd name="adj2" fmla="val -1681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MS Foundry </a:t>
            </a:r>
            <a:r>
              <a:rPr kumimoji="1" lang="ja-JP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は個別業務に最適化可能なフルカスタムエージェント</a:t>
            </a:r>
          </a:p>
        </p:txBody>
      </p:sp>
    </p:spTree>
    <p:extLst>
      <p:ext uri="{BB962C8B-B14F-4D97-AF65-F5344CB8AC3E}">
        <p14:creationId xmlns:p14="http://schemas.microsoft.com/office/powerpoint/2010/main" val="3202806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7D52F-20E6-4800-301B-7E8CC87FA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991E7E4-0E7C-AE86-1601-6EA7C3A41EE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ja-JP" sz="2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Microsoft Foundry </a:t>
            </a:r>
            <a:r>
              <a:rPr lang="ja-JP" altLang="en-US" sz="2000" b="1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の位置づけ</a:t>
            </a:r>
            <a:endParaRPr lang="en-US" altLang="ja-JP" sz="20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6C2DD7B-F14A-7804-8C34-2819E4186E80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10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5607B21-088A-9FC6-45BD-4F8BBF1BAB91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F8957660-F4C7-9A20-C257-23420BAC21F0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118235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rtl="0">
              <a:lnSpc>
                <a:spcPct val="114000"/>
              </a:lnSpc>
              <a:buNone/>
            </a:pPr>
            <a:r>
              <a:rPr lang="ja-JP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Microsoft Foundry は、</a:t>
            </a:r>
            <a:r>
              <a:rPr lang="ja-JP" altLang="en-US" sz="2000" ker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生成 </a:t>
            </a:r>
            <a:r>
              <a:rPr lang="en-US" altLang="ja-JP" sz="2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AI </a:t>
            </a:r>
            <a:r>
              <a:rPr lang="ja-JP" altLang="en-US" sz="2000" ker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アプリ</a:t>
            </a:r>
            <a:r>
              <a:rPr lang="en-US" altLang="ja-JP" sz="2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&amp;</a:t>
            </a:r>
            <a:r>
              <a:rPr lang="ja-JP" altLang="en-US" sz="2000" ker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エージェントの開発・運用管理をするための統合マネージドサービスです。</a:t>
            </a:r>
          </a:p>
          <a:p>
            <a:pPr marL="0" indent="0">
              <a:lnSpc>
                <a:spcPct val="114000"/>
              </a:lnSpc>
              <a:buNone/>
            </a:pPr>
            <a:endParaRPr lang="ja-JP" altLang="en-US" sz="20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字幕 1">
            <a:extLst>
              <a:ext uri="{FF2B5EF4-FFF2-40B4-BE49-F238E27FC236}">
                <a16:creationId xmlns:a16="http://schemas.microsoft.com/office/drawing/2014/main" id="{F90C6264-A222-3F69-B009-C328506AA1AE}"/>
              </a:ext>
            </a:extLst>
          </p:cNvPr>
          <p:cNvSpPr txBox="1">
            <a:spLocks/>
          </p:cNvSpPr>
          <p:nvPr/>
        </p:nvSpPr>
        <p:spPr>
          <a:xfrm>
            <a:off x="584200" y="1435100"/>
            <a:ext cx="11018838" cy="2326812"/>
          </a:xfrm>
          <a:prstGeom prst="rect">
            <a:avLst/>
          </a:prstGeom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28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20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16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14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kumimoji="1" sz="1400" kern="1200" spc="0" baseline="0">
                <a:solidFill>
                  <a:schemeClr val="accent6">
                    <a:lumMod val="50000"/>
                  </a:schemeClr>
                </a:solidFill>
                <a:latin typeface="+mn-lt"/>
                <a:ea typeface="Yu Gothic UI" panose="020B0500000000000000" pitchFamily="50" charset="-128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80" name="Rounded Rectangle 2">
            <a:extLst>
              <a:ext uri="{FF2B5EF4-FFF2-40B4-BE49-F238E27FC236}">
                <a16:creationId xmlns:a16="http://schemas.microsoft.com/office/drawing/2014/main" id="{64C6AD89-A1F0-75A4-A4B3-FBE2BF56E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214" y="2129005"/>
            <a:ext cx="10892412" cy="818808"/>
          </a:xfrm>
          <a:prstGeom prst="roundRect">
            <a:avLst>
              <a:gd name="adj" fmla="val 21448"/>
            </a:avLst>
          </a:prstGeom>
          <a:gradFill>
            <a:gsLst>
              <a:gs pos="45000">
                <a:srgbClr val="432EC8">
                  <a:alpha val="30000"/>
                </a:srgbClr>
              </a:gs>
              <a:gs pos="100000">
                <a:srgbClr val="998CE4">
                  <a:alpha val="25000"/>
                </a:srgbClr>
              </a:gs>
            </a:gsLst>
            <a:lin ang="2700000" scaled="0"/>
          </a:gradFill>
          <a:ln w="12700" cap="flat" cmpd="sng" algn="ctr">
            <a:solidFill>
              <a:srgbClr val="FFFFFF">
                <a:alpha val="20000"/>
              </a:srgbClr>
            </a:solidFill>
            <a:prstDash val="solid"/>
          </a:ln>
          <a:effectLst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           </a:t>
            </a:r>
          </a:p>
        </p:txBody>
      </p:sp>
      <p:sp>
        <p:nvSpPr>
          <p:cNvPr id="81" name="Rounded Rectangle 25">
            <a:extLst>
              <a:ext uri="{FF2B5EF4-FFF2-40B4-BE49-F238E27FC236}">
                <a16:creationId xmlns:a16="http://schemas.microsoft.com/office/drawing/2014/main" id="{A14EF019-85F2-8AD6-214B-74D6C3F679C5}"/>
              </a:ext>
            </a:extLst>
          </p:cNvPr>
          <p:cNvSpPr txBox="1">
            <a:spLocks/>
          </p:cNvSpPr>
          <p:nvPr/>
        </p:nvSpPr>
        <p:spPr>
          <a:xfrm>
            <a:off x="584200" y="2028229"/>
            <a:ext cx="11018520" cy="553998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ネイティブ </a:t>
            </a:r>
            <a:r>
              <a:rPr kumimoji="0" lang="en" sz="14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IDE </a:t>
            </a: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体験で開発を効率化 </a:t>
            </a:r>
          </a:p>
        </p:txBody>
      </p:sp>
      <p:grpSp>
        <p:nvGrpSpPr>
          <p:cNvPr id="82" name="Group 7" descr="Github, Visual Studio, Visual Studio Code, and Copilot Studio">
            <a:extLst>
              <a:ext uri="{FF2B5EF4-FFF2-40B4-BE49-F238E27FC236}">
                <a16:creationId xmlns:a16="http://schemas.microsoft.com/office/drawing/2014/main" id="{B48ED94D-30EC-04CA-D614-8BC55FDC677D}"/>
              </a:ext>
            </a:extLst>
          </p:cNvPr>
          <p:cNvGrpSpPr/>
          <p:nvPr/>
        </p:nvGrpSpPr>
        <p:grpSpPr>
          <a:xfrm>
            <a:off x="3131274" y="2538409"/>
            <a:ext cx="5835286" cy="316309"/>
            <a:chOff x="3297663" y="2050550"/>
            <a:chExt cx="5835286" cy="316309"/>
          </a:xfrm>
        </p:grpSpPr>
        <p:grpSp>
          <p:nvGrpSpPr>
            <p:cNvPr id="83" name="Group 8">
              <a:extLst>
                <a:ext uri="{FF2B5EF4-FFF2-40B4-BE49-F238E27FC236}">
                  <a16:creationId xmlns:a16="http://schemas.microsoft.com/office/drawing/2014/main" id="{82BECC09-6EC0-01E4-81ED-84DFEBC78324}"/>
                </a:ext>
              </a:extLst>
            </p:cNvPr>
            <p:cNvGrpSpPr/>
            <p:nvPr/>
          </p:nvGrpSpPr>
          <p:grpSpPr>
            <a:xfrm>
              <a:off x="3297663" y="2055609"/>
              <a:ext cx="878237" cy="306939"/>
              <a:chOff x="3746114" y="4952181"/>
              <a:chExt cx="878237" cy="306939"/>
            </a:xfrm>
          </p:grpSpPr>
          <p:pic>
            <p:nvPicPr>
              <p:cNvPr id="93" name="Graphic 24">
                <a:extLst>
                  <a:ext uri="{FF2B5EF4-FFF2-40B4-BE49-F238E27FC236}">
                    <a16:creationId xmlns:a16="http://schemas.microsoft.com/office/drawing/2014/main" id="{5495F274-3EA9-F4CB-7469-DEFC84A773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746114" y="4952181"/>
                <a:ext cx="311204" cy="306939"/>
              </a:xfrm>
              <a:prstGeom prst="rect">
                <a:avLst/>
              </a:prstGeom>
            </p:spPr>
          </p:pic>
          <p:sp>
            <p:nvSpPr>
              <p:cNvPr id="94" name="TextBox 27">
                <a:extLst>
                  <a:ext uri="{FF2B5EF4-FFF2-40B4-BE49-F238E27FC236}">
                    <a16:creationId xmlns:a16="http://schemas.microsoft.com/office/drawing/2014/main" id="{70FE6DC7-361D-5807-54AB-4F2F517C666F}"/>
                  </a:ext>
                </a:extLst>
              </p:cNvPr>
              <p:cNvSpPr txBox="1"/>
              <p:nvPr/>
            </p:nvSpPr>
            <p:spPr>
              <a:xfrm>
                <a:off x="4188291" y="5043596"/>
                <a:ext cx="436060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rtl="0">
                  <a:defRPr/>
                </a:pPr>
                <a:r>
                  <a:rPr 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ea typeface="Meiryo UI" panose="020B0604030504040204" pitchFamily="50" charset="-128"/>
                    <a:cs typeface="Segoe UI" panose="020B0502040204020203" pitchFamily="34" charset="0"/>
                  </a:rPr>
                  <a:t>GitHub</a:t>
                </a:r>
              </a:p>
            </p:txBody>
          </p:sp>
        </p:grpSp>
        <p:grpSp>
          <p:nvGrpSpPr>
            <p:cNvPr id="84" name="Group 9">
              <a:extLst>
                <a:ext uri="{FF2B5EF4-FFF2-40B4-BE49-F238E27FC236}">
                  <a16:creationId xmlns:a16="http://schemas.microsoft.com/office/drawing/2014/main" id="{10EE64D2-EB98-EB25-96E8-CDEBA112DA9B}"/>
                </a:ext>
              </a:extLst>
            </p:cNvPr>
            <p:cNvGrpSpPr/>
            <p:nvPr/>
          </p:nvGrpSpPr>
          <p:grpSpPr>
            <a:xfrm>
              <a:off x="4962570" y="2057975"/>
              <a:ext cx="1399418" cy="302124"/>
              <a:chOff x="5501654" y="4957903"/>
              <a:chExt cx="1399418" cy="302124"/>
            </a:xfrm>
          </p:grpSpPr>
          <p:pic>
            <p:nvPicPr>
              <p:cNvPr id="91" name="Picture 93">
                <a:extLst>
                  <a:ext uri="{FF2B5EF4-FFF2-40B4-BE49-F238E27FC236}">
                    <a16:creationId xmlns:a16="http://schemas.microsoft.com/office/drawing/2014/main" id="{D0C6053D-7865-BB8F-0838-BCA9994D76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l="2769" r="2769"/>
              <a:stretch/>
            </p:blipFill>
            <p:spPr>
              <a:xfrm>
                <a:off x="6615679" y="4957903"/>
                <a:ext cx="285393" cy="302124"/>
              </a:xfrm>
              <a:prstGeom prst="rect">
                <a:avLst/>
              </a:prstGeom>
              <a:ln w="6657" cap="flat">
                <a:noFill/>
                <a:prstDash val="solid"/>
                <a:miter/>
              </a:ln>
              <a:effectLst/>
            </p:spPr>
          </p:pic>
          <p:sp>
            <p:nvSpPr>
              <p:cNvPr id="92" name="TextBox 22">
                <a:extLst>
                  <a:ext uri="{FF2B5EF4-FFF2-40B4-BE49-F238E27FC236}">
                    <a16:creationId xmlns:a16="http://schemas.microsoft.com/office/drawing/2014/main" id="{8878FFD8-76C7-B400-324A-AC0F825BC205}"/>
                  </a:ext>
                </a:extLst>
              </p:cNvPr>
              <p:cNvSpPr txBox="1"/>
              <p:nvPr/>
            </p:nvSpPr>
            <p:spPr>
              <a:xfrm>
                <a:off x="5501654" y="5043596"/>
                <a:ext cx="778311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rtl="0">
                  <a:defRPr/>
                </a:pPr>
                <a:r>
                  <a:rPr 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ea typeface="Meiryo UI" panose="020B0604030504040204" pitchFamily="50" charset="-128"/>
                    <a:cs typeface="Segoe UI" panose="020B0502040204020203" pitchFamily="34" charset="0"/>
                  </a:rPr>
                  <a:t>Visual Studio</a:t>
                </a:r>
              </a:p>
            </p:txBody>
          </p:sp>
        </p:grpSp>
        <p:grpSp>
          <p:nvGrpSpPr>
            <p:cNvPr id="85" name="Group 10">
              <a:extLst>
                <a:ext uri="{FF2B5EF4-FFF2-40B4-BE49-F238E27FC236}">
                  <a16:creationId xmlns:a16="http://schemas.microsoft.com/office/drawing/2014/main" id="{122C467C-0087-FB36-1F64-C21B7A4CD1B5}"/>
                </a:ext>
              </a:extLst>
            </p:cNvPr>
            <p:cNvGrpSpPr/>
            <p:nvPr/>
          </p:nvGrpSpPr>
          <p:grpSpPr>
            <a:xfrm>
              <a:off x="4531495" y="2055199"/>
              <a:ext cx="3032830" cy="311660"/>
              <a:chOff x="3645717" y="5382972"/>
              <a:chExt cx="3032830" cy="311660"/>
            </a:xfrm>
          </p:grpSpPr>
          <p:pic>
            <p:nvPicPr>
              <p:cNvPr id="89" name="Picture 17">
                <a:extLst>
                  <a:ext uri="{FF2B5EF4-FFF2-40B4-BE49-F238E27FC236}">
                    <a16:creationId xmlns:a16="http://schemas.microsoft.com/office/drawing/2014/main" id="{EF363B80-6DD5-7BFB-A705-FE17FAEB34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481" r="20481"/>
              <a:stretch/>
            </p:blipFill>
            <p:spPr>
              <a:xfrm>
                <a:off x="3645717" y="5382972"/>
                <a:ext cx="319622" cy="311660"/>
              </a:xfrm>
              <a:prstGeom prst="rect">
                <a:avLst/>
              </a:prstGeom>
              <a:ln w="6657" cap="flat">
                <a:noFill/>
                <a:prstDash val="solid"/>
                <a:miter/>
              </a:ln>
              <a:effectLst/>
            </p:spPr>
          </p:pic>
          <p:sp>
            <p:nvSpPr>
              <p:cNvPr id="90" name="TextBox 18">
                <a:extLst>
                  <a:ext uri="{FF2B5EF4-FFF2-40B4-BE49-F238E27FC236}">
                    <a16:creationId xmlns:a16="http://schemas.microsoft.com/office/drawing/2014/main" id="{B5ED2237-9FB2-D622-6E04-E3AB58FE7396}"/>
                  </a:ext>
                </a:extLst>
              </p:cNvPr>
              <p:cNvSpPr txBox="1"/>
              <p:nvPr/>
            </p:nvSpPr>
            <p:spPr>
              <a:xfrm>
                <a:off x="5547828" y="5450399"/>
                <a:ext cx="1130719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rtl="0">
                  <a:defRPr/>
                </a:pPr>
                <a:r>
                  <a:rPr 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ea typeface="Meiryo UI" panose="020B0604030504040204" pitchFamily="50" charset="-128"/>
                    <a:cs typeface="Segoe UI" panose="020B0502040204020203" pitchFamily="34" charset="0"/>
                  </a:rPr>
                  <a:t>Visual Studio Code</a:t>
                </a:r>
              </a:p>
            </p:txBody>
          </p:sp>
        </p:grpSp>
        <p:grpSp>
          <p:nvGrpSpPr>
            <p:cNvPr id="86" name="Group 13">
              <a:extLst>
                <a:ext uri="{FF2B5EF4-FFF2-40B4-BE49-F238E27FC236}">
                  <a16:creationId xmlns:a16="http://schemas.microsoft.com/office/drawing/2014/main" id="{46B9DB48-B870-6DCE-7298-154D4CDF923D}"/>
                </a:ext>
              </a:extLst>
            </p:cNvPr>
            <p:cNvGrpSpPr/>
            <p:nvPr/>
          </p:nvGrpSpPr>
          <p:grpSpPr>
            <a:xfrm>
              <a:off x="7822207" y="2050550"/>
              <a:ext cx="1310742" cy="316309"/>
              <a:chOff x="4319738" y="5380597"/>
              <a:chExt cx="1310742" cy="316309"/>
            </a:xfrm>
          </p:grpSpPr>
          <p:pic>
            <p:nvPicPr>
              <p:cNvPr id="87" name="Picture 15">
                <a:extLst>
                  <a:ext uri="{FF2B5EF4-FFF2-40B4-BE49-F238E27FC236}">
                    <a16:creationId xmlns:a16="http://schemas.microsoft.com/office/drawing/2014/main" id="{A82C1AF9-EB57-70B2-1BBB-4D1CCD67B5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319738" y="5380597"/>
                <a:ext cx="313948" cy="316309"/>
              </a:xfrm>
              <a:prstGeom prst="rect">
                <a:avLst/>
              </a:prstGeom>
              <a:effectLst/>
            </p:spPr>
          </p:pic>
          <p:sp>
            <p:nvSpPr>
              <p:cNvPr id="88" name="TextBox 16">
                <a:extLst>
                  <a:ext uri="{FF2B5EF4-FFF2-40B4-BE49-F238E27FC236}">
                    <a16:creationId xmlns:a16="http://schemas.microsoft.com/office/drawing/2014/main" id="{EA908D54-6F3F-310D-38FC-25FB770D884C}"/>
                  </a:ext>
                </a:extLst>
              </p:cNvPr>
              <p:cNvSpPr txBox="1"/>
              <p:nvPr/>
            </p:nvSpPr>
            <p:spPr>
              <a:xfrm>
                <a:off x="4762520" y="5453708"/>
                <a:ext cx="867960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rtl="0">
                  <a:defRPr/>
                </a:pPr>
                <a:r>
                  <a:rPr 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ea typeface="Meiryo UI" panose="020B0604030504040204" pitchFamily="50" charset="-128"/>
                    <a:cs typeface="Segoe UI" panose="020B0502040204020203" pitchFamily="34" charset="0"/>
                  </a:rPr>
                  <a:t>Copilot Studio</a:t>
                </a:r>
              </a:p>
            </p:txBody>
          </p:sp>
        </p:grpSp>
      </p:grpSp>
      <p:sp>
        <p:nvSpPr>
          <p:cNvPr id="95" name="Rounded Rectangle 16">
            <a:extLst>
              <a:ext uri="{FF2B5EF4-FFF2-40B4-BE49-F238E27FC236}">
                <a16:creationId xmlns:a16="http://schemas.microsoft.com/office/drawing/2014/main" id="{435E9C87-ADFE-7415-399A-8B32F9E5B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676214" y="3043235"/>
            <a:ext cx="10892412" cy="3414715"/>
          </a:xfrm>
          <a:prstGeom prst="roundRect">
            <a:avLst>
              <a:gd name="adj" fmla="val 4031"/>
            </a:avLst>
          </a:prstGeom>
          <a:gradFill>
            <a:gsLst>
              <a:gs pos="45000">
                <a:srgbClr val="432EC8">
                  <a:alpha val="30000"/>
                </a:srgbClr>
              </a:gs>
              <a:gs pos="100000">
                <a:srgbClr val="998CE4">
                  <a:alpha val="25000"/>
                </a:srgbClr>
              </a:gs>
            </a:gsLst>
            <a:lin ang="2700000" scaled="0"/>
          </a:gradFill>
          <a:ln w="25400" cap="flat" cmpd="sng" algn="ctr">
            <a:gradFill>
              <a:gsLst>
                <a:gs pos="1149">
                  <a:srgbClr val="432EC8"/>
                </a:gs>
                <a:gs pos="100000">
                  <a:srgbClr val="998CE4"/>
                </a:gs>
              </a:gsLst>
              <a:lin ang="2700000" scaled="0"/>
            </a:gradFill>
            <a:prstDash val="solid"/>
          </a:ln>
          <a:effectLst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97" name="Rectangle: Rounded Corners 146">
            <a:extLst>
              <a:ext uri="{FF2B5EF4-FFF2-40B4-BE49-F238E27FC236}">
                <a16:creationId xmlns:a16="http://schemas.microsoft.com/office/drawing/2014/main" id="{BB22B057-6AB4-EED2-248A-40292966C2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869686" y="3142719"/>
            <a:ext cx="2011680" cy="978763"/>
          </a:xfrm>
          <a:prstGeom prst="roundRect">
            <a:avLst>
              <a:gd name="adj" fmla="val 14868"/>
            </a:avLst>
          </a:prstGeom>
          <a:solidFill>
            <a:schemeClr val="bg1"/>
          </a:solidFill>
          <a:ln w="12700">
            <a:solidFill>
              <a:srgbClr val="FFFFFF">
                <a:alpha val="20000"/>
              </a:srgbClr>
            </a:solidFill>
          </a:ln>
          <a:effectLst/>
        </p:spPr>
        <p:txBody>
          <a:bodyPr wrap="square" lIns="91440" tIns="91440" rIns="91440" bIns="91440" rtlCol="0" anchor="b" anchorCtr="0">
            <a:no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189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1290" algn="l"/>
              </a:tabLst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Models</a:t>
            </a:r>
          </a:p>
        </p:txBody>
      </p:sp>
      <p:pic>
        <p:nvPicPr>
          <p:cNvPr id="98" name="Picture 44" descr="A blue triangle logo on a black background&#10;&#10;AI-generated content may be incorrect.">
            <a:extLst>
              <a:ext uri="{FF2B5EF4-FFF2-40B4-BE49-F238E27FC236}">
                <a16:creationId xmlns:a16="http://schemas.microsoft.com/office/drawing/2014/main" id="{4F4868FB-ED4D-FD36-A33E-A70ED55E82F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924" y="3120536"/>
            <a:ext cx="605206" cy="605206"/>
          </a:xfrm>
          <a:prstGeom prst="rect">
            <a:avLst/>
          </a:prstGeom>
        </p:spPr>
      </p:pic>
      <p:sp>
        <p:nvSpPr>
          <p:cNvPr id="100" name="Rectangle: Rounded Corners 146">
            <a:extLst>
              <a:ext uri="{FF2B5EF4-FFF2-40B4-BE49-F238E27FC236}">
                <a16:creationId xmlns:a16="http://schemas.microsoft.com/office/drawing/2014/main" id="{22077292-7732-3434-0D9E-C5BB577E74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2993133" y="3142721"/>
            <a:ext cx="2011680" cy="978763"/>
          </a:xfrm>
          <a:prstGeom prst="roundRect">
            <a:avLst>
              <a:gd name="adj" fmla="val 14348"/>
            </a:avLst>
          </a:prstGeom>
          <a:solidFill>
            <a:schemeClr val="bg1"/>
          </a:solidFill>
          <a:ln w="12700">
            <a:solidFill>
              <a:srgbClr val="FFFFFF">
                <a:alpha val="20000"/>
              </a:srgbClr>
            </a:solidFill>
          </a:ln>
          <a:effectLst/>
        </p:spPr>
        <p:txBody>
          <a:bodyPr wrap="square" lIns="91440" tIns="91440" rIns="91440" bIns="91440" rtlCol="0" anchor="b" anchorCtr="0">
            <a:no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189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1290" algn="l"/>
              </a:tabLst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Agent Service</a:t>
            </a:r>
          </a:p>
        </p:txBody>
      </p:sp>
      <p:pic>
        <p:nvPicPr>
          <p:cNvPr id="101" name="Picture 47" descr="A blue logo with a black background&#10;&#10;AI-generated content may be incorrect.">
            <a:extLst>
              <a:ext uri="{FF2B5EF4-FFF2-40B4-BE49-F238E27FC236}">
                <a16:creationId xmlns:a16="http://schemas.microsoft.com/office/drawing/2014/main" id="{98178786-AEAE-1940-935B-417CFACE6E9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7726" y="3112630"/>
            <a:ext cx="598115" cy="598115"/>
          </a:xfrm>
          <a:prstGeom prst="rect">
            <a:avLst/>
          </a:prstGeom>
        </p:spPr>
      </p:pic>
      <p:sp>
        <p:nvSpPr>
          <p:cNvPr id="103" name="Rectangle: Rounded Corners 146">
            <a:extLst>
              <a:ext uri="{FF2B5EF4-FFF2-40B4-BE49-F238E27FC236}">
                <a16:creationId xmlns:a16="http://schemas.microsoft.com/office/drawing/2014/main" id="{3C01F3EF-E01D-C432-6CB0-B8F4C6CF6F8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116580" y="3145242"/>
            <a:ext cx="2011680" cy="971847"/>
          </a:xfrm>
          <a:prstGeom prst="roundRect">
            <a:avLst>
              <a:gd name="adj" fmla="val 14093"/>
            </a:avLst>
          </a:prstGeom>
          <a:solidFill>
            <a:schemeClr val="bg1"/>
          </a:solidFill>
          <a:ln w="12700">
            <a:solidFill>
              <a:srgbClr val="FFFFFF">
                <a:alpha val="20000"/>
              </a:srgbClr>
            </a:solidFill>
          </a:ln>
          <a:effectLst/>
        </p:spPr>
        <p:txBody>
          <a:bodyPr wrap="square" lIns="91440" tIns="91440" rIns="91440" bIns="91440" rtlCol="0" anchor="b" anchorCtr="0">
            <a:no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189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1290" algn="l"/>
              </a:tabLst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IQ</a:t>
            </a:r>
          </a:p>
        </p:txBody>
      </p:sp>
      <p:pic>
        <p:nvPicPr>
          <p:cNvPr id="104" name="Picture 42">
            <a:extLst>
              <a:ext uri="{FF2B5EF4-FFF2-40B4-BE49-F238E27FC236}">
                <a16:creationId xmlns:a16="http://schemas.microsoft.com/office/drawing/2014/main" id="{4CDF2E08-DB53-8CE2-5FB2-10ACF73085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6605" y="3112630"/>
            <a:ext cx="667251" cy="667251"/>
          </a:xfrm>
          <a:prstGeom prst="rect">
            <a:avLst/>
          </a:prstGeom>
          <a:ln>
            <a:noFill/>
          </a:ln>
        </p:spPr>
      </p:pic>
      <p:sp>
        <p:nvSpPr>
          <p:cNvPr id="106" name="Rectangle: Rounded Corners 146">
            <a:extLst>
              <a:ext uri="{FF2B5EF4-FFF2-40B4-BE49-F238E27FC236}">
                <a16:creationId xmlns:a16="http://schemas.microsoft.com/office/drawing/2014/main" id="{5B8D8263-D955-568C-0298-B4D9DEF9E49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7238791" y="3142720"/>
            <a:ext cx="2011680" cy="976265"/>
          </a:xfrm>
          <a:prstGeom prst="roundRect">
            <a:avLst>
              <a:gd name="adj" fmla="val 14692"/>
            </a:avLst>
          </a:prstGeom>
          <a:solidFill>
            <a:schemeClr val="bg1"/>
          </a:solidFill>
          <a:ln w="12700">
            <a:solidFill>
              <a:srgbClr val="FFFFFF">
                <a:alpha val="20000"/>
              </a:srgbClr>
            </a:solidFill>
          </a:ln>
          <a:effectLst/>
        </p:spPr>
        <p:txBody>
          <a:bodyPr wrap="square" lIns="91440" tIns="91440" rIns="91440" bIns="91440" rtlCol="0" anchor="b" anchorCtr="0">
            <a:no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189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1290" algn="l"/>
              </a:tabLst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Tools</a:t>
            </a:r>
          </a:p>
        </p:txBody>
      </p:sp>
      <p:pic>
        <p:nvPicPr>
          <p:cNvPr id="107" name="Picture 46" descr="A blue ribbon in a shape of a star&#10;&#10;AI-generated content may be incorrect.">
            <a:extLst>
              <a:ext uri="{FF2B5EF4-FFF2-40B4-BE49-F238E27FC236}">
                <a16:creationId xmlns:a16="http://schemas.microsoft.com/office/drawing/2014/main" id="{5044E01E-B511-4B15-2897-C35BC92F9C3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4458" y="3144424"/>
            <a:ext cx="540345" cy="540345"/>
          </a:xfrm>
          <a:prstGeom prst="rect">
            <a:avLst/>
          </a:prstGeom>
        </p:spPr>
      </p:pic>
      <p:sp>
        <p:nvSpPr>
          <p:cNvPr id="109" name="Rectangle: Rounded Corners 146">
            <a:extLst>
              <a:ext uri="{FF2B5EF4-FFF2-40B4-BE49-F238E27FC236}">
                <a16:creationId xmlns:a16="http://schemas.microsoft.com/office/drawing/2014/main" id="{F3C6D0AA-C809-C96A-BBF9-D14916DDC3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9359095" y="3142719"/>
            <a:ext cx="2011680" cy="976265"/>
          </a:xfrm>
          <a:prstGeom prst="roundRect">
            <a:avLst>
              <a:gd name="adj" fmla="val 14564"/>
            </a:avLst>
          </a:prstGeom>
          <a:solidFill>
            <a:schemeClr val="bg1"/>
          </a:solidFill>
          <a:ln w="12700">
            <a:solidFill>
              <a:srgbClr val="FFFFFF">
                <a:alpha val="20000"/>
              </a:srgbClr>
            </a:solidFill>
          </a:ln>
          <a:effectLst/>
        </p:spPr>
        <p:txBody>
          <a:bodyPr wrap="square" lIns="91440" tIns="91440" rIns="91440" bIns="91440" rtlCol="0" anchor="b" anchorCtr="0">
            <a:no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189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1290" algn="l"/>
              </a:tabLst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Machine Learning</a:t>
            </a:r>
          </a:p>
        </p:txBody>
      </p:sp>
      <p:pic>
        <p:nvPicPr>
          <p:cNvPr id="110" name="Picture 45" descr="A blue logo with a black background&#10;&#10;AI-generated content may be incorrect.">
            <a:extLst>
              <a:ext uri="{FF2B5EF4-FFF2-40B4-BE49-F238E27FC236}">
                <a16:creationId xmlns:a16="http://schemas.microsoft.com/office/drawing/2014/main" id="{FA5C26B2-8F01-205F-68FB-EF98CAB361E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5877" y="3120536"/>
            <a:ext cx="598115" cy="598115"/>
          </a:xfrm>
          <a:prstGeom prst="rect">
            <a:avLst/>
          </a:prstGeom>
        </p:spPr>
      </p:pic>
      <p:sp>
        <p:nvSpPr>
          <p:cNvPr id="111" name="Rounded Rectangle 25">
            <a:extLst>
              <a:ext uri="{FF2B5EF4-FFF2-40B4-BE49-F238E27FC236}">
                <a16:creationId xmlns:a16="http://schemas.microsoft.com/office/drawing/2014/main" id="{9AE1D548-D79A-EFE4-9042-F96C2478E78F}"/>
              </a:ext>
            </a:extLst>
          </p:cNvPr>
          <p:cNvSpPr/>
          <p:nvPr/>
        </p:nvSpPr>
        <p:spPr>
          <a:xfrm>
            <a:off x="1939469" y="4106830"/>
            <a:ext cx="8364811" cy="373523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1,400以上の構築済み接続とMCPツールでコンテキスト認識型およびアクション指向のAgentを構築</a:t>
            </a:r>
          </a:p>
        </p:txBody>
      </p:sp>
      <p:grpSp>
        <p:nvGrpSpPr>
          <p:cNvPr id="112" name="Group 41" descr="Adobe, Atlassian, SAP, servicenow, UIpath, Microsoft Bing, Microsoft Fabric, and Microsoft OneLake">
            <a:extLst>
              <a:ext uri="{FF2B5EF4-FFF2-40B4-BE49-F238E27FC236}">
                <a16:creationId xmlns:a16="http://schemas.microsoft.com/office/drawing/2014/main" id="{B64F3A5D-049D-8C46-22E8-7282254C7417}"/>
              </a:ext>
            </a:extLst>
          </p:cNvPr>
          <p:cNvGrpSpPr/>
          <p:nvPr/>
        </p:nvGrpSpPr>
        <p:grpSpPr>
          <a:xfrm>
            <a:off x="1137089" y="4547693"/>
            <a:ext cx="9969569" cy="379818"/>
            <a:chOff x="1199443" y="3892654"/>
            <a:chExt cx="9969569" cy="379818"/>
          </a:xfrm>
        </p:grpSpPr>
        <p:grpSp>
          <p:nvGrpSpPr>
            <p:cNvPr id="113" name="Group 99">
              <a:extLst>
                <a:ext uri="{FF2B5EF4-FFF2-40B4-BE49-F238E27FC236}">
                  <a16:creationId xmlns:a16="http://schemas.microsoft.com/office/drawing/2014/main" id="{7E9A7AAD-E2F8-2E14-33BB-B0861B5B0E48}"/>
                </a:ext>
              </a:extLst>
            </p:cNvPr>
            <p:cNvGrpSpPr/>
            <p:nvPr/>
          </p:nvGrpSpPr>
          <p:grpSpPr>
            <a:xfrm>
              <a:off x="1199443" y="3892654"/>
              <a:ext cx="9969569" cy="379818"/>
              <a:chOff x="1412858" y="3881913"/>
              <a:chExt cx="9969569" cy="379818"/>
            </a:xfrm>
          </p:grpSpPr>
          <p:pic>
            <p:nvPicPr>
              <p:cNvPr id="116" name="Picture 20" descr="SAP Enterprise Threat Detection - Microsoft Sentinel - Integration icon">
                <a:extLst>
                  <a:ext uri="{FF2B5EF4-FFF2-40B4-BE49-F238E27FC236}">
                    <a16:creationId xmlns:a16="http://schemas.microsoft.com/office/drawing/2014/main" id="{EA8C1CBD-0BCE-3763-F9BC-D82AEE7E54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62413" y="3882085"/>
                <a:ext cx="379646" cy="3796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7" name="Picture 185">
                <a:extLst>
                  <a:ext uri="{FF2B5EF4-FFF2-40B4-BE49-F238E27FC236}">
                    <a16:creationId xmlns:a16="http://schemas.microsoft.com/office/drawing/2014/main" id="{19F33966-DB5F-A7AA-6860-DBE5F416BA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lum bright="100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rcRect/>
              <a:stretch/>
            </p:blipFill>
            <p:spPr>
              <a:xfrm>
                <a:off x="5688608" y="3957350"/>
                <a:ext cx="574112" cy="187209"/>
              </a:xfrm>
              <a:prstGeom prst="rect">
                <a:avLst/>
              </a:prstGeom>
            </p:spPr>
          </p:pic>
          <p:pic>
            <p:nvPicPr>
              <p:cNvPr id="118" name="Picture 89">
                <a:extLst>
                  <a:ext uri="{FF2B5EF4-FFF2-40B4-BE49-F238E27FC236}">
                    <a16:creationId xmlns:a16="http://schemas.microsoft.com/office/drawing/2014/main" id="{0AAD7504-06EA-A772-E4AB-DF2041DF05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412858" y="3969702"/>
                <a:ext cx="635498" cy="165538"/>
              </a:xfrm>
              <a:prstGeom prst="rect">
                <a:avLst/>
              </a:prstGeom>
            </p:spPr>
          </p:pic>
          <p:grpSp>
            <p:nvGrpSpPr>
              <p:cNvPr id="119" name="Group 97">
                <a:extLst>
                  <a:ext uri="{FF2B5EF4-FFF2-40B4-BE49-F238E27FC236}">
                    <a16:creationId xmlns:a16="http://schemas.microsoft.com/office/drawing/2014/main" id="{A511DBBF-A083-3D14-CB02-AEE8518C6E3F}"/>
                  </a:ext>
                </a:extLst>
              </p:cNvPr>
              <p:cNvGrpSpPr/>
              <p:nvPr/>
            </p:nvGrpSpPr>
            <p:grpSpPr>
              <a:xfrm>
                <a:off x="8188588" y="3881913"/>
                <a:ext cx="1416015" cy="313000"/>
                <a:chOff x="9761400" y="7953785"/>
                <a:chExt cx="1416015" cy="313000"/>
              </a:xfrm>
            </p:grpSpPr>
            <p:pic>
              <p:nvPicPr>
                <p:cNvPr id="126" name="Graphic 51">
                  <a:extLst>
                    <a:ext uri="{FF2B5EF4-FFF2-40B4-BE49-F238E27FC236}">
                      <a16:creationId xmlns:a16="http://schemas.microsoft.com/office/drawing/2014/main" id="{B336B96D-BBBD-69D9-D6D7-CEF439AC18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761400" y="7953785"/>
                  <a:ext cx="313000" cy="313000"/>
                </a:xfrm>
                <a:prstGeom prst="rect">
                  <a:avLst/>
                </a:prstGeom>
              </p:spPr>
            </p:pic>
            <p:sp>
              <p:nvSpPr>
                <p:cNvPr id="127" name="TextBox 90">
                  <a:extLst>
                    <a:ext uri="{FF2B5EF4-FFF2-40B4-BE49-F238E27FC236}">
                      <a16:creationId xmlns:a16="http://schemas.microsoft.com/office/drawing/2014/main" id="{9216EDF7-97DF-42A4-C4D4-45828C55F882}"/>
                    </a:ext>
                  </a:extLst>
                </p:cNvPr>
                <p:cNvSpPr txBox="1"/>
                <p:nvPr/>
              </p:nvSpPr>
              <p:spPr>
                <a:xfrm>
                  <a:off x="10130393" y="8033340"/>
                  <a:ext cx="1047022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rtl="0">
                    <a:defRPr/>
                  </a:pPr>
                  <a:r>
                    <a:rPr lang="en-US" sz="10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Segoe UI" panose="020B0502040204020203" pitchFamily="34" charset="0"/>
                      <a:ea typeface="Meiryo UI" panose="020B0604030504040204" pitchFamily="50" charset="-128"/>
                      <a:cs typeface="Segoe UI" panose="020B0502040204020203" pitchFamily="34" charset="0"/>
                    </a:rPr>
                    <a:t>Microsoft Fabric</a:t>
                  </a:r>
                </a:p>
              </p:txBody>
            </p:sp>
          </p:grpSp>
          <p:grpSp>
            <p:nvGrpSpPr>
              <p:cNvPr id="120" name="Group 98">
                <a:extLst>
                  <a:ext uri="{FF2B5EF4-FFF2-40B4-BE49-F238E27FC236}">
                    <a16:creationId xmlns:a16="http://schemas.microsoft.com/office/drawing/2014/main" id="{F22C2E1F-5BBA-FC41-BDD8-C0460B5DB9B1}"/>
                  </a:ext>
                </a:extLst>
              </p:cNvPr>
              <p:cNvGrpSpPr/>
              <p:nvPr/>
            </p:nvGrpSpPr>
            <p:grpSpPr>
              <a:xfrm>
                <a:off x="9882716" y="3916267"/>
                <a:ext cx="1499711" cy="275440"/>
                <a:chOff x="11455528" y="7988139"/>
                <a:chExt cx="1499711" cy="275440"/>
              </a:xfrm>
            </p:grpSpPr>
            <p:pic>
              <p:nvPicPr>
                <p:cNvPr id="124" name="Graphic 91">
                  <a:extLst>
                    <a:ext uri="{FF2B5EF4-FFF2-40B4-BE49-F238E27FC236}">
                      <a16:creationId xmlns:a16="http://schemas.microsoft.com/office/drawing/2014/main" id="{6AFBF58F-C07E-07A5-C900-6DA40A5F90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1455528" y="7988139"/>
                  <a:ext cx="313000" cy="275440"/>
                </a:xfrm>
                <a:prstGeom prst="rect">
                  <a:avLst/>
                </a:prstGeom>
              </p:spPr>
            </p:pic>
            <p:sp>
              <p:nvSpPr>
                <p:cNvPr id="125" name="TextBox 92">
                  <a:extLst>
                    <a:ext uri="{FF2B5EF4-FFF2-40B4-BE49-F238E27FC236}">
                      <a16:creationId xmlns:a16="http://schemas.microsoft.com/office/drawing/2014/main" id="{51299D4E-5392-50AD-E7D3-C07AB4DC1DB0}"/>
                    </a:ext>
                  </a:extLst>
                </p:cNvPr>
                <p:cNvSpPr txBox="1"/>
                <p:nvPr/>
              </p:nvSpPr>
              <p:spPr>
                <a:xfrm>
                  <a:off x="11824520" y="8048915"/>
                  <a:ext cx="1130719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rtl="0">
                    <a:defRPr/>
                  </a:pPr>
                  <a:r>
                    <a:rPr lang="en-US" sz="10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Segoe UI" panose="020B0502040204020203" pitchFamily="34" charset="0"/>
                      <a:ea typeface="Meiryo UI" panose="020B0604030504040204" pitchFamily="50" charset="-128"/>
                      <a:cs typeface="Segoe UI" panose="020B0502040204020203" pitchFamily="34" charset="0"/>
                    </a:rPr>
                    <a:t>Microsoft </a:t>
                  </a:r>
                  <a:r>
                    <a:rPr lang="en-US" sz="100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Segoe UI" panose="020B0502040204020203" pitchFamily="34" charset="0"/>
                      <a:ea typeface="Meiryo UI" panose="020B0604030504040204" pitchFamily="50" charset="-128"/>
                      <a:cs typeface="Segoe UI" panose="020B0502040204020203" pitchFamily="34" charset="0"/>
                    </a:rPr>
                    <a:t>OneLake</a:t>
                  </a:r>
                  <a:endParaRPr 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ea typeface="Meiryo UI" panose="020B0604030504040204" pitchFamily="50" charset="-128"/>
                    <a:cs typeface="Segoe UI" panose="020B0502040204020203" pitchFamily="34" charset="0"/>
                  </a:endParaRPr>
                </a:p>
              </p:txBody>
            </p:sp>
          </p:grpSp>
          <p:grpSp>
            <p:nvGrpSpPr>
              <p:cNvPr id="121" name="Group 96">
                <a:extLst>
                  <a:ext uri="{FF2B5EF4-FFF2-40B4-BE49-F238E27FC236}">
                    <a16:creationId xmlns:a16="http://schemas.microsoft.com/office/drawing/2014/main" id="{9BEE57BD-F921-A658-D296-EA61C5CAF42F}"/>
                  </a:ext>
                </a:extLst>
              </p:cNvPr>
              <p:cNvGrpSpPr/>
              <p:nvPr/>
            </p:nvGrpSpPr>
            <p:grpSpPr>
              <a:xfrm>
                <a:off x="6644925" y="3894113"/>
                <a:ext cx="1268066" cy="313000"/>
                <a:chOff x="8181564" y="7976932"/>
                <a:chExt cx="1268066" cy="313000"/>
              </a:xfrm>
            </p:grpSpPr>
            <p:pic>
              <p:nvPicPr>
                <p:cNvPr id="122" name="Graphic 91">
                  <a:extLst>
                    <a:ext uri="{FF2B5EF4-FFF2-40B4-BE49-F238E27FC236}">
                      <a16:creationId xmlns:a16="http://schemas.microsoft.com/office/drawing/2014/main" id="{5A239252-68BC-7706-45C3-1D8B5F364B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8181564" y="7976932"/>
                  <a:ext cx="236226" cy="313000"/>
                </a:xfrm>
                <a:prstGeom prst="rect">
                  <a:avLst/>
                </a:prstGeom>
              </p:spPr>
            </p:pic>
            <p:sp>
              <p:nvSpPr>
                <p:cNvPr id="123" name="TextBox 94">
                  <a:extLst>
                    <a:ext uri="{FF2B5EF4-FFF2-40B4-BE49-F238E27FC236}">
                      <a16:creationId xmlns:a16="http://schemas.microsoft.com/office/drawing/2014/main" id="{5ED47365-AA01-AA07-FF4C-8ACA359486A8}"/>
                    </a:ext>
                  </a:extLst>
                </p:cNvPr>
                <p:cNvSpPr txBox="1"/>
                <p:nvPr/>
              </p:nvSpPr>
              <p:spPr>
                <a:xfrm>
                  <a:off x="8543242" y="8063597"/>
                  <a:ext cx="90638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rtl="0">
                    <a:defRPr/>
                  </a:pPr>
                  <a:r>
                    <a:rPr lang="en-US" sz="10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Segoe UI" panose="020B0502040204020203" pitchFamily="34" charset="0"/>
                      <a:ea typeface="Meiryo UI" panose="020B0604030504040204" pitchFamily="50" charset="-128"/>
                      <a:cs typeface="Segoe UI" panose="020B0502040204020203" pitchFamily="34" charset="0"/>
                    </a:rPr>
                    <a:t>Microsoft Bing</a:t>
                  </a:r>
                </a:p>
              </p:txBody>
            </p:sp>
          </p:grpSp>
        </p:grpSp>
        <p:pic>
          <p:nvPicPr>
            <p:cNvPr id="114" name="Picture 39">
              <a:extLst>
                <a:ext uri="{FF2B5EF4-FFF2-40B4-BE49-F238E27FC236}">
                  <a16:creationId xmlns:a16="http://schemas.microsoft.com/office/drawing/2014/main" id="{30D1A7C5-5B15-501B-F28A-7F2EDCD87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BEBA8EAE-BF5A-486C-A8C5-ECC9F3942E4B}">
                  <a14:imgProps xmlns:a14="http://schemas.microsoft.com/office/drawing/2010/main">
                    <a14:imgLayer r:embed="rId20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36479" y="4026939"/>
              <a:ext cx="830234" cy="102159"/>
            </a:xfrm>
            <a:prstGeom prst="rect">
              <a:avLst/>
            </a:prstGeom>
          </p:spPr>
        </p:pic>
        <p:pic>
          <p:nvPicPr>
            <p:cNvPr id="115" name="Picture 40">
              <a:extLst>
                <a:ext uri="{FF2B5EF4-FFF2-40B4-BE49-F238E27FC236}">
                  <a16:creationId xmlns:a16="http://schemas.microsoft.com/office/drawing/2014/main" id="{EA6C0BE5-167B-82D2-BCA4-8272BD590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BEBA8EAE-BF5A-486C-A8C5-ECC9F3942E4B}">
                  <a14:imgProps xmlns:a14="http://schemas.microsoft.com/office/drawing/2010/main">
                    <a14:imgLayer r:embed="rId22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110929" y="3996063"/>
              <a:ext cx="975497" cy="144800"/>
            </a:xfrm>
            <a:prstGeom prst="rect">
              <a:avLst/>
            </a:prstGeom>
          </p:spPr>
        </p:pic>
      </p:grpSp>
      <p:sp>
        <p:nvSpPr>
          <p:cNvPr id="129" name="Rounded Rectangle 2">
            <a:extLst>
              <a:ext uri="{FF2B5EF4-FFF2-40B4-BE49-F238E27FC236}">
                <a16:creationId xmlns:a16="http://schemas.microsoft.com/office/drawing/2014/main" id="{A4E8ABDA-C183-1D75-2D8B-993AA8D1A6C0}"/>
              </a:ext>
            </a:extLst>
          </p:cNvPr>
          <p:cNvSpPr/>
          <p:nvPr/>
        </p:nvSpPr>
        <p:spPr>
          <a:xfrm>
            <a:off x="872796" y="4957640"/>
            <a:ext cx="10501088" cy="402868"/>
          </a:xfrm>
          <a:prstGeom prst="roundRect">
            <a:avLst>
              <a:gd name="adj" fmla="val 27652"/>
            </a:avLst>
          </a:prstGeom>
          <a:solidFill>
            <a:schemeClr val="bg1"/>
          </a:solidFill>
          <a:ln w="12700">
            <a:solidFill>
              <a:srgbClr val="FFFFFF">
                <a:alpha val="20000"/>
              </a:srgbClr>
            </a:solidFill>
          </a:ln>
          <a:effectLst/>
        </p:spPr>
        <p:txBody>
          <a:bodyPr wrap="square" lIns="91440" tIns="91440" rIns="91440" bIns="91440" rtlCol="0" anchor="b" anchorCtr="0">
            <a:noAutofit/>
          </a:bodyPr>
          <a:lstStyle/>
          <a:p>
            <a:pPr marL="0" marR="0" lvl="0" indent="0" algn="ctr" defTabSz="54189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1290" algn="l"/>
              </a:tabLst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           </a:t>
            </a:r>
          </a:p>
        </p:txBody>
      </p:sp>
      <p:grpSp>
        <p:nvGrpSpPr>
          <p:cNvPr id="130" name="Group 25">
            <a:extLst>
              <a:ext uri="{FF2B5EF4-FFF2-40B4-BE49-F238E27FC236}">
                <a16:creationId xmlns:a16="http://schemas.microsoft.com/office/drawing/2014/main" id="{7F2D30A1-CFE5-FF70-F045-A22B0F86569D}"/>
              </a:ext>
            </a:extLst>
          </p:cNvPr>
          <p:cNvGrpSpPr/>
          <p:nvPr/>
        </p:nvGrpSpPr>
        <p:grpSpPr>
          <a:xfrm>
            <a:off x="5264812" y="4974646"/>
            <a:ext cx="2644505" cy="402868"/>
            <a:chOff x="5305297" y="4441675"/>
            <a:chExt cx="2644505" cy="402868"/>
          </a:xfrm>
        </p:grpSpPr>
        <p:pic>
          <p:nvPicPr>
            <p:cNvPr id="131" name="Picture 26">
              <a:extLst>
                <a:ext uri="{FF2B5EF4-FFF2-40B4-BE49-F238E27FC236}">
                  <a16:creationId xmlns:a16="http://schemas.microsoft.com/office/drawing/2014/main" id="{E48010E2-89CD-3CB1-DA8C-53CA699B5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305297" y="4441675"/>
              <a:ext cx="402175" cy="402868"/>
            </a:xfrm>
            <a:prstGeom prst="rect">
              <a:avLst/>
            </a:prstGeom>
          </p:spPr>
        </p:pic>
        <p:sp>
          <p:nvSpPr>
            <p:cNvPr id="132" name="TextBox 29">
              <a:extLst>
                <a:ext uri="{FF2B5EF4-FFF2-40B4-BE49-F238E27FC236}">
                  <a16:creationId xmlns:a16="http://schemas.microsoft.com/office/drawing/2014/main" id="{C05D0CF7-B4A1-E905-C456-C3325DCD59DD}"/>
                </a:ext>
              </a:extLst>
            </p:cNvPr>
            <p:cNvSpPr txBox="1"/>
            <p:nvPr/>
          </p:nvSpPr>
          <p:spPr>
            <a:xfrm>
              <a:off x="5848557" y="4507233"/>
              <a:ext cx="210124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Control Plane</a:t>
              </a:r>
            </a:p>
          </p:txBody>
        </p:sp>
      </p:grpSp>
      <p:sp>
        <p:nvSpPr>
          <p:cNvPr id="133" name="Rounded Rectangle 25">
            <a:extLst>
              <a:ext uri="{FF2B5EF4-FFF2-40B4-BE49-F238E27FC236}">
                <a16:creationId xmlns:a16="http://schemas.microsoft.com/office/drawing/2014/main" id="{DA0F6D4E-9C9B-25AD-0773-78613422A280}"/>
              </a:ext>
            </a:extLst>
          </p:cNvPr>
          <p:cNvSpPr/>
          <p:nvPr/>
        </p:nvSpPr>
        <p:spPr>
          <a:xfrm>
            <a:off x="1179040" y="5386388"/>
            <a:ext cx="9885671" cy="373523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Microsoft Security統合による完全なシグナル管理レイヤーを活用</a:t>
            </a:r>
          </a:p>
        </p:txBody>
      </p:sp>
      <p:grpSp>
        <p:nvGrpSpPr>
          <p:cNvPr id="134" name="Group 56" descr="Microsoft Agent 365, Microsoft Defender, Microsoft Purview, Microsoft Entra">
            <a:extLst>
              <a:ext uri="{FF2B5EF4-FFF2-40B4-BE49-F238E27FC236}">
                <a16:creationId xmlns:a16="http://schemas.microsoft.com/office/drawing/2014/main" id="{66A83CE2-8CBE-17BC-B8F7-2E0CCC6A01B3}"/>
              </a:ext>
            </a:extLst>
          </p:cNvPr>
          <p:cNvGrpSpPr/>
          <p:nvPr/>
        </p:nvGrpSpPr>
        <p:grpSpPr>
          <a:xfrm>
            <a:off x="2675604" y="5834779"/>
            <a:ext cx="7020117" cy="353910"/>
            <a:chOff x="3353505" y="4428100"/>
            <a:chExt cx="7020117" cy="353910"/>
          </a:xfrm>
        </p:grpSpPr>
        <p:grpSp>
          <p:nvGrpSpPr>
            <p:cNvPr id="135" name="Group 58">
              <a:extLst>
                <a:ext uri="{FF2B5EF4-FFF2-40B4-BE49-F238E27FC236}">
                  <a16:creationId xmlns:a16="http://schemas.microsoft.com/office/drawing/2014/main" id="{0A599A32-0889-2124-F2AF-42DB12AB8D68}"/>
                </a:ext>
              </a:extLst>
            </p:cNvPr>
            <p:cNvGrpSpPr/>
            <p:nvPr/>
          </p:nvGrpSpPr>
          <p:grpSpPr>
            <a:xfrm>
              <a:off x="3353505" y="4464712"/>
              <a:ext cx="1694835" cy="280686"/>
              <a:chOff x="3740424" y="4657232"/>
              <a:chExt cx="1694835" cy="280686"/>
            </a:xfrm>
          </p:grpSpPr>
          <p:pic>
            <p:nvPicPr>
              <p:cNvPr id="145" name="Picture 69" descr="A blue and pink logo&#10;&#10;AI-generated content may be incorrect.">
                <a:extLst>
                  <a:ext uri="{FF2B5EF4-FFF2-40B4-BE49-F238E27FC236}">
                    <a16:creationId xmlns:a16="http://schemas.microsoft.com/office/drawing/2014/main" id="{F3A3D7BD-9E58-7ECB-F8A8-7EAE2D929E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40424" y="4657232"/>
                <a:ext cx="280688" cy="280686"/>
              </a:xfrm>
              <a:prstGeom prst="rect">
                <a:avLst/>
              </a:prstGeom>
            </p:spPr>
          </p:pic>
          <p:sp>
            <p:nvSpPr>
              <p:cNvPr id="146" name="TextBox 70">
                <a:extLst>
                  <a:ext uri="{FF2B5EF4-FFF2-40B4-BE49-F238E27FC236}">
                    <a16:creationId xmlns:a16="http://schemas.microsoft.com/office/drawing/2014/main" id="{311CD116-E357-F418-6763-5B73216F898A}"/>
                  </a:ext>
                </a:extLst>
              </p:cNvPr>
              <p:cNvSpPr txBox="1"/>
              <p:nvPr/>
            </p:nvSpPr>
            <p:spPr>
              <a:xfrm>
                <a:off x="4123870" y="4712121"/>
                <a:ext cx="1311389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rtl="0">
                  <a:defRPr/>
                </a:pPr>
                <a:r>
                  <a:rPr 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ea typeface="Meiryo UI" panose="020B0604030504040204" pitchFamily="50" charset="-128"/>
                    <a:cs typeface="Segoe UI" panose="020B0502040204020203" pitchFamily="34" charset="0"/>
                  </a:rPr>
                  <a:t>Microsoft Agent 365</a:t>
                </a:r>
              </a:p>
            </p:txBody>
          </p:sp>
        </p:grpSp>
        <p:grpSp>
          <p:nvGrpSpPr>
            <p:cNvPr id="136" name="Group 59">
              <a:extLst>
                <a:ext uri="{FF2B5EF4-FFF2-40B4-BE49-F238E27FC236}">
                  <a16:creationId xmlns:a16="http://schemas.microsoft.com/office/drawing/2014/main" id="{2D2AA4A5-585C-68A5-4CCE-F51DC675F0BC}"/>
                </a:ext>
              </a:extLst>
            </p:cNvPr>
            <p:cNvGrpSpPr/>
            <p:nvPr/>
          </p:nvGrpSpPr>
          <p:grpSpPr>
            <a:xfrm>
              <a:off x="5080688" y="4428100"/>
              <a:ext cx="1672938" cy="353910"/>
              <a:chOff x="4182969" y="5115348"/>
              <a:chExt cx="1672938" cy="353910"/>
            </a:xfrm>
          </p:grpSpPr>
          <p:pic>
            <p:nvPicPr>
              <p:cNvPr id="143" name="Picture 67" descr="A blue shield with black background&#10;&#10;AI-generated content may be incorrect.">
                <a:extLst>
                  <a:ext uri="{FF2B5EF4-FFF2-40B4-BE49-F238E27FC236}">
                    <a16:creationId xmlns:a16="http://schemas.microsoft.com/office/drawing/2014/main" id="{3CB653A4-2EC4-4EC3-F91F-C148523275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82969" y="5115348"/>
                <a:ext cx="353912" cy="353910"/>
              </a:xfrm>
              <a:prstGeom prst="rect">
                <a:avLst/>
              </a:prstGeom>
            </p:spPr>
          </p:pic>
          <p:sp>
            <p:nvSpPr>
              <p:cNvPr id="144" name="TextBox 68">
                <a:extLst>
                  <a:ext uri="{FF2B5EF4-FFF2-40B4-BE49-F238E27FC236}">
                    <a16:creationId xmlns:a16="http://schemas.microsoft.com/office/drawing/2014/main" id="{07274B72-25C8-67CA-1A2B-E406974ADDB5}"/>
                  </a:ext>
                </a:extLst>
              </p:cNvPr>
              <p:cNvSpPr txBox="1"/>
              <p:nvPr/>
            </p:nvSpPr>
            <p:spPr>
              <a:xfrm>
                <a:off x="4651792" y="5206849"/>
                <a:ext cx="1204115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rtl="0">
                  <a:defRPr/>
                </a:pPr>
                <a:r>
                  <a:rPr 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ea typeface="Meiryo UI" panose="020B0604030504040204" pitchFamily="50" charset="-128"/>
                    <a:cs typeface="Segoe UI" panose="020B0502040204020203" pitchFamily="34" charset="0"/>
                  </a:rPr>
                  <a:t>Microsoft Defender</a:t>
                </a:r>
              </a:p>
            </p:txBody>
          </p:sp>
        </p:grpSp>
        <p:grpSp>
          <p:nvGrpSpPr>
            <p:cNvPr id="137" name="Group 61">
              <a:extLst>
                <a:ext uri="{FF2B5EF4-FFF2-40B4-BE49-F238E27FC236}">
                  <a16:creationId xmlns:a16="http://schemas.microsoft.com/office/drawing/2014/main" id="{0A4A5F27-10EF-9CE5-6830-B0B769D79B6D}"/>
                </a:ext>
              </a:extLst>
            </p:cNvPr>
            <p:cNvGrpSpPr/>
            <p:nvPr/>
          </p:nvGrpSpPr>
          <p:grpSpPr>
            <a:xfrm>
              <a:off x="7077354" y="4447007"/>
              <a:ext cx="1532634" cy="287634"/>
              <a:chOff x="7199783" y="4460770"/>
              <a:chExt cx="1532634" cy="287634"/>
            </a:xfrm>
          </p:grpSpPr>
          <p:pic>
            <p:nvPicPr>
              <p:cNvPr id="141" name="Picture 65">
                <a:extLst>
                  <a:ext uri="{FF2B5EF4-FFF2-40B4-BE49-F238E27FC236}">
                    <a16:creationId xmlns:a16="http://schemas.microsoft.com/office/drawing/2014/main" id="{60046B22-7F1D-C18B-FD9A-874D3ABB83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199783" y="4460770"/>
                <a:ext cx="315786" cy="287634"/>
              </a:xfrm>
              <a:prstGeom prst="rect">
                <a:avLst/>
              </a:prstGeom>
            </p:spPr>
          </p:pic>
          <p:sp>
            <p:nvSpPr>
              <p:cNvPr id="142" name="TextBox 66">
                <a:extLst>
                  <a:ext uri="{FF2B5EF4-FFF2-40B4-BE49-F238E27FC236}">
                    <a16:creationId xmlns:a16="http://schemas.microsoft.com/office/drawing/2014/main" id="{EECB8F7A-FDEA-CC70-C8CE-E6181649F37B}"/>
                  </a:ext>
                </a:extLst>
              </p:cNvPr>
              <p:cNvSpPr txBox="1"/>
              <p:nvPr/>
            </p:nvSpPr>
            <p:spPr>
              <a:xfrm>
                <a:off x="7630480" y="4541874"/>
                <a:ext cx="110193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rtl="0">
                  <a:defRPr/>
                </a:pPr>
                <a:r>
                  <a:rPr 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ea typeface="Meiryo UI" panose="020B0604030504040204" pitchFamily="50" charset="-128"/>
                    <a:cs typeface="Segoe UI" panose="020B0502040204020203" pitchFamily="34" charset="0"/>
                  </a:rPr>
                  <a:t>Microsoft Purview</a:t>
                </a:r>
              </a:p>
            </p:txBody>
          </p:sp>
        </p:grpSp>
        <p:grpSp>
          <p:nvGrpSpPr>
            <p:cNvPr id="138" name="Group 62">
              <a:extLst>
                <a:ext uri="{FF2B5EF4-FFF2-40B4-BE49-F238E27FC236}">
                  <a16:creationId xmlns:a16="http://schemas.microsoft.com/office/drawing/2014/main" id="{34229F18-C481-7D8A-AB4D-81B07D30704D}"/>
                </a:ext>
              </a:extLst>
            </p:cNvPr>
            <p:cNvGrpSpPr/>
            <p:nvPr/>
          </p:nvGrpSpPr>
          <p:grpSpPr>
            <a:xfrm>
              <a:off x="9013478" y="4446360"/>
              <a:ext cx="1360144" cy="295540"/>
              <a:chOff x="7871086" y="4992448"/>
              <a:chExt cx="1360144" cy="295540"/>
            </a:xfrm>
          </p:grpSpPr>
          <p:pic>
            <p:nvPicPr>
              <p:cNvPr id="139" name="Picture 63" descr="A blue and black logo&#10;&#10;AI-generated content may be incorrect.">
                <a:extLst>
                  <a:ext uri="{FF2B5EF4-FFF2-40B4-BE49-F238E27FC236}">
                    <a16:creationId xmlns:a16="http://schemas.microsoft.com/office/drawing/2014/main" id="{974AAE42-1A4E-6354-39C2-C8246F44E5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871086" y="4992448"/>
                <a:ext cx="237377" cy="295540"/>
              </a:xfrm>
              <a:prstGeom prst="rect">
                <a:avLst/>
              </a:prstGeom>
            </p:spPr>
          </p:pic>
          <p:sp>
            <p:nvSpPr>
              <p:cNvPr id="140" name="TextBox 64">
                <a:extLst>
                  <a:ext uri="{FF2B5EF4-FFF2-40B4-BE49-F238E27FC236}">
                    <a16:creationId xmlns:a16="http://schemas.microsoft.com/office/drawing/2014/main" id="{0B163867-8065-7093-6EAE-BA90F7940C72}"/>
                  </a:ext>
                </a:extLst>
              </p:cNvPr>
              <p:cNvSpPr txBox="1"/>
              <p:nvPr/>
            </p:nvSpPr>
            <p:spPr>
              <a:xfrm>
                <a:off x="8229447" y="5060967"/>
                <a:ext cx="1001783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rtl="0">
                  <a:defRPr/>
                </a:pPr>
                <a:r>
                  <a:rPr 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ea typeface="Meiryo UI" panose="020B0604030504040204" pitchFamily="50" charset="-128"/>
                    <a:cs typeface="Segoe UI" panose="020B0502040204020203" pitchFamily="34" charset="0"/>
                  </a:rPr>
                  <a:t>Microsoft Entra</a:t>
                </a:r>
              </a:p>
            </p:txBody>
          </p:sp>
        </p:grpSp>
      </p:grpSp>
      <p:sp>
        <p:nvSpPr>
          <p:cNvPr id="147" name="Rounded Rectangle 25">
            <a:extLst>
              <a:ext uri="{FF2B5EF4-FFF2-40B4-BE49-F238E27FC236}">
                <a16:creationId xmlns:a16="http://schemas.microsoft.com/office/drawing/2014/main" id="{1BDD5372-A044-9210-D6CB-1E97F4D1417B}"/>
              </a:ext>
            </a:extLst>
          </p:cNvPr>
          <p:cNvSpPr/>
          <p:nvPr/>
        </p:nvSpPr>
        <p:spPr>
          <a:xfrm>
            <a:off x="4174467" y="6271188"/>
            <a:ext cx="3837986" cy="373523"/>
          </a:xfrm>
          <a:prstGeom prst="roundRect">
            <a:avLst>
              <a:gd name="adj" fmla="val 36011"/>
            </a:avLst>
          </a:prstGeom>
          <a:solidFill>
            <a:schemeClr val="bg1"/>
          </a:solidFill>
          <a:ln w="12700" cap="flat" cmpd="sng" algn="ctr">
            <a:solidFill>
              <a:srgbClr val="FFFFFF">
                <a:alpha val="2000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b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セキュリティ、コンプライアンス、ガバナンス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926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E1130-B79B-DD46-58F1-2D178AE60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A67C3B7-276A-6B1E-65D8-80CFB4FD31F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ja-JP" sz="2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Foundry Models</a:t>
            </a:r>
            <a:endParaRPr lang="en-US" altLang="ja-JP" sz="20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1390660-5E5E-4B22-3CE8-C93D9CBE7B68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10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24117BE-5FA4-22AB-6783-9D49EA883649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C866675-F416-7165-3DCE-632D2C866A68}"/>
              </a:ext>
            </a:extLst>
          </p:cNvPr>
          <p:cNvSpPr txBox="1">
            <a:spLocks/>
          </p:cNvSpPr>
          <p:nvPr/>
        </p:nvSpPr>
        <p:spPr>
          <a:xfrm>
            <a:off x="4055470" y="2796469"/>
            <a:ext cx="7955280" cy="1999728"/>
          </a:xfrm>
          <a:prstGeom prst="roundRect">
            <a:avLst>
              <a:gd name="adj" fmla="val 7266"/>
            </a:avLst>
          </a:prstGeom>
          <a:solidFill>
            <a:srgbClr val="101010"/>
          </a:solidFill>
          <a:ln w="19050" cap="flat" cmpd="sng" algn="ctr">
            <a:gradFill flip="none" rotWithShape="1">
              <a:gsLst>
                <a:gs pos="0">
                  <a:srgbClr val="101010"/>
                </a:gs>
                <a:gs pos="93000">
                  <a:srgbClr val="432EC8"/>
                </a:gs>
                <a:gs pos="100000">
                  <a:srgbClr val="EDDEFF"/>
                </a:gs>
              </a:gsLst>
              <a:lin ang="4800000" scaled="0"/>
              <a:tileRect/>
            </a:gradFill>
            <a:prstDash val="solid"/>
            <a:headEnd type="none" w="med" len="med"/>
            <a:tailEnd type="none" w="med" len="med"/>
          </a:ln>
          <a:effectLst>
            <a:glow rad="88900">
              <a:srgbClr val="432EC8">
                <a:alpha val="22000"/>
              </a:srgbClr>
            </a:glow>
          </a:effectLst>
        </p:spPr>
        <p:txBody>
          <a:bodyPr rot="0" spcFirstLastPara="0" vertOverflow="overflow" horzOverflow="overflow" vert="horz" wrap="square" lIns="137160" tIns="91440" rIns="13716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200" kern="0">
                <a:latin typeface="+mj-lt"/>
                <a:cs typeface="Segoe Sans Text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Models direct from Azure</a:t>
            </a: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cxnSp>
        <p:nvCxnSpPr>
          <p:cNvPr id="7" name="Straight Connector 4">
            <a:extLst>
              <a:ext uri="{FF2B5EF4-FFF2-40B4-BE49-F238E27FC236}">
                <a16:creationId xmlns:a16="http://schemas.microsoft.com/office/drawing/2014/main" id="{59DEF130-0861-A82E-3457-39D0A4AA0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788" y="2943291"/>
            <a:ext cx="798512" cy="0"/>
          </a:xfrm>
          <a:prstGeom prst="line">
            <a:avLst/>
          </a:prstGeom>
          <a:noFill/>
          <a:ln w="12700" cap="flat" cmpd="sng" algn="ctr">
            <a:solidFill>
              <a:srgbClr val="E8E6DF">
                <a:lumMod val="75000"/>
              </a:srgbClr>
            </a:solidFill>
            <a:prstDash val="solid"/>
            <a:headEnd type="none" w="lg" len="med"/>
            <a:tailEnd type="none" w="lg" len="med"/>
          </a:ln>
          <a:effectLst/>
        </p:spPr>
      </p:cxnSp>
      <p:sp>
        <p:nvSpPr>
          <p:cNvPr id="8" name="TextBox 6">
            <a:extLst>
              <a:ext uri="{FF2B5EF4-FFF2-40B4-BE49-F238E27FC236}">
                <a16:creationId xmlns:a16="http://schemas.microsoft.com/office/drawing/2014/main" id="{495B75DF-573D-C0AA-59DF-6D6711AF3EC7}"/>
              </a:ext>
            </a:extLst>
          </p:cNvPr>
          <p:cNvSpPr txBox="1"/>
          <p:nvPr/>
        </p:nvSpPr>
        <p:spPr>
          <a:xfrm>
            <a:off x="301650" y="1518872"/>
            <a:ext cx="3625165" cy="110799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lvl="0" algn="ctr">
              <a:defRPr/>
            </a:pPr>
            <a:r>
              <a:rPr kumimoji="0" lang="ja-JP" altLang="en-US" sz="2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あらゆるモデルを選択</a:t>
            </a:r>
            <a:endParaRPr lang="en-US" altLang="ja-JP" sz="2400" kern="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  <a:p>
            <a:pPr lvl="0" algn="ctr">
              <a:defRPr/>
            </a:pPr>
            <a:r>
              <a:rPr kumimoji="0" lang="en-US" altLang="ja-JP" sz="24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1</a:t>
            </a:r>
            <a:r>
              <a:rPr lang="ja-JP" altLang="en-US" sz="2400" ker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つのプラットフォームで</a:t>
            </a:r>
            <a:r>
              <a:rPr kumimoji="0" lang="ja-JP" altLang="en-US" sz="2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検証、デプロイまで完結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FA6B01E9-4831-6CAC-8BAC-B29EA35742F2}"/>
              </a:ext>
            </a:extLst>
          </p:cNvPr>
          <p:cNvSpPr txBox="1">
            <a:spLocks/>
          </p:cNvSpPr>
          <p:nvPr/>
        </p:nvSpPr>
        <p:spPr>
          <a:xfrm>
            <a:off x="4539428" y="1800843"/>
            <a:ext cx="6975906" cy="85574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71000">
                <a:srgbClr val="432EC8"/>
              </a:gs>
              <a:gs pos="100000">
                <a:srgbClr val="998CE4"/>
              </a:gs>
            </a:gsLst>
            <a:lin ang="0" scaled="1"/>
            <a:tileRect/>
          </a:gradFill>
        </p:spPr>
        <p:txBody>
          <a:bodyPr wrap="none" lIns="108857" tIns="21771" rIns="108857" bIns="216000" rtlCol="0" anchor="ctr" anchorCtr="0">
            <a:noAutofit/>
          </a:bodyPr>
          <a:lstStyle>
            <a:defPPr>
              <a:defRPr lang="en-US"/>
            </a:defPPr>
            <a:lvl1pPr algn="ctr" defTabSz="914367" fontAlgn="base">
              <a:spcBef>
                <a:spcPct val="0"/>
              </a:spcBef>
              <a:spcAft>
                <a:spcPct val="0"/>
              </a:spcAft>
              <a:defRPr sz="2000" b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Sans Text Semibold" pitchFamily="2" charset="0"/>
                <a:cs typeface="Segoe Sans Text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36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11,000</a:t>
            </a:r>
            <a:r>
              <a:rPr kumimoji="0" lang="en-US" sz="1800" b="1" i="0" u="none" strike="noStrike" kern="0" cap="none" spc="0" normalizeH="0" baseline="0" noProof="0" dirty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+ foundational, open, reasoning, multimodal, </a:t>
            </a:r>
          </a:p>
          <a:p>
            <a:pPr marL="0" marR="0" lvl="0" indent="0" algn="ctr" defTabSz="91436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and industry-specific models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CA97A006-DA9E-1F18-82D8-01A35DFE2FFC}"/>
              </a:ext>
            </a:extLst>
          </p:cNvPr>
          <p:cNvSpPr txBox="1">
            <a:spLocks/>
          </p:cNvSpPr>
          <p:nvPr/>
        </p:nvSpPr>
        <p:spPr>
          <a:xfrm>
            <a:off x="4540103" y="4988946"/>
            <a:ext cx="6975906" cy="1279774"/>
          </a:xfrm>
          <a:prstGeom prst="roundRect">
            <a:avLst>
              <a:gd name="adj" fmla="val 8308"/>
            </a:avLst>
          </a:prstGeom>
          <a:solidFill>
            <a:srgbClr val="101010"/>
          </a:solidFill>
          <a:ln w="19050" cap="flat" cmpd="sng" algn="ctr">
            <a:gradFill flip="none" rotWithShape="1">
              <a:gsLst>
                <a:gs pos="0">
                  <a:srgbClr val="101010"/>
                </a:gs>
                <a:gs pos="93000">
                  <a:srgbClr val="432EC8"/>
                </a:gs>
                <a:gs pos="100000">
                  <a:srgbClr val="EDDEFF"/>
                </a:gs>
              </a:gsLst>
              <a:lin ang="4800000" scaled="0"/>
              <a:tileRect/>
            </a:gradFill>
            <a:prstDash val="solid"/>
            <a:headEnd type="none" w="med" len="med"/>
            <a:tailEnd type="none" w="med" len="med"/>
          </a:ln>
          <a:effectLst>
            <a:glow rad="88900">
              <a:srgbClr val="432EC8">
                <a:alpha val="22000"/>
              </a:srgbClr>
            </a:glow>
          </a:effectLst>
        </p:spPr>
        <p:txBody>
          <a:bodyPr rot="0" spcFirstLastPara="0" vertOverflow="overflow" horzOverflow="overflow" vert="horz" wrap="square" lIns="137160" tIns="91440" rIns="13716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932472" fontAlgn="base">
              <a:spcBef>
                <a:spcPct val="0"/>
              </a:spcBef>
              <a:spcAft>
                <a:spcPct val="0"/>
              </a:spcAft>
              <a:defRPr kern="0">
                <a:latin typeface="+mj-lt"/>
                <a:cs typeface="Segoe Sans Text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モデル提供元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pic>
        <p:nvPicPr>
          <p:cNvPr id="12" name="Picture 14" descr="Sight Machine">
            <a:extLst>
              <a:ext uri="{FF2B5EF4-FFF2-40B4-BE49-F238E27FC236}">
                <a16:creationId xmlns:a16="http://schemas.microsoft.com/office/drawing/2014/main" id="{5E8DC40A-1D6D-A6D5-325E-CFA71EA8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14886" y="5727639"/>
            <a:ext cx="712495" cy="203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1" descr="Flux 1.0 | [New Open-Source AI Model is Here] 🔥">
            <a:extLst>
              <a:ext uri="{FF2B5EF4-FFF2-40B4-BE49-F238E27FC236}">
                <a16:creationId xmlns:a16="http://schemas.microsoft.com/office/drawing/2014/main" id="{BBE221BD-89F6-FD4E-FDB1-94AC81A55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7572" y="3279033"/>
            <a:ext cx="542545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2">
            <a:extLst>
              <a:ext uri="{FF2B5EF4-FFF2-40B4-BE49-F238E27FC236}">
                <a16:creationId xmlns:a16="http://schemas.microsoft.com/office/drawing/2014/main" id="{FC8B2A00-8CC0-29EB-75BA-34BC33A038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0953" y="3313650"/>
            <a:ext cx="600075" cy="6000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81E827C-AD8B-6D05-696D-11E9DE84A8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649" b="89474" l="9910" r="93694">
                        <a14:foregroundMark x1="93694" y1="28947" x2="92793" y2="2894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95998" y="3284241"/>
            <a:ext cx="584869" cy="566928"/>
          </a:xfrm>
          <a:prstGeom prst="rect">
            <a:avLst/>
          </a:prstGeom>
        </p:spPr>
      </p:pic>
      <p:pic>
        <p:nvPicPr>
          <p:cNvPr id="16" name="Picture 15" descr="A white letter on a red and yellow background&#10;&#10;AI-generated content may be incorrect.">
            <a:extLst>
              <a:ext uri="{FF2B5EF4-FFF2-40B4-BE49-F238E27FC236}">
                <a16:creationId xmlns:a16="http://schemas.microsoft.com/office/drawing/2014/main" id="{14162C60-CBE2-093D-A240-FF5ED9F033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1615" y="3352185"/>
            <a:ext cx="454060" cy="438912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E611975-D4B8-140D-883D-2B1A74D5D3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41794" y="3308008"/>
            <a:ext cx="690206" cy="51206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B8483B6-9027-C1C9-843C-B394F97E4F41}"/>
              </a:ext>
            </a:extLst>
          </p:cNvPr>
          <p:cNvSpPr txBox="1"/>
          <p:nvPr/>
        </p:nvSpPr>
        <p:spPr>
          <a:xfrm>
            <a:off x="4223115" y="3960863"/>
            <a:ext cx="597383" cy="646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Azure OpenAI</a:t>
            </a:r>
            <a:b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</a:b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pic>
        <p:nvPicPr>
          <p:cNvPr id="19" name="Picture 2" descr="Claude Logo 免費下載 SVG, PNG, 矢量圖標 · LobeHub">
            <a:extLst>
              <a:ext uri="{FF2B5EF4-FFF2-40B4-BE49-F238E27FC236}">
                <a16:creationId xmlns:a16="http://schemas.microsoft.com/office/drawing/2014/main" id="{9E17C39F-AAA2-10DF-0CEE-692CC670B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298" y="3353225"/>
            <a:ext cx="520262" cy="520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5B76BF3-2965-6FB3-BF0A-24B8D17203C1}"/>
              </a:ext>
            </a:extLst>
          </p:cNvPr>
          <p:cNvSpPr txBox="1"/>
          <p:nvPr/>
        </p:nvSpPr>
        <p:spPr>
          <a:xfrm>
            <a:off x="5026405" y="3960862"/>
            <a:ext cx="1002048" cy="646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Claude in Microsoft Foundry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346D99-258E-D96C-677C-344C8BC1FAA3}"/>
              </a:ext>
            </a:extLst>
          </p:cNvPr>
          <p:cNvSpPr txBox="1"/>
          <p:nvPr/>
        </p:nvSpPr>
        <p:spPr>
          <a:xfrm>
            <a:off x="6042562" y="3960863"/>
            <a:ext cx="891740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Azure DeepSeek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C3FBC9-C72E-CC27-05D4-467F2EAF8082}"/>
              </a:ext>
            </a:extLst>
          </p:cNvPr>
          <p:cNvSpPr txBox="1"/>
          <p:nvPr/>
        </p:nvSpPr>
        <p:spPr>
          <a:xfrm>
            <a:off x="7002775" y="3946913"/>
            <a:ext cx="891740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Azure Mistral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4BDC3C-E419-7880-FEB1-543ACA27730F}"/>
              </a:ext>
            </a:extLst>
          </p:cNvPr>
          <p:cNvSpPr txBox="1"/>
          <p:nvPr/>
        </p:nvSpPr>
        <p:spPr>
          <a:xfrm>
            <a:off x="7962988" y="3946912"/>
            <a:ext cx="847537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Azure Grok</a:t>
            </a:r>
          </a:p>
        </p:txBody>
      </p:sp>
      <p:sp>
        <p:nvSpPr>
          <p:cNvPr id="24" name="TextBox 52">
            <a:extLst>
              <a:ext uri="{FF2B5EF4-FFF2-40B4-BE49-F238E27FC236}">
                <a16:creationId xmlns:a16="http://schemas.microsoft.com/office/drawing/2014/main" id="{2801B9A7-F7D2-91F5-BE1E-BBA86EB5F677}"/>
              </a:ext>
            </a:extLst>
          </p:cNvPr>
          <p:cNvSpPr txBox="1"/>
          <p:nvPr/>
        </p:nvSpPr>
        <p:spPr>
          <a:xfrm>
            <a:off x="9893990" y="3935535"/>
            <a:ext cx="1021152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Azure Black Forest Labs</a:t>
            </a:r>
          </a:p>
        </p:txBody>
      </p:sp>
      <p:sp>
        <p:nvSpPr>
          <p:cNvPr id="25" name="TextBox 53">
            <a:extLst>
              <a:ext uri="{FF2B5EF4-FFF2-40B4-BE49-F238E27FC236}">
                <a16:creationId xmlns:a16="http://schemas.microsoft.com/office/drawing/2014/main" id="{96703194-49EB-1DB5-DCEF-8BFA1BD288B6}"/>
              </a:ext>
            </a:extLst>
          </p:cNvPr>
          <p:cNvSpPr txBox="1"/>
          <p:nvPr/>
        </p:nvSpPr>
        <p:spPr>
          <a:xfrm>
            <a:off x="11076109" y="3944990"/>
            <a:ext cx="776124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Azure Llama</a:t>
            </a:r>
          </a:p>
        </p:txBody>
      </p:sp>
      <p:pic>
        <p:nvPicPr>
          <p:cNvPr id="26" name="Graphic 54">
            <a:extLst>
              <a:ext uri="{FF2B5EF4-FFF2-40B4-BE49-F238E27FC236}">
                <a16:creationId xmlns:a16="http://schemas.microsoft.com/office/drawing/2014/main" id="{84E0D5AB-0D69-3A85-4AFF-F553BE6478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1" r="80033" b="2005"/>
          <a:stretch>
            <a:fillRect/>
          </a:stretch>
        </p:blipFill>
        <p:spPr>
          <a:xfrm>
            <a:off x="9072969" y="3348596"/>
            <a:ext cx="517997" cy="430888"/>
          </a:xfrm>
          <a:prstGeom prst="rect">
            <a:avLst/>
          </a:prstGeom>
        </p:spPr>
      </p:pic>
      <p:sp>
        <p:nvSpPr>
          <p:cNvPr id="27" name="TextBox 55">
            <a:extLst>
              <a:ext uri="{FF2B5EF4-FFF2-40B4-BE49-F238E27FC236}">
                <a16:creationId xmlns:a16="http://schemas.microsoft.com/office/drawing/2014/main" id="{0A636686-0507-986C-1EF2-624006AA4537}"/>
              </a:ext>
            </a:extLst>
          </p:cNvPr>
          <p:cNvSpPr txBox="1"/>
          <p:nvPr/>
        </p:nvSpPr>
        <p:spPr>
          <a:xfrm>
            <a:off x="8859840" y="3944990"/>
            <a:ext cx="847537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Azure Cohere</a:t>
            </a:r>
          </a:p>
        </p:txBody>
      </p:sp>
      <p:grpSp>
        <p:nvGrpSpPr>
          <p:cNvPr id="28" name="Group 56">
            <a:extLst>
              <a:ext uri="{FF2B5EF4-FFF2-40B4-BE49-F238E27FC236}">
                <a16:creationId xmlns:a16="http://schemas.microsoft.com/office/drawing/2014/main" id="{3FDB1900-2575-16AC-1522-A51CB0CFA7C2}"/>
              </a:ext>
            </a:extLst>
          </p:cNvPr>
          <p:cNvGrpSpPr/>
          <p:nvPr/>
        </p:nvGrpSpPr>
        <p:grpSpPr>
          <a:xfrm>
            <a:off x="4641274" y="5634066"/>
            <a:ext cx="4279186" cy="598912"/>
            <a:chOff x="4888002" y="5649133"/>
            <a:chExt cx="3696568" cy="516884"/>
          </a:xfrm>
        </p:grpSpPr>
        <p:sp>
          <p:nvSpPr>
            <p:cNvPr id="29" name="TextBox 57">
              <a:extLst>
                <a:ext uri="{FF2B5EF4-FFF2-40B4-BE49-F238E27FC236}">
                  <a16:creationId xmlns:a16="http://schemas.microsoft.com/office/drawing/2014/main" id="{9FB14753-D2E4-9EB7-2729-3473B6EEBFA1}"/>
                </a:ext>
              </a:extLst>
            </p:cNvPr>
            <p:cNvSpPr txBox="1"/>
            <p:nvPr/>
          </p:nvSpPr>
          <p:spPr>
            <a:xfrm>
              <a:off x="6406170" y="5915753"/>
              <a:ext cx="739982" cy="2457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Databricks</a:t>
              </a:r>
              <a:b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</a:b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endParaRPr>
            </a:p>
          </p:txBody>
        </p:sp>
        <p:sp>
          <p:nvSpPr>
            <p:cNvPr id="30" name="TextBox 58">
              <a:extLst>
                <a:ext uri="{FF2B5EF4-FFF2-40B4-BE49-F238E27FC236}">
                  <a16:creationId xmlns:a16="http://schemas.microsoft.com/office/drawing/2014/main" id="{AE10F5EA-0446-EB13-AFE7-BF3F9AD592B0}"/>
                </a:ext>
              </a:extLst>
            </p:cNvPr>
            <p:cNvSpPr txBox="1"/>
            <p:nvPr/>
          </p:nvSpPr>
          <p:spPr>
            <a:xfrm>
              <a:off x="4888002" y="5920316"/>
              <a:ext cx="739982" cy="24570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Hugging Face</a:t>
              </a:r>
              <a:b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</a:b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endParaRPr>
            </a:p>
          </p:txBody>
        </p:sp>
        <p:grpSp>
          <p:nvGrpSpPr>
            <p:cNvPr id="31" name="Group 59">
              <a:extLst>
                <a:ext uri="{FF2B5EF4-FFF2-40B4-BE49-F238E27FC236}">
                  <a16:creationId xmlns:a16="http://schemas.microsoft.com/office/drawing/2014/main" id="{8FF02A9A-BBAA-AA87-9F1A-AB60E5CF010E}"/>
                </a:ext>
              </a:extLst>
            </p:cNvPr>
            <p:cNvGrpSpPr/>
            <p:nvPr/>
          </p:nvGrpSpPr>
          <p:grpSpPr>
            <a:xfrm>
              <a:off x="5121922" y="5649133"/>
              <a:ext cx="3462648" cy="378704"/>
              <a:chOff x="5121922" y="5649133"/>
              <a:chExt cx="3462648" cy="378704"/>
            </a:xfrm>
          </p:grpSpPr>
          <p:pic>
            <p:nvPicPr>
              <p:cNvPr id="32" name="Graphic 60">
                <a:extLst>
                  <a:ext uri="{FF2B5EF4-FFF2-40B4-BE49-F238E27FC236}">
                    <a16:creationId xmlns:a16="http://schemas.microsoft.com/office/drawing/2014/main" id="{49A80F14-D829-0F94-C858-F029EFDD53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686006" y="5697898"/>
                <a:ext cx="203478" cy="134834"/>
              </a:xfrm>
              <a:prstGeom prst="rect">
                <a:avLst/>
              </a:prstGeom>
            </p:spPr>
          </p:pic>
          <p:pic>
            <p:nvPicPr>
              <p:cNvPr id="33" name="Picture 2">
                <a:extLst>
                  <a:ext uri="{FF2B5EF4-FFF2-40B4-BE49-F238E27FC236}">
                    <a16:creationId xmlns:a16="http://schemas.microsoft.com/office/drawing/2014/main" id="{10280DD5-2005-4D53-F655-244CD2A0F8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10477" t="36119" r="75600" b="36385"/>
              <a:stretch/>
            </p:blipFill>
            <p:spPr bwMode="auto">
              <a:xfrm>
                <a:off x="6616797" y="5667697"/>
                <a:ext cx="257911" cy="2128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4" name="Picture 64" descr="saifr">
                <a:extLst>
                  <a:ext uri="{FF2B5EF4-FFF2-40B4-BE49-F238E27FC236}">
                    <a16:creationId xmlns:a16="http://schemas.microsoft.com/office/drawing/2014/main" id="{8CEC44FC-0034-89A2-048D-5E77A5EDE3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935084" y="5678291"/>
                <a:ext cx="649486" cy="199784"/>
              </a:xfrm>
              <a:prstGeom prst="rect">
                <a:avLst/>
              </a:prstGeom>
            </p:spPr>
          </p:pic>
          <p:sp>
            <p:nvSpPr>
              <p:cNvPr id="35" name="TextBox 68">
                <a:extLst>
                  <a:ext uri="{FF2B5EF4-FFF2-40B4-BE49-F238E27FC236}">
                    <a16:creationId xmlns:a16="http://schemas.microsoft.com/office/drawing/2014/main" id="{4ED17EA4-B034-288B-C0D4-57B26A9C8637}"/>
                  </a:ext>
                </a:extLst>
              </p:cNvPr>
              <p:cNvSpPr txBox="1"/>
              <p:nvPr/>
            </p:nvSpPr>
            <p:spPr>
              <a:xfrm>
                <a:off x="5935871" y="5920316"/>
                <a:ext cx="739982" cy="10625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Meiryo UI" panose="020B0604030504040204" pitchFamily="50" charset="-128"/>
                    <a:cs typeface="Segoe UI" panose="020B0502040204020203" pitchFamily="34" charset="0"/>
                  </a:rPr>
                  <a:t>Nixtla</a:t>
                </a:r>
                <a:endPara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endParaRPr>
              </a:p>
            </p:txBody>
          </p:sp>
          <p:sp>
            <p:nvSpPr>
              <p:cNvPr id="36" name="TextBox 69">
                <a:extLst>
                  <a:ext uri="{FF2B5EF4-FFF2-40B4-BE49-F238E27FC236}">
                    <a16:creationId xmlns:a16="http://schemas.microsoft.com/office/drawing/2014/main" id="{E5977346-5E3A-9907-0830-D5CC1F7810D3}"/>
                  </a:ext>
                </a:extLst>
              </p:cNvPr>
              <p:cNvSpPr txBox="1"/>
              <p:nvPr/>
            </p:nvSpPr>
            <p:spPr>
              <a:xfrm>
                <a:off x="5444019" y="5921587"/>
                <a:ext cx="739982" cy="1062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Meiryo UI" panose="020B0604030504040204" pitchFamily="50" charset="-128"/>
                    <a:cs typeface="Segoe UI" panose="020B0502040204020203" pitchFamily="34" charset="0"/>
                  </a:rPr>
                  <a:t>NVIDIA</a:t>
                </a:r>
              </a:p>
            </p:txBody>
          </p:sp>
          <p:pic>
            <p:nvPicPr>
              <p:cNvPr id="37" name="Graphic 70">
                <a:extLst>
                  <a:ext uri="{FF2B5EF4-FFF2-40B4-BE49-F238E27FC236}">
                    <a16:creationId xmlns:a16="http://schemas.microsoft.com/office/drawing/2014/main" id="{C0280F9E-8F31-CEED-A13D-7DA616B007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5121922" y="5649133"/>
                <a:ext cx="203477" cy="203477"/>
              </a:xfrm>
              <a:prstGeom prst="rect">
                <a:avLst/>
              </a:prstGeom>
            </p:spPr>
          </p:pic>
        </p:grpSp>
      </p:grpSp>
      <p:pic>
        <p:nvPicPr>
          <p:cNvPr id="38" name="Picture 72" descr="Grok color icon in PNG, SVG">
            <a:extLst>
              <a:ext uri="{FF2B5EF4-FFF2-40B4-BE49-F238E27FC236}">
                <a16:creationId xmlns:a16="http://schemas.microsoft.com/office/drawing/2014/main" id="{209DDE7C-0ED3-26EA-21F1-1F0C54A94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artisticPaintStrok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1802" y="3352185"/>
            <a:ext cx="465040" cy="438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73" descr="Flux 1.0 | [New Open-Source AI Model is Here] 🔥">
            <a:extLst>
              <a:ext uri="{FF2B5EF4-FFF2-40B4-BE49-F238E27FC236}">
                <a16:creationId xmlns:a16="http://schemas.microsoft.com/office/drawing/2014/main" id="{077C2C5E-F2BF-8E21-1440-750DCDD08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3293" y="3328005"/>
            <a:ext cx="542545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74" descr="Bayer">
            <a:extLst>
              <a:ext uri="{FF2B5EF4-FFF2-40B4-BE49-F238E27FC236}">
                <a16:creationId xmlns:a16="http://schemas.microsoft.com/office/drawing/2014/main" id="{5E2FE291-C401-1D04-0CA8-41C50DB9064B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1429" y="5643297"/>
            <a:ext cx="553774" cy="311498"/>
          </a:xfrm>
          <a:prstGeom prst="rect">
            <a:avLst/>
          </a:prstGeom>
        </p:spPr>
      </p:pic>
      <p:pic>
        <p:nvPicPr>
          <p:cNvPr id="41" name="Picture 75" descr="Rockwell Automation">
            <a:extLst>
              <a:ext uri="{FF2B5EF4-FFF2-40B4-BE49-F238E27FC236}">
                <a16:creationId xmlns:a16="http://schemas.microsoft.com/office/drawing/2014/main" id="{7D37CBA7-649F-B25E-1B9E-E78C97DD2370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5406" y="5677304"/>
            <a:ext cx="866931" cy="203187"/>
          </a:xfrm>
          <a:prstGeom prst="rect">
            <a:avLst/>
          </a:prstGeom>
        </p:spPr>
      </p:pic>
      <p:pic>
        <p:nvPicPr>
          <p:cNvPr id="42" name="Picture 76" descr="Paige">
            <a:extLst>
              <a:ext uri="{FF2B5EF4-FFF2-40B4-BE49-F238E27FC236}">
                <a16:creationId xmlns:a16="http://schemas.microsoft.com/office/drawing/2014/main" id="{AF225523-016F-4A84-A1E9-912B8CA77EC6}"/>
              </a:ext>
            </a:extLst>
          </p:cNvPr>
          <p:cNvPicPr>
            <a:picLocks noChangeAspect="1"/>
          </p:cNvPicPr>
          <p:nvPr/>
        </p:nvPicPr>
        <p:blipFill>
          <a:blip r:embed="rId20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6557" y="5667023"/>
            <a:ext cx="627879" cy="193049"/>
          </a:xfrm>
          <a:prstGeom prst="rect">
            <a:avLst/>
          </a:prstGeom>
        </p:spPr>
      </p:pic>
      <p:pic>
        <p:nvPicPr>
          <p:cNvPr id="43" name="Picture 2">
            <a:extLst>
              <a:ext uri="{FF2B5EF4-FFF2-40B4-BE49-F238E27FC236}">
                <a16:creationId xmlns:a16="http://schemas.microsoft.com/office/drawing/2014/main" id="{9FB0ECFE-B0DD-2979-234F-D855DD776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 cstate="screen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476" t="24955" r="14476" b="24955"/>
          <a:stretch/>
        </p:blipFill>
        <p:spPr bwMode="auto">
          <a:xfrm>
            <a:off x="6128553" y="5673307"/>
            <a:ext cx="305275" cy="202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Box 9">
            <a:extLst>
              <a:ext uri="{FF2B5EF4-FFF2-40B4-BE49-F238E27FC236}">
                <a16:creationId xmlns:a16="http://schemas.microsoft.com/office/drawing/2014/main" id="{8FBB6807-D845-4D3D-D70C-1CE707BD50C8}"/>
              </a:ext>
            </a:extLst>
          </p:cNvPr>
          <p:cNvSpPr txBox="1"/>
          <p:nvPr/>
        </p:nvSpPr>
        <p:spPr>
          <a:xfrm>
            <a:off x="301650" y="3221553"/>
            <a:ext cx="3499058" cy="30623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lvl="0" indent="-285750" defTabSz="914367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マルチベンダー統合カタログ </a:t>
            </a:r>
            <a:r>
              <a:rPr lang="en-US" altLang="ja-JP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- 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11,000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以上のモデルを選べる</a:t>
            </a:r>
            <a:endParaRPr lang="en-US" altLang="ja-JP" sz="140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  <a:p>
            <a:pPr marL="285750" indent="-285750" defTabSz="914367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モデルの比較と評価 </a:t>
            </a:r>
            <a:r>
              <a:rPr lang="en-US" altLang="ja-JP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-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リーダーズボートと　モデル詳細比較</a:t>
            </a:r>
            <a:endParaRPr lang="en-US" altLang="ja-JP" sz="1400" b="1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  <a:p>
            <a:pPr marL="285750" indent="-285750" defTabSz="914367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最新モデルの利用</a:t>
            </a:r>
            <a:r>
              <a:rPr lang="en-US" altLang="ja-JP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 - 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OpenAI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のモデルが　発表された即日に利用可能</a:t>
            </a:r>
            <a:endParaRPr lang="en-US" altLang="ja-JP" sz="1400" b="1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  <a:p>
            <a:pPr marL="285750" lvl="0" indent="-285750" defTabSz="914367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複数のデプロイ方式 </a:t>
            </a:r>
            <a:r>
              <a:rPr lang="en-US" altLang="ja-JP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- 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Global / Data Zone / Regional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（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Standard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・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PTU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）</a:t>
            </a:r>
            <a:endParaRPr lang="en-US" altLang="ja-JP" sz="140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  <a:p>
            <a:pPr marL="285750" lvl="0" indent="-285750" defTabSz="914367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ja-JP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Responsible AI </a:t>
            </a: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組み込み 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- Content Safety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がデフォルト有効</a:t>
            </a:r>
            <a:r>
              <a:rPr lang="ja-JP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（</a:t>
            </a:r>
            <a:r>
              <a:rPr lang="en-US" altLang="ja-JP" sz="10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Azure Direct </a:t>
            </a:r>
            <a:r>
              <a:rPr lang="ja-JP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モデル）</a:t>
            </a:r>
            <a:endParaRPr lang="en-US" altLang="ja-JP" sz="140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  <a:p>
            <a:pPr marL="285750" lvl="0" indent="-285750" defTabSz="914367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モデルの柔軟性</a:t>
            </a:r>
            <a:r>
              <a:rPr kumimoji="0" lang="ja-JP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 </a:t>
            </a:r>
            <a:r>
              <a:rPr kumimoji="0" lang="en-US" altLang="ja-JP" sz="14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- </a:t>
            </a:r>
            <a:r>
              <a:rPr kumimoji="0" lang="ja-JP" altLang="en-US" sz="14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ファインチューニングと </a:t>
            </a:r>
            <a:r>
              <a:rPr kumimoji="0" lang="en-US" altLang="ja-JP" sz="14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Model Router</a:t>
            </a:r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45" name="Title 25">
            <a:extLst>
              <a:ext uri="{FF2B5EF4-FFF2-40B4-BE49-F238E27FC236}">
                <a16:creationId xmlns:a16="http://schemas.microsoft.com/office/drawing/2014/main" id="{2E658221-B27E-F22D-6E04-93F37090CFE0}"/>
              </a:ext>
            </a:extLst>
          </p:cNvPr>
          <p:cNvSpPr txBox="1">
            <a:spLocks/>
          </p:cNvSpPr>
          <p:nvPr/>
        </p:nvSpPr>
        <p:spPr>
          <a:xfrm>
            <a:off x="4475035" y="1321817"/>
            <a:ext cx="6975906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ctr" defTabSz="932742">
              <a:lnSpc>
                <a:spcPct val="100000"/>
              </a:lnSpc>
              <a:spcBef>
                <a:spcPct val="0"/>
              </a:spcBef>
              <a:buNone/>
              <a:defRPr lang="en-US" sz="3600" b="0" cap="none" spc="-50" baseline="0" dirty="0" smtClean="0">
                <a:ln w="3175">
                  <a:noFill/>
                </a:ln>
                <a:solidFill>
                  <a:schemeClr val="tx2"/>
                </a:solidFill>
                <a:effectLst/>
                <a:latin typeface="+mj-lt"/>
                <a:ea typeface="Yu Gothic UI"/>
                <a:cs typeface="Segoe Sans Text" pitchFamily="2" charset="0"/>
              </a:defRPr>
            </a:lvl1pPr>
          </a:lstStyle>
          <a:p>
            <a:pPr rtl="0">
              <a:defRPr/>
            </a:pPr>
            <a:r>
              <a:rPr lang="ja-JP" altLang="en-US" sz="2400" kern="1200"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幅広いモデルの選択肢を提供</a:t>
            </a:r>
          </a:p>
        </p:txBody>
      </p:sp>
    </p:spTree>
    <p:extLst>
      <p:ext uri="{BB962C8B-B14F-4D97-AF65-F5344CB8AC3E}">
        <p14:creationId xmlns:p14="http://schemas.microsoft.com/office/powerpoint/2010/main" val="4110195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B6C00-A0E0-A691-4423-4A0723296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61BD26-746A-9192-C98A-4ED40672906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ja-JP" sz="2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Agent Service</a:t>
            </a:r>
            <a:endParaRPr lang="en-US" altLang="ja-JP" sz="20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23C26D8-25CD-872A-5F33-222815593DF5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10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D2F7E2B-57CA-4E90-F221-B4856BDB28EF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D28D5890-DE1A-0B66-88C1-0BC11F369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34287" y="2908822"/>
            <a:ext cx="798512" cy="0"/>
          </a:xfrm>
          <a:prstGeom prst="line">
            <a:avLst/>
          </a:prstGeom>
          <a:noFill/>
          <a:ln w="12700" cap="flat" cmpd="sng" algn="ctr">
            <a:solidFill>
              <a:srgbClr val="E8E6DF">
                <a:lumMod val="75000"/>
              </a:srgbClr>
            </a:solidFill>
            <a:prstDash val="solid"/>
            <a:headEnd type="none" w="lg" len="med"/>
            <a:tailEnd type="none" w="lg" len="med"/>
          </a:ln>
          <a:effectLst/>
        </p:spPr>
      </p:cxnSp>
      <p:sp>
        <p:nvSpPr>
          <p:cNvPr id="6" name="TextBox 6">
            <a:extLst>
              <a:ext uri="{FF2B5EF4-FFF2-40B4-BE49-F238E27FC236}">
                <a16:creationId xmlns:a16="http://schemas.microsoft.com/office/drawing/2014/main" id="{A716C520-B3F1-D16B-F9F2-1E51E84318A5}"/>
              </a:ext>
            </a:extLst>
          </p:cNvPr>
          <p:cNvSpPr txBox="1"/>
          <p:nvPr/>
        </p:nvSpPr>
        <p:spPr>
          <a:xfrm>
            <a:off x="486003" y="1433423"/>
            <a:ext cx="3360943" cy="110799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lvl="0" algn="ctr">
              <a:defRPr/>
            </a:pPr>
            <a:r>
              <a:rPr kumimoji="0" lang="en-US" altLang="ja-JP" sz="24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AI </a:t>
            </a:r>
            <a:r>
              <a:rPr kumimoji="0" lang="ja-JP" altLang="en-US" sz="2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エージェントの構築・　　公開・</a:t>
            </a:r>
            <a:r>
              <a:rPr lang="ja-JP" altLang="en-US" sz="2400" ker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運用</a:t>
            </a:r>
            <a:r>
              <a:rPr kumimoji="0" lang="ja-JP" altLang="en-US" sz="2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をフルマネージドで提供するサービス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45" name="TextBox 9">
            <a:extLst>
              <a:ext uri="{FF2B5EF4-FFF2-40B4-BE49-F238E27FC236}">
                <a16:creationId xmlns:a16="http://schemas.microsoft.com/office/drawing/2014/main" id="{08889532-80D7-EE59-1023-EB35DCC325B8}"/>
              </a:ext>
            </a:extLst>
          </p:cNvPr>
          <p:cNvSpPr txBox="1"/>
          <p:nvPr/>
        </p:nvSpPr>
        <p:spPr>
          <a:xfrm>
            <a:off x="365145" y="3218494"/>
            <a:ext cx="3481801" cy="276998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lvl="0" indent="-285750" defTabSz="914367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高度な </a:t>
            </a:r>
            <a:r>
              <a:rPr lang="en-US" altLang="ja-JP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AI Agent </a:t>
            </a: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構築 </a:t>
            </a:r>
            <a:r>
              <a:rPr lang="en-US" altLang="ja-JP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- 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Portal, SDK, API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を利用した高度なエージェント開発</a:t>
            </a:r>
          </a:p>
          <a:p>
            <a:pPr marL="285750" lvl="0" indent="-285750" defTabSz="914367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ja-JP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3</a:t>
            </a: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つのエージェント型 </a:t>
            </a:r>
            <a:r>
              <a:rPr lang="en-US" altLang="ja-JP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-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ノーコード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(Prompt) /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ビジュアル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(Workflow) /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フルコード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(Hosted)</a:t>
            </a:r>
          </a:p>
          <a:p>
            <a:pPr marL="285750" lvl="0" indent="-285750" defTabSz="914367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エージェント専用 </a:t>
            </a:r>
            <a:r>
              <a:rPr lang="en-US" altLang="ja-JP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ID -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各エージェントに 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Entra ID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を付与しゼロトラストを実現</a:t>
            </a:r>
          </a:p>
          <a:p>
            <a:pPr marL="285750" lvl="0" indent="-285750" defTabSz="914367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ja-JP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MCP </a:t>
            </a: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ネイティブのツール接続 </a:t>
            </a:r>
            <a:r>
              <a:rPr lang="en-US" altLang="ja-JP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-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カタログからツール追加、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Toolbox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で一元管理・共有</a:t>
            </a:r>
          </a:p>
          <a:p>
            <a:pPr marL="285750" lvl="0" indent="-285750" defTabSz="914367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ja-JP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M365 / Teams </a:t>
            </a: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への直接公開 </a:t>
            </a:r>
            <a:r>
              <a:rPr lang="en-US" altLang="ja-JP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-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ユーザーが既にいる場所にエージェントを配布</a:t>
            </a:r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170" name="Title 5">
            <a:extLst>
              <a:ext uri="{FF2B5EF4-FFF2-40B4-BE49-F238E27FC236}">
                <a16:creationId xmlns:a16="http://schemas.microsoft.com/office/drawing/2014/main" id="{EF5646B3-9CAE-46D1-5A3B-D04256A80BB8}"/>
              </a:ext>
            </a:extLst>
          </p:cNvPr>
          <p:cNvSpPr txBox="1">
            <a:spLocks/>
          </p:cNvSpPr>
          <p:nvPr/>
        </p:nvSpPr>
        <p:spPr>
          <a:xfrm>
            <a:off x="4656165" y="1243572"/>
            <a:ext cx="7180262" cy="3077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2"/>
                </a:solidFill>
                <a:effectLst/>
                <a:latin typeface="+mj-lt"/>
                <a:ea typeface="+mn-ea"/>
                <a:cs typeface="Segoe Sans Text" pitchFamily="2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0" i="0" u="none" strike="noStrike" kern="1200" cap="none" spc="-50" normalizeH="0" baseline="0" noProof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スケーラブルなエージェント構築</a:t>
            </a:r>
          </a:p>
        </p:txBody>
      </p:sp>
      <p:grpSp>
        <p:nvGrpSpPr>
          <p:cNvPr id="171" name="Group 7173" descr="Agent-first SDK, API, and UI diagram">
            <a:extLst>
              <a:ext uri="{FF2B5EF4-FFF2-40B4-BE49-F238E27FC236}">
                <a16:creationId xmlns:a16="http://schemas.microsoft.com/office/drawing/2014/main" id="{69A9CE9A-8C49-79ED-9148-194E69B2F0A1}"/>
              </a:ext>
            </a:extLst>
          </p:cNvPr>
          <p:cNvGrpSpPr/>
          <p:nvPr/>
        </p:nvGrpSpPr>
        <p:grpSpPr>
          <a:xfrm>
            <a:off x="4487683" y="1605663"/>
            <a:ext cx="5326766" cy="4748673"/>
            <a:chOff x="4473490" y="1176450"/>
            <a:chExt cx="5326766" cy="4748673"/>
          </a:xfrm>
        </p:grpSpPr>
        <p:sp>
          <p:nvSpPr>
            <p:cNvPr id="172" name="Rounded Rectangle 16">
              <a:extLst>
                <a:ext uri="{FF2B5EF4-FFF2-40B4-BE49-F238E27FC236}">
                  <a16:creationId xmlns:a16="http://schemas.microsoft.com/office/drawing/2014/main" id="{8986F103-CC9B-613C-9F3F-233D0BDC1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4473490" y="1176450"/>
              <a:ext cx="5326766" cy="4568739"/>
            </a:xfrm>
            <a:prstGeom prst="roundRect">
              <a:avLst>
                <a:gd name="adj" fmla="val 3468"/>
              </a:avLst>
            </a:prstGeom>
            <a:gradFill>
              <a:gsLst>
                <a:gs pos="0">
                  <a:srgbClr val="FCC7CD">
                    <a:alpha val="10000"/>
                  </a:srgbClr>
                </a:gs>
                <a:gs pos="80000">
                  <a:srgbClr val="A9D5ED">
                    <a:alpha val="10000"/>
                  </a:srgbClr>
                </a:gs>
              </a:gsLst>
              <a:path path="circle">
                <a:fillToRect l="100000" t="100000"/>
              </a:path>
            </a:gradFill>
            <a:ln w="12700" cap="flat" cmpd="sng" algn="ctr">
              <a:solidFill>
                <a:srgbClr val="000000">
                  <a:alpha val="4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endParaRPr>
            </a:p>
          </p:txBody>
        </p:sp>
        <p:cxnSp>
          <p:nvCxnSpPr>
            <p:cNvPr id="173" name="Straight Connector 27">
              <a:extLst>
                <a:ext uri="{FF2B5EF4-FFF2-40B4-BE49-F238E27FC236}">
                  <a16:creationId xmlns:a16="http://schemas.microsoft.com/office/drawing/2014/main" id="{B08BCEF3-1D77-86DA-EEDC-027E88BDFA5C}"/>
                </a:ext>
              </a:extLst>
            </p:cNvPr>
            <p:cNvCxnSpPr>
              <a:cxnSpLocks/>
            </p:cNvCxnSpPr>
            <p:nvPr/>
          </p:nvCxnSpPr>
          <p:spPr>
            <a:xfrm>
              <a:off x="4473490" y="3896122"/>
              <a:ext cx="5326766" cy="0"/>
            </a:xfrm>
            <a:prstGeom prst="line">
              <a:avLst/>
            </a:prstGeom>
            <a:noFill/>
            <a:ln w="12700" cap="rnd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round/>
              <a:tailEnd type="none" w="lg" len="sm"/>
            </a:ln>
            <a:effectLst/>
          </p:spPr>
        </p:cxnSp>
        <p:sp>
          <p:nvSpPr>
            <p:cNvPr id="174" name="Rectangle: Rounded Corners 28">
              <a:extLst>
                <a:ext uri="{FF2B5EF4-FFF2-40B4-BE49-F238E27FC236}">
                  <a16:creationId xmlns:a16="http://schemas.microsoft.com/office/drawing/2014/main" id="{7CF5A81E-6DCD-6D23-AF5C-4B8DB3452C92}"/>
                </a:ext>
              </a:extLst>
            </p:cNvPr>
            <p:cNvSpPr/>
            <p:nvPr/>
          </p:nvSpPr>
          <p:spPr>
            <a:xfrm>
              <a:off x="4662467" y="3157845"/>
              <a:ext cx="2429437" cy="613693"/>
            </a:xfrm>
            <a:prstGeom prst="roundRect">
              <a:avLst/>
            </a:prstGeom>
            <a:solidFill>
              <a:srgbClr val="101010"/>
            </a:solidFill>
            <a:ln w="19050" cap="flat" cmpd="sng" algn="ctr">
              <a:gradFill flip="none" rotWithShape="1">
                <a:gsLst>
                  <a:gs pos="0">
                    <a:srgbClr val="101010"/>
                  </a:gs>
                  <a:gs pos="93000">
                    <a:srgbClr val="432EC8"/>
                  </a:gs>
                  <a:gs pos="100000">
                    <a:srgbClr val="EDDEFF"/>
                  </a:gs>
                </a:gsLst>
                <a:lin ang="4800000" scaled="0"/>
                <a:tileRect/>
              </a:gradFill>
              <a:prstDash val="solid"/>
              <a:headEnd type="none" w="med" len="med"/>
              <a:tailEnd type="none" w="med" len="med"/>
            </a:ln>
            <a:effectLst>
              <a:glow rad="88900">
                <a:srgbClr val="432EC8">
                  <a:alpha val="22000"/>
                </a:srgbClr>
              </a:glow>
            </a:effectLst>
          </p:spPr>
          <p:txBody>
            <a:bodyPr rot="0" spcFirstLastPara="0" vertOverflow="overflow" horzOverflow="overflow" vert="horz" wrap="square" lIns="137160" tIns="0" rIns="13716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Prompt Agents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(</a:t>
              </a:r>
              <a:r>
                <a:rPr kumimoji="0" lang="ja-JP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単一プロンプトエージェント</a:t>
              </a: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)</a:t>
              </a:r>
            </a:p>
          </p:txBody>
        </p:sp>
        <p:sp>
          <p:nvSpPr>
            <p:cNvPr id="175" name="Rectangle: Rounded Corners 29">
              <a:extLst>
                <a:ext uri="{FF2B5EF4-FFF2-40B4-BE49-F238E27FC236}">
                  <a16:creationId xmlns:a16="http://schemas.microsoft.com/office/drawing/2014/main" id="{E3AA3746-068D-31C2-8B14-473C92A4F2B9}"/>
                </a:ext>
              </a:extLst>
            </p:cNvPr>
            <p:cNvSpPr/>
            <p:nvPr/>
          </p:nvSpPr>
          <p:spPr>
            <a:xfrm>
              <a:off x="7865163" y="4017001"/>
              <a:ext cx="1746504" cy="1402446"/>
            </a:xfrm>
            <a:prstGeom prst="roundRect">
              <a:avLst>
                <a:gd name="adj" fmla="val 8651"/>
              </a:avLst>
            </a:prstGeom>
            <a:solidFill>
              <a:srgbClr val="101010"/>
            </a:solidFill>
            <a:ln w="19050" cap="flat" cmpd="sng" algn="ctr">
              <a:gradFill flip="none" rotWithShape="1">
                <a:gsLst>
                  <a:gs pos="0">
                    <a:srgbClr val="101010"/>
                  </a:gs>
                  <a:gs pos="93000">
                    <a:srgbClr val="432EC8"/>
                  </a:gs>
                  <a:gs pos="100000">
                    <a:srgbClr val="EDDEFF"/>
                  </a:gs>
                </a:gsLst>
                <a:lin ang="4800000" scaled="0"/>
                <a:tileRect/>
              </a:gradFill>
              <a:prstDash val="solid"/>
              <a:headEnd type="none" w="med" len="med"/>
              <a:tailEnd type="none" w="med" len="med"/>
            </a:ln>
            <a:effectLst>
              <a:glow rad="88900">
                <a:srgbClr val="432EC8">
                  <a:alpha val="22000"/>
                </a:srgbClr>
              </a:glow>
            </a:effectLst>
          </p:spPr>
          <p:txBody>
            <a:bodyPr rot="0" spcFirstLastPara="0" vertOverflow="overflow" horzOverflow="overflow" vert="horz" wrap="square" lIns="137160" tIns="91440" rIns="13716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    Foundry Tools</a:t>
              </a:r>
            </a:p>
          </p:txBody>
        </p:sp>
        <p:sp>
          <p:nvSpPr>
            <p:cNvPr id="176" name="Rectangle: Rounded Corners 30">
              <a:extLst>
                <a:ext uri="{FF2B5EF4-FFF2-40B4-BE49-F238E27FC236}">
                  <a16:creationId xmlns:a16="http://schemas.microsoft.com/office/drawing/2014/main" id="{1FE67FF0-4B07-94EC-899F-BA473C43A714}"/>
                </a:ext>
              </a:extLst>
            </p:cNvPr>
            <p:cNvSpPr/>
            <p:nvPr/>
          </p:nvSpPr>
          <p:spPr>
            <a:xfrm>
              <a:off x="4662466" y="4017001"/>
              <a:ext cx="1746504" cy="1402446"/>
            </a:xfrm>
            <a:prstGeom prst="roundRect">
              <a:avLst>
                <a:gd name="adj" fmla="val 8651"/>
              </a:avLst>
            </a:prstGeom>
            <a:solidFill>
              <a:srgbClr val="101010"/>
            </a:solidFill>
            <a:ln w="19050" cap="flat" cmpd="sng" algn="ctr">
              <a:gradFill flip="none" rotWithShape="1">
                <a:gsLst>
                  <a:gs pos="0">
                    <a:srgbClr val="101010"/>
                  </a:gs>
                  <a:gs pos="93000">
                    <a:srgbClr val="432EC8"/>
                  </a:gs>
                  <a:gs pos="100000">
                    <a:srgbClr val="EDDEFF"/>
                  </a:gs>
                </a:gsLst>
                <a:lin ang="4800000" scaled="0"/>
                <a:tileRect/>
              </a:gradFill>
              <a:prstDash val="solid"/>
              <a:headEnd type="none" w="med" len="med"/>
              <a:tailEnd type="none" w="med" len="med"/>
            </a:ln>
            <a:effectLst>
              <a:glow rad="88900">
                <a:srgbClr val="432EC8">
                  <a:alpha val="22000"/>
                </a:srgbClr>
              </a:glow>
            </a:effectLst>
          </p:spPr>
          <p:txBody>
            <a:bodyPr rot="0" spcFirstLastPara="0" vertOverflow="overflow" horzOverflow="overflow" vert="horz" wrap="square" lIns="137160" tIns="91440" rIns="13716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    Foundry Models</a:t>
              </a:r>
            </a:p>
          </p:txBody>
        </p:sp>
        <p:sp>
          <p:nvSpPr>
            <p:cNvPr id="177" name="Rectangle: Rounded Corners 31">
              <a:extLst>
                <a:ext uri="{FF2B5EF4-FFF2-40B4-BE49-F238E27FC236}">
                  <a16:creationId xmlns:a16="http://schemas.microsoft.com/office/drawing/2014/main" id="{8DE2C1F8-1434-8AAB-5124-70E27DB98875}"/>
                </a:ext>
              </a:extLst>
            </p:cNvPr>
            <p:cNvSpPr/>
            <p:nvPr/>
          </p:nvSpPr>
          <p:spPr>
            <a:xfrm>
              <a:off x="6493857" y="4755275"/>
              <a:ext cx="1285314" cy="664171"/>
            </a:xfrm>
            <a:prstGeom prst="roundRect">
              <a:avLst>
                <a:gd name="adj" fmla="val 8651"/>
              </a:avLst>
            </a:prstGeom>
            <a:solidFill>
              <a:srgbClr val="101010"/>
            </a:solidFill>
            <a:ln w="19050" cap="flat" cmpd="sng" algn="ctr">
              <a:gradFill flip="none" rotWithShape="1">
                <a:gsLst>
                  <a:gs pos="0">
                    <a:srgbClr val="101010"/>
                  </a:gs>
                  <a:gs pos="93000">
                    <a:srgbClr val="432EC8"/>
                  </a:gs>
                  <a:gs pos="100000">
                    <a:srgbClr val="EDDEFF"/>
                  </a:gs>
                </a:gsLst>
                <a:lin ang="4800000" scaled="0"/>
                <a:tileRect/>
              </a:gradFill>
              <a:prstDash val="solid"/>
              <a:headEnd type="none" w="med" len="med"/>
              <a:tailEnd type="none" w="med" len="med"/>
            </a:ln>
            <a:effectLst>
              <a:glow rad="88900">
                <a:srgbClr val="432EC8">
                  <a:alpha val="22000"/>
                </a:srgbClr>
              </a:glow>
            </a:effectLst>
          </p:spPr>
          <p:txBody>
            <a:bodyPr rot="0" spcFirstLastPara="0" vertOverflow="overflow" horzOverflow="overflow" vert="horz" wrap="square" lIns="137160" tIns="91440" rIns="13716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endParaRPr>
            </a:p>
          </p:txBody>
        </p:sp>
        <p:sp>
          <p:nvSpPr>
            <p:cNvPr id="178" name="Rectangle: Rounded Corners 32">
              <a:extLst>
                <a:ext uri="{FF2B5EF4-FFF2-40B4-BE49-F238E27FC236}">
                  <a16:creationId xmlns:a16="http://schemas.microsoft.com/office/drawing/2014/main" id="{64FFBE9F-E6CB-757E-7E90-E98A0FE071C7}"/>
                </a:ext>
              </a:extLst>
            </p:cNvPr>
            <p:cNvSpPr/>
            <p:nvPr/>
          </p:nvSpPr>
          <p:spPr>
            <a:xfrm>
              <a:off x="4662468" y="2373967"/>
              <a:ext cx="4946755" cy="542124"/>
            </a:xfrm>
            <a:prstGeom prst="roundRect">
              <a:avLst>
                <a:gd name="adj" fmla="val 22197"/>
              </a:avLst>
            </a:prstGeom>
            <a:solidFill>
              <a:srgbClr val="101010"/>
            </a:solidFill>
            <a:ln w="19050" cap="flat" cmpd="sng" algn="ctr">
              <a:gradFill flip="none" rotWithShape="1">
                <a:gsLst>
                  <a:gs pos="0">
                    <a:srgbClr val="101010"/>
                  </a:gs>
                  <a:gs pos="93000">
                    <a:srgbClr val="432EC8"/>
                  </a:gs>
                  <a:gs pos="100000">
                    <a:srgbClr val="EDDEFF"/>
                  </a:gs>
                </a:gsLst>
                <a:lin ang="4800000" scaled="0"/>
                <a:tileRect/>
              </a:gradFill>
              <a:prstDash val="solid"/>
              <a:headEnd type="none" w="med" len="med"/>
              <a:tailEnd type="none" w="med" len="med"/>
            </a:ln>
            <a:effectLst>
              <a:glow rad="88900">
                <a:srgbClr val="432EC8">
                  <a:alpha val="22000"/>
                </a:srgbClr>
              </a:glow>
            </a:effectLst>
          </p:spPr>
          <p:txBody>
            <a:bodyPr rot="0" spcFirstLastPara="0" vertOverflow="overflow" horzOverflow="overflow" vert="horz" wrap="square" lIns="137160" tIns="0" rIns="13716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Workflow</a:t>
              </a: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 Agents</a:t>
              </a:r>
            </a:p>
            <a:p>
              <a:pPr marL="0" marR="0" lvl="0" indent="0" algn="ct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(</a:t>
              </a:r>
              <a:r>
                <a:rPr kumimoji="0" lang="ja-JP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マルチエージェントワークフロー</a:t>
              </a:r>
              <a:r>
                <a:rPr kumimoji="0" lang="en-US" altLang="ja-JP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)</a:t>
              </a: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endParaRPr>
            </a:p>
          </p:txBody>
        </p:sp>
        <p:sp>
          <p:nvSpPr>
            <p:cNvPr id="179" name="Rounded Rectangle 13">
              <a:extLst>
                <a:ext uri="{FF2B5EF4-FFF2-40B4-BE49-F238E27FC236}">
                  <a16:creationId xmlns:a16="http://schemas.microsoft.com/office/drawing/2014/main" id="{DD197DB6-D84C-F816-7AD6-A19974D8392B}"/>
                </a:ext>
              </a:extLst>
            </p:cNvPr>
            <p:cNvSpPr/>
            <p:nvPr/>
          </p:nvSpPr>
          <p:spPr>
            <a:xfrm>
              <a:off x="4776476" y="1313508"/>
              <a:ext cx="2315428" cy="328779"/>
            </a:xfrm>
            <a:prstGeom prst="roundRect">
              <a:avLst>
                <a:gd name="adj" fmla="val 50000"/>
              </a:avLst>
            </a:prstGeom>
            <a:solidFill>
              <a:srgbClr val="0D0D0D">
                <a:lumMod val="50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Activity Protocol</a:t>
              </a:r>
            </a:p>
          </p:txBody>
        </p:sp>
        <p:sp>
          <p:nvSpPr>
            <p:cNvPr id="180" name="Rectangle: Rounded Corners 34">
              <a:extLst>
                <a:ext uri="{FF2B5EF4-FFF2-40B4-BE49-F238E27FC236}">
                  <a16:creationId xmlns:a16="http://schemas.microsoft.com/office/drawing/2014/main" id="{9F4EB511-6183-B2E1-F15F-45746E1171BC}"/>
                </a:ext>
              </a:extLst>
            </p:cNvPr>
            <p:cNvSpPr/>
            <p:nvPr/>
          </p:nvSpPr>
          <p:spPr>
            <a:xfrm>
              <a:off x="7181841" y="3157845"/>
              <a:ext cx="2428720" cy="613693"/>
            </a:xfrm>
            <a:prstGeom prst="roundRect">
              <a:avLst/>
            </a:prstGeom>
            <a:solidFill>
              <a:srgbClr val="101010"/>
            </a:solidFill>
            <a:ln w="19050" cap="flat" cmpd="sng" algn="ctr">
              <a:gradFill flip="none" rotWithShape="1">
                <a:gsLst>
                  <a:gs pos="0">
                    <a:srgbClr val="101010"/>
                  </a:gs>
                  <a:gs pos="93000">
                    <a:srgbClr val="432EC8"/>
                  </a:gs>
                  <a:gs pos="100000">
                    <a:srgbClr val="EDDEFF"/>
                  </a:gs>
                </a:gsLst>
                <a:lin ang="4800000" scaled="0"/>
                <a:tileRect/>
              </a:gradFill>
              <a:prstDash val="solid"/>
              <a:headEnd type="none" w="med" len="med"/>
              <a:tailEnd type="none" w="med" len="med"/>
            </a:ln>
            <a:effectLst>
              <a:glow rad="88900">
                <a:srgbClr val="432EC8">
                  <a:alpha val="22000"/>
                </a:srgbClr>
              </a:glow>
            </a:effectLst>
          </p:spPr>
          <p:txBody>
            <a:bodyPr rot="0" spcFirstLastPara="0" vertOverflow="overflow" horzOverflow="overflow" vert="horz" wrap="square" lIns="137160" tIns="0" rIns="13716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Hosted Agents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3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(</a:t>
              </a:r>
              <a:r>
                <a:rPr kumimoji="0" lang="ja-JP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ホスティングマルチエージェント</a:t>
              </a: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)</a:t>
              </a:r>
            </a:p>
          </p:txBody>
        </p:sp>
        <p:sp>
          <p:nvSpPr>
            <p:cNvPr id="181" name="Rounded Rectangle 28">
              <a:extLst>
                <a:ext uri="{FF2B5EF4-FFF2-40B4-BE49-F238E27FC236}">
                  <a16:creationId xmlns:a16="http://schemas.microsoft.com/office/drawing/2014/main" id="{BCDBA987-1F26-7CFC-F738-526B049B900E}"/>
                </a:ext>
              </a:extLst>
            </p:cNvPr>
            <p:cNvSpPr/>
            <p:nvPr/>
          </p:nvSpPr>
          <p:spPr>
            <a:xfrm>
              <a:off x="5620521" y="5550251"/>
              <a:ext cx="3204699" cy="374872"/>
            </a:xfrm>
            <a:prstGeom prst="roundRect">
              <a:avLst>
                <a:gd name="adj" fmla="val 50000"/>
              </a:avLst>
            </a:prstGeom>
            <a:solidFill>
              <a:srgbClr val="000000">
                <a:lumMod val="75000"/>
                <a:lumOff val="2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Agent SDK, API, and UI</a:t>
              </a:r>
            </a:p>
          </p:txBody>
        </p:sp>
        <p:sp>
          <p:nvSpPr>
            <p:cNvPr id="182" name="Rounded Rectangle 13">
              <a:extLst>
                <a:ext uri="{FF2B5EF4-FFF2-40B4-BE49-F238E27FC236}">
                  <a16:creationId xmlns:a16="http://schemas.microsoft.com/office/drawing/2014/main" id="{5488E9F3-EC9D-E2E3-4C48-CDF5141C6820}"/>
                </a:ext>
              </a:extLst>
            </p:cNvPr>
            <p:cNvSpPr/>
            <p:nvPr/>
          </p:nvSpPr>
          <p:spPr>
            <a:xfrm>
              <a:off x="7184941" y="1301088"/>
              <a:ext cx="2313432" cy="328779"/>
            </a:xfrm>
            <a:prstGeom prst="roundRect">
              <a:avLst>
                <a:gd name="adj" fmla="val 50000"/>
              </a:avLst>
            </a:prstGeom>
            <a:solidFill>
              <a:srgbClr val="0D0D0D">
                <a:lumMod val="50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A2A</a:t>
              </a:r>
            </a:p>
          </p:txBody>
        </p:sp>
        <p:sp>
          <p:nvSpPr>
            <p:cNvPr id="183" name="Rounded Rectangle 28">
              <a:extLst>
                <a:ext uri="{FF2B5EF4-FFF2-40B4-BE49-F238E27FC236}">
                  <a16:creationId xmlns:a16="http://schemas.microsoft.com/office/drawing/2014/main" id="{31ECED90-5DAD-D8BB-82E5-2C082DCDA477}"/>
                </a:ext>
              </a:extLst>
            </p:cNvPr>
            <p:cNvSpPr/>
            <p:nvPr/>
          </p:nvSpPr>
          <p:spPr>
            <a:xfrm>
              <a:off x="5620521" y="1743897"/>
              <a:ext cx="3204700" cy="374872"/>
            </a:xfrm>
            <a:prstGeom prst="roundRect">
              <a:avLst>
                <a:gd name="adj" fmla="val 50000"/>
              </a:avLst>
            </a:prstGeom>
            <a:solidFill>
              <a:srgbClr val="000000">
                <a:lumMod val="75000"/>
                <a:lumOff val="2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ワンクリック・パブリッシュ</a:t>
              </a: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endParaRPr>
            </a:p>
          </p:txBody>
        </p:sp>
        <p:sp>
          <p:nvSpPr>
            <p:cNvPr id="184" name="Rectangle 42">
              <a:extLst>
                <a:ext uri="{FF2B5EF4-FFF2-40B4-BE49-F238E27FC236}">
                  <a16:creationId xmlns:a16="http://schemas.microsoft.com/office/drawing/2014/main" id="{7995B9AC-D5D8-F0D2-8446-E6F296244034}"/>
                </a:ext>
              </a:extLst>
            </p:cNvPr>
            <p:cNvSpPr/>
            <p:nvPr/>
          </p:nvSpPr>
          <p:spPr>
            <a:xfrm>
              <a:off x="5014972" y="4903494"/>
              <a:ext cx="1663000" cy="379818"/>
            </a:xfrm>
            <a:prstGeom prst="rect">
              <a:avLst/>
            </a:prstGeom>
            <a:noFill/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endParaRPr>
            </a:p>
          </p:txBody>
        </p:sp>
        <p:sp>
          <p:nvSpPr>
            <p:cNvPr id="185" name="TextBox 48">
              <a:extLst>
                <a:ext uri="{FF2B5EF4-FFF2-40B4-BE49-F238E27FC236}">
                  <a16:creationId xmlns:a16="http://schemas.microsoft.com/office/drawing/2014/main" id="{5C975389-5880-459E-4392-8BE043650E95}"/>
                </a:ext>
              </a:extLst>
            </p:cNvPr>
            <p:cNvSpPr txBox="1"/>
            <p:nvPr/>
          </p:nvSpPr>
          <p:spPr>
            <a:xfrm>
              <a:off x="6527310" y="4960902"/>
              <a:ext cx="129606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ja-JP" alt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マネージドメモリ</a:t>
              </a: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endParaRP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ja-JP" alt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マネージド履歴</a:t>
              </a: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endParaRP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ja-JP" alt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持ち込みメモリストア</a:t>
              </a: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endParaRPr>
            </a:p>
          </p:txBody>
        </p:sp>
        <p:pic>
          <p:nvPicPr>
            <p:cNvPr id="186" name="Picture 6" descr="Logic App Service | Microsoft Azure">
              <a:extLst>
                <a:ext uri="{FF2B5EF4-FFF2-40B4-BE49-F238E27FC236}">
                  <a16:creationId xmlns:a16="http://schemas.microsoft.com/office/drawing/2014/main" id="{7F5215B4-2DCF-6C17-6DD8-AF65ADED8D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92935" y="5032154"/>
              <a:ext cx="395780" cy="207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7" name="Picture 2" descr="Azure Functions logo">
              <a:extLst>
                <a:ext uri="{FF2B5EF4-FFF2-40B4-BE49-F238E27FC236}">
                  <a16:creationId xmlns:a16="http://schemas.microsoft.com/office/drawing/2014/main" id="{3C38A1E2-C0EA-965D-9795-227A5F7F19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51125" y="4941923"/>
              <a:ext cx="388248" cy="3882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88" name="Straight Connector 59">
              <a:extLst>
                <a:ext uri="{FF2B5EF4-FFF2-40B4-BE49-F238E27FC236}">
                  <a16:creationId xmlns:a16="http://schemas.microsoft.com/office/drawing/2014/main" id="{7152B7A1-209C-BA86-6142-C9A9EABF773B}"/>
                </a:ext>
              </a:extLst>
            </p:cNvPr>
            <p:cNvCxnSpPr>
              <a:cxnSpLocks/>
            </p:cNvCxnSpPr>
            <p:nvPr/>
          </p:nvCxnSpPr>
          <p:spPr>
            <a:xfrm>
              <a:off x="4473490" y="3036968"/>
              <a:ext cx="5326766" cy="0"/>
            </a:xfrm>
            <a:prstGeom prst="line">
              <a:avLst/>
            </a:prstGeom>
            <a:noFill/>
            <a:ln w="12700" cap="rnd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round/>
              <a:tailEnd type="none" w="lg" len="sm"/>
            </a:ln>
            <a:effectLst/>
          </p:spPr>
        </p:cxnSp>
        <p:cxnSp>
          <p:nvCxnSpPr>
            <p:cNvPr id="189" name="Straight Connector 60">
              <a:extLst>
                <a:ext uri="{FF2B5EF4-FFF2-40B4-BE49-F238E27FC236}">
                  <a16:creationId xmlns:a16="http://schemas.microsoft.com/office/drawing/2014/main" id="{4F7B2471-262E-5AB3-14D3-1A7982CC8166}"/>
                </a:ext>
              </a:extLst>
            </p:cNvPr>
            <p:cNvCxnSpPr>
              <a:cxnSpLocks/>
            </p:cNvCxnSpPr>
            <p:nvPr/>
          </p:nvCxnSpPr>
          <p:spPr>
            <a:xfrm>
              <a:off x="4473490" y="2253090"/>
              <a:ext cx="5326766" cy="0"/>
            </a:xfrm>
            <a:prstGeom prst="line">
              <a:avLst/>
            </a:prstGeom>
            <a:noFill/>
            <a:ln w="12700" cap="rnd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  <a:round/>
              <a:tailEnd type="none" w="lg" len="sm"/>
            </a:ln>
            <a:effectLst/>
          </p:spPr>
        </p:cxnSp>
        <p:pic>
          <p:nvPicPr>
            <p:cNvPr id="190" name="Picture 10">
              <a:extLst>
                <a:ext uri="{FF2B5EF4-FFF2-40B4-BE49-F238E27FC236}">
                  <a16:creationId xmlns:a16="http://schemas.microsoft.com/office/drawing/2014/main" id="{E6A04BF7-7621-E78C-40CC-5DD5A235C9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86965" y="5066576"/>
              <a:ext cx="388248" cy="105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1" name="Picture 12" descr="Model Context Protocol - Wikipedia">
              <a:extLst>
                <a:ext uri="{FF2B5EF4-FFF2-40B4-BE49-F238E27FC236}">
                  <a16:creationId xmlns:a16="http://schemas.microsoft.com/office/drawing/2014/main" id="{4DDE4EE6-C5B8-359B-98CF-ADABF782E2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3820" y="4960902"/>
              <a:ext cx="359115" cy="3591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2" name="グループ化 191">
            <a:extLst>
              <a:ext uri="{FF2B5EF4-FFF2-40B4-BE49-F238E27FC236}">
                <a16:creationId xmlns:a16="http://schemas.microsoft.com/office/drawing/2014/main" id="{248463E8-73E7-F904-A897-36102DF1AAF2}"/>
              </a:ext>
            </a:extLst>
          </p:cNvPr>
          <p:cNvGrpSpPr/>
          <p:nvPr/>
        </p:nvGrpSpPr>
        <p:grpSpPr>
          <a:xfrm>
            <a:off x="4487682" y="6456490"/>
            <a:ext cx="7075253" cy="373523"/>
            <a:chOff x="4473489" y="6027277"/>
            <a:chExt cx="5393391" cy="373523"/>
          </a:xfrm>
        </p:grpSpPr>
        <p:cxnSp>
          <p:nvCxnSpPr>
            <p:cNvPr id="193" name="Straight Arrow Connector 70">
              <a:extLst>
                <a:ext uri="{FF2B5EF4-FFF2-40B4-BE49-F238E27FC236}">
                  <a16:creationId xmlns:a16="http://schemas.microsoft.com/office/drawing/2014/main" id="{0C2DED98-5DD3-A265-AFA5-6C3BFD603D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3489" y="6207203"/>
              <a:ext cx="5393391" cy="13670"/>
            </a:xfrm>
            <a:prstGeom prst="straightConnector1">
              <a:avLst/>
            </a:prstGeom>
            <a:noFill/>
            <a:ln w="19050" cap="flat" cmpd="sng" algn="ctr">
              <a:solidFill>
                <a:srgbClr val="FFFFFF">
                  <a:lumMod val="50000"/>
                </a:srgbClr>
              </a:solidFill>
              <a:prstDash val="solid"/>
              <a:headEnd type="arrow" w="lg" len="med"/>
              <a:tailEnd type="arrow" w="lg" len="med"/>
            </a:ln>
            <a:effectLst/>
          </p:spPr>
        </p:cxnSp>
        <p:sp>
          <p:nvSpPr>
            <p:cNvPr id="194" name="Rounded Rectangle 25">
              <a:extLst>
                <a:ext uri="{FF2B5EF4-FFF2-40B4-BE49-F238E27FC236}">
                  <a16:creationId xmlns:a16="http://schemas.microsoft.com/office/drawing/2014/main" id="{209C75CF-F734-4A19-B9A8-A3E541D5E166}"/>
                </a:ext>
              </a:extLst>
            </p:cNvPr>
            <p:cNvSpPr/>
            <p:nvPr/>
          </p:nvSpPr>
          <p:spPr>
            <a:xfrm>
              <a:off x="5207008" y="6027277"/>
              <a:ext cx="3926352" cy="37352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71000">
                  <a:srgbClr val="432EC8"/>
                </a:gs>
                <a:gs pos="100000">
                  <a:srgbClr val="998CE4"/>
                </a:gs>
              </a:gsLst>
              <a:lin ang="0" scaled="1"/>
              <a:tileRect/>
            </a:gradFill>
          </p:spPr>
          <p:txBody>
            <a:bodyPr wrap="none" lIns="108857" tIns="21771" rIns="108857" bIns="43543" rtlCol="0" anchor="ctr" anchorCtr="0">
              <a:noAutofit/>
            </a:bodyPr>
            <a:lstStyle/>
            <a:p>
              <a:pPr marL="0" marR="0" lvl="0" indent="0" algn="ctr" defTabSz="91436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     セキュリティ、コンプライアンス、ガバナンス</a:t>
              </a:r>
            </a:p>
          </p:txBody>
        </p:sp>
      </p:grpSp>
      <p:grpSp>
        <p:nvGrpSpPr>
          <p:cNvPr id="195" name="Group 72" descr="M365/A365, Copilot Studio, Local Agents">
            <a:extLst>
              <a:ext uri="{FF2B5EF4-FFF2-40B4-BE49-F238E27FC236}">
                <a16:creationId xmlns:a16="http://schemas.microsoft.com/office/drawing/2014/main" id="{3935F24A-7527-81FA-83D7-C05E8ABD83C1}"/>
              </a:ext>
            </a:extLst>
          </p:cNvPr>
          <p:cNvGrpSpPr/>
          <p:nvPr/>
        </p:nvGrpSpPr>
        <p:grpSpPr>
          <a:xfrm>
            <a:off x="8853607" y="1605663"/>
            <a:ext cx="2720374" cy="3093251"/>
            <a:chOff x="8839414" y="1176450"/>
            <a:chExt cx="2720374" cy="3093251"/>
          </a:xfrm>
        </p:grpSpPr>
        <p:grpSp>
          <p:nvGrpSpPr>
            <p:cNvPr id="196" name="Group 73">
              <a:extLst>
                <a:ext uri="{FF2B5EF4-FFF2-40B4-BE49-F238E27FC236}">
                  <a16:creationId xmlns:a16="http://schemas.microsoft.com/office/drawing/2014/main" id="{4B77FA88-FF3B-278B-AE73-BA805043EE45}"/>
                </a:ext>
              </a:extLst>
            </p:cNvPr>
            <p:cNvGrpSpPr/>
            <p:nvPr/>
          </p:nvGrpSpPr>
          <p:grpSpPr>
            <a:xfrm>
              <a:off x="10074127" y="3354974"/>
              <a:ext cx="1474615" cy="914727"/>
              <a:chOff x="10333995" y="3354974"/>
              <a:chExt cx="1474615" cy="914727"/>
            </a:xfrm>
          </p:grpSpPr>
          <p:sp>
            <p:nvSpPr>
              <p:cNvPr id="204" name="Rounded Rectangle 6">
                <a:extLst>
                  <a:ext uri="{FF2B5EF4-FFF2-40B4-BE49-F238E27FC236}">
                    <a16:creationId xmlns:a16="http://schemas.microsoft.com/office/drawing/2014/main" id="{0AF16381-E598-0CF8-E428-7154E2D61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 bwMode="auto">
              <a:xfrm>
                <a:off x="10333995" y="3354974"/>
                <a:ext cx="1474615" cy="914727"/>
              </a:xfrm>
              <a:prstGeom prst="roundRect">
                <a:avLst>
                  <a:gd name="adj" fmla="val 12586"/>
                </a:avLst>
              </a:prstGeom>
              <a:solidFill>
                <a:srgbClr val="101010"/>
              </a:solidFill>
              <a:ln w="19050" cap="flat" cmpd="sng" algn="ctr">
                <a:gradFill flip="none" rotWithShape="1">
                  <a:gsLst>
                    <a:gs pos="0">
                      <a:srgbClr val="101010"/>
                    </a:gs>
                    <a:gs pos="93000">
                      <a:srgbClr val="432EC8"/>
                    </a:gs>
                    <a:gs pos="100000">
                      <a:srgbClr val="EDDEFF"/>
                    </a:gs>
                  </a:gsLst>
                  <a:lin ang="4800000" scaled="0"/>
                  <a:tileRect/>
                </a:gradFill>
                <a:prstDash val="solid"/>
                <a:headEnd type="none" w="med" len="med"/>
                <a:tailEnd type="none" w="med" len="med"/>
              </a:ln>
              <a:effectLst>
                <a:glow rad="88900">
                  <a:srgbClr val="432EC8">
                    <a:alpha val="22000"/>
                  </a:srgbClr>
                </a:glow>
              </a:effectLst>
            </p:spPr>
            <p:txBody>
              <a:bodyPr rot="0" spcFirstLastPara="0" vertOverflow="overflow" horzOverflow="overflow" vert="horz" wrap="square" lIns="137160" tIns="91440" rIns="137160" bIns="9144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Meiryo UI" panose="020B0604030504040204" pitchFamily="50" charset="-128"/>
                    <a:cs typeface="Segoe UI" panose="020B0502040204020203" pitchFamily="34" charset="0"/>
                  </a:rPr>
                  <a:t>Agent frameworks</a:t>
                </a:r>
              </a:p>
            </p:txBody>
          </p:sp>
          <p:pic>
            <p:nvPicPr>
              <p:cNvPr id="205" name="Picture 85" descr="A purple molecule structure on a black background&#10;&#10;AI-generated content may be incorrect.">
                <a:extLst>
                  <a:ext uri="{FF2B5EF4-FFF2-40B4-BE49-F238E27FC236}">
                    <a16:creationId xmlns:a16="http://schemas.microsoft.com/office/drawing/2014/main" id="{6DC3F4F0-48A0-2E1B-27E6-99DF6F219D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87798" y="3436509"/>
                <a:ext cx="506187" cy="506187"/>
              </a:xfrm>
              <a:prstGeom prst="rect">
                <a:avLst/>
              </a:prstGeom>
            </p:spPr>
          </p:pic>
          <p:pic>
            <p:nvPicPr>
              <p:cNvPr id="206" name="Picture 86" descr="LangGraph (LangChain) Logo Free Down... · LobeHub">
                <a:extLst>
                  <a:ext uri="{FF2B5EF4-FFF2-40B4-BE49-F238E27FC236}">
                    <a16:creationId xmlns:a16="http://schemas.microsoft.com/office/drawing/2014/main" id="{A92538A7-5B05-25B0-DC5E-E618BDA097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lum bright="70000" contrast="-70000"/>
              </a:blip>
              <a:stretch>
                <a:fillRect/>
              </a:stretch>
            </p:blipFill>
            <p:spPr>
              <a:xfrm>
                <a:off x="11068597" y="3424584"/>
                <a:ext cx="530036" cy="530036"/>
              </a:xfrm>
              <a:prstGeom prst="rect">
                <a:avLst/>
              </a:prstGeom>
            </p:spPr>
          </p:pic>
        </p:grpSp>
        <p:cxnSp>
          <p:nvCxnSpPr>
            <p:cNvPr id="197" name="Straight Arrow Connector 74">
              <a:extLst>
                <a:ext uri="{FF2B5EF4-FFF2-40B4-BE49-F238E27FC236}">
                  <a16:creationId xmlns:a16="http://schemas.microsoft.com/office/drawing/2014/main" id="{490CB88C-B5E3-94E4-D6E2-69819D21AD4E}"/>
                </a:ext>
              </a:extLst>
            </p:cNvPr>
            <p:cNvCxnSpPr>
              <a:cxnSpLocks/>
            </p:cNvCxnSpPr>
            <p:nvPr/>
          </p:nvCxnSpPr>
          <p:spPr>
            <a:xfrm>
              <a:off x="9607702" y="3463257"/>
              <a:ext cx="460858" cy="2868"/>
            </a:xfrm>
            <a:prstGeom prst="straightConnector1">
              <a:avLst/>
            </a:prstGeom>
            <a:noFill/>
            <a:ln w="19050" cap="flat" cmpd="sng" algn="ctr">
              <a:solidFill>
                <a:srgbClr val="FFFFFF">
                  <a:lumMod val="50000"/>
                </a:srgbClr>
              </a:solidFill>
              <a:prstDash val="solid"/>
              <a:headEnd type="arrow" w="lg" len="med"/>
              <a:tailEnd type="none" w="lg" len="med"/>
            </a:ln>
            <a:effectLst/>
          </p:spPr>
        </p:cxnSp>
        <p:sp>
          <p:nvSpPr>
            <p:cNvPr id="198" name="Rounded Rectangle 6">
              <a:extLst>
                <a:ext uri="{FF2B5EF4-FFF2-40B4-BE49-F238E27FC236}">
                  <a16:creationId xmlns:a16="http://schemas.microsoft.com/office/drawing/2014/main" id="{A86E3EE8-44F8-A1FB-C443-243143097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10085173" y="2265712"/>
              <a:ext cx="1474615" cy="914727"/>
            </a:xfrm>
            <a:prstGeom prst="roundRect">
              <a:avLst>
                <a:gd name="adj" fmla="val 12586"/>
              </a:avLst>
            </a:prstGeom>
            <a:solidFill>
              <a:srgbClr val="101010"/>
            </a:solidFill>
            <a:ln w="19050" cap="flat" cmpd="sng" algn="ctr">
              <a:gradFill flip="none" rotWithShape="1">
                <a:gsLst>
                  <a:gs pos="0">
                    <a:srgbClr val="101010"/>
                  </a:gs>
                  <a:gs pos="93000">
                    <a:srgbClr val="432EC8"/>
                  </a:gs>
                  <a:gs pos="100000">
                    <a:srgbClr val="EDDEFF"/>
                  </a:gs>
                </a:gsLst>
                <a:lin ang="4800000" scaled="0"/>
                <a:tileRect/>
              </a:gradFill>
              <a:prstDash val="solid"/>
              <a:headEnd type="none" w="med" len="med"/>
              <a:tailEnd type="none" w="med" len="med"/>
            </a:ln>
            <a:effectLst>
              <a:glow rad="88900">
                <a:srgbClr val="432EC8">
                  <a:alpha val="22000"/>
                </a:srgbClr>
              </a:glow>
            </a:effectLst>
          </p:spPr>
          <p:txBody>
            <a:bodyPr rot="0" spcFirstLastPara="0" vertOverflow="overflow" horzOverflow="overflow" vert="horz" wrap="square" lIns="137160" tIns="91440" rIns="13716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Copilot Studio</a:t>
              </a:r>
            </a:p>
          </p:txBody>
        </p:sp>
        <p:grpSp>
          <p:nvGrpSpPr>
            <p:cNvPr id="199" name="Group 76">
              <a:extLst>
                <a:ext uri="{FF2B5EF4-FFF2-40B4-BE49-F238E27FC236}">
                  <a16:creationId xmlns:a16="http://schemas.microsoft.com/office/drawing/2014/main" id="{ABFB60B4-775F-5835-6497-A8EBA9C81442}"/>
                </a:ext>
              </a:extLst>
            </p:cNvPr>
            <p:cNvGrpSpPr/>
            <p:nvPr/>
          </p:nvGrpSpPr>
          <p:grpSpPr>
            <a:xfrm>
              <a:off x="10082910" y="1176450"/>
              <a:ext cx="1474615" cy="914727"/>
              <a:chOff x="10342778" y="1091564"/>
              <a:chExt cx="1474615" cy="914727"/>
            </a:xfrm>
          </p:grpSpPr>
          <p:sp>
            <p:nvSpPr>
              <p:cNvPr id="202" name="Rounded Rectangle 6">
                <a:extLst>
                  <a:ext uri="{FF2B5EF4-FFF2-40B4-BE49-F238E27FC236}">
                    <a16:creationId xmlns:a16="http://schemas.microsoft.com/office/drawing/2014/main" id="{4DFBE310-40E3-64F7-1844-BA85E23067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 bwMode="auto">
              <a:xfrm>
                <a:off x="10342778" y="1091564"/>
                <a:ext cx="1474615" cy="914727"/>
              </a:xfrm>
              <a:prstGeom prst="roundRect">
                <a:avLst>
                  <a:gd name="adj" fmla="val 12586"/>
                </a:avLst>
              </a:prstGeom>
              <a:solidFill>
                <a:srgbClr val="101010"/>
              </a:solidFill>
              <a:ln w="19050" cap="flat" cmpd="sng" algn="ctr">
                <a:gradFill flip="none" rotWithShape="1">
                  <a:gsLst>
                    <a:gs pos="0">
                      <a:srgbClr val="101010"/>
                    </a:gs>
                    <a:gs pos="93000">
                      <a:srgbClr val="432EC8"/>
                    </a:gs>
                    <a:gs pos="100000">
                      <a:srgbClr val="EDDEFF"/>
                    </a:gs>
                  </a:gsLst>
                  <a:lin ang="4800000" scaled="0"/>
                  <a:tileRect/>
                </a:gradFill>
                <a:prstDash val="solid"/>
                <a:headEnd type="none" w="med" len="med"/>
                <a:tailEnd type="none" w="med" len="med"/>
              </a:ln>
              <a:effectLst>
                <a:glow rad="88900">
                  <a:srgbClr val="432EC8">
                    <a:alpha val="22000"/>
                  </a:srgbClr>
                </a:glow>
              </a:effectLst>
            </p:spPr>
            <p:txBody>
              <a:bodyPr rot="0" spcFirstLastPara="0" vertOverflow="overflow" horzOverflow="overflow" vert="horz" wrap="none" lIns="137160" tIns="91440" rIns="137160" bIns="9144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Meiryo UI" panose="020B0604030504040204" pitchFamily="50" charset="-128"/>
                    <a:cs typeface="Segoe UI" panose="020B0502040204020203" pitchFamily="34" charset="0"/>
                  </a:rPr>
                  <a:t>M365/A365/Teams</a:t>
                </a:r>
              </a:p>
            </p:txBody>
          </p:sp>
          <p:pic>
            <p:nvPicPr>
              <p:cNvPr id="203" name="Picture 2" descr="Boost Productivity with Microsoft Copilot - CallTower">
                <a:extLst>
                  <a:ext uri="{FF2B5EF4-FFF2-40B4-BE49-F238E27FC236}">
                    <a16:creationId xmlns:a16="http://schemas.microsoft.com/office/drawing/2014/main" id="{B7AC8A55-A25F-B295-25B7-BDEDC4281D2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13639" y="1257774"/>
                <a:ext cx="354386" cy="35807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00" name="Straight Arrow Connector 77">
              <a:extLst>
                <a:ext uri="{FF2B5EF4-FFF2-40B4-BE49-F238E27FC236}">
                  <a16:creationId xmlns:a16="http://schemas.microsoft.com/office/drawing/2014/main" id="{30E9597E-07BB-868E-DDA4-500F85A48A25}"/>
                </a:ext>
              </a:extLst>
            </p:cNvPr>
            <p:cNvCxnSpPr>
              <a:cxnSpLocks/>
              <a:endCxn id="183" idx="3"/>
            </p:cNvCxnSpPr>
            <p:nvPr/>
          </p:nvCxnSpPr>
          <p:spPr>
            <a:xfrm flipH="1">
              <a:off x="8839414" y="2360546"/>
              <a:ext cx="1252992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FFFF">
                  <a:lumMod val="50000"/>
                </a:srgbClr>
              </a:solidFill>
              <a:prstDash val="solid"/>
              <a:headEnd type="arrow" w="lg" len="med"/>
              <a:tailEnd type="none" w="lg" len="med"/>
            </a:ln>
            <a:effectLst/>
          </p:spPr>
        </p:cxnSp>
        <p:cxnSp>
          <p:nvCxnSpPr>
            <p:cNvPr id="201" name="Straight Arrow Connector 78">
              <a:extLst>
                <a:ext uri="{FF2B5EF4-FFF2-40B4-BE49-F238E27FC236}">
                  <a16:creationId xmlns:a16="http://schemas.microsoft.com/office/drawing/2014/main" id="{BF11546B-95C9-3414-A157-A246F088E3F0}"/>
                </a:ext>
              </a:extLst>
            </p:cNvPr>
            <p:cNvCxnSpPr>
              <a:cxnSpLocks/>
            </p:cNvCxnSpPr>
            <p:nvPr/>
          </p:nvCxnSpPr>
          <p:spPr>
            <a:xfrm>
              <a:off x="9607702" y="2643595"/>
              <a:ext cx="460858" cy="2868"/>
            </a:xfrm>
            <a:prstGeom prst="straightConnector1">
              <a:avLst/>
            </a:prstGeom>
            <a:noFill/>
            <a:ln w="19050" cap="flat" cmpd="sng" algn="ctr">
              <a:solidFill>
                <a:srgbClr val="FFFFFF">
                  <a:lumMod val="50000"/>
                </a:srgbClr>
              </a:solidFill>
              <a:prstDash val="solid"/>
              <a:headEnd type="arrow" w="lg" len="med"/>
              <a:tailEnd type="none" w="lg" len="med"/>
            </a:ln>
            <a:effectLst/>
          </p:spPr>
        </p:cxnSp>
      </p:grpSp>
      <p:pic>
        <p:nvPicPr>
          <p:cNvPr id="207" name="Picture 6">
            <a:extLst>
              <a:ext uri="{FF2B5EF4-FFF2-40B4-BE49-F238E27FC236}">
                <a16:creationId xmlns:a16="http://schemas.microsoft.com/office/drawing/2014/main" id="{A4A1EBCC-9531-F2D4-ABE3-71B49D4F5127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6790" y="2846756"/>
            <a:ext cx="352263" cy="352263"/>
          </a:xfrm>
          <a:prstGeom prst="rect">
            <a:avLst/>
          </a:prstGeom>
        </p:spPr>
      </p:pic>
      <p:pic>
        <p:nvPicPr>
          <p:cNvPr id="208" name="Picture 13" descr="A blue and pink logo&#10;&#10;AI-generated content may be incorrect.">
            <a:extLst>
              <a:ext uri="{FF2B5EF4-FFF2-40B4-BE49-F238E27FC236}">
                <a16:creationId xmlns:a16="http://schemas.microsoft.com/office/drawing/2014/main" id="{676CB771-2C4D-6013-C1A4-CE659E25B7F7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6857" y="1810566"/>
            <a:ext cx="280688" cy="280686"/>
          </a:xfrm>
          <a:prstGeom prst="rect">
            <a:avLst/>
          </a:prstGeom>
        </p:spPr>
      </p:pic>
      <p:sp>
        <p:nvSpPr>
          <p:cNvPr id="209" name="Rectangle: Rounded Corners 12">
            <a:extLst>
              <a:ext uri="{FF2B5EF4-FFF2-40B4-BE49-F238E27FC236}">
                <a16:creationId xmlns:a16="http://schemas.microsoft.com/office/drawing/2014/main" id="{E53430AA-A4A9-AAF5-8F49-64BB65245A70}"/>
              </a:ext>
            </a:extLst>
          </p:cNvPr>
          <p:cNvSpPr/>
          <p:nvPr/>
        </p:nvSpPr>
        <p:spPr>
          <a:xfrm>
            <a:off x="6516899" y="4456140"/>
            <a:ext cx="1285314" cy="631104"/>
          </a:xfrm>
          <a:prstGeom prst="roundRect">
            <a:avLst>
              <a:gd name="adj" fmla="val 8651"/>
            </a:avLst>
          </a:prstGeom>
          <a:solidFill>
            <a:srgbClr val="101010"/>
          </a:solidFill>
          <a:ln w="19050" cap="flat" cmpd="sng" algn="ctr">
            <a:gradFill flip="none" rotWithShape="1">
              <a:gsLst>
                <a:gs pos="0">
                  <a:srgbClr val="101010"/>
                </a:gs>
                <a:gs pos="93000">
                  <a:srgbClr val="432EC8"/>
                </a:gs>
                <a:gs pos="100000">
                  <a:srgbClr val="EDDEFF"/>
                </a:gs>
              </a:gsLst>
              <a:lin ang="4800000" scaled="0"/>
              <a:tileRect/>
            </a:gradFill>
            <a:prstDash val="solid"/>
            <a:headEnd type="none" w="med" len="med"/>
            <a:tailEnd type="none" w="med" len="med"/>
          </a:ln>
          <a:effectLst>
            <a:glow rad="88900">
              <a:srgbClr val="432EC8">
                <a:alpha val="22000"/>
              </a:srgbClr>
            </a:glow>
          </a:effectLst>
        </p:spPr>
        <p:txBody>
          <a:bodyPr rot="0" spcFirstLastPara="0" vertOverflow="overflow" horzOverflow="overflow" vert="horz" wrap="square" lIns="137160" tIns="91440" rIns="13716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>
                <a:solidFill>
                  <a:srgbClr val="FFFFFF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  Foundry IQ</a:t>
            </a:r>
          </a:p>
        </p:txBody>
      </p:sp>
      <p:pic>
        <p:nvPicPr>
          <p:cNvPr id="210" name="Picture 2" descr="Microsoft Fabric logo">
            <a:extLst>
              <a:ext uri="{FF2B5EF4-FFF2-40B4-BE49-F238E27FC236}">
                <a16:creationId xmlns:a16="http://schemas.microsoft.com/office/drawing/2014/main" id="{6FC61BA4-C93F-8328-0617-B3013A137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4898" y="4849463"/>
            <a:ext cx="150278" cy="141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Picture 20" descr="A blue logo with a black background&#10;&#10;AI-generated content may be incorrect.">
            <a:extLst>
              <a:ext uri="{FF2B5EF4-FFF2-40B4-BE49-F238E27FC236}">
                <a16:creationId xmlns:a16="http://schemas.microsoft.com/office/drawing/2014/main" id="{3520A3B0-BA76-B86F-610D-799CEE60D78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8341" y="4534651"/>
            <a:ext cx="228320" cy="236540"/>
          </a:xfrm>
          <a:prstGeom prst="rect">
            <a:avLst/>
          </a:prstGeom>
        </p:spPr>
      </p:pic>
      <p:pic>
        <p:nvPicPr>
          <p:cNvPr id="212" name="Picture 21" descr="A blue triangle logo on a black background&#10;&#10;AI-generated content may be incorrect.">
            <a:extLst>
              <a:ext uri="{FF2B5EF4-FFF2-40B4-BE49-F238E27FC236}">
                <a16:creationId xmlns:a16="http://schemas.microsoft.com/office/drawing/2014/main" id="{26F66091-BBC5-8A00-71AE-F0E2C1649462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712" y="4541201"/>
            <a:ext cx="249807" cy="249807"/>
          </a:xfrm>
          <a:prstGeom prst="rect">
            <a:avLst/>
          </a:prstGeom>
        </p:spPr>
      </p:pic>
      <p:pic>
        <p:nvPicPr>
          <p:cNvPr id="213" name="Picture 22" descr="A blue ribbon in a shape of a star&#10;&#10;AI-generated content may be incorrect.">
            <a:extLst>
              <a:ext uri="{FF2B5EF4-FFF2-40B4-BE49-F238E27FC236}">
                <a16:creationId xmlns:a16="http://schemas.microsoft.com/office/drawing/2014/main" id="{66FCD34C-0A2E-EC93-72F0-40A7E4DE5B01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6458" y="4554913"/>
            <a:ext cx="236540" cy="236540"/>
          </a:xfrm>
          <a:prstGeom prst="rect">
            <a:avLst/>
          </a:prstGeom>
        </p:spPr>
      </p:pic>
      <p:pic>
        <p:nvPicPr>
          <p:cNvPr id="214" name="Picture 47">
            <a:extLst>
              <a:ext uri="{FF2B5EF4-FFF2-40B4-BE49-F238E27FC236}">
                <a16:creationId xmlns:a16="http://schemas.microsoft.com/office/drawing/2014/main" id="{DBE2F93D-CBA4-7F8D-8978-63284A239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t="6749" b="6749"/>
          <a:stretch/>
        </p:blipFill>
        <p:spPr>
          <a:xfrm>
            <a:off x="6850510" y="4842717"/>
            <a:ext cx="195371" cy="168998"/>
          </a:xfrm>
          <a:prstGeom prst="rect">
            <a:avLst/>
          </a:prstGeom>
          <a:effectLst/>
        </p:spPr>
      </p:pic>
      <p:pic>
        <p:nvPicPr>
          <p:cNvPr id="215" name="Picture 45">
            <a:extLst>
              <a:ext uri="{FF2B5EF4-FFF2-40B4-BE49-F238E27FC236}">
                <a16:creationId xmlns:a16="http://schemas.microsoft.com/office/drawing/2014/main" id="{7A7EF52A-4C00-B4D9-D4C1-4BACADCA3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7156706" y="4842717"/>
            <a:ext cx="168998" cy="168998"/>
          </a:xfrm>
          <a:prstGeom prst="rect">
            <a:avLst/>
          </a:prstGeom>
          <a:effectLst/>
        </p:spPr>
      </p:pic>
      <p:pic>
        <p:nvPicPr>
          <p:cNvPr id="216" name="Picture 26">
            <a:extLst>
              <a:ext uri="{FF2B5EF4-FFF2-40B4-BE49-F238E27FC236}">
                <a16:creationId xmlns:a16="http://schemas.microsoft.com/office/drawing/2014/main" id="{746112ED-61E1-0DF5-0184-EDCA1B2B5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90048" y="4836219"/>
            <a:ext cx="168645" cy="168998"/>
          </a:xfrm>
          <a:prstGeom prst="rect">
            <a:avLst/>
          </a:prstGeom>
          <a:effectLst/>
        </p:spPr>
      </p:pic>
      <p:pic>
        <p:nvPicPr>
          <p:cNvPr id="217" name="Graphic 18">
            <a:extLst>
              <a:ext uri="{FF2B5EF4-FFF2-40B4-BE49-F238E27FC236}">
                <a16:creationId xmlns:a16="http://schemas.microsoft.com/office/drawing/2014/main" id="{7E313D9E-E1AA-2D2D-BD0F-1A6657858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4353" t="-17182" r="-20286" b="-24750"/>
          <a:stretch>
            <a:fillRect/>
          </a:stretch>
        </p:blipFill>
        <p:spPr>
          <a:xfrm>
            <a:off x="7338170" y="4821181"/>
            <a:ext cx="250209" cy="215696"/>
          </a:xfrm>
          <a:prstGeom prst="rect">
            <a:avLst/>
          </a:prstGeom>
          <a:effectLst/>
        </p:spPr>
      </p:pic>
      <p:pic>
        <p:nvPicPr>
          <p:cNvPr id="218" name="Picture 41">
            <a:extLst>
              <a:ext uri="{FF2B5EF4-FFF2-40B4-BE49-F238E27FC236}">
                <a16:creationId xmlns:a16="http://schemas.microsoft.com/office/drawing/2014/main" id="{862788D4-EDA8-5963-6482-1CF672D0C92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973664" y="4966683"/>
            <a:ext cx="278290" cy="278290"/>
          </a:xfrm>
          <a:prstGeom prst="rect">
            <a:avLst/>
          </a:prstGeom>
        </p:spPr>
      </p:pic>
      <p:pic>
        <p:nvPicPr>
          <p:cNvPr id="219" name="Picture 43" descr="A white letter on a red and yellow background&#10;&#10;AI-generated content may be incorrect.">
            <a:extLst>
              <a:ext uri="{FF2B5EF4-FFF2-40B4-BE49-F238E27FC236}">
                <a16:creationId xmlns:a16="http://schemas.microsoft.com/office/drawing/2014/main" id="{BEC0BEC2-5F2C-7207-AFD1-4DFE2D6FD8A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42001" y="5005217"/>
            <a:ext cx="210574" cy="203549"/>
          </a:xfrm>
          <a:prstGeom prst="rect">
            <a:avLst/>
          </a:prstGeom>
        </p:spPr>
      </p:pic>
      <p:pic>
        <p:nvPicPr>
          <p:cNvPr id="220" name="Graphic 44">
            <a:extLst>
              <a:ext uri="{FF2B5EF4-FFF2-40B4-BE49-F238E27FC236}">
                <a16:creationId xmlns:a16="http://schemas.microsoft.com/office/drawing/2014/main" id="{61E64B67-56DA-4678-8B66-8F33E699E6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94917" y="5296500"/>
            <a:ext cx="320089" cy="237474"/>
          </a:xfrm>
          <a:prstGeom prst="rect">
            <a:avLst/>
          </a:prstGeom>
        </p:spPr>
      </p:pic>
      <p:pic>
        <p:nvPicPr>
          <p:cNvPr id="221" name="Picture 2" descr="Claude Logo 免費下載 SVG, PNG, 矢量圖標 · LobeHub">
            <a:extLst>
              <a:ext uri="{FF2B5EF4-FFF2-40B4-BE49-F238E27FC236}">
                <a16:creationId xmlns:a16="http://schemas.microsoft.com/office/drawing/2014/main" id="{8A3B801F-4BA8-46C9-515D-58B221125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605" y="4986353"/>
            <a:ext cx="241276" cy="24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Picture 47" descr="Grok color icon in PNG, SVG">
            <a:extLst>
              <a:ext uri="{FF2B5EF4-FFF2-40B4-BE49-F238E27FC236}">
                <a16:creationId xmlns:a16="http://schemas.microsoft.com/office/drawing/2014/main" id="{21FBCB28-5678-BF12-4AE7-B0416A767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artisticPaintStrok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185" y="5306168"/>
            <a:ext cx="215666" cy="203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3" name="TextBox 50">
            <a:extLst>
              <a:ext uri="{FF2B5EF4-FFF2-40B4-BE49-F238E27FC236}">
                <a16:creationId xmlns:a16="http://schemas.microsoft.com/office/drawing/2014/main" id="{91BAF9DA-B627-8E52-9BB1-A7884D096783}"/>
              </a:ext>
            </a:extLst>
          </p:cNvPr>
          <p:cNvSpPr txBox="1"/>
          <p:nvPr/>
        </p:nvSpPr>
        <p:spPr>
          <a:xfrm>
            <a:off x="6552153" y="5184213"/>
            <a:ext cx="11926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/>
            </a:pPr>
            <a:r>
              <a:rPr lang="en-US" sz="1200" kern="0">
                <a:solidFill>
                  <a:srgbClr val="FFFFFF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メモリ</a:t>
            </a:r>
            <a:endParaRPr lang="en-US" sz="1200">
              <a:solidFill>
                <a:srgbClr val="FFFFFF"/>
              </a:solidFill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pic>
        <p:nvPicPr>
          <p:cNvPr id="224" name="Picture 58">
            <a:extLst>
              <a:ext uri="{FF2B5EF4-FFF2-40B4-BE49-F238E27FC236}">
                <a16:creationId xmlns:a16="http://schemas.microsoft.com/office/drawing/2014/main" id="{B6AE4C60-226A-F3B8-C72A-F46F320A632A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8213" y="4877843"/>
            <a:ext cx="261700" cy="261700"/>
          </a:xfrm>
          <a:prstGeom prst="rect">
            <a:avLst/>
          </a:prstGeom>
        </p:spPr>
      </p:pic>
      <p:pic>
        <p:nvPicPr>
          <p:cNvPr id="225" name="Picture 62">
            <a:extLst>
              <a:ext uri="{FF2B5EF4-FFF2-40B4-BE49-F238E27FC236}">
                <a16:creationId xmlns:a16="http://schemas.microsoft.com/office/drawing/2014/main" id="{3063B22C-B538-57AD-8764-965195170343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296" y="5135053"/>
            <a:ext cx="261700" cy="261700"/>
          </a:xfrm>
          <a:prstGeom prst="rect">
            <a:avLst/>
          </a:prstGeom>
        </p:spPr>
      </p:pic>
      <p:pic>
        <p:nvPicPr>
          <p:cNvPr id="226" name="Picture 7167">
            <a:extLst>
              <a:ext uri="{FF2B5EF4-FFF2-40B4-BE49-F238E27FC236}">
                <a16:creationId xmlns:a16="http://schemas.microsoft.com/office/drawing/2014/main" id="{E4E75CF6-6F5B-D95B-E3CC-7DEDB217948A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8253" y="5142702"/>
            <a:ext cx="261700" cy="261700"/>
          </a:xfrm>
          <a:prstGeom prst="rect">
            <a:avLst/>
          </a:prstGeom>
        </p:spPr>
      </p:pic>
      <p:pic>
        <p:nvPicPr>
          <p:cNvPr id="227" name="Picture 7168">
            <a:extLst>
              <a:ext uri="{FF2B5EF4-FFF2-40B4-BE49-F238E27FC236}">
                <a16:creationId xmlns:a16="http://schemas.microsoft.com/office/drawing/2014/main" id="{1722D99C-AE05-1725-DFF9-CA869649DAE3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795" y="4877843"/>
            <a:ext cx="261700" cy="261700"/>
          </a:xfrm>
          <a:prstGeom prst="rect">
            <a:avLst/>
          </a:prstGeom>
        </p:spPr>
      </p:pic>
      <p:pic>
        <p:nvPicPr>
          <p:cNvPr id="228" name="Picture 7170">
            <a:extLst>
              <a:ext uri="{FF2B5EF4-FFF2-40B4-BE49-F238E27FC236}">
                <a16:creationId xmlns:a16="http://schemas.microsoft.com/office/drawing/2014/main" id="{90AFA57E-61EA-0962-6D1A-6D66B93DC1CB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7042" y="5146934"/>
            <a:ext cx="261700" cy="261700"/>
          </a:xfrm>
          <a:prstGeom prst="rect">
            <a:avLst/>
          </a:prstGeom>
        </p:spPr>
      </p:pic>
      <p:pic>
        <p:nvPicPr>
          <p:cNvPr id="229" name="Picture 7174">
            <a:extLst>
              <a:ext uri="{FF2B5EF4-FFF2-40B4-BE49-F238E27FC236}">
                <a16:creationId xmlns:a16="http://schemas.microsoft.com/office/drawing/2014/main" id="{5814E1BE-6050-46E0-0C9B-B1FB6EDB5265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5711" y="4859962"/>
            <a:ext cx="261700" cy="261700"/>
          </a:xfrm>
          <a:prstGeom prst="rect">
            <a:avLst/>
          </a:prstGeom>
        </p:spPr>
      </p:pic>
      <p:pic>
        <p:nvPicPr>
          <p:cNvPr id="230" name="Picture 7175">
            <a:extLst>
              <a:ext uri="{FF2B5EF4-FFF2-40B4-BE49-F238E27FC236}">
                <a16:creationId xmlns:a16="http://schemas.microsoft.com/office/drawing/2014/main" id="{C26DE846-CECF-273B-53B9-6B1831602B03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721" y="6491728"/>
            <a:ext cx="269819" cy="269819"/>
          </a:xfrm>
          <a:prstGeom prst="rect">
            <a:avLst/>
          </a:prstGeom>
        </p:spPr>
      </p:pic>
      <p:pic>
        <p:nvPicPr>
          <p:cNvPr id="231" name="図 230" descr="File:Microsoft Office Teams (2025–present).svg - Wikimedia ...">
            <a:extLst>
              <a:ext uri="{FF2B5EF4-FFF2-40B4-BE49-F238E27FC236}">
                <a16:creationId xmlns:a16="http://schemas.microsoft.com/office/drawing/2014/main" id="{1FF59CB3-D0CB-9479-0179-C2F6FFC3DAAC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087940" y="1766699"/>
            <a:ext cx="321857" cy="33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724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BF25D-FD71-0751-BB37-906B461C2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A3C5C31-0A45-9939-80EB-D72D6ABE34D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ja-JP" sz="2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Foundry IQ</a:t>
            </a:r>
            <a:endParaRPr lang="en-US" altLang="ja-JP" sz="20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AD2BC7B-69DD-D8F9-9206-B593E0DA38AD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10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8B08614-FC62-2A28-3CA8-D8B5AC00DAAF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2EDAC2E-7150-D8EE-EFF2-95554536B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636360"/>
            <a:ext cx="3212030" cy="997196"/>
          </a:xfr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ctr" defTabSz="914400">
              <a:spcBef>
                <a:spcPts val="0"/>
              </a:spcBef>
            </a:pPr>
            <a:r>
              <a:rPr lang="ja-JP" altLang="en-US" sz="2400" b="0" kern="0" spc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</a:rPr>
              <a:t>複数データソースをナレッジとして統合し、</a:t>
            </a:r>
            <a:r>
              <a:rPr lang="en-US" altLang="ja-JP" sz="2400" b="0" kern="0" spc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</a:rPr>
              <a:t>AI </a:t>
            </a:r>
            <a:r>
              <a:rPr lang="ja-JP" altLang="en-US" sz="2400" b="0" kern="0" spc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</a:rPr>
              <a:t>が自律的に検索</a:t>
            </a:r>
            <a:endParaRPr lang="en-US" sz="2400" b="0" kern="0" spc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Meiryo UI" panose="020B0604030504040204" pitchFamily="50" charset="-128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08397881-D014-C842-33EC-D5EE4040E6E9}"/>
              </a:ext>
            </a:extLst>
          </p:cNvPr>
          <p:cNvSpPr txBox="1"/>
          <p:nvPr/>
        </p:nvSpPr>
        <p:spPr>
          <a:xfrm>
            <a:off x="589481" y="3184066"/>
            <a:ext cx="3469243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lvl="0" indent="-285750" defTabSz="914367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再利用可能なナレッジベース </a:t>
            </a:r>
            <a:r>
              <a:rPr lang="en-US" altLang="ja-JP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- 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Blob / SharePoint / </a:t>
            </a:r>
            <a:r>
              <a:rPr lang="en-US" altLang="ja-JP" sz="1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OneLake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 / Web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を集約</a:t>
            </a:r>
            <a:endParaRPr lang="en-US" altLang="ja-JP" sz="1400" b="1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  <a:p>
            <a:pPr marL="285750" lvl="0" indent="-285750" defTabSz="914367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ja-JP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Agentic Retrieval -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クエリ自動分解・並列検索で従来 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RAG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比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36%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高品質</a:t>
            </a:r>
            <a:r>
              <a:rPr lang="ja-JP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（</a:t>
            </a:r>
            <a:r>
              <a:rPr lang="en-US" altLang="ja-JP" sz="8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MS</a:t>
            </a:r>
            <a:r>
              <a:rPr lang="ja-JP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ベンチマーク）</a:t>
            </a:r>
            <a:endParaRPr lang="ja-JP" altLang="en-US" sz="140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  <a:p>
            <a:pPr marL="285750" lvl="0" indent="-285750" defTabSz="914367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権限認識型の応答 </a:t>
            </a:r>
            <a:r>
              <a:rPr lang="en-US" altLang="ja-JP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- 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ACL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・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Purview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・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Entra ID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で許可コンテンツのみ返却</a:t>
            </a:r>
          </a:p>
          <a:p>
            <a:pPr marL="285750" lvl="0" indent="-285750" defTabSz="914367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引用付きグラウンディング </a:t>
            </a:r>
            <a:r>
              <a:rPr lang="en-US" altLang="ja-JP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-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ソースまで追跡可能な出典付き回答</a:t>
            </a:r>
          </a:p>
          <a:p>
            <a:pPr marL="285750" lvl="0" indent="-285750" defTabSz="914367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ja-JP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3</a:t>
            </a: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つの</a:t>
            </a:r>
            <a:r>
              <a:rPr lang="en-US" altLang="ja-JP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IQ</a:t>
            </a: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レイヤー </a:t>
            </a:r>
            <a:r>
              <a:rPr lang="en-US" altLang="ja-JP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- 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Foundry IQ / Fabric IQ / Work IQ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で組織データ完全カバー</a:t>
            </a:r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cxnSp>
        <p:nvCxnSpPr>
          <p:cNvPr id="12" name="Straight Connector 4">
            <a:extLst>
              <a:ext uri="{FF2B5EF4-FFF2-40B4-BE49-F238E27FC236}">
                <a16:creationId xmlns:a16="http://schemas.microsoft.com/office/drawing/2014/main" id="{E68D3669-830F-184B-FF14-31102A559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95242" y="2990212"/>
            <a:ext cx="798512" cy="0"/>
          </a:xfrm>
          <a:prstGeom prst="line">
            <a:avLst/>
          </a:prstGeom>
          <a:noFill/>
          <a:ln w="12700" cap="flat" cmpd="sng" algn="ctr">
            <a:solidFill>
              <a:srgbClr val="E8E6DF">
                <a:lumMod val="75000"/>
              </a:srgbClr>
            </a:solidFill>
            <a:prstDash val="solid"/>
            <a:headEnd type="none" w="lg" len="med"/>
            <a:tailEnd type="none" w="lg" len="med"/>
          </a:ln>
          <a:effectLst/>
        </p:spPr>
      </p:cxnSp>
      <p:sp>
        <p:nvSpPr>
          <p:cNvPr id="292" name="Rectangle: Rounded Corners 37">
            <a:extLst>
              <a:ext uri="{FF2B5EF4-FFF2-40B4-BE49-F238E27FC236}">
                <a16:creationId xmlns:a16="http://schemas.microsoft.com/office/drawing/2014/main" id="{F695EA84-1145-2D68-C2D0-1ECDB92A2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45368" y="1400810"/>
            <a:ext cx="7575819" cy="5350899"/>
          </a:xfrm>
          <a:prstGeom prst="roundRect">
            <a:avLst>
              <a:gd name="adj" fmla="val 4930"/>
            </a:avLst>
          </a:prstGeom>
          <a:solidFill>
            <a:srgbClr val="101010"/>
          </a:solidFill>
          <a:ln w="38100" cap="flat" cmpd="sng" algn="ctr">
            <a:gradFill flip="none" rotWithShape="1">
              <a:gsLst>
                <a:gs pos="0">
                  <a:srgbClr val="101010"/>
                </a:gs>
                <a:gs pos="79000">
                  <a:srgbClr val="432EC8"/>
                </a:gs>
                <a:gs pos="100000">
                  <a:srgbClr val="EDDEFF"/>
                </a:gs>
              </a:gsLst>
              <a:lin ang="2700000" scaled="1"/>
              <a:tileRect/>
            </a:gradFill>
            <a:prstDash val="solid"/>
            <a:headEnd type="none" w="med" len="med"/>
            <a:tailEnd type="none" w="med" len="med"/>
          </a:ln>
          <a:effectLst>
            <a:glow rad="190500">
              <a:srgbClr val="432EC8">
                <a:alpha val="22000"/>
              </a:srgbClr>
            </a:glow>
          </a:effectLst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kern="0">
              <a:solidFill>
                <a:srgbClr val="000000"/>
              </a:solidFill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293" name="Title 5">
            <a:extLst>
              <a:ext uri="{FF2B5EF4-FFF2-40B4-BE49-F238E27FC236}">
                <a16:creationId xmlns:a16="http://schemas.microsoft.com/office/drawing/2014/main" id="{F4B88486-FAD6-6DEA-57B6-19C2C0985617}"/>
              </a:ext>
            </a:extLst>
          </p:cNvPr>
          <p:cNvSpPr txBox="1">
            <a:spLocks/>
          </p:cNvSpPr>
          <p:nvPr/>
        </p:nvSpPr>
        <p:spPr>
          <a:xfrm>
            <a:off x="4179402" y="1550869"/>
            <a:ext cx="7877862" cy="47315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75028" tIns="37514" rIns="75028" bIns="3751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R="0" lvl="0" indent="0" algn="ctr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Segoe Sans Display" pitchFamily="2" charset="0"/>
              </a:defRPr>
            </a:lvl1pPr>
          </a:lstStyle>
          <a:p>
            <a:pPr defTabSz="750357">
              <a:spcBef>
                <a:spcPts val="0"/>
              </a:spcBef>
              <a:defRPr/>
            </a:pPr>
            <a:r>
              <a:rPr sz="3600" spc="-50">
                <a:ln w="3175">
                  <a:noFill/>
                </a:ln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Foundry IQ </a:t>
            </a:r>
          </a:p>
          <a:p>
            <a:pPr defTabSz="750357">
              <a:spcBef>
                <a:spcPts val="0"/>
              </a:spcBef>
              <a:defRPr/>
            </a:pPr>
            <a:r>
              <a:rPr sz="1600"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by Azure AI Search</a:t>
            </a:r>
          </a:p>
        </p:txBody>
      </p:sp>
      <p:sp>
        <p:nvSpPr>
          <p:cNvPr id="294" name="Rectangle: Rounded Corners 3">
            <a:extLst>
              <a:ext uri="{FF2B5EF4-FFF2-40B4-BE49-F238E27FC236}">
                <a16:creationId xmlns:a16="http://schemas.microsoft.com/office/drawing/2014/main" id="{0A817E1B-EB22-358A-535C-2F9886F71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524683" y="4044335"/>
            <a:ext cx="7217191" cy="2541119"/>
          </a:xfrm>
          <a:prstGeom prst="roundRect">
            <a:avLst>
              <a:gd name="adj" fmla="val 7959"/>
            </a:avLst>
          </a:prstGeom>
          <a:solidFill>
            <a:srgbClr val="101010"/>
          </a:solidFill>
          <a:ln w="19050" cap="flat" cmpd="sng" algn="ctr">
            <a:gradFill flip="none" rotWithShape="1">
              <a:gsLst>
                <a:gs pos="0">
                  <a:srgbClr val="432EC8"/>
                </a:gs>
                <a:gs pos="79000">
                  <a:srgbClr val="432EC8"/>
                </a:gs>
                <a:gs pos="100000">
                  <a:srgbClr val="EDDEFF"/>
                </a:gs>
              </a:gsLst>
              <a:lin ang="2700000" scaled="1"/>
              <a:tileRect/>
            </a:gradFill>
            <a:prstDash val="solid"/>
            <a:headEnd type="none" w="med" len="med"/>
            <a:tailEnd type="none" w="med" len="med"/>
          </a:ln>
          <a:effectLst>
            <a:glow rad="88900">
              <a:srgbClr val="432EC8">
                <a:alpha val="22000"/>
              </a:srgbClr>
            </a:glow>
          </a:effectLst>
        </p:spPr>
        <p:txBody>
          <a:bodyPr rot="0" spcFirstLastPara="0" vertOverflow="overflow" horzOverflow="overflow" vert="horz" wrap="square" lIns="0" tIns="61200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>
              <a:solidFill>
                <a:srgbClr val="FFFFFF"/>
              </a:solidFill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grpSp>
        <p:nvGrpSpPr>
          <p:cNvPr id="295" name="Group 1" descr="“Dark-themed graphic titled ‘Foundry IQ by Azure AI Search.’ It shows five feature boxes labeled Knowledge bases, Indexed &amp; remote sources, Agentic RAG, Enterprise access control, and Automated data preparation. Below, two sections: Sources with icons for Edge, Azure, Windows, SharePoint, and Bing; and Integrations with icons for Teams, Azure-related hexagon, and Power Automate.”">
            <a:extLst>
              <a:ext uri="{FF2B5EF4-FFF2-40B4-BE49-F238E27FC236}">
                <a16:creationId xmlns:a16="http://schemas.microsoft.com/office/drawing/2014/main" id="{55179E3B-2AED-9C2A-EE8B-9F7A70D12504}"/>
              </a:ext>
            </a:extLst>
          </p:cNvPr>
          <p:cNvGrpSpPr/>
          <p:nvPr/>
        </p:nvGrpSpPr>
        <p:grpSpPr>
          <a:xfrm>
            <a:off x="6283114" y="1676148"/>
            <a:ext cx="582964" cy="582964"/>
            <a:chOff x="5888224" y="587509"/>
            <a:chExt cx="731520" cy="731520"/>
          </a:xfrm>
        </p:grpSpPr>
        <p:sp>
          <p:nvSpPr>
            <p:cNvPr id="296" name="Oval 20">
              <a:extLst>
                <a:ext uri="{FF2B5EF4-FFF2-40B4-BE49-F238E27FC236}">
                  <a16:creationId xmlns:a16="http://schemas.microsoft.com/office/drawing/2014/main" id="{BC3A8220-900F-CA71-2115-59B77C205444}"/>
                </a:ext>
              </a:extLst>
            </p:cNvPr>
            <p:cNvSpPr/>
            <p:nvPr/>
          </p:nvSpPr>
          <p:spPr bwMode="auto">
            <a:xfrm>
              <a:off x="5888224" y="587509"/>
              <a:ext cx="731520" cy="731520"/>
            </a:xfrm>
            <a:prstGeom prst="ellipse">
              <a:avLst/>
            </a:prstGeom>
            <a:solidFill>
              <a:srgbClr val="101010"/>
            </a:solidFill>
            <a:ln w="19050" cap="flat" cmpd="sng" algn="ctr">
              <a:gradFill flip="none" rotWithShape="1">
                <a:gsLst>
                  <a:gs pos="0">
                    <a:srgbClr val="101010"/>
                  </a:gs>
                  <a:gs pos="79000">
                    <a:srgbClr val="432EC8"/>
                  </a:gs>
                  <a:gs pos="100000">
                    <a:srgbClr val="EDDEFF"/>
                  </a:gs>
                </a:gsLst>
                <a:lin ang="2700000" scaled="1"/>
                <a:tileRect/>
              </a:gradFill>
              <a:prstDash val="solid"/>
              <a:headEnd type="none" w="med" len="med"/>
              <a:tailEnd type="none" w="med" len="med"/>
            </a:ln>
            <a:effectLst>
              <a:glow rad="88900">
                <a:srgbClr val="432EC8">
                  <a:alpha val="22000"/>
                </a:srgbClr>
              </a:glo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000000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endParaRPr>
            </a:p>
          </p:txBody>
        </p:sp>
        <p:pic>
          <p:nvPicPr>
            <p:cNvPr id="297" name="!!Fabric">
              <a:extLst>
                <a:ext uri="{FF2B5EF4-FFF2-40B4-BE49-F238E27FC236}">
                  <a16:creationId xmlns:a16="http://schemas.microsoft.com/office/drawing/2014/main" id="{8D0308C2-50C1-3ED4-9AE6-A907C25039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965751" y="664299"/>
              <a:ext cx="576465" cy="576465"/>
            </a:xfrm>
            <a:prstGeom prst="rect">
              <a:avLst/>
            </a:prstGeom>
            <a:effectLst/>
          </p:spPr>
        </p:pic>
      </p:grpSp>
      <p:sp>
        <p:nvSpPr>
          <p:cNvPr id="298" name="Rectangle: Rounded Corners 53">
            <a:extLst>
              <a:ext uri="{FF2B5EF4-FFF2-40B4-BE49-F238E27FC236}">
                <a16:creationId xmlns:a16="http://schemas.microsoft.com/office/drawing/2014/main" id="{A2009CBB-9EEF-9DEA-B90E-A4BED36AF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55967" y="5167371"/>
            <a:ext cx="3459073" cy="1057409"/>
          </a:xfrm>
          <a:prstGeom prst="roundRect">
            <a:avLst/>
          </a:prstGeom>
          <a:noFill/>
          <a:ln w="12700" cap="rnd" cmpd="sng" algn="ctr">
            <a:solidFill>
              <a:srgbClr val="FFFFFF">
                <a:alpha val="50000"/>
              </a:srgbClr>
            </a:solidFill>
            <a:prstDash val="solid"/>
            <a:headEnd type="none" w="lg" len="sm"/>
            <a:tailEnd type="none" w="lg" len="sm"/>
          </a:ln>
          <a:effectLst/>
        </p:spPr>
        <p:txBody>
          <a:bodyPr wrap="square" lIns="0" tIns="0" rIns="0" bIns="274320" rtlCol="0" anchor="b" anchorCtr="0">
            <a:noAutofit/>
          </a:bodyPr>
          <a:lstStyle/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0" cap="none" spc="-50" normalizeH="0" baseline="0" noProof="0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pic>
        <p:nvPicPr>
          <p:cNvPr id="299" name="Picture 47">
            <a:extLst>
              <a:ext uri="{FF2B5EF4-FFF2-40B4-BE49-F238E27FC236}">
                <a16:creationId xmlns:a16="http://schemas.microsoft.com/office/drawing/2014/main" id="{E0658E25-CFE7-C614-9428-C9F6356BE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6749" b="6749"/>
          <a:stretch/>
        </p:blipFill>
        <p:spPr>
          <a:xfrm>
            <a:off x="5314652" y="5332486"/>
            <a:ext cx="336969" cy="291482"/>
          </a:xfrm>
          <a:prstGeom prst="rect">
            <a:avLst/>
          </a:prstGeom>
          <a:effectLst/>
        </p:spPr>
      </p:pic>
      <p:pic>
        <p:nvPicPr>
          <p:cNvPr id="300" name="Picture 45">
            <a:extLst>
              <a:ext uri="{FF2B5EF4-FFF2-40B4-BE49-F238E27FC236}">
                <a16:creationId xmlns:a16="http://schemas.microsoft.com/office/drawing/2014/main" id="{F43953B5-63D2-86E6-D0AF-EF2CDA187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059178" y="5351446"/>
            <a:ext cx="291482" cy="291482"/>
          </a:xfrm>
          <a:prstGeom prst="rect">
            <a:avLst/>
          </a:prstGeom>
          <a:effectLst/>
        </p:spPr>
      </p:pic>
      <p:pic>
        <p:nvPicPr>
          <p:cNvPr id="301" name="Picture 16">
            <a:extLst>
              <a:ext uri="{FF2B5EF4-FFF2-40B4-BE49-F238E27FC236}">
                <a16:creationId xmlns:a16="http://schemas.microsoft.com/office/drawing/2014/main" id="{3B38C4BE-C21C-776F-2091-96A8330FF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04533" y="5382291"/>
            <a:ext cx="319365" cy="320033"/>
          </a:xfrm>
          <a:prstGeom prst="rect">
            <a:avLst/>
          </a:prstGeom>
          <a:effectLst/>
        </p:spPr>
      </p:pic>
      <p:pic>
        <p:nvPicPr>
          <p:cNvPr id="302" name="Graphic 18">
            <a:extLst>
              <a:ext uri="{FF2B5EF4-FFF2-40B4-BE49-F238E27FC236}">
                <a16:creationId xmlns:a16="http://schemas.microsoft.com/office/drawing/2014/main" id="{2B48E624-E333-A53D-3043-66AB00157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4353" t="-17182" r="-20286" b="-24750"/>
          <a:stretch>
            <a:fillRect/>
          </a:stretch>
        </p:blipFill>
        <p:spPr>
          <a:xfrm>
            <a:off x="10045630" y="5349626"/>
            <a:ext cx="431552" cy="372025"/>
          </a:xfrm>
          <a:prstGeom prst="rect">
            <a:avLst/>
          </a:prstGeom>
          <a:effectLst/>
        </p:spPr>
      </p:pic>
      <p:pic>
        <p:nvPicPr>
          <p:cNvPr id="303" name="Picture 6">
            <a:extLst>
              <a:ext uri="{FF2B5EF4-FFF2-40B4-BE49-F238E27FC236}">
                <a16:creationId xmlns:a16="http://schemas.microsoft.com/office/drawing/2014/main" id="{33645BF8-DDE3-30B3-2BDE-4177E85CD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916" r="-7916"/>
          <a:stretch/>
        </p:blipFill>
        <p:spPr>
          <a:xfrm>
            <a:off x="6720758" y="5361517"/>
            <a:ext cx="336969" cy="291482"/>
          </a:xfrm>
          <a:prstGeom prst="rect">
            <a:avLst/>
          </a:prstGeom>
          <a:noFill/>
          <a:ln w="57150">
            <a:noFill/>
          </a:ln>
        </p:spPr>
      </p:pic>
      <p:sp>
        <p:nvSpPr>
          <p:cNvPr id="304" name="Rectangle: Rounded Corners 30">
            <a:extLst>
              <a:ext uri="{FF2B5EF4-FFF2-40B4-BE49-F238E27FC236}">
                <a16:creationId xmlns:a16="http://schemas.microsoft.com/office/drawing/2014/main" id="{BE9DFDF8-5C2A-C46F-9E78-40430889D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55357" y="5167371"/>
            <a:ext cx="2960110" cy="1057409"/>
          </a:xfrm>
          <a:prstGeom prst="roundRect">
            <a:avLst/>
          </a:prstGeom>
          <a:noFill/>
          <a:ln w="12700" cap="rnd" cmpd="sng" algn="ctr">
            <a:solidFill>
              <a:srgbClr val="FFFFFF">
                <a:alpha val="50000"/>
              </a:srgbClr>
            </a:solidFill>
            <a:prstDash val="solid"/>
            <a:headEnd type="none" w="lg" len="sm"/>
            <a:tailEnd type="none" w="lg" len="sm"/>
          </a:ln>
          <a:effectLst/>
        </p:spPr>
        <p:txBody>
          <a:bodyPr wrap="square" lIns="0" tIns="0" rIns="0" bIns="274320" rtlCol="0" anchor="b" anchorCtr="0">
            <a:noAutofit/>
          </a:bodyPr>
          <a:lstStyle/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0" cap="none" spc="-50" normalizeH="0" baseline="0" noProof="0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305" name="Rounded Rectangle 15">
            <a:extLst>
              <a:ext uri="{FF2B5EF4-FFF2-40B4-BE49-F238E27FC236}">
                <a16:creationId xmlns:a16="http://schemas.microsoft.com/office/drawing/2014/main" id="{B78CACBA-D9FF-3DDB-4390-C03779041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13836" y="5061651"/>
            <a:ext cx="2556000" cy="191810"/>
          </a:xfrm>
          <a:prstGeom prst="roundRect">
            <a:avLst>
              <a:gd name="adj" fmla="val 6586"/>
            </a:avLst>
          </a:prstGeom>
          <a:solidFill>
            <a:srgbClr val="10101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defTabSz="765408" rtl="0">
              <a:spcBef>
                <a:spcPct val="20000"/>
              </a:spcBef>
              <a:buSzPct val="90000"/>
              <a:defRPr/>
            </a:pPr>
            <a:r>
              <a:rPr lang="ja-JP" altLang="en-US" sz="1200">
                <a:solidFill>
                  <a:srgbClr val="FFFFFF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リモートタイプ（外部にリアルタイムクエリ）</a:t>
            </a:r>
            <a:endParaRPr lang="en-US" sz="1200">
              <a:solidFill>
                <a:srgbClr val="FFFFFF"/>
              </a:solidFill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306" name="Rounded Rectangle 15">
            <a:extLst>
              <a:ext uri="{FF2B5EF4-FFF2-40B4-BE49-F238E27FC236}">
                <a16:creationId xmlns:a16="http://schemas.microsoft.com/office/drawing/2014/main" id="{AC43F885-8522-4480-78EB-7B617E7E1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35948" y="5061651"/>
            <a:ext cx="2805802" cy="191810"/>
          </a:xfrm>
          <a:prstGeom prst="roundRect">
            <a:avLst>
              <a:gd name="adj" fmla="val 6586"/>
            </a:avLst>
          </a:prstGeom>
          <a:solidFill>
            <a:srgbClr val="10101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defTabSz="765408" rtl="0">
              <a:spcBef>
                <a:spcPct val="20000"/>
              </a:spcBef>
              <a:buSzPct val="90000"/>
              <a:defRPr/>
            </a:pPr>
            <a:r>
              <a:rPr lang="ja-JP" altLang="en-US" sz="1200">
                <a:solidFill>
                  <a:srgbClr val="FFFFFF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インデックスタイプ（</a:t>
            </a:r>
            <a:r>
              <a:rPr lang="en-US" altLang="ja-JP" sz="1200">
                <a:solidFill>
                  <a:srgbClr val="FFFFFF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AI Search </a:t>
            </a:r>
            <a:r>
              <a:rPr lang="ja-JP" altLang="en-US" sz="1200">
                <a:solidFill>
                  <a:srgbClr val="FFFFFF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内に格納）</a:t>
            </a:r>
            <a:endParaRPr lang="en-US" sz="1200">
              <a:solidFill>
                <a:srgbClr val="FFFFFF"/>
              </a:solidFill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pic>
        <p:nvPicPr>
          <p:cNvPr id="307" name="Graphic 18">
            <a:extLst>
              <a:ext uri="{FF2B5EF4-FFF2-40B4-BE49-F238E27FC236}">
                <a16:creationId xmlns:a16="http://schemas.microsoft.com/office/drawing/2014/main" id="{0D35F080-447D-7253-E7EC-FFFB38B77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4353" t="-17182" r="-20286" b="-24750"/>
          <a:stretch>
            <a:fillRect/>
          </a:stretch>
        </p:blipFill>
        <p:spPr>
          <a:xfrm>
            <a:off x="7484772" y="5320690"/>
            <a:ext cx="431552" cy="372025"/>
          </a:xfrm>
          <a:prstGeom prst="rect">
            <a:avLst/>
          </a:prstGeom>
          <a:effectLst/>
        </p:spPr>
      </p:pic>
      <p:sp>
        <p:nvSpPr>
          <p:cNvPr id="308" name="Rounded Rectangle 15">
            <a:extLst>
              <a:ext uri="{FF2B5EF4-FFF2-40B4-BE49-F238E27FC236}">
                <a16:creationId xmlns:a16="http://schemas.microsoft.com/office/drawing/2014/main" id="{60A6CA10-C936-6F80-D22B-BE6407D68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17827" y="4225551"/>
            <a:ext cx="6491382" cy="191810"/>
          </a:xfrm>
          <a:prstGeom prst="roundRect">
            <a:avLst>
              <a:gd name="adj" fmla="val 6586"/>
            </a:avLst>
          </a:prstGeom>
          <a:noFill/>
          <a:ln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rtl="0">
              <a:spcBef>
                <a:spcPct val="20000"/>
              </a:spcBef>
              <a:buSzPct val="90000"/>
              <a:defRPr/>
            </a:pPr>
            <a:r>
              <a:rPr lang="ja-JP" altLang="en-US" sz="1200" b="1">
                <a:solidFill>
                  <a:srgbClr val="FFFFFF"/>
                </a:solidFill>
                <a:latin typeface="Meiryo UI" pitchFamily="34" charset="0"/>
                <a:ea typeface="Meiryo UI" pitchFamily="34" charset="-122"/>
              </a:rPr>
              <a:t>ナレッジベース</a:t>
            </a:r>
            <a:endParaRPr lang="en-US" sz="1200" b="1">
              <a:solidFill>
                <a:srgbClr val="FFFFFF"/>
              </a:solidFill>
              <a:latin typeface="Meiryo UI" pitchFamily="34" charset="0"/>
              <a:ea typeface="Meiryo UI" pitchFamily="34" charset="-122"/>
            </a:endParaRPr>
          </a:p>
        </p:txBody>
      </p:sp>
      <p:pic>
        <p:nvPicPr>
          <p:cNvPr id="309" name="Picture 52">
            <a:extLst>
              <a:ext uri="{FF2B5EF4-FFF2-40B4-BE49-F238E27FC236}">
                <a16:creationId xmlns:a16="http://schemas.microsoft.com/office/drawing/2014/main" id="{A52C963A-2936-4F38-C065-360A84C8F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872" y="4202251"/>
            <a:ext cx="335976" cy="335976"/>
          </a:xfrm>
          <a:prstGeom prst="rect">
            <a:avLst/>
          </a:prstGeom>
        </p:spPr>
      </p:pic>
      <p:sp>
        <p:nvSpPr>
          <p:cNvPr id="310" name="Rounded Rectangle 15">
            <a:extLst>
              <a:ext uri="{FF2B5EF4-FFF2-40B4-BE49-F238E27FC236}">
                <a16:creationId xmlns:a16="http://schemas.microsoft.com/office/drawing/2014/main" id="{1D106B0B-7363-9D77-8980-6E92C0500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25111" y="5707368"/>
            <a:ext cx="731123" cy="167833"/>
          </a:xfrm>
          <a:prstGeom prst="roundRect">
            <a:avLst>
              <a:gd name="adj" fmla="val 6586"/>
            </a:avLst>
          </a:prstGeom>
          <a:noFill/>
          <a:ln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defTabSz="765408" rtl="0">
              <a:spcBef>
                <a:spcPct val="20000"/>
              </a:spcBef>
              <a:buSzPct val="90000"/>
              <a:defRPr/>
            </a:pPr>
            <a:r>
              <a:rPr lang="ja-JP" altLang="en-US" sz="1050">
                <a:solidFill>
                  <a:srgbClr val="FFFFFF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既存 </a:t>
            </a:r>
            <a:r>
              <a:rPr lang="en-US" altLang="ja-JP" sz="1050">
                <a:solidFill>
                  <a:srgbClr val="FFFFFF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Index</a:t>
            </a:r>
            <a:endParaRPr lang="en-US" sz="1050">
              <a:solidFill>
                <a:srgbClr val="FFFFFF"/>
              </a:solidFill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311" name="Rounded Rectangle 15">
            <a:extLst>
              <a:ext uri="{FF2B5EF4-FFF2-40B4-BE49-F238E27FC236}">
                <a16:creationId xmlns:a16="http://schemas.microsoft.com/office/drawing/2014/main" id="{27B13B03-A12D-C910-6C21-0E0C4EC2A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45936" y="5707368"/>
            <a:ext cx="731123" cy="167833"/>
          </a:xfrm>
          <a:prstGeom prst="roundRect">
            <a:avLst>
              <a:gd name="adj" fmla="val 6586"/>
            </a:avLst>
          </a:prstGeom>
          <a:noFill/>
          <a:ln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defTabSz="765408" rtl="0">
              <a:spcBef>
                <a:spcPct val="20000"/>
              </a:spcBef>
              <a:buSzPct val="90000"/>
              <a:defRPr/>
            </a:pPr>
            <a:r>
              <a:rPr lang="en-US" altLang="ja-JP" sz="1050">
                <a:solidFill>
                  <a:srgbClr val="FFFFFF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Blob</a:t>
            </a:r>
            <a:endParaRPr lang="en-US" sz="1050">
              <a:solidFill>
                <a:srgbClr val="FFFFFF"/>
              </a:solidFill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312" name="Rounded Rectangle 15">
            <a:extLst>
              <a:ext uri="{FF2B5EF4-FFF2-40B4-BE49-F238E27FC236}">
                <a16:creationId xmlns:a16="http://schemas.microsoft.com/office/drawing/2014/main" id="{A242E3BB-1E72-60BA-9571-4AE27D55D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66761" y="5707368"/>
            <a:ext cx="731123" cy="167833"/>
          </a:xfrm>
          <a:prstGeom prst="roundRect">
            <a:avLst>
              <a:gd name="adj" fmla="val 6586"/>
            </a:avLst>
          </a:prstGeom>
          <a:noFill/>
          <a:ln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defTabSz="765408" rtl="0">
              <a:spcBef>
                <a:spcPct val="20000"/>
              </a:spcBef>
              <a:buSzPct val="90000"/>
              <a:defRPr/>
            </a:pPr>
            <a:r>
              <a:rPr lang="en-US" altLang="ja-JP" sz="1050" err="1">
                <a:solidFill>
                  <a:srgbClr val="FFFFFF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OneLake</a:t>
            </a:r>
            <a:endParaRPr lang="en-US" sz="1050">
              <a:solidFill>
                <a:srgbClr val="FFFFFF"/>
              </a:solidFill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313" name="Rounded Rectangle 15">
            <a:extLst>
              <a:ext uri="{FF2B5EF4-FFF2-40B4-BE49-F238E27FC236}">
                <a16:creationId xmlns:a16="http://schemas.microsoft.com/office/drawing/2014/main" id="{5B1FBE86-B5A0-25E4-2FCF-591B7BFA7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59307" y="5707368"/>
            <a:ext cx="731123" cy="167833"/>
          </a:xfrm>
          <a:prstGeom prst="roundRect">
            <a:avLst>
              <a:gd name="adj" fmla="val 6586"/>
            </a:avLst>
          </a:prstGeom>
          <a:noFill/>
          <a:ln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defTabSz="765408" rtl="0">
              <a:spcBef>
                <a:spcPct val="20000"/>
              </a:spcBef>
              <a:buSzPct val="90000"/>
              <a:defRPr/>
            </a:pPr>
            <a:r>
              <a:rPr lang="en-US" altLang="ja-JP" sz="1050">
                <a:solidFill>
                  <a:srgbClr val="FFFFFF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SharePoint</a:t>
            </a:r>
            <a:endParaRPr lang="en-US" sz="1050">
              <a:solidFill>
                <a:srgbClr val="FFFFFF"/>
              </a:solidFill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314" name="Rounded Rectangle 15">
            <a:extLst>
              <a:ext uri="{FF2B5EF4-FFF2-40B4-BE49-F238E27FC236}">
                <a16:creationId xmlns:a16="http://schemas.microsoft.com/office/drawing/2014/main" id="{309777D1-52EC-3568-5D60-026ACA706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30744" y="5707368"/>
            <a:ext cx="731123" cy="167833"/>
          </a:xfrm>
          <a:prstGeom prst="roundRect">
            <a:avLst>
              <a:gd name="adj" fmla="val 6586"/>
            </a:avLst>
          </a:prstGeom>
          <a:noFill/>
          <a:ln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defTabSz="765408" rtl="0">
              <a:spcBef>
                <a:spcPct val="20000"/>
              </a:spcBef>
              <a:buSzPct val="90000"/>
              <a:defRPr/>
            </a:pPr>
            <a:r>
              <a:rPr lang="en-US" altLang="ja-JP" sz="1050">
                <a:solidFill>
                  <a:srgbClr val="FFFFFF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Web</a:t>
            </a:r>
            <a:endParaRPr lang="en-US" sz="1050">
              <a:solidFill>
                <a:srgbClr val="FFFFFF"/>
              </a:solidFill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315" name="Rounded Rectangle 15">
            <a:extLst>
              <a:ext uri="{FF2B5EF4-FFF2-40B4-BE49-F238E27FC236}">
                <a16:creationId xmlns:a16="http://schemas.microsoft.com/office/drawing/2014/main" id="{48A262FA-3F7C-FC0D-C70D-4D9064AF4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41220" y="5707368"/>
            <a:ext cx="731123" cy="167833"/>
          </a:xfrm>
          <a:prstGeom prst="roundRect">
            <a:avLst>
              <a:gd name="adj" fmla="val 6586"/>
            </a:avLst>
          </a:prstGeom>
          <a:noFill/>
          <a:ln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defTabSz="765408" rtl="0">
              <a:spcBef>
                <a:spcPct val="20000"/>
              </a:spcBef>
              <a:buSzPct val="90000"/>
              <a:defRPr/>
            </a:pPr>
            <a:r>
              <a:rPr lang="en-US" altLang="ja-JP" sz="1050">
                <a:solidFill>
                  <a:srgbClr val="FFFFFF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SharePoint</a:t>
            </a:r>
            <a:endParaRPr lang="en-US" sz="1050">
              <a:solidFill>
                <a:srgbClr val="FFFFFF"/>
              </a:solidFill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316" name="テキスト ボックス 315">
            <a:extLst>
              <a:ext uri="{FF2B5EF4-FFF2-40B4-BE49-F238E27FC236}">
                <a16:creationId xmlns:a16="http://schemas.microsoft.com/office/drawing/2014/main" id="{91E845AB-3B86-0382-44B0-C1B3AC1C1416}"/>
              </a:ext>
            </a:extLst>
          </p:cNvPr>
          <p:cNvSpPr txBox="1"/>
          <p:nvPr/>
        </p:nvSpPr>
        <p:spPr>
          <a:xfrm>
            <a:off x="5062933" y="4385258"/>
            <a:ext cx="68131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altLang="ja-JP" sz="1000">
                <a:solidFill>
                  <a:srgbClr val="E6E3F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LLM接続（gpt-4o / gpt-4.1 / gpt-5）  |  Retrieval Reasoning </a:t>
            </a:r>
            <a:r>
              <a:rPr lang="en-US" altLang="ja-JP" sz="1000" err="1">
                <a:solidFill>
                  <a:srgbClr val="E6E3F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Effort（minimal</a:t>
            </a:r>
            <a:r>
              <a:rPr lang="en-US" altLang="ja-JP" sz="1000">
                <a:solidFill>
                  <a:srgbClr val="E6E3F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/ low / medium）</a:t>
            </a:r>
            <a:endParaRPr lang="ja-JP" altLang="en-US" sz="1000">
              <a:solidFill>
                <a:srgbClr val="FFFFFF"/>
              </a:solidFill>
              <a:latin typeface="Yu Gothic UI"/>
              <a:ea typeface="Yu Gothic UI"/>
            </a:endParaRPr>
          </a:p>
        </p:txBody>
      </p:sp>
      <p:grpSp>
        <p:nvGrpSpPr>
          <p:cNvPr id="317" name="Graphic 141" descr="Lines connecting">
            <a:extLst>
              <a:ext uri="{FF2B5EF4-FFF2-40B4-BE49-F238E27FC236}">
                <a16:creationId xmlns:a16="http://schemas.microsoft.com/office/drawing/2014/main" id="{7CB26E4F-9A67-CC1D-FCF2-B369BE5C2C55}"/>
              </a:ext>
            </a:extLst>
          </p:cNvPr>
          <p:cNvGrpSpPr/>
          <p:nvPr/>
        </p:nvGrpSpPr>
        <p:grpSpPr>
          <a:xfrm rot="10800000" flipV="1">
            <a:off x="5029383" y="3606628"/>
            <a:ext cx="6297403" cy="418174"/>
            <a:chOff x="1702769" y="2483312"/>
            <a:chExt cx="8665793" cy="1104954"/>
          </a:xfrm>
          <a:noFill/>
        </p:grpSpPr>
        <p:grpSp>
          <p:nvGrpSpPr>
            <p:cNvPr id="318" name="Graphic 141">
              <a:extLst>
                <a:ext uri="{FF2B5EF4-FFF2-40B4-BE49-F238E27FC236}">
                  <a16:creationId xmlns:a16="http://schemas.microsoft.com/office/drawing/2014/main" id="{1E8542E2-9C41-BDBA-DCC0-72D764E8CBEA}"/>
                </a:ext>
              </a:extLst>
            </p:cNvPr>
            <p:cNvGrpSpPr/>
            <p:nvPr/>
          </p:nvGrpSpPr>
          <p:grpSpPr>
            <a:xfrm>
              <a:off x="1702769" y="2483312"/>
              <a:ext cx="4273266" cy="1104953"/>
              <a:chOff x="1702769" y="2483312"/>
              <a:chExt cx="4273266" cy="1104953"/>
            </a:xfrm>
            <a:noFill/>
          </p:grpSpPr>
          <p:sp>
            <p:nvSpPr>
              <p:cNvPr id="331" name="Freeform 77">
                <a:extLst>
                  <a:ext uri="{FF2B5EF4-FFF2-40B4-BE49-F238E27FC236}">
                    <a16:creationId xmlns:a16="http://schemas.microsoft.com/office/drawing/2014/main" id="{580B16A3-5026-1763-E41B-6C75E39F70E0}"/>
                  </a:ext>
                </a:extLst>
              </p:cNvPr>
              <p:cNvSpPr/>
              <p:nvPr/>
            </p:nvSpPr>
            <p:spPr>
              <a:xfrm>
                <a:off x="1702769" y="2483312"/>
                <a:ext cx="3809611" cy="1104952"/>
              </a:xfrm>
              <a:custGeom>
                <a:avLst/>
                <a:gdLst>
                  <a:gd name="csX0" fmla="*/ 0 w 3809611"/>
                  <a:gd name="csY0" fmla="*/ 1039355 h 1039354"/>
                  <a:gd name="csX1" fmla="*/ 1001859 w 3809611"/>
                  <a:gd name="csY1" fmla="*/ 604472 h 1039354"/>
                  <a:gd name="csX2" fmla="*/ 3809611 w 3809611"/>
                  <a:gd name="csY2" fmla="*/ 0 h 1039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809611" h="1039354">
                    <a:moveTo>
                      <a:pt x="0" y="1039355"/>
                    </a:moveTo>
                    <a:cubicBezTo>
                      <a:pt x="0" y="1039355"/>
                      <a:pt x="190375" y="638447"/>
                      <a:pt x="1001859" y="604472"/>
                    </a:cubicBezTo>
                    <a:cubicBezTo>
                      <a:pt x="2095207" y="558695"/>
                      <a:pt x="3772748" y="484904"/>
                      <a:pt x="3809611" y="0"/>
                    </a:cubicBezTo>
                  </a:path>
                </a:pathLst>
              </a:custGeom>
              <a:noFill/>
              <a:ln w="12700" cap="rnd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headEnd type="none" w="lg" len="sm"/>
                <a:tailEnd type="none" w="lg" len="sm"/>
              </a:ln>
              <a:effectLst/>
            </p:spPr>
            <p:txBody>
              <a:bodyPr wrap="square" lIns="0" tIns="0" rIns="0" bIns="225083" rtlCol="0" anchor="b" anchorCtr="0">
                <a:noAutofit/>
              </a:bodyPr>
              <a:lstStyle/>
              <a:p>
                <a:pPr algn="ctr" defTabSz="1171177" rtl="0">
                  <a:spcBef>
                    <a:spcPts val="328"/>
                  </a:spcBef>
                  <a:defRPr/>
                </a:pPr>
                <a:endParaRPr lang="en-US" sz="3282" kern="0" spc="-41">
                  <a:solidFill>
                    <a:srgbClr val="FFFFFF"/>
                  </a:solidFill>
                  <a:latin typeface="Segoe Sans Display Semibold"/>
                  <a:ea typeface="Yu Gothic UI"/>
                </a:endParaRPr>
              </a:p>
            </p:txBody>
          </p:sp>
          <p:sp>
            <p:nvSpPr>
              <p:cNvPr id="332" name="Freeform 78">
                <a:extLst>
                  <a:ext uri="{FF2B5EF4-FFF2-40B4-BE49-F238E27FC236}">
                    <a16:creationId xmlns:a16="http://schemas.microsoft.com/office/drawing/2014/main" id="{268F0B78-DB15-9656-F2BD-489C2F531AE4}"/>
                  </a:ext>
                </a:extLst>
              </p:cNvPr>
              <p:cNvSpPr/>
              <p:nvPr/>
            </p:nvSpPr>
            <p:spPr>
              <a:xfrm>
                <a:off x="2155026" y="2504303"/>
                <a:ext cx="3408876" cy="1083962"/>
              </a:xfrm>
              <a:custGeom>
                <a:avLst/>
                <a:gdLst>
                  <a:gd name="csX0" fmla="*/ 0 w 3408876"/>
                  <a:gd name="csY0" fmla="*/ 1039355 h 1039354"/>
                  <a:gd name="csX1" fmla="*/ 897069 w 3408876"/>
                  <a:gd name="csY1" fmla="*/ 624857 h 1039354"/>
                  <a:gd name="csX2" fmla="*/ 3408877 w 3408876"/>
                  <a:gd name="csY2" fmla="*/ 0 h 1039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408876" h="1039354">
                    <a:moveTo>
                      <a:pt x="0" y="1039355"/>
                    </a:moveTo>
                    <a:cubicBezTo>
                      <a:pt x="0" y="1039355"/>
                      <a:pt x="170557" y="675190"/>
                      <a:pt x="897069" y="624857"/>
                    </a:cubicBezTo>
                    <a:cubicBezTo>
                      <a:pt x="1875373" y="559250"/>
                      <a:pt x="3375897" y="484904"/>
                      <a:pt x="3408877" y="0"/>
                    </a:cubicBezTo>
                  </a:path>
                </a:pathLst>
              </a:custGeom>
              <a:noFill/>
              <a:ln w="12700" cap="rnd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headEnd type="none" w="lg" len="sm"/>
                <a:tailEnd type="none" w="lg" len="sm"/>
              </a:ln>
              <a:effectLst/>
            </p:spPr>
            <p:txBody>
              <a:bodyPr wrap="square" lIns="0" tIns="0" rIns="0" bIns="225083" rtlCol="0" anchor="b" anchorCtr="0">
                <a:noAutofit/>
              </a:bodyPr>
              <a:lstStyle/>
              <a:p>
                <a:pPr algn="ctr" defTabSz="1171177" rtl="0">
                  <a:spcBef>
                    <a:spcPts val="328"/>
                  </a:spcBef>
                  <a:defRPr/>
                </a:pPr>
                <a:endParaRPr lang="en-US" sz="3282" kern="0" spc="-41">
                  <a:solidFill>
                    <a:srgbClr val="FFFFFF"/>
                  </a:solidFill>
                  <a:latin typeface="Segoe Sans Display Semibold"/>
                  <a:ea typeface="Yu Gothic UI"/>
                </a:endParaRPr>
              </a:p>
            </p:txBody>
          </p:sp>
          <p:sp>
            <p:nvSpPr>
              <p:cNvPr id="333" name="Freeform 79">
                <a:extLst>
                  <a:ext uri="{FF2B5EF4-FFF2-40B4-BE49-F238E27FC236}">
                    <a16:creationId xmlns:a16="http://schemas.microsoft.com/office/drawing/2014/main" id="{AE0B6543-7D6D-CB22-8C08-2A52D9581825}"/>
                  </a:ext>
                </a:extLst>
              </p:cNvPr>
              <p:cNvSpPr/>
              <p:nvPr/>
            </p:nvSpPr>
            <p:spPr>
              <a:xfrm>
                <a:off x="2607283" y="2530541"/>
                <a:ext cx="3008142" cy="1057724"/>
              </a:xfrm>
              <a:custGeom>
                <a:avLst/>
                <a:gdLst>
                  <a:gd name="csX0" fmla="*/ 0 w 3008142"/>
                  <a:gd name="csY0" fmla="*/ 1039355 h 1039354"/>
                  <a:gd name="csX1" fmla="*/ 792286 w 3008142"/>
                  <a:gd name="csY1" fmla="*/ 645242 h 1039354"/>
                  <a:gd name="csX2" fmla="*/ 3008143 w 3008142"/>
                  <a:gd name="csY2" fmla="*/ 0 h 1039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08142" h="1039354">
                    <a:moveTo>
                      <a:pt x="0" y="1039355"/>
                    </a:moveTo>
                    <a:cubicBezTo>
                      <a:pt x="0" y="1039355"/>
                      <a:pt x="150608" y="710347"/>
                      <a:pt x="792286" y="645242"/>
                    </a:cubicBezTo>
                    <a:cubicBezTo>
                      <a:pt x="1655356" y="557674"/>
                      <a:pt x="2979033" y="484904"/>
                      <a:pt x="3008143" y="0"/>
                    </a:cubicBezTo>
                  </a:path>
                </a:pathLst>
              </a:custGeom>
              <a:noFill/>
              <a:ln w="12700" cap="rnd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headEnd type="none" w="lg" len="sm"/>
                <a:tailEnd type="none" w="lg" len="sm"/>
              </a:ln>
              <a:effectLst/>
            </p:spPr>
            <p:txBody>
              <a:bodyPr wrap="square" lIns="0" tIns="0" rIns="0" bIns="225083" rtlCol="0" anchor="b" anchorCtr="0">
                <a:noAutofit/>
              </a:bodyPr>
              <a:lstStyle/>
              <a:p>
                <a:pPr algn="ctr" defTabSz="1171177" rtl="0">
                  <a:spcBef>
                    <a:spcPts val="328"/>
                  </a:spcBef>
                  <a:defRPr/>
                </a:pPr>
                <a:endParaRPr lang="en-US" sz="3282" kern="0" spc="-41">
                  <a:solidFill>
                    <a:srgbClr val="FFFFFF"/>
                  </a:solidFill>
                  <a:latin typeface="Segoe Sans Display Semibold"/>
                  <a:ea typeface="Yu Gothic UI"/>
                </a:endParaRPr>
              </a:p>
            </p:txBody>
          </p:sp>
          <p:sp>
            <p:nvSpPr>
              <p:cNvPr id="334" name="Freeform 80">
                <a:extLst>
                  <a:ext uri="{FF2B5EF4-FFF2-40B4-BE49-F238E27FC236}">
                    <a16:creationId xmlns:a16="http://schemas.microsoft.com/office/drawing/2014/main" id="{04E49164-DAB4-FF2D-91FD-475D7AB237EB}"/>
                  </a:ext>
                </a:extLst>
              </p:cNvPr>
              <p:cNvSpPr/>
              <p:nvPr/>
            </p:nvSpPr>
            <p:spPr>
              <a:xfrm>
                <a:off x="3059541" y="2548910"/>
                <a:ext cx="2607394" cy="1039354"/>
              </a:xfrm>
              <a:custGeom>
                <a:avLst/>
                <a:gdLst>
                  <a:gd name="csX0" fmla="*/ 0 w 2607394"/>
                  <a:gd name="csY0" fmla="*/ 1039355 h 1039354"/>
                  <a:gd name="csX1" fmla="*/ 687502 w 2607394"/>
                  <a:gd name="csY1" fmla="*/ 665627 h 1039354"/>
                  <a:gd name="csX2" fmla="*/ 2607395 w 2607394"/>
                  <a:gd name="csY2" fmla="*/ 0 h 1039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607394" h="1039354">
                    <a:moveTo>
                      <a:pt x="0" y="1039355"/>
                    </a:moveTo>
                    <a:cubicBezTo>
                      <a:pt x="0" y="1039355"/>
                      <a:pt x="130644" y="746343"/>
                      <a:pt x="687502" y="665627"/>
                    </a:cubicBezTo>
                    <a:cubicBezTo>
                      <a:pt x="1435324" y="557230"/>
                      <a:pt x="2582168" y="484904"/>
                      <a:pt x="2607395" y="0"/>
                    </a:cubicBezTo>
                  </a:path>
                </a:pathLst>
              </a:custGeom>
              <a:noFill/>
              <a:ln w="12700" cap="rnd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headEnd type="none" w="lg" len="sm"/>
                <a:tailEnd type="none" w="lg" len="sm"/>
              </a:ln>
              <a:effectLst/>
            </p:spPr>
            <p:txBody>
              <a:bodyPr wrap="square" lIns="0" tIns="0" rIns="0" bIns="225083" rtlCol="0" anchor="b" anchorCtr="0">
                <a:noAutofit/>
              </a:bodyPr>
              <a:lstStyle/>
              <a:p>
                <a:pPr algn="ctr" defTabSz="1171177" rtl="0">
                  <a:spcBef>
                    <a:spcPts val="328"/>
                  </a:spcBef>
                  <a:defRPr/>
                </a:pPr>
                <a:endParaRPr lang="en-US" sz="3282" kern="0" spc="-41">
                  <a:solidFill>
                    <a:srgbClr val="FFFFFF"/>
                  </a:solidFill>
                  <a:latin typeface="Segoe Sans Display Semibold"/>
                  <a:ea typeface="Yu Gothic UI"/>
                </a:endParaRPr>
              </a:p>
            </p:txBody>
          </p:sp>
          <p:sp>
            <p:nvSpPr>
              <p:cNvPr id="335" name="Freeform 81">
                <a:extLst>
                  <a:ext uri="{FF2B5EF4-FFF2-40B4-BE49-F238E27FC236}">
                    <a16:creationId xmlns:a16="http://schemas.microsoft.com/office/drawing/2014/main" id="{0E07A324-94F9-F17A-FD0F-99934015A217}"/>
                  </a:ext>
                </a:extLst>
              </p:cNvPr>
              <p:cNvSpPr/>
              <p:nvPr/>
            </p:nvSpPr>
            <p:spPr>
              <a:xfrm>
                <a:off x="3511793" y="2548910"/>
                <a:ext cx="2206653" cy="1039354"/>
              </a:xfrm>
              <a:custGeom>
                <a:avLst/>
                <a:gdLst>
                  <a:gd name="csX0" fmla="*/ 0 w 2206653"/>
                  <a:gd name="csY0" fmla="*/ 1039355 h 1039354"/>
                  <a:gd name="csX1" fmla="*/ 582724 w 2206653"/>
                  <a:gd name="csY1" fmla="*/ 686012 h 1039354"/>
                  <a:gd name="csX2" fmla="*/ 2206653 w 2206653"/>
                  <a:gd name="csY2" fmla="*/ 0 h 1039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206653" h="1039354">
                    <a:moveTo>
                      <a:pt x="0" y="1039355"/>
                    </a:moveTo>
                    <a:cubicBezTo>
                      <a:pt x="0" y="1039355"/>
                      <a:pt x="110602" y="782405"/>
                      <a:pt x="582724" y="686012"/>
                    </a:cubicBezTo>
                    <a:cubicBezTo>
                      <a:pt x="1215201" y="556879"/>
                      <a:pt x="2185309" y="484904"/>
                      <a:pt x="2206653" y="0"/>
                    </a:cubicBezTo>
                  </a:path>
                </a:pathLst>
              </a:custGeom>
              <a:noFill/>
              <a:ln w="12700" cap="rnd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headEnd type="none" w="lg" len="sm"/>
                <a:tailEnd type="none" w="lg" len="sm"/>
              </a:ln>
              <a:effectLst/>
            </p:spPr>
            <p:txBody>
              <a:bodyPr wrap="square" lIns="0" tIns="0" rIns="0" bIns="225083" rtlCol="0" anchor="b" anchorCtr="0">
                <a:noAutofit/>
              </a:bodyPr>
              <a:lstStyle/>
              <a:p>
                <a:pPr algn="ctr" defTabSz="1171177" rtl="0">
                  <a:spcBef>
                    <a:spcPts val="328"/>
                  </a:spcBef>
                  <a:defRPr/>
                </a:pPr>
                <a:endParaRPr lang="en-US" sz="3282" kern="0" spc="-41">
                  <a:solidFill>
                    <a:srgbClr val="FFFFFF"/>
                  </a:solidFill>
                  <a:latin typeface="Segoe Sans Display Semibold"/>
                  <a:ea typeface="Yu Gothic UI"/>
                </a:endParaRPr>
              </a:p>
            </p:txBody>
          </p:sp>
          <p:sp>
            <p:nvSpPr>
              <p:cNvPr id="336" name="Freeform 82">
                <a:extLst>
                  <a:ext uri="{FF2B5EF4-FFF2-40B4-BE49-F238E27FC236}">
                    <a16:creationId xmlns:a16="http://schemas.microsoft.com/office/drawing/2014/main" id="{ECF02789-1D04-181D-08E8-F41C261DCB1C}"/>
                  </a:ext>
                </a:extLst>
              </p:cNvPr>
              <p:cNvSpPr/>
              <p:nvPr/>
            </p:nvSpPr>
            <p:spPr>
              <a:xfrm>
                <a:off x="3964058" y="2548910"/>
                <a:ext cx="1805911" cy="1039354"/>
              </a:xfrm>
              <a:custGeom>
                <a:avLst/>
                <a:gdLst>
                  <a:gd name="csX0" fmla="*/ 0 w 1805911"/>
                  <a:gd name="csY0" fmla="*/ 1039355 h 1039354"/>
                  <a:gd name="csX1" fmla="*/ 477921 w 1805911"/>
                  <a:gd name="csY1" fmla="*/ 706397 h 1039354"/>
                  <a:gd name="csX2" fmla="*/ 1805911 w 1805911"/>
                  <a:gd name="csY2" fmla="*/ 0 h 1039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805911" h="1039354">
                    <a:moveTo>
                      <a:pt x="0" y="1039355"/>
                    </a:moveTo>
                    <a:cubicBezTo>
                      <a:pt x="0" y="1039355"/>
                      <a:pt x="90426" y="818596"/>
                      <a:pt x="477921" y="706397"/>
                    </a:cubicBezTo>
                    <a:cubicBezTo>
                      <a:pt x="994905" y="556708"/>
                      <a:pt x="1788438" y="484904"/>
                      <a:pt x="1805911" y="0"/>
                    </a:cubicBezTo>
                  </a:path>
                </a:pathLst>
              </a:custGeom>
              <a:noFill/>
              <a:ln w="12700" cap="rnd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headEnd type="none" w="lg" len="sm"/>
                <a:tailEnd type="none" w="lg" len="sm"/>
              </a:ln>
              <a:effectLst/>
            </p:spPr>
            <p:txBody>
              <a:bodyPr wrap="square" lIns="0" tIns="0" rIns="0" bIns="225083" rtlCol="0" anchor="b" anchorCtr="0">
                <a:noAutofit/>
              </a:bodyPr>
              <a:lstStyle/>
              <a:p>
                <a:pPr algn="ctr" defTabSz="1171177" rtl="0">
                  <a:spcBef>
                    <a:spcPts val="328"/>
                  </a:spcBef>
                  <a:defRPr/>
                </a:pPr>
                <a:endParaRPr lang="en-US" sz="3282" kern="0" spc="-41">
                  <a:solidFill>
                    <a:srgbClr val="FFFFFF"/>
                  </a:solidFill>
                  <a:latin typeface="Segoe Sans Display Semibold"/>
                  <a:ea typeface="Yu Gothic UI"/>
                </a:endParaRPr>
              </a:p>
            </p:txBody>
          </p:sp>
          <p:sp>
            <p:nvSpPr>
              <p:cNvPr id="337" name="Freeform 83">
                <a:extLst>
                  <a:ext uri="{FF2B5EF4-FFF2-40B4-BE49-F238E27FC236}">
                    <a16:creationId xmlns:a16="http://schemas.microsoft.com/office/drawing/2014/main" id="{B8B49E93-AB9F-2E82-7405-07F09448CD5C}"/>
                  </a:ext>
                </a:extLst>
              </p:cNvPr>
              <p:cNvSpPr/>
              <p:nvPr/>
            </p:nvSpPr>
            <p:spPr>
              <a:xfrm>
                <a:off x="4416310" y="2548910"/>
                <a:ext cx="1405170" cy="1039354"/>
              </a:xfrm>
              <a:custGeom>
                <a:avLst/>
                <a:gdLst>
                  <a:gd name="csX0" fmla="*/ 0 w 1405170"/>
                  <a:gd name="csY0" fmla="*/ 1039355 h 1039354"/>
                  <a:gd name="csX1" fmla="*/ 373143 w 1405170"/>
                  <a:gd name="csY1" fmla="*/ 726782 h 1039354"/>
                  <a:gd name="csX2" fmla="*/ 1405170 w 1405170"/>
                  <a:gd name="csY2" fmla="*/ 0 h 1039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405170" h="1039354">
                    <a:moveTo>
                      <a:pt x="0" y="1039355"/>
                    </a:moveTo>
                    <a:cubicBezTo>
                      <a:pt x="0" y="1039355"/>
                      <a:pt x="70126" y="855055"/>
                      <a:pt x="373143" y="726782"/>
                    </a:cubicBezTo>
                    <a:cubicBezTo>
                      <a:pt x="774438" y="556913"/>
                      <a:pt x="1391580" y="484904"/>
                      <a:pt x="1405170" y="0"/>
                    </a:cubicBezTo>
                  </a:path>
                </a:pathLst>
              </a:custGeom>
              <a:noFill/>
              <a:ln w="12700" cap="rnd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headEnd type="none" w="lg" len="sm"/>
                <a:tailEnd type="none" w="lg" len="sm"/>
              </a:ln>
              <a:effectLst/>
            </p:spPr>
            <p:txBody>
              <a:bodyPr wrap="square" lIns="0" tIns="0" rIns="0" bIns="225083" rtlCol="0" anchor="b" anchorCtr="0">
                <a:noAutofit/>
              </a:bodyPr>
              <a:lstStyle/>
              <a:p>
                <a:pPr algn="ctr" defTabSz="1171177" rtl="0">
                  <a:spcBef>
                    <a:spcPts val="328"/>
                  </a:spcBef>
                  <a:defRPr/>
                </a:pPr>
                <a:endParaRPr lang="en-US" sz="3282" kern="0" spc="-41">
                  <a:solidFill>
                    <a:srgbClr val="FFFFFF"/>
                  </a:solidFill>
                  <a:latin typeface="Segoe Sans Display Semibold"/>
                  <a:ea typeface="Yu Gothic UI"/>
                </a:endParaRPr>
              </a:p>
            </p:txBody>
          </p:sp>
          <p:sp>
            <p:nvSpPr>
              <p:cNvPr id="338" name="Freeform 84">
                <a:extLst>
                  <a:ext uri="{FF2B5EF4-FFF2-40B4-BE49-F238E27FC236}">
                    <a16:creationId xmlns:a16="http://schemas.microsoft.com/office/drawing/2014/main" id="{07319B56-EA3B-E6D7-C847-151F49ECC5D0}"/>
                  </a:ext>
                </a:extLst>
              </p:cNvPr>
              <p:cNvSpPr/>
              <p:nvPr/>
            </p:nvSpPr>
            <p:spPr>
              <a:xfrm>
                <a:off x="4868574" y="2548910"/>
                <a:ext cx="1004428" cy="1039354"/>
              </a:xfrm>
              <a:custGeom>
                <a:avLst/>
                <a:gdLst>
                  <a:gd name="csX0" fmla="*/ 0 w 1004428"/>
                  <a:gd name="csY0" fmla="*/ 1039355 h 1039354"/>
                  <a:gd name="csX1" fmla="*/ 268353 w 1004428"/>
                  <a:gd name="csY1" fmla="*/ 747168 h 1039354"/>
                  <a:gd name="csX2" fmla="*/ 1004428 w 1004428"/>
                  <a:gd name="csY2" fmla="*/ 0 h 1039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004428" h="1039354">
                    <a:moveTo>
                      <a:pt x="0" y="1039355"/>
                    </a:moveTo>
                    <a:cubicBezTo>
                      <a:pt x="0" y="1039355"/>
                      <a:pt x="49704" y="892106"/>
                      <a:pt x="268353" y="747168"/>
                    </a:cubicBezTo>
                    <a:cubicBezTo>
                      <a:pt x="553847" y="557923"/>
                      <a:pt x="994709" y="484904"/>
                      <a:pt x="1004428" y="0"/>
                    </a:cubicBezTo>
                  </a:path>
                </a:pathLst>
              </a:custGeom>
              <a:noFill/>
              <a:ln w="12700" cap="rnd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headEnd type="none" w="lg" len="sm"/>
                <a:tailEnd type="none" w="lg" len="sm"/>
              </a:ln>
              <a:effectLst/>
            </p:spPr>
            <p:txBody>
              <a:bodyPr wrap="square" lIns="0" tIns="0" rIns="0" bIns="225083" rtlCol="0" anchor="b" anchorCtr="0">
                <a:noAutofit/>
              </a:bodyPr>
              <a:lstStyle/>
              <a:p>
                <a:pPr algn="ctr" defTabSz="1171177" rtl="0">
                  <a:spcBef>
                    <a:spcPts val="328"/>
                  </a:spcBef>
                  <a:defRPr/>
                </a:pPr>
                <a:endParaRPr lang="en-US" sz="3282" kern="0" spc="-41">
                  <a:solidFill>
                    <a:srgbClr val="FFFFFF"/>
                  </a:solidFill>
                  <a:latin typeface="Segoe Sans Display Semibold"/>
                  <a:ea typeface="Yu Gothic UI"/>
                </a:endParaRPr>
              </a:p>
            </p:txBody>
          </p:sp>
          <p:sp>
            <p:nvSpPr>
              <p:cNvPr id="339" name="Freeform 85">
                <a:extLst>
                  <a:ext uri="{FF2B5EF4-FFF2-40B4-BE49-F238E27FC236}">
                    <a16:creationId xmlns:a16="http://schemas.microsoft.com/office/drawing/2014/main" id="{090ECB7B-697E-FD92-073F-C5E5A5592240}"/>
                  </a:ext>
                </a:extLst>
              </p:cNvPr>
              <p:cNvSpPr/>
              <p:nvPr/>
            </p:nvSpPr>
            <p:spPr>
              <a:xfrm>
                <a:off x="5320826" y="2548910"/>
                <a:ext cx="603687" cy="1039354"/>
              </a:xfrm>
              <a:custGeom>
                <a:avLst/>
                <a:gdLst>
                  <a:gd name="csX0" fmla="*/ 0 w 603687"/>
                  <a:gd name="csY0" fmla="*/ 1039355 h 1039354"/>
                  <a:gd name="csX1" fmla="*/ 163575 w 603687"/>
                  <a:gd name="csY1" fmla="*/ 767553 h 1039354"/>
                  <a:gd name="csX2" fmla="*/ 603687 w 603687"/>
                  <a:gd name="csY2" fmla="*/ 0 h 1039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603687" h="1039354">
                    <a:moveTo>
                      <a:pt x="0" y="1039355"/>
                    </a:moveTo>
                    <a:cubicBezTo>
                      <a:pt x="0" y="1039355"/>
                      <a:pt x="29737" y="930311"/>
                      <a:pt x="163575" y="767553"/>
                    </a:cubicBezTo>
                    <a:cubicBezTo>
                      <a:pt x="333859" y="560456"/>
                      <a:pt x="597850" y="484904"/>
                      <a:pt x="603687" y="0"/>
                    </a:cubicBezTo>
                  </a:path>
                </a:pathLst>
              </a:custGeom>
              <a:noFill/>
              <a:ln w="12700" cap="rnd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headEnd type="none" w="lg" len="sm"/>
                <a:tailEnd type="none" w="lg" len="sm"/>
              </a:ln>
              <a:effectLst/>
            </p:spPr>
            <p:txBody>
              <a:bodyPr wrap="square" lIns="0" tIns="0" rIns="0" bIns="225083" rtlCol="0" anchor="b" anchorCtr="0">
                <a:noAutofit/>
              </a:bodyPr>
              <a:lstStyle/>
              <a:p>
                <a:pPr algn="ctr" defTabSz="1171177" rtl="0">
                  <a:spcBef>
                    <a:spcPts val="328"/>
                  </a:spcBef>
                  <a:defRPr/>
                </a:pPr>
                <a:endParaRPr lang="en-US" sz="3282" kern="0" spc="-41">
                  <a:solidFill>
                    <a:srgbClr val="FFFFFF"/>
                  </a:solidFill>
                  <a:latin typeface="Segoe Sans Display Semibold"/>
                  <a:ea typeface="Yu Gothic UI"/>
                </a:endParaRPr>
              </a:p>
            </p:txBody>
          </p:sp>
          <p:sp>
            <p:nvSpPr>
              <p:cNvPr id="340" name="Freeform 86">
                <a:extLst>
                  <a:ext uri="{FF2B5EF4-FFF2-40B4-BE49-F238E27FC236}">
                    <a16:creationId xmlns:a16="http://schemas.microsoft.com/office/drawing/2014/main" id="{1B4595D2-2BEA-5476-8544-7CAC71D7F5AF}"/>
                  </a:ext>
                </a:extLst>
              </p:cNvPr>
              <p:cNvSpPr/>
              <p:nvPr/>
            </p:nvSpPr>
            <p:spPr>
              <a:xfrm>
                <a:off x="5773078" y="2548910"/>
                <a:ext cx="202957" cy="1039354"/>
              </a:xfrm>
              <a:custGeom>
                <a:avLst/>
                <a:gdLst>
                  <a:gd name="csX0" fmla="*/ 0 w 202957"/>
                  <a:gd name="csY0" fmla="*/ 1039355 h 1039354"/>
                  <a:gd name="csX1" fmla="*/ 58785 w 202957"/>
                  <a:gd name="csY1" fmla="*/ 787938 h 1039354"/>
                  <a:gd name="csX2" fmla="*/ 202957 w 202957"/>
                  <a:gd name="csY2" fmla="*/ 0 h 1039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02957" h="1039354">
                    <a:moveTo>
                      <a:pt x="0" y="1039355"/>
                    </a:moveTo>
                    <a:cubicBezTo>
                      <a:pt x="0" y="1039355"/>
                      <a:pt x="12030" y="969135"/>
                      <a:pt x="58785" y="787938"/>
                    </a:cubicBezTo>
                    <a:cubicBezTo>
                      <a:pt x="116660" y="563701"/>
                      <a:pt x="200991" y="484904"/>
                      <a:pt x="202957" y="0"/>
                    </a:cubicBezTo>
                  </a:path>
                </a:pathLst>
              </a:custGeom>
              <a:noFill/>
              <a:ln w="12700" cap="rnd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headEnd type="none" w="lg" len="sm"/>
                <a:tailEnd type="none" w="lg" len="sm"/>
              </a:ln>
              <a:effectLst/>
            </p:spPr>
            <p:txBody>
              <a:bodyPr wrap="square" lIns="0" tIns="0" rIns="0" bIns="225083" rtlCol="0" anchor="b" anchorCtr="0">
                <a:noAutofit/>
              </a:bodyPr>
              <a:lstStyle/>
              <a:p>
                <a:pPr algn="ctr" defTabSz="1171177" rtl="0">
                  <a:spcBef>
                    <a:spcPts val="328"/>
                  </a:spcBef>
                  <a:defRPr/>
                </a:pPr>
                <a:endParaRPr lang="en-US" sz="3282" kern="0" spc="-41">
                  <a:solidFill>
                    <a:srgbClr val="FFFFFF"/>
                  </a:solidFill>
                  <a:latin typeface="Segoe Sans Display Semibold"/>
                  <a:ea typeface="Yu Gothic UI"/>
                </a:endParaRPr>
              </a:p>
            </p:txBody>
          </p:sp>
        </p:grpSp>
        <p:grpSp>
          <p:nvGrpSpPr>
            <p:cNvPr id="319" name="Graphic 141">
              <a:extLst>
                <a:ext uri="{FF2B5EF4-FFF2-40B4-BE49-F238E27FC236}">
                  <a16:creationId xmlns:a16="http://schemas.microsoft.com/office/drawing/2014/main" id="{A52AC39D-ECF0-9E96-23AF-2A3D6B1927E6}"/>
                </a:ext>
              </a:extLst>
            </p:cNvPr>
            <p:cNvGrpSpPr/>
            <p:nvPr/>
          </p:nvGrpSpPr>
          <p:grpSpPr>
            <a:xfrm>
              <a:off x="6095301" y="2483314"/>
              <a:ext cx="4273261" cy="1104952"/>
              <a:chOff x="6095301" y="2483314"/>
              <a:chExt cx="4273261" cy="1104952"/>
            </a:xfrm>
            <a:noFill/>
          </p:grpSpPr>
          <p:sp>
            <p:nvSpPr>
              <p:cNvPr id="321" name="Freeform 67">
                <a:extLst>
                  <a:ext uri="{FF2B5EF4-FFF2-40B4-BE49-F238E27FC236}">
                    <a16:creationId xmlns:a16="http://schemas.microsoft.com/office/drawing/2014/main" id="{63FC7905-B4CD-6DCE-2DF0-80B4808A3806}"/>
                  </a:ext>
                </a:extLst>
              </p:cNvPr>
              <p:cNvSpPr/>
              <p:nvPr/>
            </p:nvSpPr>
            <p:spPr>
              <a:xfrm>
                <a:off x="6558943" y="2483314"/>
                <a:ext cx="3809619" cy="1104952"/>
              </a:xfrm>
              <a:custGeom>
                <a:avLst/>
                <a:gdLst>
                  <a:gd name="csX0" fmla="*/ 3809620 w 3809619"/>
                  <a:gd name="csY0" fmla="*/ 1039355 h 1039354"/>
                  <a:gd name="csX1" fmla="*/ 2807760 w 3809619"/>
                  <a:gd name="csY1" fmla="*/ 604472 h 1039354"/>
                  <a:gd name="csX2" fmla="*/ 0 w 3809619"/>
                  <a:gd name="csY2" fmla="*/ 0 h 1039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809619" h="1039354">
                    <a:moveTo>
                      <a:pt x="3809620" y="1039355"/>
                    </a:moveTo>
                    <a:cubicBezTo>
                      <a:pt x="3809620" y="1039355"/>
                      <a:pt x="3619245" y="638447"/>
                      <a:pt x="2807760" y="604472"/>
                    </a:cubicBezTo>
                    <a:cubicBezTo>
                      <a:pt x="1714404" y="558695"/>
                      <a:pt x="36863" y="484904"/>
                      <a:pt x="0" y="0"/>
                    </a:cubicBezTo>
                  </a:path>
                </a:pathLst>
              </a:custGeom>
              <a:noFill/>
              <a:ln w="12700" cap="rnd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headEnd type="none" w="lg" len="sm"/>
                <a:tailEnd type="none" w="lg" len="sm"/>
              </a:ln>
              <a:effectLst/>
            </p:spPr>
            <p:txBody>
              <a:bodyPr wrap="square" lIns="0" tIns="0" rIns="0" bIns="225083" rtlCol="0" anchor="b" anchorCtr="0">
                <a:noAutofit/>
              </a:bodyPr>
              <a:lstStyle/>
              <a:p>
                <a:pPr algn="ctr" defTabSz="1171177" rtl="0">
                  <a:spcBef>
                    <a:spcPts val="328"/>
                  </a:spcBef>
                  <a:defRPr/>
                </a:pPr>
                <a:endParaRPr lang="en-US" sz="3282" kern="0" spc="-41">
                  <a:solidFill>
                    <a:srgbClr val="FFFFFF"/>
                  </a:solidFill>
                  <a:latin typeface="Segoe Sans Display Semibold"/>
                  <a:ea typeface="Yu Gothic UI"/>
                </a:endParaRPr>
              </a:p>
            </p:txBody>
          </p:sp>
          <p:sp>
            <p:nvSpPr>
              <p:cNvPr id="322" name="Freeform 68">
                <a:extLst>
                  <a:ext uri="{FF2B5EF4-FFF2-40B4-BE49-F238E27FC236}">
                    <a16:creationId xmlns:a16="http://schemas.microsoft.com/office/drawing/2014/main" id="{F48AD73C-B1B0-7FF3-1308-34860BC617D6}"/>
                  </a:ext>
                </a:extLst>
              </p:cNvPr>
              <p:cNvSpPr/>
              <p:nvPr/>
            </p:nvSpPr>
            <p:spPr>
              <a:xfrm>
                <a:off x="6507419" y="2504303"/>
                <a:ext cx="3408877" cy="1083962"/>
              </a:xfrm>
              <a:custGeom>
                <a:avLst/>
                <a:gdLst>
                  <a:gd name="csX0" fmla="*/ 3408878 w 3408877"/>
                  <a:gd name="csY0" fmla="*/ 1039355 h 1039354"/>
                  <a:gd name="csX1" fmla="*/ 2511808 w 3408877"/>
                  <a:gd name="csY1" fmla="*/ 624857 h 1039354"/>
                  <a:gd name="csX2" fmla="*/ 0 w 3408877"/>
                  <a:gd name="csY2" fmla="*/ 0 h 1039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408877" h="1039354">
                    <a:moveTo>
                      <a:pt x="3408878" y="1039355"/>
                    </a:moveTo>
                    <a:cubicBezTo>
                      <a:pt x="3408878" y="1039355"/>
                      <a:pt x="3238323" y="675190"/>
                      <a:pt x="2511808" y="624857"/>
                    </a:cubicBezTo>
                    <a:cubicBezTo>
                      <a:pt x="1533504" y="559252"/>
                      <a:pt x="32993" y="484904"/>
                      <a:pt x="0" y="0"/>
                    </a:cubicBezTo>
                  </a:path>
                </a:pathLst>
              </a:custGeom>
              <a:noFill/>
              <a:ln w="12700" cap="rnd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headEnd type="none" w="lg" len="sm"/>
                <a:tailEnd type="none" w="lg" len="sm"/>
              </a:ln>
              <a:effectLst/>
            </p:spPr>
            <p:txBody>
              <a:bodyPr wrap="square" lIns="0" tIns="0" rIns="0" bIns="225083" rtlCol="0" anchor="b" anchorCtr="0">
                <a:noAutofit/>
              </a:bodyPr>
              <a:lstStyle/>
              <a:p>
                <a:pPr algn="ctr" defTabSz="1171177" rtl="0">
                  <a:spcBef>
                    <a:spcPts val="328"/>
                  </a:spcBef>
                  <a:defRPr/>
                </a:pPr>
                <a:endParaRPr lang="en-US" sz="3282" kern="0" spc="-41">
                  <a:solidFill>
                    <a:srgbClr val="FFFFFF"/>
                  </a:solidFill>
                  <a:latin typeface="Segoe Sans Display Semibold"/>
                  <a:ea typeface="Yu Gothic UI"/>
                </a:endParaRPr>
              </a:p>
            </p:txBody>
          </p:sp>
          <p:sp>
            <p:nvSpPr>
              <p:cNvPr id="323" name="Freeform 69">
                <a:extLst>
                  <a:ext uri="{FF2B5EF4-FFF2-40B4-BE49-F238E27FC236}">
                    <a16:creationId xmlns:a16="http://schemas.microsoft.com/office/drawing/2014/main" id="{A089E550-BAF4-77C0-07BE-256D76140D56}"/>
                  </a:ext>
                </a:extLst>
              </p:cNvPr>
              <p:cNvSpPr/>
              <p:nvPr/>
            </p:nvSpPr>
            <p:spPr>
              <a:xfrm>
                <a:off x="6455910" y="2530541"/>
                <a:ext cx="3008136" cy="1057724"/>
              </a:xfrm>
              <a:custGeom>
                <a:avLst/>
                <a:gdLst>
                  <a:gd name="csX0" fmla="*/ 3008137 w 3008136"/>
                  <a:gd name="csY0" fmla="*/ 1039355 h 1039354"/>
                  <a:gd name="csX1" fmla="*/ 2215845 w 3008136"/>
                  <a:gd name="csY1" fmla="*/ 645242 h 1039354"/>
                  <a:gd name="csX2" fmla="*/ 0 w 3008136"/>
                  <a:gd name="csY2" fmla="*/ 0 h 1039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08136" h="1039354">
                    <a:moveTo>
                      <a:pt x="3008137" y="1039355"/>
                    </a:moveTo>
                    <a:cubicBezTo>
                      <a:pt x="3008137" y="1039355"/>
                      <a:pt x="2857525" y="710347"/>
                      <a:pt x="2215845" y="645242"/>
                    </a:cubicBezTo>
                    <a:cubicBezTo>
                      <a:pt x="1352775" y="557674"/>
                      <a:pt x="29110" y="484904"/>
                      <a:pt x="0" y="0"/>
                    </a:cubicBezTo>
                  </a:path>
                </a:pathLst>
              </a:custGeom>
              <a:noFill/>
              <a:ln w="12700" cap="rnd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headEnd type="none" w="lg" len="sm"/>
                <a:tailEnd type="none" w="lg" len="sm"/>
              </a:ln>
              <a:effectLst/>
            </p:spPr>
            <p:txBody>
              <a:bodyPr wrap="square" lIns="0" tIns="0" rIns="0" bIns="225083" rtlCol="0" anchor="b" anchorCtr="0">
                <a:noAutofit/>
              </a:bodyPr>
              <a:lstStyle/>
              <a:p>
                <a:pPr algn="ctr" defTabSz="1171177" rtl="0">
                  <a:spcBef>
                    <a:spcPts val="328"/>
                  </a:spcBef>
                  <a:defRPr/>
                </a:pPr>
                <a:endParaRPr lang="en-US" sz="3282" kern="0" spc="-41">
                  <a:solidFill>
                    <a:srgbClr val="FFFFFF"/>
                  </a:solidFill>
                  <a:latin typeface="Segoe Sans Display Semibold"/>
                  <a:ea typeface="Yu Gothic UI"/>
                </a:endParaRPr>
              </a:p>
            </p:txBody>
          </p:sp>
          <p:sp>
            <p:nvSpPr>
              <p:cNvPr id="324" name="Freeform 70">
                <a:extLst>
                  <a:ext uri="{FF2B5EF4-FFF2-40B4-BE49-F238E27FC236}">
                    <a16:creationId xmlns:a16="http://schemas.microsoft.com/office/drawing/2014/main" id="{542E2C1D-9350-CB55-C33C-1B7E1A9472D2}"/>
                  </a:ext>
                </a:extLst>
              </p:cNvPr>
              <p:cNvSpPr/>
              <p:nvPr/>
            </p:nvSpPr>
            <p:spPr>
              <a:xfrm>
                <a:off x="6404388" y="2548910"/>
                <a:ext cx="2607407" cy="1039354"/>
              </a:xfrm>
              <a:custGeom>
                <a:avLst/>
                <a:gdLst>
                  <a:gd name="csX0" fmla="*/ 2607407 w 2607407"/>
                  <a:gd name="csY0" fmla="*/ 1039355 h 1039354"/>
                  <a:gd name="csX1" fmla="*/ 1919893 w 2607407"/>
                  <a:gd name="csY1" fmla="*/ 665627 h 1039354"/>
                  <a:gd name="csX2" fmla="*/ 0 w 2607407"/>
                  <a:gd name="csY2" fmla="*/ 0 h 1039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607407" h="1039354">
                    <a:moveTo>
                      <a:pt x="2607407" y="1039355"/>
                    </a:moveTo>
                    <a:cubicBezTo>
                      <a:pt x="2607407" y="1039355"/>
                      <a:pt x="2476751" y="746343"/>
                      <a:pt x="1919893" y="665627"/>
                    </a:cubicBezTo>
                    <a:cubicBezTo>
                      <a:pt x="1172071" y="557230"/>
                      <a:pt x="25239" y="484904"/>
                      <a:pt x="0" y="0"/>
                    </a:cubicBezTo>
                  </a:path>
                </a:pathLst>
              </a:custGeom>
              <a:noFill/>
              <a:ln w="12700" cap="rnd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headEnd type="none" w="lg" len="sm"/>
                <a:tailEnd type="none" w="lg" len="sm"/>
              </a:ln>
              <a:effectLst/>
            </p:spPr>
            <p:txBody>
              <a:bodyPr wrap="square" lIns="0" tIns="0" rIns="0" bIns="225083" rtlCol="0" anchor="b" anchorCtr="0">
                <a:noAutofit/>
              </a:bodyPr>
              <a:lstStyle/>
              <a:p>
                <a:pPr algn="ctr" defTabSz="1171177" rtl="0">
                  <a:spcBef>
                    <a:spcPts val="328"/>
                  </a:spcBef>
                  <a:defRPr/>
                </a:pPr>
                <a:endParaRPr lang="en-US" sz="3282" kern="0" spc="-41">
                  <a:solidFill>
                    <a:srgbClr val="FFFFFF"/>
                  </a:solidFill>
                  <a:latin typeface="Segoe Sans Display Semibold"/>
                  <a:ea typeface="Yu Gothic UI"/>
                </a:endParaRPr>
              </a:p>
            </p:txBody>
          </p:sp>
          <p:sp>
            <p:nvSpPr>
              <p:cNvPr id="325" name="Freeform 71">
                <a:extLst>
                  <a:ext uri="{FF2B5EF4-FFF2-40B4-BE49-F238E27FC236}">
                    <a16:creationId xmlns:a16="http://schemas.microsoft.com/office/drawing/2014/main" id="{75561836-83DB-3279-B310-67A82A5B8A4B}"/>
                  </a:ext>
                </a:extLst>
              </p:cNvPr>
              <p:cNvSpPr/>
              <p:nvPr/>
            </p:nvSpPr>
            <p:spPr>
              <a:xfrm>
                <a:off x="6352877" y="2548910"/>
                <a:ext cx="2206652" cy="1039354"/>
              </a:xfrm>
              <a:custGeom>
                <a:avLst/>
                <a:gdLst>
                  <a:gd name="csX0" fmla="*/ 2206653 w 2206652"/>
                  <a:gd name="csY0" fmla="*/ 1039355 h 1039354"/>
                  <a:gd name="csX1" fmla="*/ 1623942 w 2206652"/>
                  <a:gd name="csY1" fmla="*/ 686012 h 1039354"/>
                  <a:gd name="csX2" fmla="*/ 0 w 2206652"/>
                  <a:gd name="csY2" fmla="*/ 0 h 1039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206652" h="1039354">
                    <a:moveTo>
                      <a:pt x="2206653" y="1039355"/>
                    </a:moveTo>
                    <a:cubicBezTo>
                      <a:pt x="2206653" y="1039355"/>
                      <a:pt x="2096063" y="782405"/>
                      <a:pt x="1623942" y="686012"/>
                    </a:cubicBezTo>
                    <a:cubicBezTo>
                      <a:pt x="991465" y="556879"/>
                      <a:pt x="21356" y="484904"/>
                      <a:pt x="0" y="0"/>
                    </a:cubicBezTo>
                  </a:path>
                </a:pathLst>
              </a:custGeom>
              <a:noFill/>
              <a:ln w="12700" cap="rnd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headEnd type="none" w="lg" len="sm"/>
                <a:tailEnd type="none" w="lg" len="sm"/>
              </a:ln>
              <a:effectLst/>
            </p:spPr>
            <p:txBody>
              <a:bodyPr wrap="square" lIns="0" tIns="0" rIns="0" bIns="225083" rtlCol="0" anchor="b" anchorCtr="0">
                <a:noAutofit/>
              </a:bodyPr>
              <a:lstStyle/>
              <a:p>
                <a:pPr algn="ctr" defTabSz="1171177" rtl="0">
                  <a:spcBef>
                    <a:spcPts val="328"/>
                  </a:spcBef>
                  <a:defRPr/>
                </a:pPr>
                <a:endParaRPr lang="en-US" sz="3282" kern="0" spc="-41">
                  <a:solidFill>
                    <a:srgbClr val="FFFFFF"/>
                  </a:solidFill>
                  <a:latin typeface="Segoe Sans Display Semibold"/>
                  <a:ea typeface="Yu Gothic UI"/>
                </a:endParaRPr>
              </a:p>
            </p:txBody>
          </p:sp>
          <p:sp>
            <p:nvSpPr>
              <p:cNvPr id="326" name="Freeform 72">
                <a:extLst>
                  <a:ext uri="{FF2B5EF4-FFF2-40B4-BE49-F238E27FC236}">
                    <a16:creationId xmlns:a16="http://schemas.microsoft.com/office/drawing/2014/main" id="{A185F694-3AEC-87F1-6897-7412A917EBD6}"/>
                  </a:ext>
                </a:extLst>
              </p:cNvPr>
              <p:cNvSpPr/>
              <p:nvPr/>
            </p:nvSpPr>
            <p:spPr>
              <a:xfrm>
                <a:off x="6301367" y="2548910"/>
                <a:ext cx="1805911" cy="1039354"/>
              </a:xfrm>
              <a:custGeom>
                <a:avLst/>
                <a:gdLst>
                  <a:gd name="csX0" fmla="*/ 1805911 w 1805911"/>
                  <a:gd name="csY0" fmla="*/ 1039355 h 1039354"/>
                  <a:gd name="csX1" fmla="*/ 1327978 w 1805911"/>
                  <a:gd name="csY1" fmla="*/ 706397 h 1039354"/>
                  <a:gd name="csX2" fmla="*/ 0 w 1805911"/>
                  <a:gd name="csY2" fmla="*/ 0 h 1039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805911" h="1039354">
                    <a:moveTo>
                      <a:pt x="1805911" y="1039355"/>
                    </a:moveTo>
                    <a:cubicBezTo>
                      <a:pt x="1805911" y="1039355"/>
                      <a:pt x="1715474" y="818596"/>
                      <a:pt x="1327978" y="706397"/>
                    </a:cubicBezTo>
                    <a:cubicBezTo>
                      <a:pt x="811006" y="556708"/>
                      <a:pt x="17473" y="484904"/>
                      <a:pt x="0" y="0"/>
                    </a:cubicBezTo>
                  </a:path>
                </a:pathLst>
              </a:custGeom>
              <a:noFill/>
              <a:ln w="12700" cap="rnd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headEnd type="none" w="lg" len="sm"/>
                <a:tailEnd type="none" w="lg" len="sm"/>
              </a:ln>
              <a:effectLst/>
            </p:spPr>
            <p:txBody>
              <a:bodyPr wrap="square" lIns="0" tIns="0" rIns="0" bIns="225083" rtlCol="0" anchor="b" anchorCtr="0">
                <a:noAutofit/>
              </a:bodyPr>
              <a:lstStyle/>
              <a:p>
                <a:pPr algn="ctr" defTabSz="1171177" rtl="0">
                  <a:spcBef>
                    <a:spcPts val="328"/>
                  </a:spcBef>
                  <a:defRPr/>
                </a:pPr>
                <a:endParaRPr lang="en-US" sz="3282" kern="0" spc="-41">
                  <a:solidFill>
                    <a:srgbClr val="FFFFFF"/>
                  </a:solidFill>
                  <a:latin typeface="Segoe Sans Display Semibold"/>
                  <a:ea typeface="Yu Gothic UI"/>
                </a:endParaRPr>
              </a:p>
            </p:txBody>
          </p:sp>
          <p:sp>
            <p:nvSpPr>
              <p:cNvPr id="327" name="Freeform 73">
                <a:extLst>
                  <a:ext uri="{FF2B5EF4-FFF2-40B4-BE49-F238E27FC236}">
                    <a16:creationId xmlns:a16="http://schemas.microsoft.com/office/drawing/2014/main" id="{0C4D9A57-1AE6-E5E5-9CB4-E97908FAA6E5}"/>
                  </a:ext>
                </a:extLst>
              </p:cNvPr>
              <p:cNvSpPr/>
              <p:nvPr/>
            </p:nvSpPr>
            <p:spPr>
              <a:xfrm>
                <a:off x="6249844" y="2548910"/>
                <a:ext cx="1405170" cy="1039354"/>
              </a:xfrm>
              <a:custGeom>
                <a:avLst/>
                <a:gdLst>
                  <a:gd name="csX0" fmla="*/ 1405170 w 1405170"/>
                  <a:gd name="csY0" fmla="*/ 1039355 h 1039354"/>
                  <a:gd name="csX1" fmla="*/ 1032027 w 1405170"/>
                  <a:gd name="csY1" fmla="*/ 726782 h 1039354"/>
                  <a:gd name="csX2" fmla="*/ 0 w 1405170"/>
                  <a:gd name="csY2" fmla="*/ 0 h 1039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405170" h="1039354">
                    <a:moveTo>
                      <a:pt x="1405170" y="1039355"/>
                    </a:moveTo>
                    <a:cubicBezTo>
                      <a:pt x="1405170" y="1039355"/>
                      <a:pt x="1335056" y="855055"/>
                      <a:pt x="1032027" y="726782"/>
                    </a:cubicBezTo>
                    <a:cubicBezTo>
                      <a:pt x="630744" y="556913"/>
                      <a:pt x="13603" y="484904"/>
                      <a:pt x="0" y="0"/>
                    </a:cubicBezTo>
                  </a:path>
                </a:pathLst>
              </a:custGeom>
              <a:noFill/>
              <a:ln w="12700" cap="rnd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headEnd type="none" w="lg" len="sm"/>
                <a:tailEnd type="none" w="lg" len="sm"/>
              </a:ln>
              <a:effectLst/>
            </p:spPr>
            <p:txBody>
              <a:bodyPr wrap="square" lIns="0" tIns="0" rIns="0" bIns="225083" rtlCol="0" anchor="b" anchorCtr="0">
                <a:noAutofit/>
              </a:bodyPr>
              <a:lstStyle/>
              <a:p>
                <a:pPr algn="ctr" defTabSz="1171177" rtl="0">
                  <a:spcBef>
                    <a:spcPts val="328"/>
                  </a:spcBef>
                  <a:defRPr/>
                </a:pPr>
                <a:endParaRPr lang="en-US" sz="3282" kern="0" spc="-41">
                  <a:solidFill>
                    <a:srgbClr val="FFFFFF"/>
                  </a:solidFill>
                  <a:latin typeface="Segoe Sans Display Semibold"/>
                  <a:ea typeface="Yu Gothic UI"/>
                </a:endParaRPr>
              </a:p>
            </p:txBody>
          </p:sp>
          <p:sp>
            <p:nvSpPr>
              <p:cNvPr id="328" name="Freeform 74">
                <a:extLst>
                  <a:ext uri="{FF2B5EF4-FFF2-40B4-BE49-F238E27FC236}">
                    <a16:creationId xmlns:a16="http://schemas.microsoft.com/office/drawing/2014/main" id="{10654921-8199-BF8A-49AA-35254B3EA711}"/>
                  </a:ext>
                </a:extLst>
              </p:cNvPr>
              <p:cNvSpPr/>
              <p:nvPr/>
            </p:nvSpPr>
            <p:spPr>
              <a:xfrm>
                <a:off x="6198322" y="2548910"/>
                <a:ext cx="1004440" cy="1039354"/>
              </a:xfrm>
              <a:custGeom>
                <a:avLst/>
                <a:gdLst>
                  <a:gd name="csX0" fmla="*/ 1004440 w 1004440"/>
                  <a:gd name="csY0" fmla="*/ 1039355 h 1039354"/>
                  <a:gd name="csX1" fmla="*/ 736075 w 1004440"/>
                  <a:gd name="csY1" fmla="*/ 747168 h 1039354"/>
                  <a:gd name="csX2" fmla="*/ 0 w 1004440"/>
                  <a:gd name="csY2" fmla="*/ 0 h 1039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004440" h="1039354">
                    <a:moveTo>
                      <a:pt x="1004440" y="1039355"/>
                    </a:moveTo>
                    <a:cubicBezTo>
                      <a:pt x="1004440" y="1039355"/>
                      <a:pt x="954737" y="892106"/>
                      <a:pt x="736075" y="747168"/>
                    </a:cubicBezTo>
                    <a:cubicBezTo>
                      <a:pt x="450593" y="557923"/>
                      <a:pt x="9732" y="484904"/>
                      <a:pt x="0" y="0"/>
                    </a:cubicBezTo>
                  </a:path>
                </a:pathLst>
              </a:custGeom>
              <a:noFill/>
              <a:ln w="12700" cap="rnd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headEnd type="none" w="lg" len="sm"/>
                <a:tailEnd type="none" w="lg" len="sm"/>
              </a:ln>
              <a:effectLst/>
            </p:spPr>
            <p:txBody>
              <a:bodyPr wrap="square" lIns="0" tIns="0" rIns="0" bIns="225083" rtlCol="0" anchor="b" anchorCtr="0">
                <a:noAutofit/>
              </a:bodyPr>
              <a:lstStyle/>
              <a:p>
                <a:pPr algn="ctr" defTabSz="1171177" rtl="0">
                  <a:spcBef>
                    <a:spcPts val="328"/>
                  </a:spcBef>
                  <a:defRPr/>
                </a:pPr>
                <a:endParaRPr lang="en-US" sz="3282" kern="0" spc="-41">
                  <a:solidFill>
                    <a:srgbClr val="FFFFFF"/>
                  </a:solidFill>
                  <a:latin typeface="Segoe Sans Display Semibold"/>
                  <a:ea typeface="Yu Gothic UI"/>
                </a:endParaRPr>
              </a:p>
            </p:txBody>
          </p:sp>
          <p:sp>
            <p:nvSpPr>
              <p:cNvPr id="329" name="Freeform 75">
                <a:extLst>
                  <a:ext uri="{FF2B5EF4-FFF2-40B4-BE49-F238E27FC236}">
                    <a16:creationId xmlns:a16="http://schemas.microsoft.com/office/drawing/2014/main" id="{AC0D169B-22FF-40ED-2DEF-F97E630F9F20}"/>
                  </a:ext>
                </a:extLst>
              </p:cNvPr>
              <p:cNvSpPr/>
              <p:nvPr/>
            </p:nvSpPr>
            <p:spPr>
              <a:xfrm>
                <a:off x="6146811" y="2548910"/>
                <a:ext cx="603686" cy="1039354"/>
              </a:xfrm>
              <a:custGeom>
                <a:avLst/>
                <a:gdLst>
                  <a:gd name="csX0" fmla="*/ 603687 w 603686"/>
                  <a:gd name="csY0" fmla="*/ 1039355 h 1039354"/>
                  <a:gd name="csX1" fmla="*/ 440124 w 603686"/>
                  <a:gd name="csY1" fmla="*/ 767553 h 1039354"/>
                  <a:gd name="csX2" fmla="*/ 0 w 603686"/>
                  <a:gd name="csY2" fmla="*/ 0 h 1039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603686" h="1039354">
                    <a:moveTo>
                      <a:pt x="603687" y="1039355"/>
                    </a:moveTo>
                    <a:cubicBezTo>
                      <a:pt x="603687" y="1039355"/>
                      <a:pt x="573950" y="930311"/>
                      <a:pt x="440124" y="767553"/>
                    </a:cubicBezTo>
                    <a:cubicBezTo>
                      <a:pt x="269828" y="560456"/>
                      <a:pt x="5837" y="484904"/>
                      <a:pt x="0" y="0"/>
                    </a:cubicBezTo>
                  </a:path>
                </a:pathLst>
              </a:custGeom>
              <a:noFill/>
              <a:ln w="12700" cap="rnd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headEnd type="none" w="lg" len="sm"/>
                <a:tailEnd type="none" w="lg" len="sm"/>
              </a:ln>
              <a:effectLst/>
            </p:spPr>
            <p:txBody>
              <a:bodyPr wrap="square" lIns="0" tIns="0" rIns="0" bIns="225083" rtlCol="0" anchor="b" anchorCtr="0">
                <a:noAutofit/>
              </a:bodyPr>
              <a:lstStyle/>
              <a:p>
                <a:pPr algn="ctr" defTabSz="1171177" rtl="0">
                  <a:spcBef>
                    <a:spcPts val="328"/>
                  </a:spcBef>
                  <a:defRPr/>
                </a:pPr>
                <a:endParaRPr lang="en-US" sz="3282" kern="0" spc="-41">
                  <a:solidFill>
                    <a:srgbClr val="FFFFFF"/>
                  </a:solidFill>
                  <a:latin typeface="Segoe Sans Display Semibold"/>
                  <a:ea typeface="Yu Gothic UI"/>
                </a:endParaRPr>
              </a:p>
            </p:txBody>
          </p:sp>
          <p:sp>
            <p:nvSpPr>
              <p:cNvPr id="330" name="Freeform 76">
                <a:extLst>
                  <a:ext uri="{FF2B5EF4-FFF2-40B4-BE49-F238E27FC236}">
                    <a16:creationId xmlns:a16="http://schemas.microsoft.com/office/drawing/2014/main" id="{550AF602-6012-8A62-88EA-610D5FD4181F}"/>
                  </a:ext>
                </a:extLst>
              </p:cNvPr>
              <p:cNvSpPr/>
              <p:nvPr/>
            </p:nvSpPr>
            <p:spPr>
              <a:xfrm>
                <a:off x="6095301" y="2548910"/>
                <a:ext cx="202944" cy="1039354"/>
              </a:xfrm>
              <a:custGeom>
                <a:avLst/>
                <a:gdLst>
                  <a:gd name="csX0" fmla="*/ 202945 w 202944"/>
                  <a:gd name="csY0" fmla="*/ 1039355 h 1039354"/>
                  <a:gd name="csX1" fmla="*/ 144160 w 202944"/>
                  <a:gd name="csY1" fmla="*/ 787938 h 1039354"/>
                  <a:gd name="csX2" fmla="*/ 0 w 202944"/>
                  <a:gd name="csY2" fmla="*/ 0 h 1039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02944" h="1039354">
                    <a:moveTo>
                      <a:pt x="202945" y="1039355"/>
                    </a:moveTo>
                    <a:cubicBezTo>
                      <a:pt x="202945" y="1039355"/>
                      <a:pt x="190915" y="969135"/>
                      <a:pt x="144160" y="787938"/>
                    </a:cubicBezTo>
                    <a:cubicBezTo>
                      <a:pt x="86285" y="563701"/>
                      <a:pt x="1954" y="484904"/>
                      <a:pt x="0" y="0"/>
                    </a:cubicBezTo>
                  </a:path>
                </a:pathLst>
              </a:custGeom>
              <a:noFill/>
              <a:ln w="12700" cap="rnd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  <a:headEnd type="none" w="lg" len="sm"/>
                <a:tailEnd type="none" w="lg" len="sm"/>
              </a:ln>
              <a:effectLst/>
            </p:spPr>
            <p:txBody>
              <a:bodyPr wrap="square" lIns="0" tIns="0" rIns="0" bIns="225083" rtlCol="0" anchor="b" anchorCtr="0">
                <a:noAutofit/>
              </a:bodyPr>
              <a:lstStyle/>
              <a:p>
                <a:pPr algn="ctr" defTabSz="1171177" rtl="0">
                  <a:spcBef>
                    <a:spcPts val="328"/>
                  </a:spcBef>
                  <a:defRPr/>
                </a:pPr>
                <a:endParaRPr lang="en-US" sz="3282" kern="0" spc="-41">
                  <a:solidFill>
                    <a:srgbClr val="FFFFFF"/>
                  </a:solidFill>
                  <a:latin typeface="Segoe Sans Display Semibold"/>
                  <a:ea typeface="Yu Gothic UI"/>
                </a:endParaRPr>
              </a:p>
            </p:txBody>
          </p:sp>
        </p:grpSp>
        <p:sp>
          <p:nvSpPr>
            <p:cNvPr id="320" name="Freeform 66">
              <a:extLst>
                <a:ext uri="{FF2B5EF4-FFF2-40B4-BE49-F238E27FC236}">
                  <a16:creationId xmlns:a16="http://schemas.microsoft.com/office/drawing/2014/main" id="{A33ACE04-641E-3243-CD65-ABBE966DFC85}"/>
                </a:ext>
              </a:extLst>
            </p:cNvPr>
            <p:cNvSpPr/>
            <p:nvPr/>
          </p:nvSpPr>
          <p:spPr>
            <a:xfrm>
              <a:off x="6040767" y="2548910"/>
              <a:ext cx="12287" cy="1032559"/>
            </a:xfrm>
            <a:custGeom>
              <a:avLst/>
              <a:gdLst>
                <a:gd name="csX0" fmla="*/ 0 w 12287"/>
                <a:gd name="csY0" fmla="*/ 0 h 1032559"/>
                <a:gd name="csX1" fmla="*/ 0 w 12287"/>
                <a:gd name="csY1" fmla="*/ 1032560 h 10325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287" h="1032559">
                  <a:moveTo>
                    <a:pt x="0" y="0"/>
                  </a:moveTo>
                  <a:lnTo>
                    <a:pt x="0" y="1032560"/>
                  </a:lnTo>
                </a:path>
              </a:pathLst>
            </a:custGeom>
            <a:noFill/>
            <a:ln w="12700" cap="rnd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  <a:headEnd type="none" w="lg" len="sm"/>
              <a:tailEnd type="none" w="lg" len="sm"/>
            </a:ln>
            <a:effectLst/>
          </p:spPr>
          <p:txBody>
            <a:bodyPr wrap="square" lIns="0" tIns="0" rIns="0" bIns="225083" rtlCol="0" anchor="b" anchorCtr="0">
              <a:noAutofit/>
            </a:bodyPr>
            <a:lstStyle/>
            <a:p>
              <a:pPr algn="ctr" defTabSz="1171177" rtl="0">
                <a:spcBef>
                  <a:spcPts val="328"/>
                </a:spcBef>
                <a:defRPr/>
              </a:pPr>
              <a:endParaRPr lang="en-US" sz="3282" kern="0" spc="-41">
                <a:solidFill>
                  <a:srgbClr val="FFFFFF"/>
                </a:solidFill>
                <a:latin typeface="Segoe Sans Display Semibold"/>
                <a:ea typeface="Yu Gothic UI"/>
              </a:endParaRPr>
            </a:p>
          </p:txBody>
        </p:sp>
      </p:grpSp>
      <p:grpSp>
        <p:nvGrpSpPr>
          <p:cNvPr id="341" name="グループ化 340">
            <a:extLst>
              <a:ext uri="{FF2B5EF4-FFF2-40B4-BE49-F238E27FC236}">
                <a16:creationId xmlns:a16="http://schemas.microsoft.com/office/drawing/2014/main" id="{1CC00DDD-91BE-4D0E-CD83-5DADA403A7F3}"/>
              </a:ext>
            </a:extLst>
          </p:cNvPr>
          <p:cNvGrpSpPr/>
          <p:nvPr/>
        </p:nvGrpSpPr>
        <p:grpSpPr>
          <a:xfrm>
            <a:off x="4494794" y="2595102"/>
            <a:ext cx="7247079" cy="1102404"/>
            <a:chOff x="4328038" y="2060943"/>
            <a:chExt cx="7247079" cy="1102404"/>
          </a:xfrm>
        </p:grpSpPr>
        <p:sp>
          <p:nvSpPr>
            <p:cNvPr id="342" name="Rectangle: Rounded Corners 7">
              <a:extLst>
                <a:ext uri="{FF2B5EF4-FFF2-40B4-BE49-F238E27FC236}">
                  <a16:creationId xmlns:a16="http://schemas.microsoft.com/office/drawing/2014/main" id="{0D959F3A-3D53-B1E0-18B5-3C45513673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4328038" y="2060943"/>
              <a:ext cx="7247079" cy="1102404"/>
            </a:xfrm>
            <a:prstGeom prst="roundRect">
              <a:avLst>
                <a:gd name="adj" fmla="val 12898"/>
              </a:avLst>
            </a:prstGeom>
            <a:solidFill>
              <a:srgbClr val="101010"/>
            </a:solidFill>
            <a:ln w="19050" cap="flat" cmpd="sng" algn="ctr">
              <a:gradFill flip="none" rotWithShape="1">
                <a:gsLst>
                  <a:gs pos="0">
                    <a:srgbClr val="432EC8"/>
                  </a:gs>
                  <a:gs pos="79000">
                    <a:srgbClr val="432EC8"/>
                  </a:gs>
                  <a:gs pos="100000">
                    <a:srgbClr val="EDDEFF"/>
                  </a:gs>
                </a:gsLst>
                <a:lin ang="2700000" scaled="1"/>
                <a:tileRect/>
              </a:gradFill>
              <a:prstDash val="solid"/>
              <a:headEnd type="none" w="med" len="med"/>
              <a:tailEnd type="none" w="med" len="med"/>
            </a:ln>
            <a:effectLst>
              <a:glow rad="88900">
                <a:srgbClr val="432EC8">
                  <a:alpha val="22000"/>
                </a:srgbClr>
              </a:glow>
            </a:effectLst>
          </p:spPr>
          <p:txBody>
            <a:bodyPr rot="0" spcFirstLastPara="0" vertOverflow="overflow" horzOverflow="overflow" vert="horz" wrap="square" lIns="0" tIns="612000" rIns="0" bIns="32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>
                <a:solidFill>
                  <a:srgbClr val="FFFFFF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endParaRPr>
            </a:p>
          </p:txBody>
        </p:sp>
        <p:pic>
          <p:nvPicPr>
            <p:cNvPr id="343" name="Picture 39">
              <a:extLst>
                <a:ext uri="{FF2B5EF4-FFF2-40B4-BE49-F238E27FC236}">
                  <a16:creationId xmlns:a16="http://schemas.microsoft.com/office/drawing/2014/main" id="{EB88314E-C1CE-3759-E00B-706BF9C8C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424651" y="2087045"/>
              <a:ext cx="390441" cy="364353"/>
            </a:xfrm>
            <a:prstGeom prst="rect">
              <a:avLst/>
            </a:prstGeom>
          </p:spPr>
        </p:pic>
      </p:grpSp>
      <p:sp>
        <p:nvSpPr>
          <p:cNvPr id="344" name="Rounded Rectangle 15">
            <a:extLst>
              <a:ext uri="{FF2B5EF4-FFF2-40B4-BE49-F238E27FC236}">
                <a16:creationId xmlns:a16="http://schemas.microsoft.com/office/drawing/2014/main" id="{5F74EB7C-751D-D62C-6051-821122174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386" y="2707475"/>
            <a:ext cx="3402939" cy="191810"/>
          </a:xfrm>
          <a:prstGeom prst="roundRect">
            <a:avLst>
              <a:gd name="adj" fmla="val 6586"/>
            </a:avLst>
          </a:prstGeom>
          <a:noFill/>
          <a:ln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altLang="ja-JP" sz="1200" b="1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Agentic Retrieval </a:t>
            </a:r>
            <a:r>
              <a:rPr lang="en-US" altLang="ja-JP" sz="1200" b="1" err="1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Engine（検索エンジン</a:t>
            </a:r>
            <a:r>
              <a:rPr lang="en-US" altLang="ja-JP" sz="1200" b="1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）</a:t>
            </a:r>
            <a:endParaRPr lang="en-US" altLang="ja-JP" sz="1200">
              <a:solidFill>
                <a:srgbClr val="FFFFFF"/>
              </a:solidFill>
              <a:latin typeface="Yu Gothic UI"/>
              <a:ea typeface="Yu Gothic UI"/>
            </a:endParaRPr>
          </a:p>
        </p:txBody>
      </p:sp>
      <p:sp>
        <p:nvSpPr>
          <p:cNvPr id="345" name="Shape 42">
            <a:extLst>
              <a:ext uri="{FF2B5EF4-FFF2-40B4-BE49-F238E27FC236}">
                <a16:creationId xmlns:a16="http://schemas.microsoft.com/office/drawing/2014/main" id="{A81C4E4B-DCE2-864A-6943-00595D377106}"/>
              </a:ext>
            </a:extLst>
          </p:cNvPr>
          <p:cNvSpPr/>
          <p:nvPr/>
        </p:nvSpPr>
        <p:spPr>
          <a:xfrm>
            <a:off x="4826937" y="3095524"/>
            <a:ext cx="1203591" cy="401136"/>
          </a:xfrm>
          <a:prstGeom prst="roundRect">
            <a:avLst>
              <a:gd name="adj" fmla="val 8333"/>
            </a:avLst>
          </a:prstGeom>
          <a:solidFill>
            <a:srgbClr val="E6E3F9"/>
          </a:solidFill>
          <a:ln w="12700">
            <a:solidFill>
              <a:srgbClr val="643FB2"/>
            </a:solidFill>
            <a:prstDash val="solid"/>
          </a:ln>
        </p:spPr>
        <p:txBody>
          <a:bodyPr/>
          <a:lstStyle/>
          <a:p>
            <a:pPr rtl="0"/>
            <a:endParaRPr lang="ja-JP" altLang="en-US">
              <a:solidFill>
                <a:srgbClr val="FFFFFF"/>
              </a:solidFill>
              <a:latin typeface="Yu Gothic UI"/>
              <a:ea typeface="Yu Gothic UI"/>
            </a:endParaRPr>
          </a:p>
        </p:txBody>
      </p:sp>
      <p:sp>
        <p:nvSpPr>
          <p:cNvPr id="346" name="Text 46">
            <a:extLst>
              <a:ext uri="{FF2B5EF4-FFF2-40B4-BE49-F238E27FC236}">
                <a16:creationId xmlns:a16="http://schemas.microsoft.com/office/drawing/2014/main" id="{D8E303D7-A062-04E4-1956-4EC0191C8048}"/>
              </a:ext>
            </a:extLst>
          </p:cNvPr>
          <p:cNvSpPr/>
          <p:nvPr/>
        </p:nvSpPr>
        <p:spPr>
          <a:xfrm>
            <a:off x="4880213" y="3098223"/>
            <a:ext cx="1112974" cy="18942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algn="ctr" rtl="0">
              <a:lnSpc>
                <a:spcPct val="110000"/>
              </a:lnSpc>
            </a:pPr>
            <a:r>
              <a:rPr lang="en-US" sz="900" b="1">
                <a:solidFill>
                  <a:srgbClr val="643FB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Query</a:t>
            </a:r>
            <a:r>
              <a:rPr lang="ja-JP" altLang="en-US" sz="900" b="1">
                <a:solidFill>
                  <a:srgbClr val="643FB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</a:t>
            </a:r>
            <a:r>
              <a:rPr lang="en-US" sz="900" b="1">
                <a:solidFill>
                  <a:srgbClr val="643FB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Planner</a:t>
            </a:r>
            <a:endParaRPr lang="en-US" sz="900">
              <a:solidFill>
                <a:srgbClr val="643FB2"/>
              </a:solidFill>
              <a:latin typeface="Yu Gothic UI"/>
              <a:ea typeface="Yu Gothic UI"/>
            </a:endParaRPr>
          </a:p>
        </p:txBody>
      </p:sp>
      <p:sp>
        <p:nvSpPr>
          <p:cNvPr id="347" name="Text 47">
            <a:extLst>
              <a:ext uri="{FF2B5EF4-FFF2-40B4-BE49-F238E27FC236}">
                <a16:creationId xmlns:a16="http://schemas.microsoft.com/office/drawing/2014/main" id="{85A4757B-6520-FC60-64A3-51AA137833CD}"/>
              </a:ext>
            </a:extLst>
          </p:cNvPr>
          <p:cNvSpPr/>
          <p:nvPr/>
        </p:nvSpPr>
        <p:spPr>
          <a:xfrm>
            <a:off x="4831701" y="3307322"/>
            <a:ext cx="1194860" cy="133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0"/>
            <a:r>
              <a:rPr lang="en-US" sz="1100">
                <a:solidFill>
                  <a:srgbClr val="000000">
                    <a:lumMod val="75000"/>
                    <a:lumOff val="25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サブクエリ分解</a:t>
            </a:r>
            <a:endParaRPr lang="en-US" sz="1100">
              <a:solidFill>
                <a:srgbClr val="000000">
                  <a:lumMod val="75000"/>
                  <a:lumOff val="25000"/>
                </a:srgbClr>
              </a:solidFill>
              <a:latin typeface="Yu Gothic UI"/>
              <a:ea typeface="Yu Gothic UI"/>
            </a:endParaRPr>
          </a:p>
        </p:txBody>
      </p:sp>
      <p:sp>
        <p:nvSpPr>
          <p:cNvPr id="348" name="Shape 49">
            <a:extLst>
              <a:ext uri="{FF2B5EF4-FFF2-40B4-BE49-F238E27FC236}">
                <a16:creationId xmlns:a16="http://schemas.microsoft.com/office/drawing/2014/main" id="{2606554D-C85D-1DF8-16E0-B7B4933F74D4}"/>
              </a:ext>
            </a:extLst>
          </p:cNvPr>
          <p:cNvSpPr/>
          <p:nvPr/>
        </p:nvSpPr>
        <p:spPr>
          <a:xfrm>
            <a:off x="6218406" y="3095524"/>
            <a:ext cx="1203591" cy="401136"/>
          </a:xfrm>
          <a:prstGeom prst="roundRect">
            <a:avLst>
              <a:gd name="adj" fmla="val 8333"/>
            </a:avLst>
          </a:prstGeom>
          <a:solidFill>
            <a:srgbClr val="E6E3F9"/>
          </a:solidFill>
          <a:ln w="12700">
            <a:solidFill>
              <a:srgbClr val="643FB2"/>
            </a:solidFill>
            <a:prstDash val="solid"/>
          </a:ln>
        </p:spPr>
        <p:txBody>
          <a:bodyPr/>
          <a:lstStyle/>
          <a:p>
            <a:pPr rtl="0"/>
            <a:endParaRPr lang="ja-JP" altLang="en-US">
              <a:solidFill>
                <a:srgbClr val="FFFFFF"/>
              </a:solidFill>
              <a:latin typeface="Yu Gothic UI"/>
              <a:ea typeface="Yu Gothic UI"/>
            </a:endParaRPr>
          </a:p>
        </p:txBody>
      </p:sp>
      <p:sp>
        <p:nvSpPr>
          <p:cNvPr id="349" name="Text 53">
            <a:extLst>
              <a:ext uri="{FF2B5EF4-FFF2-40B4-BE49-F238E27FC236}">
                <a16:creationId xmlns:a16="http://schemas.microsoft.com/office/drawing/2014/main" id="{1084E996-CBCF-5167-625B-198D46AA50F8}"/>
              </a:ext>
            </a:extLst>
          </p:cNvPr>
          <p:cNvSpPr/>
          <p:nvPr/>
        </p:nvSpPr>
        <p:spPr>
          <a:xfrm>
            <a:off x="6271681" y="3098223"/>
            <a:ext cx="1112974" cy="18942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algn="ctr" rtl="0">
              <a:lnSpc>
                <a:spcPct val="110000"/>
              </a:lnSpc>
            </a:pPr>
            <a:r>
              <a:rPr lang="en-US" sz="900" b="1">
                <a:solidFill>
                  <a:srgbClr val="643FB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Parallel</a:t>
            </a:r>
            <a:r>
              <a:rPr lang="en-US" sz="900">
                <a:solidFill>
                  <a:srgbClr val="643FB2"/>
                </a:solidFill>
                <a:latin typeface="Yu Gothic UI"/>
                <a:ea typeface="Yu Gothic UI"/>
              </a:rPr>
              <a:t> </a:t>
            </a:r>
            <a:r>
              <a:rPr lang="en-US" sz="900" b="1">
                <a:solidFill>
                  <a:srgbClr val="643FB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Executor</a:t>
            </a:r>
            <a:endParaRPr lang="en-US" sz="900">
              <a:solidFill>
                <a:srgbClr val="643FB2"/>
              </a:solidFill>
              <a:latin typeface="Yu Gothic UI"/>
              <a:ea typeface="Yu Gothic UI"/>
            </a:endParaRPr>
          </a:p>
        </p:txBody>
      </p:sp>
      <p:sp>
        <p:nvSpPr>
          <p:cNvPr id="350" name="Text 54">
            <a:extLst>
              <a:ext uri="{FF2B5EF4-FFF2-40B4-BE49-F238E27FC236}">
                <a16:creationId xmlns:a16="http://schemas.microsoft.com/office/drawing/2014/main" id="{B4FCCDF8-F789-52B7-6FE9-0719FDCCFF88}"/>
              </a:ext>
            </a:extLst>
          </p:cNvPr>
          <p:cNvSpPr/>
          <p:nvPr/>
        </p:nvSpPr>
        <p:spPr>
          <a:xfrm>
            <a:off x="6223169" y="3307322"/>
            <a:ext cx="1194860" cy="133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0"/>
            <a:r>
              <a:rPr lang="en-US" sz="1100">
                <a:solidFill>
                  <a:srgbClr val="000000">
                    <a:lumMod val="75000"/>
                    <a:lumOff val="25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並列検索実行</a:t>
            </a:r>
            <a:endParaRPr lang="en-US" sz="1100">
              <a:solidFill>
                <a:srgbClr val="000000">
                  <a:lumMod val="75000"/>
                  <a:lumOff val="25000"/>
                </a:srgbClr>
              </a:solidFill>
              <a:latin typeface="Yu Gothic UI"/>
              <a:ea typeface="Yu Gothic UI"/>
            </a:endParaRPr>
          </a:p>
        </p:txBody>
      </p:sp>
      <p:sp>
        <p:nvSpPr>
          <p:cNvPr id="351" name="Shape 56">
            <a:extLst>
              <a:ext uri="{FF2B5EF4-FFF2-40B4-BE49-F238E27FC236}">
                <a16:creationId xmlns:a16="http://schemas.microsoft.com/office/drawing/2014/main" id="{C7804C3F-AEFD-0D4C-5679-CF089CC36F4A}"/>
              </a:ext>
            </a:extLst>
          </p:cNvPr>
          <p:cNvSpPr/>
          <p:nvPr/>
        </p:nvSpPr>
        <p:spPr>
          <a:xfrm>
            <a:off x="7609874" y="3095524"/>
            <a:ext cx="1203591" cy="401136"/>
          </a:xfrm>
          <a:prstGeom prst="roundRect">
            <a:avLst>
              <a:gd name="adj" fmla="val 8333"/>
            </a:avLst>
          </a:prstGeom>
          <a:solidFill>
            <a:srgbClr val="E6E3F9"/>
          </a:solidFill>
          <a:ln w="12700">
            <a:solidFill>
              <a:srgbClr val="643FB2"/>
            </a:solidFill>
            <a:prstDash val="solid"/>
          </a:ln>
        </p:spPr>
        <p:txBody>
          <a:bodyPr/>
          <a:lstStyle/>
          <a:p>
            <a:pPr rtl="0"/>
            <a:endParaRPr lang="ja-JP" altLang="en-US">
              <a:solidFill>
                <a:srgbClr val="FFFFFF"/>
              </a:solidFill>
              <a:latin typeface="Yu Gothic UI"/>
              <a:ea typeface="Yu Gothic UI"/>
            </a:endParaRPr>
          </a:p>
        </p:txBody>
      </p:sp>
      <p:sp>
        <p:nvSpPr>
          <p:cNvPr id="352" name="Text 60">
            <a:extLst>
              <a:ext uri="{FF2B5EF4-FFF2-40B4-BE49-F238E27FC236}">
                <a16:creationId xmlns:a16="http://schemas.microsoft.com/office/drawing/2014/main" id="{C6433519-5DE6-2EA9-80D7-B4A24A13715D}"/>
              </a:ext>
            </a:extLst>
          </p:cNvPr>
          <p:cNvSpPr/>
          <p:nvPr/>
        </p:nvSpPr>
        <p:spPr>
          <a:xfrm>
            <a:off x="7663150" y="3098223"/>
            <a:ext cx="1112974" cy="18942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algn="ctr" rtl="0">
              <a:lnSpc>
                <a:spcPct val="110000"/>
              </a:lnSpc>
            </a:pPr>
            <a:r>
              <a:rPr lang="en-US" sz="900" b="1">
                <a:solidFill>
                  <a:srgbClr val="643FB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Semantic</a:t>
            </a:r>
            <a:r>
              <a:rPr lang="en-US" sz="900">
                <a:solidFill>
                  <a:srgbClr val="643FB2"/>
                </a:solidFill>
                <a:latin typeface="Yu Gothic UI"/>
                <a:ea typeface="Yu Gothic UI"/>
              </a:rPr>
              <a:t> </a:t>
            </a:r>
            <a:r>
              <a:rPr lang="en-US" sz="900" b="1">
                <a:solidFill>
                  <a:srgbClr val="643FB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Ranker</a:t>
            </a:r>
            <a:endParaRPr lang="en-US" sz="900">
              <a:solidFill>
                <a:srgbClr val="643FB2"/>
              </a:solidFill>
              <a:latin typeface="Yu Gothic UI"/>
              <a:ea typeface="Yu Gothic UI"/>
            </a:endParaRPr>
          </a:p>
        </p:txBody>
      </p:sp>
      <p:sp>
        <p:nvSpPr>
          <p:cNvPr id="353" name="Text 61">
            <a:extLst>
              <a:ext uri="{FF2B5EF4-FFF2-40B4-BE49-F238E27FC236}">
                <a16:creationId xmlns:a16="http://schemas.microsoft.com/office/drawing/2014/main" id="{B76B750F-8801-81D7-B45F-CFE768C829E2}"/>
              </a:ext>
            </a:extLst>
          </p:cNvPr>
          <p:cNvSpPr/>
          <p:nvPr/>
        </p:nvSpPr>
        <p:spPr>
          <a:xfrm>
            <a:off x="7614638" y="3307322"/>
            <a:ext cx="1194860" cy="133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0"/>
            <a:r>
              <a:rPr lang="en-US" sz="1100">
                <a:solidFill>
                  <a:srgbClr val="000000">
                    <a:lumMod val="75000"/>
                    <a:lumOff val="25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関連度再ランク</a:t>
            </a:r>
            <a:endParaRPr lang="en-US" sz="1100">
              <a:solidFill>
                <a:srgbClr val="000000">
                  <a:lumMod val="75000"/>
                  <a:lumOff val="25000"/>
                </a:srgbClr>
              </a:solidFill>
              <a:latin typeface="Yu Gothic UI"/>
              <a:ea typeface="Yu Gothic UI"/>
            </a:endParaRPr>
          </a:p>
        </p:txBody>
      </p:sp>
      <p:sp>
        <p:nvSpPr>
          <p:cNvPr id="354" name="Shape 63">
            <a:extLst>
              <a:ext uri="{FF2B5EF4-FFF2-40B4-BE49-F238E27FC236}">
                <a16:creationId xmlns:a16="http://schemas.microsoft.com/office/drawing/2014/main" id="{96B158FF-2AFE-72B2-7F64-165F3E0C5017}"/>
              </a:ext>
            </a:extLst>
          </p:cNvPr>
          <p:cNvSpPr/>
          <p:nvPr/>
        </p:nvSpPr>
        <p:spPr>
          <a:xfrm>
            <a:off x="9001343" y="3095524"/>
            <a:ext cx="1203591" cy="401136"/>
          </a:xfrm>
          <a:prstGeom prst="roundRect">
            <a:avLst>
              <a:gd name="adj" fmla="val 8333"/>
            </a:avLst>
          </a:prstGeom>
          <a:solidFill>
            <a:srgbClr val="E6E3F9"/>
          </a:solidFill>
          <a:ln w="12700">
            <a:solidFill>
              <a:srgbClr val="643FB2"/>
            </a:solidFill>
            <a:prstDash val="solid"/>
          </a:ln>
        </p:spPr>
        <p:txBody>
          <a:bodyPr/>
          <a:lstStyle/>
          <a:p>
            <a:pPr rtl="0"/>
            <a:endParaRPr lang="ja-JP" altLang="en-US">
              <a:solidFill>
                <a:srgbClr val="FFFFFF"/>
              </a:solidFill>
              <a:latin typeface="Yu Gothic UI"/>
              <a:ea typeface="Yu Gothic UI"/>
            </a:endParaRPr>
          </a:p>
        </p:txBody>
      </p:sp>
      <p:sp>
        <p:nvSpPr>
          <p:cNvPr id="355" name="Text 67">
            <a:extLst>
              <a:ext uri="{FF2B5EF4-FFF2-40B4-BE49-F238E27FC236}">
                <a16:creationId xmlns:a16="http://schemas.microsoft.com/office/drawing/2014/main" id="{B1E7B807-DA51-9FD7-5F44-2135489ABB92}"/>
              </a:ext>
            </a:extLst>
          </p:cNvPr>
          <p:cNvSpPr/>
          <p:nvPr/>
        </p:nvSpPr>
        <p:spPr>
          <a:xfrm>
            <a:off x="9054619" y="3098223"/>
            <a:ext cx="1112974" cy="18942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algn="ctr" rtl="0">
              <a:lnSpc>
                <a:spcPct val="110000"/>
              </a:lnSpc>
            </a:pPr>
            <a:r>
              <a:rPr lang="en-US" sz="900" b="1">
                <a:solidFill>
                  <a:srgbClr val="643FB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Iterative</a:t>
            </a:r>
            <a:r>
              <a:rPr lang="en-US" sz="900">
                <a:solidFill>
                  <a:srgbClr val="643FB2"/>
                </a:solidFill>
                <a:latin typeface="Yu Gothic UI"/>
                <a:ea typeface="Yu Gothic UI"/>
              </a:rPr>
              <a:t> </a:t>
            </a:r>
            <a:r>
              <a:rPr lang="en-US" sz="900" b="1">
                <a:solidFill>
                  <a:srgbClr val="643FB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Search</a:t>
            </a:r>
            <a:endParaRPr lang="en-US" sz="900">
              <a:solidFill>
                <a:srgbClr val="643FB2"/>
              </a:solidFill>
              <a:latin typeface="Yu Gothic UI"/>
              <a:ea typeface="Yu Gothic UI"/>
            </a:endParaRPr>
          </a:p>
        </p:txBody>
      </p:sp>
      <p:sp>
        <p:nvSpPr>
          <p:cNvPr id="356" name="Text 68">
            <a:extLst>
              <a:ext uri="{FF2B5EF4-FFF2-40B4-BE49-F238E27FC236}">
                <a16:creationId xmlns:a16="http://schemas.microsoft.com/office/drawing/2014/main" id="{3D47077E-35DE-BD95-4CAF-C7B9312E96A2}"/>
              </a:ext>
            </a:extLst>
          </p:cNvPr>
          <p:cNvSpPr/>
          <p:nvPr/>
        </p:nvSpPr>
        <p:spPr>
          <a:xfrm>
            <a:off x="9006107" y="3307322"/>
            <a:ext cx="1194860" cy="133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0"/>
            <a:r>
              <a:rPr lang="en-US" sz="1100">
                <a:solidFill>
                  <a:srgbClr val="000000">
                    <a:lumMod val="75000"/>
                    <a:lumOff val="25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自動再検索</a:t>
            </a:r>
            <a:endParaRPr lang="en-US" sz="1100">
              <a:solidFill>
                <a:srgbClr val="000000">
                  <a:lumMod val="75000"/>
                  <a:lumOff val="25000"/>
                </a:srgbClr>
              </a:solidFill>
              <a:latin typeface="Yu Gothic UI"/>
              <a:ea typeface="Yu Gothic UI"/>
            </a:endParaRPr>
          </a:p>
        </p:txBody>
      </p:sp>
      <p:sp>
        <p:nvSpPr>
          <p:cNvPr id="357" name="Shape 70">
            <a:extLst>
              <a:ext uri="{FF2B5EF4-FFF2-40B4-BE49-F238E27FC236}">
                <a16:creationId xmlns:a16="http://schemas.microsoft.com/office/drawing/2014/main" id="{F175D9B6-D5C6-9169-0ABA-5E007C22D04D}"/>
              </a:ext>
            </a:extLst>
          </p:cNvPr>
          <p:cNvSpPr/>
          <p:nvPr/>
        </p:nvSpPr>
        <p:spPr>
          <a:xfrm>
            <a:off x="10392812" y="3095524"/>
            <a:ext cx="1203591" cy="401136"/>
          </a:xfrm>
          <a:prstGeom prst="roundRect">
            <a:avLst>
              <a:gd name="adj" fmla="val 8333"/>
            </a:avLst>
          </a:prstGeom>
          <a:solidFill>
            <a:srgbClr val="E6E3F9"/>
          </a:solidFill>
          <a:ln w="12700">
            <a:solidFill>
              <a:srgbClr val="643FB2"/>
            </a:solidFill>
            <a:prstDash val="solid"/>
          </a:ln>
        </p:spPr>
        <p:txBody>
          <a:bodyPr/>
          <a:lstStyle/>
          <a:p>
            <a:pPr rtl="0"/>
            <a:endParaRPr lang="ja-JP" altLang="en-US">
              <a:solidFill>
                <a:srgbClr val="FFFFFF"/>
              </a:solidFill>
              <a:latin typeface="Yu Gothic UI"/>
              <a:ea typeface="Yu Gothic UI"/>
            </a:endParaRPr>
          </a:p>
        </p:txBody>
      </p:sp>
      <p:sp>
        <p:nvSpPr>
          <p:cNvPr id="358" name="Text 74">
            <a:extLst>
              <a:ext uri="{FF2B5EF4-FFF2-40B4-BE49-F238E27FC236}">
                <a16:creationId xmlns:a16="http://schemas.microsoft.com/office/drawing/2014/main" id="{678A1862-4152-404D-D0DC-00A151112A3D}"/>
              </a:ext>
            </a:extLst>
          </p:cNvPr>
          <p:cNvSpPr/>
          <p:nvPr/>
        </p:nvSpPr>
        <p:spPr>
          <a:xfrm>
            <a:off x="10446088" y="3098223"/>
            <a:ext cx="1112974" cy="189425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algn="ctr" rtl="0">
              <a:lnSpc>
                <a:spcPct val="110000"/>
              </a:lnSpc>
            </a:pPr>
            <a:r>
              <a:rPr lang="en-US" sz="900" b="1">
                <a:solidFill>
                  <a:srgbClr val="643FB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Result</a:t>
            </a:r>
            <a:r>
              <a:rPr lang="en-US" sz="900">
                <a:solidFill>
                  <a:srgbClr val="643FB2"/>
                </a:solidFill>
                <a:latin typeface="Yu Gothic UI"/>
                <a:ea typeface="Yu Gothic UI"/>
              </a:rPr>
              <a:t> </a:t>
            </a:r>
            <a:r>
              <a:rPr lang="en-US" sz="900" b="1">
                <a:solidFill>
                  <a:srgbClr val="643FB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Synthesis</a:t>
            </a:r>
            <a:endParaRPr lang="en-US" sz="900">
              <a:solidFill>
                <a:srgbClr val="643FB2"/>
              </a:solidFill>
              <a:latin typeface="Yu Gothic UI"/>
              <a:ea typeface="Yu Gothic UI"/>
            </a:endParaRPr>
          </a:p>
        </p:txBody>
      </p:sp>
      <p:sp>
        <p:nvSpPr>
          <p:cNvPr id="359" name="Text 75">
            <a:extLst>
              <a:ext uri="{FF2B5EF4-FFF2-40B4-BE49-F238E27FC236}">
                <a16:creationId xmlns:a16="http://schemas.microsoft.com/office/drawing/2014/main" id="{2757DE76-F953-A722-EF3A-976AD768E680}"/>
              </a:ext>
            </a:extLst>
          </p:cNvPr>
          <p:cNvSpPr/>
          <p:nvPr/>
        </p:nvSpPr>
        <p:spPr>
          <a:xfrm>
            <a:off x="10397576" y="3307322"/>
            <a:ext cx="1194860" cy="133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0"/>
            <a:r>
              <a:rPr lang="en-US" sz="1100">
                <a:solidFill>
                  <a:srgbClr val="000000">
                    <a:lumMod val="75000"/>
                    <a:lumOff val="25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統合+引用付与</a:t>
            </a:r>
            <a:endParaRPr lang="en-US" sz="1100">
              <a:solidFill>
                <a:srgbClr val="000000">
                  <a:lumMod val="75000"/>
                  <a:lumOff val="25000"/>
                </a:srgbClr>
              </a:solidFill>
              <a:latin typeface="Yu Gothic UI"/>
              <a:ea typeface="Yu Gothic UI"/>
            </a:endParaRPr>
          </a:p>
        </p:txBody>
      </p:sp>
      <p:sp>
        <p:nvSpPr>
          <p:cNvPr id="360" name="Text 48">
            <a:extLst>
              <a:ext uri="{FF2B5EF4-FFF2-40B4-BE49-F238E27FC236}">
                <a16:creationId xmlns:a16="http://schemas.microsoft.com/office/drawing/2014/main" id="{6E4C4360-F5C3-3DE5-B42F-60BAB20ACFFE}"/>
              </a:ext>
            </a:extLst>
          </p:cNvPr>
          <p:cNvSpPr/>
          <p:nvPr/>
        </p:nvSpPr>
        <p:spPr>
          <a:xfrm>
            <a:off x="6065755" y="3179094"/>
            <a:ext cx="117424" cy="222853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ctr" rtl="0"/>
            <a:r>
              <a:rPr lang="en-US" b="1">
                <a:solidFill>
                  <a:srgbClr val="E6E3F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>
              <a:solidFill>
                <a:srgbClr val="E6E3F9"/>
              </a:solidFill>
              <a:latin typeface="Yu Gothic UI"/>
              <a:ea typeface="Yu Gothic UI"/>
            </a:endParaRPr>
          </a:p>
        </p:txBody>
      </p:sp>
      <p:sp>
        <p:nvSpPr>
          <p:cNvPr id="361" name="Text 55">
            <a:extLst>
              <a:ext uri="{FF2B5EF4-FFF2-40B4-BE49-F238E27FC236}">
                <a16:creationId xmlns:a16="http://schemas.microsoft.com/office/drawing/2014/main" id="{42094298-F5BD-C1CD-157E-71EAA8ECC880}"/>
              </a:ext>
            </a:extLst>
          </p:cNvPr>
          <p:cNvSpPr/>
          <p:nvPr/>
        </p:nvSpPr>
        <p:spPr>
          <a:xfrm>
            <a:off x="7457224" y="3179094"/>
            <a:ext cx="117424" cy="222853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ctr" rtl="0"/>
            <a:r>
              <a:rPr lang="en-US" b="1">
                <a:solidFill>
                  <a:srgbClr val="E6E3F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>
              <a:solidFill>
                <a:srgbClr val="E6E3F9"/>
              </a:solidFill>
              <a:latin typeface="Yu Gothic UI"/>
              <a:ea typeface="Yu Gothic UI"/>
            </a:endParaRPr>
          </a:p>
        </p:txBody>
      </p:sp>
      <p:sp>
        <p:nvSpPr>
          <p:cNvPr id="362" name="Text 62">
            <a:extLst>
              <a:ext uri="{FF2B5EF4-FFF2-40B4-BE49-F238E27FC236}">
                <a16:creationId xmlns:a16="http://schemas.microsoft.com/office/drawing/2014/main" id="{F632F373-7A9B-2785-FDFA-59FF985D17E9}"/>
              </a:ext>
            </a:extLst>
          </p:cNvPr>
          <p:cNvSpPr/>
          <p:nvPr/>
        </p:nvSpPr>
        <p:spPr>
          <a:xfrm>
            <a:off x="8848693" y="3179094"/>
            <a:ext cx="117424" cy="222853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ctr" rtl="0"/>
            <a:r>
              <a:rPr lang="en-US" b="1">
                <a:solidFill>
                  <a:srgbClr val="E6E3F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>
              <a:solidFill>
                <a:srgbClr val="E6E3F9"/>
              </a:solidFill>
              <a:latin typeface="Yu Gothic UI"/>
              <a:ea typeface="Yu Gothic UI"/>
            </a:endParaRPr>
          </a:p>
        </p:txBody>
      </p:sp>
      <p:sp>
        <p:nvSpPr>
          <p:cNvPr id="363" name="Text 69">
            <a:extLst>
              <a:ext uri="{FF2B5EF4-FFF2-40B4-BE49-F238E27FC236}">
                <a16:creationId xmlns:a16="http://schemas.microsoft.com/office/drawing/2014/main" id="{4E2B2F88-A445-CEE5-0852-C4576775C394}"/>
              </a:ext>
            </a:extLst>
          </p:cNvPr>
          <p:cNvSpPr/>
          <p:nvPr/>
        </p:nvSpPr>
        <p:spPr>
          <a:xfrm>
            <a:off x="10240161" y="3179094"/>
            <a:ext cx="117424" cy="222853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ctr" rtl="0"/>
            <a:r>
              <a:rPr lang="en-US" b="1">
                <a:solidFill>
                  <a:srgbClr val="E6E3F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>
              <a:solidFill>
                <a:srgbClr val="E6E3F9"/>
              </a:solidFill>
              <a:latin typeface="Yu Gothic UI"/>
              <a:ea typeface="Yu Gothic UI"/>
            </a:endParaRPr>
          </a:p>
        </p:txBody>
      </p:sp>
      <p:sp>
        <p:nvSpPr>
          <p:cNvPr id="364" name="Text 26">
            <a:extLst>
              <a:ext uri="{FF2B5EF4-FFF2-40B4-BE49-F238E27FC236}">
                <a16:creationId xmlns:a16="http://schemas.microsoft.com/office/drawing/2014/main" id="{8C145305-2264-9FB1-6453-BFA91078EF75}"/>
              </a:ext>
            </a:extLst>
          </p:cNvPr>
          <p:cNvSpPr/>
          <p:nvPr/>
        </p:nvSpPr>
        <p:spPr>
          <a:xfrm>
            <a:off x="5017201" y="5966846"/>
            <a:ext cx="327037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0"/>
            <a:r>
              <a:rPr lang="en-US" sz="90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自動: チャンキング → ベクトル化 → ACL同期 → 増分更新</a:t>
            </a:r>
            <a:endParaRPr lang="en-US" sz="900">
              <a:solidFill>
                <a:srgbClr val="FFFFFF"/>
              </a:solidFill>
              <a:latin typeface="Yu Gothic UI"/>
              <a:ea typeface="Yu Gothic UI"/>
            </a:endParaRPr>
          </a:p>
        </p:txBody>
      </p:sp>
      <p:sp>
        <p:nvSpPr>
          <p:cNvPr id="365" name="Text 26">
            <a:extLst>
              <a:ext uri="{FF2B5EF4-FFF2-40B4-BE49-F238E27FC236}">
                <a16:creationId xmlns:a16="http://schemas.microsoft.com/office/drawing/2014/main" id="{329FE7CF-16B9-AF3E-96C3-75C1B4BBC7A8}"/>
              </a:ext>
            </a:extLst>
          </p:cNvPr>
          <p:cNvSpPr/>
          <p:nvPr/>
        </p:nvSpPr>
        <p:spPr>
          <a:xfrm>
            <a:off x="8289485" y="5958118"/>
            <a:ext cx="327037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0"/>
            <a:r>
              <a:rPr lang="ja-JP" altLang="en-US" sz="90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データは格納せず常に最新を取得</a:t>
            </a:r>
          </a:p>
        </p:txBody>
      </p:sp>
      <p:sp>
        <p:nvSpPr>
          <p:cNvPr id="366" name="Rectangle: Rounded Corners 53">
            <a:extLst>
              <a:ext uri="{FF2B5EF4-FFF2-40B4-BE49-F238E27FC236}">
                <a16:creationId xmlns:a16="http://schemas.microsoft.com/office/drawing/2014/main" id="{E4BDCBBF-3E59-DC24-654A-13E99ED4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0143" y="4853637"/>
            <a:ext cx="6848202" cy="1523543"/>
          </a:xfrm>
          <a:prstGeom prst="roundRect">
            <a:avLst>
              <a:gd name="adj" fmla="val 15758"/>
            </a:avLst>
          </a:prstGeom>
          <a:noFill/>
          <a:ln w="12700" cap="rnd" cmpd="sng" algn="ctr">
            <a:solidFill>
              <a:srgbClr val="FFFFFF">
                <a:alpha val="50000"/>
              </a:srgbClr>
            </a:solidFill>
            <a:prstDash val="solid"/>
            <a:headEnd type="none" w="lg" len="sm"/>
            <a:tailEnd type="none" w="lg" len="sm"/>
          </a:ln>
          <a:effectLst/>
        </p:spPr>
        <p:txBody>
          <a:bodyPr wrap="square" lIns="0" tIns="0" rIns="0" bIns="274320" rtlCol="0" anchor="b" anchorCtr="0">
            <a:noAutofit/>
          </a:bodyPr>
          <a:lstStyle/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0" cap="none" spc="-50" normalizeH="0" baseline="0" noProof="0">
              <a:ln>
                <a:noFill/>
              </a:ln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367" name="Rounded Rectangle 15">
            <a:extLst>
              <a:ext uri="{FF2B5EF4-FFF2-40B4-BE49-F238E27FC236}">
                <a16:creationId xmlns:a16="http://schemas.microsoft.com/office/drawing/2014/main" id="{74CE11A6-65AE-73C6-918B-8942C39A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2260" y="4753403"/>
            <a:ext cx="3921587" cy="191810"/>
          </a:xfrm>
          <a:prstGeom prst="roundRect">
            <a:avLst>
              <a:gd name="adj" fmla="val 6586"/>
            </a:avLst>
          </a:prstGeom>
          <a:solidFill>
            <a:srgbClr val="10101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defTabSz="765408" rtl="0">
              <a:spcBef>
                <a:spcPct val="20000"/>
              </a:spcBef>
              <a:buSzPct val="90000"/>
              <a:defRPr/>
            </a:pPr>
            <a:r>
              <a:rPr lang="ja-JP" altLang="en-US" sz="1200">
                <a:solidFill>
                  <a:srgbClr val="FFFFFF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ナレッジソース（</a:t>
            </a:r>
            <a:r>
              <a:rPr lang="en-US" altLang="ja-JP" sz="1200">
                <a:solidFill>
                  <a:srgbClr val="FFFFFF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1</a:t>
            </a:r>
            <a:r>
              <a:rPr lang="ja-JP" altLang="en-US" sz="1200">
                <a:solidFill>
                  <a:srgbClr val="FFFFFF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つのナレッジベースに複数作成可能）</a:t>
            </a:r>
            <a:endParaRPr lang="en-US" sz="1200">
              <a:solidFill>
                <a:srgbClr val="FFFFFF"/>
              </a:solidFill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655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C179B-2ED0-FAD9-44D6-72B1425F7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88699D3-F27D-474D-8F95-6ED93D2E1C0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ja-JP" sz="2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Tools (Catalog &amp; AI Service)</a:t>
            </a:r>
            <a:endParaRPr lang="en-US" altLang="ja-JP" sz="20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E36FCB2-8EBF-5F89-6992-124A9AAA114C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10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BF0F3A3-8AB3-5F85-E02C-0C1C4C74C9BB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CE8EF5C-6361-23E6-650D-75FCD75F9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425" y="1714835"/>
            <a:ext cx="3648016" cy="664797"/>
          </a:xfr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ctr" defTabSz="914400">
              <a:spcBef>
                <a:spcPts val="0"/>
              </a:spcBef>
            </a:pPr>
            <a:r>
              <a:rPr lang="ja-JP" altLang="en-US" sz="2400" b="0" kern="0" spc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</a:rPr>
              <a:t>エージェントを拡張する</a:t>
            </a:r>
            <a:r>
              <a:rPr lang="en-US" altLang="ja-JP" sz="2400" b="0" kern="0" spc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</a:rPr>
              <a:t>1,400+</a:t>
            </a:r>
            <a:r>
              <a:rPr lang="ja-JP" altLang="en-US" sz="2400" b="0" kern="0" spc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</a:rPr>
              <a:t>ツールと </a:t>
            </a:r>
            <a:r>
              <a:rPr lang="en-US" altLang="ja-JP" sz="2400" b="0" kern="0" spc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</a:rPr>
              <a:t>Prebuilt</a:t>
            </a:r>
            <a:r>
              <a:rPr lang="ja-JP" altLang="en-US" sz="2400" b="0" kern="0" spc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</a:rPr>
              <a:t> </a:t>
            </a:r>
            <a:r>
              <a:rPr lang="en-US" altLang="ja-JP" sz="2400" b="0" kern="0" spc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</a:rPr>
              <a:t>AI Service</a:t>
            </a:r>
            <a:endParaRPr lang="en-US" sz="2400" b="0" kern="0" spc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Meiryo UI" panose="020B0604030504040204" pitchFamily="50" charset="-128"/>
            </a:endParaRP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DB04083F-121A-2B4C-E8E0-73CC25308E37}"/>
              </a:ext>
            </a:extLst>
          </p:cNvPr>
          <p:cNvSpPr txBox="1"/>
          <p:nvPr/>
        </p:nvSpPr>
        <p:spPr>
          <a:xfrm>
            <a:off x="350846" y="2922576"/>
            <a:ext cx="4143174" cy="30162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defTabSz="914367">
              <a:spcAft>
                <a:spcPts val="600"/>
              </a:spcAft>
              <a:defRPr/>
            </a:pP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【Tool Catalog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（エージェント拡張ツール）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】</a:t>
            </a:r>
          </a:p>
          <a:p>
            <a:pPr marL="285750" lvl="0" indent="-285750" defTabSz="914367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1,400+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ツールをワンストップで発見・接続 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- MCP / </a:t>
            </a:r>
            <a:r>
              <a:rPr lang="en-US" altLang="ja-JP" sz="140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OpenAPI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 / Logic Apps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コネクタを横断検索</a:t>
            </a:r>
          </a:p>
          <a:p>
            <a:pPr marL="285750" lvl="0" indent="-285750" defTabSz="914367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Toolbox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でツールを束ねて一括管理 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-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単一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MCP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エンドポイントとしてバージョン管理・認証を一元化</a:t>
            </a:r>
            <a:endParaRPr lang="en-US" altLang="ja-JP" sz="140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  <a:p>
            <a:pPr lvl="0" defTabSz="914367">
              <a:spcAft>
                <a:spcPts val="600"/>
              </a:spcAft>
              <a:defRPr/>
            </a:pPr>
            <a:endParaRPr lang="en-US" altLang="ja-JP" sz="30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  <a:p>
            <a:pPr lvl="0" defTabSz="914367">
              <a:spcAft>
                <a:spcPts val="600"/>
              </a:spcAft>
              <a:defRPr/>
            </a:pP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【Foundry Tools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（プリビルト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AI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サービス）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】</a:t>
            </a:r>
          </a:p>
          <a:p>
            <a:pPr marL="285750" lvl="0" indent="-285750" defTabSz="914367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すぐ使えるプリビルト 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AI API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群 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- Vision / Speech / Language / Content Understanding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等を専門知識不要で利用</a:t>
            </a:r>
          </a:p>
          <a:p>
            <a:pPr marL="285750" lvl="0" indent="-285750" defTabSz="914367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AI-Ready Data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 </a:t>
            </a:r>
            <a:r>
              <a:rPr lang="en-US" altLang="ja-JP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- AI </a:t>
            </a:r>
            <a:r>
              <a:rPr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が精度高く読み取りやすい形式に変換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F8C93E0B-EA4D-0E75-69EF-9D63B57B1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0922" y="2712906"/>
            <a:ext cx="798512" cy="0"/>
          </a:xfrm>
          <a:prstGeom prst="line">
            <a:avLst/>
          </a:prstGeom>
          <a:noFill/>
          <a:ln w="12700" cap="flat" cmpd="sng" algn="ctr">
            <a:solidFill>
              <a:srgbClr val="E8E6DF">
                <a:lumMod val="75000"/>
              </a:srgbClr>
            </a:solidFill>
            <a:prstDash val="solid"/>
            <a:headEnd type="none" w="lg" len="med"/>
            <a:tailEnd type="none" w="lg" len="med"/>
          </a:ln>
          <a:effectLst/>
        </p:spPr>
      </p:cxnSp>
      <p:pic>
        <p:nvPicPr>
          <p:cNvPr id="16" name="Picture 10">
            <a:extLst>
              <a:ext uri="{FF2B5EF4-FFF2-40B4-BE49-F238E27FC236}">
                <a16:creationId xmlns:a16="http://schemas.microsoft.com/office/drawing/2014/main" id="{84552A7A-4C0F-A60C-50E4-ECEF52B7B8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358" y="1714835"/>
            <a:ext cx="7838916" cy="4266865"/>
          </a:xfrm>
          <a:prstGeom prst="roundRect">
            <a:avLst>
              <a:gd name="adj" fmla="val 2769"/>
            </a:avLst>
          </a:prstGeom>
          <a:solidFill>
            <a:srgbClr val="101010"/>
          </a:solidFill>
          <a:ln w="19050" cap="flat" cmpd="sng" algn="ctr">
            <a:gradFill flip="none" rotWithShape="1">
              <a:gsLst>
                <a:gs pos="0">
                  <a:srgbClr val="101010"/>
                </a:gs>
                <a:gs pos="93000">
                  <a:srgbClr val="432EC8"/>
                </a:gs>
                <a:gs pos="100000">
                  <a:srgbClr val="EDDEFF"/>
                </a:gs>
              </a:gsLst>
              <a:lin ang="4800000" scaled="0"/>
              <a:tileRect/>
            </a:gradFill>
            <a:prstDash val="solid"/>
            <a:headEnd type="none" w="med" len="med"/>
            <a:tailEnd type="none" w="med" len="med"/>
          </a:ln>
          <a:effectLst>
            <a:glow rad="88900">
              <a:srgbClr val="432EC8">
                <a:alpha val="22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796148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548EC-3277-1A11-3FDD-49CA4DD55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32EBA94-E178-FFD0-E3C3-C9390310C61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ja-JP" sz="2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Tools (Catalog &amp; AI Service)</a:t>
            </a:r>
            <a:endParaRPr lang="en-US" altLang="ja-JP" sz="20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949F547-D0FF-1F84-9E61-E9533819C0CF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10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99D5365-D6BF-2880-867F-E8C1AC3EF3AE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06DAE995-5A01-1470-4DE8-8556FA362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919803"/>
              </p:ext>
            </p:extLst>
          </p:nvPr>
        </p:nvGraphicFramePr>
        <p:xfrm>
          <a:off x="6162675" y="2512579"/>
          <a:ext cx="5828409" cy="3711059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2061082">
                  <a:extLst>
                    <a:ext uri="{9D8B030D-6E8A-4147-A177-3AD203B41FA5}">
                      <a16:colId xmlns:a16="http://schemas.microsoft.com/office/drawing/2014/main" val="1480772833"/>
                    </a:ext>
                  </a:extLst>
                </a:gridCol>
                <a:gridCol w="3767327">
                  <a:extLst>
                    <a:ext uri="{9D8B030D-6E8A-4147-A177-3AD203B41FA5}">
                      <a16:colId xmlns:a16="http://schemas.microsoft.com/office/drawing/2014/main" val="2579024126"/>
                    </a:ext>
                  </a:extLst>
                </a:gridCol>
              </a:tblGrid>
              <a:tr h="3373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>
                          <a:solidFill>
                            <a:schemeClr val="bg1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代表的なツール</a:t>
                      </a:r>
                      <a:endParaRPr lang="ja-JP" altLang="en-US" sz="1400" b="1">
                        <a:solidFill>
                          <a:schemeClr val="bg1"/>
                        </a:solidFill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23907" marR="23907" marT="15938" marB="1593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>
                          <a:solidFill>
                            <a:schemeClr val="bg1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機能概要</a:t>
                      </a:r>
                      <a:endParaRPr lang="ja-JP" altLang="en-US" sz="1400" b="1">
                        <a:solidFill>
                          <a:schemeClr val="bg1"/>
                        </a:solidFill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23907" marR="23907" marT="15938" marB="15938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688735"/>
                  </a:ext>
                </a:extLst>
              </a:tr>
              <a:tr h="337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Speech</a:t>
                      </a:r>
                      <a:endParaRPr 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23907" marR="23907" marT="15938" marB="159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音声⇔テキスト変換、音声翻訳、話者認識</a:t>
                      </a:r>
                      <a:endParaRPr lang="ja-JP" alt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23907" marR="23907" marT="15938" marB="15938" anchor="ctr"/>
                </a:tc>
                <a:extLst>
                  <a:ext uri="{0D108BD9-81ED-4DB2-BD59-A6C34878D82A}">
                    <a16:rowId xmlns:a16="http://schemas.microsoft.com/office/drawing/2014/main" val="406035876"/>
                  </a:ext>
                </a:extLst>
              </a:tr>
              <a:tr h="337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Translator</a:t>
                      </a:r>
                      <a:endParaRPr 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23907" marR="23907" marT="15938" marB="159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100</a:t>
                      </a:r>
                      <a:r>
                        <a:rPr lang="ja-JP" alt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以上の言語に対応した</a:t>
                      </a:r>
                      <a:r>
                        <a:rPr lang="en-US" altLang="ja-JP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AI</a:t>
                      </a:r>
                      <a:r>
                        <a:rPr lang="ja-JP" alt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翻訳</a:t>
                      </a:r>
                      <a:endParaRPr lang="ja-JP" alt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23907" marR="23907" marT="15938" marB="15938" anchor="ctr"/>
                </a:tc>
                <a:extLst>
                  <a:ext uri="{0D108BD9-81ED-4DB2-BD59-A6C34878D82A}">
                    <a16:rowId xmlns:a16="http://schemas.microsoft.com/office/drawing/2014/main" val="650848478"/>
                  </a:ext>
                </a:extLst>
              </a:tr>
              <a:tr h="337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Language</a:t>
                      </a:r>
                      <a:endParaRPr 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23907" marR="23907" marT="15938" marB="159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感情分析、エンティティ抽出、要約、</a:t>
                      </a:r>
                      <a:r>
                        <a:rPr lang="en-US" altLang="ja-JP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PII</a:t>
                      </a:r>
                      <a:r>
                        <a:rPr lang="ja-JP" alt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検出</a:t>
                      </a:r>
                      <a:endParaRPr lang="ja-JP" alt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23907" marR="23907" marT="15938" marB="15938" anchor="ctr"/>
                </a:tc>
                <a:extLst>
                  <a:ext uri="{0D108BD9-81ED-4DB2-BD59-A6C34878D82A}">
                    <a16:rowId xmlns:a16="http://schemas.microsoft.com/office/drawing/2014/main" val="3393584707"/>
                  </a:ext>
                </a:extLst>
              </a:tr>
              <a:tr h="337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Content Understanding</a:t>
                      </a:r>
                      <a:endParaRPr 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23907" marR="23907" marT="15938" marB="159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文書・画像・音声・動画のマルチモーダル構造化抽出</a:t>
                      </a:r>
                      <a:endParaRPr lang="ja-JP" alt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23907" marR="23907" marT="15938" marB="15938" anchor="ctr"/>
                </a:tc>
                <a:extLst>
                  <a:ext uri="{0D108BD9-81ED-4DB2-BD59-A6C34878D82A}">
                    <a16:rowId xmlns:a16="http://schemas.microsoft.com/office/drawing/2014/main" val="2851739420"/>
                  </a:ext>
                </a:extLst>
              </a:tr>
              <a:tr h="337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Document Intelligence</a:t>
                      </a:r>
                      <a:endParaRPr 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23907" marR="23907" marT="15938" marB="159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PDF</a:t>
                      </a:r>
                      <a:r>
                        <a:rPr lang="ja-JP" alt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・画像等からの</a:t>
                      </a:r>
                      <a:r>
                        <a:rPr lang="en-US" altLang="ja-JP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OCR</a:t>
                      </a:r>
                      <a:r>
                        <a:rPr lang="ja-JP" alt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・データ抽出・構造化</a:t>
                      </a:r>
                      <a:endParaRPr lang="ja-JP" alt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23907" marR="23907" marT="15938" marB="15938" anchor="ctr"/>
                </a:tc>
                <a:extLst>
                  <a:ext uri="{0D108BD9-81ED-4DB2-BD59-A6C34878D82A}">
                    <a16:rowId xmlns:a16="http://schemas.microsoft.com/office/drawing/2014/main" val="1566295424"/>
                  </a:ext>
                </a:extLst>
              </a:tr>
              <a:tr h="337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Vision</a:t>
                      </a:r>
                      <a:endParaRPr 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23907" marR="23907" marT="15938" marB="159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画像・動画の分析、物体検出、空間分析</a:t>
                      </a:r>
                      <a:endParaRPr lang="ja-JP" alt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23907" marR="23907" marT="15938" marB="15938" anchor="ctr"/>
                </a:tc>
                <a:extLst>
                  <a:ext uri="{0D108BD9-81ED-4DB2-BD59-A6C34878D82A}">
                    <a16:rowId xmlns:a16="http://schemas.microsoft.com/office/drawing/2014/main" val="264197322"/>
                  </a:ext>
                </a:extLst>
              </a:tr>
              <a:tr h="337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Custom Vision</a:t>
                      </a:r>
                      <a:endParaRPr 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23907" marR="23907" marT="15938" marB="159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カスタム画像分類・物体検出モデルの構築</a:t>
                      </a:r>
                      <a:endParaRPr lang="ja-JP" alt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23907" marR="23907" marT="15938" marB="15938" anchor="ctr"/>
                </a:tc>
                <a:extLst>
                  <a:ext uri="{0D108BD9-81ED-4DB2-BD59-A6C34878D82A}">
                    <a16:rowId xmlns:a16="http://schemas.microsoft.com/office/drawing/2014/main" val="4226362950"/>
                  </a:ext>
                </a:extLst>
              </a:tr>
              <a:tr h="337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Content Safety</a:t>
                      </a:r>
                      <a:endParaRPr 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23907" marR="23907" marT="15938" marB="159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テキスト・画像の有害コンテンツ検出・フィルタリング</a:t>
                      </a:r>
                      <a:endParaRPr lang="ja-JP" alt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23907" marR="23907" marT="15938" marB="15938" anchor="ctr"/>
                </a:tc>
                <a:extLst>
                  <a:ext uri="{0D108BD9-81ED-4DB2-BD59-A6C34878D82A}">
                    <a16:rowId xmlns:a16="http://schemas.microsoft.com/office/drawing/2014/main" val="109666789"/>
                  </a:ext>
                </a:extLst>
              </a:tr>
              <a:tr h="337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Azure AI Search</a:t>
                      </a:r>
                      <a:endParaRPr 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23907" marR="23907" marT="15938" marB="159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セマンティック検索・ベクトル検索対応のクラウド検索</a:t>
                      </a:r>
                      <a:endParaRPr lang="ja-JP" alt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23907" marR="23907" marT="15938" marB="15938" anchor="ctr"/>
                </a:tc>
                <a:extLst>
                  <a:ext uri="{0D108BD9-81ED-4DB2-BD59-A6C34878D82A}">
                    <a16:rowId xmlns:a16="http://schemas.microsoft.com/office/drawing/2014/main" val="1716151394"/>
                  </a:ext>
                </a:extLst>
              </a:tr>
              <a:tr h="337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Immersive Reader</a:t>
                      </a:r>
                      <a:endParaRPr 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23907" marR="23907" marT="15938" marB="159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テキスト読解支援（読み上げ・翻訳・音節分割）</a:t>
                      </a:r>
                      <a:endParaRPr lang="ja-JP" alt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23907" marR="23907" marT="15938" marB="15938" anchor="ctr"/>
                </a:tc>
                <a:extLst>
                  <a:ext uri="{0D108BD9-81ED-4DB2-BD59-A6C34878D82A}">
                    <a16:rowId xmlns:a16="http://schemas.microsoft.com/office/drawing/2014/main" val="2893735753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BCA3691C-281B-2DC3-4637-04A8ABF6C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609005"/>
              </p:ext>
            </p:extLst>
          </p:nvPr>
        </p:nvGraphicFramePr>
        <p:xfrm>
          <a:off x="161925" y="2512579"/>
          <a:ext cx="5753100" cy="3711059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1869860">
                  <a:extLst>
                    <a:ext uri="{9D8B030D-6E8A-4147-A177-3AD203B41FA5}">
                      <a16:colId xmlns:a16="http://schemas.microsoft.com/office/drawing/2014/main" val="1480772833"/>
                    </a:ext>
                  </a:extLst>
                </a:gridCol>
                <a:gridCol w="3883240">
                  <a:extLst>
                    <a:ext uri="{9D8B030D-6E8A-4147-A177-3AD203B41FA5}">
                      <a16:colId xmlns:a16="http://schemas.microsoft.com/office/drawing/2014/main" val="2579024126"/>
                    </a:ext>
                  </a:extLst>
                </a:gridCol>
              </a:tblGrid>
              <a:tr h="3373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>
                          <a:solidFill>
                            <a:schemeClr val="bg1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代表的なツール</a:t>
                      </a:r>
                      <a:endParaRPr lang="ja-JP" altLang="en-US" sz="1400" b="1">
                        <a:solidFill>
                          <a:schemeClr val="bg1"/>
                        </a:solidFill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23907" marR="23907" marT="15938" marB="1593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>
                          <a:solidFill>
                            <a:schemeClr val="bg1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機能概要</a:t>
                      </a:r>
                      <a:endParaRPr lang="ja-JP" altLang="en-US" sz="1400" b="1">
                        <a:solidFill>
                          <a:schemeClr val="bg1"/>
                        </a:solidFill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23907" marR="23907" marT="15938" marB="15938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688735"/>
                  </a:ext>
                </a:extLst>
              </a:tr>
              <a:tr h="337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Web Search</a:t>
                      </a:r>
                      <a:endParaRPr 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14752" marR="14752" marT="9835" marB="98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Web </a:t>
                      </a:r>
                      <a:r>
                        <a:rPr lang="ja-JP" alt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からリアルタイム情報を取得し引用付きで回答</a:t>
                      </a:r>
                      <a:endParaRPr lang="ja-JP" alt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14752" marR="14752" marT="9835" marB="9835" anchor="ctr"/>
                </a:tc>
                <a:extLst>
                  <a:ext uri="{0D108BD9-81ED-4DB2-BD59-A6C34878D82A}">
                    <a16:rowId xmlns:a16="http://schemas.microsoft.com/office/drawing/2014/main" val="406035876"/>
                  </a:ext>
                </a:extLst>
              </a:tr>
              <a:tr h="337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Code Interpreter</a:t>
                      </a:r>
                      <a:endParaRPr lang="en-US" sz="1400" dirty="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14752" marR="14752" marT="9835" marB="98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サンドボックスで </a:t>
                      </a:r>
                      <a:r>
                        <a:rPr lang="en-US" altLang="ja-JP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Python </a:t>
                      </a:r>
                      <a:r>
                        <a:rPr lang="ja-JP" alt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コードを実行・データ分析</a:t>
                      </a:r>
                      <a:endParaRPr lang="ja-JP" alt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14752" marR="14752" marT="9835" marB="9835" anchor="ctr"/>
                </a:tc>
                <a:extLst>
                  <a:ext uri="{0D108BD9-81ED-4DB2-BD59-A6C34878D82A}">
                    <a16:rowId xmlns:a16="http://schemas.microsoft.com/office/drawing/2014/main" val="650848478"/>
                  </a:ext>
                </a:extLst>
              </a:tr>
              <a:tr h="337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File Search</a:t>
                      </a:r>
                      <a:endParaRPr 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14752" marR="14752" marT="9835" marB="98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アップロードファイルをベクトル検索で活用</a:t>
                      </a:r>
                      <a:endParaRPr lang="ja-JP" alt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14752" marR="14752" marT="9835" marB="9835" anchor="ctr"/>
                </a:tc>
                <a:extLst>
                  <a:ext uri="{0D108BD9-81ED-4DB2-BD59-A6C34878D82A}">
                    <a16:rowId xmlns:a16="http://schemas.microsoft.com/office/drawing/2014/main" val="3393584707"/>
                  </a:ext>
                </a:extLst>
              </a:tr>
              <a:tr h="337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Azure AI Search</a:t>
                      </a:r>
                      <a:endParaRPr 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14752" marR="14752" marT="9835" marB="98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既存 </a:t>
                      </a:r>
                      <a:r>
                        <a:rPr lang="en-US" altLang="ja-JP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Search </a:t>
                      </a:r>
                      <a:r>
                        <a:rPr lang="ja-JP" alt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インデックスでグラウンディング</a:t>
                      </a:r>
                      <a:endParaRPr lang="ja-JP" alt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14752" marR="14752" marT="9835" marB="9835" anchor="ctr"/>
                </a:tc>
                <a:extLst>
                  <a:ext uri="{0D108BD9-81ED-4DB2-BD59-A6C34878D82A}">
                    <a16:rowId xmlns:a16="http://schemas.microsoft.com/office/drawing/2014/main" val="2851739420"/>
                  </a:ext>
                </a:extLst>
              </a:tr>
              <a:tr h="337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Azure Functions</a:t>
                      </a:r>
                      <a:endParaRPr 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14752" marR="14752" marT="9835" marB="98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カスタムアクション・外部連携を </a:t>
                      </a:r>
                      <a:r>
                        <a:rPr lang="en-US" altLang="ja-JP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Functions </a:t>
                      </a:r>
                      <a:r>
                        <a:rPr lang="ja-JP" alt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で実行</a:t>
                      </a:r>
                      <a:endParaRPr lang="ja-JP" alt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14752" marR="14752" marT="9835" marB="9835" anchor="ctr"/>
                </a:tc>
                <a:extLst>
                  <a:ext uri="{0D108BD9-81ED-4DB2-BD59-A6C34878D82A}">
                    <a16:rowId xmlns:a16="http://schemas.microsoft.com/office/drawing/2014/main" val="1566295424"/>
                  </a:ext>
                </a:extLst>
              </a:tr>
              <a:tr h="337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Function Calling</a:t>
                      </a:r>
                      <a:endParaRPr 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14752" marR="14752" marT="9835" marB="98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カスタム関数を定義しアプリ側で実行・結果返却</a:t>
                      </a:r>
                      <a:endParaRPr lang="ja-JP" alt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14752" marR="14752" marT="9835" marB="9835" anchor="ctr"/>
                </a:tc>
                <a:extLst>
                  <a:ext uri="{0D108BD9-81ED-4DB2-BD59-A6C34878D82A}">
                    <a16:rowId xmlns:a16="http://schemas.microsoft.com/office/drawing/2014/main" val="264197322"/>
                  </a:ext>
                </a:extLst>
              </a:tr>
              <a:tr h="337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MCP</a:t>
                      </a:r>
                      <a:endParaRPr 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14752" marR="14752" marT="9835" marB="98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MCP </a:t>
                      </a:r>
                      <a:r>
                        <a:rPr lang="ja-JP" alt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サーバーにホストされたツールに接続</a:t>
                      </a:r>
                      <a:endParaRPr lang="ja-JP" alt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14752" marR="14752" marT="9835" marB="9835" anchor="ctr"/>
                </a:tc>
                <a:extLst>
                  <a:ext uri="{0D108BD9-81ED-4DB2-BD59-A6C34878D82A}">
                    <a16:rowId xmlns:a16="http://schemas.microsoft.com/office/drawing/2014/main" val="4226362950"/>
                  </a:ext>
                </a:extLst>
              </a:tr>
              <a:tr h="337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OpenAPI Tool</a:t>
                      </a:r>
                      <a:endParaRPr 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14752" marR="14752" marT="9835" marB="98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err="1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OpenAPI</a:t>
                      </a:r>
                      <a:r>
                        <a:rPr 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 </a:t>
                      </a:r>
                      <a:r>
                        <a:rPr lang="ja-JP" alt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仕様で外部 </a:t>
                      </a:r>
                      <a:r>
                        <a:rPr 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HTTP API </a:t>
                      </a:r>
                      <a:r>
                        <a:rPr lang="ja-JP" alt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に接続</a:t>
                      </a:r>
                      <a:endParaRPr lang="ja-JP" alt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14752" marR="14752" marT="9835" marB="9835" anchor="ctr"/>
                </a:tc>
                <a:extLst>
                  <a:ext uri="{0D108BD9-81ED-4DB2-BD59-A6C34878D82A}">
                    <a16:rowId xmlns:a16="http://schemas.microsoft.com/office/drawing/2014/main" val="109666789"/>
                  </a:ext>
                </a:extLst>
              </a:tr>
              <a:tr h="337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Browser Automation</a:t>
                      </a:r>
                      <a:endParaRPr 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14752" marR="14752" marT="9835" marB="98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自然言語プロンプトでブラウザ操作を実行</a:t>
                      </a:r>
                      <a:endParaRPr lang="ja-JP" alt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14752" marR="14752" marT="9835" marB="9835" anchor="ctr"/>
                </a:tc>
                <a:extLst>
                  <a:ext uri="{0D108BD9-81ED-4DB2-BD59-A6C34878D82A}">
                    <a16:rowId xmlns:a16="http://schemas.microsoft.com/office/drawing/2014/main" val="1716151394"/>
                  </a:ext>
                </a:extLst>
              </a:tr>
              <a:tr h="337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SharePoint</a:t>
                      </a:r>
                      <a:endParaRPr 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14752" marR="14752" marT="9835" marB="98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400" dirty="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SharePoint </a:t>
                      </a:r>
                      <a:r>
                        <a:rPr lang="ja-JP" altLang="en-US" sz="1400"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内のプライベート文書と対話</a:t>
                      </a:r>
                      <a:endParaRPr lang="ja-JP" altLang="en-US" sz="1400"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  <a:cs typeface="Segoe UI" panose="020B0502040204020203" pitchFamily="34" charset="0"/>
                      </a:endParaRPr>
                    </a:p>
                  </a:txBody>
                  <a:tcPr marL="14752" marR="14752" marT="9835" marB="9835" anchor="ctr"/>
                </a:tc>
                <a:extLst>
                  <a:ext uri="{0D108BD9-81ED-4DB2-BD59-A6C34878D82A}">
                    <a16:rowId xmlns:a16="http://schemas.microsoft.com/office/drawing/2014/main" val="2893735753"/>
                  </a:ext>
                </a:extLst>
              </a:tr>
            </a:tbl>
          </a:graphicData>
        </a:graphic>
      </p:graphicFrame>
      <p:sp>
        <p:nvSpPr>
          <p:cNvPr id="8" name="TextBox 5">
            <a:extLst>
              <a:ext uri="{FF2B5EF4-FFF2-40B4-BE49-F238E27FC236}">
                <a16:creationId xmlns:a16="http://schemas.microsoft.com/office/drawing/2014/main" id="{C668A41E-5E80-A971-4C20-590AD4C38324}"/>
              </a:ext>
            </a:extLst>
          </p:cNvPr>
          <p:cNvSpPr txBox="1"/>
          <p:nvPr/>
        </p:nvSpPr>
        <p:spPr>
          <a:xfrm>
            <a:off x="1195100" y="1918335"/>
            <a:ext cx="3762058" cy="35016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74000">
                <a:srgbClr val="432EC8"/>
              </a:gs>
              <a:gs pos="100000">
                <a:srgbClr val="998CE4"/>
              </a:gs>
            </a:gsLst>
            <a:lin ang="0" scaled="1"/>
            <a:tileRect/>
          </a:gradFill>
        </p:spPr>
        <p:txBody>
          <a:bodyPr wrap="none" lIns="108857" tIns="21771" rIns="108857" bIns="43543" rtlCol="0" anchor="ctr" anchorCtr="0">
            <a:noAutofit/>
          </a:bodyPr>
          <a:lstStyle>
            <a:defPPr>
              <a:defRPr lang="en-US"/>
            </a:defPPr>
            <a:lvl1pPr marR="0" lvl="0" indent="0" algn="ctr" defTabSz="914367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ern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Sans Text Semibold" pitchFamily="2" charset="0"/>
                <a:cs typeface="Segoe Sans Text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91436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>
                <a:ln w="3175"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Tool</a:t>
            </a:r>
            <a:r>
              <a:rPr kumimoji="0" lang="en-US" sz="1800" b="0" i="0" u="none" strike="noStrike" kern="0" cap="none" spc="0" normalizeH="0" baseline="0" noProof="0">
                <a:ln w="3175"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 </a:t>
            </a:r>
            <a:r>
              <a:rPr lang="en-US">
                <a:solidFill>
                  <a:schemeClr val="bg1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Catalog</a:t>
            </a:r>
            <a:endParaRPr kumimoji="0" lang="en-US" sz="1800" b="0" i="0" u="none" strike="noStrike" kern="0" cap="none" spc="0" normalizeH="0" baseline="0" noProof="0">
              <a:ln w="3175"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B0354864-5827-1A3E-A5CD-7E7D7DB2D690}"/>
              </a:ext>
            </a:extLst>
          </p:cNvPr>
          <p:cNvSpPr txBox="1"/>
          <p:nvPr/>
        </p:nvSpPr>
        <p:spPr>
          <a:xfrm>
            <a:off x="7234844" y="1918334"/>
            <a:ext cx="3762058" cy="35016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74000">
                <a:srgbClr val="432EC8"/>
              </a:gs>
              <a:gs pos="100000">
                <a:srgbClr val="998CE4"/>
              </a:gs>
            </a:gsLst>
            <a:lin ang="0" scaled="1"/>
            <a:tileRect/>
          </a:gradFill>
        </p:spPr>
        <p:txBody>
          <a:bodyPr wrap="none" lIns="108857" tIns="21771" rIns="108857" bIns="43543" rtlCol="0" anchor="ctr" anchorCtr="0">
            <a:noAutofit/>
          </a:bodyPr>
          <a:lstStyle>
            <a:defPPr>
              <a:defRPr lang="en-US"/>
            </a:defPPr>
            <a:lvl1pPr marR="0" lvl="0" indent="0" algn="ctr" defTabSz="914367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ern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Sans Text Semibold" pitchFamily="2" charset="0"/>
                <a:cs typeface="Segoe Sans Text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91436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 w="3175"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Foundry Tools (AI Service)</a:t>
            </a:r>
          </a:p>
        </p:txBody>
      </p:sp>
      <p:sp>
        <p:nvSpPr>
          <p:cNvPr id="11" name="コンテンツ プレースホルダー 5">
            <a:extLst>
              <a:ext uri="{FF2B5EF4-FFF2-40B4-BE49-F238E27FC236}">
                <a16:creationId xmlns:a16="http://schemas.microsoft.com/office/drawing/2014/main" id="{3AE39A9F-4E05-0348-840E-E34A715E16A0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118235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ja-JP" altLang="en-US" sz="2000">
                <a:solidFill>
                  <a:srgbClr val="262626"/>
                </a:solidFill>
              </a:rPr>
              <a:t>すぐに使えるツールが充実しており、</a:t>
            </a:r>
            <a:r>
              <a:rPr lang="en-US" altLang="ja-JP" sz="2000" dirty="0">
                <a:solidFill>
                  <a:srgbClr val="262626"/>
                </a:solidFill>
              </a:rPr>
              <a:t>AI </a:t>
            </a:r>
            <a:r>
              <a:rPr lang="ja-JP" altLang="en-US" sz="2000">
                <a:solidFill>
                  <a:srgbClr val="262626"/>
                </a:solidFill>
              </a:rPr>
              <a:t>への機能組み込みが迅速にできます。</a:t>
            </a:r>
            <a:endParaRPr lang="en-US" altLang="ja-JP" sz="2000" dirty="0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6945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CEA65-DF56-A0DB-56FD-D12AC4108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1F60DB6-1BE7-C07E-1C88-9D5A32C74BD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defTabSz="914367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altLang="ja-JP" sz="2000" b="1" kern="0" dirty="0">
                <a:ln w="3175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Foundry Control Plane</a:t>
            </a:r>
            <a:endParaRPr lang="en-US" altLang="ja-JP" sz="2000" b="1" kern="0" dirty="0">
              <a:ln w="3175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112C518-0AE8-FC49-D15E-4A408C9CCCEF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10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6AA9A12-9250-1F68-C9FC-105344B52382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0A3F8C9-CC0D-E51E-85EB-5EC9B4DA3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48" y="1917964"/>
            <a:ext cx="5401264" cy="664797"/>
          </a:xfr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ctr" defTabSz="914400">
              <a:spcBef>
                <a:spcPts val="0"/>
              </a:spcBef>
            </a:pPr>
            <a:r>
              <a:rPr lang="ja-JP" altLang="en-US" sz="2400" b="0" kern="0" spc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</a:rPr>
              <a:t>複数データソースを横断し、</a:t>
            </a:r>
            <a:r>
              <a:rPr lang="en-US" altLang="ja-JP" sz="2400" b="0" kern="0" spc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</a:rPr>
              <a:t>AI </a:t>
            </a:r>
            <a:r>
              <a:rPr lang="ja-JP" altLang="en-US" sz="2400" b="0" kern="0" spc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</a:rPr>
              <a:t>が自律検索・統合するマネージドナレッジレイヤー</a:t>
            </a:r>
            <a:endParaRPr lang="en-US" sz="2400" b="0" kern="0" spc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ea typeface="Meiryo UI" panose="020B0604030504040204" pitchFamily="50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4F4C4E-E022-42BD-4482-3FB8487030EF}"/>
              </a:ext>
            </a:extLst>
          </p:cNvPr>
          <p:cNvSpPr txBox="1"/>
          <p:nvPr/>
        </p:nvSpPr>
        <p:spPr>
          <a:xfrm>
            <a:off x="377987" y="3368152"/>
            <a:ext cx="5076624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lvl="0" indent="-285750" defTabSz="914367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ja-JP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全体ダッシュボード </a:t>
            </a:r>
            <a:r>
              <a:rPr lang="en-US" altLang="ja-JP" sz="14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- </a:t>
            </a:r>
            <a:r>
              <a:rPr lang="ja-JP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全エージェントのヘルス・アラート・コスト・コンプライアンスを一画面で俯瞰</a:t>
            </a:r>
          </a:p>
          <a:p>
            <a:pPr marL="285750" lvl="0" indent="-285750" defTabSz="914367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ja-JP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継続的評価 </a:t>
            </a:r>
            <a:r>
              <a:rPr lang="en-US" altLang="ja-JP" sz="14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&amp; </a:t>
            </a:r>
            <a:r>
              <a:rPr lang="ja-JP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レッドチーミング </a:t>
            </a:r>
            <a:r>
              <a:rPr lang="en-US" altLang="ja-JP" sz="14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- </a:t>
            </a:r>
            <a:r>
              <a:rPr lang="ja-JP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デプロイ後も品質・安全性を監視し脆弱性を能動的に発見</a:t>
            </a:r>
          </a:p>
          <a:p>
            <a:pPr marL="285750" lvl="0" indent="-285750" defTabSz="914367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ja-JP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コンプライアンス </a:t>
            </a:r>
            <a:r>
              <a:rPr lang="en-US" altLang="ja-JP" sz="14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&amp; </a:t>
            </a:r>
            <a:r>
              <a:rPr lang="ja-JP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セキュリティ統合 </a:t>
            </a:r>
            <a:r>
              <a:rPr lang="en-US" altLang="ja-JP" sz="14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- Azure Policy / Defender / Purview </a:t>
            </a:r>
            <a:r>
              <a:rPr lang="ja-JP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と連携し一括監視</a:t>
            </a:r>
          </a:p>
          <a:p>
            <a:pPr marL="285750" lvl="0" indent="-285750" defTabSz="914367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ja-JP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クォータ </a:t>
            </a:r>
            <a:r>
              <a:rPr lang="en-US" altLang="ja-JP" sz="14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&amp; </a:t>
            </a:r>
            <a:r>
              <a:rPr lang="ja-JP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コスト管理 </a:t>
            </a:r>
            <a:r>
              <a:rPr lang="en-US" altLang="ja-JP" sz="14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- </a:t>
            </a:r>
            <a:r>
              <a:rPr lang="ja-JP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モデル別クォータ・トークン使用量・コスト異常を追跡</a:t>
            </a:r>
          </a:p>
          <a:p>
            <a:pPr marL="285750" lvl="0" indent="-285750" defTabSz="914367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ja-JP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プロジェクト </a:t>
            </a:r>
            <a:r>
              <a:rPr lang="en-US" altLang="ja-JP" sz="14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&amp; </a:t>
            </a:r>
            <a:r>
              <a:rPr lang="ja-JP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ユーザー管理 </a:t>
            </a:r>
            <a:r>
              <a:rPr lang="en-US" altLang="ja-JP" sz="14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- </a:t>
            </a:r>
            <a:r>
              <a:rPr lang="ja-JP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サブスクリプション横断でプロジェクト・</a:t>
            </a:r>
            <a:r>
              <a:rPr lang="en-US" altLang="ja-JP" sz="14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RBAC</a:t>
            </a:r>
            <a:r>
              <a:rPr lang="ja-JP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・接続リソースを統制</a:t>
            </a:r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cxnSp>
        <p:nvCxnSpPr>
          <p:cNvPr id="11" name="Straight Connector 4">
            <a:extLst>
              <a:ext uri="{FF2B5EF4-FFF2-40B4-BE49-F238E27FC236}">
                <a16:creationId xmlns:a16="http://schemas.microsoft.com/office/drawing/2014/main" id="{8197D256-4C02-91C1-0F27-23CCA4FF6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3748" y="3174298"/>
            <a:ext cx="798512" cy="0"/>
          </a:xfrm>
          <a:prstGeom prst="line">
            <a:avLst/>
          </a:prstGeom>
          <a:noFill/>
          <a:ln w="12700" cap="flat" cmpd="sng" algn="ctr">
            <a:solidFill>
              <a:srgbClr val="E8E6DF">
                <a:lumMod val="75000"/>
              </a:srgbClr>
            </a:solidFill>
            <a:prstDash val="solid"/>
            <a:headEnd type="none" w="lg" len="med"/>
            <a:tailEnd type="none" w="lg" len="med"/>
          </a:ln>
          <a:effectLst/>
        </p:spPr>
      </p:cxnSp>
      <p:pic>
        <p:nvPicPr>
          <p:cNvPr id="12" name="Picture 4">
            <a:extLst>
              <a:ext uri="{FF2B5EF4-FFF2-40B4-BE49-F238E27FC236}">
                <a16:creationId xmlns:a16="http://schemas.microsoft.com/office/drawing/2014/main" id="{87476F7B-DB0B-A576-1F2A-91A45FEE1B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584" y="0"/>
            <a:ext cx="6022975" cy="6883400"/>
          </a:xfrm>
          <a:prstGeom prst="roundRect">
            <a:avLst>
              <a:gd name="adj" fmla="val 2769"/>
            </a:avLst>
          </a:prstGeom>
          <a:solidFill>
            <a:srgbClr val="101010"/>
          </a:solidFill>
          <a:ln w="19050" cap="flat" cmpd="sng" algn="ctr">
            <a:gradFill flip="none" rotWithShape="1">
              <a:gsLst>
                <a:gs pos="0">
                  <a:srgbClr val="101010"/>
                </a:gs>
                <a:gs pos="93000">
                  <a:srgbClr val="432EC8"/>
                </a:gs>
                <a:gs pos="100000">
                  <a:srgbClr val="EDDEFF"/>
                </a:gs>
              </a:gsLst>
              <a:lin ang="4800000" scaled="0"/>
              <a:tileRect/>
            </a:gradFill>
            <a:prstDash val="solid"/>
            <a:headEnd type="none" w="med" len="med"/>
            <a:tailEnd type="none" w="med" len="med"/>
          </a:ln>
          <a:effectLst>
            <a:glow rad="88900">
              <a:srgbClr val="432EC8">
                <a:alpha val="22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644917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B8F07-440F-81BB-F79A-0E878B5A7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3039B65-F3CE-7EDE-7778-A3B2BFAF307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ja-JP" sz="2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Microsoft Foundry </a:t>
            </a:r>
            <a:r>
              <a:rPr lang="ja-JP" altLang="en-US" sz="2000" b="1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のユースケース</a:t>
            </a:r>
            <a:endParaRPr lang="en-US" altLang="ja-JP" sz="20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057BC63-DA50-5146-A3CF-FAD7C44DDA88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10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6BC5B9C-DCB6-7D91-4075-D803EDED22B8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コンテンツ プレースホルダー 5">
            <a:extLst>
              <a:ext uri="{FF2B5EF4-FFF2-40B4-BE49-F238E27FC236}">
                <a16:creationId xmlns:a16="http://schemas.microsoft.com/office/drawing/2014/main" id="{293D6954-71B5-DFB1-8911-CF87C0769ADC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118235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lvl="0" indent="0" defTabSz="932742" rtl="0">
              <a:lnSpc>
                <a:spcPct val="100000"/>
              </a:lnSpc>
              <a:spcBef>
                <a:spcPct val="20000"/>
              </a:spcBef>
              <a:buSzPct val="90000"/>
              <a:buNone/>
              <a:defRPr/>
            </a:pPr>
            <a:r>
              <a:rPr kumimoji="1" lang="ja-JP" altLang="en-US" sz="2000">
                <a:solidFill>
                  <a:srgbClr val="000000"/>
                </a:solidFill>
                <a:latin typeface="Segoe UI"/>
                <a:cs typeface="Segoe UI" panose="020B0502040204020203" pitchFamily="34" charset="0"/>
              </a:rPr>
              <a:t>生成</a:t>
            </a:r>
            <a:r>
              <a:rPr kumimoji="1" lang="en-US" altLang="ja-JP" sz="2000" dirty="0">
                <a:solidFill>
                  <a:srgbClr val="000000"/>
                </a:solidFill>
                <a:latin typeface="Segoe UI"/>
                <a:cs typeface="Segoe UI" panose="020B0502040204020203" pitchFamily="34" charset="0"/>
              </a:rPr>
              <a:t>AI</a:t>
            </a:r>
            <a:r>
              <a:rPr kumimoji="1" lang="ja-JP" altLang="en-US" sz="2000">
                <a:solidFill>
                  <a:srgbClr val="000000"/>
                </a:solidFill>
                <a:latin typeface="Segoe UI"/>
                <a:cs typeface="Segoe UI" panose="020B0502040204020203" pitchFamily="34" charset="0"/>
              </a:rPr>
              <a:t>を活用することで複雑な設計業務を手助けするエージェントを作り、設計品質や性能の向上を促進する</a:t>
            </a:r>
            <a:endParaRPr kumimoji="1" lang="en-US" altLang="ja-JP" sz="2000" dirty="0">
              <a:solidFill>
                <a:srgbClr val="000000"/>
              </a:solidFill>
              <a:latin typeface="Segoe UI"/>
              <a:cs typeface="Segoe UI" panose="020B0502040204020203" pitchFamily="34" charset="0"/>
            </a:endParaRPr>
          </a:p>
        </p:txBody>
      </p:sp>
      <p:pic>
        <p:nvPicPr>
          <p:cNvPr id="3" name="図 2" descr="説明しているビジネスマン">
            <a:extLst>
              <a:ext uri="{FF2B5EF4-FFF2-40B4-BE49-F238E27FC236}">
                <a16:creationId xmlns:a16="http://schemas.microsoft.com/office/drawing/2014/main" id="{8311C50E-2E0C-A534-7C25-E10343428F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86323" y="3374983"/>
            <a:ext cx="973810" cy="2286821"/>
          </a:xfrm>
          <a:prstGeom prst="rect">
            <a:avLst/>
          </a:prstGeom>
        </p:spPr>
      </p:pic>
      <p:sp>
        <p:nvSpPr>
          <p:cNvPr id="5" name="吹き出し: 円形 58">
            <a:extLst>
              <a:ext uri="{FF2B5EF4-FFF2-40B4-BE49-F238E27FC236}">
                <a16:creationId xmlns:a16="http://schemas.microsoft.com/office/drawing/2014/main" id="{B59187E9-E0E5-E3FA-0CD0-02B6747117C3}"/>
              </a:ext>
            </a:extLst>
          </p:cNvPr>
          <p:cNvSpPr/>
          <p:nvPr/>
        </p:nvSpPr>
        <p:spPr>
          <a:xfrm>
            <a:off x="177721" y="2580795"/>
            <a:ext cx="1734215" cy="675873"/>
          </a:xfrm>
          <a:prstGeom prst="wedgeEllipseCallout">
            <a:avLst>
              <a:gd name="adj1" fmla="val 21197"/>
              <a:gd name="adj2" fmla="val 95154"/>
            </a:avLst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これを開発したいんだけど</a:t>
            </a:r>
            <a:br>
              <a:rPr kumimoji="1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</a:br>
            <a:r>
              <a: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この要件合ってる？</a:t>
            </a:r>
          </a:p>
        </p:txBody>
      </p:sp>
      <p:sp>
        <p:nvSpPr>
          <p:cNvPr id="12" name="四角形: 角を丸くする 121">
            <a:extLst>
              <a:ext uri="{FF2B5EF4-FFF2-40B4-BE49-F238E27FC236}">
                <a16:creationId xmlns:a16="http://schemas.microsoft.com/office/drawing/2014/main" id="{4491D15A-BC4D-A183-5B31-967274D6EFF8}"/>
              </a:ext>
            </a:extLst>
          </p:cNvPr>
          <p:cNvSpPr/>
          <p:nvPr/>
        </p:nvSpPr>
        <p:spPr>
          <a:xfrm>
            <a:off x="7401570" y="2161136"/>
            <a:ext cx="2419252" cy="4532404"/>
          </a:xfrm>
          <a:prstGeom prst="roundRect">
            <a:avLst>
              <a:gd name="adj" fmla="val 9312"/>
            </a:avLst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</p:txBody>
      </p:sp>
      <p:sp>
        <p:nvSpPr>
          <p:cNvPr id="13" name="テキスト ボックス 66">
            <a:extLst>
              <a:ext uri="{FF2B5EF4-FFF2-40B4-BE49-F238E27FC236}">
                <a16:creationId xmlns:a16="http://schemas.microsoft.com/office/drawing/2014/main" id="{6F58E923-0011-5F63-BB22-4B9EC5F24B2C}"/>
              </a:ext>
            </a:extLst>
          </p:cNvPr>
          <p:cNvSpPr txBox="1"/>
          <p:nvPr/>
        </p:nvSpPr>
        <p:spPr>
          <a:xfrm>
            <a:off x="3199943" y="4070841"/>
            <a:ext cx="9557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フロント</a:t>
            </a:r>
            <a:endParaRPr kumimoji="1" lang="en-US" altLang="ja-JP" sz="14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エージェント</a:t>
            </a:r>
          </a:p>
        </p:txBody>
      </p:sp>
      <p:cxnSp>
        <p:nvCxnSpPr>
          <p:cNvPr id="14" name="直線矢印コネクタ 106">
            <a:extLst>
              <a:ext uri="{FF2B5EF4-FFF2-40B4-BE49-F238E27FC236}">
                <a16:creationId xmlns:a16="http://schemas.microsoft.com/office/drawing/2014/main" id="{71364808-C738-533A-74AF-3E4AC200B7D2}"/>
              </a:ext>
            </a:extLst>
          </p:cNvPr>
          <p:cNvCxnSpPr>
            <a:cxnSpLocks/>
          </p:cNvCxnSpPr>
          <p:nvPr/>
        </p:nvCxnSpPr>
        <p:spPr>
          <a:xfrm flipH="1">
            <a:off x="5457278" y="2421911"/>
            <a:ext cx="2125062" cy="815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08">
            <a:extLst>
              <a:ext uri="{FF2B5EF4-FFF2-40B4-BE49-F238E27FC236}">
                <a16:creationId xmlns:a16="http://schemas.microsoft.com/office/drawing/2014/main" id="{8589FF5D-E46C-4D9E-CFCC-3C9082D16D65}"/>
              </a:ext>
            </a:extLst>
          </p:cNvPr>
          <p:cNvCxnSpPr>
            <a:cxnSpLocks/>
          </p:cNvCxnSpPr>
          <p:nvPr/>
        </p:nvCxnSpPr>
        <p:spPr>
          <a:xfrm flipH="1">
            <a:off x="5586289" y="3070402"/>
            <a:ext cx="2024516" cy="628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思考の吹き出し: 雲形 114">
            <a:extLst>
              <a:ext uri="{FF2B5EF4-FFF2-40B4-BE49-F238E27FC236}">
                <a16:creationId xmlns:a16="http://schemas.microsoft.com/office/drawing/2014/main" id="{C555CB12-7010-5596-A583-6B4EDB761223}"/>
              </a:ext>
            </a:extLst>
          </p:cNvPr>
          <p:cNvSpPr/>
          <p:nvPr/>
        </p:nvSpPr>
        <p:spPr>
          <a:xfrm>
            <a:off x="2808823" y="2195987"/>
            <a:ext cx="1608812" cy="948875"/>
          </a:xfrm>
          <a:prstGeom prst="cloudCallout">
            <a:avLst>
              <a:gd name="adj1" fmla="val 4115"/>
              <a:gd name="adj2" fmla="val 67935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</p:txBody>
      </p:sp>
      <p:sp>
        <p:nvSpPr>
          <p:cNvPr id="17" name="テキスト ボックス 115">
            <a:extLst>
              <a:ext uri="{FF2B5EF4-FFF2-40B4-BE49-F238E27FC236}">
                <a16:creationId xmlns:a16="http://schemas.microsoft.com/office/drawing/2014/main" id="{B2D06E7A-5451-37BA-0F0F-E34F8874D2D3}"/>
              </a:ext>
            </a:extLst>
          </p:cNvPr>
          <p:cNvSpPr txBox="1"/>
          <p:nvPr/>
        </p:nvSpPr>
        <p:spPr>
          <a:xfrm>
            <a:off x="2782816" y="2363823"/>
            <a:ext cx="1738273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駆動系と懸架系の</a:t>
            </a:r>
            <a:br>
              <a:rPr kumimoji="1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</a:br>
            <a:r>
              <a: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専門家を呼ぼう</a:t>
            </a:r>
          </a:p>
        </p:txBody>
      </p:sp>
      <p:sp>
        <p:nvSpPr>
          <p:cNvPr id="18" name="四角形: 角を丸くする 3">
            <a:extLst>
              <a:ext uri="{FF2B5EF4-FFF2-40B4-BE49-F238E27FC236}">
                <a16:creationId xmlns:a16="http://schemas.microsoft.com/office/drawing/2014/main" id="{EDD39DCF-5DA1-7C97-F1F7-0A13E6D63425}"/>
              </a:ext>
            </a:extLst>
          </p:cNvPr>
          <p:cNvSpPr/>
          <p:nvPr/>
        </p:nvSpPr>
        <p:spPr>
          <a:xfrm>
            <a:off x="2778419" y="2037775"/>
            <a:ext cx="7165039" cy="4738946"/>
          </a:xfrm>
          <a:prstGeom prst="roundRect">
            <a:avLst>
              <a:gd name="adj" fmla="val 1657"/>
            </a:avLst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</p:txBody>
      </p:sp>
      <p:cxnSp>
        <p:nvCxnSpPr>
          <p:cNvPr id="19" name="直線矢印コネクタ 22">
            <a:extLst>
              <a:ext uri="{FF2B5EF4-FFF2-40B4-BE49-F238E27FC236}">
                <a16:creationId xmlns:a16="http://schemas.microsoft.com/office/drawing/2014/main" id="{8A421EA5-2233-3B43-EDA8-AAA82483F463}"/>
              </a:ext>
            </a:extLst>
          </p:cNvPr>
          <p:cNvCxnSpPr>
            <a:cxnSpLocks/>
            <a:stCxn id="44" idx="6"/>
          </p:cNvCxnSpPr>
          <p:nvPr/>
        </p:nvCxnSpPr>
        <p:spPr>
          <a:xfrm flipH="1" flipV="1">
            <a:off x="4979167" y="4313300"/>
            <a:ext cx="2734775" cy="1386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29">
            <a:extLst>
              <a:ext uri="{FF2B5EF4-FFF2-40B4-BE49-F238E27FC236}">
                <a16:creationId xmlns:a16="http://schemas.microsoft.com/office/drawing/2014/main" id="{75605274-A5E6-3723-E1B4-8A695781786C}"/>
              </a:ext>
            </a:extLst>
          </p:cNvPr>
          <p:cNvSpPr txBox="1"/>
          <p:nvPr/>
        </p:nvSpPr>
        <p:spPr>
          <a:xfrm>
            <a:off x="8052814" y="2218650"/>
            <a:ext cx="15536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駆動系</a:t>
            </a:r>
            <a:b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</a:b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専門エージェント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</p:txBody>
      </p:sp>
      <p:sp>
        <p:nvSpPr>
          <p:cNvPr id="21" name="Graphic 147" descr="AIロボットのアイコン">
            <a:extLst>
              <a:ext uri="{FF2B5EF4-FFF2-40B4-BE49-F238E27FC236}">
                <a16:creationId xmlns:a16="http://schemas.microsoft.com/office/drawing/2014/main" id="{7A9E5776-7E35-47B4-AEA7-31B4A20B7C7F}"/>
              </a:ext>
            </a:extLst>
          </p:cNvPr>
          <p:cNvSpPr>
            <a:spLocks/>
          </p:cNvSpPr>
          <p:nvPr/>
        </p:nvSpPr>
        <p:spPr>
          <a:xfrm>
            <a:off x="3496329" y="3423590"/>
            <a:ext cx="489398" cy="571347"/>
          </a:xfrm>
          <a:custGeom>
            <a:avLst/>
            <a:gdLst>
              <a:gd name="connsiteX0" fmla="*/ 130969 w 152400"/>
              <a:gd name="connsiteY0" fmla="*/ 114300 h 190500"/>
              <a:gd name="connsiteX1" fmla="*/ 152400 w 152400"/>
              <a:gd name="connsiteY1" fmla="*/ 135731 h 190500"/>
              <a:gd name="connsiteX2" fmla="*/ 152400 w 152400"/>
              <a:gd name="connsiteY2" fmla="*/ 144351 h 190500"/>
              <a:gd name="connsiteX3" fmla="*/ 139951 w 152400"/>
              <a:gd name="connsiteY3" fmla="*/ 171460 h 190500"/>
              <a:gd name="connsiteX4" fmla="*/ 76171 w 152400"/>
              <a:gd name="connsiteY4" fmla="*/ 190500 h 190500"/>
              <a:gd name="connsiteX5" fmla="*/ 12440 w 152400"/>
              <a:gd name="connsiteY5" fmla="*/ 171450 h 190500"/>
              <a:gd name="connsiteX6" fmla="*/ 0 w 152400"/>
              <a:gd name="connsiteY6" fmla="*/ 144370 h 190500"/>
              <a:gd name="connsiteX7" fmla="*/ 0 w 152400"/>
              <a:gd name="connsiteY7" fmla="*/ 135722 h 190500"/>
              <a:gd name="connsiteX8" fmla="*/ 21431 w 152400"/>
              <a:gd name="connsiteY8" fmla="*/ 114300 h 190500"/>
              <a:gd name="connsiteX9" fmla="*/ 130969 w 152400"/>
              <a:gd name="connsiteY9" fmla="*/ 114300 h 190500"/>
              <a:gd name="connsiteX10" fmla="*/ 75200 w 152400"/>
              <a:gd name="connsiteY10" fmla="*/ 76 h 190500"/>
              <a:gd name="connsiteX11" fmla="*/ 76171 w 152400"/>
              <a:gd name="connsiteY11" fmla="*/ 0 h 190500"/>
              <a:gd name="connsiteX12" fmla="*/ 83249 w 152400"/>
              <a:gd name="connsiteY12" fmla="*/ 6172 h 190500"/>
              <a:gd name="connsiteX13" fmla="*/ 83315 w 152400"/>
              <a:gd name="connsiteY13" fmla="*/ 7144 h 190500"/>
              <a:gd name="connsiteX14" fmla="*/ 83315 w 152400"/>
              <a:gd name="connsiteY14" fmla="*/ 14288 h 190500"/>
              <a:gd name="connsiteX15" fmla="*/ 116653 w 152400"/>
              <a:gd name="connsiteY15" fmla="*/ 14288 h 190500"/>
              <a:gd name="connsiteX16" fmla="*/ 138084 w 152400"/>
              <a:gd name="connsiteY16" fmla="*/ 35719 h 190500"/>
              <a:gd name="connsiteX17" fmla="*/ 138084 w 152400"/>
              <a:gd name="connsiteY17" fmla="*/ 78629 h 190500"/>
              <a:gd name="connsiteX18" fmla="*/ 116653 w 152400"/>
              <a:gd name="connsiteY18" fmla="*/ 100060 h 190500"/>
              <a:gd name="connsiteX19" fmla="*/ 35690 w 152400"/>
              <a:gd name="connsiteY19" fmla="*/ 100060 h 190500"/>
              <a:gd name="connsiteX20" fmla="*/ 14259 w 152400"/>
              <a:gd name="connsiteY20" fmla="*/ 78629 h 190500"/>
              <a:gd name="connsiteX21" fmla="*/ 14259 w 152400"/>
              <a:gd name="connsiteY21" fmla="*/ 35719 h 190500"/>
              <a:gd name="connsiteX22" fmla="*/ 35690 w 152400"/>
              <a:gd name="connsiteY22" fmla="*/ 14288 h 190500"/>
              <a:gd name="connsiteX23" fmla="*/ 69028 w 152400"/>
              <a:gd name="connsiteY23" fmla="*/ 14288 h 190500"/>
              <a:gd name="connsiteX24" fmla="*/ 69028 w 152400"/>
              <a:gd name="connsiteY24" fmla="*/ 7153 h 190500"/>
              <a:gd name="connsiteX25" fmla="*/ 75200 w 152400"/>
              <a:gd name="connsiteY25" fmla="*/ 76 h 190500"/>
              <a:gd name="connsiteX26" fmla="*/ 76171 w 152400"/>
              <a:gd name="connsiteY26" fmla="*/ 0 h 190500"/>
              <a:gd name="connsiteX27" fmla="*/ 75200 w 152400"/>
              <a:gd name="connsiteY27" fmla="*/ 67 h 190500"/>
              <a:gd name="connsiteX28" fmla="*/ 54740 w 152400"/>
              <a:gd name="connsiteY28" fmla="*/ 42863 h 190500"/>
              <a:gd name="connsiteX29" fmla="*/ 42834 w 152400"/>
              <a:gd name="connsiteY29" fmla="*/ 54769 h 190500"/>
              <a:gd name="connsiteX30" fmla="*/ 54740 w 152400"/>
              <a:gd name="connsiteY30" fmla="*/ 66675 h 190500"/>
              <a:gd name="connsiteX31" fmla="*/ 66646 w 152400"/>
              <a:gd name="connsiteY31" fmla="*/ 54769 h 190500"/>
              <a:gd name="connsiteX32" fmla="*/ 54740 w 152400"/>
              <a:gd name="connsiteY32" fmla="*/ 42863 h 190500"/>
              <a:gd name="connsiteX33" fmla="*/ 97536 w 152400"/>
              <a:gd name="connsiteY33" fmla="*/ 42863 h 190500"/>
              <a:gd name="connsiteX34" fmla="*/ 85297 w 152400"/>
              <a:gd name="connsiteY34" fmla="*/ 54427 h 190500"/>
              <a:gd name="connsiteX35" fmla="*/ 96863 w 152400"/>
              <a:gd name="connsiteY35" fmla="*/ 66665 h 190500"/>
              <a:gd name="connsiteX36" fmla="*/ 97536 w 152400"/>
              <a:gd name="connsiteY36" fmla="*/ 66665 h 190500"/>
              <a:gd name="connsiteX37" fmla="*/ 109100 w 152400"/>
              <a:gd name="connsiteY37" fmla="*/ 54427 h 190500"/>
              <a:gd name="connsiteX38" fmla="*/ 97536 w 152400"/>
              <a:gd name="connsiteY38" fmla="*/ 42863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52400" h="190500">
                <a:moveTo>
                  <a:pt x="130969" y="114300"/>
                </a:moveTo>
                <a:cubicBezTo>
                  <a:pt x="142805" y="114300"/>
                  <a:pt x="152400" y="123895"/>
                  <a:pt x="152400" y="135731"/>
                </a:cubicBezTo>
                <a:lnTo>
                  <a:pt x="152400" y="144351"/>
                </a:lnTo>
                <a:cubicBezTo>
                  <a:pt x="152403" y="154771"/>
                  <a:pt x="147856" y="164672"/>
                  <a:pt x="139951" y="171460"/>
                </a:cubicBezTo>
                <a:cubicBezTo>
                  <a:pt x="125035" y="184261"/>
                  <a:pt x="103699" y="190500"/>
                  <a:pt x="76171" y="190500"/>
                </a:cubicBezTo>
                <a:cubicBezTo>
                  <a:pt x="48644" y="190500"/>
                  <a:pt x="27327" y="184252"/>
                  <a:pt x="12440" y="171450"/>
                </a:cubicBezTo>
                <a:cubicBezTo>
                  <a:pt x="4546" y="164667"/>
                  <a:pt x="3" y="154778"/>
                  <a:pt x="0" y="144370"/>
                </a:cubicBezTo>
                <a:lnTo>
                  <a:pt x="0" y="135722"/>
                </a:lnTo>
                <a:cubicBezTo>
                  <a:pt x="5" y="123890"/>
                  <a:pt x="9599" y="114300"/>
                  <a:pt x="21431" y="114300"/>
                </a:cubicBezTo>
                <a:lnTo>
                  <a:pt x="130969" y="114300"/>
                </a:lnTo>
                <a:close/>
                <a:moveTo>
                  <a:pt x="75200" y="76"/>
                </a:moveTo>
                <a:lnTo>
                  <a:pt x="76171" y="0"/>
                </a:lnTo>
                <a:cubicBezTo>
                  <a:pt x="79741" y="0"/>
                  <a:pt x="82763" y="2636"/>
                  <a:pt x="83249" y="6172"/>
                </a:cubicBezTo>
                <a:lnTo>
                  <a:pt x="83315" y="7144"/>
                </a:lnTo>
                <a:lnTo>
                  <a:pt x="83315" y="14288"/>
                </a:lnTo>
                <a:lnTo>
                  <a:pt x="116653" y="14288"/>
                </a:lnTo>
                <a:cubicBezTo>
                  <a:pt x="128488" y="14288"/>
                  <a:pt x="138084" y="23883"/>
                  <a:pt x="138084" y="35719"/>
                </a:cubicBezTo>
                <a:lnTo>
                  <a:pt x="138084" y="78629"/>
                </a:lnTo>
                <a:cubicBezTo>
                  <a:pt x="138084" y="90465"/>
                  <a:pt x="128488" y="100060"/>
                  <a:pt x="116653" y="100060"/>
                </a:cubicBezTo>
                <a:lnTo>
                  <a:pt x="35690" y="100060"/>
                </a:lnTo>
                <a:cubicBezTo>
                  <a:pt x="23854" y="100060"/>
                  <a:pt x="14259" y="90465"/>
                  <a:pt x="14259" y="78629"/>
                </a:cubicBezTo>
                <a:lnTo>
                  <a:pt x="14259" y="35719"/>
                </a:lnTo>
                <a:cubicBezTo>
                  <a:pt x="14259" y="23883"/>
                  <a:pt x="23854" y="14288"/>
                  <a:pt x="35690" y="14288"/>
                </a:cubicBezTo>
                <a:lnTo>
                  <a:pt x="69028" y="14288"/>
                </a:lnTo>
                <a:lnTo>
                  <a:pt x="69028" y="7153"/>
                </a:lnTo>
                <a:cubicBezTo>
                  <a:pt x="69028" y="3583"/>
                  <a:pt x="71663" y="562"/>
                  <a:pt x="75200" y="76"/>
                </a:cubicBezTo>
                <a:lnTo>
                  <a:pt x="76171" y="0"/>
                </a:lnTo>
                <a:lnTo>
                  <a:pt x="75200" y="67"/>
                </a:lnTo>
                <a:close/>
                <a:moveTo>
                  <a:pt x="54740" y="42863"/>
                </a:moveTo>
                <a:cubicBezTo>
                  <a:pt x="48164" y="42863"/>
                  <a:pt x="42834" y="48193"/>
                  <a:pt x="42834" y="54769"/>
                </a:cubicBezTo>
                <a:cubicBezTo>
                  <a:pt x="42834" y="61344"/>
                  <a:pt x="48164" y="66675"/>
                  <a:pt x="54740" y="66675"/>
                </a:cubicBezTo>
                <a:cubicBezTo>
                  <a:pt x="61316" y="66675"/>
                  <a:pt x="66646" y="61344"/>
                  <a:pt x="66646" y="54769"/>
                </a:cubicBezTo>
                <a:cubicBezTo>
                  <a:pt x="66646" y="48193"/>
                  <a:pt x="61316" y="42863"/>
                  <a:pt x="54740" y="42863"/>
                </a:cubicBezTo>
                <a:close/>
                <a:moveTo>
                  <a:pt x="97536" y="42863"/>
                </a:moveTo>
                <a:cubicBezTo>
                  <a:pt x="90963" y="42677"/>
                  <a:pt x="85484" y="47854"/>
                  <a:pt x="85297" y="54427"/>
                </a:cubicBezTo>
                <a:cubicBezTo>
                  <a:pt x="85112" y="61000"/>
                  <a:pt x="90289" y="66480"/>
                  <a:pt x="96863" y="66665"/>
                </a:cubicBezTo>
                <a:cubicBezTo>
                  <a:pt x="97087" y="66672"/>
                  <a:pt x="97311" y="66672"/>
                  <a:pt x="97536" y="66665"/>
                </a:cubicBezTo>
                <a:cubicBezTo>
                  <a:pt x="104109" y="66480"/>
                  <a:pt x="109287" y="61000"/>
                  <a:pt x="109100" y="54427"/>
                </a:cubicBezTo>
                <a:cubicBezTo>
                  <a:pt x="108922" y="48116"/>
                  <a:pt x="103847" y="43041"/>
                  <a:pt x="97536" y="42863"/>
                </a:cubicBezTo>
                <a:close/>
              </a:path>
            </a:pathLst>
          </a:custGeom>
          <a:solidFill>
            <a:schemeClr val="tx2"/>
          </a:solidFill>
          <a:ln w="15081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Yu Gothic UI"/>
              <a:cs typeface="+mn-cs"/>
            </a:endParaRPr>
          </a:p>
        </p:txBody>
      </p:sp>
      <p:sp>
        <p:nvSpPr>
          <p:cNvPr id="22" name="吹き出し: 円形 58">
            <a:extLst>
              <a:ext uri="{FF2B5EF4-FFF2-40B4-BE49-F238E27FC236}">
                <a16:creationId xmlns:a16="http://schemas.microsoft.com/office/drawing/2014/main" id="{C5C0CFF4-23C8-634B-F04C-95D43D6F1D48}"/>
              </a:ext>
            </a:extLst>
          </p:cNvPr>
          <p:cNvSpPr/>
          <p:nvPr/>
        </p:nvSpPr>
        <p:spPr>
          <a:xfrm>
            <a:off x="110760" y="4428917"/>
            <a:ext cx="1399139" cy="675873"/>
          </a:xfrm>
          <a:prstGeom prst="wedgeEllipseCallout">
            <a:avLst>
              <a:gd name="adj1" fmla="val 48088"/>
              <a:gd name="adj2" fmla="val -55599"/>
            </a:avLst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環境規制も</a:t>
            </a:r>
            <a:br>
              <a:rPr kumimoji="1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</a:br>
            <a:r>
              <a: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考慮して</a:t>
            </a:r>
          </a:p>
        </p:txBody>
      </p:sp>
      <p:sp>
        <p:nvSpPr>
          <p:cNvPr id="23" name="Graphic 147" descr="AIロボットのアイコン">
            <a:extLst>
              <a:ext uri="{FF2B5EF4-FFF2-40B4-BE49-F238E27FC236}">
                <a16:creationId xmlns:a16="http://schemas.microsoft.com/office/drawing/2014/main" id="{B3D4321A-23AA-C039-D46E-10750F9E3AD2}"/>
              </a:ext>
            </a:extLst>
          </p:cNvPr>
          <p:cNvSpPr>
            <a:spLocks/>
          </p:cNvSpPr>
          <p:nvPr/>
        </p:nvSpPr>
        <p:spPr>
          <a:xfrm>
            <a:off x="5129106" y="3144862"/>
            <a:ext cx="240173" cy="276405"/>
          </a:xfrm>
          <a:custGeom>
            <a:avLst/>
            <a:gdLst>
              <a:gd name="connsiteX0" fmla="*/ 130969 w 152400"/>
              <a:gd name="connsiteY0" fmla="*/ 114300 h 190500"/>
              <a:gd name="connsiteX1" fmla="*/ 152400 w 152400"/>
              <a:gd name="connsiteY1" fmla="*/ 135731 h 190500"/>
              <a:gd name="connsiteX2" fmla="*/ 152400 w 152400"/>
              <a:gd name="connsiteY2" fmla="*/ 144351 h 190500"/>
              <a:gd name="connsiteX3" fmla="*/ 139951 w 152400"/>
              <a:gd name="connsiteY3" fmla="*/ 171460 h 190500"/>
              <a:gd name="connsiteX4" fmla="*/ 76171 w 152400"/>
              <a:gd name="connsiteY4" fmla="*/ 190500 h 190500"/>
              <a:gd name="connsiteX5" fmla="*/ 12440 w 152400"/>
              <a:gd name="connsiteY5" fmla="*/ 171450 h 190500"/>
              <a:gd name="connsiteX6" fmla="*/ 0 w 152400"/>
              <a:gd name="connsiteY6" fmla="*/ 144370 h 190500"/>
              <a:gd name="connsiteX7" fmla="*/ 0 w 152400"/>
              <a:gd name="connsiteY7" fmla="*/ 135722 h 190500"/>
              <a:gd name="connsiteX8" fmla="*/ 21431 w 152400"/>
              <a:gd name="connsiteY8" fmla="*/ 114300 h 190500"/>
              <a:gd name="connsiteX9" fmla="*/ 130969 w 152400"/>
              <a:gd name="connsiteY9" fmla="*/ 114300 h 190500"/>
              <a:gd name="connsiteX10" fmla="*/ 75200 w 152400"/>
              <a:gd name="connsiteY10" fmla="*/ 76 h 190500"/>
              <a:gd name="connsiteX11" fmla="*/ 76171 w 152400"/>
              <a:gd name="connsiteY11" fmla="*/ 0 h 190500"/>
              <a:gd name="connsiteX12" fmla="*/ 83249 w 152400"/>
              <a:gd name="connsiteY12" fmla="*/ 6172 h 190500"/>
              <a:gd name="connsiteX13" fmla="*/ 83315 w 152400"/>
              <a:gd name="connsiteY13" fmla="*/ 7144 h 190500"/>
              <a:gd name="connsiteX14" fmla="*/ 83315 w 152400"/>
              <a:gd name="connsiteY14" fmla="*/ 14288 h 190500"/>
              <a:gd name="connsiteX15" fmla="*/ 116653 w 152400"/>
              <a:gd name="connsiteY15" fmla="*/ 14288 h 190500"/>
              <a:gd name="connsiteX16" fmla="*/ 138084 w 152400"/>
              <a:gd name="connsiteY16" fmla="*/ 35719 h 190500"/>
              <a:gd name="connsiteX17" fmla="*/ 138084 w 152400"/>
              <a:gd name="connsiteY17" fmla="*/ 78629 h 190500"/>
              <a:gd name="connsiteX18" fmla="*/ 116653 w 152400"/>
              <a:gd name="connsiteY18" fmla="*/ 100060 h 190500"/>
              <a:gd name="connsiteX19" fmla="*/ 35690 w 152400"/>
              <a:gd name="connsiteY19" fmla="*/ 100060 h 190500"/>
              <a:gd name="connsiteX20" fmla="*/ 14259 w 152400"/>
              <a:gd name="connsiteY20" fmla="*/ 78629 h 190500"/>
              <a:gd name="connsiteX21" fmla="*/ 14259 w 152400"/>
              <a:gd name="connsiteY21" fmla="*/ 35719 h 190500"/>
              <a:gd name="connsiteX22" fmla="*/ 35690 w 152400"/>
              <a:gd name="connsiteY22" fmla="*/ 14288 h 190500"/>
              <a:gd name="connsiteX23" fmla="*/ 69028 w 152400"/>
              <a:gd name="connsiteY23" fmla="*/ 14288 h 190500"/>
              <a:gd name="connsiteX24" fmla="*/ 69028 w 152400"/>
              <a:gd name="connsiteY24" fmla="*/ 7153 h 190500"/>
              <a:gd name="connsiteX25" fmla="*/ 75200 w 152400"/>
              <a:gd name="connsiteY25" fmla="*/ 76 h 190500"/>
              <a:gd name="connsiteX26" fmla="*/ 76171 w 152400"/>
              <a:gd name="connsiteY26" fmla="*/ 0 h 190500"/>
              <a:gd name="connsiteX27" fmla="*/ 75200 w 152400"/>
              <a:gd name="connsiteY27" fmla="*/ 67 h 190500"/>
              <a:gd name="connsiteX28" fmla="*/ 54740 w 152400"/>
              <a:gd name="connsiteY28" fmla="*/ 42863 h 190500"/>
              <a:gd name="connsiteX29" fmla="*/ 42834 w 152400"/>
              <a:gd name="connsiteY29" fmla="*/ 54769 h 190500"/>
              <a:gd name="connsiteX30" fmla="*/ 54740 w 152400"/>
              <a:gd name="connsiteY30" fmla="*/ 66675 h 190500"/>
              <a:gd name="connsiteX31" fmla="*/ 66646 w 152400"/>
              <a:gd name="connsiteY31" fmla="*/ 54769 h 190500"/>
              <a:gd name="connsiteX32" fmla="*/ 54740 w 152400"/>
              <a:gd name="connsiteY32" fmla="*/ 42863 h 190500"/>
              <a:gd name="connsiteX33" fmla="*/ 97536 w 152400"/>
              <a:gd name="connsiteY33" fmla="*/ 42863 h 190500"/>
              <a:gd name="connsiteX34" fmla="*/ 85297 w 152400"/>
              <a:gd name="connsiteY34" fmla="*/ 54427 h 190500"/>
              <a:gd name="connsiteX35" fmla="*/ 96863 w 152400"/>
              <a:gd name="connsiteY35" fmla="*/ 66665 h 190500"/>
              <a:gd name="connsiteX36" fmla="*/ 97536 w 152400"/>
              <a:gd name="connsiteY36" fmla="*/ 66665 h 190500"/>
              <a:gd name="connsiteX37" fmla="*/ 109100 w 152400"/>
              <a:gd name="connsiteY37" fmla="*/ 54427 h 190500"/>
              <a:gd name="connsiteX38" fmla="*/ 97536 w 152400"/>
              <a:gd name="connsiteY38" fmla="*/ 42863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52400" h="190500">
                <a:moveTo>
                  <a:pt x="130969" y="114300"/>
                </a:moveTo>
                <a:cubicBezTo>
                  <a:pt x="142805" y="114300"/>
                  <a:pt x="152400" y="123895"/>
                  <a:pt x="152400" y="135731"/>
                </a:cubicBezTo>
                <a:lnTo>
                  <a:pt x="152400" y="144351"/>
                </a:lnTo>
                <a:cubicBezTo>
                  <a:pt x="152403" y="154771"/>
                  <a:pt x="147856" y="164672"/>
                  <a:pt x="139951" y="171460"/>
                </a:cubicBezTo>
                <a:cubicBezTo>
                  <a:pt x="125035" y="184261"/>
                  <a:pt x="103699" y="190500"/>
                  <a:pt x="76171" y="190500"/>
                </a:cubicBezTo>
                <a:cubicBezTo>
                  <a:pt x="48644" y="190500"/>
                  <a:pt x="27327" y="184252"/>
                  <a:pt x="12440" y="171450"/>
                </a:cubicBezTo>
                <a:cubicBezTo>
                  <a:pt x="4546" y="164667"/>
                  <a:pt x="3" y="154778"/>
                  <a:pt x="0" y="144370"/>
                </a:cubicBezTo>
                <a:lnTo>
                  <a:pt x="0" y="135722"/>
                </a:lnTo>
                <a:cubicBezTo>
                  <a:pt x="5" y="123890"/>
                  <a:pt x="9599" y="114300"/>
                  <a:pt x="21431" y="114300"/>
                </a:cubicBezTo>
                <a:lnTo>
                  <a:pt x="130969" y="114300"/>
                </a:lnTo>
                <a:close/>
                <a:moveTo>
                  <a:pt x="75200" y="76"/>
                </a:moveTo>
                <a:lnTo>
                  <a:pt x="76171" y="0"/>
                </a:lnTo>
                <a:cubicBezTo>
                  <a:pt x="79741" y="0"/>
                  <a:pt x="82763" y="2636"/>
                  <a:pt x="83249" y="6172"/>
                </a:cubicBezTo>
                <a:lnTo>
                  <a:pt x="83315" y="7144"/>
                </a:lnTo>
                <a:lnTo>
                  <a:pt x="83315" y="14288"/>
                </a:lnTo>
                <a:lnTo>
                  <a:pt x="116653" y="14288"/>
                </a:lnTo>
                <a:cubicBezTo>
                  <a:pt x="128488" y="14288"/>
                  <a:pt x="138084" y="23883"/>
                  <a:pt x="138084" y="35719"/>
                </a:cubicBezTo>
                <a:lnTo>
                  <a:pt x="138084" y="78629"/>
                </a:lnTo>
                <a:cubicBezTo>
                  <a:pt x="138084" y="90465"/>
                  <a:pt x="128488" y="100060"/>
                  <a:pt x="116653" y="100060"/>
                </a:cubicBezTo>
                <a:lnTo>
                  <a:pt x="35690" y="100060"/>
                </a:lnTo>
                <a:cubicBezTo>
                  <a:pt x="23854" y="100060"/>
                  <a:pt x="14259" y="90465"/>
                  <a:pt x="14259" y="78629"/>
                </a:cubicBezTo>
                <a:lnTo>
                  <a:pt x="14259" y="35719"/>
                </a:lnTo>
                <a:cubicBezTo>
                  <a:pt x="14259" y="23883"/>
                  <a:pt x="23854" y="14288"/>
                  <a:pt x="35690" y="14288"/>
                </a:cubicBezTo>
                <a:lnTo>
                  <a:pt x="69028" y="14288"/>
                </a:lnTo>
                <a:lnTo>
                  <a:pt x="69028" y="7153"/>
                </a:lnTo>
                <a:cubicBezTo>
                  <a:pt x="69028" y="3583"/>
                  <a:pt x="71663" y="562"/>
                  <a:pt x="75200" y="76"/>
                </a:cubicBezTo>
                <a:lnTo>
                  <a:pt x="76171" y="0"/>
                </a:lnTo>
                <a:lnTo>
                  <a:pt x="75200" y="67"/>
                </a:lnTo>
                <a:close/>
                <a:moveTo>
                  <a:pt x="54740" y="42863"/>
                </a:moveTo>
                <a:cubicBezTo>
                  <a:pt x="48164" y="42863"/>
                  <a:pt x="42834" y="48193"/>
                  <a:pt x="42834" y="54769"/>
                </a:cubicBezTo>
                <a:cubicBezTo>
                  <a:pt x="42834" y="61344"/>
                  <a:pt x="48164" y="66675"/>
                  <a:pt x="54740" y="66675"/>
                </a:cubicBezTo>
                <a:cubicBezTo>
                  <a:pt x="61316" y="66675"/>
                  <a:pt x="66646" y="61344"/>
                  <a:pt x="66646" y="54769"/>
                </a:cubicBezTo>
                <a:cubicBezTo>
                  <a:pt x="66646" y="48193"/>
                  <a:pt x="61316" y="42863"/>
                  <a:pt x="54740" y="42863"/>
                </a:cubicBezTo>
                <a:close/>
                <a:moveTo>
                  <a:pt x="97536" y="42863"/>
                </a:moveTo>
                <a:cubicBezTo>
                  <a:pt x="90963" y="42677"/>
                  <a:pt x="85484" y="47854"/>
                  <a:pt x="85297" y="54427"/>
                </a:cubicBezTo>
                <a:cubicBezTo>
                  <a:pt x="85112" y="61000"/>
                  <a:pt x="90289" y="66480"/>
                  <a:pt x="96863" y="66665"/>
                </a:cubicBezTo>
                <a:cubicBezTo>
                  <a:pt x="97087" y="66672"/>
                  <a:pt x="97311" y="66672"/>
                  <a:pt x="97536" y="66665"/>
                </a:cubicBezTo>
                <a:cubicBezTo>
                  <a:pt x="104109" y="66480"/>
                  <a:pt x="109287" y="61000"/>
                  <a:pt x="109100" y="54427"/>
                </a:cubicBezTo>
                <a:cubicBezTo>
                  <a:pt x="108922" y="48116"/>
                  <a:pt x="103847" y="43041"/>
                  <a:pt x="97536" y="42863"/>
                </a:cubicBezTo>
                <a:close/>
              </a:path>
            </a:pathLst>
          </a:custGeom>
          <a:solidFill>
            <a:schemeClr val="tx2"/>
          </a:solidFill>
          <a:ln w="15081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Yu Gothic UI"/>
              <a:cs typeface="+mn-cs"/>
            </a:endParaRPr>
          </a:p>
        </p:txBody>
      </p:sp>
      <p:sp>
        <p:nvSpPr>
          <p:cNvPr id="24" name="Graphic 147" descr="AIロボットのアイコン">
            <a:extLst>
              <a:ext uri="{FF2B5EF4-FFF2-40B4-BE49-F238E27FC236}">
                <a16:creationId xmlns:a16="http://schemas.microsoft.com/office/drawing/2014/main" id="{69BDDE54-7C22-11B0-456E-FC0E3D8C0B3C}"/>
              </a:ext>
            </a:extLst>
          </p:cNvPr>
          <p:cNvSpPr>
            <a:spLocks/>
          </p:cNvSpPr>
          <p:nvPr/>
        </p:nvSpPr>
        <p:spPr>
          <a:xfrm>
            <a:off x="5279166" y="3554276"/>
            <a:ext cx="240173" cy="276405"/>
          </a:xfrm>
          <a:custGeom>
            <a:avLst/>
            <a:gdLst>
              <a:gd name="connsiteX0" fmla="*/ 130969 w 152400"/>
              <a:gd name="connsiteY0" fmla="*/ 114300 h 190500"/>
              <a:gd name="connsiteX1" fmla="*/ 152400 w 152400"/>
              <a:gd name="connsiteY1" fmla="*/ 135731 h 190500"/>
              <a:gd name="connsiteX2" fmla="*/ 152400 w 152400"/>
              <a:gd name="connsiteY2" fmla="*/ 144351 h 190500"/>
              <a:gd name="connsiteX3" fmla="*/ 139951 w 152400"/>
              <a:gd name="connsiteY3" fmla="*/ 171460 h 190500"/>
              <a:gd name="connsiteX4" fmla="*/ 76171 w 152400"/>
              <a:gd name="connsiteY4" fmla="*/ 190500 h 190500"/>
              <a:gd name="connsiteX5" fmla="*/ 12440 w 152400"/>
              <a:gd name="connsiteY5" fmla="*/ 171450 h 190500"/>
              <a:gd name="connsiteX6" fmla="*/ 0 w 152400"/>
              <a:gd name="connsiteY6" fmla="*/ 144370 h 190500"/>
              <a:gd name="connsiteX7" fmla="*/ 0 w 152400"/>
              <a:gd name="connsiteY7" fmla="*/ 135722 h 190500"/>
              <a:gd name="connsiteX8" fmla="*/ 21431 w 152400"/>
              <a:gd name="connsiteY8" fmla="*/ 114300 h 190500"/>
              <a:gd name="connsiteX9" fmla="*/ 130969 w 152400"/>
              <a:gd name="connsiteY9" fmla="*/ 114300 h 190500"/>
              <a:gd name="connsiteX10" fmla="*/ 75200 w 152400"/>
              <a:gd name="connsiteY10" fmla="*/ 76 h 190500"/>
              <a:gd name="connsiteX11" fmla="*/ 76171 w 152400"/>
              <a:gd name="connsiteY11" fmla="*/ 0 h 190500"/>
              <a:gd name="connsiteX12" fmla="*/ 83249 w 152400"/>
              <a:gd name="connsiteY12" fmla="*/ 6172 h 190500"/>
              <a:gd name="connsiteX13" fmla="*/ 83315 w 152400"/>
              <a:gd name="connsiteY13" fmla="*/ 7144 h 190500"/>
              <a:gd name="connsiteX14" fmla="*/ 83315 w 152400"/>
              <a:gd name="connsiteY14" fmla="*/ 14288 h 190500"/>
              <a:gd name="connsiteX15" fmla="*/ 116653 w 152400"/>
              <a:gd name="connsiteY15" fmla="*/ 14288 h 190500"/>
              <a:gd name="connsiteX16" fmla="*/ 138084 w 152400"/>
              <a:gd name="connsiteY16" fmla="*/ 35719 h 190500"/>
              <a:gd name="connsiteX17" fmla="*/ 138084 w 152400"/>
              <a:gd name="connsiteY17" fmla="*/ 78629 h 190500"/>
              <a:gd name="connsiteX18" fmla="*/ 116653 w 152400"/>
              <a:gd name="connsiteY18" fmla="*/ 100060 h 190500"/>
              <a:gd name="connsiteX19" fmla="*/ 35690 w 152400"/>
              <a:gd name="connsiteY19" fmla="*/ 100060 h 190500"/>
              <a:gd name="connsiteX20" fmla="*/ 14259 w 152400"/>
              <a:gd name="connsiteY20" fmla="*/ 78629 h 190500"/>
              <a:gd name="connsiteX21" fmla="*/ 14259 w 152400"/>
              <a:gd name="connsiteY21" fmla="*/ 35719 h 190500"/>
              <a:gd name="connsiteX22" fmla="*/ 35690 w 152400"/>
              <a:gd name="connsiteY22" fmla="*/ 14288 h 190500"/>
              <a:gd name="connsiteX23" fmla="*/ 69028 w 152400"/>
              <a:gd name="connsiteY23" fmla="*/ 14288 h 190500"/>
              <a:gd name="connsiteX24" fmla="*/ 69028 w 152400"/>
              <a:gd name="connsiteY24" fmla="*/ 7153 h 190500"/>
              <a:gd name="connsiteX25" fmla="*/ 75200 w 152400"/>
              <a:gd name="connsiteY25" fmla="*/ 76 h 190500"/>
              <a:gd name="connsiteX26" fmla="*/ 76171 w 152400"/>
              <a:gd name="connsiteY26" fmla="*/ 0 h 190500"/>
              <a:gd name="connsiteX27" fmla="*/ 75200 w 152400"/>
              <a:gd name="connsiteY27" fmla="*/ 67 h 190500"/>
              <a:gd name="connsiteX28" fmla="*/ 54740 w 152400"/>
              <a:gd name="connsiteY28" fmla="*/ 42863 h 190500"/>
              <a:gd name="connsiteX29" fmla="*/ 42834 w 152400"/>
              <a:gd name="connsiteY29" fmla="*/ 54769 h 190500"/>
              <a:gd name="connsiteX30" fmla="*/ 54740 w 152400"/>
              <a:gd name="connsiteY30" fmla="*/ 66675 h 190500"/>
              <a:gd name="connsiteX31" fmla="*/ 66646 w 152400"/>
              <a:gd name="connsiteY31" fmla="*/ 54769 h 190500"/>
              <a:gd name="connsiteX32" fmla="*/ 54740 w 152400"/>
              <a:gd name="connsiteY32" fmla="*/ 42863 h 190500"/>
              <a:gd name="connsiteX33" fmla="*/ 97536 w 152400"/>
              <a:gd name="connsiteY33" fmla="*/ 42863 h 190500"/>
              <a:gd name="connsiteX34" fmla="*/ 85297 w 152400"/>
              <a:gd name="connsiteY34" fmla="*/ 54427 h 190500"/>
              <a:gd name="connsiteX35" fmla="*/ 96863 w 152400"/>
              <a:gd name="connsiteY35" fmla="*/ 66665 h 190500"/>
              <a:gd name="connsiteX36" fmla="*/ 97536 w 152400"/>
              <a:gd name="connsiteY36" fmla="*/ 66665 h 190500"/>
              <a:gd name="connsiteX37" fmla="*/ 109100 w 152400"/>
              <a:gd name="connsiteY37" fmla="*/ 54427 h 190500"/>
              <a:gd name="connsiteX38" fmla="*/ 97536 w 152400"/>
              <a:gd name="connsiteY38" fmla="*/ 42863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52400" h="190500">
                <a:moveTo>
                  <a:pt x="130969" y="114300"/>
                </a:moveTo>
                <a:cubicBezTo>
                  <a:pt x="142805" y="114300"/>
                  <a:pt x="152400" y="123895"/>
                  <a:pt x="152400" y="135731"/>
                </a:cubicBezTo>
                <a:lnTo>
                  <a:pt x="152400" y="144351"/>
                </a:lnTo>
                <a:cubicBezTo>
                  <a:pt x="152403" y="154771"/>
                  <a:pt x="147856" y="164672"/>
                  <a:pt x="139951" y="171460"/>
                </a:cubicBezTo>
                <a:cubicBezTo>
                  <a:pt x="125035" y="184261"/>
                  <a:pt x="103699" y="190500"/>
                  <a:pt x="76171" y="190500"/>
                </a:cubicBezTo>
                <a:cubicBezTo>
                  <a:pt x="48644" y="190500"/>
                  <a:pt x="27327" y="184252"/>
                  <a:pt x="12440" y="171450"/>
                </a:cubicBezTo>
                <a:cubicBezTo>
                  <a:pt x="4546" y="164667"/>
                  <a:pt x="3" y="154778"/>
                  <a:pt x="0" y="144370"/>
                </a:cubicBezTo>
                <a:lnTo>
                  <a:pt x="0" y="135722"/>
                </a:lnTo>
                <a:cubicBezTo>
                  <a:pt x="5" y="123890"/>
                  <a:pt x="9599" y="114300"/>
                  <a:pt x="21431" y="114300"/>
                </a:cubicBezTo>
                <a:lnTo>
                  <a:pt x="130969" y="114300"/>
                </a:lnTo>
                <a:close/>
                <a:moveTo>
                  <a:pt x="75200" y="76"/>
                </a:moveTo>
                <a:lnTo>
                  <a:pt x="76171" y="0"/>
                </a:lnTo>
                <a:cubicBezTo>
                  <a:pt x="79741" y="0"/>
                  <a:pt x="82763" y="2636"/>
                  <a:pt x="83249" y="6172"/>
                </a:cubicBezTo>
                <a:lnTo>
                  <a:pt x="83315" y="7144"/>
                </a:lnTo>
                <a:lnTo>
                  <a:pt x="83315" y="14288"/>
                </a:lnTo>
                <a:lnTo>
                  <a:pt x="116653" y="14288"/>
                </a:lnTo>
                <a:cubicBezTo>
                  <a:pt x="128488" y="14288"/>
                  <a:pt x="138084" y="23883"/>
                  <a:pt x="138084" y="35719"/>
                </a:cubicBezTo>
                <a:lnTo>
                  <a:pt x="138084" y="78629"/>
                </a:lnTo>
                <a:cubicBezTo>
                  <a:pt x="138084" y="90465"/>
                  <a:pt x="128488" y="100060"/>
                  <a:pt x="116653" y="100060"/>
                </a:cubicBezTo>
                <a:lnTo>
                  <a:pt x="35690" y="100060"/>
                </a:lnTo>
                <a:cubicBezTo>
                  <a:pt x="23854" y="100060"/>
                  <a:pt x="14259" y="90465"/>
                  <a:pt x="14259" y="78629"/>
                </a:cubicBezTo>
                <a:lnTo>
                  <a:pt x="14259" y="35719"/>
                </a:lnTo>
                <a:cubicBezTo>
                  <a:pt x="14259" y="23883"/>
                  <a:pt x="23854" y="14288"/>
                  <a:pt x="35690" y="14288"/>
                </a:cubicBezTo>
                <a:lnTo>
                  <a:pt x="69028" y="14288"/>
                </a:lnTo>
                <a:lnTo>
                  <a:pt x="69028" y="7153"/>
                </a:lnTo>
                <a:cubicBezTo>
                  <a:pt x="69028" y="3583"/>
                  <a:pt x="71663" y="562"/>
                  <a:pt x="75200" y="76"/>
                </a:cubicBezTo>
                <a:lnTo>
                  <a:pt x="76171" y="0"/>
                </a:lnTo>
                <a:lnTo>
                  <a:pt x="75200" y="67"/>
                </a:lnTo>
                <a:close/>
                <a:moveTo>
                  <a:pt x="54740" y="42863"/>
                </a:moveTo>
                <a:cubicBezTo>
                  <a:pt x="48164" y="42863"/>
                  <a:pt x="42834" y="48193"/>
                  <a:pt x="42834" y="54769"/>
                </a:cubicBezTo>
                <a:cubicBezTo>
                  <a:pt x="42834" y="61344"/>
                  <a:pt x="48164" y="66675"/>
                  <a:pt x="54740" y="66675"/>
                </a:cubicBezTo>
                <a:cubicBezTo>
                  <a:pt x="61316" y="66675"/>
                  <a:pt x="66646" y="61344"/>
                  <a:pt x="66646" y="54769"/>
                </a:cubicBezTo>
                <a:cubicBezTo>
                  <a:pt x="66646" y="48193"/>
                  <a:pt x="61316" y="42863"/>
                  <a:pt x="54740" y="42863"/>
                </a:cubicBezTo>
                <a:close/>
                <a:moveTo>
                  <a:pt x="97536" y="42863"/>
                </a:moveTo>
                <a:cubicBezTo>
                  <a:pt x="90963" y="42677"/>
                  <a:pt x="85484" y="47854"/>
                  <a:pt x="85297" y="54427"/>
                </a:cubicBezTo>
                <a:cubicBezTo>
                  <a:pt x="85112" y="61000"/>
                  <a:pt x="90289" y="66480"/>
                  <a:pt x="96863" y="66665"/>
                </a:cubicBezTo>
                <a:cubicBezTo>
                  <a:pt x="97087" y="66672"/>
                  <a:pt x="97311" y="66672"/>
                  <a:pt x="97536" y="66665"/>
                </a:cubicBezTo>
                <a:cubicBezTo>
                  <a:pt x="104109" y="66480"/>
                  <a:pt x="109287" y="61000"/>
                  <a:pt x="109100" y="54427"/>
                </a:cubicBezTo>
                <a:cubicBezTo>
                  <a:pt x="108922" y="48116"/>
                  <a:pt x="103847" y="43041"/>
                  <a:pt x="97536" y="42863"/>
                </a:cubicBezTo>
                <a:close/>
              </a:path>
            </a:pathLst>
          </a:custGeom>
          <a:solidFill>
            <a:schemeClr val="tx2"/>
          </a:solidFill>
          <a:ln w="15081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Yu Gothic UI"/>
              <a:cs typeface="+mn-cs"/>
            </a:endParaRPr>
          </a:p>
        </p:txBody>
      </p:sp>
      <p:sp>
        <p:nvSpPr>
          <p:cNvPr id="25" name="Graphic 147" descr="AIロボットのアイコン">
            <a:extLst>
              <a:ext uri="{FF2B5EF4-FFF2-40B4-BE49-F238E27FC236}">
                <a16:creationId xmlns:a16="http://schemas.microsoft.com/office/drawing/2014/main" id="{A909EBA4-01B1-FBE3-1337-742584B06D7D}"/>
              </a:ext>
            </a:extLst>
          </p:cNvPr>
          <p:cNvSpPr>
            <a:spLocks/>
          </p:cNvSpPr>
          <p:nvPr/>
        </p:nvSpPr>
        <p:spPr>
          <a:xfrm>
            <a:off x="4645123" y="4354039"/>
            <a:ext cx="240173" cy="276405"/>
          </a:xfrm>
          <a:custGeom>
            <a:avLst/>
            <a:gdLst>
              <a:gd name="connsiteX0" fmla="*/ 130969 w 152400"/>
              <a:gd name="connsiteY0" fmla="*/ 114300 h 190500"/>
              <a:gd name="connsiteX1" fmla="*/ 152400 w 152400"/>
              <a:gd name="connsiteY1" fmla="*/ 135731 h 190500"/>
              <a:gd name="connsiteX2" fmla="*/ 152400 w 152400"/>
              <a:gd name="connsiteY2" fmla="*/ 144351 h 190500"/>
              <a:gd name="connsiteX3" fmla="*/ 139951 w 152400"/>
              <a:gd name="connsiteY3" fmla="*/ 171460 h 190500"/>
              <a:gd name="connsiteX4" fmla="*/ 76171 w 152400"/>
              <a:gd name="connsiteY4" fmla="*/ 190500 h 190500"/>
              <a:gd name="connsiteX5" fmla="*/ 12440 w 152400"/>
              <a:gd name="connsiteY5" fmla="*/ 171450 h 190500"/>
              <a:gd name="connsiteX6" fmla="*/ 0 w 152400"/>
              <a:gd name="connsiteY6" fmla="*/ 144370 h 190500"/>
              <a:gd name="connsiteX7" fmla="*/ 0 w 152400"/>
              <a:gd name="connsiteY7" fmla="*/ 135722 h 190500"/>
              <a:gd name="connsiteX8" fmla="*/ 21431 w 152400"/>
              <a:gd name="connsiteY8" fmla="*/ 114300 h 190500"/>
              <a:gd name="connsiteX9" fmla="*/ 130969 w 152400"/>
              <a:gd name="connsiteY9" fmla="*/ 114300 h 190500"/>
              <a:gd name="connsiteX10" fmla="*/ 75200 w 152400"/>
              <a:gd name="connsiteY10" fmla="*/ 76 h 190500"/>
              <a:gd name="connsiteX11" fmla="*/ 76171 w 152400"/>
              <a:gd name="connsiteY11" fmla="*/ 0 h 190500"/>
              <a:gd name="connsiteX12" fmla="*/ 83249 w 152400"/>
              <a:gd name="connsiteY12" fmla="*/ 6172 h 190500"/>
              <a:gd name="connsiteX13" fmla="*/ 83315 w 152400"/>
              <a:gd name="connsiteY13" fmla="*/ 7144 h 190500"/>
              <a:gd name="connsiteX14" fmla="*/ 83315 w 152400"/>
              <a:gd name="connsiteY14" fmla="*/ 14288 h 190500"/>
              <a:gd name="connsiteX15" fmla="*/ 116653 w 152400"/>
              <a:gd name="connsiteY15" fmla="*/ 14288 h 190500"/>
              <a:gd name="connsiteX16" fmla="*/ 138084 w 152400"/>
              <a:gd name="connsiteY16" fmla="*/ 35719 h 190500"/>
              <a:gd name="connsiteX17" fmla="*/ 138084 w 152400"/>
              <a:gd name="connsiteY17" fmla="*/ 78629 h 190500"/>
              <a:gd name="connsiteX18" fmla="*/ 116653 w 152400"/>
              <a:gd name="connsiteY18" fmla="*/ 100060 h 190500"/>
              <a:gd name="connsiteX19" fmla="*/ 35690 w 152400"/>
              <a:gd name="connsiteY19" fmla="*/ 100060 h 190500"/>
              <a:gd name="connsiteX20" fmla="*/ 14259 w 152400"/>
              <a:gd name="connsiteY20" fmla="*/ 78629 h 190500"/>
              <a:gd name="connsiteX21" fmla="*/ 14259 w 152400"/>
              <a:gd name="connsiteY21" fmla="*/ 35719 h 190500"/>
              <a:gd name="connsiteX22" fmla="*/ 35690 w 152400"/>
              <a:gd name="connsiteY22" fmla="*/ 14288 h 190500"/>
              <a:gd name="connsiteX23" fmla="*/ 69028 w 152400"/>
              <a:gd name="connsiteY23" fmla="*/ 14288 h 190500"/>
              <a:gd name="connsiteX24" fmla="*/ 69028 w 152400"/>
              <a:gd name="connsiteY24" fmla="*/ 7153 h 190500"/>
              <a:gd name="connsiteX25" fmla="*/ 75200 w 152400"/>
              <a:gd name="connsiteY25" fmla="*/ 76 h 190500"/>
              <a:gd name="connsiteX26" fmla="*/ 76171 w 152400"/>
              <a:gd name="connsiteY26" fmla="*/ 0 h 190500"/>
              <a:gd name="connsiteX27" fmla="*/ 75200 w 152400"/>
              <a:gd name="connsiteY27" fmla="*/ 67 h 190500"/>
              <a:gd name="connsiteX28" fmla="*/ 54740 w 152400"/>
              <a:gd name="connsiteY28" fmla="*/ 42863 h 190500"/>
              <a:gd name="connsiteX29" fmla="*/ 42834 w 152400"/>
              <a:gd name="connsiteY29" fmla="*/ 54769 h 190500"/>
              <a:gd name="connsiteX30" fmla="*/ 54740 w 152400"/>
              <a:gd name="connsiteY30" fmla="*/ 66675 h 190500"/>
              <a:gd name="connsiteX31" fmla="*/ 66646 w 152400"/>
              <a:gd name="connsiteY31" fmla="*/ 54769 h 190500"/>
              <a:gd name="connsiteX32" fmla="*/ 54740 w 152400"/>
              <a:gd name="connsiteY32" fmla="*/ 42863 h 190500"/>
              <a:gd name="connsiteX33" fmla="*/ 97536 w 152400"/>
              <a:gd name="connsiteY33" fmla="*/ 42863 h 190500"/>
              <a:gd name="connsiteX34" fmla="*/ 85297 w 152400"/>
              <a:gd name="connsiteY34" fmla="*/ 54427 h 190500"/>
              <a:gd name="connsiteX35" fmla="*/ 96863 w 152400"/>
              <a:gd name="connsiteY35" fmla="*/ 66665 h 190500"/>
              <a:gd name="connsiteX36" fmla="*/ 97536 w 152400"/>
              <a:gd name="connsiteY36" fmla="*/ 66665 h 190500"/>
              <a:gd name="connsiteX37" fmla="*/ 109100 w 152400"/>
              <a:gd name="connsiteY37" fmla="*/ 54427 h 190500"/>
              <a:gd name="connsiteX38" fmla="*/ 97536 w 152400"/>
              <a:gd name="connsiteY38" fmla="*/ 42863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52400" h="190500">
                <a:moveTo>
                  <a:pt x="130969" y="114300"/>
                </a:moveTo>
                <a:cubicBezTo>
                  <a:pt x="142805" y="114300"/>
                  <a:pt x="152400" y="123895"/>
                  <a:pt x="152400" y="135731"/>
                </a:cubicBezTo>
                <a:lnTo>
                  <a:pt x="152400" y="144351"/>
                </a:lnTo>
                <a:cubicBezTo>
                  <a:pt x="152403" y="154771"/>
                  <a:pt x="147856" y="164672"/>
                  <a:pt x="139951" y="171460"/>
                </a:cubicBezTo>
                <a:cubicBezTo>
                  <a:pt x="125035" y="184261"/>
                  <a:pt x="103699" y="190500"/>
                  <a:pt x="76171" y="190500"/>
                </a:cubicBezTo>
                <a:cubicBezTo>
                  <a:pt x="48644" y="190500"/>
                  <a:pt x="27327" y="184252"/>
                  <a:pt x="12440" y="171450"/>
                </a:cubicBezTo>
                <a:cubicBezTo>
                  <a:pt x="4546" y="164667"/>
                  <a:pt x="3" y="154778"/>
                  <a:pt x="0" y="144370"/>
                </a:cubicBezTo>
                <a:lnTo>
                  <a:pt x="0" y="135722"/>
                </a:lnTo>
                <a:cubicBezTo>
                  <a:pt x="5" y="123890"/>
                  <a:pt x="9599" y="114300"/>
                  <a:pt x="21431" y="114300"/>
                </a:cubicBezTo>
                <a:lnTo>
                  <a:pt x="130969" y="114300"/>
                </a:lnTo>
                <a:close/>
                <a:moveTo>
                  <a:pt x="75200" y="76"/>
                </a:moveTo>
                <a:lnTo>
                  <a:pt x="76171" y="0"/>
                </a:lnTo>
                <a:cubicBezTo>
                  <a:pt x="79741" y="0"/>
                  <a:pt x="82763" y="2636"/>
                  <a:pt x="83249" y="6172"/>
                </a:cubicBezTo>
                <a:lnTo>
                  <a:pt x="83315" y="7144"/>
                </a:lnTo>
                <a:lnTo>
                  <a:pt x="83315" y="14288"/>
                </a:lnTo>
                <a:lnTo>
                  <a:pt x="116653" y="14288"/>
                </a:lnTo>
                <a:cubicBezTo>
                  <a:pt x="128488" y="14288"/>
                  <a:pt x="138084" y="23883"/>
                  <a:pt x="138084" y="35719"/>
                </a:cubicBezTo>
                <a:lnTo>
                  <a:pt x="138084" y="78629"/>
                </a:lnTo>
                <a:cubicBezTo>
                  <a:pt x="138084" y="90465"/>
                  <a:pt x="128488" y="100060"/>
                  <a:pt x="116653" y="100060"/>
                </a:cubicBezTo>
                <a:lnTo>
                  <a:pt x="35690" y="100060"/>
                </a:lnTo>
                <a:cubicBezTo>
                  <a:pt x="23854" y="100060"/>
                  <a:pt x="14259" y="90465"/>
                  <a:pt x="14259" y="78629"/>
                </a:cubicBezTo>
                <a:lnTo>
                  <a:pt x="14259" y="35719"/>
                </a:lnTo>
                <a:cubicBezTo>
                  <a:pt x="14259" y="23883"/>
                  <a:pt x="23854" y="14288"/>
                  <a:pt x="35690" y="14288"/>
                </a:cubicBezTo>
                <a:lnTo>
                  <a:pt x="69028" y="14288"/>
                </a:lnTo>
                <a:lnTo>
                  <a:pt x="69028" y="7153"/>
                </a:lnTo>
                <a:cubicBezTo>
                  <a:pt x="69028" y="3583"/>
                  <a:pt x="71663" y="562"/>
                  <a:pt x="75200" y="76"/>
                </a:cubicBezTo>
                <a:lnTo>
                  <a:pt x="76171" y="0"/>
                </a:lnTo>
                <a:lnTo>
                  <a:pt x="75200" y="67"/>
                </a:lnTo>
                <a:close/>
                <a:moveTo>
                  <a:pt x="54740" y="42863"/>
                </a:moveTo>
                <a:cubicBezTo>
                  <a:pt x="48164" y="42863"/>
                  <a:pt x="42834" y="48193"/>
                  <a:pt x="42834" y="54769"/>
                </a:cubicBezTo>
                <a:cubicBezTo>
                  <a:pt x="42834" y="61344"/>
                  <a:pt x="48164" y="66675"/>
                  <a:pt x="54740" y="66675"/>
                </a:cubicBezTo>
                <a:cubicBezTo>
                  <a:pt x="61316" y="66675"/>
                  <a:pt x="66646" y="61344"/>
                  <a:pt x="66646" y="54769"/>
                </a:cubicBezTo>
                <a:cubicBezTo>
                  <a:pt x="66646" y="48193"/>
                  <a:pt x="61316" y="42863"/>
                  <a:pt x="54740" y="42863"/>
                </a:cubicBezTo>
                <a:close/>
                <a:moveTo>
                  <a:pt x="97536" y="42863"/>
                </a:moveTo>
                <a:cubicBezTo>
                  <a:pt x="90963" y="42677"/>
                  <a:pt x="85484" y="47854"/>
                  <a:pt x="85297" y="54427"/>
                </a:cubicBezTo>
                <a:cubicBezTo>
                  <a:pt x="85112" y="61000"/>
                  <a:pt x="90289" y="66480"/>
                  <a:pt x="96863" y="66665"/>
                </a:cubicBezTo>
                <a:cubicBezTo>
                  <a:pt x="97087" y="66672"/>
                  <a:pt x="97311" y="66672"/>
                  <a:pt x="97536" y="66665"/>
                </a:cubicBezTo>
                <a:cubicBezTo>
                  <a:pt x="104109" y="66480"/>
                  <a:pt x="109287" y="61000"/>
                  <a:pt x="109100" y="54427"/>
                </a:cubicBezTo>
                <a:cubicBezTo>
                  <a:pt x="108922" y="48116"/>
                  <a:pt x="103847" y="43041"/>
                  <a:pt x="97536" y="42863"/>
                </a:cubicBezTo>
                <a:close/>
              </a:path>
            </a:pathLst>
          </a:custGeom>
          <a:solidFill>
            <a:schemeClr val="tx2"/>
          </a:solidFill>
          <a:ln w="15081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Yu Gothic UI"/>
              <a:cs typeface="+mn-cs"/>
            </a:endParaRPr>
          </a:p>
        </p:txBody>
      </p:sp>
      <p:sp>
        <p:nvSpPr>
          <p:cNvPr id="26" name="矢印: 右 13">
            <a:extLst>
              <a:ext uri="{FF2B5EF4-FFF2-40B4-BE49-F238E27FC236}">
                <a16:creationId xmlns:a16="http://schemas.microsoft.com/office/drawing/2014/main" id="{181E6C93-FC38-27C6-7282-2E23B1CA9F1B}"/>
              </a:ext>
            </a:extLst>
          </p:cNvPr>
          <p:cNvSpPr/>
          <p:nvPr/>
        </p:nvSpPr>
        <p:spPr>
          <a:xfrm>
            <a:off x="2150115" y="3267871"/>
            <a:ext cx="584063" cy="273209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</p:txBody>
      </p:sp>
      <p:sp>
        <p:nvSpPr>
          <p:cNvPr id="27" name="Graphic 147" descr="AIロボットのアイコン">
            <a:extLst>
              <a:ext uri="{FF2B5EF4-FFF2-40B4-BE49-F238E27FC236}">
                <a16:creationId xmlns:a16="http://schemas.microsoft.com/office/drawing/2014/main" id="{7E02774D-BF8F-F5C6-4D52-78E5108BD803}"/>
              </a:ext>
            </a:extLst>
          </p:cNvPr>
          <p:cNvSpPr>
            <a:spLocks/>
          </p:cNvSpPr>
          <p:nvPr/>
        </p:nvSpPr>
        <p:spPr>
          <a:xfrm>
            <a:off x="7713942" y="2887573"/>
            <a:ext cx="240173" cy="276405"/>
          </a:xfrm>
          <a:custGeom>
            <a:avLst/>
            <a:gdLst>
              <a:gd name="connsiteX0" fmla="*/ 130969 w 152400"/>
              <a:gd name="connsiteY0" fmla="*/ 114300 h 190500"/>
              <a:gd name="connsiteX1" fmla="*/ 152400 w 152400"/>
              <a:gd name="connsiteY1" fmla="*/ 135731 h 190500"/>
              <a:gd name="connsiteX2" fmla="*/ 152400 w 152400"/>
              <a:gd name="connsiteY2" fmla="*/ 144351 h 190500"/>
              <a:gd name="connsiteX3" fmla="*/ 139951 w 152400"/>
              <a:gd name="connsiteY3" fmla="*/ 171460 h 190500"/>
              <a:gd name="connsiteX4" fmla="*/ 76171 w 152400"/>
              <a:gd name="connsiteY4" fmla="*/ 190500 h 190500"/>
              <a:gd name="connsiteX5" fmla="*/ 12440 w 152400"/>
              <a:gd name="connsiteY5" fmla="*/ 171450 h 190500"/>
              <a:gd name="connsiteX6" fmla="*/ 0 w 152400"/>
              <a:gd name="connsiteY6" fmla="*/ 144370 h 190500"/>
              <a:gd name="connsiteX7" fmla="*/ 0 w 152400"/>
              <a:gd name="connsiteY7" fmla="*/ 135722 h 190500"/>
              <a:gd name="connsiteX8" fmla="*/ 21431 w 152400"/>
              <a:gd name="connsiteY8" fmla="*/ 114300 h 190500"/>
              <a:gd name="connsiteX9" fmla="*/ 130969 w 152400"/>
              <a:gd name="connsiteY9" fmla="*/ 114300 h 190500"/>
              <a:gd name="connsiteX10" fmla="*/ 75200 w 152400"/>
              <a:gd name="connsiteY10" fmla="*/ 76 h 190500"/>
              <a:gd name="connsiteX11" fmla="*/ 76171 w 152400"/>
              <a:gd name="connsiteY11" fmla="*/ 0 h 190500"/>
              <a:gd name="connsiteX12" fmla="*/ 83249 w 152400"/>
              <a:gd name="connsiteY12" fmla="*/ 6172 h 190500"/>
              <a:gd name="connsiteX13" fmla="*/ 83315 w 152400"/>
              <a:gd name="connsiteY13" fmla="*/ 7144 h 190500"/>
              <a:gd name="connsiteX14" fmla="*/ 83315 w 152400"/>
              <a:gd name="connsiteY14" fmla="*/ 14288 h 190500"/>
              <a:gd name="connsiteX15" fmla="*/ 116653 w 152400"/>
              <a:gd name="connsiteY15" fmla="*/ 14288 h 190500"/>
              <a:gd name="connsiteX16" fmla="*/ 138084 w 152400"/>
              <a:gd name="connsiteY16" fmla="*/ 35719 h 190500"/>
              <a:gd name="connsiteX17" fmla="*/ 138084 w 152400"/>
              <a:gd name="connsiteY17" fmla="*/ 78629 h 190500"/>
              <a:gd name="connsiteX18" fmla="*/ 116653 w 152400"/>
              <a:gd name="connsiteY18" fmla="*/ 100060 h 190500"/>
              <a:gd name="connsiteX19" fmla="*/ 35690 w 152400"/>
              <a:gd name="connsiteY19" fmla="*/ 100060 h 190500"/>
              <a:gd name="connsiteX20" fmla="*/ 14259 w 152400"/>
              <a:gd name="connsiteY20" fmla="*/ 78629 h 190500"/>
              <a:gd name="connsiteX21" fmla="*/ 14259 w 152400"/>
              <a:gd name="connsiteY21" fmla="*/ 35719 h 190500"/>
              <a:gd name="connsiteX22" fmla="*/ 35690 w 152400"/>
              <a:gd name="connsiteY22" fmla="*/ 14288 h 190500"/>
              <a:gd name="connsiteX23" fmla="*/ 69028 w 152400"/>
              <a:gd name="connsiteY23" fmla="*/ 14288 h 190500"/>
              <a:gd name="connsiteX24" fmla="*/ 69028 w 152400"/>
              <a:gd name="connsiteY24" fmla="*/ 7153 h 190500"/>
              <a:gd name="connsiteX25" fmla="*/ 75200 w 152400"/>
              <a:gd name="connsiteY25" fmla="*/ 76 h 190500"/>
              <a:gd name="connsiteX26" fmla="*/ 76171 w 152400"/>
              <a:gd name="connsiteY26" fmla="*/ 0 h 190500"/>
              <a:gd name="connsiteX27" fmla="*/ 75200 w 152400"/>
              <a:gd name="connsiteY27" fmla="*/ 67 h 190500"/>
              <a:gd name="connsiteX28" fmla="*/ 54740 w 152400"/>
              <a:gd name="connsiteY28" fmla="*/ 42863 h 190500"/>
              <a:gd name="connsiteX29" fmla="*/ 42834 w 152400"/>
              <a:gd name="connsiteY29" fmla="*/ 54769 h 190500"/>
              <a:gd name="connsiteX30" fmla="*/ 54740 w 152400"/>
              <a:gd name="connsiteY30" fmla="*/ 66675 h 190500"/>
              <a:gd name="connsiteX31" fmla="*/ 66646 w 152400"/>
              <a:gd name="connsiteY31" fmla="*/ 54769 h 190500"/>
              <a:gd name="connsiteX32" fmla="*/ 54740 w 152400"/>
              <a:gd name="connsiteY32" fmla="*/ 42863 h 190500"/>
              <a:gd name="connsiteX33" fmla="*/ 97536 w 152400"/>
              <a:gd name="connsiteY33" fmla="*/ 42863 h 190500"/>
              <a:gd name="connsiteX34" fmla="*/ 85297 w 152400"/>
              <a:gd name="connsiteY34" fmla="*/ 54427 h 190500"/>
              <a:gd name="connsiteX35" fmla="*/ 96863 w 152400"/>
              <a:gd name="connsiteY35" fmla="*/ 66665 h 190500"/>
              <a:gd name="connsiteX36" fmla="*/ 97536 w 152400"/>
              <a:gd name="connsiteY36" fmla="*/ 66665 h 190500"/>
              <a:gd name="connsiteX37" fmla="*/ 109100 w 152400"/>
              <a:gd name="connsiteY37" fmla="*/ 54427 h 190500"/>
              <a:gd name="connsiteX38" fmla="*/ 97536 w 152400"/>
              <a:gd name="connsiteY38" fmla="*/ 42863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52400" h="190500">
                <a:moveTo>
                  <a:pt x="130969" y="114300"/>
                </a:moveTo>
                <a:cubicBezTo>
                  <a:pt x="142805" y="114300"/>
                  <a:pt x="152400" y="123895"/>
                  <a:pt x="152400" y="135731"/>
                </a:cubicBezTo>
                <a:lnTo>
                  <a:pt x="152400" y="144351"/>
                </a:lnTo>
                <a:cubicBezTo>
                  <a:pt x="152403" y="154771"/>
                  <a:pt x="147856" y="164672"/>
                  <a:pt x="139951" y="171460"/>
                </a:cubicBezTo>
                <a:cubicBezTo>
                  <a:pt x="125035" y="184261"/>
                  <a:pt x="103699" y="190500"/>
                  <a:pt x="76171" y="190500"/>
                </a:cubicBezTo>
                <a:cubicBezTo>
                  <a:pt x="48644" y="190500"/>
                  <a:pt x="27327" y="184252"/>
                  <a:pt x="12440" y="171450"/>
                </a:cubicBezTo>
                <a:cubicBezTo>
                  <a:pt x="4546" y="164667"/>
                  <a:pt x="3" y="154778"/>
                  <a:pt x="0" y="144370"/>
                </a:cubicBezTo>
                <a:lnTo>
                  <a:pt x="0" y="135722"/>
                </a:lnTo>
                <a:cubicBezTo>
                  <a:pt x="5" y="123890"/>
                  <a:pt x="9599" y="114300"/>
                  <a:pt x="21431" y="114300"/>
                </a:cubicBezTo>
                <a:lnTo>
                  <a:pt x="130969" y="114300"/>
                </a:lnTo>
                <a:close/>
                <a:moveTo>
                  <a:pt x="75200" y="76"/>
                </a:moveTo>
                <a:lnTo>
                  <a:pt x="76171" y="0"/>
                </a:lnTo>
                <a:cubicBezTo>
                  <a:pt x="79741" y="0"/>
                  <a:pt x="82763" y="2636"/>
                  <a:pt x="83249" y="6172"/>
                </a:cubicBezTo>
                <a:lnTo>
                  <a:pt x="83315" y="7144"/>
                </a:lnTo>
                <a:lnTo>
                  <a:pt x="83315" y="14288"/>
                </a:lnTo>
                <a:lnTo>
                  <a:pt x="116653" y="14288"/>
                </a:lnTo>
                <a:cubicBezTo>
                  <a:pt x="128488" y="14288"/>
                  <a:pt x="138084" y="23883"/>
                  <a:pt x="138084" y="35719"/>
                </a:cubicBezTo>
                <a:lnTo>
                  <a:pt x="138084" y="78629"/>
                </a:lnTo>
                <a:cubicBezTo>
                  <a:pt x="138084" y="90465"/>
                  <a:pt x="128488" y="100060"/>
                  <a:pt x="116653" y="100060"/>
                </a:cubicBezTo>
                <a:lnTo>
                  <a:pt x="35690" y="100060"/>
                </a:lnTo>
                <a:cubicBezTo>
                  <a:pt x="23854" y="100060"/>
                  <a:pt x="14259" y="90465"/>
                  <a:pt x="14259" y="78629"/>
                </a:cubicBezTo>
                <a:lnTo>
                  <a:pt x="14259" y="35719"/>
                </a:lnTo>
                <a:cubicBezTo>
                  <a:pt x="14259" y="23883"/>
                  <a:pt x="23854" y="14288"/>
                  <a:pt x="35690" y="14288"/>
                </a:cubicBezTo>
                <a:lnTo>
                  <a:pt x="69028" y="14288"/>
                </a:lnTo>
                <a:lnTo>
                  <a:pt x="69028" y="7153"/>
                </a:lnTo>
                <a:cubicBezTo>
                  <a:pt x="69028" y="3583"/>
                  <a:pt x="71663" y="562"/>
                  <a:pt x="75200" y="76"/>
                </a:cubicBezTo>
                <a:lnTo>
                  <a:pt x="76171" y="0"/>
                </a:lnTo>
                <a:lnTo>
                  <a:pt x="75200" y="67"/>
                </a:lnTo>
                <a:close/>
                <a:moveTo>
                  <a:pt x="54740" y="42863"/>
                </a:moveTo>
                <a:cubicBezTo>
                  <a:pt x="48164" y="42863"/>
                  <a:pt x="42834" y="48193"/>
                  <a:pt x="42834" y="54769"/>
                </a:cubicBezTo>
                <a:cubicBezTo>
                  <a:pt x="42834" y="61344"/>
                  <a:pt x="48164" y="66675"/>
                  <a:pt x="54740" y="66675"/>
                </a:cubicBezTo>
                <a:cubicBezTo>
                  <a:pt x="61316" y="66675"/>
                  <a:pt x="66646" y="61344"/>
                  <a:pt x="66646" y="54769"/>
                </a:cubicBezTo>
                <a:cubicBezTo>
                  <a:pt x="66646" y="48193"/>
                  <a:pt x="61316" y="42863"/>
                  <a:pt x="54740" y="42863"/>
                </a:cubicBezTo>
                <a:close/>
                <a:moveTo>
                  <a:pt x="97536" y="42863"/>
                </a:moveTo>
                <a:cubicBezTo>
                  <a:pt x="90963" y="42677"/>
                  <a:pt x="85484" y="47854"/>
                  <a:pt x="85297" y="54427"/>
                </a:cubicBezTo>
                <a:cubicBezTo>
                  <a:pt x="85112" y="61000"/>
                  <a:pt x="90289" y="66480"/>
                  <a:pt x="96863" y="66665"/>
                </a:cubicBezTo>
                <a:cubicBezTo>
                  <a:pt x="97087" y="66672"/>
                  <a:pt x="97311" y="66672"/>
                  <a:pt x="97536" y="66665"/>
                </a:cubicBezTo>
                <a:cubicBezTo>
                  <a:pt x="104109" y="66480"/>
                  <a:pt x="109287" y="61000"/>
                  <a:pt x="109100" y="54427"/>
                </a:cubicBezTo>
                <a:cubicBezTo>
                  <a:pt x="108922" y="48116"/>
                  <a:pt x="103847" y="43041"/>
                  <a:pt x="97536" y="42863"/>
                </a:cubicBezTo>
                <a:close/>
              </a:path>
            </a:pathLst>
          </a:custGeom>
          <a:solidFill>
            <a:schemeClr val="tx2"/>
          </a:solidFill>
          <a:ln w="15081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Yu Gothic UI"/>
              <a:cs typeface="+mn-cs"/>
            </a:endParaRPr>
          </a:p>
        </p:txBody>
      </p:sp>
      <p:sp>
        <p:nvSpPr>
          <p:cNvPr id="28" name="Graphic 147" descr="AIロボットのアイコン">
            <a:extLst>
              <a:ext uri="{FF2B5EF4-FFF2-40B4-BE49-F238E27FC236}">
                <a16:creationId xmlns:a16="http://schemas.microsoft.com/office/drawing/2014/main" id="{7CF94250-AE5E-CAC9-BB3A-BBD8B69CCB34}"/>
              </a:ext>
            </a:extLst>
          </p:cNvPr>
          <p:cNvSpPr>
            <a:spLocks/>
          </p:cNvSpPr>
          <p:nvPr/>
        </p:nvSpPr>
        <p:spPr>
          <a:xfrm>
            <a:off x="7713942" y="3557593"/>
            <a:ext cx="240173" cy="276405"/>
          </a:xfrm>
          <a:custGeom>
            <a:avLst/>
            <a:gdLst>
              <a:gd name="connsiteX0" fmla="*/ 130969 w 152400"/>
              <a:gd name="connsiteY0" fmla="*/ 114300 h 190500"/>
              <a:gd name="connsiteX1" fmla="*/ 152400 w 152400"/>
              <a:gd name="connsiteY1" fmla="*/ 135731 h 190500"/>
              <a:gd name="connsiteX2" fmla="*/ 152400 w 152400"/>
              <a:gd name="connsiteY2" fmla="*/ 144351 h 190500"/>
              <a:gd name="connsiteX3" fmla="*/ 139951 w 152400"/>
              <a:gd name="connsiteY3" fmla="*/ 171460 h 190500"/>
              <a:gd name="connsiteX4" fmla="*/ 76171 w 152400"/>
              <a:gd name="connsiteY4" fmla="*/ 190500 h 190500"/>
              <a:gd name="connsiteX5" fmla="*/ 12440 w 152400"/>
              <a:gd name="connsiteY5" fmla="*/ 171450 h 190500"/>
              <a:gd name="connsiteX6" fmla="*/ 0 w 152400"/>
              <a:gd name="connsiteY6" fmla="*/ 144370 h 190500"/>
              <a:gd name="connsiteX7" fmla="*/ 0 w 152400"/>
              <a:gd name="connsiteY7" fmla="*/ 135722 h 190500"/>
              <a:gd name="connsiteX8" fmla="*/ 21431 w 152400"/>
              <a:gd name="connsiteY8" fmla="*/ 114300 h 190500"/>
              <a:gd name="connsiteX9" fmla="*/ 130969 w 152400"/>
              <a:gd name="connsiteY9" fmla="*/ 114300 h 190500"/>
              <a:gd name="connsiteX10" fmla="*/ 75200 w 152400"/>
              <a:gd name="connsiteY10" fmla="*/ 76 h 190500"/>
              <a:gd name="connsiteX11" fmla="*/ 76171 w 152400"/>
              <a:gd name="connsiteY11" fmla="*/ 0 h 190500"/>
              <a:gd name="connsiteX12" fmla="*/ 83249 w 152400"/>
              <a:gd name="connsiteY12" fmla="*/ 6172 h 190500"/>
              <a:gd name="connsiteX13" fmla="*/ 83315 w 152400"/>
              <a:gd name="connsiteY13" fmla="*/ 7144 h 190500"/>
              <a:gd name="connsiteX14" fmla="*/ 83315 w 152400"/>
              <a:gd name="connsiteY14" fmla="*/ 14288 h 190500"/>
              <a:gd name="connsiteX15" fmla="*/ 116653 w 152400"/>
              <a:gd name="connsiteY15" fmla="*/ 14288 h 190500"/>
              <a:gd name="connsiteX16" fmla="*/ 138084 w 152400"/>
              <a:gd name="connsiteY16" fmla="*/ 35719 h 190500"/>
              <a:gd name="connsiteX17" fmla="*/ 138084 w 152400"/>
              <a:gd name="connsiteY17" fmla="*/ 78629 h 190500"/>
              <a:gd name="connsiteX18" fmla="*/ 116653 w 152400"/>
              <a:gd name="connsiteY18" fmla="*/ 100060 h 190500"/>
              <a:gd name="connsiteX19" fmla="*/ 35690 w 152400"/>
              <a:gd name="connsiteY19" fmla="*/ 100060 h 190500"/>
              <a:gd name="connsiteX20" fmla="*/ 14259 w 152400"/>
              <a:gd name="connsiteY20" fmla="*/ 78629 h 190500"/>
              <a:gd name="connsiteX21" fmla="*/ 14259 w 152400"/>
              <a:gd name="connsiteY21" fmla="*/ 35719 h 190500"/>
              <a:gd name="connsiteX22" fmla="*/ 35690 w 152400"/>
              <a:gd name="connsiteY22" fmla="*/ 14288 h 190500"/>
              <a:gd name="connsiteX23" fmla="*/ 69028 w 152400"/>
              <a:gd name="connsiteY23" fmla="*/ 14288 h 190500"/>
              <a:gd name="connsiteX24" fmla="*/ 69028 w 152400"/>
              <a:gd name="connsiteY24" fmla="*/ 7153 h 190500"/>
              <a:gd name="connsiteX25" fmla="*/ 75200 w 152400"/>
              <a:gd name="connsiteY25" fmla="*/ 76 h 190500"/>
              <a:gd name="connsiteX26" fmla="*/ 76171 w 152400"/>
              <a:gd name="connsiteY26" fmla="*/ 0 h 190500"/>
              <a:gd name="connsiteX27" fmla="*/ 75200 w 152400"/>
              <a:gd name="connsiteY27" fmla="*/ 67 h 190500"/>
              <a:gd name="connsiteX28" fmla="*/ 54740 w 152400"/>
              <a:gd name="connsiteY28" fmla="*/ 42863 h 190500"/>
              <a:gd name="connsiteX29" fmla="*/ 42834 w 152400"/>
              <a:gd name="connsiteY29" fmla="*/ 54769 h 190500"/>
              <a:gd name="connsiteX30" fmla="*/ 54740 w 152400"/>
              <a:gd name="connsiteY30" fmla="*/ 66675 h 190500"/>
              <a:gd name="connsiteX31" fmla="*/ 66646 w 152400"/>
              <a:gd name="connsiteY31" fmla="*/ 54769 h 190500"/>
              <a:gd name="connsiteX32" fmla="*/ 54740 w 152400"/>
              <a:gd name="connsiteY32" fmla="*/ 42863 h 190500"/>
              <a:gd name="connsiteX33" fmla="*/ 97536 w 152400"/>
              <a:gd name="connsiteY33" fmla="*/ 42863 h 190500"/>
              <a:gd name="connsiteX34" fmla="*/ 85297 w 152400"/>
              <a:gd name="connsiteY34" fmla="*/ 54427 h 190500"/>
              <a:gd name="connsiteX35" fmla="*/ 96863 w 152400"/>
              <a:gd name="connsiteY35" fmla="*/ 66665 h 190500"/>
              <a:gd name="connsiteX36" fmla="*/ 97536 w 152400"/>
              <a:gd name="connsiteY36" fmla="*/ 66665 h 190500"/>
              <a:gd name="connsiteX37" fmla="*/ 109100 w 152400"/>
              <a:gd name="connsiteY37" fmla="*/ 54427 h 190500"/>
              <a:gd name="connsiteX38" fmla="*/ 97536 w 152400"/>
              <a:gd name="connsiteY38" fmla="*/ 42863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52400" h="190500">
                <a:moveTo>
                  <a:pt x="130969" y="114300"/>
                </a:moveTo>
                <a:cubicBezTo>
                  <a:pt x="142805" y="114300"/>
                  <a:pt x="152400" y="123895"/>
                  <a:pt x="152400" y="135731"/>
                </a:cubicBezTo>
                <a:lnTo>
                  <a:pt x="152400" y="144351"/>
                </a:lnTo>
                <a:cubicBezTo>
                  <a:pt x="152403" y="154771"/>
                  <a:pt x="147856" y="164672"/>
                  <a:pt x="139951" y="171460"/>
                </a:cubicBezTo>
                <a:cubicBezTo>
                  <a:pt x="125035" y="184261"/>
                  <a:pt x="103699" y="190500"/>
                  <a:pt x="76171" y="190500"/>
                </a:cubicBezTo>
                <a:cubicBezTo>
                  <a:pt x="48644" y="190500"/>
                  <a:pt x="27327" y="184252"/>
                  <a:pt x="12440" y="171450"/>
                </a:cubicBezTo>
                <a:cubicBezTo>
                  <a:pt x="4546" y="164667"/>
                  <a:pt x="3" y="154778"/>
                  <a:pt x="0" y="144370"/>
                </a:cubicBezTo>
                <a:lnTo>
                  <a:pt x="0" y="135722"/>
                </a:lnTo>
                <a:cubicBezTo>
                  <a:pt x="5" y="123890"/>
                  <a:pt x="9599" y="114300"/>
                  <a:pt x="21431" y="114300"/>
                </a:cubicBezTo>
                <a:lnTo>
                  <a:pt x="130969" y="114300"/>
                </a:lnTo>
                <a:close/>
                <a:moveTo>
                  <a:pt x="75200" y="76"/>
                </a:moveTo>
                <a:lnTo>
                  <a:pt x="76171" y="0"/>
                </a:lnTo>
                <a:cubicBezTo>
                  <a:pt x="79741" y="0"/>
                  <a:pt x="82763" y="2636"/>
                  <a:pt x="83249" y="6172"/>
                </a:cubicBezTo>
                <a:lnTo>
                  <a:pt x="83315" y="7144"/>
                </a:lnTo>
                <a:lnTo>
                  <a:pt x="83315" y="14288"/>
                </a:lnTo>
                <a:lnTo>
                  <a:pt x="116653" y="14288"/>
                </a:lnTo>
                <a:cubicBezTo>
                  <a:pt x="128488" y="14288"/>
                  <a:pt x="138084" y="23883"/>
                  <a:pt x="138084" y="35719"/>
                </a:cubicBezTo>
                <a:lnTo>
                  <a:pt x="138084" y="78629"/>
                </a:lnTo>
                <a:cubicBezTo>
                  <a:pt x="138084" y="90465"/>
                  <a:pt x="128488" y="100060"/>
                  <a:pt x="116653" y="100060"/>
                </a:cubicBezTo>
                <a:lnTo>
                  <a:pt x="35690" y="100060"/>
                </a:lnTo>
                <a:cubicBezTo>
                  <a:pt x="23854" y="100060"/>
                  <a:pt x="14259" y="90465"/>
                  <a:pt x="14259" y="78629"/>
                </a:cubicBezTo>
                <a:lnTo>
                  <a:pt x="14259" y="35719"/>
                </a:lnTo>
                <a:cubicBezTo>
                  <a:pt x="14259" y="23883"/>
                  <a:pt x="23854" y="14288"/>
                  <a:pt x="35690" y="14288"/>
                </a:cubicBezTo>
                <a:lnTo>
                  <a:pt x="69028" y="14288"/>
                </a:lnTo>
                <a:lnTo>
                  <a:pt x="69028" y="7153"/>
                </a:lnTo>
                <a:cubicBezTo>
                  <a:pt x="69028" y="3583"/>
                  <a:pt x="71663" y="562"/>
                  <a:pt x="75200" y="76"/>
                </a:cubicBezTo>
                <a:lnTo>
                  <a:pt x="76171" y="0"/>
                </a:lnTo>
                <a:lnTo>
                  <a:pt x="75200" y="67"/>
                </a:lnTo>
                <a:close/>
                <a:moveTo>
                  <a:pt x="54740" y="42863"/>
                </a:moveTo>
                <a:cubicBezTo>
                  <a:pt x="48164" y="42863"/>
                  <a:pt x="42834" y="48193"/>
                  <a:pt x="42834" y="54769"/>
                </a:cubicBezTo>
                <a:cubicBezTo>
                  <a:pt x="42834" y="61344"/>
                  <a:pt x="48164" y="66675"/>
                  <a:pt x="54740" y="66675"/>
                </a:cubicBezTo>
                <a:cubicBezTo>
                  <a:pt x="61316" y="66675"/>
                  <a:pt x="66646" y="61344"/>
                  <a:pt x="66646" y="54769"/>
                </a:cubicBezTo>
                <a:cubicBezTo>
                  <a:pt x="66646" y="48193"/>
                  <a:pt x="61316" y="42863"/>
                  <a:pt x="54740" y="42863"/>
                </a:cubicBezTo>
                <a:close/>
                <a:moveTo>
                  <a:pt x="97536" y="42863"/>
                </a:moveTo>
                <a:cubicBezTo>
                  <a:pt x="90963" y="42677"/>
                  <a:pt x="85484" y="47854"/>
                  <a:pt x="85297" y="54427"/>
                </a:cubicBezTo>
                <a:cubicBezTo>
                  <a:pt x="85112" y="61000"/>
                  <a:pt x="90289" y="66480"/>
                  <a:pt x="96863" y="66665"/>
                </a:cubicBezTo>
                <a:cubicBezTo>
                  <a:pt x="97087" y="66672"/>
                  <a:pt x="97311" y="66672"/>
                  <a:pt x="97536" y="66665"/>
                </a:cubicBezTo>
                <a:cubicBezTo>
                  <a:pt x="104109" y="66480"/>
                  <a:pt x="109287" y="61000"/>
                  <a:pt x="109100" y="54427"/>
                </a:cubicBezTo>
                <a:cubicBezTo>
                  <a:pt x="108922" y="48116"/>
                  <a:pt x="103847" y="43041"/>
                  <a:pt x="97536" y="42863"/>
                </a:cubicBezTo>
                <a:close/>
              </a:path>
            </a:pathLst>
          </a:custGeom>
          <a:solidFill>
            <a:schemeClr val="tx2"/>
          </a:solidFill>
          <a:ln w="15081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Yu Gothic UI"/>
              <a:cs typeface="+mn-cs"/>
            </a:endParaRPr>
          </a:p>
        </p:txBody>
      </p:sp>
      <p:sp>
        <p:nvSpPr>
          <p:cNvPr id="29" name="Graphic 147" descr="AIロボットのアイコン">
            <a:extLst>
              <a:ext uri="{FF2B5EF4-FFF2-40B4-BE49-F238E27FC236}">
                <a16:creationId xmlns:a16="http://schemas.microsoft.com/office/drawing/2014/main" id="{09D632A7-DE66-985F-27B1-5A788159D875}"/>
              </a:ext>
            </a:extLst>
          </p:cNvPr>
          <p:cNvSpPr>
            <a:spLocks/>
          </p:cNvSpPr>
          <p:nvPr/>
        </p:nvSpPr>
        <p:spPr>
          <a:xfrm>
            <a:off x="7713942" y="4221221"/>
            <a:ext cx="240173" cy="276405"/>
          </a:xfrm>
          <a:custGeom>
            <a:avLst/>
            <a:gdLst>
              <a:gd name="connsiteX0" fmla="*/ 130969 w 152400"/>
              <a:gd name="connsiteY0" fmla="*/ 114300 h 190500"/>
              <a:gd name="connsiteX1" fmla="*/ 152400 w 152400"/>
              <a:gd name="connsiteY1" fmla="*/ 135731 h 190500"/>
              <a:gd name="connsiteX2" fmla="*/ 152400 w 152400"/>
              <a:gd name="connsiteY2" fmla="*/ 144351 h 190500"/>
              <a:gd name="connsiteX3" fmla="*/ 139951 w 152400"/>
              <a:gd name="connsiteY3" fmla="*/ 171460 h 190500"/>
              <a:gd name="connsiteX4" fmla="*/ 76171 w 152400"/>
              <a:gd name="connsiteY4" fmla="*/ 190500 h 190500"/>
              <a:gd name="connsiteX5" fmla="*/ 12440 w 152400"/>
              <a:gd name="connsiteY5" fmla="*/ 171450 h 190500"/>
              <a:gd name="connsiteX6" fmla="*/ 0 w 152400"/>
              <a:gd name="connsiteY6" fmla="*/ 144370 h 190500"/>
              <a:gd name="connsiteX7" fmla="*/ 0 w 152400"/>
              <a:gd name="connsiteY7" fmla="*/ 135722 h 190500"/>
              <a:gd name="connsiteX8" fmla="*/ 21431 w 152400"/>
              <a:gd name="connsiteY8" fmla="*/ 114300 h 190500"/>
              <a:gd name="connsiteX9" fmla="*/ 130969 w 152400"/>
              <a:gd name="connsiteY9" fmla="*/ 114300 h 190500"/>
              <a:gd name="connsiteX10" fmla="*/ 75200 w 152400"/>
              <a:gd name="connsiteY10" fmla="*/ 76 h 190500"/>
              <a:gd name="connsiteX11" fmla="*/ 76171 w 152400"/>
              <a:gd name="connsiteY11" fmla="*/ 0 h 190500"/>
              <a:gd name="connsiteX12" fmla="*/ 83249 w 152400"/>
              <a:gd name="connsiteY12" fmla="*/ 6172 h 190500"/>
              <a:gd name="connsiteX13" fmla="*/ 83315 w 152400"/>
              <a:gd name="connsiteY13" fmla="*/ 7144 h 190500"/>
              <a:gd name="connsiteX14" fmla="*/ 83315 w 152400"/>
              <a:gd name="connsiteY14" fmla="*/ 14288 h 190500"/>
              <a:gd name="connsiteX15" fmla="*/ 116653 w 152400"/>
              <a:gd name="connsiteY15" fmla="*/ 14288 h 190500"/>
              <a:gd name="connsiteX16" fmla="*/ 138084 w 152400"/>
              <a:gd name="connsiteY16" fmla="*/ 35719 h 190500"/>
              <a:gd name="connsiteX17" fmla="*/ 138084 w 152400"/>
              <a:gd name="connsiteY17" fmla="*/ 78629 h 190500"/>
              <a:gd name="connsiteX18" fmla="*/ 116653 w 152400"/>
              <a:gd name="connsiteY18" fmla="*/ 100060 h 190500"/>
              <a:gd name="connsiteX19" fmla="*/ 35690 w 152400"/>
              <a:gd name="connsiteY19" fmla="*/ 100060 h 190500"/>
              <a:gd name="connsiteX20" fmla="*/ 14259 w 152400"/>
              <a:gd name="connsiteY20" fmla="*/ 78629 h 190500"/>
              <a:gd name="connsiteX21" fmla="*/ 14259 w 152400"/>
              <a:gd name="connsiteY21" fmla="*/ 35719 h 190500"/>
              <a:gd name="connsiteX22" fmla="*/ 35690 w 152400"/>
              <a:gd name="connsiteY22" fmla="*/ 14288 h 190500"/>
              <a:gd name="connsiteX23" fmla="*/ 69028 w 152400"/>
              <a:gd name="connsiteY23" fmla="*/ 14288 h 190500"/>
              <a:gd name="connsiteX24" fmla="*/ 69028 w 152400"/>
              <a:gd name="connsiteY24" fmla="*/ 7153 h 190500"/>
              <a:gd name="connsiteX25" fmla="*/ 75200 w 152400"/>
              <a:gd name="connsiteY25" fmla="*/ 76 h 190500"/>
              <a:gd name="connsiteX26" fmla="*/ 76171 w 152400"/>
              <a:gd name="connsiteY26" fmla="*/ 0 h 190500"/>
              <a:gd name="connsiteX27" fmla="*/ 75200 w 152400"/>
              <a:gd name="connsiteY27" fmla="*/ 67 h 190500"/>
              <a:gd name="connsiteX28" fmla="*/ 54740 w 152400"/>
              <a:gd name="connsiteY28" fmla="*/ 42863 h 190500"/>
              <a:gd name="connsiteX29" fmla="*/ 42834 w 152400"/>
              <a:gd name="connsiteY29" fmla="*/ 54769 h 190500"/>
              <a:gd name="connsiteX30" fmla="*/ 54740 w 152400"/>
              <a:gd name="connsiteY30" fmla="*/ 66675 h 190500"/>
              <a:gd name="connsiteX31" fmla="*/ 66646 w 152400"/>
              <a:gd name="connsiteY31" fmla="*/ 54769 h 190500"/>
              <a:gd name="connsiteX32" fmla="*/ 54740 w 152400"/>
              <a:gd name="connsiteY32" fmla="*/ 42863 h 190500"/>
              <a:gd name="connsiteX33" fmla="*/ 97536 w 152400"/>
              <a:gd name="connsiteY33" fmla="*/ 42863 h 190500"/>
              <a:gd name="connsiteX34" fmla="*/ 85297 w 152400"/>
              <a:gd name="connsiteY34" fmla="*/ 54427 h 190500"/>
              <a:gd name="connsiteX35" fmla="*/ 96863 w 152400"/>
              <a:gd name="connsiteY35" fmla="*/ 66665 h 190500"/>
              <a:gd name="connsiteX36" fmla="*/ 97536 w 152400"/>
              <a:gd name="connsiteY36" fmla="*/ 66665 h 190500"/>
              <a:gd name="connsiteX37" fmla="*/ 109100 w 152400"/>
              <a:gd name="connsiteY37" fmla="*/ 54427 h 190500"/>
              <a:gd name="connsiteX38" fmla="*/ 97536 w 152400"/>
              <a:gd name="connsiteY38" fmla="*/ 42863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52400" h="190500">
                <a:moveTo>
                  <a:pt x="130969" y="114300"/>
                </a:moveTo>
                <a:cubicBezTo>
                  <a:pt x="142805" y="114300"/>
                  <a:pt x="152400" y="123895"/>
                  <a:pt x="152400" y="135731"/>
                </a:cubicBezTo>
                <a:lnTo>
                  <a:pt x="152400" y="144351"/>
                </a:lnTo>
                <a:cubicBezTo>
                  <a:pt x="152403" y="154771"/>
                  <a:pt x="147856" y="164672"/>
                  <a:pt x="139951" y="171460"/>
                </a:cubicBezTo>
                <a:cubicBezTo>
                  <a:pt x="125035" y="184261"/>
                  <a:pt x="103699" y="190500"/>
                  <a:pt x="76171" y="190500"/>
                </a:cubicBezTo>
                <a:cubicBezTo>
                  <a:pt x="48644" y="190500"/>
                  <a:pt x="27327" y="184252"/>
                  <a:pt x="12440" y="171450"/>
                </a:cubicBezTo>
                <a:cubicBezTo>
                  <a:pt x="4546" y="164667"/>
                  <a:pt x="3" y="154778"/>
                  <a:pt x="0" y="144370"/>
                </a:cubicBezTo>
                <a:lnTo>
                  <a:pt x="0" y="135722"/>
                </a:lnTo>
                <a:cubicBezTo>
                  <a:pt x="5" y="123890"/>
                  <a:pt x="9599" y="114300"/>
                  <a:pt x="21431" y="114300"/>
                </a:cubicBezTo>
                <a:lnTo>
                  <a:pt x="130969" y="114300"/>
                </a:lnTo>
                <a:close/>
                <a:moveTo>
                  <a:pt x="75200" y="76"/>
                </a:moveTo>
                <a:lnTo>
                  <a:pt x="76171" y="0"/>
                </a:lnTo>
                <a:cubicBezTo>
                  <a:pt x="79741" y="0"/>
                  <a:pt x="82763" y="2636"/>
                  <a:pt x="83249" y="6172"/>
                </a:cubicBezTo>
                <a:lnTo>
                  <a:pt x="83315" y="7144"/>
                </a:lnTo>
                <a:lnTo>
                  <a:pt x="83315" y="14288"/>
                </a:lnTo>
                <a:lnTo>
                  <a:pt x="116653" y="14288"/>
                </a:lnTo>
                <a:cubicBezTo>
                  <a:pt x="128488" y="14288"/>
                  <a:pt x="138084" y="23883"/>
                  <a:pt x="138084" y="35719"/>
                </a:cubicBezTo>
                <a:lnTo>
                  <a:pt x="138084" y="78629"/>
                </a:lnTo>
                <a:cubicBezTo>
                  <a:pt x="138084" y="90465"/>
                  <a:pt x="128488" y="100060"/>
                  <a:pt x="116653" y="100060"/>
                </a:cubicBezTo>
                <a:lnTo>
                  <a:pt x="35690" y="100060"/>
                </a:lnTo>
                <a:cubicBezTo>
                  <a:pt x="23854" y="100060"/>
                  <a:pt x="14259" y="90465"/>
                  <a:pt x="14259" y="78629"/>
                </a:cubicBezTo>
                <a:lnTo>
                  <a:pt x="14259" y="35719"/>
                </a:lnTo>
                <a:cubicBezTo>
                  <a:pt x="14259" y="23883"/>
                  <a:pt x="23854" y="14288"/>
                  <a:pt x="35690" y="14288"/>
                </a:cubicBezTo>
                <a:lnTo>
                  <a:pt x="69028" y="14288"/>
                </a:lnTo>
                <a:lnTo>
                  <a:pt x="69028" y="7153"/>
                </a:lnTo>
                <a:cubicBezTo>
                  <a:pt x="69028" y="3583"/>
                  <a:pt x="71663" y="562"/>
                  <a:pt x="75200" y="76"/>
                </a:cubicBezTo>
                <a:lnTo>
                  <a:pt x="76171" y="0"/>
                </a:lnTo>
                <a:lnTo>
                  <a:pt x="75200" y="67"/>
                </a:lnTo>
                <a:close/>
                <a:moveTo>
                  <a:pt x="54740" y="42863"/>
                </a:moveTo>
                <a:cubicBezTo>
                  <a:pt x="48164" y="42863"/>
                  <a:pt x="42834" y="48193"/>
                  <a:pt x="42834" y="54769"/>
                </a:cubicBezTo>
                <a:cubicBezTo>
                  <a:pt x="42834" y="61344"/>
                  <a:pt x="48164" y="66675"/>
                  <a:pt x="54740" y="66675"/>
                </a:cubicBezTo>
                <a:cubicBezTo>
                  <a:pt x="61316" y="66675"/>
                  <a:pt x="66646" y="61344"/>
                  <a:pt x="66646" y="54769"/>
                </a:cubicBezTo>
                <a:cubicBezTo>
                  <a:pt x="66646" y="48193"/>
                  <a:pt x="61316" y="42863"/>
                  <a:pt x="54740" y="42863"/>
                </a:cubicBezTo>
                <a:close/>
                <a:moveTo>
                  <a:pt x="97536" y="42863"/>
                </a:moveTo>
                <a:cubicBezTo>
                  <a:pt x="90963" y="42677"/>
                  <a:pt x="85484" y="47854"/>
                  <a:pt x="85297" y="54427"/>
                </a:cubicBezTo>
                <a:cubicBezTo>
                  <a:pt x="85112" y="61000"/>
                  <a:pt x="90289" y="66480"/>
                  <a:pt x="96863" y="66665"/>
                </a:cubicBezTo>
                <a:cubicBezTo>
                  <a:pt x="97087" y="66672"/>
                  <a:pt x="97311" y="66672"/>
                  <a:pt x="97536" y="66665"/>
                </a:cubicBezTo>
                <a:cubicBezTo>
                  <a:pt x="104109" y="66480"/>
                  <a:pt x="109287" y="61000"/>
                  <a:pt x="109100" y="54427"/>
                </a:cubicBezTo>
                <a:cubicBezTo>
                  <a:pt x="108922" y="48116"/>
                  <a:pt x="103847" y="43041"/>
                  <a:pt x="97536" y="42863"/>
                </a:cubicBezTo>
                <a:close/>
              </a:path>
            </a:pathLst>
          </a:custGeom>
          <a:solidFill>
            <a:schemeClr val="tx2"/>
          </a:solidFill>
          <a:ln w="15081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Yu Gothic UI"/>
              <a:cs typeface="+mn-cs"/>
            </a:endParaRPr>
          </a:p>
        </p:txBody>
      </p:sp>
      <p:sp>
        <p:nvSpPr>
          <p:cNvPr id="30" name="Graphic 147" descr="AIロボットのアイコン">
            <a:extLst>
              <a:ext uri="{FF2B5EF4-FFF2-40B4-BE49-F238E27FC236}">
                <a16:creationId xmlns:a16="http://schemas.microsoft.com/office/drawing/2014/main" id="{B36EBFFE-3858-43D9-1D8F-85B8BF8B4333}"/>
              </a:ext>
            </a:extLst>
          </p:cNvPr>
          <p:cNvSpPr>
            <a:spLocks/>
          </p:cNvSpPr>
          <p:nvPr/>
        </p:nvSpPr>
        <p:spPr>
          <a:xfrm>
            <a:off x="7713942" y="4813690"/>
            <a:ext cx="240173" cy="276405"/>
          </a:xfrm>
          <a:custGeom>
            <a:avLst/>
            <a:gdLst>
              <a:gd name="connsiteX0" fmla="*/ 130969 w 152400"/>
              <a:gd name="connsiteY0" fmla="*/ 114300 h 190500"/>
              <a:gd name="connsiteX1" fmla="*/ 152400 w 152400"/>
              <a:gd name="connsiteY1" fmla="*/ 135731 h 190500"/>
              <a:gd name="connsiteX2" fmla="*/ 152400 w 152400"/>
              <a:gd name="connsiteY2" fmla="*/ 144351 h 190500"/>
              <a:gd name="connsiteX3" fmla="*/ 139951 w 152400"/>
              <a:gd name="connsiteY3" fmla="*/ 171460 h 190500"/>
              <a:gd name="connsiteX4" fmla="*/ 76171 w 152400"/>
              <a:gd name="connsiteY4" fmla="*/ 190500 h 190500"/>
              <a:gd name="connsiteX5" fmla="*/ 12440 w 152400"/>
              <a:gd name="connsiteY5" fmla="*/ 171450 h 190500"/>
              <a:gd name="connsiteX6" fmla="*/ 0 w 152400"/>
              <a:gd name="connsiteY6" fmla="*/ 144370 h 190500"/>
              <a:gd name="connsiteX7" fmla="*/ 0 w 152400"/>
              <a:gd name="connsiteY7" fmla="*/ 135722 h 190500"/>
              <a:gd name="connsiteX8" fmla="*/ 21431 w 152400"/>
              <a:gd name="connsiteY8" fmla="*/ 114300 h 190500"/>
              <a:gd name="connsiteX9" fmla="*/ 130969 w 152400"/>
              <a:gd name="connsiteY9" fmla="*/ 114300 h 190500"/>
              <a:gd name="connsiteX10" fmla="*/ 75200 w 152400"/>
              <a:gd name="connsiteY10" fmla="*/ 76 h 190500"/>
              <a:gd name="connsiteX11" fmla="*/ 76171 w 152400"/>
              <a:gd name="connsiteY11" fmla="*/ 0 h 190500"/>
              <a:gd name="connsiteX12" fmla="*/ 83249 w 152400"/>
              <a:gd name="connsiteY12" fmla="*/ 6172 h 190500"/>
              <a:gd name="connsiteX13" fmla="*/ 83315 w 152400"/>
              <a:gd name="connsiteY13" fmla="*/ 7144 h 190500"/>
              <a:gd name="connsiteX14" fmla="*/ 83315 w 152400"/>
              <a:gd name="connsiteY14" fmla="*/ 14288 h 190500"/>
              <a:gd name="connsiteX15" fmla="*/ 116653 w 152400"/>
              <a:gd name="connsiteY15" fmla="*/ 14288 h 190500"/>
              <a:gd name="connsiteX16" fmla="*/ 138084 w 152400"/>
              <a:gd name="connsiteY16" fmla="*/ 35719 h 190500"/>
              <a:gd name="connsiteX17" fmla="*/ 138084 w 152400"/>
              <a:gd name="connsiteY17" fmla="*/ 78629 h 190500"/>
              <a:gd name="connsiteX18" fmla="*/ 116653 w 152400"/>
              <a:gd name="connsiteY18" fmla="*/ 100060 h 190500"/>
              <a:gd name="connsiteX19" fmla="*/ 35690 w 152400"/>
              <a:gd name="connsiteY19" fmla="*/ 100060 h 190500"/>
              <a:gd name="connsiteX20" fmla="*/ 14259 w 152400"/>
              <a:gd name="connsiteY20" fmla="*/ 78629 h 190500"/>
              <a:gd name="connsiteX21" fmla="*/ 14259 w 152400"/>
              <a:gd name="connsiteY21" fmla="*/ 35719 h 190500"/>
              <a:gd name="connsiteX22" fmla="*/ 35690 w 152400"/>
              <a:gd name="connsiteY22" fmla="*/ 14288 h 190500"/>
              <a:gd name="connsiteX23" fmla="*/ 69028 w 152400"/>
              <a:gd name="connsiteY23" fmla="*/ 14288 h 190500"/>
              <a:gd name="connsiteX24" fmla="*/ 69028 w 152400"/>
              <a:gd name="connsiteY24" fmla="*/ 7153 h 190500"/>
              <a:gd name="connsiteX25" fmla="*/ 75200 w 152400"/>
              <a:gd name="connsiteY25" fmla="*/ 76 h 190500"/>
              <a:gd name="connsiteX26" fmla="*/ 76171 w 152400"/>
              <a:gd name="connsiteY26" fmla="*/ 0 h 190500"/>
              <a:gd name="connsiteX27" fmla="*/ 75200 w 152400"/>
              <a:gd name="connsiteY27" fmla="*/ 67 h 190500"/>
              <a:gd name="connsiteX28" fmla="*/ 54740 w 152400"/>
              <a:gd name="connsiteY28" fmla="*/ 42863 h 190500"/>
              <a:gd name="connsiteX29" fmla="*/ 42834 w 152400"/>
              <a:gd name="connsiteY29" fmla="*/ 54769 h 190500"/>
              <a:gd name="connsiteX30" fmla="*/ 54740 w 152400"/>
              <a:gd name="connsiteY30" fmla="*/ 66675 h 190500"/>
              <a:gd name="connsiteX31" fmla="*/ 66646 w 152400"/>
              <a:gd name="connsiteY31" fmla="*/ 54769 h 190500"/>
              <a:gd name="connsiteX32" fmla="*/ 54740 w 152400"/>
              <a:gd name="connsiteY32" fmla="*/ 42863 h 190500"/>
              <a:gd name="connsiteX33" fmla="*/ 97536 w 152400"/>
              <a:gd name="connsiteY33" fmla="*/ 42863 h 190500"/>
              <a:gd name="connsiteX34" fmla="*/ 85297 w 152400"/>
              <a:gd name="connsiteY34" fmla="*/ 54427 h 190500"/>
              <a:gd name="connsiteX35" fmla="*/ 96863 w 152400"/>
              <a:gd name="connsiteY35" fmla="*/ 66665 h 190500"/>
              <a:gd name="connsiteX36" fmla="*/ 97536 w 152400"/>
              <a:gd name="connsiteY36" fmla="*/ 66665 h 190500"/>
              <a:gd name="connsiteX37" fmla="*/ 109100 w 152400"/>
              <a:gd name="connsiteY37" fmla="*/ 54427 h 190500"/>
              <a:gd name="connsiteX38" fmla="*/ 97536 w 152400"/>
              <a:gd name="connsiteY38" fmla="*/ 42863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52400" h="190500">
                <a:moveTo>
                  <a:pt x="130969" y="114300"/>
                </a:moveTo>
                <a:cubicBezTo>
                  <a:pt x="142805" y="114300"/>
                  <a:pt x="152400" y="123895"/>
                  <a:pt x="152400" y="135731"/>
                </a:cubicBezTo>
                <a:lnTo>
                  <a:pt x="152400" y="144351"/>
                </a:lnTo>
                <a:cubicBezTo>
                  <a:pt x="152403" y="154771"/>
                  <a:pt x="147856" y="164672"/>
                  <a:pt x="139951" y="171460"/>
                </a:cubicBezTo>
                <a:cubicBezTo>
                  <a:pt x="125035" y="184261"/>
                  <a:pt x="103699" y="190500"/>
                  <a:pt x="76171" y="190500"/>
                </a:cubicBezTo>
                <a:cubicBezTo>
                  <a:pt x="48644" y="190500"/>
                  <a:pt x="27327" y="184252"/>
                  <a:pt x="12440" y="171450"/>
                </a:cubicBezTo>
                <a:cubicBezTo>
                  <a:pt x="4546" y="164667"/>
                  <a:pt x="3" y="154778"/>
                  <a:pt x="0" y="144370"/>
                </a:cubicBezTo>
                <a:lnTo>
                  <a:pt x="0" y="135722"/>
                </a:lnTo>
                <a:cubicBezTo>
                  <a:pt x="5" y="123890"/>
                  <a:pt x="9599" y="114300"/>
                  <a:pt x="21431" y="114300"/>
                </a:cubicBezTo>
                <a:lnTo>
                  <a:pt x="130969" y="114300"/>
                </a:lnTo>
                <a:close/>
                <a:moveTo>
                  <a:pt x="75200" y="76"/>
                </a:moveTo>
                <a:lnTo>
                  <a:pt x="76171" y="0"/>
                </a:lnTo>
                <a:cubicBezTo>
                  <a:pt x="79741" y="0"/>
                  <a:pt x="82763" y="2636"/>
                  <a:pt x="83249" y="6172"/>
                </a:cubicBezTo>
                <a:lnTo>
                  <a:pt x="83315" y="7144"/>
                </a:lnTo>
                <a:lnTo>
                  <a:pt x="83315" y="14288"/>
                </a:lnTo>
                <a:lnTo>
                  <a:pt x="116653" y="14288"/>
                </a:lnTo>
                <a:cubicBezTo>
                  <a:pt x="128488" y="14288"/>
                  <a:pt x="138084" y="23883"/>
                  <a:pt x="138084" y="35719"/>
                </a:cubicBezTo>
                <a:lnTo>
                  <a:pt x="138084" y="78629"/>
                </a:lnTo>
                <a:cubicBezTo>
                  <a:pt x="138084" y="90465"/>
                  <a:pt x="128488" y="100060"/>
                  <a:pt x="116653" y="100060"/>
                </a:cubicBezTo>
                <a:lnTo>
                  <a:pt x="35690" y="100060"/>
                </a:lnTo>
                <a:cubicBezTo>
                  <a:pt x="23854" y="100060"/>
                  <a:pt x="14259" y="90465"/>
                  <a:pt x="14259" y="78629"/>
                </a:cubicBezTo>
                <a:lnTo>
                  <a:pt x="14259" y="35719"/>
                </a:lnTo>
                <a:cubicBezTo>
                  <a:pt x="14259" y="23883"/>
                  <a:pt x="23854" y="14288"/>
                  <a:pt x="35690" y="14288"/>
                </a:cubicBezTo>
                <a:lnTo>
                  <a:pt x="69028" y="14288"/>
                </a:lnTo>
                <a:lnTo>
                  <a:pt x="69028" y="7153"/>
                </a:lnTo>
                <a:cubicBezTo>
                  <a:pt x="69028" y="3583"/>
                  <a:pt x="71663" y="562"/>
                  <a:pt x="75200" y="76"/>
                </a:cubicBezTo>
                <a:lnTo>
                  <a:pt x="76171" y="0"/>
                </a:lnTo>
                <a:lnTo>
                  <a:pt x="75200" y="67"/>
                </a:lnTo>
                <a:close/>
                <a:moveTo>
                  <a:pt x="54740" y="42863"/>
                </a:moveTo>
                <a:cubicBezTo>
                  <a:pt x="48164" y="42863"/>
                  <a:pt x="42834" y="48193"/>
                  <a:pt x="42834" y="54769"/>
                </a:cubicBezTo>
                <a:cubicBezTo>
                  <a:pt x="42834" y="61344"/>
                  <a:pt x="48164" y="66675"/>
                  <a:pt x="54740" y="66675"/>
                </a:cubicBezTo>
                <a:cubicBezTo>
                  <a:pt x="61316" y="66675"/>
                  <a:pt x="66646" y="61344"/>
                  <a:pt x="66646" y="54769"/>
                </a:cubicBezTo>
                <a:cubicBezTo>
                  <a:pt x="66646" y="48193"/>
                  <a:pt x="61316" y="42863"/>
                  <a:pt x="54740" y="42863"/>
                </a:cubicBezTo>
                <a:close/>
                <a:moveTo>
                  <a:pt x="97536" y="42863"/>
                </a:moveTo>
                <a:cubicBezTo>
                  <a:pt x="90963" y="42677"/>
                  <a:pt x="85484" y="47854"/>
                  <a:pt x="85297" y="54427"/>
                </a:cubicBezTo>
                <a:cubicBezTo>
                  <a:pt x="85112" y="61000"/>
                  <a:pt x="90289" y="66480"/>
                  <a:pt x="96863" y="66665"/>
                </a:cubicBezTo>
                <a:cubicBezTo>
                  <a:pt x="97087" y="66672"/>
                  <a:pt x="97311" y="66672"/>
                  <a:pt x="97536" y="66665"/>
                </a:cubicBezTo>
                <a:cubicBezTo>
                  <a:pt x="104109" y="66480"/>
                  <a:pt x="109287" y="61000"/>
                  <a:pt x="109100" y="54427"/>
                </a:cubicBezTo>
                <a:cubicBezTo>
                  <a:pt x="108922" y="48116"/>
                  <a:pt x="103847" y="43041"/>
                  <a:pt x="97536" y="42863"/>
                </a:cubicBezTo>
                <a:close/>
              </a:path>
            </a:pathLst>
          </a:custGeom>
          <a:solidFill>
            <a:schemeClr val="tx2"/>
          </a:solidFill>
          <a:ln w="15081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Yu Gothic UI"/>
              <a:cs typeface="+mn-cs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A69FCB7-C93E-4E40-10F2-7203B4CA151A}"/>
              </a:ext>
            </a:extLst>
          </p:cNvPr>
          <p:cNvSpPr txBox="1"/>
          <p:nvPr/>
        </p:nvSpPr>
        <p:spPr>
          <a:xfrm>
            <a:off x="7805160" y="5125739"/>
            <a:ext cx="76944" cy="474251"/>
          </a:xfrm>
          <a:prstGeom prst="rect">
            <a:avLst/>
          </a:prstGeom>
          <a:noFill/>
        </p:spPr>
        <p:txBody>
          <a:bodyPr vert="eaVert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Yu Gothic UI"/>
                <a:cs typeface="+mn-cs"/>
              </a:rPr>
              <a:t>●　●　●</a:t>
            </a:r>
          </a:p>
        </p:txBody>
      </p:sp>
      <p:sp>
        <p:nvSpPr>
          <p:cNvPr id="32" name="四角形: 角を丸くする 74">
            <a:extLst>
              <a:ext uri="{FF2B5EF4-FFF2-40B4-BE49-F238E27FC236}">
                <a16:creationId xmlns:a16="http://schemas.microsoft.com/office/drawing/2014/main" id="{F136A7FD-9F95-A92C-797B-0E89385F7BB5}"/>
              </a:ext>
            </a:extLst>
          </p:cNvPr>
          <p:cNvSpPr/>
          <p:nvPr/>
        </p:nvSpPr>
        <p:spPr>
          <a:xfrm>
            <a:off x="10046595" y="5337061"/>
            <a:ext cx="2018735" cy="1356478"/>
          </a:xfrm>
          <a:prstGeom prst="roundRect">
            <a:avLst>
              <a:gd name="adj" fmla="val 4446"/>
            </a:avLst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</p:txBody>
      </p:sp>
      <p:sp>
        <p:nvSpPr>
          <p:cNvPr id="33" name="台形 32">
            <a:extLst>
              <a:ext uri="{FF2B5EF4-FFF2-40B4-BE49-F238E27FC236}">
                <a16:creationId xmlns:a16="http://schemas.microsoft.com/office/drawing/2014/main" id="{027CCFF0-BD4F-FCD7-8F6E-0B768AB045C9}"/>
              </a:ext>
            </a:extLst>
          </p:cNvPr>
          <p:cNvSpPr/>
          <p:nvPr/>
        </p:nvSpPr>
        <p:spPr bwMode="auto">
          <a:xfrm>
            <a:off x="4145604" y="3193474"/>
            <a:ext cx="1112345" cy="1083659"/>
          </a:xfrm>
          <a:prstGeom prst="trapezoid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0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游ゴシック" panose="021100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テキスト ボックス 116">
            <a:extLst>
              <a:ext uri="{FF2B5EF4-FFF2-40B4-BE49-F238E27FC236}">
                <a16:creationId xmlns:a16="http://schemas.microsoft.com/office/drawing/2014/main" id="{6442A447-C89D-8D8F-F99E-9EF85D3EA3D9}"/>
              </a:ext>
            </a:extLst>
          </p:cNvPr>
          <p:cNvSpPr txBox="1"/>
          <p:nvPr/>
        </p:nvSpPr>
        <p:spPr>
          <a:xfrm>
            <a:off x="4505807" y="3234639"/>
            <a:ext cx="400110" cy="100132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一緒に検討</a:t>
            </a:r>
            <a:endParaRPr kumimoji="1" lang="en-US" altLang="ja-JP" sz="1400" b="1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</p:txBody>
      </p:sp>
      <p:sp>
        <p:nvSpPr>
          <p:cNvPr id="35" name="思考の吹き出し: 雲形 114">
            <a:extLst>
              <a:ext uri="{FF2B5EF4-FFF2-40B4-BE49-F238E27FC236}">
                <a16:creationId xmlns:a16="http://schemas.microsoft.com/office/drawing/2014/main" id="{4B1D21AD-5A11-D52A-8233-ABBB10BFC2C9}"/>
              </a:ext>
            </a:extLst>
          </p:cNvPr>
          <p:cNvSpPr/>
          <p:nvPr/>
        </p:nvSpPr>
        <p:spPr>
          <a:xfrm>
            <a:off x="2967073" y="5131946"/>
            <a:ext cx="1360117" cy="1059716"/>
          </a:xfrm>
          <a:prstGeom prst="cloudCallout">
            <a:avLst>
              <a:gd name="adj1" fmla="val 10540"/>
              <a:gd name="adj2" fmla="val -89604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環境規制を</a:t>
            </a:r>
            <a:br>
              <a:rPr kumimoji="1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</a:br>
            <a:r>
              <a: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入れてもう一回</a:t>
            </a:r>
            <a:br>
              <a:rPr kumimoji="1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</a:br>
            <a:r>
              <a: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考えよう</a:t>
            </a:r>
          </a:p>
        </p:txBody>
      </p:sp>
      <p:sp>
        <p:nvSpPr>
          <p:cNvPr id="36" name="矢印: 右 13">
            <a:extLst>
              <a:ext uri="{FF2B5EF4-FFF2-40B4-BE49-F238E27FC236}">
                <a16:creationId xmlns:a16="http://schemas.microsoft.com/office/drawing/2014/main" id="{736EA8B5-B63C-25FB-EC3F-2951EF35A4C0}"/>
              </a:ext>
            </a:extLst>
          </p:cNvPr>
          <p:cNvSpPr/>
          <p:nvPr/>
        </p:nvSpPr>
        <p:spPr>
          <a:xfrm flipH="1">
            <a:off x="2143651" y="3605685"/>
            <a:ext cx="584063" cy="273209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</p:txBody>
      </p:sp>
      <p:sp>
        <p:nvSpPr>
          <p:cNvPr id="37" name="矢印: 右 13">
            <a:extLst>
              <a:ext uri="{FF2B5EF4-FFF2-40B4-BE49-F238E27FC236}">
                <a16:creationId xmlns:a16="http://schemas.microsoft.com/office/drawing/2014/main" id="{42E717D2-DB85-8094-B435-AAEC177CF333}"/>
              </a:ext>
            </a:extLst>
          </p:cNvPr>
          <p:cNvSpPr/>
          <p:nvPr/>
        </p:nvSpPr>
        <p:spPr>
          <a:xfrm>
            <a:off x="2168101" y="4489993"/>
            <a:ext cx="584063" cy="273209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</p:txBody>
      </p:sp>
      <p:sp>
        <p:nvSpPr>
          <p:cNvPr id="38" name="矢印: 右 13">
            <a:extLst>
              <a:ext uri="{FF2B5EF4-FFF2-40B4-BE49-F238E27FC236}">
                <a16:creationId xmlns:a16="http://schemas.microsoft.com/office/drawing/2014/main" id="{58835987-AE83-DA63-D54A-F19BE65D020E}"/>
              </a:ext>
            </a:extLst>
          </p:cNvPr>
          <p:cNvSpPr/>
          <p:nvPr/>
        </p:nvSpPr>
        <p:spPr>
          <a:xfrm flipH="1">
            <a:off x="2161637" y="4827807"/>
            <a:ext cx="584063" cy="273209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</p:txBody>
      </p:sp>
      <p:cxnSp>
        <p:nvCxnSpPr>
          <p:cNvPr id="39" name="直線矢印コネクタ 108">
            <a:extLst>
              <a:ext uri="{FF2B5EF4-FFF2-40B4-BE49-F238E27FC236}">
                <a16:creationId xmlns:a16="http://schemas.microsoft.com/office/drawing/2014/main" id="{C907A016-0AE9-DF29-5ABC-CFFBE017A826}"/>
              </a:ext>
            </a:extLst>
          </p:cNvPr>
          <p:cNvCxnSpPr>
            <a:cxnSpLocks/>
            <a:endCxn id="40" idx="1"/>
          </p:cNvCxnSpPr>
          <p:nvPr/>
        </p:nvCxnSpPr>
        <p:spPr>
          <a:xfrm flipH="1" flipV="1">
            <a:off x="5646977" y="4178529"/>
            <a:ext cx="1944292" cy="649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Graphic 147" descr="AIロボットのアイコン">
            <a:extLst>
              <a:ext uri="{FF2B5EF4-FFF2-40B4-BE49-F238E27FC236}">
                <a16:creationId xmlns:a16="http://schemas.microsoft.com/office/drawing/2014/main" id="{BD016848-9CD2-535E-CAE7-09B00D277FE6}"/>
              </a:ext>
            </a:extLst>
          </p:cNvPr>
          <p:cNvSpPr>
            <a:spLocks/>
          </p:cNvSpPr>
          <p:nvPr/>
        </p:nvSpPr>
        <p:spPr>
          <a:xfrm>
            <a:off x="5406804" y="3981591"/>
            <a:ext cx="240173" cy="276405"/>
          </a:xfrm>
          <a:custGeom>
            <a:avLst/>
            <a:gdLst>
              <a:gd name="connsiteX0" fmla="*/ 130969 w 152400"/>
              <a:gd name="connsiteY0" fmla="*/ 114300 h 190500"/>
              <a:gd name="connsiteX1" fmla="*/ 152400 w 152400"/>
              <a:gd name="connsiteY1" fmla="*/ 135731 h 190500"/>
              <a:gd name="connsiteX2" fmla="*/ 152400 w 152400"/>
              <a:gd name="connsiteY2" fmla="*/ 144351 h 190500"/>
              <a:gd name="connsiteX3" fmla="*/ 139951 w 152400"/>
              <a:gd name="connsiteY3" fmla="*/ 171460 h 190500"/>
              <a:gd name="connsiteX4" fmla="*/ 76171 w 152400"/>
              <a:gd name="connsiteY4" fmla="*/ 190500 h 190500"/>
              <a:gd name="connsiteX5" fmla="*/ 12440 w 152400"/>
              <a:gd name="connsiteY5" fmla="*/ 171450 h 190500"/>
              <a:gd name="connsiteX6" fmla="*/ 0 w 152400"/>
              <a:gd name="connsiteY6" fmla="*/ 144370 h 190500"/>
              <a:gd name="connsiteX7" fmla="*/ 0 w 152400"/>
              <a:gd name="connsiteY7" fmla="*/ 135722 h 190500"/>
              <a:gd name="connsiteX8" fmla="*/ 21431 w 152400"/>
              <a:gd name="connsiteY8" fmla="*/ 114300 h 190500"/>
              <a:gd name="connsiteX9" fmla="*/ 130969 w 152400"/>
              <a:gd name="connsiteY9" fmla="*/ 114300 h 190500"/>
              <a:gd name="connsiteX10" fmla="*/ 75200 w 152400"/>
              <a:gd name="connsiteY10" fmla="*/ 76 h 190500"/>
              <a:gd name="connsiteX11" fmla="*/ 76171 w 152400"/>
              <a:gd name="connsiteY11" fmla="*/ 0 h 190500"/>
              <a:gd name="connsiteX12" fmla="*/ 83249 w 152400"/>
              <a:gd name="connsiteY12" fmla="*/ 6172 h 190500"/>
              <a:gd name="connsiteX13" fmla="*/ 83315 w 152400"/>
              <a:gd name="connsiteY13" fmla="*/ 7144 h 190500"/>
              <a:gd name="connsiteX14" fmla="*/ 83315 w 152400"/>
              <a:gd name="connsiteY14" fmla="*/ 14288 h 190500"/>
              <a:gd name="connsiteX15" fmla="*/ 116653 w 152400"/>
              <a:gd name="connsiteY15" fmla="*/ 14288 h 190500"/>
              <a:gd name="connsiteX16" fmla="*/ 138084 w 152400"/>
              <a:gd name="connsiteY16" fmla="*/ 35719 h 190500"/>
              <a:gd name="connsiteX17" fmla="*/ 138084 w 152400"/>
              <a:gd name="connsiteY17" fmla="*/ 78629 h 190500"/>
              <a:gd name="connsiteX18" fmla="*/ 116653 w 152400"/>
              <a:gd name="connsiteY18" fmla="*/ 100060 h 190500"/>
              <a:gd name="connsiteX19" fmla="*/ 35690 w 152400"/>
              <a:gd name="connsiteY19" fmla="*/ 100060 h 190500"/>
              <a:gd name="connsiteX20" fmla="*/ 14259 w 152400"/>
              <a:gd name="connsiteY20" fmla="*/ 78629 h 190500"/>
              <a:gd name="connsiteX21" fmla="*/ 14259 w 152400"/>
              <a:gd name="connsiteY21" fmla="*/ 35719 h 190500"/>
              <a:gd name="connsiteX22" fmla="*/ 35690 w 152400"/>
              <a:gd name="connsiteY22" fmla="*/ 14288 h 190500"/>
              <a:gd name="connsiteX23" fmla="*/ 69028 w 152400"/>
              <a:gd name="connsiteY23" fmla="*/ 14288 h 190500"/>
              <a:gd name="connsiteX24" fmla="*/ 69028 w 152400"/>
              <a:gd name="connsiteY24" fmla="*/ 7153 h 190500"/>
              <a:gd name="connsiteX25" fmla="*/ 75200 w 152400"/>
              <a:gd name="connsiteY25" fmla="*/ 76 h 190500"/>
              <a:gd name="connsiteX26" fmla="*/ 76171 w 152400"/>
              <a:gd name="connsiteY26" fmla="*/ 0 h 190500"/>
              <a:gd name="connsiteX27" fmla="*/ 75200 w 152400"/>
              <a:gd name="connsiteY27" fmla="*/ 67 h 190500"/>
              <a:gd name="connsiteX28" fmla="*/ 54740 w 152400"/>
              <a:gd name="connsiteY28" fmla="*/ 42863 h 190500"/>
              <a:gd name="connsiteX29" fmla="*/ 42834 w 152400"/>
              <a:gd name="connsiteY29" fmla="*/ 54769 h 190500"/>
              <a:gd name="connsiteX30" fmla="*/ 54740 w 152400"/>
              <a:gd name="connsiteY30" fmla="*/ 66675 h 190500"/>
              <a:gd name="connsiteX31" fmla="*/ 66646 w 152400"/>
              <a:gd name="connsiteY31" fmla="*/ 54769 h 190500"/>
              <a:gd name="connsiteX32" fmla="*/ 54740 w 152400"/>
              <a:gd name="connsiteY32" fmla="*/ 42863 h 190500"/>
              <a:gd name="connsiteX33" fmla="*/ 97536 w 152400"/>
              <a:gd name="connsiteY33" fmla="*/ 42863 h 190500"/>
              <a:gd name="connsiteX34" fmla="*/ 85297 w 152400"/>
              <a:gd name="connsiteY34" fmla="*/ 54427 h 190500"/>
              <a:gd name="connsiteX35" fmla="*/ 96863 w 152400"/>
              <a:gd name="connsiteY35" fmla="*/ 66665 h 190500"/>
              <a:gd name="connsiteX36" fmla="*/ 97536 w 152400"/>
              <a:gd name="connsiteY36" fmla="*/ 66665 h 190500"/>
              <a:gd name="connsiteX37" fmla="*/ 109100 w 152400"/>
              <a:gd name="connsiteY37" fmla="*/ 54427 h 190500"/>
              <a:gd name="connsiteX38" fmla="*/ 97536 w 152400"/>
              <a:gd name="connsiteY38" fmla="*/ 42863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52400" h="190500">
                <a:moveTo>
                  <a:pt x="130969" y="114300"/>
                </a:moveTo>
                <a:cubicBezTo>
                  <a:pt x="142805" y="114300"/>
                  <a:pt x="152400" y="123895"/>
                  <a:pt x="152400" y="135731"/>
                </a:cubicBezTo>
                <a:lnTo>
                  <a:pt x="152400" y="144351"/>
                </a:lnTo>
                <a:cubicBezTo>
                  <a:pt x="152403" y="154771"/>
                  <a:pt x="147856" y="164672"/>
                  <a:pt x="139951" y="171460"/>
                </a:cubicBezTo>
                <a:cubicBezTo>
                  <a:pt x="125035" y="184261"/>
                  <a:pt x="103699" y="190500"/>
                  <a:pt x="76171" y="190500"/>
                </a:cubicBezTo>
                <a:cubicBezTo>
                  <a:pt x="48644" y="190500"/>
                  <a:pt x="27327" y="184252"/>
                  <a:pt x="12440" y="171450"/>
                </a:cubicBezTo>
                <a:cubicBezTo>
                  <a:pt x="4546" y="164667"/>
                  <a:pt x="3" y="154778"/>
                  <a:pt x="0" y="144370"/>
                </a:cubicBezTo>
                <a:lnTo>
                  <a:pt x="0" y="135722"/>
                </a:lnTo>
                <a:cubicBezTo>
                  <a:pt x="5" y="123890"/>
                  <a:pt x="9599" y="114300"/>
                  <a:pt x="21431" y="114300"/>
                </a:cubicBezTo>
                <a:lnTo>
                  <a:pt x="130969" y="114300"/>
                </a:lnTo>
                <a:close/>
                <a:moveTo>
                  <a:pt x="75200" y="76"/>
                </a:moveTo>
                <a:lnTo>
                  <a:pt x="76171" y="0"/>
                </a:lnTo>
                <a:cubicBezTo>
                  <a:pt x="79741" y="0"/>
                  <a:pt x="82763" y="2636"/>
                  <a:pt x="83249" y="6172"/>
                </a:cubicBezTo>
                <a:lnTo>
                  <a:pt x="83315" y="7144"/>
                </a:lnTo>
                <a:lnTo>
                  <a:pt x="83315" y="14288"/>
                </a:lnTo>
                <a:lnTo>
                  <a:pt x="116653" y="14288"/>
                </a:lnTo>
                <a:cubicBezTo>
                  <a:pt x="128488" y="14288"/>
                  <a:pt x="138084" y="23883"/>
                  <a:pt x="138084" y="35719"/>
                </a:cubicBezTo>
                <a:lnTo>
                  <a:pt x="138084" y="78629"/>
                </a:lnTo>
                <a:cubicBezTo>
                  <a:pt x="138084" y="90465"/>
                  <a:pt x="128488" y="100060"/>
                  <a:pt x="116653" y="100060"/>
                </a:cubicBezTo>
                <a:lnTo>
                  <a:pt x="35690" y="100060"/>
                </a:lnTo>
                <a:cubicBezTo>
                  <a:pt x="23854" y="100060"/>
                  <a:pt x="14259" y="90465"/>
                  <a:pt x="14259" y="78629"/>
                </a:cubicBezTo>
                <a:lnTo>
                  <a:pt x="14259" y="35719"/>
                </a:lnTo>
                <a:cubicBezTo>
                  <a:pt x="14259" y="23883"/>
                  <a:pt x="23854" y="14288"/>
                  <a:pt x="35690" y="14288"/>
                </a:cubicBezTo>
                <a:lnTo>
                  <a:pt x="69028" y="14288"/>
                </a:lnTo>
                <a:lnTo>
                  <a:pt x="69028" y="7153"/>
                </a:lnTo>
                <a:cubicBezTo>
                  <a:pt x="69028" y="3583"/>
                  <a:pt x="71663" y="562"/>
                  <a:pt x="75200" y="76"/>
                </a:cubicBezTo>
                <a:lnTo>
                  <a:pt x="76171" y="0"/>
                </a:lnTo>
                <a:lnTo>
                  <a:pt x="75200" y="67"/>
                </a:lnTo>
                <a:close/>
                <a:moveTo>
                  <a:pt x="54740" y="42863"/>
                </a:moveTo>
                <a:cubicBezTo>
                  <a:pt x="48164" y="42863"/>
                  <a:pt x="42834" y="48193"/>
                  <a:pt x="42834" y="54769"/>
                </a:cubicBezTo>
                <a:cubicBezTo>
                  <a:pt x="42834" y="61344"/>
                  <a:pt x="48164" y="66675"/>
                  <a:pt x="54740" y="66675"/>
                </a:cubicBezTo>
                <a:cubicBezTo>
                  <a:pt x="61316" y="66675"/>
                  <a:pt x="66646" y="61344"/>
                  <a:pt x="66646" y="54769"/>
                </a:cubicBezTo>
                <a:cubicBezTo>
                  <a:pt x="66646" y="48193"/>
                  <a:pt x="61316" y="42863"/>
                  <a:pt x="54740" y="42863"/>
                </a:cubicBezTo>
                <a:close/>
                <a:moveTo>
                  <a:pt x="97536" y="42863"/>
                </a:moveTo>
                <a:cubicBezTo>
                  <a:pt x="90963" y="42677"/>
                  <a:pt x="85484" y="47854"/>
                  <a:pt x="85297" y="54427"/>
                </a:cubicBezTo>
                <a:cubicBezTo>
                  <a:pt x="85112" y="61000"/>
                  <a:pt x="90289" y="66480"/>
                  <a:pt x="96863" y="66665"/>
                </a:cubicBezTo>
                <a:cubicBezTo>
                  <a:pt x="97087" y="66672"/>
                  <a:pt x="97311" y="66672"/>
                  <a:pt x="97536" y="66665"/>
                </a:cubicBezTo>
                <a:cubicBezTo>
                  <a:pt x="104109" y="66480"/>
                  <a:pt x="109287" y="61000"/>
                  <a:pt x="109100" y="54427"/>
                </a:cubicBezTo>
                <a:cubicBezTo>
                  <a:pt x="108922" y="48116"/>
                  <a:pt x="103847" y="43041"/>
                  <a:pt x="97536" y="42863"/>
                </a:cubicBezTo>
                <a:close/>
              </a:path>
            </a:pathLst>
          </a:custGeom>
          <a:solidFill>
            <a:schemeClr val="tx2"/>
          </a:solidFill>
          <a:ln w="15081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Yu Gothic UI"/>
              <a:cs typeface="+mn-cs"/>
            </a:endParaRPr>
          </a:p>
        </p:txBody>
      </p:sp>
      <p:sp>
        <p:nvSpPr>
          <p:cNvPr id="41" name="テキスト ボックス 29">
            <a:extLst>
              <a:ext uri="{FF2B5EF4-FFF2-40B4-BE49-F238E27FC236}">
                <a16:creationId xmlns:a16="http://schemas.microsoft.com/office/drawing/2014/main" id="{E42203B9-196A-F8F2-62C6-F66F8F9B45BB}"/>
              </a:ext>
            </a:extLst>
          </p:cNvPr>
          <p:cNvSpPr txBox="1"/>
          <p:nvPr/>
        </p:nvSpPr>
        <p:spPr>
          <a:xfrm>
            <a:off x="8047126" y="2811163"/>
            <a:ext cx="14943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懸架系</a:t>
            </a:r>
            <a:b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</a:b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専門エージェント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</p:txBody>
      </p:sp>
      <p:sp>
        <p:nvSpPr>
          <p:cNvPr id="42" name="テキスト ボックス 29">
            <a:extLst>
              <a:ext uri="{FF2B5EF4-FFF2-40B4-BE49-F238E27FC236}">
                <a16:creationId xmlns:a16="http://schemas.microsoft.com/office/drawing/2014/main" id="{E9840486-3D80-9FBE-9429-DB852E8C6E3F}"/>
              </a:ext>
            </a:extLst>
          </p:cNvPr>
          <p:cNvSpPr txBox="1"/>
          <p:nvPr/>
        </p:nvSpPr>
        <p:spPr>
          <a:xfrm>
            <a:off x="8069380" y="3461191"/>
            <a:ext cx="14943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ブレーキ系</a:t>
            </a:r>
            <a:b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</a:b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専門エージェント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</p:txBody>
      </p:sp>
      <p:sp>
        <p:nvSpPr>
          <p:cNvPr id="43" name="テキスト ボックス 29">
            <a:extLst>
              <a:ext uri="{FF2B5EF4-FFF2-40B4-BE49-F238E27FC236}">
                <a16:creationId xmlns:a16="http://schemas.microsoft.com/office/drawing/2014/main" id="{8396D247-F17B-B417-151A-F363DCFBF20C}"/>
              </a:ext>
            </a:extLst>
          </p:cNvPr>
          <p:cNvSpPr txBox="1"/>
          <p:nvPr/>
        </p:nvSpPr>
        <p:spPr>
          <a:xfrm>
            <a:off x="8020861" y="4763202"/>
            <a:ext cx="14943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要件定義</a:t>
            </a:r>
            <a:endParaRPr kumimoji="1" lang="en-US" altLang="ja-JP" sz="1600" b="1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専門エージェント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</p:txBody>
      </p:sp>
      <p:sp>
        <p:nvSpPr>
          <p:cNvPr id="44" name="Graphic 147" descr="AIロボットのアイコン">
            <a:extLst>
              <a:ext uri="{FF2B5EF4-FFF2-40B4-BE49-F238E27FC236}">
                <a16:creationId xmlns:a16="http://schemas.microsoft.com/office/drawing/2014/main" id="{2671D780-D116-FE08-58A9-05F1489D03C2}"/>
              </a:ext>
            </a:extLst>
          </p:cNvPr>
          <p:cNvSpPr>
            <a:spLocks/>
          </p:cNvSpPr>
          <p:nvPr/>
        </p:nvSpPr>
        <p:spPr>
          <a:xfrm>
            <a:off x="7713942" y="5490711"/>
            <a:ext cx="240173" cy="276405"/>
          </a:xfrm>
          <a:custGeom>
            <a:avLst/>
            <a:gdLst>
              <a:gd name="connsiteX0" fmla="*/ 130969 w 152400"/>
              <a:gd name="connsiteY0" fmla="*/ 114300 h 190500"/>
              <a:gd name="connsiteX1" fmla="*/ 152400 w 152400"/>
              <a:gd name="connsiteY1" fmla="*/ 135731 h 190500"/>
              <a:gd name="connsiteX2" fmla="*/ 152400 w 152400"/>
              <a:gd name="connsiteY2" fmla="*/ 144351 h 190500"/>
              <a:gd name="connsiteX3" fmla="*/ 139951 w 152400"/>
              <a:gd name="connsiteY3" fmla="*/ 171460 h 190500"/>
              <a:gd name="connsiteX4" fmla="*/ 76171 w 152400"/>
              <a:gd name="connsiteY4" fmla="*/ 190500 h 190500"/>
              <a:gd name="connsiteX5" fmla="*/ 12440 w 152400"/>
              <a:gd name="connsiteY5" fmla="*/ 171450 h 190500"/>
              <a:gd name="connsiteX6" fmla="*/ 0 w 152400"/>
              <a:gd name="connsiteY6" fmla="*/ 144370 h 190500"/>
              <a:gd name="connsiteX7" fmla="*/ 0 w 152400"/>
              <a:gd name="connsiteY7" fmla="*/ 135722 h 190500"/>
              <a:gd name="connsiteX8" fmla="*/ 21431 w 152400"/>
              <a:gd name="connsiteY8" fmla="*/ 114300 h 190500"/>
              <a:gd name="connsiteX9" fmla="*/ 130969 w 152400"/>
              <a:gd name="connsiteY9" fmla="*/ 114300 h 190500"/>
              <a:gd name="connsiteX10" fmla="*/ 75200 w 152400"/>
              <a:gd name="connsiteY10" fmla="*/ 76 h 190500"/>
              <a:gd name="connsiteX11" fmla="*/ 76171 w 152400"/>
              <a:gd name="connsiteY11" fmla="*/ 0 h 190500"/>
              <a:gd name="connsiteX12" fmla="*/ 83249 w 152400"/>
              <a:gd name="connsiteY12" fmla="*/ 6172 h 190500"/>
              <a:gd name="connsiteX13" fmla="*/ 83315 w 152400"/>
              <a:gd name="connsiteY13" fmla="*/ 7144 h 190500"/>
              <a:gd name="connsiteX14" fmla="*/ 83315 w 152400"/>
              <a:gd name="connsiteY14" fmla="*/ 14288 h 190500"/>
              <a:gd name="connsiteX15" fmla="*/ 116653 w 152400"/>
              <a:gd name="connsiteY15" fmla="*/ 14288 h 190500"/>
              <a:gd name="connsiteX16" fmla="*/ 138084 w 152400"/>
              <a:gd name="connsiteY16" fmla="*/ 35719 h 190500"/>
              <a:gd name="connsiteX17" fmla="*/ 138084 w 152400"/>
              <a:gd name="connsiteY17" fmla="*/ 78629 h 190500"/>
              <a:gd name="connsiteX18" fmla="*/ 116653 w 152400"/>
              <a:gd name="connsiteY18" fmla="*/ 100060 h 190500"/>
              <a:gd name="connsiteX19" fmla="*/ 35690 w 152400"/>
              <a:gd name="connsiteY19" fmla="*/ 100060 h 190500"/>
              <a:gd name="connsiteX20" fmla="*/ 14259 w 152400"/>
              <a:gd name="connsiteY20" fmla="*/ 78629 h 190500"/>
              <a:gd name="connsiteX21" fmla="*/ 14259 w 152400"/>
              <a:gd name="connsiteY21" fmla="*/ 35719 h 190500"/>
              <a:gd name="connsiteX22" fmla="*/ 35690 w 152400"/>
              <a:gd name="connsiteY22" fmla="*/ 14288 h 190500"/>
              <a:gd name="connsiteX23" fmla="*/ 69028 w 152400"/>
              <a:gd name="connsiteY23" fmla="*/ 14288 h 190500"/>
              <a:gd name="connsiteX24" fmla="*/ 69028 w 152400"/>
              <a:gd name="connsiteY24" fmla="*/ 7153 h 190500"/>
              <a:gd name="connsiteX25" fmla="*/ 75200 w 152400"/>
              <a:gd name="connsiteY25" fmla="*/ 76 h 190500"/>
              <a:gd name="connsiteX26" fmla="*/ 76171 w 152400"/>
              <a:gd name="connsiteY26" fmla="*/ 0 h 190500"/>
              <a:gd name="connsiteX27" fmla="*/ 75200 w 152400"/>
              <a:gd name="connsiteY27" fmla="*/ 67 h 190500"/>
              <a:gd name="connsiteX28" fmla="*/ 54740 w 152400"/>
              <a:gd name="connsiteY28" fmla="*/ 42863 h 190500"/>
              <a:gd name="connsiteX29" fmla="*/ 42834 w 152400"/>
              <a:gd name="connsiteY29" fmla="*/ 54769 h 190500"/>
              <a:gd name="connsiteX30" fmla="*/ 54740 w 152400"/>
              <a:gd name="connsiteY30" fmla="*/ 66675 h 190500"/>
              <a:gd name="connsiteX31" fmla="*/ 66646 w 152400"/>
              <a:gd name="connsiteY31" fmla="*/ 54769 h 190500"/>
              <a:gd name="connsiteX32" fmla="*/ 54740 w 152400"/>
              <a:gd name="connsiteY32" fmla="*/ 42863 h 190500"/>
              <a:gd name="connsiteX33" fmla="*/ 97536 w 152400"/>
              <a:gd name="connsiteY33" fmla="*/ 42863 h 190500"/>
              <a:gd name="connsiteX34" fmla="*/ 85297 w 152400"/>
              <a:gd name="connsiteY34" fmla="*/ 54427 h 190500"/>
              <a:gd name="connsiteX35" fmla="*/ 96863 w 152400"/>
              <a:gd name="connsiteY35" fmla="*/ 66665 h 190500"/>
              <a:gd name="connsiteX36" fmla="*/ 97536 w 152400"/>
              <a:gd name="connsiteY36" fmla="*/ 66665 h 190500"/>
              <a:gd name="connsiteX37" fmla="*/ 109100 w 152400"/>
              <a:gd name="connsiteY37" fmla="*/ 54427 h 190500"/>
              <a:gd name="connsiteX38" fmla="*/ 97536 w 152400"/>
              <a:gd name="connsiteY38" fmla="*/ 42863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52400" h="190500">
                <a:moveTo>
                  <a:pt x="130969" y="114300"/>
                </a:moveTo>
                <a:cubicBezTo>
                  <a:pt x="142805" y="114300"/>
                  <a:pt x="152400" y="123895"/>
                  <a:pt x="152400" y="135731"/>
                </a:cubicBezTo>
                <a:lnTo>
                  <a:pt x="152400" y="144351"/>
                </a:lnTo>
                <a:cubicBezTo>
                  <a:pt x="152403" y="154771"/>
                  <a:pt x="147856" y="164672"/>
                  <a:pt x="139951" y="171460"/>
                </a:cubicBezTo>
                <a:cubicBezTo>
                  <a:pt x="125035" y="184261"/>
                  <a:pt x="103699" y="190500"/>
                  <a:pt x="76171" y="190500"/>
                </a:cubicBezTo>
                <a:cubicBezTo>
                  <a:pt x="48644" y="190500"/>
                  <a:pt x="27327" y="184252"/>
                  <a:pt x="12440" y="171450"/>
                </a:cubicBezTo>
                <a:cubicBezTo>
                  <a:pt x="4546" y="164667"/>
                  <a:pt x="3" y="154778"/>
                  <a:pt x="0" y="144370"/>
                </a:cubicBezTo>
                <a:lnTo>
                  <a:pt x="0" y="135722"/>
                </a:lnTo>
                <a:cubicBezTo>
                  <a:pt x="5" y="123890"/>
                  <a:pt x="9599" y="114300"/>
                  <a:pt x="21431" y="114300"/>
                </a:cubicBezTo>
                <a:lnTo>
                  <a:pt x="130969" y="114300"/>
                </a:lnTo>
                <a:close/>
                <a:moveTo>
                  <a:pt x="75200" y="76"/>
                </a:moveTo>
                <a:lnTo>
                  <a:pt x="76171" y="0"/>
                </a:lnTo>
                <a:cubicBezTo>
                  <a:pt x="79741" y="0"/>
                  <a:pt x="82763" y="2636"/>
                  <a:pt x="83249" y="6172"/>
                </a:cubicBezTo>
                <a:lnTo>
                  <a:pt x="83315" y="7144"/>
                </a:lnTo>
                <a:lnTo>
                  <a:pt x="83315" y="14288"/>
                </a:lnTo>
                <a:lnTo>
                  <a:pt x="116653" y="14288"/>
                </a:lnTo>
                <a:cubicBezTo>
                  <a:pt x="128488" y="14288"/>
                  <a:pt x="138084" y="23883"/>
                  <a:pt x="138084" y="35719"/>
                </a:cubicBezTo>
                <a:lnTo>
                  <a:pt x="138084" y="78629"/>
                </a:lnTo>
                <a:cubicBezTo>
                  <a:pt x="138084" y="90465"/>
                  <a:pt x="128488" y="100060"/>
                  <a:pt x="116653" y="100060"/>
                </a:cubicBezTo>
                <a:lnTo>
                  <a:pt x="35690" y="100060"/>
                </a:lnTo>
                <a:cubicBezTo>
                  <a:pt x="23854" y="100060"/>
                  <a:pt x="14259" y="90465"/>
                  <a:pt x="14259" y="78629"/>
                </a:cubicBezTo>
                <a:lnTo>
                  <a:pt x="14259" y="35719"/>
                </a:lnTo>
                <a:cubicBezTo>
                  <a:pt x="14259" y="23883"/>
                  <a:pt x="23854" y="14288"/>
                  <a:pt x="35690" y="14288"/>
                </a:cubicBezTo>
                <a:lnTo>
                  <a:pt x="69028" y="14288"/>
                </a:lnTo>
                <a:lnTo>
                  <a:pt x="69028" y="7153"/>
                </a:lnTo>
                <a:cubicBezTo>
                  <a:pt x="69028" y="3583"/>
                  <a:pt x="71663" y="562"/>
                  <a:pt x="75200" y="76"/>
                </a:cubicBezTo>
                <a:lnTo>
                  <a:pt x="76171" y="0"/>
                </a:lnTo>
                <a:lnTo>
                  <a:pt x="75200" y="67"/>
                </a:lnTo>
                <a:close/>
                <a:moveTo>
                  <a:pt x="54740" y="42863"/>
                </a:moveTo>
                <a:cubicBezTo>
                  <a:pt x="48164" y="42863"/>
                  <a:pt x="42834" y="48193"/>
                  <a:pt x="42834" y="54769"/>
                </a:cubicBezTo>
                <a:cubicBezTo>
                  <a:pt x="42834" y="61344"/>
                  <a:pt x="48164" y="66675"/>
                  <a:pt x="54740" y="66675"/>
                </a:cubicBezTo>
                <a:cubicBezTo>
                  <a:pt x="61316" y="66675"/>
                  <a:pt x="66646" y="61344"/>
                  <a:pt x="66646" y="54769"/>
                </a:cubicBezTo>
                <a:cubicBezTo>
                  <a:pt x="66646" y="48193"/>
                  <a:pt x="61316" y="42863"/>
                  <a:pt x="54740" y="42863"/>
                </a:cubicBezTo>
                <a:close/>
                <a:moveTo>
                  <a:pt x="97536" y="42863"/>
                </a:moveTo>
                <a:cubicBezTo>
                  <a:pt x="90963" y="42677"/>
                  <a:pt x="85484" y="47854"/>
                  <a:pt x="85297" y="54427"/>
                </a:cubicBezTo>
                <a:cubicBezTo>
                  <a:pt x="85112" y="61000"/>
                  <a:pt x="90289" y="66480"/>
                  <a:pt x="96863" y="66665"/>
                </a:cubicBezTo>
                <a:cubicBezTo>
                  <a:pt x="97087" y="66672"/>
                  <a:pt x="97311" y="66672"/>
                  <a:pt x="97536" y="66665"/>
                </a:cubicBezTo>
                <a:cubicBezTo>
                  <a:pt x="104109" y="66480"/>
                  <a:pt x="109287" y="61000"/>
                  <a:pt x="109100" y="54427"/>
                </a:cubicBezTo>
                <a:cubicBezTo>
                  <a:pt x="108922" y="48116"/>
                  <a:pt x="103847" y="43041"/>
                  <a:pt x="97536" y="42863"/>
                </a:cubicBezTo>
                <a:close/>
              </a:path>
            </a:pathLst>
          </a:custGeom>
          <a:solidFill>
            <a:schemeClr val="tx2"/>
          </a:solidFill>
          <a:ln w="15081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Yu Gothic UI"/>
              <a:cs typeface="+mn-cs"/>
            </a:endParaRPr>
          </a:p>
        </p:txBody>
      </p:sp>
      <p:sp>
        <p:nvSpPr>
          <p:cNvPr id="45" name="テキスト ボックス 29">
            <a:extLst>
              <a:ext uri="{FF2B5EF4-FFF2-40B4-BE49-F238E27FC236}">
                <a16:creationId xmlns:a16="http://schemas.microsoft.com/office/drawing/2014/main" id="{8D1A7E6A-4B7D-2E5F-93BB-0D594E636570}"/>
              </a:ext>
            </a:extLst>
          </p:cNvPr>
          <p:cNvSpPr txBox="1"/>
          <p:nvPr/>
        </p:nvSpPr>
        <p:spPr>
          <a:xfrm>
            <a:off x="8077876" y="5440223"/>
            <a:ext cx="14943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環境規制</a:t>
            </a:r>
            <a:b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</a:b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専門エージェント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</p:txBody>
      </p:sp>
      <p:sp>
        <p:nvSpPr>
          <p:cNvPr id="46" name="Graphic 147" descr="AIロボットのアイコン">
            <a:extLst>
              <a:ext uri="{FF2B5EF4-FFF2-40B4-BE49-F238E27FC236}">
                <a16:creationId xmlns:a16="http://schemas.microsoft.com/office/drawing/2014/main" id="{02046519-715C-F043-70D8-4D6CA81701FC}"/>
              </a:ext>
            </a:extLst>
          </p:cNvPr>
          <p:cNvSpPr>
            <a:spLocks/>
          </p:cNvSpPr>
          <p:nvPr/>
        </p:nvSpPr>
        <p:spPr>
          <a:xfrm>
            <a:off x="7713942" y="6037916"/>
            <a:ext cx="240173" cy="276405"/>
          </a:xfrm>
          <a:custGeom>
            <a:avLst/>
            <a:gdLst>
              <a:gd name="connsiteX0" fmla="*/ 130969 w 152400"/>
              <a:gd name="connsiteY0" fmla="*/ 114300 h 190500"/>
              <a:gd name="connsiteX1" fmla="*/ 152400 w 152400"/>
              <a:gd name="connsiteY1" fmla="*/ 135731 h 190500"/>
              <a:gd name="connsiteX2" fmla="*/ 152400 w 152400"/>
              <a:gd name="connsiteY2" fmla="*/ 144351 h 190500"/>
              <a:gd name="connsiteX3" fmla="*/ 139951 w 152400"/>
              <a:gd name="connsiteY3" fmla="*/ 171460 h 190500"/>
              <a:gd name="connsiteX4" fmla="*/ 76171 w 152400"/>
              <a:gd name="connsiteY4" fmla="*/ 190500 h 190500"/>
              <a:gd name="connsiteX5" fmla="*/ 12440 w 152400"/>
              <a:gd name="connsiteY5" fmla="*/ 171450 h 190500"/>
              <a:gd name="connsiteX6" fmla="*/ 0 w 152400"/>
              <a:gd name="connsiteY6" fmla="*/ 144370 h 190500"/>
              <a:gd name="connsiteX7" fmla="*/ 0 w 152400"/>
              <a:gd name="connsiteY7" fmla="*/ 135722 h 190500"/>
              <a:gd name="connsiteX8" fmla="*/ 21431 w 152400"/>
              <a:gd name="connsiteY8" fmla="*/ 114300 h 190500"/>
              <a:gd name="connsiteX9" fmla="*/ 130969 w 152400"/>
              <a:gd name="connsiteY9" fmla="*/ 114300 h 190500"/>
              <a:gd name="connsiteX10" fmla="*/ 75200 w 152400"/>
              <a:gd name="connsiteY10" fmla="*/ 76 h 190500"/>
              <a:gd name="connsiteX11" fmla="*/ 76171 w 152400"/>
              <a:gd name="connsiteY11" fmla="*/ 0 h 190500"/>
              <a:gd name="connsiteX12" fmla="*/ 83249 w 152400"/>
              <a:gd name="connsiteY12" fmla="*/ 6172 h 190500"/>
              <a:gd name="connsiteX13" fmla="*/ 83315 w 152400"/>
              <a:gd name="connsiteY13" fmla="*/ 7144 h 190500"/>
              <a:gd name="connsiteX14" fmla="*/ 83315 w 152400"/>
              <a:gd name="connsiteY14" fmla="*/ 14288 h 190500"/>
              <a:gd name="connsiteX15" fmla="*/ 116653 w 152400"/>
              <a:gd name="connsiteY15" fmla="*/ 14288 h 190500"/>
              <a:gd name="connsiteX16" fmla="*/ 138084 w 152400"/>
              <a:gd name="connsiteY16" fmla="*/ 35719 h 190500"/>
              <a:gd name="connsiteX17" fmla="*/ 138084 w 152400"/>
              <a:gd name="connsiteY17" fmla="*/ 78629 h 190500"/>
              <a:gd name="connsiteX18" fmla="*/ 116653 w 152400"/>
              <a:gd name="connsiteY18" fmla="*/ 100060 h 190500"/>
              <a:gd name="connsiteX19" fmla="*/ 35690 w 152400"/>
              <a:gd name="connsiteY19" fmla="*/ 100060 h 190500"/>
              <a:gd name="connsiteX20" fmla="*/ 14259 w 152400"/>
              <a:gd name="connsiteY20" fmla="*/ 78629 h 190500"/>
              <a:gd name="connsiteX21" fmla="*/ 14259 w 152400"/>
              <a:gd name="connsiteY21" fmla="*/ 35719 h 190500"/>
              <a:gd name="connsiteX22" fmla="*/ 35690 w 152400"/>
              <a:gd name="connsiteY22" fmla="*/ 14288 h 190500"/>
              <a:gd name="connsiteX23" fmla="*/ 69028 w 152400"/>
              <a:gd name="connsiteY23" fmla="*/ 14288 h 190500"/>
              <a:gd name="connsiteX24" fmla="*/ 69028 w 152400"/>
              <a:gd name="connsiteY24" fmla="*/ 7153 h 190500"/>
              <a:gd name="connsiteX25" fmla="*/ 75200 w 152400"/>
              <a:gd name="connsiteY25" fmla="*/ 76 h 190500"/>
              <a:gd name="connsiteX26" fmla="*/ 76171 w 152400"/>
              <a:gd name="connsiteY26" fmla="*/ 0 h 190500"/>
              <a:gd name="connsiteX27" fmla="*/ 75200 w 152400"/>
              <a:gd name="connsiteY27" fmla="*/ 67 h 190500"/>
              <a:gd name="connsiteX28" fmla="*/ 54740 w 152400"/>
              <a:gd name="connsiteY28" fmla="*/ 42863 h 190500"/>
              <a:gd name="connsiteX29" fmla="*/ 42834 w 152400"/>
              <a:gd name="connsiteY29" fmla="*/ 54769 h 190500"/>
              <a:gd name="connsiteX30" fmla="*/ 54740 w 152400"/>
              <a:gd name="connsiteY30" fmla="*/ 66675 h 190500"/>
              <a:gd name="connsiteX31" fmla="*/ 66646 w 152400"/>
              <a:gd name="connsiteY31" fmla="*/ 54769 h 190500"/>
              <a:gd name="connsiteX32" fmla="*/ 54740 w 152400"/>
              <a:gd name="connsiteY32" fmla="*/ 42863 h 190500"/>
              <a:gd name="connsiteX33" fmla="*/ 97536 w 152400"/>
              <a:gd name="connsiteY33" fmla="*/ 42863 h 190500"/>
              <a:gd name="connsiteX34" fmla="*/ 85297 w 152400"/>
              <a:gd name="connsiteY34" fmla="*/ 54427 h 190500"/>
              <a:gd name="connsiteX35" fmla="*/ 96863 w 152400"/>
              <a:gd name="connsiteY35" fmla="*/ 66665 h 190500"/>
              <a:gd name="connsiteX36" fmla="*/ 97536 w 152400"/>
              <a:gd name="connsiteY36" fmla="*/ 66665 h 190500"/>
              <a:gd name="connsiteX37" fmla="*/ 109100 w 152400"/>
              <a:gd name="connsiteY37" fmla="*/ 54427 h 190500"/>
              <a:gd name="connsiteX38" fmla="*/ 97536 w 152400"/>
              <a:gd name="connsiteY38" fmla="*/ 42863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52400" h="190500">
                <a:moveTo>
                  <a:pt x="130969" y="114300"/>
                </a:moveTo>
                <a:cubicBezTo>
                  <a:pt x="142805" y="114300"/>
                  <a:pt x="152400" y="123895"/>
                  <a:pt x="152400" y="135731"/>
                </a:cubicBezTo>
                <a:lnTo>
                  <a:pt x="152400" y="144351"/>
                </a:lnTo>
                <a:cubicBezTo>
                  <a:pt x="152403" y="154771"/>
                  <a:pt x="147856" y="164672"/>
                  <a:pt x="139951" y="171460"/>
                </a:cubicBezTo>
                <a:cubicBezTo>
                  <a:pt x="125035" y="184261"/>
                  <a:pt x="103699" y="190500"/>
                  <a:pt x="76171" y="190500"/>
                </a:cubicBezTo>
                <a:cubicBezTo>
                  <a:pt x="48644" y="190500"/>
                  <a:pt x="27327" y="184252"/>
                  <a:pt x="12440" y="171450"/>
                </a:cubicBezTo>
                <a:cubicBezTo>
                  <a:pt x="4546" y="164667"/>
                  <a:pt x="3" y="154778"/>
                  <a:pt x="0" y="144370"/>
                </a:cubicBezTo>
                <a:lnTo>
                  <a:pt x="0" y="135722"/>
                </a:lnTo>
                <a:cubicBezTo>
                  <a:pt x="5" y="123890"/>
                  <a:pt x="9599" y="114300"/>
                  <a:pt x="21431" y="114300"/>
                </a:cubicBezTo>
                <a:lnTo>
                  <a:pt x="130969" y="114300"/>
                </a:lnTo>
                <a:close/>
                <a:moveTo>
                  <a:pt x="75200" y="76"/>
                </a:moveTo>
                <a:lnTo>
                  <a:pt x="76171" y="0"/>
                </a:lnTo>
                <a:cubicBezTo>
                  <a:pt x="79741" y="0"/>
                  <a:pt x="82763" y="2636"/>
                  <a:pt x="83249" y="6172"/>
                </a:cubicBezTo>
                <a:lnTo>
                  <a:pt x="83315" y="7144"/>
                </a:lnTo>
                <a:lnTo>
                  <a:pt x="83315" y="14288"/>
                </a:lnTo>
                <a:lnTo>
                  <a:pt x="116653" y="14288"/>
                </a:lnTo>
                <a:cubicBezTo>
                  <a:pt x="128488" y="14288"/>
                  <a:pt x="138084" y="23883"/>
                  <a:pt x="138084" y="35719"/>
                </a:cubicBezTo>
                <a:lnTo>
                  <a:pt x="138084" y="78629"/>
                </a:lnTo>
                <a:cubicBezTo>
                  <a:pt x="138084" y="90465"/>
                  <a:pt x="128488" y="100060"/>
                  <a:pt x="116653" y="100060"/>
                </a:cubicBezTo>
                <a:lnTo>
                  <a:pt x="35690" y="100060"/>
                </a:lnTo>
                <a:cubicBezTo>
                  <a:pt x="23854" y="100060"/>
                  <a:pt x="14259" y="90465"/>
                  <a:pt x="14259" y="78629"/>
                </a:cubicBezTo>
                <a:lnTo>
                  <a:pt x="14259" y="35719"/>
                </a:lnTo>
                <a:cubicBezTo>
                  <a:pt x="14259" y="23883"/>
                  <a:pt x="23854" y="14288"/>
                  <a:pt x="35690" y="14288"/>
                </a:cubicBezTo>
                <a:lnTo>
                  <a:pt x="69028" y="14288"/>
                </a:lnTo>
                <a:lnTo>
                  <a:pt x="69028" y="7153"/>
                </a:lnTo>
                <a:cubicBezTo>
                  <a:pt x="69028" y="3583"/>
                  <a:pt x="71663" y="562"/>
                  <a:pt x="75200" y="76"/>
                </a:cubicBezTo>
                <a:lnTo>
                  <a:pt x="76171" y="0"/>
                </a:lnTo>
                <a:lnTo>
                  <a:pt x="75200" y="67"/>
                </a:lnTo>
                <a:close/>
                <a:moveTo>
                  <a:pt x="54740" y="42863"/>
                </a:moveTo>
                <a:cubicBezTo>
                  <a:pt x="48164" y="42863"/>
                  <a:pt x="42834" y="48193"/>
                  <a:pt x="42834" y="54769"/>
                </a:cubicBezTo>
                <a:cubicBezTo>
                  <a:pt x="42834" y="61344"/>
                  <a:pt x="48164" y="66675"/>
                  <a:pt x="54740" y="66675"/>
                </a:cubicBezTo>
                <a:cubicBezTo>
                  <a:pt x="61316" y="66675"/>
                  <a:pt x="66646" y="61344"/>
                  <a:pt x="66646" y="54769"/>
                </a:cubicBezTo>
                <a:cubicBezTo>
                  <a:pt x="66646" y="48193"/>
                  <a:pt x="61316" y="42863"/>
                  <a:pt x="54740" y="42863"/>
                </a:cubicBezTo>
                <a:close/>
                <a:moveTo>
                  <a:pt x="97536" y="42863"/>
                </a:moveTo>
                <a:cubicBezTo>
                  <a:pt x="90963" y="42677"/>
                  <a:pt x="85484" y="47854"/>
                  <a:pt x="85297" y="54427"/>
                </a:cubicBezTo>
                <a:cubicBezTo>
                  <a:pt x="85112" y="61000"/>
                  <a:pt x="90289" y="66480"/>
                  <a:pt x="96863" y="66665"/>
                </a:cubicBezTo>
                <a:cubicBezTo>
                  <a:pt x="97087" y="66672"/>
                  <a:pt x="97311" y="66672"/>
                  <a:pt x="97536" y="66665"/>
                </a:cubicBezTo>
                <a:cubicBezTo>
                  <a:pt x="104109" y="66480"/>
                  <a:pt x="109287" y="61000"/>
                  <a:pt x="109100" y="54427"/>
                </a:cubicBezTo>
                <a:cubicBezTo>
                  <a:pt x="108922" y="48116"/>
                  <a:pt x="103847" y="43041"/>
                  <a:pt x="97536" y="42863"/>
                </a:cubicBezTo>
                <a:close/>
              </a:path>
            </a:pathLst>
          </a:custGeom>
          <a:solidFill>
            <a:schemeClr val="tx2"/>
          </a:solidFill>
          <a:ln w="15081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Yu Gothic UI"/>
              <a:cs typeface="+mn-cs"/>
            </a:endParaRPr>
          </a:p>
        </p:txBody>
      </p:sp>
      <p:sp>
        <p:nvSpPr>
          <p:cNvPr id="47" name="テキスト ボックス 29">
            <a:extLst>
              <a:ext uri="{FF2B5EF4-FFF2-40B4-BE49-F238E27FC236}">
                <a16:creationId xmlns:a16="http://schemas.microsoft.com/office/drawing/2014/main" id="{DCCF6AA2-A85D-3C7E-E8E6-786841797416}"/>
              </a:ext>
            </a:extLst>
          </p:cNvPr>
          <p:cNvSpPr txBox="1"/>
          <p:nvPr/>
        </p:nvSpPr>
        <p:spPr>
          <a:xfrm>
            <a:off x="8077876" y="5987428"/>
            <a:ext cx="14943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過去設計</a:t>
            </a:r>
            <a:b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</a:b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専門エージェント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</p:txBody>
      </p:sp>
      <p:sp>
        <p:nvSpPr>
          <p:cNvPr id="48" name="テキスト ボックス 29">
            <a:extLst>
              <a:ext uri="{FF2B5EF4-FFF2-40B4-BE49-F238E27FC236}">
                <a16:creationId xmlns:a16="http://schemas.microsoft.com/office/drawing/2014/main" id="{6ECB9E18-67B1-CF69-F7C5-5F7D53C25144}"/>
              </a:ext>
            </a:extLst>
          </p:cNvPr>
          <p:cNvSpPr txBox="1"/>
          <p:nvPr/>
        </p:nvSpPr>
        <p:spPr>
          <a:xfrm>
            <a:off x="10578127" y="5392960"/>
            <a:ext cx="12715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環境規制</a:t>
            </a:r>
            <a:b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</a:b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専門家アプリ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</p:txBody>
      </p:sp>
      <p:sp>
        <p:nvSpPr>
          <p:cNvPr id="49" name="テキスト ボックス 29">
            <a:extLst>
              <a:ext uri="{FF2B5EF4-FFF2-40B4-BE49-F238E27FC236}">
                <a16:creationId xmlns:a16="http://schemas.microsoft.com/office/drawing/2014/main" id="{37A98658-E225-E451-07F9-E240DBB24CC9}"/>
              </a:ext>
            </a:extLst>
          </p:cNvPr>
          <p:cNvSpPr txBox="1"/>
          <p:nvPr/>
        </p:nvSpPr>
        <p:spPr>
          <a:xfrm>
            <a:off x="10594499" y="6048049"/>
            <a:ext cx="12715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過去設計</a:t>
            </a:r>
            <a:b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</a:b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専門家アプリ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</p:txBody>
      </p:sp>
      <p:pic>
        <p:nvPicPr>
          <p:cNvPr id="50" name="グラフィックス 49" descr="ビデオブログ 単色塗りつぶし">
            <a:extLst>
              <a:ext uri="{FF2B5EF4-FFF2-40B4-BE49-F238E27FC236}">
                <a16:creationId xmlns:a16="http://schemas.microsoft.com/office/drawing/2014/main" id="{543DACC3-72D1-9DE4-58E4-1B6CF4E053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70477" y="5425219"/>
            <a:ext cx="520255" cy="520255"/>
          </a:xfrm>
          <a:prstGeom prst="rect">
            <a:avLst/>
          </a:prstGeom>
        </p:spPr>
      </p:pic>
      <p:pic>
        <p:nvPicPr>
          <p:cNvPr id="51" name="グラフィックス 50" descr="ビデオブログ 単色塗りつぶし">
            <a:extLst>
              <a:ext uri="{FF2B5EF4-FFF2-40B4-BE49-F238E27FC236}">
                <a16:creationId xmlns:a16="http://schemas.microsoft.com/office/drawing/2014/main" id="{4C17889E-D9E4-0302-2285-F5105F6D15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1258" y="6054193"/>
            <a:ext cx="520255" cy="520255"/>
          </a:xfrm>
          <a:prstGeom prst="rect">
            <a:avLst/>
          </a:prstGeom>
        </p:spPr>
      </p:pic>
      <p:cxnSp>
        <p:nvCxnSpPr>
          <p:cNvPr id="52" name="直線矢印コネクタ 108">
            <a:extLst>
              <a:ext uri="{FF2B5EF4-FFF2-40B4-BE49-F238E27FC236}">
                <a16:creationId xmlns:a16="http://schemas.microsoft.com/office/drawing/2014/main" id="{58A82CAE-C71E-B7B5-6BC9-F8D9B12DD3E6}"/>
              </a:ext>
            </a:extLst>
          </p:cNvPr>
          <p:cNvCxnSpPr>
            <a:cxnSpLocks/>
          </p:cNvCxnSpPr>
          <p:nvPr/>
        </p:nvCxnSpPr>
        <p:spPr>
          <a:xfrm flipH="1">
            <a:off x="9119228" y="5570921"/>
            <a:ext cx="10020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108">
            <a:extLst>
              <a:ext uri="{FF2B5EF4-FFF2-40B4-BE49-F238E27FC236}">
                <a16:creationId xmlns:a16="http://schemas.microsoft.com/office/drawing/2014/main" id="{B17A1A29-25DC-477C-2A3F-C4EF8A886B17}"/>
              </a:ext>
            </a:extLst>
          </p:cNvPr>
          <p:cNvCxnSpPr>
            <a:cxnSpLocks/>
          </p:cNvCxnSpPr>
          <p:nvPr/>
        </p:nvCxnSpPr>
        <p:spPr>
          <a:xfrm flipH="1">
            <a:off x="9119228" y="6201954"/>
            <a:ext cx="10020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9">
            <a:extLst>
              <a:ext uri="{FF2B5EF4-FFF2-40B4-BE49-F238E27FC236}">
                <a16:creationId xmlns:a16="http://schemas.microsoft.com/office/drawing/2014/main" id="{9A56896F-FFDC-767C-91F5-DAB04CC87D2E}"/>
              </a:ext>
            </a:extLst>
          </p:cNvPr>
          <p:cNvSpPr txBox="1"/>
          <p:nvPr/>
        </p:nvSpPr>
        <p:spPr>
          <a:xfrm>
            <a:off x="10362896" y="4962913"/>
            <a:ext cx="137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既存</a:t>
            </a:r>
            <a:r>
              <a:rPr kumimoji="1" lang="en-US" altLang="ja-JP" sz="18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AI</a:t>
            </a: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アプリ</a:t>
            </a:r>
          </a:p>
        </p:txBody>
      </p:sp>
      <p:sp>
        <p:nvSpPr>
          <p:cNvPr id="55" name="Graphic 147" descr="AIロボットのアイコン">
            <a:extLst>
              <a:ext uri="{FF2B5EF4-FFF2-40B4-BE49-F238E27FC236}">
                <a16:creationId xmlns:a16="http://schemas.microsoft.com/office/drawing/2014/main" id="{1B275875-C452-8947-E08D-61DA5DA722DB}"/>
              </a:ext>
            </a:extLst>
          </p:cNvPr>
          <p:cNvSpPr>
            <a:spLocks/>
          </p:cNvSpPr>
          <p:nvPr/>
        </p:nvSpPr>
        <p:spPr>
          <a:xfrm>
            <a:off x="7713942" y="2305125"/>
            <a:ext cx="240173" cy="276405"/>
          </a:xfrm>
          <a:custGeom>
            <a:avLst/>
            <a:gdLst>
              <a:gd name="connsiteX0" fmla="*/ 130969 w 152400"/>
              <a:gd name="connsiteY0" fmla="*/ 114300 h 190500"/>
              <a:gd name="connsiteX1" fmla="*/ 152400 w 152400"/>
              <a:gd name="connsiteY1" fmla="*/ 135731 h 190500"/>
              <a:gd name="connsiteX2" fmla="*/ 152400 w 152400"/>
              <a:gd name="connsiteY2" fmla="*/ 144351 h 190500"/>
              <a:gd name="connsiteX3" fmla="*/ 139951 w 152400"/>
              <a:gd name="connsiteY3" fmla="*/ 171460 h 190500"/>
              <a:gd name="connsiteX4" fmla="*/ 76171 w 152400"/>
              <a:gd name="connsiteY4" fmla="*/ 190500 h 190500"/>
              <a:gd name="connsiteX5" fmla="*/ 12440 w 152400"/>
              <a:gd name="connsiteY5" fmla="*/ 171450 h 190500"/>
              <a:gd name="connsiteX6" fmla="*/ 0 w 152400"/>
              <a:gd name="connsiteY6" fmla="*/ 144370 h 190500"/>
              <a:gd name="connsiteX7" fmla="*/ 0 w 152400"/>
              <a:gd name="connsiteY7" fmla="*/ 135722 h 190500"/>
              <a:gd name="connsiteX8" fmla="*/ 21431 w 152400"/>
              <a:gd name="connsiteY8" fmla="*/ 114300 h 190500"/>
              <a:gd name="connsiteX9" fmla="*/ 130969 w 152400"/>
              <a:gd name="connsiteY9" fmla="*/ 114300 h 190500"/>
              <a:gd name="connsiteX10" fmla="*/ 75200 w 152400"/>
              <a:gd name="connsiteY10" fmla="*/ 76 h 190500"/>
              <a:gd name="connsiteX11" fmla="*/ 76171 w 152400"/>
              <a:gd name="connsiteY11" fmla="*/ 0 h 190500"/>
              <a:gd name="connsiteX12" fmla="*/ 83249 w 152400"/>
              <a:gd name="connsiteY12" fmla="*/ 6172 h 190500"/>
              <a:gd name="connsiteX13" fmla="*/ 83315 w 152400"/>
              <a:gd name="connsiteY13" fmla="*/ 7144 h 190500"/>
              <a:gd name="connsiteX14" fmla="*/ 83315 w 152400"/>
              <a:gd name="connsiteY14" fmla="*/ 14288 h 190500"/>
              <a:gd name="connsiteX15" fmla="*/ 116653 w 152400"/>
              <a:gd name="connsiteY15" fmla="*/ 14288 h 190500"/>
              <a:gd name="connsiteX16" fmla="*/ 138084 w 152400"/>
              <a:gd name="connsiteY16" fmla="*/ 35719 h 190500"/>
              <a:gd name="connsiteX17" fmla="*/ 138084 w 152400"/>
              <a:gd name="connsiteY17" fmla="*/ 78629 h 190500"/>
              <a:gd name="connsiteX18" fmla="*/ 116653 w 152400"/>
              <a:gd name="connsiteY18" fmla="*/ 100060 h 190500"/>
              <a:gd name="connsiteX19" fmla="*/ 35690 w 152400"/>
              <a:gd name="connsiteY19" fmla="*/ 100060 h 190500"/>
              <a:gd name="connsiteX20" fmla="*/ 14259 w 152400"/>
              <a:gd name="connsiteY20" fmla="*/ 78629 h 190500"/>
              <a:gd name="connsiteX21" fmla="*/ 14259 w 152400"/>
              <a:gd name="connsiteY21" fmla="*/ 35719 h 190500"/>
              <a:gd name="connsiteX22" fmla="*/ 35690 w 152400"/>
              <a:gd name="connsiteY22" fmla="*/ 14288 h 190500"/>
              <a:gd name="connsiteX23" fmla="*/ 69028 w 152400"/>
              <a:gd name="connsiteY23" fmla="*/ 14288 h 190500"/>
              <a:gd name="connsiteX24" fmla="*/ 69028 w 152400"/>
              <a:gd name="connsiteY24" fmla="*/ 7153 h 190500"/>
              <a:gd name="connsiteX25" fmla="*/ 75200 w 152400"/>
              <a:gd name="connsiteY25" fmla="*/ 76 h 190500"/>
              <a:gd name="connsiteX26" fmla="*/ 76171 w 152400"/>
              <a:gd name="connsiteY26" fmla="*/ 0 h 190500"/>
              <a:gd name="connsiteX27" fmla="*/ 75200 w 152400"/>
              <a:gd name="connsiteY27" fmla="*/ 67 h 190500"/>
              <a:gd name="connsiteX28" fmla="*/ 54740 w 152400"/>
              <a:gd name="connsiteY28" fmla="*/ 42863 h 190500"/>
              <a:gd name="connsiteX29" fmla="*/ 42834 w 152400"/>
              <a:gd name="connsiteY29" fmla="*/ 54769 h 190500"/>
              <a:gd name="connsiteX30" fmla="*/ 54740 w 152400"/>
              <a:gd name="connsiteY30" fmla="*/ 66675 h 190500"/>
              <a:gd name="connsiteX31" fmla="*/ 66646 w 152400"/>
              <a:gd name="connsiteY31" fmla="*/ 54769 h 190500"/>
              <a:gd name="connsiteX32" fmla="*/ 54740 w 152400"/>
              <a:gd name="connsiteY32" fmla="*/ 42863 h 190500"/>
              <a:gd name="connsiteX33" fmla="*/ 97536 w 152400"/>
              <a:gd name="connsiteY33" fmla="*/ 42863 h 190500"/>
              <a:gd name="connsiteX34" fmla="*/ 85297 w 152400"/>
              <a:gd name="connsiteY34" fmla="*/ 54427 h 190500"/>
              <a:gd name="connsiteX35" fmla="*/ 96863 w 152400"/>
              <a:gd name="connsiteY35" fmla="*/ 66665 h 190500"/>
              <a:gd name="connsiteX36" fmla="*/ 97536 w 152400"/>
              <a:gd name="connsiteY36" fmla="*/ 66665 h 190500"/>
              <a:gd name="connsiteX37" fmla="*/ 109100 w 152400"/>
              <a:gd name="connsiteY37" fmla="*/ 54427 h 190500"/>
              <a:gd name="connsiteX38" fmla="*/ 97536 w 152400"/>
              <a:gd name="connsiteY38" fmla="*/ 42863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52400" h="190500">
                <a:moveTo>
                  <a:pt x="130969" y="114300"/>
                </a:moveTo>
                <a:cubicBezTo>
                  <a:pt x="142805" y="114300"/>
                  <a:pt x="152400" y="123895"/>
                  <a:pt x="152400" y="135731"/>
                </a:cubicBezTo>
                <a:lnTo>
                  <a:pt x="152400" y="144351"/>
                </a:lnTo>
                <a:cubicBezTo>
                  <a:pt x="152403" y="154771"/>
                  <a:pt x="147856" y="164672"/>
                  <a:pt x="139951" y="171460"/>
                </a:cubicBezTo>
                <a:cubicBezTo>
                  <a:pt x="125035" y="184261"/>
                  <a:pt x="103699" y="190500"/>
                  <a:pt x="76171" y="190500"/>
                </a:cubicBezTo>
                <a:cubicBezTo>
                  <a:pt x="48644" y="190500"/>
                  <a:pt x="27327" y="184252"/>
                  <a:pt x="12440" y="171450"/>
                </a:cubicBezTo>
                <a:cubicBezTo>
                  <a:pt x="4546" y="164667"/>
                  <a:pt x="3" y="154778"/>
                  <a:pt x="0" y="144370"/>
                </a:cubicBezTo>
                <a:lnTo>
                  <a:pt x="0" y="135722"/>
                </a:lnTo>
                <a:cubicBezTo>
                  <a:pt x="5" y="123890"/>
                  <a:pt x="9599" y="114300"/>
                  <a:pt x="21431" y="114300"/>
                </a:cubicBezTo>
                <a:lnTo>
                  <a:pt x="130969" y="114300"/>
                </a:lnTo>
                <a:close/>
                <a:moveTo>
                  <a:pt x="75200" y="76"/>
                </a:moveTo>
                <a:lnTo>
                  <a:pt x="76171" y="0"/>
                </a:lnTo>
                <a:cubicBezTo>
                  <a:pt x="79741" y="0"/>
                  <a:pt x="82763" y="2636"/>
                  <a:pt x="83249" y="6172"/>
                </a:cubicBezTo>
                <a:lnTo>
                  <a:pt x="83315" y="7144"/>
                </a:lnTo>
                <a:lnTo>
                  <a:pt x="83315" y="14288"/>
                </a:lnTo>
                <a:lnTo>
                  <a:pt x="116653" y="14288"/>
                </a:lnTo>
                <a:cubicBezTo>
                  <a:pt x="128488" y="14288"/>
                  <a:pt x="138084" y="23883"/>
                  <a:pt x="138084" y="35719"/>
                </a:cubicBezTo>
                <a:lnTo>
                  <a:pt x="138084" y="78629"/>
                </a:lnTo>
                <a:cubicBezTo>
                  <a:pt x="138084" y="90465"/>
                  <a:pt x="128488" y="100060"/>
                  <a:pt x="116653" y="100060"/>
                </a:cubicBezTo>
                <a:lnTo>
                  <a:pt x="35690" y="100060"/>
                </a:lnTo>
                <a:cubicBezTo>
                  <a:pt x="23854" y="100060"/>
                  <a:pt x="14259" y="90465"/>
                  <a:pt x="14259" y="78629"/>
                </a:cubicBezTo>
                <a:lnTo>
                  <a:pt x="14259" y="35719"/>
                </a:lnTo>
                <a:cubicBezTo>
                  <a:pt x="14259" y="23883"/>
                  <a:pt x="23854" y="14288"/>
                  <a:pt x="35690" y="14288"/>
                </a:cubicBezTo>
                <a:lnTo>
                  <a:pt x="69028" y="14288"/>
                </a:lnTo>
                <a:lnTo>
                  <a:pt x="69028" y="7153"/>
                </a:lnTo>
                <a:cubicBezTo>
                  <a:pt x="69028" y="3583"/>
                  <a:pt x="71663" y="562"/>
                  <a:pt x="75200" y="76"/>
                </a:cubicBezTo>
                <a:lnTo>
                  <a:pt x="76171" y="0"/>
                </a:lnTo>
                <a:lnTo>
                  <a:pt x="75200" y="67"/>
                </a:lnTo>
                <a:close/>
                <a:moveTo>
                  <a:pt x="54740" y="42863"/>
                </a:moveTo>
                <a:cubicBezTo>
                  <a:pt x="48164" y="42863"/>
                  <a:pt x="42834" y="48193"/>
                  <a:pt x="42834" y="54769"/>
                </a:cubicBezTo>
                <a:cubicBezTo>
                  <a:pt x="42834" y="61344"/>
                  <a:pt x="48164" y="66675"/>
                  <a:pt x="54740" y="66675"/>
                </a:cubicBezTo>
                <a:cubicBezTo>
                  <a:pt x="61316" y="66675"/>
                  <a:pt x="66646" y="61344"/>
                  <a:pt x="66646" y="54769"/>
                </a:cubicBezTo>
                <a:cubicBezTo>
                  <a:pt x="66646" y="48193"/>
                  <a:pt x="61316" y="42863"/>
                  <a:pt x="54740" y="42863"/>
                </a:cubicBezTo>
                <a:close/>
                <a:moveTo>
                  <a:pt x="97536" y="42863"/>
                </a:moveTo>
                <a:cubicBezTo>
                  <a:pt x="90963" y="42677"/>
                  <a:pt x="85484" y="47854"/>
                  <a:pt x="85297" y="54427"/>
                </a:cubicBezTo>
                <a:cubicBezTo>
                  <a:pt x="85112" y="61000"/>
                  <a:pt x="90289" y="66480"/>
                  <a:pt x="96863" y="66665"/>
                </a:cubicBezTo>
                <a:cubicBezTo>
                  <a:pt x="97087" y="66672"/>
                  <a:pt x="97311" y="66672"/>
                  <a:pt x="97536" y="66665"/>
                </a:cubicBezTo>
                <a:cubicBezTo>
                  <a:pt x="104109" y="66480"/>
                  <a:pt x="109287" y="61000"/>
                  <a:pt x="109100" y="54427"/>
                </a:cubicBezTo>
                <a:cubicBezTo>
                  <a:pt x="108922" y="48116"/>
                  <a:pt x="103847" y="43041"/>
                  <a:pt x="97536" y="42863"/>
                </a:cubicBezTo>
                <a:close/>
              </a:path>
            </a:pathLst>
          </a:custGeom>
          <a:solidFill>
            <a:schemeClr val="tx2"/>
          </a:solidFill>
          <a:ln w="15081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Yu Gothic UI"/>
              <a:cs typeface="+mn-cs"/>
            </a:endParaRPr>
          </a:p>
        </p:txBody>
      </p:sp>
      <p:sp>
        <p:nvSpPr>
          <p:cNvPr id="56" name="テキスト ボックス 29">
            <a:extLst>
              <a:ext uri="{FF2B5EF4-FFF2-40B4-BE49-F238E27FC236}">
                <a16:creationId xmlns:a16="http://schemas.microsoft.com/office/drawing/2014/main" id="{5CD47EEB-4B2E-D432-8370-E2C76681F922}"/>
              </a:ext>
            </a:extLst>
          </p:cNvPr>
          <p:cNvSpPr txBox="1"/>
          <p:nvPr/>
        </p:nvSpPr>
        <p:spPr>
          <a:xfrm>
            <a:off x="8112124" y="4085368"/>
            <a:ext cx="14943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電子制御系</a:t>
            </a:r>
            <a:b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</a:b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専門エージェント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</p:txBody>
      </p:sp>
      <p:sp>
        <p:nvSpPr>
          <p:cNvPr id="57" name="テキスト ボックス 66">
            <a:extLst>
              <a:ext uri="{FF2B5EF4-FFF2-40B4-BE49-F238E27FC236}">
                <a16:creationId xmlns:a16="http://schemas.microsoft.com/office/drawing/2014/main" id="{C306DD61-642E-3004-EAF6-2FEB11382CDC}"/>
              </a:ext>
            </a:extLst>
          </p:cNvPr>
          <p:cNvSpPr txBox="1"/>
          <p:nvPr/>
        </p:nvSpPr>
        <p:spPr>
          <a:xfrm>
            <a:off x="5779714" y="4823123"/>
            <a:ext cx="63831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後から</a:t>
            </a:r>
            <a:b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</a:b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参加</a:t>
            </a:r>
          </a:p>
        </p:txBody>
      </p:sp>
      <p:sp>
        <p:nvSpPr>
          <p:cNvPr id="58" name="テキスト ボックス 66">
            <a:extLst>
              <a:ext uri="{FF2B5EF4-FFF2-40B4-BE49-F238E27FC236}">
                <a16:creationId xmlns:a16="http://schemas.microsoft.com/office/drawing/2014/main" id="{9FBBFF26-0014-15D5-FD21-689993A977FA}"/>
              </a:ext>
            </a:extLst>
          </p:cNvPr>
          <p:cNvSpPr txBox="1"/>
          <p:nvPr/>
        </p:nvSpPr>
        <p:spPr>
          <a:xfrm>
            <a:off x="6017597" y="2762494"/>
            <a:ext cx="54373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参加</a:t>
            </a:r>
          </a:p>
        </p:txBody>
      </p:sp>
      <p:sp>
        <p:nvSpPr>
          <p:cNvPr id="59" name="テキスト ボックス 66">
            <a:extLst>
              <a:ext uri="{FF2B5EF4-FFF2-40B4-BE49-F238E27FC236}">
                <a16:creationId xmlns:a16="http://schemas.microsoft.com/office/drawing/2014/main" id="{61505C4D-E427-8D4D-4D23-7D5573598FBF}"/>
              </a:ext>
            </a:extLst>
          </p:cNvPr>
          <p:cNvSpPr txBox="1"/>
          <p:nvPr/>
        </p:nvSpPr>
        <p:spPr>
          <a:xfrm>
            <a:off x="6154353" y="3319260"/>
            <a:ext cx="54373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参加</a:t>
            </a:r>
          </a:p>
        </p:txBody>
      </p:sp>
      <p:sp>
        <p:nvSpPr>
          <p:cNvPr id="60" name="テキスト ボックス 66">
            <a:extLst>
              <a:ext uri="{FF2B5EF4-FFF2-40B4-BE49-F238E27FC236}">
                <a16:creationId xmlns:a16="http://schemas.microsoft.com/office/drawing/2014/main" id="{9D757C18-1D09-2A6A-5D9B-DA921586C187}"/>
              </a:ext>
            </a:extLst>
          </p:cNvPr>
          <p:cNvSpPr txBox="1"/>
          <p:nvPr/>
        </p:nvSpPr>
        <p:spPr>
          <a:xfrm>
            <a:off x="6278376" y="4297900"/>
            <a:ext cx="54373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参加</a:t>
            </a:r>
          </a:p>
        </p:txBody>
      </p:sp>
      <p:sp>
        <p:nvSpPr>
          <p:cNvPr id="61" name="吹き出し: 円形 127">
            <a:extLst>
              <a:ext uri="{FF2B5EF4-FFF2-40B4-BE49-F238E27FC236}">
                <a16:creationId xmlns:a16="http://schemas.microsoft.com/office/drawing/2014/main" id="{21848E2C-43E5-57DC-F14D-D94A2B7C4CA3}"/>
              </a:ext>
            </a:extLst>
          </p:cNvPr>
          <p:cNvSpPr/>
          <p:nvPr/>
        </p:nvSpPr>
        <p:spPr bwMode="auto">
          <a:xfrm>
            <a:off x="5222239" y="2634030"/>
            <a:ext cx="645420" cy="308190"/>
          </a:xfrm>
          <a:prstGeom prst="wedgeEllipseCallout">
            <a:avLst>
              <a:gd name="adj1" fmla="val -33890"/>
              <a:gd name="adj2" fmla="val 67596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 Semibold"/>
                <a:ea typeface="Yu Gothic UI Semibold"/>
                <a:cs typeface="Segoe UI" pitchFamily="34" charset="0"/>
              </a:rPr>
              <a:t>・・・</a:t>
            </a:r>
          </a:p>
        </p:txBody>
      </p:sp>
      <p:sp>
        <p:nvSpPr>
          <p:cNvPr id="62" name="吹き出し: 円形 128">
            <a:extLst>
              <a:ext uri="{FF2B5EF4-FFF2-40B4-BE49-F238E27FC236}">
                <a16:creationId xmlns:a16="http://schemas.microsoft.com/office/drawing/2014/main" id="{24F5401C-3EDF-CD95-2CA0-56F15B2E583F}"/>
              </a:ext>
            </a:extLst>
          </p:cNvPr>
          <p:cNvSpPr/>
          <p:nvPr/>
        </p:nvSpPr>
        <p:spPr bwMode="auto">
          <a:xfrm>
            <a:off x="5462956" y="3264234"/>
            <a:ext cx="645420" cy="308190"/>
          </a:xfrm>
          <a:prstGeom prst="wedgeEllipseCallout">
            <a:avLst>
              <a:gd name="adj1" fmla="val -33890"/>
              <a:gd name="adj2" fmla="val 67596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 Semibold"/>
                <a:ea typeface="Yu Gothic UI Semibold"/>
                <a:cs typeface="Segoe UI" pitchFamily="34" charset="0"/>
              </a:rPr>
              <a:t>・・・</a:t>
            </a:r>
          </a:p>
        </p:txBody>
      </p:sp>
      <p:sp>
        <p:nvSpPr>
          <p:cNvPr id="63" name="吹き出し: 円形 129">
            <a:extLst>
              <a:ext uri="{FF2B5EF4-FFF2-40B4-BE49-F238E27FC236}">
                <a16:creationId xmlns:a16="http://schemas.microsoft.com/office/drawing/2014/main" id="{A544C2CD-87A3-426A-1307-0C5F43FC89ED}"/>
              </a:ext>
            </a:extLst>
          </p:cNvPr>
          <p:cNvSpPr/>
          <p:nvPr/>
        </p:nvSpPr>
        <p:spPr bwMode="auto">
          <a:xfrm>
            <a:off x="5707265" y="3798148"/>
            <a:ext cx="645420" cy="308190"/>
          </a:xfrm>
          <a:prstGeom prst="wedgeEllipseCallout">
            <a:avLst>
              <a:gd name="adj1" fmla="val -33890"/>
              <a:gd name="adj2" fmla="val 67596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 Semibold"/>
                <a:ea typeface="Yu Gothic UI Semibold"/>
                <a:cs typeface="Segoe UI" pitchFamily="34" charset="0"/>
              </a:rPr>
              <a:t>・・・</a:t>
            </a:r>
          </a:p>
        </p:txBody>
      </p:sp>
      <p:sp>
        <p:nvSpPr>
          <p:cNvPr id="64" name="吹き出し: 円形 130">
            <a:extLst>
              <a:ext uri="{FF2B5EF4-FFF2-40B4-BE49-F238E27FC236}">
                <a16:creationId xmlns:a16="http://schemas.microsoft.com/office/drawing/2014/main" id="{AD9DD11B-3D1C-3588-B08F-83327B3A9F4A}"/>
              </a:ext>
            </a:extLst>
          </p:cNvPr>
          <p:cNvSpPr/>
          <p:nvPr/>
        </p:nvSpPr>
        <p:spPr bwMode="auto">
          <a:xfrm>
            <a:off x="4402770" y="4740959"/>
            <a:ext cx="645420" cy="308190"/>
          </a:xfrm>
          <a:prstGeom prst="wedgeEllipseCallout">
            <a:avLst>
              <a:gd name="adj1" fmla="val -8966"/>
              <a:gd name="adj2" fmla="val -61523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 Semibold"/>
                <a:ea typeface="Yu Gothic UI Semibold"/>
                <a:cs typeface="Segoe UI" pitchFamily="34" charset="0"/>
              </a:rPr>
              <a:t>・・・</a:t>
            </a:r>
          </a:p>
        </p:txBody>
      </p:sp>
      <p:sp>
        <p:nvSpPr>
          <p:cNvPr id="65" name="思考の吹き出し: 雲形 114">
            <a:extLst>
              <a:ext uri="{FF2B5EF4-FFF2-40B4-BE49-F238E27FC236}">
                <a16:creationId xmlns:a16="http://schemas.microsoft.com/office/drawing/2014/main" id="{2A7070D3-6F56-B525-4C90-D74EB60E85E7}"/>
              </a:ext>
            </a:extLst>
          </p:cNvPr>
          <p:cNvSpPr/>
          <p:nvPr/>
        </p:nvSpPr>
        <p:spPr>
          <a:xfrm>
            <a:off x="4174761" y="1746284"/>
            <a:ext cx="1608812" cy="804648"/>
          </a:xfrm>
          <a:prstGeom prst="cloudCallout">
            <a:avLst>
              <a:gd name="adj1" fmla="val -40272"/>
              <a:gd name="adj2" fmla="val 61511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</p:txBody>
      </p:sp>
      <p:sp>
        <p:nvSpPr>
          <p:cNvPr id="66" name="テキスト ボックス 115">
            <a:extLst>
              <a:ext uri="{FF2B5EF4-FFF2-40B4-BE49-F238E27FC236}">
                <a16:creationId xmlns:a16="http://schemas.microsoft.com/office/drawing/2014/main" id="{17F8C444-F432-1FBF-835C-0F6BBBD9BE69}"/>
              </a:ext>
            </a:extLst>
          </p:cNvPr>
          <p:cNvSpPr txBox="1"/>
          <p:nvPr/>
        </p:nvSpPr>
        <p:spPr>
          <a:xfrm>
            <a:off x="4129386" y="1845204"/>
            <a:ext cx="17382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環境性能の目標</a:t>
            </a:r>
            <a:endParaRPr kumimoji="1" lang="en-US" altLang="ja-JP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はどの程度に設定</a:t>
            </a:r>
            <a:br>
              <a:rPr kumimoji="1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</a:br>
            <a:r>
              <a: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していますか</a:t>
            </a:r>
          </a:p>
        </p:txBody>
      </p:sp>
      <p:sp>
        <p:nvSpPr>
          <p:cNvPr id="67" name="フローチャート: 磁気ディスク 66">
            <a:extLst>
              <a:ext uri="{FF2B5EF4-FFF2-40B4-BE49-F238E27FC236}">
                <a16:creationId xmlns:a16="http://schemas.microsoft.com/office/drawing/2014/main" id="{465E1F2B-EF5F-9FA4-15BB-CC4389B3E94F}"/>
              </a:ext>
            </a:extLst>
          </p:cNvPr>
          <p:cNvSpPr/>
          <p:nvPr/>
        </p:nvSpPr>
        <p:spPr bwMode="auto">
          <a:xfrm>
            <a:off x="10694184" y="2625480"/>
            <a:ext cx="1275269" cy="457443"/>
          </a:xfrm>
          <a:prstGeom prst="flowChartMagneticDisk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 Semibold"/>
                <a:ea typeface="Yu Gothic UI Semibold"/>
                <a:cs typeface="Segoe UI" pitchFamily="34" charset="0"/>
              </a:rPr>
              <a:t>ナレッジソース</a:t>
            </a:r>
          </a:p>
        </p:txBody>
      </p: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6FEF4E55-6E7F-7278-A808-C2F7871D130D}"/>
              </a:ext>
            </a:extLst>
          </p:cNvPr>
          <p:cNvCxnSpPr>
            <a:cxnSpLocks/>
            <a:endCxn id="67" idx="2"/>
          </p:cNvCxnSpPr>
          <p:nvPr/>
        </p:nvCxnSpPr>
        <p:spPr>
          <a:xfrm flipV="1">
            <a:off x="9820822" y="2854202"/>
            <a:ext cx="873362" cy="871457"/>
          </a:xfrm>
          <a:prstGeom prst="line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フローチャート: 磁気ディスク 68">
            <a:extLst>
              <a:ext uri="{FF2B5EF4-FFF2-40B4-BE49-F238E27FC236}">
                <a16:creationId xmlns:a16="http://schemas.microsoft.com/office/drawing/2014/main" id="{317B79F2-92FC-28F5-36BC-F024C39AE39A}"/>
              </a:ext>
            </a:extLst>
          </p:cNvPr>
          <p:cNvSpPr/>
          <p:nvPr/>
        </p:nvSpPr>
        <p:spPr bwMode="auto">
          <a:xfrm>
            <a:off x="10694184" y="3797748"/>
            <a:ext cx="1275269" cy="457443"/>
          </a:xfrm>
          <a:prstGeom prst="flowChartMagneticDisk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 Semibold"/>
                <a:ea typeface="Yu Gothic UI Semibold"/>
                <a:cs typeface="Segoe UI" pitchFamily="34" charset="0"/>
              </a:rPr>
              <a:t>ナレッジソース</a:t>
            </a:r>
          </a:p>
        </p:txBody>
      </p:sp>
      <p:sp>
        <p:nvSpPr>
          <p:cNvPr id="70" name="フローチャート: 磁気ディスク 69">
            <a:extLst>
              <a:ext uri="{FF2B5EF4-FFF2-40B4-BE49-F238E27FC236}">
                <a16:creationId xmlns:a16="http://schemas.microsoft.com/office/drawing/2014/main" id="{1C36F8B5-9553-7788-2B9C-7A21981AEEEC}"/>
              </a:ext>
            </a:extLst>
          </p:cNvPr>
          <p:cNvSpPr/>
          <p:nvPr/>
        </p:nvSpPr>
        <p:spPr bwMode="auto">
          <a:xfrm>
            <a:off x="10694184" y="3211614"/>
            <a:ext cx="1275269" cy="457443"/>
          </a:xfrm>
          <a:prstGeom prst="flowChartMagneticDisk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 Semibold"/>
                <a:ea typeface="Yu Gothic UI Semibold"/>
                <a:cs typeface="Segoe UI" pitchFamily="34" charset="0"/>
              </a:rPr>
              <a:t>ナレッジソース</a:t>
            </a:r>
          </a:p>
        </p:txBody>
      </p: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F3260D51-8E71-1158-C311-813D3BB5BF3C}"/>
              </a:ext>
            </a:extLst>
          </p:cNvPr>
          <p:cNvCxnSpPr>
            <a:cxnSpLocks/>
            <a:endCxn id="70" idx="2"/>
          </p:cNvCxnSpPr>
          <p:nvPr/>
        </p:nvCxnSpPr>
        <p:spPr>
          <a:xfrm flipV="1">
            <a:off x="9820822" y="3440336"/>
            <a:ext cx="873362" cy="285323"/>
          </a:xfrm>
          <a:prstGeom prst="line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465718BD-D3CD-15E3-5E9A-E79F0C5D7F8A}"/>
              </a:ext>
            </a:extLst>
          </p:cNvPr>
          <p:cNvCxnSpPr>
            <a:cxnSpLocks/>
            <a:endCxn id="69" idx="2"/>
          </p:cNvCxnSpPr>
          <p:nvPr/>
        </p:nvCxnSpPr>
        <p:spPr>
          <a:xfrm>
            <a:off x="9820822" y="3725659"/>
            <a:ext cx="873362" cy="300811"/>
          </a:xfrm>
          <a:prstGeom prst="line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F829A709-CA31-DAEB-029C-D609E18821D3}"/>
              </a:ext>
            </a:extLst>
          </p:cNvPr>
          <p:cNvSpPr txBox="1"/>
          <p:nvPr/>
        </p:nvSpPr>
        <p:spPr>
          <a:xfrm>
            <a:off x="11302533" y="4502522"/>
            <a:ext cx="76944" cy="320601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Yu Gothic UI"/>
                <a:cs typeface="+mn-cs"/>
              </a:rPr>
              <a:t>●　●　●</a:t>
            </a:r>
          </a:p>
        </p:txBody>
      </p: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84681B15-CFF5-B5BE-7600-D7EF7C6FA046}"/>
              </a:ext>
            </a:extLst>
          </p:cNvPr>
          <p:cNvCxnSpPr>
            <a:cxnSpLocks/>
          </p:cNvCxnSpPr>
          <p:nvPr/>
        </p:nvCxnSpPr>
        <p:spPr>
          <a:xfrm>
            <a:off x="9820822" y="3725659"/>
            <a:ext cx="873362" cy="841676"/>
          </a:xfrm>
          <a:prstGeom prst="line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297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D6757-818E-A8C2-2C2F-A69BA200E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DF1C20-CC3F-3430-F28B-3C4ED597CFE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ja-JP" altLang="en-US" sz="2000" b="1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設計ナレッジエージェントのアーキテクチャ</a:t>
            </a:r>
            <a:endParaRPr lang="en-US" altLang="ja-JP" sz="20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96195B4-1997-ACF2-1C95-8DDC9C92EB59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10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545987D-44C0-7D9E-4685-9346DE7F894E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0" name="Rectangle 40">
            <a:extLst>
              <a:ext uri="{FF2B5EF4-FFF2-40B4-BE49-F238E27FC236}">
                <a16:creationId xmlns:a16="http://schemas.microsoft.com/office/drawing/2014/main" id="{BBAFBD7F-2B82-271F-C25C-282DC698A1F8}"/>
              </a:ext>
            </a:extLst>
          </p:cNvPr>
          <p:cNvSpPr/>
          <p:nvPr/>
        </p:nvSpPr>
        <p:spPr>
          <a:xfrm>
            <a:off x="3059790" y="1328738"/>
            <a:ext cx="8990596" cy="5472110"/>
          </a:xfrm>
          <a:prstGeom prst="rect">
            <a:avLst/>
          </a:prstGeom>
          <a:noFill/>
          <a:ln w="12700">
            <a:solidFill>
              <a:srgbClr val="3A49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Arial" panose="020B0604020202020204" pitchFamily="34" charset="0"/>
              </a:rPr>
              <a:t>Azure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Arial" panose="020B0604020202020204" pitchFamily="34" charset="0"/>
            </a:endParaRPr>
          </a:p>
        </p:txBody>
      </p:sp>
      <p:pic>
        <p:nvPicPr>
          <p:cNvPr id="181" name="グラフィックス 5">
            <a:extLst>
              <a:ext uri="{FF2B5EF4-FFF2-40B4-BE49-F238E27FC236}">
                <a16:creationId xmlns:a16="http://schemas.microsoft.com/office/drawing/2014/main" id="{CA2B0D05-9042-9D96-769E-B37248A62E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09540" y="1362051"/>
            <a:ext cx="405060" cy="405060"/>
          </a:xfrm>
          <a:prstGeom prst="rect">
            <a:avLst/>
          </a:prstGeom>
        </p:spPr>
      </p:pic>
      <p:sp>
        <p:nvSpPr>
          <p:cNvPr id="182" name="Rectangle 40">
            <a:extLst>
              <a:ext uri="{FF2B5EF4-FFF2-40B4-BE49-F238E27FC236}">
                <a16:creationId xmlns:a16="http://schemas.microsoft.com/office/drawing/2014/main" id="{83F430C8-81C1-A902-B35C-D0814B8EBA6B}"/>
              </a:ext>
            </a:extLst>
          </p:cNvPr>
          <p:cNvSpPr/>
          <p:nvPr/>
        </p:nvSpPr>
        <p:spPr>
          <a:xfrm>
            <a:off x="141614" y="2084002"/>
            <a:ext cx="1719724" cy="4637379"/>
          </a:xfrm>
          <a:prstGeom prst="rect">
            <a:avLst/>
          </a:prstGeom>
          <a:noFill/>
          <a:ln w="12700">
            <a:solidFill>
              <a:srgbClr val="3A49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0" bIns="0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Arial" panose="020B0604020202020204" pitchFamily="34" charset="0"/>
              </a:rPr>
              <a:t>オンプレミス</a:t>
            </a:r>
          </a:p>
        </p:txBody>
      </p:sp>
      <p:sp>
        <p:nvSpPr>
          <p:cNvPr id="183" name="テキスト ボックス 8">
            <a:extLst>
              <a:ext uri="{FF2B5EF4-FFF2-40B4-BE49-F238E27FC236}">
                <a16:creationId xmlns:a16="http://schemas.microsoft.com/office/drawing/2014/main" id="{D33159F4-8FD5-418C-1CC0-60907BF1C245}"/>
              </a:ext>
            </a:extLst>
          </p:cNvPr>
          <p:cNvSpPr txBox="1"/>
          <p:nvPr/>
        </p:nvSpPr>
        <p:spPr>
          <a:xfrm>
            <a:off x="560841" y="4727315"/>
            <a:ext cx="9267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クライアントPC</a:t>
            </a:r>
            <a:endParaRPr kumimoji="1" lang="ja-JP" altLang="en-US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</p:txBody>
      </p:sp>
      <p:pic>
        <p:nvPicPr>
          <p:cNvPr id="184" name="グラフィックス 9">
            <a:extLst>
              <a:ext uri="{FF2B5EF4-FFF2-40B4-BE49-F238E27FC236}">
                <a16:creationId xmlns:a16="http://schemas.microsoft.com/office/drawing/2014/main" id="{A37BF9CF-8CB8-C5E1-2EB3-699A7E933E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550" y="5463229"/>
            <a:ext cx="733339" cy="733339"/>
          </a:xfrm>
          <a:prstGeom prst="rect">
            <a:avLst/>
          </a:prstGeom>
        </p:spPr>
      </p:pic>
      <p:sp>
        <p:nvSpPr>
          <p:cNvPr id="185" name="テキスト ボックス 10">
            <a:extLst>
              <a:ext uri="{FF2B5EF4-FFF2-40B4-BE49-F238E27FC236}">
                <a16:creationId xmlns:a16="http://schemas.microsoft.com/office/drawing/2014/main" id="{47FE17E8-A81A-E1BF-DE6C-B16B969360BE}"/>
              </a:ext>
            </a:extLst>
          </p:cNvPr>
          <p:cNvSpPr txBox="1"/>
          <p:nvPr/>
        </p:nvSpPr>
        <p:spPr>
          <a:xfrm>
            <a:off x="429650" y="6239315"/>
            <a:ext cx="11891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サーバーシステム</a:t>
            </a:r>
            <a:endParaRPr kumimoji="1" lang="ja-JP" altLang="en-US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</p:txBody>
      </p:sp>
      <p:sp>
        <p:nvSpPr>
          <p:cNvPr id="186" name="テキスト ボックス 13">
            <a:extLst>
              <a:ext uri="{FF2B5EF4-FFF2-40B4-BE49-F238E27FC236}">
                <a16:creationId xmlns:a16="http://schemas.microsoft.com/office/drawing/2014/main" id="{3402E48D-088E-6750-5B91-8BD41AD7A5E0}"/>
              </a:ext>
            </a:extLst>
          </p:cNvPr>
          <p:cNvSpPr txBox="1"/>
          <p:nvPr/>
        </p:nvSpPr>
        <p:spPr>
          <a:xfrm>
            <a:off x="1879282" y="4886497"/>
            <a:ext cx="11891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Azure Express Route</a:t>
            </a:r>
            <a:endParaRPr kumimoji="1" lang="ja-JP" altLang="en-US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</p:txBody>
      </p:sp>
      <p:sp>
        <p:nvSpPr>
          <p:cNvPr id="187" name="Rectangle 40">
            <a:extLst>
              <a:ext uri="{FF2B5EF4-FFF2-40B4-BE49-F238E27FC236}">
                <a16:creationId xmlns:a16="http://schemas.microsoft.com/office/drawing/2014/main" id="{A2DC0F92-C401-3B2A-9D42-87F1CE097316}"/>
              </a:ext>
            </a:extLst>
          </p:cNvPr>
          <p:cNvSpPr/>
          <p:nvPr/>
        </p:nvSpPr>
        <p:spPr>
          <a:xfrm>
            <a:off x="3154667" y="1854272"/>
            <a:ext cx="1026560" cy="3775944"/>
          </a:xfrm>
          <a:prstGeom prst="rect">
            <a:avLst/>
          </a:prstGeom>
          <a:noFill/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3999" tIns="91440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Arial" panose="020B0604020202020204" pitchFamily="34" charset="0"/>
              </a:rPr>
              <a:t>Hub</a:t>
            </a:r>
            <a:r>
              <a:rPr kumimoji="0" lang="ja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Arial" panose="020B0604020202020204" pitchFamily="34" charset="0"/>
              </a:rPr>
              <a:t> </a:t>
            </a:r>
            <a:r>
              <a:rPr kumimoji="0" lang="en-US" altLang="ja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Arial" panose="020B0604020202020204" pitchFamily="34" charset="0"/>
              </a:rPr>
              <a:t>Vnet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Arial" panose="020B0604020202020204" pitchFamily="34" charset="0"/>
            </a:endParaRPr>
          </a:p>
        </p:txBody>
      </p:sp>
      <p:pic>
        <p:nvPicPr>
          <p:cNvPr id="188" name="Picture 2" descr="Azure セキュリティ監視 |プレミアムクラウドセキュリティ |クラウドオプティクス...">
            <a:extLst>
              <a:ext uri="{FF2B5EF4-FFF2-40B4-BE49-F238E27FC236}">
                <a16:creationId xmlns:a16="http://schemas.microsoft.com/office/drawing/2014/main" id="{E326FA70-6970-0AB5-C20F-59FD52FD5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623" y="1878705"/>
            <a:ext cx="384099" cy="384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グラフィックス 16">
            <a:extLst>
              <a:ext uri="{FF2B5EF4-FFF2-40B4-BE49-F238E27FC236}">
                <a16:creationId xmlns:a16="http://schemas.microsoft.com/office/drawing/2014/main" id="{C5ACE8C2-3D03-129B-B7DC-DA1FAE801F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14783" y="5914348"/>
            <a:ext cx="460802" cy="460802"/>
          </a:xfrm>
          <a:prstGeom prst="rect">
            <a:avLst/>
          </a:prstGeom>
        </p:spPr>
      </p:pic>
      <p:sp>
        <p:nvSpPr>
          <p:cNvPr id="190" name="テキスト ボックス 17">
            <a:extLst>
              <a:ext uri="{FF2B5EF4-FFF2-40B4-BE49-F238E27FC236}">
                <a16:creationId xmlns:a16="http://schemas.microsoft.com/office/drawing/2014/main" id="{F60D5DD2-F25E-DA06-42A2-E89EDD60109B}"/>
              </a:ext>
            </a:extLst>
          </p:cNvPr>
          <p:cNvSpPr txBox="1"/>
          <p:nvPr/>
        </p:nvSpPr>
        <p:spPr>
          <a:xfrm>
            <a:off x="3055647" y="6383005"/>
            <a:ext cx="7790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Entra ID</a:t>
            </a:r>
            <a:endParaRPr kumimoji="1" lang="ja-JP" altLang="en-US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</p:txBody>
      </p:sp>
      <p:sp>
        <p:nvSpPr>
          <p:cNvPr id="191" name="テキスト ボックス 19">
            <a:extLst>
              <a:ext uri="{FF2B5EF4-FFF2-40B4-BE49-F238E27FC236}">
                <a16:creationId xmlns:a16="http://schemas.microsoft.com/office/drawing/2014/main" id="{ECD37539-1FEE-3448-E069-4A910A57B6FB}"/>
              </a:ext>
            </a:extLst>
          </p:cNvPr>
          <p:cNvSpPr txBox="1"/>
          <p:nvPr/>
        </p:nvSpPr>
        <p:spPr>
          <a:xfrm>
            <a:off x="3701597" y="6379411"/>
            <a:ext cx="9102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Defender</a:t>
            </a:r>
            <a:endParaRPr kumimoji="1" lang="ja-JP" altLang="en-US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</p:txBody>
      </p:sp>
      <p:pic>
        <p:nvPicPr>
          <p:cNvPr id="192" name="グラフィックス 20">
            <a:extLst>
              <a:ext uri="{FF2B5EF4-FFF2-40B4-BE49-F238E27FC236}">
                <a16:creationId xmlns:a16="http://schemas.microsoft.com/office/drawing/2014/main" id="{7326DA76-2AFA-F418-F80A-91B7820CB8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67775" y="4498024"/>
            <a:ext cx="400895" cy="400895"/>
          </a:xfrm>
          <a:prstGeom prst="rect">
            <a:avLst/>
          </a:prstGeom>
        </p:spPr>
      </p:pic>
      <p:pic>
        <p:nvPicPr>
          <p:cNvPr id="193" name="グラフィックス 21">
            <a:extLst>
              <a:ext uri="{FF2B5EF4-FFF2-40B4-BE49-F238E27FC236}">
                <a16:creationId xmlns:a16="http://schemas.microsoft.com/office/drawing/2014/main" id="{5307D79D-0F0A-7773-D509-454F8231D7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34195" y="2718569"/>
            <a:ext cx="468055" cy="468055"/>
          </a:xfrm>
          <a:prstGeom prst="rect">
            <a:avLst/>
          </a:prstGeom>
        </p:spPr>
      </p:pic>
      <p:sp>
        <p:nvSpPr>
          <p:cNvPr id="194" name="テキスト ボックス 22">
            <a:extLst>
              <a:ext uri="{FF2B5EF4-FFF2-40B4-BE49-F238E27FC236}">
                <a16:creationId xmlns:a16="http://schemas.microsoft.com/office/drawing/2014/main" id="{26082266-53B3-ADFB-AAB6-065B9DCEF2D6}"/>
              </a:ext>
            </a:extLst>
          </p:cNvPr>
          <p:cNvSpPr txBox="1"/>
          <p:nvPr/>
        </p:nvSpPr>
        <p:spPr>
          <a:xfrm>
            <a:off x="3213108" y="4903197"/>
            <a:ext cx="9102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管理VM</a:t>
            </a:r>
            <a:endParaRPr kumimoji="1" lang="ja-JP" altLang="en-US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</p:txBody>
      </p:sp>
      <p:sp>
        <p:nvSpPr>
          <p:cNvPr id="195" name="テキスト ボックス 23">
            <a:extLst>
              <a:ext uri="{FF2B5EF4-FFF2-40B4-BE49-F238E27FC236}">
                <a16:creationId xmlns:a16="http://schemas.microsoft.com/office/drawing/2014/main" id="{4DFD2FDC-99E8-59FA-C8E8-C492083AB6AA}"/>
              </a:ext>
            </a:extLst>
          </p:cNvPr>
          <p:cNvSpPr txBox="1"/>
          <p:nvPr/>
        </p:nvSpPr>
        <p:spPr>
          <a:xfrm>
            <a:off x="3213108" y="3146654"/>
            <a:ext cx="9102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Firewall</a:t>
            </a:r>
            <a:endParaRPr kumimoji="1" lang="ja-JP" altLang="en-US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</p:txBody>
      </p:sp>
      <p:pic>
        <p:nvPicPr>
          <p:cNvPr id="196" name="グラフィックス 24">
            <a:extLst>
              <a:ext uri="{FF2B5EF4-FFF2-40B4-BE49-F238E27FC236}">
                <a16:creationId xmlns:a16="http://schemas.microsoft.com/office/drawing/2014/main" id="{830EDDAB-BE8E-3F8E-9FC8-13E3F03AAF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32506" y="3564314"/>
            <a:ext cx="471433" cy="471433"/>
          </a:xfrm>
          <a:prstGeom prst="rect">
            <a:avLst/>
          </a:prstGeom>
        </p:spPr>
      </p:pic>
      <p:sp>
        <p:nvSpPr>
          <p:cNvPr id="197" name="テキスト ボックス 25">
            <a:extLst>
              <a:ext uri="{FF2B5EF4-FFF2-40B4-BE49-F238E27FC236}">
                <a16:creationId xmlns:a16="http://schemas.microsoft.com/office/drawing/2014/main" id="{59DA62B1-7158-55FA-2870-3596C209B426}"/>
              </a:ext>
            </a:extLst>
          </p:cNvPr>
          <p:cNvSpPr txBox="1"/>
          <p:nvPr/>
        </p:nvSpPr>
        <p:spPr>
          <a:xfrm>
            <a:off x="3213108" y="4062068"/>
            <a:ext cx="9102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Monitor</a:t>
            </a:r>
            <a:endParaRPr kumimoji="1" lang="ja-JP" altLang="en-US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</p:txBody>
      </p:sp>
      <p:sp>
        <p:nvSpPr>
          <p:cNvPr id="198" name="Rectangle 40">
            <a:extLst>
              <a:ext uri="{FF2B5EF4-FFF2-40B4-BE49-F238E27FC236}">
                <a16:creationId xmlns:a16="http://schemas.microsoft.com/office/drawing/2014/main" id="{768A70BA-55D9-7C12-8012-18A2E0EC0E86}"/>
              </a:ext>
            </a:extLst>
          </p:cNvPr>
          <p:cNvSpPr/>
          <p:nvPr/>
        </p:nvSpPr>
        <p:spPr>
          <a:xfrm>
            <a:off x="4551992" y="1652990"/>
            <a:ext cx="7409182" cy="487292"/>
          </a:xfrm>
          <a:prstGeom prst="rect">
            <a:avLst/>
          </a:prstGeom>
          <a:noFill/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3999" tIns="91440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Arial" panose="020B0604020202020204" pitchFamily="34" charset="0"/>
              </a:rPr>
              <a:t>Spoke</a:t>
            </a:r>
            <a:r>
              <a:rPr kumimoji="0" lang="ja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Arial" panose="020B0604020202020204" pitchFamily="34" charset="0"/>
              </a:rPr>
              <a:t> </a:t>
            </a:r>
            <a:r>
              <a:rPr kumimoji="0" lang="en-US" altLang="ja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Arial" panose="020B0604020202020204" pitchFamily="34" charset="0"/>
              </a:rPr>
              <a:t>Vnet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Arial" panose="020B0604020202020204" pitchFamily="34" charset="0"/>
            </a:endParaRPr>
          </a:p>
        </p:txBody>
      </p:sp>
      <p:pic>
        <p:nvPicPr>
          <p:cNvPr id="199" name="Picture 2" descr="Azure セキュリティ監視 |プレミアムクラウドセキュリティ |クラウドオプティクス...">
            <a:extLst>
              <a:ext uri="{FF2B5EF4-FFF2-40B4-BE49-F238E27FC236}">
                <a16:creationId xmlns:a16="http://schemas.microsoft.com/office/drawing/2014/main" id="{17746F2D-17AC-7C46-25E7-53E030E28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0028" y="1677597"/>
            <a:ext cx="395176" cy="384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0" name="Rectangle 40">
            <a:extLst>
              <a:ext uri="{FF2B5EF4-FFF2-40B4-BE49-F238E27FC236}">
                <a16:creationId xmlns:a16="http://schemas.microsoft.com/office/drawing/2014/main" id="{076F467C-374A-E12C-D6AC-CFCD9A61D40A}"/>
              </a:ext>
            </a:extLst>
          </p:cNvPr>
          <p:cNvSpPr/>
          <p:nvPr/>
        </p:nvSpPr>
        <p:spPr>
          <a:xfrm>
            <a:off x="4557613" y="2203914"/>
            <a:ext cx="7403561" cy="4517468"/>
          </a:xfrm>
          <a:prstGeom prst="rect">
            <a:avLst/>
          </a:prstGeom>
          <a:noFill/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3999" tIns="91440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Arial" panose="020B0604020202020204" pitchFamily="34" charset="0"/>
              </a:rPr>
              <a:t>Spoke</a:t>
            </a:r>
            <a:r>
              <a:rPr kumimoji="0" lang="ja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Arial" panose="020B0604020202020204" pitchFamily="34" charset="0"/>
              </a:rPr>
              <a:t> </a:t>
            </a:r>
            <a:r>
              <a:rPr kumimoji="0" lang="en-US" altLang="ja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Arial" panose="020B0604020202020204" pitchFamily="34" charset="0"/>
              </a:rPr>
              <a:t>Vnet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Arial" panose="020B0604020202020204" pitchFamily="34" charset="0"/>
            </a:endParaRPr>
          </a:p>
        </p:txBody>
      </p:sp>
      <p:pic>
        <p:nvPicPr>
          <p:cNvPr id="201" name="Picture 2" descr="Azure セキュリティ監視 |プレミアムクラウドセキュリティ |クラウドオプティクス...">
            <a:extLst>
              <a:ext uri="{FF2B5EF4-FFF2-40B4-BE49-F238E27FC236}">
                <a16:creationId xmlns:a16="http://schemas.microsoft.com/office/drawing/2014/main" id="{423BE63A-03F0-915C-84CD-118EBD990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567" y="2199031"/>
            <a:ext cx="384099" cy="384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2" name="直線コネクタ 30">
            <a:extLst>
              <a:ext uri="{FF2B5EF4-FFF2-40B4-BE49-F238E27FC236}">
                <a16:creationId xmlns:a16="http://schemas.microsoft.com/office/drawing/2014/main" id="{8A4D2665-0D8E-06F6-214C-545968C31683}"/>
              </a:ext>
            </a:extLst>
          </p:cNvPr>
          <p:cNvCxnSpPr>
            <a:cxnSpLocks/>
          </p:cNvCxnSpPr>
          <p:nvPr/>
        </p:nvCxnSpPr>
        <p:spPr>
          <a:xfrm>
            <a:off x="4181778" y="2070754"/>
            <a:ext cx="369943" cy="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  <a:alpha val="99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直線コネクタ 31">
            <a:extLst>
              <a:ext uri="{FF2B5EF4-FFF2-40B4-BE49-F238E27FC236}">
                <a16:creationId xmlns:a16="http://schemas.microsoft.com/office/drawing/2014/main" id="{E2B3AAD3-849D-A0A5-0F0E-0544FB7C82CF}"/>
              </a:ext>
            </a:extLst>
          </p:cNvPr>
          <p:cNvCxnSpPr>
            <a:cxnSpLocks/>
          </p:cNvCxnSpPr>
          <p:nvPr/>
        </p:nvCxnSpPr>
        <p:spPr>
          <a:xfrm>
            <a:off x="4181778" y="2448174"/>
            <a:ext cx="369943" cy="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  <a:alpha val="99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4" name="グラフィックス 35">
            <a:extLst>
              <a:ext uri="{FF2B5EF4-FFF2-40B4-BE49-F238E27FC236}">
                <a16:creationId xmlns:a16="http://schemas.microsoft.com/office/drawing/2014/main" id="{F29B144F-3B33-8A3D-FC5A-734F05E48B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32603" y="2683653"/>
            <a:ext cx="468150" cy="468150"/>
          </a:xfrm>
          <a:prstGeom prst="rect">
            <a:avLst/>
          </a:prstGeom>
        </p:spPr>
      </p:pic>
      <p:sp>
        <p:nvSpPr>
          <p:cNvPr id="205" name="テキスト ボックス 36">
            <a:extLst>
              <a:ext uri="{FF2B5EF4-FFF2-40B4-BE49-F238E27FC236}">
                <a16:creationId xmlns:a16="http://schemas.microsoft.com/office/drawing/2014/main" id="{DF7EB3D8-AA06-509C-D69C-4B54ACC87973}"/>
              </a:ext>
            </a:extLst>
          </p:cNvPr>
          <p:cNvSpPr txBox="1"/>
          <p:nvPr/>
        </p:nvSpPr>
        <p:spPr>
          <a:xfrm>
            <a:off x="4666337" y="3136453"/>
            <a:ext cx="1000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Application</a:t>
            </a:r>
            <a:br>
              <a:rPr kumimoji="1" lang="en-US" altLang="ja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</a:br>
            <a:r>
              <a:rPr kumimoji="1" lang="en-US" altLang="ja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Gateway</a:t>
            </a:r>
            <a:endParaRPr kumimoji="1" lang="ja-JP" altLang="en-US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</p:txBody>
      </p:sp>
      <p:sp>
        <p:nvSpPr>
          <p:cNvPr id="206" name="テキスト ボックス 37">
            <a:extLst>
              <a:ext uri="{FF2B5EF4-FFF2-40B4-BE49-F238E27FC236}">
                <a16:creationId xmlns:a16="http://schemas.microsoft.com/office/drawing/2014/main" id="{7C828085-6D53-E97B-EC5A-6E15BB4CC3AD}"/>
              </a:ext>
            </a:extLst>
          </p:cNvPr>
          <p:cNvSpPr txBox="1"/>
          <p:nvPr/>
        </p:nvSpPr>
        <p:spPr>
          <a:xfrm>
            <a:off x="4524667" y="4396379"/>
            <a:ext cx="128402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AppService(アプリケーションサービス)</a:t>
            </a:r>
            <a:endParaRPr kumimoji="0" lang="en-US" altLang="ja-JP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O-Beya UI</a:t>
            </a:r>
          </a:p>
        </p:txBody>
      </p:sp>
      <p:cxnSp>
        <p:nvCxnSpPr>
          <p:cNvPr id="207" name="直線矢印コネクタ 39">
            <a:extLst>
              <a:ext uri="{FF2B5EF4-FFF2-40B4-BE49-F238E27FC236}">
                <a16:creationId xmlns:a16="http://schemas.microsoft.com/office/drawing/2014/main" id="{336A0C7D-3262-BB39-F9CE-7071F5BD3BD9}"/>
              </a:ext>
            </a:extLst>
          </p:cNvPr>
          <p:cNvCxnSpPr>
            <a:cxnSpLocks/>
          </p:cNvCxnSpPr>
          <p:nvPr/>
        </p:nvCxnSpPr>
        <p:spPr>
          <a:xfrm flipH="1">
            <a:off x="5165835" y="3553601"/>
            <a:ext cx="1687" cy="3909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8" name="グラフィックス 40">
            <a:extLst>
              <a:ext uri="{FF2B5EF4-FFF2-40B4-BE49-F238E27FC236}">
                <a16:creationId xmlns:a16="http://schemas.microsoft.com/office/drawing/2014/main" id="{57BCED5F-3A5F-99C7-2BCC-BBE6642B31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44089" y="2631429"/>
            <a:ext cx="566032" cy="566032"/>
          </a:xfrm>
          <a:prstGeom prst="rect">
            <a:avLst/>
          </a:prstGeom>
        </p:spPr>
      </p:pic>
      <p:sp>
        <p:nvSpPr>
          <p:cNvPr id="209" name="テキスト ボックス 41">
            <a:extLst>
              <a:ext uri="{FF2B5EF4-FFF2-40B4-BE49-F238E27FC236}">
                <a16:creationId xmlns:a16="http://schemas.microsoft.com/office/drawing/2014/main" id="{2DDB7512-13F1-3450-22CB-EBD9B0A2FE40}"/>
              </a:ext>
            </a:extLst>
          </p:cNvPr>
          <p:cNvSpPr txBox="1"/>
          <p:nvPr/>
        </p:nvSpPr>
        <p:spPr>
          <a:xfrm>
            <a:off x="5401101" y="3115275"/>
            <a:ext cx="16520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Cosmos</a:t>
            </a:r>
            <a:r>
              <a:rPr kumimoji="1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DB</a:t>
            </a:r>
            <a:endParaRPr kumimoji="1" lang="en-US" altLang="ja-JP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会話ログ</a:t>
            </a:r>
            <a:endParaRPr kumimoji="1" lang="ja-JP" altLang="en-US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</p:txBody>
      </p:sp>
      <p:pic>
        <p:nvPicPr>
          <p:cNvPr id="210" name="グラフィックス 42">
            <a:extLst>
              <a:ext uri="{FF2B5EF4-FFF2-40B4-BE49-F238E27FC236}">
                <a16:creationId xmlns:a16="http://schemas.microsoft.com/office/drawing/2014/main" id="{09AD541E-4921-2CF5-D38F-C8ABE6F9AB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53724" y="3863630"/>
            <a:ext cx="546762" cy="546762"/>
          </a:xfrm>
          <a:prstGeom prst="rect">
            <a:avLst/>
          </a:prstGeom>
        </p:spPr>
      </p:pic>
      <p:cxnSp>
        <p:nvCxnSpPr>
          <p:cNvPr id="211" name="直線矢印コネクタ 43">
            <a:extLst>
              <a:ext uri="{FF2B5EF4-FFF2-40B4-BE49-F238E27FC236}">
                <a16:creationId xmlns:a16="http://schemas.microsoft.com/office/drawing/2014/main" id="{C7B17C6F-10F2-C786-FA4F-7515D496B53B}"/>
              </a:ext>
            </a:extLst>
          </p:cNvPr>
          <p:cNvCxnSpPr>
            <a:cxnSpLocks/>
          </p:cNvCxnSpPr>
          <p:nvPr/>
        </p:nvCxnSpPr>
        <p:spPr>
          <a:xfrm flipV="1">
            <a:off x="6225164" y="3515385"/>
            <a:ext cx="0" cy="3313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テキスト ボックス 44">
            <a:extLst>
              <a:ext uri="{FF2B5EF4-FFF2-40B4-BE49-F238E27FC236}">
                <a16:creationId xmlns:a16="http://schemas.microsoft.com/office/drawing/2014/main" id="{E9DB0781-A562-381F-8A35-0F6BBFAF458A}"/>
              </a:ext>
            </a:extLst>
          </p:cNvPr>
          <p:cNvSpPr txBox="1"/>
          <p:nvPr/>
        </p:nvSpPr>
        <p:spPr>
          <a:xfrm>
            <a:off x="5540705" y="4406774"/>
            <a:ext cx="14152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Durable Functions</a:t>
            </a:r>
            <a:endParaRPr kumimoji="0" lang="ja" altLang="ja-JP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マルチエージェント</a:t>
            </a: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オーケストレーション</a:t>
            </a:r>
            <a:endParaRPr kumimoji="1" lang="ja-JP" altLang="en-US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</p:txBody>
      </p:sp>
      <p:cxnSp>
        <p:nvCxnSpPr>
          <p:cNvPr id="213" name="直線矢印コネクタ 45">
            <a:extLst>
              <a:ext uri="{FF2B5EF4-FFF2-40B4-BE49-F238E27FC236}">
                <a16:creationId xmlns:a16="http://schemas.microsoft.com/office/drawing/2014/main" id="{8CE61E6D-1109-0583-B34D-E690B952E53E}"/>
              </a:ext>
            </a:extLst>
          </p:cNvPr>
          <p:cNvCxnSpPr>
            <a:cxnSpLocks/>
          </p:cNvCxnSpPr>
          <p:nvPr/>
        </p:nvCxnSpPr>
        <p:spPr>
          <a:xfrm>
            <a:off x="5313646" y="4149185"/>
            <a:ext cx="64520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4" name="グラフィックス 48">
            <a:extLst>
              <a:ext uri="{FF2B5EF4-FFF2-40B4-BE49-F238E27FC236}">
                <a16:creationId xmlns:a16="http://schemas.microsoft.com/office/drawing/2014/main" id="{71840B99-B18D-1758-3352-8224EBBDB4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61342" y="2570703"/>
            <a:ext cx="387900" cy="387900"/>
          </a:xfrm>
          <a:prstGeom prst="rect">
            <a:avLst/>
          </a:prstGeom>
        </p:spPr>
      </p:pic>
      <p:sp>
        <p:nvSpPr>
          <p:cNvPr id="215" name="テキスト ボックス 49">
            <a:extLst>
              <a:ext uri="{FF2B5EF4-FFF2-40B4-BE49-F238E27FC236}">
                <a16:creationId xmlns:a16="http://schemas.microsoft.com/office/drawing/2014/main" id="{52BAA7E3-2330-C841-0EB7-BE65D2FC1C14}"/>
              </a:ext>
            </a:extLst>
          </p:cNvPr>
          <p:cNvSpPr txBox="1"/>
          <p:nvPr/>
        </p:nvSpPr>
        <p:spPr>
          <a:xfrm>
            <a:off x="7152971" y="6207087"/>
            <a:ext cx="1415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Functions</a:t>
            </a:r>
            <a:endParaRPr kumimoji="1" lang="ja" altLang="ja-JP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エージェント API</a:t>
            </a:r>
            <a:endParaRPr kumimoji="1" lang="ja-JP" altLang="en-US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</p:txBody>
      </p:sp>
      <p:pic>
        <p:nvPicPr>
          <p:cNvPr id="216" name="グラフィックス 50">
            <a:extLst>
              <a:ext uri="{FF2B5EF4-FFF2-40B4-BE49-F238E27FC236}">
                <a16:creationId xmlns:a16="http://schemas.microsoft.com/office/drawing/2014/main" id="{48C4C704-92FF-F511-A5A5-8024F1A479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80017" y="4914382"/>
            <a:ext cx="387900" cy="387900"/>
          </a:xfrm>
          <a:prstGeom prst="rect">
            <a:avLst/>
          </a:prstGeom>
        </p:spPr>
      </p:pic>
      <p:pic>
        <p:nvPicPr>
          <p:cNvPr id="217" name="グラフィックス 51">
            <a:extLst>
              <a:ext uri="{FF2B5EF4-FFF2-40B4-BE49-F238E27FC236}">
                <a16:creationId xmlns:a16="http://schemas.microsoft.com/office/drawing/2014/main" id="{DA11465E-A186-32A4-37C3-D559119C8C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61342" y="5720398"/>
            <a:ext cx="387900" cy="387900"/>
          </a:xfrm>
          <a:prstGeom prst="rect">
            <a:avLst/>
          </a:prstGeom>
        </p:spPr>
      </p:pic>
      <p:pic>
        <p:nvPicPr>
          <p:cNvPr id="219" name="Graphic 3" descr="Azure OpenAI Service のロゴ">
            <a:extLst>
              <a:ext uri="{FF2B5EF4-FFF2-40B4-BE49-F238E27FC236}">
                <a16:creationId xmlns:a16="http://schemas.microsoft.com/office/drawing/2014/main" id="{9E8576C6-46AC-0094-7814-6DC06ADE45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71704" y="3846772"/>
            <a:ext cx="308583" cy="308583"/>
          </a:xfrm>
          <a:prstGeom prst="rect">
            <a:avLst/>
          </a:prstGeom>
        </p:spPr>
      </p:pic>
      <p:sp>
        <p:nvSpPr>
          <p:cNvPr id="220" name="テキスト ボックス 54">
            <a:extLst>
              <a:ext uri="{FF2B5EF4-FFF2-40B4-BE49-F238E27FC236}">
                <a16:creationId xmlns:a16="http://schemas.microsoft.com/office/drawing/2014/main" id="{B9202783-BDDC-0C68-83E0-2D5464759C46}"/>
              </a:ext>
            </a:extLst>
          </p:cNvPr>
          <p:cNvSpPr txBox="1"/>
          <p:nvPr/>
        </p:nvSpPr>
        <p:spPr>
          <a:xfrm>
            <a:off x="8426711" y="4186930"/>
            <a:ext cx="1998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Azure OpenAI</a:t>
            </a:r>
            <a:r>
              <a:rPr kumimoji="0" lang="en-US" altLang="ja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 </a:t>
            </a:r>
            <a:r>
              <a:rPr kumimoji="0" lang="ja-JP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サービス</a:t>
            </a:r>
            <a:r>
              <a:rPr kumimoji="0" lang="en-US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 (AOAI)</a:t>
            </a:r>
            <a:endParaRPr kumimoji="0" lang="ja" altLang="ja-JP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クエリと回答を生成</a:t>
            </a:r>
            <a:endParaRPr kumimoji="1" lang="ja-JP" altLang="en-US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</p:txBody>
      </p:sp>
      <p:pic>
        <p:nvPicPr>
          <p:cNvPr id="221" name="Graphic 437806336">
            <a:extLst>
              <a:ext uri="{FF2B5EF4-FFF2-40B4-BE49-F238E27FC236}">
                <a16:creationId xmlns:a16="http://schemas.microsoft.com/office/drawing/2014/main" id="{5A12F0EE-791B-DB90-3E12-15ECE9FB3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230484" y="3116000"/>
            <a:ext cx="391023" cy="382503"/>
          </a:xfrm>
          <a:prstGeom prst="rect">
            <a:avLst/>
          </a:prstGeom>
        </p:spPr>
      </p:pic>
      <p:pic>
        <p:nvPicPr>
          <p:cNvPr id="222" name="グラフィックス 56">
            <a:extLst>
              <a:ext uri="{FF2B5EF4-FFF2-40B4-BE49-F238E27FC236}">
                <a16:creationId xmlns:a16="http://schemas.microsoft.com/office/drawing/2014/main" id="{29817A75-BD8A-4852-FB36-E548F6972F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08235" y="2316730"/>
            <a:ext cx="435521" cy="435521"/>
          </a:xfrm>
          <a:prstGeom prst="rect">
            <a:avLst/>
          </a:prstGeom>
        </p:spPr>
      </p:pic>
      <p:sp>
        <p:nvSpPr>
          <p:cNvPr id="223" name="テキスト ボックス 57">
            <a:extLst>
              <a:ext uri="{FF2B5EF4-FFF2-40B4-BE49-F238E27FC236}">
                <a16:creationId xmlns:a16="http://schemas.microsoft.com/office/drawing/2014/main" id="{19D0AC4D-523B-CC27-627D-76C205D40204}"/>
              </a:ext>
            </a:extLst>
          </p:cNvPr>
          <p:cNvSpPr txBox="1"/>
          <p:nvPr/>
        </p:nvSpPr>
        <p:spPr>
          <a:xfrm>
            <a:off x="8718382" y="3397777"/>
            <a:ext cx="1415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AI</a:t>
            </a:r>
            <a:r>
              <a:rPr kumimoji="0" lang="en-US" altLang="ja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 Search</a:t>
            </a:r>
            <a:endParaRPr kumimoji="0" lang="ja" altLang="ja-JP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ドキュメントの検索</a:t>
            </a:r>
            <a:endParaRPr kumimoji="1" lang="ja-JP" altLang="en-US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</p:txBody>
      </p:sp>
      <p:sp>
        <p:nvSpPr>
          <p:cNvPr id="224" name="テキスト ボックス 58">
            <a:extLst>
              <a:ext uri="{FF2B5EF4-FFF2-40B4-BE49-F238E27FC236}">
                <a16:creationId xmlns:a16="http://schemas.microsoft.com/office/drawing/2014/main" id="{139AAC08-E956-A1BA-86F5-9EDE721D9330}"/>
              </a:ext>
            </a:extLst>
          </p:cNvPr>
          <p:cNvSpPr txBox="1"/>
          <p:nvPr/>
        </p:nvSpPr>
        <p:spPr>
          <a:xfrm>
            <a:off x="8231975" y="2702083"/>
            <a:ext cx="2388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Cosmos </a:t>
            </a:r>
            <a:r>
              <a:rPr kumimoji="1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DB</a:t>
            </a:r>
            <a:endParaRPr kumimoji="1" lang="en-US" altLang="ja-JP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ログ、フィードバック、データ</a:t>
            </a:r>
            <a:endParaRPr kumimoji="1" lang="ja-JP" altLang="en-US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</p:txBody>
      </p:sp>
      <p:cxnSp>
        <p:nvCxnSpPr>
          <p:cNvPr id="225" name="直線矢印コネクタ 59">
            <a:extLst>
              <a:ext uri="{FF2B5EF4-FFF2-40B4-BE49-F238E27FC236}">
                <a16:creationId xmlns:a16="http://schemas.microsoft.com/office/drawing/2014/main" id="{FF510B64-8709-020D-C6B2-99A6832C1BE0}"/>
              </a:ext>
            </a:extLst>
          </p:cNvPr>
          <p:cNvCxnSpPr>
            <a:cxnSpLocks/>
            <a:stCxn id="210" idx="3"/>
            <a:endCxn id="214" idx="1"/>
          </p:cNvCxnSpPr>
          <p:nvPr/>
        </p:nvCxnSpPr>
        <p:spPr>
          <a:xfrm flipV="1">
            <a:off x="6500486" y="2764653"/>
            <a:ext cx="1160856" cy="13723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直線矢印コネクタ 60">
            <a:extLst>
              <a:ext uri="{FF2B5EF4-FFF2-40B4-BE49-F238E27FC236}">
                <a16:creationId xmlns:a16="http://schemas.microsoft.com/office/drawing/2014/main" id="{B379A799-9108-C4E6-9CE5-FD612E8A6CEA}"/>
              </a:ext>
            </a:extLst>
          </p:cNvPr>
          <p:cNvCxnSpPr>
            <a:cxnSpLocks/>
            <a:stCxn id="210" idx="3"/>
            <a:endCxn id="216" idx="1"/>
          </p:cNvCxnSpPr>
          <p:nvPr/>
        </p:nvCxnSpPr>
        <p:spPr>
          <a:xfrm>
            <a:off x="6500486" y="4137011"/>
            <a:ext cx="1179531" cy="9713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直線矢印コネクタ 61">
            <a:extLst>
              <a:ext uri="{FF2B5EF4-FFF2-40B4-BE49-F238E27FC236}">
                <a16:creationId xmlns:a16="http://schemas.microsoft.com/office/drawing/2014/main" id="{1BEA66F4-45F6-8374-02F9-60CD35FFCB16}"/>
              </a:ext>
            </a:extLst>
          </p:cNvPr>
          <p:cNvCxnSpPr>
            <a:cxnSpLocks/>
            <a:stCxn id="210" idx="3"/>
            <a:endCxn id="217" idx="1"/>
          </p:cNvCxnSpPr>
          <p:nvPr/>
        </p:nvCxnSpPr>
        <p:spPr>
          <a:xfrm>
            <a:off x="6500486" y="4137011"/>
            <a:ext cx="1160856" cy="17773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直線矢印コネクタ 67">
            <a:extLst>
              <a:ext uri="{FF2B5EF4-FFF2-40B4-BE49-F238E27FC236}">
                <a16:creationId xmlns:a16="http://schemas.microsoft.com/office/drawing/2014/main" id="{B88108A3-AA22-F1A1-23B7-83F28B4471A4}"/>
              </a:ext>
            </a:extLst>
          </p:cNvPr>
          <p:cNvCxnSpPr>
            <a:cxnSpLocks/>
            <a:endCxn id="222" idx="1"/>
          </p:cNvCxnSpPr>
          <p:nvPr/>
        </p:nvCxnSpPr>
        <p:spPr>
          <a:xfrm flipV="1">
            <a:off x="7990572" y="2534491"/>
            <a:ext cx="1217663" cy="2400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直線矢印コネクタ 68">
            <a:extLst>
              <a:ext uri="{FF2B5EF4-FFF2-40B4-BE49-F238E27FC236}">
                <a16:creationId xmlns:a16="http://schemas.microsoft.com/office/drawing/2014/main" id="{99E3C711-7C3A-4F0E-4FA5-BF5EA20FC9B2}"/>
              </a:ext>
            </a:extLst>
          </p:cNvPr>
          <p:cNvCxnSpPr>
            <a:cxnSpLocks/>
            <a:stCxn id="214" idx="3"/>
          </p:cNvCxnSpPr>
          <p:nvPr/>
        </p:nvCxnSpPr>
        <p:spPr>
          <a:xfrm>
            <a:off x="8049242" y="2764653"/>
            <a:ext cx="1137757" cy="5942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直線矢印コネクタ 69">
            <a:extLst>
              <a:ext uri="{FF2B5EF4-FFF2-40B4-BE49-F238E27FC236}">
                <a16:creationId xmlns:a16="http://schemas.microsoft.com/office/drawing/2014/main" id="{1F382F87-359A-20E2-FFBA-812ADAF7D6B9}"/>
              </a:ext>
            </a:extLst>
          </p:cNvPr>
          <p:cNvCxnSpPr>
            <a:cxnSpLocks/>
            <a:stCxn id="214" idx="3"/>
            <a:endCxn id="219" idx="1"/>
          </p:cNvCxnSpPr>
          <p:nvPr/>
        </p:nvCxnSpPr>
        <p:spPr>
          <a:xfrm>
            <a:off x="8049242" y="2764653"/>
            <a:ext cx="1222462" cy="12364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2" name="グラフィックス 71">
            <a:extLst>
              <a:ext uri="{FF2B5EF4-FFF2-40B4-BE49-F238E27FC236}">
                <a16:creationId xmlns:a16="http://schemas.microsoft.com/office/drawing/2014/main" id="{33AB7F48-9AAE-DCA2-2ACA-EA3509C59E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834178" y="3045630"/>
            <a:ext cx="275791" cy="275791"/>
          </a:xfrm>
          <a:prstGeom prst="rect">
            <a:avLst/>
          </a:prstGeom>
        </p:spPr>
      </p:pic>
      <p:pic>
        <p:nvPicPr>
          <p:cNvPr id="233" name="グラフィックス 72">
            <a:extLst>
              <a:ext uri="{FF2B5EF4-FFF2-40B4-BE49-F238E27FC236}">
                <a16:creationId xmlns:a16="http://schemas.microsoft.com/office/drawing/2014/main" id="{4C03E921-37E9-F49D-2C6B-59B4DFC9C8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843985" y="3848906"/>
            <a:ext cx="301589" cy="301589"/>
          </a:xfrm>
          <a:prstGeom prst="rect">
            <a:avLst/>
          </a:prstGeom>
        </p:spPr>
      </p:pic>
      <p:sp>
        <p:nvSpPr>
          <p:cNvPr id="234" name="テキスト ボックス 73">
            <a:extLst>
              <a:ext uri="{FF2B5EF4-FFF2-40B4-BE49-F238E27FC236}">
                <a16:creationId xmlns:a16="http://schemas.microsoft.com/office/drawing/2014/main" id="{203EC5C0-4CE3-B264-8A12-7D51A30CBA7F}"/>
              </a:ext>
            </a:extLst>
          </p:cNvPr>
          <p:cNvSpPr txBox="1"/>
          <p:nvPr/>
        </p:nvSpPr>
        <p:spPr>
          <a:xfrm>
            <a:off x="10542081" y="3336026"/>
            <a:ext cx="881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Blob</a:t>
            </a: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</p:txBody>
      </p:sp>
      <p:sp>
        <p:nvSpPr>
          <p:cNvPr id="235" name="テキスト ボックス 74">
            <a:extLst>
              <a:ext uri="{FF2B5EF4-FFF2-40B4-BE49-F238E27FC236}">
                <a16:creationId xmlns:a16="http://schemas.microsoft.com/office/drawing/2014/main" id="{61D5A901-2D04-F86D-4038-FCC154BD8FCF}"/>
              </a:ext>
            </a:extLst>
          </p:cNvPr>
          <p:cNvSpPr txBox="1"/>
          <p:nvPr/>
        </p:nvSpPr>
        <p:spPr>
          <a:xfrm>
            <a:off x="10576186" y="4127585"/>
            <a:ext cx="972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SharePoint</a:t>
            </a:r>
            <a:endParaRPr kumimoji="1" lang="ja-JP" altLang="en-US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</p:txBody>
      </p:sp>
      <p:sp>
        <p:nvSpPr>
          <p:cNvPr id="236" name="テキスト ボックス 75">
            <a:extLst>
              <a:ext uri="{FF2B5EF4-FFF2-40B4-BE49-F238E27FC236}">
                <a16:creationId xmlns:a16="http://schemas.microsoft.com/office/drawing/2014/main" id="{E17F003C-1E80-1172-C970-1691A23D1028}"/>
              </a:ext>
            </a:extLst>
          </p:cNvPr>
          <p:cNvSpPr txBox="1"/>
          <p:nvPr/>
        </p:nvSpPr>
        <p:spPr>
          <a:xfrm>
            <a:off x="10500582" y="4339067"/>
            <a:ext cx="11214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技術ドキュメント</a:t>
            </a:r>
            <a:endParaRPr kumimoji="1" lang="ja-JP" altLang="en-US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</p:txBody>
      </p:sp>
      <p:cxnSp>
        <p:nvCxnSpPr>
          <p:cNvPr id="237" name="直線矢印コネクタ 76">
            <a:extLst>
              <a:ext uri="{FF2B5EF4-FFF2-40B4-BE49-F238E27FC236}">
                <a16:creationId xmlns:a16="http://schemas.microsoft.com/office/drawing/2014/main" id="{9851CA96-658C-B3F5-A58A-7CFFFAD587E4}"/>
              </a:ext>
            </a:extLst>
          </p:cNvPr>
          <p:cNvCxnSpPr>
            <a:cxnSpLocks/>
            <a:endCxn id="232" idx="1"/>
          </p:cNvCxnSpPr>
          <p:nvPr/>
        </p:nvCxnSpPr>
        <p:spPr>
          <a:xfrm flipV="1">
            <a:off x="9595288" y="3183526"/>
            <a:ext cx="1238890" cy="1540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直線矢印コネクタ 77">
            <a:extLst>
              <a:ext uri="{FF2B5EF4-FFF2-40B4-BE49-F238E27FC236}">
                <a16:creationId xmlns:a16="http://schemas.microsoft.com/office/drawing/2014/main" id="{80E8CAE5-F721-5C04-15A7-621E6C6515B6}"/>
              </a:ext>
            </a:extLst>
          </p:cNvPr>
          <p:cNvCxnSpPr>
            <a:cxnSpLocks/>
            <a:stCxn id="221" idx="3"/>
            <a:endCxn id="233" idx="1"/>
          </p:cNvCxnSpPr>
          <p:nvPr/>
        </p:nvCxnSpPr>
        <p:spPr>
          <a:xfrm>
            <a:off x="9621507" y="3307252"/>
            <a:ext cx="1222478" cy="6924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テキスト ボックス 78">
            <a:extLst>
              <a:ext uri="{FF2B5EF4-FFF2-40B4-BE49-F238E27FC236}">
                <a16:creationId xmlns:a16="http://schemas.microsoft.com/office/drawing/2014/main" id="{BD93076E-9DE8-847C-3500-9BCC1331730A}"/>
              </a:ext>
            </a:extLst>
          </p:cNvPr>
          <p:cNvSpPr txBox="1"/>
          <p:nvPr/>
        </p:nvSpPr>
        <p:spPr>
          <a:xfrm>
            <a:off x="10600280" y="2376937"/>
            <a:ext cx="9728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Document</a:t>
            </a:r>
            <a:br>
              <a:rPr kumimoji="0" lang="en-US" altLang="ja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</a:br>
            <a:r>
              <a:rPr kumimoji="0" lang="en-US" altLang="ja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Intelligence</a:t>
            </a:r>
            <a:endParaRPr kumimoji="0" lang="ja" altLang="ja-JP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(OCR)</a:t>
            </a:r>
            <a:endParaRPr kumimoji="1" lang="ja-JP" altLang="en-US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</p:txBody>
      </p:sp>
      <p:pic>
        <p:nvPicPr>
          <p:cNvPr id="240" name="グラフィックス 79">
            <a:extLst>
              <a:ext uri="{FF2B5EF4-FFF2-40B4-BE49-F238E27FC236}">
                <a16:creationId xmlns:a16="http://schemas.microsoft.com/office/drawing/2014/main" id="{33EAE1DC-C6C5-CE67-27FA-22A4EAC5CE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956783" y="3940594"/>
            <a:ext cx="419790" cy="419790"/>
          </a:xfrm>
          <a:prstGeom prst="rect">
            <a:avLst/>
          </a:prstGeom>
        </p:spPr>
      </p:pic>
      <p:pic>
        <p:nvPicPr>
          <p:cNvPr id="241" name="グラフィックス 84">
            <a:extLst>
              <a:ext uri="{FF2B5EF4-FFF2-40B4-BE49-F238E27FC236}">
                <a16:creationId xmlns:a16="http://schemas.microsoft.com/office/drawing/2014/main" id="{516946FD-299C-0C5A-0F78-67CA8EE440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285089" y="2464242"/>
            <a:ext cx="291097" cy="291097"/>
          </a:xfrm>
          <a:prstGeom prst="rect">
            <a:avLst/>
          </a:prstGeom>
        </p:spPr>
      </p:pic>
      <p:sp>
        <p:nvSpPr>
          <p:cNvPr id="242" name="正方形/長方形 85">
            <a:extLst>
              <a:ext uri="{FF2B5EF4-FFF2-40B4-BE49-F238E27FC236}">
                <a16:creationId xmlns:a16="http://schemas.microsoft.com/office/drawing/2014/main" id="{89551B07-50A5-1C12-1A63-2E6D4507DECF}"/>
              </a:ext>
            </a:extLst>
          </p:cNvPr>
          <p:cNvSpPr/>
          <p:nvPr/>
        </p:nvSpPr>
        <p:spPr>
          <a:xfrm>
            <a:off x="4691445" y="2583127"/>
            <a:ext cx="2619209" cy="4042505"/>
          </a:xfrm>
          <a:prstGeom prst="rect">
            <a:avLst/>
          </a:prstGeom>
          <a:noFill/>
          <a:ln w="12700">
            <a:solidFill>
              <a:srgbClr val="3A49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765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</p:txBody>
      </p:sp>
      <p:sp>
        <p:nvSpPr>
          <p:cNvPr id="243" name="正方形/長方形 86">
            <a:extLst>
              <a:ext uri="{FF2B5EF4-FFF2-40B4-BE49-F238E27FC236}">
                <a16:creationId xmlns:a16="http://schemas.microsoft.com/office/drawing/2014/main" id="{A26D0BFB-0A86-431D-228E-8E5E5A1ABEEC}"/>
              </a:ext>
            </a:extLst>
          </p:cNvPr>
          <p:cNvSpPr/>
          <p:nvPr/>
        </p:nvSpPr>
        <p:spPr>
          <a:xfrm>
            <a:off x="7366719" y="2303775"/>
            <a:ext cx="4533522" cy="4321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765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</p:txBody>
      </p:sp>
      <p:sp>
        <p:nvSpPr>
          <p:cNvPr id="244" name="Rectangle: Rounded Corners 6">
            <a:extLst>
              <a:ext uri="{FF2B5EF4-FFF2-40B4-BE49-F238E27FC236}">
                <a16:creationId xmlns:a16="http://schemas.microsoft.com/office/drawing/2014/main" id="{63F2969F-4204-EF10-181F-EC287F06C0EC}"/>
              </a:ext>
            </a:extLst>
          </p:cNvPr>
          <p:cNvSpPr/>
          <p:nvPr/>
        </p:nvSpPr>
        <p:spPr bwMode="auto">
          <a:xfrm>
            <a:off x="5135354" y="6183077"/>
            <a:ext cx="1731390" cy="38414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85000">
                <a:srgbClr val="C89DCF"/>
              </a:gs>
              <a:gs pos="6000">
                <a:srgbClr val="8DC8E8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14300" dist="38100" dir="2700000" algn="tl" rotWithShape="0">
              <a:schemeClr val="bg1">
                <a:lumMod val="50000"/>
                <a:lumOff val="50000"/>
                <a:alpha val="40000"/>
              </a:schemeClr>
            </a:outerShdw>
          </a:effectLst>
        </p:spPr>
        <p:txBody>
          <a:bodyPr wrap="square" lIns="0" tIns="18288" rIns="0" bIns="45720" anchor="ctr" anchorCtr="0">
            <a:no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 Semibold"/>
              </a:rPr>
              <a:t>エージェント</a:t>
            </a:r>
            <a:endParaRPr kumimoji="0" lang="en-US" altLang="ja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 Semibold"/>
            </a:endParaRP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 Semibold"/>
              </a:rPr>
              <a:t>オーケストレーション</a:t>
            </a:r>
            <a:r>
              <a:rPr kumimoji="0" lang="en-US" altLang="ja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 Semibold"/>
              </a:rPr>
              <a:t> System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 Semibold" panose="020B0502040204020203" pitchFamily="34" charset="0"/>
            </a:endParaRPr>
          </a:p>
        </p:txBody>
      </p:sp>
      <p:sp>
        <p:nvSpPr>
          <p:cNvPr id="245" name="Rectangle: Rounded Corners 6">
            <a:extLst>
              <a:ext uri="{FF2B5EF4-FFF2-40B4-BE49-F238E27FC236}">
                <a16:creationId xmlns:a16="http://schemas.microsoft.com/office/drawing/2014/main" id="{C69D1B40-26E1-9557-B6EA-958409604D03}"/>
              </a:ext>
            </a:extLst>
          </p:cNvPr>
          <p:cNvSpPr/>
          <p:nvPr/>
        </p:nvSpPr>
        <p:spPr bwMode="auto">
          <a:xfrm>
            <a:off x="8642254" y="6270904"/>
            <a:ext cx="2212902" cy="2390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85000">
                <a:srgbClr val="C89DCF"/>
              </a:gs>
              <a:gs pos="6000">
                <a:srgbClr val="8DC8E8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114300" dist="38100" dir="2700000" algn="tl" rotWithShape="0">
              <a:schemeClr val="bg1">
                <a:lumMod val="50000"/>
                <a:lumOff val="50000"/>
                <a:alpha val="40000"/>
              </a:schemeClr>
            </a:outerShdw>
          </a:effectLst>
        </p:spPr>
        <p:txBody>
          <a:bodyPr wrap="square" lIns="0" tIns="18288" rIns="0" bIns="45720" anchor="ctr" anchorCtr="0">
            <a:no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" altLang="ja-JP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エージェント API システム</a:t>
            </a: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</p:txBody>
      </p:sp>
      <p:sp>
        <p:nvSpPr>
          <p:cNvPr id="246" name="円柱 89">
            <a:extLst>
              <a:ext uri="{FF2B5EF4-FFF2-40B4-BE49-F238E27FC236}">
                <a16:creationId xmlns:a16="http://schemas.microsoft.com/office/drawing/2014/main" id="{1F25704D-B564-369D-3ABF-6F8F4A16BBB4}"/>
              </a:ext>
            </a:extLst>
          </p:cNvPr>
          <p:cNvSpPr/>
          <p:nvPr/>
        </p:nvSpPr>
        <p:spPr>
          <a:xfrm rot="5400000">
            <a:off x="2128658" y="3710128"/>
            <a:ext cx="568410" cy="1582133"/>
          </a:xfrm>
          <a:prstGeom prst="can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765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</p:txBody>
      </p:sp>
      <p:pic>
        <p:nvPicPr>
          <p:cNvPr id="247" name="グラフィックス 12">
            <a:extLst>
              <a:ext uri="{FF2B5EF4-FFF2-40B4-BE49-F238E27FC236}">
                <a16:creationId xmlns:a16="http://schemas.microsoft.com/office/drawing/2014/main" id="{0726C3FC-D744-41E5-6306-E3B778B589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138074" y="4138427"/>
            <a:ext cx="671555" cy="671555"/>
          </a:xfrm>
          <a:prstGeom prst="rect">
            <a:avLst/>
          </a:prstGeom>
        </p:spPr>
      </p:pic>
      <p:pic>
        <p:nvPicPr>
          <p:cNvPr id="248" name="Picture 9">
            <a:extLst>
              <a:ext uri="{FF2B5EF4-FFF2-40B4-BE49-F238E27FC236}">
                <a16:creationId xmlns:a16="http://schemas.microsoft.com/office/drawing/2014/main" id="{A421DA0E-5597-81A9-34B7-096AE5EA0E8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2182" y="4189487"/>
            <a:ext cx="944075" cy="534976"/>
          </a:xfrm>
          <a:prstGeom prst="rect">
            <a:avLst/>
          </a:prstGeom>
        </p:spPr>
      </p:pic>
      <p:pic>
        <p:nvPicPr>
          <p:cNvPr id="249" name="Picture 2" descr="ホーム ·Azure/Microsoft-Defender-for-Cloud Wiki ·GitHubの">
            <a:extLst>
              <a:ext uri="{FF2B5EF4-FFF2-40B4-BE49-F238E27FC236}">
                <a16:creationId xmlns:a16="http://schemas.microsoft.com/office/drawing/2014/main" id="{6792AFF0-5F8A-51D8-5224-E45100CB3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9118" y="5916684"/>
            <a:ext cx="475186" cy="47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Graphic 79" descr="ソリッドフィルを持つユーザー">
            <a:extLst>
              <a:ext uri="{FF2B5EF4-FFF2-40B4-BE49-F238E27FC236}">
                <a16:creationId xmlns:a16="http://schemas.microsoft.com/office/drawing/2014/main" id="{7B5003B0-68AA-6103-D97B-1F78F665C5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79725" y="4182571"/>
            <a:ext cx="449887" cy="449887"/>
          </a:xfrm>
          <a:prstGeom prst="rect">
            <a:avLst/>
          </a:prstGeom>
        </p:spPr>
      </p:pic>
      <p:pic>
        <p:nvPicPr>
          <p:cNvPr id="251" name="Graphic 3" descr="Azure OpenAI Service のロゴ">
            <a:extLst>
              <a:ext uri="{FF2B5EF4-FFF2-40B4-BE49-F238E27FC236}">
                <a16:creationId xmlns:a16="http://schemas.microsoft.com/office/drawing/2014/main" id="{9BFE093C-E26C-6F76-3065-8DC983DBF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94015" y="5372069"/>
            <a:ext cx="466181" cy="466181"/>
          </a:xfrm>
          <a:prstGeom prst="rect">
            <a:avLst/>
          </a:prstGeom>
        </p:spPr>
      </p:pic>
      <p:cxnSp>
        <p:nvCxnSpPr>
          <p:cNvPr id="252" name="直線矢印コネクタ 43">
            <a:extLst>
              <a:ext uri="{FF2B5EF4-FFF2-40B4-BE49-F238E27FC236}">
                <a16:creationId xmlns:a16="http://schemas.microsoft.com/office/drawing/2014/main" id="{67AA6E83-2DF1-787D-4AC8-B88713B38DAE}"/>
              </a:ext>
            </a:extLst>
          </p:cNvPr>
          <p:cNvCxnSpPr>
            <a:cxnSpLocks/>
          </p:cNvCxnSpPr>
          <p:nvPr/>
        </p:nvCxnSpPr>
        <p:spPr>
          <a:xfrm flipH="1">
            <a:off x="6226456" y="5006715"/>
            <a:ext cx="1299" cy="3120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3" name="テキスト ボックス 54">
            <a:extLst>
              <a:ext uri="{FF2B5EF4-FFF2-40B4-BE49-F238E27FC236}">
                <a16:creationId xmlns:a16="http://schemas.microsoft.com/office/drawing/2014/main" id="{5AB7B183-CC69-97CF-A3D7-A0DBA6CE53B1}"/>
              </a:ext>
            </a:extLst>
          </p:cNvPr>
          <p:cNvSpPr txBox="1"/>
          <p:nvPr/>
        </p:nvSpPr>
        <p:spPr>
          <a:xfrm>
            <a:off x="5227821" y="5846360"/>
            <a:ext cx="19985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" altLang="ja-JP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Azure OpenAI サービス</a:t>
            </a:r>
          </a:p>
        </p:txBody>
      </p:sp>
      <p:sp>
        <p:nvSpPr>
          <p:cNvPr id="254" name="正方形/長方形 86">
            <a:extLst>
              <a:ext uri="{FF2B5EF4-FFF2-40B4-BE49-F238E27FC236}">
                <a16:creationId xmlns:a16="http://schemas.microsoft.com/office/drawing/2014/main" id="{3F3933E8-B2D9-99B9-0EAB-E87D0853CBEA}"/>
              </a:ext>
            </a:extLst>
          </p:cNvPr>
          <p:cNvSpPr/>
          <p:nvPr/>
        </p:nvSpPr>
        <p:spPr>
          <a:xfrm>
            <a:off x="7519119" y="2346194"/>
            <a:ext cx="4277708" cy="2302402"/>
          </a:xfrm>
          <a:prstGeom prst="rect">
            <a:avLst/>
          </a:prstGeom>
          <a:noFill/>
          <a:ln w="2222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765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</p:txBody>
      </p:sp>
      <p:sp>
        <p:nvSpPr>
          <p:cNvPr id="255" name="正方形/長方形 86">
            <a:extLst>
              <a:ext uri="{FF2B5EF4-FFF2-40B4-BE49-F238E27FC236}">
                <a16:creationId xmlns:a16="http://schemas.microsoft.com/office/drawing/2014/main" id="{77FB71BC-A228-4562-601B-8DD90A8504F9}"/>
              </a:ext>
            </a:extLst>
          </p:cNvPr>
          <p:cNvSpPr/>
          <p:nvPr/>
        </p:nvSpPr>
        <p:spPr>
          <a:xfrm>
            <a:off x="7528853" y="4703804"/>
            <a:ext cx="4277708" cy="740516"/>
          </a:xfrm>
          <a:prstGeom prst="rect">
            <a:avLst/>
          </a:prstGeom>
          <a:noFill/>
          <a:ln w="2222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765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</p:txBody>
      </p:sp>
      <p:sp>
        <p:nvSpPr>
          <p:cNvPr id="256" name="正方形/長方形 86">
            <a:extLst>
              <a:ext uri="{FF2B5EF4-FFF2-40B4-BE49-F238E27FC236}">
                <a16:creationId xmlns:a16="http://schemas.microsoft.com/office/drawing/2014/main" id="{4077BAA5-23C5-9780-F552-9ADDEA25FC7F}"/>
              </a:ext>
            </a:extLst>
          </p:cNvPr>
          <p:cNvSpPr/>
          <p:nvPr/>
        </p:nvSpPr>
        <p:spPr>
          <a:xfrm>
            <a:off x="7528853" y="5586143"/>
            <a:ext cx="4277708" cy="570461"/>
          </a:xfrm>
          <a:prstGeom prst="rect">
            <a:avLst/>
          </a:prstGeom>
          <a:noFill/>
          <a:ln w="2222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765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</p:txBody>
      </p:sp>
      <p:cxnSp>
        <p:nvCxnSpPr>
          <p:cNvPr id="258" name="Elbow Connector 106">
            <a:extLst>
              <a:ext uri="{FF2B5EF4-FFF2-40B4-BE49-F238E27FC236}">
                <a16:creationId xmlns:a16="http://schemas.microsoft.com/office/drawing/2014/main" id="{D31DABCC-2EE9-270D-C31E-D4DC3EE69ECD}"/>
              </a:ext>
            </a:extLst>
          </p:cNvPr>
          <p:cNvCxnSpPr>
            <a:stCxn id="248" idx="3"/>
            <a:endCxn id="204" idx="1"/>
          </p:cNvCxnSpPr>
          <p:nvPr/>
        </p:nvCxnSpPr>
        <p:spPr>
          <a:xfrm flipV="1">
            <a:off x="1496257" y="2917728"/>
            <a:ext cx="3436346" cy="153924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テキスト ボックス 57">
            <a:extLst>
              <a:ext uri="{FF2B5EF4-FFF2-40B4-BE49-F238E27FC236}">
                <a16:creationId xmlns:a16="http://schemas.microsoft.com/office/drawing/2014/main" id="{EAF4A70D-4FE1-CF4C-BF38-6C755CA535F2}"/>
              </a:ext>
            </a:extLst>
          </p:cNvPr>
          <p:cNvSpPr txBox="1"/>
          <p:nvPr/>
        </p:nvSpPr>
        <p:spPr>
          <a:xfrm>
            <a:off x="7341410" y="2919626"/>
            <a:ext cx="10277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電池</a:t>
            </a: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エージェント</a:t>
            </a:r>
          </a:p>
        </p:txBody>
      </p:sp>
      <p:sp>
        <p:nvSpPr>
          <p:cNvPr id="260" name="テキスト ボックス 57">
            <a:extLst>
              <a:ext uri="{FF2B5EF4-FFF2-40B4-BE49-F238E27FC236}">
                <a16:creationId xmlns:a16="http://schemas.microsoft.com/office/drawing/2014/main" id="{7B67F199-F137-4BFD-753B-E3E9E3A5B13B}"/>
              </a:ext>
            </a:extLst>
          </p:cNvPr>
          <p:cNvSpPr txBox="1"/>
          <p:nvPr/>
        </p:nvSpPr>
        <p:spPr>
          <a:xfrm>
            <a:off x="8042259" y="5699122"/>
            <a:ext cx="950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レギュレーションエージェント</a:t>
            </a:r>
          </a:p>
        </p:txBody>
      </p:sp>
      <p:sp>
        <p:nvSpPr>
          <p:cNvPr id="262" name="テキスト ボックス 57">
            <a:extLst>
              <a:ext uri="{FF2B5EF4-FFF2-40B4-BE49-F238E27FC236}">
                <a16:creationId xmlns:a16="http://schemas.microsoft.com/office/drawing/2014/main" id="{365F8294-3139-9F8C-D280-1FA7DB3A3DF7}"/>
              </a:ext>
            </a:extLst>
          </p:cNvPr>
          <p:cNvSpPr txBox="1"/>
          <p:nvPr/>
        </p:nvSpPr>
        <p:spPr>
          <a:xfrm>
            <a:off x="8082188" y="4881610"/>
            <a:ext cx="10277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モーター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エージェント</a:t>
            </a:r>
          </a:p>
        </p:txBody>
      </p:sp>
      <p:pic>
        <p:nvPicPr>
          <p:cNvPr id="263" name="グラフィックス 48">
            <a:extLst>
              <a:ext uri="{FF2B5EF4-FFF2-40B4-BE49-F238E27FC236}">
                <a16:creationId xmlns:a16="http://schemas.microsoft.com/office/drawing/2014/main" id="{A7942876-D02D-6368-386C-4129C9778E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85828" y="4917761"/>
            <a:ext cx="365881" cy="365881"/>
          </a:xfrm>
          <a:prstGeom prst="rect">
            <a:avLst/>
          </a:prstGeom>
        </p:spPr>
      </p:pic>
      <p:pic>
        <p:nvPicPr>
          <p:cNvPr id="264" name="グラフィックス 56">
            <a:extLst>
              <a:ext uri="{FF2B5EF4-FFF2-40B4-BE49-F238E27FC236}">
                <a16:creationId xmlns:a16="http://schemas.microsoft.com/office/drawing/2014/main" id="{F55DE9E2-599C-0A69-DEDD-5E04DE66C3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02894" y="4920738"/>
            <a:ext cx="348317" cy="348317"/>
          </a:xfrm>
          <a:prstGeom prst="rect">
            <a:avLst/>
          </a:prstGeom>
        </p:spPr>
      </p:pic>
      <p:pic>
        <p:nvPicPr>
          <p:cNvPr id="265" name="Graphic 53" descr="Azure OpenAI Service のロゴ">
            <a:extLst>
              <a:ext uri="{FF2B5EF4-FFF2-40B4-BE49-F238E27FC236}">
                <a16:creationId xmlns:a16="http://schemas.microsoft.com/office/drawing/2014/main" id="{6E8CAEA8-4F79-CDC6-9C45-056885388F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84740" y="4954993"/>
            <a:ext cx="286718" cy="286718"/>
          </a:xfrm>
          <a:prstGeom prst="rect">
            <a:avLst/>
          </a:prstGeom>
        </p:spPr>
      </p:pic>
      <p:cxnSp>
        <p:nvCxnSpPr>
          <p:cNvPr id="266" name="直線矢印コネクタ 77">
            <a:extLst>
              <a:ext uri="{FF2B5EF4-FFF2-40B4-BE49-F238E27FC236}">
                <a16:creationId xmlns:a16="http://schemas.microsoft.com/office/drawing/2014/main" id="{75F86480-0161-F42C-7E8E-354E068F7A15}"/>
              </a:ext>
            </a:extLst>
          </p:cNvPr>
          <p:cNvCxnSpPr>
            <a:cxnSpLocks/>
          </p:cNvCxnSpPr>
          <p:nvPr/>
        </p:nvCxnSpPr>
        <p:spPr>
          <a:xfrm flipV="1">
            <a:off x="9642261" y="5099597"/>
            <a:ext cx="433031" cy="2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直線矢印コネクタ 77">
            <a:extLst>
              <a:ext uri="{FF2B5EF4-FFF2-40B4-BE49-F238E27FC236}">
                <a16:creationId xmlns:a16="http://schemas.microsoft.com/office/drawing/2014/main" id="{CF7C279F-B78A-5C2C-6C84-D0154F4FCF60}"/>
              </a:ext>
            </a:extLst>
          </p:cNvPr>
          <p:cNvCxnSpPr>
            <a:cxnSpLocks/>
          </p:cNvCxnSpPr>
          <p:nvPr/>
        </p:nvCxnSpPr>
        <p:spPr>
          <a:xfrm flipH="1">
            <a:off x="10362010" y="5096142"/>
            <a:ext cx="431436" cy="34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8" name="グラフィックス 48">
            <a:extLst>
              <a:ext uri="{FF2B5EF4-FFF2-40B4-BE49-F238E27FC236}">
                <a16:creationId xmlns:a16="http://schemas.microsoft.com/office/drawing/2014/main" id="{43855623-CEED-640C-47E9-81A51A1654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05865" y="5627510"/>
            <a:ext cx="365881" cy="365881"/>
          </a:xfrm>
          <a:prstGeom prst="rect">
            <a:avLst/>
          </a:prstGeom>
        </p:spPr>
      </p:pic>
      <p:pic>
        <p:nvPicPr>
          <p:cNvPr id="269" name="グラフィックス 56">
            <a:extLst>
              <a:ext uri="{FF2B5EF4-FFF2-40B4-BE49-F238E27FC236}">
                <a16:creationId xmlns:a16="http://schemas.microsoft.com/office/drawing/2014/main" id="{DF687FD8-059B-163D-51E5-14A23E2AE4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22931" y="5630487"/>
            <a:ext cx="348317" cy="348317"/>
          </a:xfrm>
          <a:prstGeom prst="rect">
            <a:avLst/>
          </a:prstGeom>
        </p:spPr>
      </p:pic>
      <p:pic>
        <p:nvPicPr>
          <p:cNvPr id="270" name="Graphic 114" descr="Azure OpenAI Service のロゴ">
            <a:extLst>
              <a:ext uri="{FF2B5EF4-FFF2-40B4-BE49-F238E27FC236}">
                <a16:creationId xmlns:a16="http://schemas.microsoft.com/office/drawing/2014/main" id="{A794E872-D6E4-B6C8-C2A3-EBEC41A70C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04777" y="5664742"/>
            <a:ext cx="286718" cy="286718"/>
          </a:xfrm>
          <a:prstGeom prst="rect">
            <a:avLst/>
          </a:prstGeom>
        </p:spPr>
      </p:pic>
      <p:cxnSp>
        <p:nvCxnSpPr>
          <p:cNvPr id="271" name="直線矢印コネクタ 77">
            <a:extLst>
              <a:ext uri="{FF2B5EF4-FFF2-40B4-BE49-F238E27FC236}">
                <a16:creationId xmlns:a16="http://schemas.microsoft.com/office/drawing/2014/main" id="{82B403F5-57F1-35D2-3AE6-B771EB67B6AC}"/>
              </a:ext>
            </a:extLst>
          </p:cNvPr>
          <p:cNvCxnSpPr>
            <a:cxnSpLocks/>
          </p:cNvCxnSpPr>
          <p:nvPr/>
        </p:nvCxnSpPr>
        <p:spPr>
          <a:xfrm flipV="1">
            <a:off x="9662298" y="5809346"/>
            <a:ext cx="433031" cy="2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直線矢印コネクタ 77">
            <a:extLst>
              <a:ext uri="{FF2B5EF4-FFF2-40B4-BE49-F238E27FC236}">
                <a16:creationId xmlns:a16="http://schemas.microsoft.com/office/drawing/2014/main" id="{461C1A82-460D-316A-86F6-D124FCEE7F3B}"/>
              </a:ext>
            </a:extLst>
          </p:cNvPr>
          <p:cNvCxnSpPr>
            <a:cxnSpLocks/>
          </p:cNvCxnSpPr>
          <p:nvPr/>
        </p:nvCxnSpPr>
        <p:spPr>
          <a:xfrm flipH="1">
            <a:off x="10382047" y="5805891"/>
            <a:ext cx="431436" cy="34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8" name="テキスト ボックス 57">
            <a:extLst>
              <a:ext uri="{FF2B5EF4-FFF2-40B4-BE49-F238E27FC236}">
                <a16:creationId xmlns:a16="http://schemas.microsoft.com/office/drawing/2014/main" id="{E7073358-4A70-00F0-6AEB-70C4D7DFDAA7}"/>
              </a:ext>
            </a:extLst>
          </p:cNvPr>
          <p:cNvSpPr txBox="1"/>
          <p:nvPr/>
        </p:nvSpPr>
        <p:spPr>
          <a:xfrm>
            <a:off x="9354520" y="5248958"/>
            <a:ext cx="17268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AOAI</a:t>
            </a:r>
            <a:endParaRPr kumimoji="0" lang="ja" altLang="ja-JP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</p:txBody>
      </p:sp>
      <p:sp>
        <p:nvSpPr>
          <p:cNvPr id="279" name="テキスト ボックス 57">
            <a:extLst>
              <a:ext uri="{FF2B5EF4-FFF2-40B4-BE49-F238E27FC236}">
                <a16:creationId xmlns:a16="http://schemas.microsoft.com/office/drawing/2014/main" id="{667359F6-D824-FC8F-12C7-125CEBF5B394}"/>
              </a:ext>
            </a:extLst>
          </p:cNvPr>
          <p:cNvSpPr txBox="1"/>
          <p:nvPr/>
        </p:nvSpPr>
        <p:spPr>
          <a:xfrm>
            <a:off x="8946109" y="5248958"/>
            <a:ext cx="9808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関数</a:t>
            </a:r>
          </a:p>
        </p:txBody>
      </p:sp>
      <p:sp>
        <p:nvSpPr>
          <p:cNvPr id="280" name="テキスト ボックス 57">
            <a:extLst>
              <a:ext uri="{FF2B5EF4-FFF2-40B4-BE49-F238E27FC236}">
                <a16:creationId xmlns:a16="http://schemas.microsoft.com/office/drawing/2014/main" id="{779872E7-077E-2941-CD09-DE0E7D43BF0E}"/>
              </a:ext>
            </a:extLst>
          </p:cNvPr>
          <p:cNvSpPr txBox="1"/>
          <p:nvPr/>
        </p:nvSpPr>
        <p:spPr>
          <a:xfrm>
            <a:off x="10494109" y="5248958"/>
            <a:ext cx="10013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Cosmos</a:t>
            </a:r>
            <a:r>
              <a:rPr kumimoji="0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DB </a:t>
            </a:r>
          </a:p>
        </p:txBody>
      </p:sp>
      <p:sp>
        <p:nvSpPr>
          <p:cNvPr id="281" name="テキスト ボックス 57">
            <a:extLst>
              <a:ext uri="{FF2B5EF4-FFF2-40B4-BE49-F238E27FC236}">
                <a16:creationId xmlns:a16="http://schemas.microsoft.com/office/drawing/2014/main" id="{A87300FB-D80B-C320-0463-08085C63089B}"/>
              </a:ext>
            </a:extLst>
          </p:cNvPr>
          <p:cNvSpPr txBox="1"/>
          <p:nvPr/>
        </p:nvSpPr>
        <p:spPr>
          <a:xfrm>
            <a:off x="9375457" y="5972137"/>
            <a:ext cx="17268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AOAI</a:t>
            </a:r>
            <a:endParaRPr kumimoji="0" lang="ja" altLang="ja-JP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</a:endParaRPr>
          </a:p>
        </p:txBody>
      </p:sp>
      <p:sp>
        <p:nvSpPr>
          <p:cNvPr id="282" name="テキスト ボックス 57">
            <a:extLst>
              <a:ext uri="{FF2B5EF4-FFF2-40B4-BE49-F238E27FC236}">
                <a16:creationId xmlns:a16="http://schemas.microsoft.com/office/drawing/2014/main" id="{D14EF8F7-91D0-D289-E254-3BA252030C26}"/>
              </a:ext>
            </a:extLst>
          </p:cNvPr>
          <p:cNvSpPr txBox="1"/>
          <p:nvPr/>
        </p:nvSpPr>
        <p:spPr>
          <a:xfrm>
            <a:off x="8967046" y="5972137"/>
            <a:ext cx="9808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関数</a:t>
            </a:r>
          </a:p>
        </p:txBody>
      </p:sp>
      <p:sp>
        <p:nvSpPr>
          <p:cNvPr id="283" name="テキスト ボックス 57">
            <a:extLst>
              <a:ext uri="{FF2B5EF4-FFF2-40B4-BE49-F238E27FC236}">
                <a16:creationId xmlns:a16="http://schemas.microsoft.com/office/drawing/2014/main" id="{894A5E17-DD45-FDF4-0954-978E6522276F}"/>
              </a:ext>
            </a:extLst>
          </p:cNvPr>
          <p:cNvSpPr txBox="1"/>
          <p:nvPr/>
        </p:nvSpPr>
        <p:spPr>
          <a:xfrm>
            <a:off x="10515046" y="5972137"/>
            <a:ext cx="10013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Cosmos</a:t>
            </a:r>
            <a:r>
              <a:rPr kumimoji="0" lang="ja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+mn-cs"/>
              </a:rPr>
              <a:t>DB </a:t>
            </a:r>
          </a:p>
        </p:txBody>
      </p:sp>
      <p:sp>
        <p:nvSpPr>
          <p:cNvPr id="287" name="四角形吹き出し 286">
            <a:extLst>
              <a:ext uri="{FF2B5EF4-FFF2-40B4-BE49-F238E27FC236}">
                <a16:creationId xmlns:a16="http://schemas.microsoft.com/office/drawing/2014/main" id="{0F12BB1D-57CA-336E-8699-CA294F69674C}"/>
              </a:ext>
            </a:extLst>
          </p:cNvPr>
          <p:cNvSpPr/>
          <p:nvPr/>
        </p:nvSpPr>
        <p:spPr>
          <a:xfrm>
            <a:off x="8351520" y="1442720"/>
            <a:ext cx="3342640" cy="697562"/>
          </a:xfrm>
          <a:prstGeom prst="wedgeRectCallou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各エージェントが</a:t>
            </a:r>
            <a:r>
              <a:rPr kumimoji="1" lang="en-US" altLang="ja-JP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Foundry </a:t>
            </a:r>
            <a:r>
              <a:rPr kumimoji="1" lang="ja-JP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エージェントになっている</a:t>
            </a:r>
          </a:p>
        </p:txBody>
      </p:sp>
    </p:spTree>
    <p:extLst>
      <p:ext uri="{BB962C8B-B14F-4D97-AF65-F5344CB8AC3E}">
        <p14:creationId xmlns:p14="http://schemas.microsoft.com/office/powerpoint/2010/main" val="827699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ctr">
        <a:spAutoFit/>
      </a:bodyPr>
      <a:lstStyle>
        <a:defPPr marL="0" marR="0" indent="0" algn="l" defTabSz="931757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kern="1200" cap="none" spc="0" normalizeH="0" baseline="0" noProof="0" smtClean="0">
            <a:ln>
              <a:noFill/>
            </a:ln>
            <a:solidFill>
              <a:srgbClr val="000000">
                <a:lumMod val="85000"/>
                <a:lumOff val="15000"/>
              </a:srgbClr>
            </a:solidFill>
            <a:effectLst/>
            <a:uLnTx/>
            <a:uFillTx/>
            <a:latin typeface="Yu Gothic UI" panose="020B0500000000000000" pitchFamily="34" charset="-128"/>
            <a:ea typeface="Yu Gothic UI" panose="020B0500000000000000" pitchFamily="34" charset="-128"/>
            <a:cs typeface="Segoe UI" panose="020B0502040204020203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20575</TotalTime>
  <Words>1773</Words>
  <Application>Microsoft Macintosh PowerPoint</Application>
  <DocSecurity>0</DocSecurity>
  <PresentationFormat>ワイド画面</PresentationFormat>
  <Paragraphs>328</Paragraphs>
  <Slides>17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7" baseType="lpstr">
      <vt:lpstr>Meiryo UI</vt:lpstr>
      <vt:lpstr>Yu Gothic UI</vt:lpstr>
      <vt:lpstr>Yu Gothic UI Semibold</vt:lpstr>
      <vt:lpstr>Yu Gothic</vt:lpstr>
      <vt:lpstr>Yu Gothic</vt:lpstr>
      <vt:lpstr>Arial</vt:lpstr>
      <vt:lpstr>Segoe Sans Display Semibold</vt:lpstr>
      <vt:lpstr>Segoe Sans Text Semibold</vt:lpstr>
      <vt:lpstr>Segoe UI</vt:lpstr>
      <vt:lpstr>Office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複数データソースをナレッジとして統合し、AI が自律的に検索</vt:lpstr>
      <vt:lpstr>エージェントを拡張する1,400+ツールと Prebuilt AI Service</vt:lpstr>
      <vt:lpstr>PowerPoint プレゼンテーション</vt:lpstr>
      <vt:lpstr>複数データソースを横断し、AI が自律検索・統合するマネージドナレッジレイヤー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hiyam_external_tenant_992867</cp:lastModifiedBy>
  <cp:revision>7</cp:revision>
  <dcterms:created xsi:type="dcterms:W3CDTF">2026-05-27T01:15:34Z</dcterms:created>
  <dcterms:modified xsi:type="dcterms:W3CDTF">2026-07-31T07:12:36Z</dcterms:modified>
</cp:coreProperties>
</file>