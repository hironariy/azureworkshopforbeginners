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304" r:id="rId7"/>
    <p:sldId id="303" r:id="rId8"/>
    <p:sldId id="305" r:id="rId9"/>
    <p:sldId id="306" r:id="rId10"/>
    <p:sldId id="307" r:id="rId11"/>
    <p:sldId id="308" r:id="rId12"/>
    <p:sldId id="309" r:id="rId13"/>
    <p:sldId id="310" r:id="rId14"/>
    <p:sldId id="272" r:id="rId15"/>
    <p:sldId id="273" r:id="rId16"/>
    <p:sldId id="274" r:id="rId17"/>
    <p:sldId id="275" r:id="rId18"/>
    <p:sldId id="316" r:id="rId19"/>
    <p:sldId id="311" r:id="rId20"/>
    <p:sldId id="312" r:id="rId21"/>
    <p:sldId id="313" r:id="rId22"/>
    <p:sldId id="279" r:id="rId23"/>
    <p:sldId id="282" r:id="rId24"/>
    <p:sldId id="314" r:id="rId25"/>
    <p:sldId id="284" r:id="rId26"/>
    <p:sldId id="286" r:id="rId27"/>
    <p:sldId id="317" r:id="rId28"/>
    <p:sldId id="287" r:id="rId29"/>
    <p:sldId id="288" r:id="rId30"/>
    <p:sldId id="289" r:id="rId31"/>
    <p:sldId id="290" r:id="rId32"/>
    <p:sldId id="292" r:id="rId33"/>
    <p:sldId id="293" r:id="rId34"/>
    <p:sldId id="294" r:id="rId35"/>
    <p:sldId id="295" r:id="rId36"/>
    <p:sldId id="296" r:id="rId37"/>
    <p:sldId id="297" r:id="rId38"/>
    <p:sldId id="299" r:id="rId39"/>
    <p:sldId id="301" r:id="rId40"/>
    <p:sldId id="302" r:id="rId41"/>
    <p:sldId id="318" r:id="rId4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A2F93A-D785-3A41-B322-EE0D7B129D7F}" v="185" dt="2026-06-02T07:37:39.96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78"/>
    <p:restoredTop sz="94658"/>
  </p:normalViewPr>
  <p:slideViewPr>
    <p:cSldViewPr snapToGrid="0">
      <p:cViewPr varScale="1">
        <p:scale>
          <a:sx n="116" d="100"/>
          <a:sy n="116" d="100"/>
        </p:scale>
        <p:origin x="10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custSel addSld delSld modSld sldOrd">
      <pc:chgData name="Hironari Yamada" userId="e57621f8-ec3c-449e-bb19-001fffcc008e" providerId="ADAL" clId="{BC0BD879-F267-5CCA-8DEA-E3B2DD07DA4E}" dt="2026-06-02T07:37:42.932" v="5977" actId="20577"/>
      <pc:docMkLst>
        <pc:docMk/>
      </pc:docMkLst>
      <pc:sldChg chg="addSp delSp modSp mod">
        <pc:chgData name="Hironari Yamada" userId="e57621f8-ec3c-449e-bb19-001fffcc008e" providerId="ADAL" clId="{BC0BD879-F267-5CCA-8DEA-E3B2DD07DA4E}" dt="2026-06-02T06:10:36.917" v="3429" actId="20577"/>
        <pc:sldMkLst>
          <pc:docMk/>
          <pc:sldMk cId="1186077149" sldId="257"/>
        </pc:sldMkLst>
        <pc:spChg chg="del">
          <ac:chgData name="Hironari Yamada" userId="e57621f8-ec3c-449e-bb19-001fffcc008e" providerId="ADAL" clId="{BC0BD879-F267-5CCA-8DEA-E3B2DD07DA4E}" dt="2026-06-01T12:00:50.895" v="323" actId="478"/>
          <ac:spMkLst>
            <pc:docMk/>
            <pc:sldMk cId="1186077149" sldId="257"/>
            <ac:spMk id="3" creationId="{98E69ED0-EFFF-4130-92E2-13E6C2F52F6A}"/>
          </ac:spMkLst>
        </pc:spChg>
        <pc:spChg chg="del">
          <ac:chgData name="Hironari Yamada" userId="e57621f8-ec3c-449e-bb19-001fffcc008e" providerId="ADAL" clId="{BC0BD879-F267-5CCA-8DEA-E3B2DD07DA4E}" dt="2026-06-01T12:00:50.895" v="323" actId="478"/>
          <ac:spMkLst>
            <pc:docMk/>
            <pc:sldMk cId="1186077149" sldId="257"/>
            <ac:spMk id="8" creationId="{53445FD1-91F9-4242-853B-AE5E23926D04}"/>
          </ac:spMkLst>
        </pc:spChg>
        <pc:spChg chg="add mod">
          <ac:chgData name="Hironari Yamada" userId="e57621f8-ec3c-449e-bb19-001fffcc008e" providerId="ADAL" clId="{BC0BD879-F267-5CCA-8DEA-E3B2DD07DA4E}" dt="2026-06-01T07:42:41.482" v="1"/>
          <ac:spMkLst>
            <pc:docMk/>
            <pc:sldMk cId="1186077149" sldId="257"/>
            <ac:spMk id="10" creationId="{034D82D8-D3BD-E101-A19C-0E03A911B3DD}"/>
          </ac:spMkLst>
        </pc:spChg>
        <pc:spChg chg="add del mod">
          <ac:chgData name="Hironari Yamada" userId="e57621f8-ec3c-449e-bb19-001fffcc008e" providerId="ADAL" clId="{BC0BD879-F267-5CCA-8DEA-E3B2DD07DA4E}" dt="2026-06-02T05:26:50.127" v="3275" actId="478"/>
          <ac:spMkLst>
            <pc:docMk/>
            <pc:sldMk cId="1186077149" sldId="257"/>
            <ac:spMk id="11" creationId="{8D3112F0-F75E-3FDC-5F6B-DC410AD43B53}"/>
          </ac:spMkLst>
        </pc:spChg>
        <pc:spChg chg="add del mod">
          <ac:chgData name="Hironari Yamada" userId="e57621f8-ec3c-449e-bb19-001fffcc008e" providerId="ADAL" clId="{BC0BD879-F267-5CCA-8DEA-E3B2DD07DA4E}" dt="2026-06-02T05:26:50.127" v="3275" actId="478"/>
          <ac:spMkLst>
            <pc:docMk/>
            <pc:sldMk cId="1186077149" sldId="257"/>
            <ac:spMk id="12" creationId="{5E955BF9-0306-FDFD-2EEB-6DE07B8F5FEF}"/>
          </ac:spMkLst>
        </pc:spChg>
        <pc:spChg chg="add del mod">
          <ac:chgData name="Hironari Yamada" userId="e57621f8-ec3c-449e-bb19-001fffcc008e" providerId="ADAL" clId="{BC0BD879-F267-5CCA-8DEA-E3B2DD07DA4E}" dt="2026-06-02T05:26:50.127" v="3275" actId="478"/>
          <ac:spMkLst>
            <pc:docMk/>
            <pc:sldMk cId="1186077149" sldId="257"/>
            <ac:spMk id="13" creationId="{AB6F8ACC-DFA1-E076-DBA9-530C32E137BE}"/>
          </ac:spMkLst>
        </pc:spChg>
        <pc:spChg chg="add del mod">
          <ac:chgData name="Hironari Yamada" userId="e57621f8-ec3c-449e-bb19-001fffcc008e" providerId="ADAL" clId="{BC0BD879-F267-5CCA-8DEA-E3B2DD07DA4E}" dt="2026-06-02T05:26:50.127" v="3275" actId="478"/>
          <ac:spMkLst>
            <pc:docMk/>
            <pc:sldMk cId="1186077149" sldId="257"/>
            <ac:spMk id="18" creationId="{2ABF65D8-9BBC-E1E9-76FC-5800251B0230}"/>
          </ac:spMkLst>
        </pc:spChg>
        <pc:spChg chg="add del mod">
          <ac:chgData name="Hironari Yamada" userId="e57621f8-ec3c-449e-bb19-001fffcc008e" providerId="ADAL" clId="{BC0BD879-F267-5CCA-8DEA-E3B2DD07DA4E}" dt="2026-06-02T05:26:50.127" v="3275" actId="478"/>
          <ac:spMkLst>
            <pc:docMk/>
            <pc:sldMk cId="1186077149" sldId="257"/>
            <ac:spMk id="21" creationId="{D822406F-BC96-1397-CC3F-E7D19351CF48}"/>
          </ac:spMkLst>
        </pc:spChg>
        <pc:spChg chg="add del mod">
          <ac:chgData name="Hironari Yamada" userId="e57621f8-ec3c-449e-bb19-001fffcc008e" providerId="ADAL" clId="{BC0BD879-F267-5CCA-8DEA-E3B2DD07DA4E}" dt="2026-06-02T05:26:50.127" v="3275" actId="478"/>
          <ac:spMkLst>
            <pc:docMk/>
            <pc:sldMk cId="1186077149" sldId="257"/>
            <ac:spMk id="23" creationId="{2E8C6F9A-CE32-6F99-5ABA-29BEEAAC1D9E}"/>
          </ac:spMkLst>
        </pc:spChg>
        <pc:spChg chg="add del mod">
          <ac:chgData name="Hironari Yamada" userId="e57621f8-ec3c-449e-bb19-001fffcc008e" providerId="ADAL" clId="{BC0BD879-F267-5CCA-8DEA-E3B2DD07DA4E}" dt="2026-06-02T05:26:50.127" v="3275" actId="478"/>
          <ac:spMkLst>
            <pc:docMk/>
            <pc:sldMk cId="1186077149" sldId="257"/>
            <ac:spMk id="24" creationId="{98A94E71-6732-4084-F247-854DC2C614EF}"/>
          </ac:spMkLst>
        </pc:spChg>
        <pc:spChg chg="add del mod">
          <ac:chgData name="Hironari Yamada" userId="e57621f8-ec3c-449e-bb19-001fffcc008e" providerId="ADAL" clId="{BC0BD879-F267-5CCA-8DEA-E3B2DD07DA4E}" dt="2026-06-02T05:26:50.127" v="3275" actId="478"/>
          <ac:spMkLst>
            <pc:docMk/>
            <pc:sldMk cId="1186077149" sldId="257"/>
            <ac:spMk id="25" creationId="{66EF2814-AC01-36FE-DDAC-5B5CD99AF147}"/>
          </ac:spMkLst>
        </pc:spChg>
        <pc:spChg chg="add mod">
          <ac:chgData name="Hironari Yamada" userId="e57621f8-ec3c-449e-bb19-001fffcc008e" providerId="ADAL" clId="{BC0BD879-F267-5CCA-8DEA-E3B2DD07DA4E}" dt="2026-06-01T07:42:41.482" v="1"/>
          <ac:spMkLst>
            <pc:docMk/>
            <pc:sldMk cId="1186077149" sldId="257"/>
            <ac:spMk id="28" creationId="{03435AA4-48B1-9136-03E7-D0EBD17C628F}"/>
          </ac:spMkLst>
        </pc:spChg>
        <pc:spChg chg="add del mod">
          <ac:chgData name="Hironari Yamada" userId="e57621f8-ec3c-449e-bb19-001fffcc008e" providerId="ADAL" clId="{BC0BD879-F267-5CCA-8DEA-E3B2DD07DA4E}" dt="2026-06-02T05:26:50.127" v="3275" actId="478"/>
          <ac:spMkLst>
            <pc:docMk/>
            <pc:sldMk cId="1186077149" sldId="257"/>
            <ac:spMk id="30" creationId="{188DD1CF-3E0D-F4F7-D315-75F38F2A4ECE}"/>
          </ac:spMkLst>
        </pc:spChg>
        <pc:spChg chg="add del mod">
          <ac:chgData name="Hironari Yamada" userId="e57621f8-ec3c-449e-bb19-001fffcc008e" providerId="ADAL" clId="{BC0BD879-F267-5CCA-8DEA-E3B2DD07DA4E}" dt="2026-06-02T05:26:50.127" v="3275" actId="478"/>
          <ac:spMkLst>
            <pc:docMk/>
            <pc:sldMk cId="1186077149" sldId="257"/>
            <ac:spMk id="33" creationId="{3955B4FA-7026-B36B-8DA9-AA7B0730DAD5}"/>
          </ac:spMkLst>
        </pc:spChg>
        <pc:spChg chg="add mod">
          <ac:chgData name="Hironari Yamada" userId="e57621f8-ec3c-449e-bb19-001fffcc008e" providerId="ADAL" clId="{BC0BD879-F267-5CCA-8DEA-E3B2DD07DA4E}" dt="2026-06-02T05:26:50.499" v="3276"/>
          <ac:spMkLst>
            <pc:docMk/>
            <pc:sldMk cId="1186077149" sldId="257"/>
            <ac:spMk id="34" creationId="{F726C712-EB7A-4566-904D-D2135322CCF2}"/>
          </ac:spMkLst>
        </pc:spChg>
        <pc:spChg chg="add mod">
          <ac:chgData name="Hironari Yamada" userId="e57621f8-ec3c-449e-bb19-001fffcc008e" providerId="ADAL" clId="{BC0BD879-F267-5CCA-8DEA-E3B2DD07DA4E}" dt="2026-06-02T05:26:50.499" v="3276"/>
          <ac:spMkLst>
            <pc:docMk/>
            <pc:sldMk cId="1186077149" sldId="257"/>
            <ac:spMk id="35" creationId="{028C0192-18BA-A5F1-42CC-2A96DD864122}"/>
          </ac:spMkLst>
        </pc:spChg>
        <pc:spChg chg="add mod">
          <ac:chgData name="Hironari Yamada" userId="e57621f8-ec3c-449e-bb19-001fffcc008e" providerId="ADAL" clId="{BC0BD879-F267-5CCA-8DEA-E3B2DD07DA4E}" dt="2026-06-02T05:26:50.499" v="3276"/>
          <ac:spMkLst>
            <pc:docMk/>
            <pc:sldMk cId="1186077149" sldId="257"/>
            <ac:spMk id="36" creationId="{0A4579B7-006A-71CF-0C25-8C3A0EA64FD4}"/>
          </ac:spMkLst>
        </pc:spChg>
        <pc:spChg chg="add mod">
          <ac:chgData name="Hironari Yamada" userId="e57621f8-ec3c-449e-bb19-001fffcc008e" providerId="ADAL" clId="{BC0BD879-F267-5CCA-8DEA-E3B2DD07DA4E}" dt="2026-06-02T05:26:50.499" v="3276"/>
          <ac:spMkLst>
            <pc:docMk/>
            <pc:sldMk cId="1186077149" sldId="257"/>
            <ac:spMk id="37" creationId="{0442E94B-A075-DDEA-7331-CCCE80E85650}"/>
          </ac:spMkLst>
        </pc:spChg>
        <pc:spChg chg="add mod">
          <ac:chgData name="Hironari Yamada" userId="e57621f8-ec3c-449e-bb19-001fffcc008e" providerId="ADAL" clId="{BC0BD879-F267-5CCA-8DEA-E3B2DD07DA4E}" dt="2026-06-02T05:26:50.499" v="3276"/>
          <ac:spMkLst>
            <pc:docMk/>
            <pc:sldMk cId="1186077149" sldId="257"/>
            <ac:spMk id="42" creationId="{862823BA-A88D-FE19-CAC1-316E88DB56C9}"/>
          </ac:spMkLst>
        </pc:spChg>
        <pc:spChg chg="add mod">
          <ac:chgData name="Hironari Yamada" userId="e57621f8-ec3c-449e-bb19-001fffcc008e" providerId="ADAL" clId="{BC0BD879-F267-5CCA-8DEA-E3B2DD07DA4E}" dt="2026-06-02T05:26:50.499" v="3276"/>
          <ac:spMkLst>
            <pc:docMk/>
            <pc:sldMk cId="1186077149" sldId="257"/>
            <ac:spMk id="45" creationId="{078BAAA4-E836-0151-16E4-E5FCE83F6E4A}"/>
          </ac:spMkLst>
        </pc:spChg>
        <pc:spChg chg="add mod">
          <ac:chgData name="Hironari Yamada" userId="e57621f8-ec3c-449e-bb19-001fffcc008e" providerId="ADAL" clId="{BC0BD879-F267-5CCA-8DEA-E3B2DD07DA4E}" dt="2026-06-02T05:26:50.499" v="3276"/>
          <ac:spMkLst>
            <pc:docMk/>
            <pc:sldMk cId="1186077149" sldId="257"/>
            <ac:spMk id="47" creationId="{3B20AF5C-DDA3-7DBC-062B-6912F78E4475}"/>
          </ac:spMkLst>
        </pc:spChg>
        <pc:spChg chg="add mod">
          <ac:chgData name="Hironari Yamada" userId="e57621f8-ec3c-449e-bb19-001fffcc008e" providerId="ADAL" clId="{BC0BD879-F267-5CCA-8DEA-E3B2DD07DA4E}" dt="2026-06-02T05:26:50.499" v="3276"/>
          <ac:spMkLst>
            <pc:docMk/>
            <pc:sldMk cId="1186077149" sldId="257"/>
            <ac:spMk id="50" creationId="{3C7AB890-1F11-A40C-CE1D-4A0D14C22E65}"/>
          </ac:spMkLst>
        </pc:spChg>
        <pc:spChg chg="add mod">
          <ac:chgData name="Hironari Yamada" userId="e57621f8-ec3c-449e-bb19-001fffcc008e" providerId="ADAL" clId="{BC0BD879-F267-5CCA-8DEA-E3B2DD07DA4E}" dt="2026-06-02T06:10:36.917" v="3429" actId="20577"/>
          <ac:spMkLst>
            <pc:docMk/>
            <pc:sldMk cId="1186077149" sldId="257"/>
            <ac:spMk id="54" creationId="{4B4F2113-E739-F1E8-641C-F71EC425E8BC}"/>
          </ac:spMkLst>
        </pc:spChg>
        <pc:spChg chg="add mod">
          <ac:chgData name="Hironari Yamada" userId="e57621f8-ec3c-449e-bb19-001fffcc008e" providerId="ADAL" clId="{BC0BD879-F267-5CCA-8DEA-E3B2DD07DA4E}" dt="2026-06-02T05:26:50.499" v="3276"/>
          <ac:spMkLst>
            <pc:docMk/>
            <pc:sldMk cId="1186077149" sldId="257"/>
            <ac:spMk id="56" creationId="{ADCCEDA0-EAF9-9029-E403-78E125896D0F}"/>
          </ac:spMkLst>
        </pc:spChg>
        <pc:picChg chg="del">
          <ac:chgData name="Hironari Yamada" userId="e57621f8-ec3c-449e-bb19-001fffcc008e" providerId="ADAL" clId="{BC0BD879-F267-5CCA-8DEA-E3B2DD07DA4E}" dt="2026-06-01T07:42:40.777" v="0" actId="478"/>
          <ac:picMkLst>
            <pc:docMk/>
            <pc:sldMk cId="1186077149" sldId="257"/>
            <ac:picMk id="7" creationId="{00000000-0000-0000-0000-000000000000}"/>
          </ac:picMkLst>
        </pc:picChg>
        <pc:picChg chg="add mod">
          <ac:chgData name="Hironari Yamada" userId="e57621f8-ec3c-449e-bb19-001fffcc008e" providerId="ADAL" clId="{BC0BD879-F267-5CCA-8DEA-E3B2DD07DA4E}" dt="2026-06-02T05:03:39.989" v="2811" actId="1076"/>
          <ac:picMkLst>
            <pc:docMk/>
            <pc:sldMk cId="1186077149" sldId="257"/>
            <ac:picMk id="29" creationId="{4665F773-C8B1-67DE-52EC-DE82C2B9F6EA}"/>
          </ac:picMkLst>
        </pc:picChg>
        <pc:cxnChg chg="add mod">
          <ac:chgData name="Hironari Yamada" userId="e57621f8-ec3c-449e-bb19-001fffcc008e" providerId="ADAL" clId="{BC0BD879-F267-5CCA-8DEA-E3B2DD07DA4E}" dt="2026-06-02T05:03:54.330" v="2820" actId="692"/>
          <ac:cxnSpMkLst>
            <pc:docMk/>
            <pc:sldMk cId="1186077149" sldId="257"/>
            <ac:cxnSpMk id="32" creationId="{4AC44719-1CD6-A996-AC6B-65DDA6D14830}"/>
          </ac:cxnSpMkLst>
        </pc:cxnChg>
      </pc:sldChg>
      <pc:sldChg chg="addSp delSp modSp mod">
        <pc:chgData name="Hironari Yamada" userId="e57621f8-ec3c-449e-bb19-001fffcc008e" providerId="ADAL" clId="{BC0BD879-F267-5CCA-8DEA-E3B2DD07DA4E}" dt="2026-06-01T07:45:37.317" v="4" actId="478"/>
        <pc:sldMkLst>
          <pc:docMk/>
          <pc:sldMk cId="1186077149" sldId="258"/>
        </pc:sldMkLst>
        <pc:spChg chg="del">
          <ac:chgData name="Hironari Yamada" userId="e57621f8-ec3c-449e-bb19-001fffcc008e" providerId="ADAL" clId="{BC0BD879-F267-5CCA-8DEA-E3B2DD07DA4E}" dt="2026-06-01T07:45:37.317" v="4" actId="478"/>
          <ac:spMkLst>
            <pc:docMk/>
            <pc:sldMk cId="1186077149" sldId="258"/>
            <ac:spMk id="3" creationId="{3AE11089-2A64-413F-8C96-4AA87A6A97B9}"/>
          </ac:spMkLst>
        </pc:spChg>
        <pc:spChg chg="del">
          <ac:chgData name="Hironari Yamada" userId="e57621f8-ec3c-449e-bb19-001fffcc008e" providerId="ADAL" clId="{BC0BD879-F267-5CCA-8DEA-E3B2DD07DA4E}" dt="2026-06-01T07:45:32.752" v="2" actId="478"/>
          <ac:spMkLst>
            <pc:docMk/>
            <pc:sldMk cId="1186077149" sldId="258"/>
            <ac:spMk id="6" creationId="{F3332907-9CFA-48D3-808D-B788DEE55442}"/>
          </ac:spMkLst>
        </pc:spChg>
        <pc:spChg chg="del">
          <ac:chgData name="Hironari Yamada" userId="e57621f8-ec3c-449e-bb19-001fffcc008e" providerId="ADAL" clId="{BC0BD879-F267-5CCA-8DEA-E3B2DD07DA4E}" dt="2026-06-01T07:45:32.752" v="2" actId="478"/>
          <ac:spMkLst>
            <pc:docMk/>
            <pc:sldMk cId="1186077149" sldId="258"/>
            <ac:spMk id="7" creationId="{FB61D6C5-2A5A-4AAE-AF00-E9AE88ACD78E}"/>
          </ac:spMkLst>
        </pc:spChg>
        <pc:spChg chg="del">
          <ac:chgData name="Hironari Yamada" userId="e57621f8-ec3c-449e-bb19-001fffcc008e" providerId="ADAL" clId="{BC0BD879-F267-5CCA-8DEA-E3B2DD07DA4E}" dt="2026-06-01T07:45:32.752" v="2" actId="478"/>
          <ac:spMkLst>
            <pc:docMk/>
            <pc:sldMk cId="1186077149" sldId="258"/>
            <ac:spMk id="8" creationId="{AC7644CD-45BF-4A46-9ADD-BEC2836DCF09}"/>
          </ac:spMkLst>
        </pc:spChg>
        <pc:spChg chg="del">
          <ac:chgData name="Hironari Yamada" userId="e57621f8-ec3c-449e-bb19-001fffcc008e" providerId="ADAL" clId="{BC0BD879-F267-5CCA-8DEA-E3B2DD07DA4E}" dt="2026-06-01T07:45:32.752" v="2" actId="478"/>
          <ac:spMkLst>
            <pc:docMk/>
            <pc:sldMk cId="1186077149" sldId="258"/>
            <ac:spMk id="9" creationId="{58FEB224-5854-4DFF-95FE-CEDDF818CF03}"/>
          </ac:spMkLst>
        </pc:spChg>
        <pc:spChg chg="del">
          <ac:chgData name="Hironari Yamada" userId="e57621f8-ec3c-449e-bb19-001fffcc008e" providerId="ADAL" clId="{BC0BD879-F267-5CCA-8DEA-E3B2DD07DA4E}" dt="2026-06-01T07:45:32.752" v="2" actId="478"/>
          <ac:spMkLst>
            <pc:docMk/>
            <pc:sldMk cId="1186077149" sldId="258"/>
            <ac:spMk id="10" creationId="{8FFD4621-8FDC-4CE9-96EE-4C580453861F}"/>
          </ac:spMkLst>
        </pc:spChg>
        <pc:spChg chg="del">
          <ac:chgData name="Hironari Yamada" userId="e57621f8-ec3c-449e-bb19-001fffcc008e" providerId="ADAL" clId="{BC0BD879-F267-5CCA-8DEA-E3B2DD07DA4E}" dt="2026-06-01T07:45:32.752" v="2" actId="478"/>
          <ac:spMkLst>
            <pc:docMk/>
            <pc:sldMk cId="1186077149" sldId="258"/>
            <ac:spMk id="11" creationId="{F8E757D1-229A-4E7F-A191-FD08915CF49C}"/>
          </ac:spMkLst>
        </pc:spChg>
        <pc:spChg chg="del">
          <ac:chgData name="Hironari Yamada" userId="e57621f8-ec3c-449e-bb19-001fffcc008e" providerId="ADAL" clId="{BC0BD879-F267-5CCA-8DEA-E3B2DD07DA4E}" dt="2026-06-01T07:45:32.752" v="2" actId="478"/>
          <ac:spMkLst>
            <pc:docMk/>
            <pc:sldMk cId="1186077149" sldId="258"/>
            <ac:spMk id="12" creationId="{9F36F5A3-7EAB-4A75-8700-73D3CC1A83CD}"/>
          </ac:spMkLst>
        </pc:spChg>
        <pc:spChg chg="del">
          <ac:chgData name="Hironari Yamada" userId="e57621f8-ec3c-449e-bb19-001fffcc008e" providerId="ADAL" clId="{BC0BD879-F267-5CCA-8DEA-E3B2DD07DA4E}" dt="2026-06-01T07:45:32.752" v="2" actId="478"/>
          <ac:spMkLst>
            <pc:docMk/>
            <pc:sldMk cId="1186077149" sldId="258"/>
            <ac:spMk id="13" creationId="{6F691B16-86F1-41F8-8004-AB94CAA78746}"/>
          </ac:spMkLst>
        </pc:spChg>
        <pc:spChg chg="del">
          <ac:chgData name="Hironari Yamada" userId="e57621f8-ec3c-449e-bb19-001fffcc008e" providerId="ADAL" clId="{BC0BD879-F267-5CCA-8DEA-E3B2DD07DA4E}" dt="2026-06-01T07:45:32.752" v="2" actId="478"/>
          <ac:spMkLst>
            <pc:docMk/>
            <pc:sldMk cId="1186077149" sldId="258"/>
            <ac:spMk id="15" creationId="{4E195FE9-1645-42AE-9D20-6EBED01C5FC0}"/>
          </ac:spMkLst>
        </pc:spChg>
        <pc:spChg chg="del">
          <ac:chgData name="Hironari Yamada" userId="e57621f8-ec3c-449e-bb19-001fffcc008e" providerId="ADAL" clId="{BC0BD879-F267-5CCA-8DEA-E3B2DD07DA4E}" dt="2026-06-01T07:45:32.752" v="2" actId="478"/>
          <ac:spMkLst>
            <pc:docMk/>
            <pc:sldMk cId="1186077149" sldId="258"/>
            <ac:spMk id="16" creationId="{D8528A5D-9B7A-4A84-965D-65F87B71A2B2}"/>
          </ac:spMkLst>
        </pc:spChg>
        <pc:spChg chg="del">
          <ac:chgData name="Hironari Yamada" userId="e57621f8-ec3c-449e-bb19-001fffcc008e" providerId="ADAL" clId="{BC0BD879-F267-5CCA-8DEA-E3B2DD07DA4E}" dt="2026-06-01T07:45:37.317" v="4" actId="478"/>
          <ac:spMkLst>
            <pc:docMk/>
            <pc:sldMk cId="1186077149" sldId="258"/>
            <ac:spMk id="17" creationId="{D9A49B56-3EEE-4ED6-B226-949F167A15C3}"/>
          </ac:spMkLst>
        </pc:spChg>
        <pc:spChg chg="add mod">
          <ac:chgData name="Hironari Yamada" userId="e57621f8-ec3c-449e-bb19-001fffcc008e" providerId="ADAL" clId="{BC0BD879-F267-5CCA-8DEA-E3B2DD07DA4E}" dt="2026-06-01T07:45:33.194" v="3"/>
          <ac:spMkLst>
            <pc:docMk/>
            <pc:sldMk cId="1186077149" sldId="258"/>
            <ac:spMk id="21" creationId="{ACC9C3C7-2328-E8B9-15AB-98BE48C8BACF}"/>
          </ac:spMkLst>
        </pc:spChg>
        <pc:spChg chg="add mod">
          <ac:chgData name="Hironari Yamada" userId="e57621f8-ec3c-449e-bb19-001fffcc008e" providerId="ADAL" clId="{BC0BD879-F267-5CCA-8DEA-E3B2DD07DA4E}" dt="2026-06-01T07:45:33.194" v="3"/>
          <ac:spMkLst>
            <pc:docMk/>
            <pc:sldMk cId="1186077149" sldId="258"/>
            <ac:spMk id="31" creationId="{0623AACB-BE6A-7913-B4C1-0E0CE95BD934}"/>
          </ac:spMkLst>
        </pc:spChg>
        <pc:spChg chg="add mod">
          <ac:chgData name="Hironari Yamada" userId="e57621f8-ec3c-449e-bb19-001fffcc008e" providerId="ADAL" clId="{BC0BD879-F267-5CCA-8DEA-E3B2DD07DA4E}" dt="2026-06-01T07:45:33.194" v="3"/>
          <ac:spMkLst>
            <pc:docMk/>
            <pc:sldMk cId="1186077149" sldId="258"/>
            <ac:spMk id="37" creationId="{12ABEE76-3677-402A-7037-9B19F77F04D0}"/>
          </ac:spMkLst>
        </pc:spChg>
        <pc:spChg chg="add mod">
          <ac:chgData name="Hironari Yamada" userId="e57621f8-ec3c-449e-bb19-001fffcc008e" providerId="ADAL" clId="{BC0BD879-F267-5CCA-8DEA-E3B2DD07DA4E}" dt="2026-06-01T07:45:33.194" v="3"/>
          <ac:spMkLst>
            <pc:docMk/>
            <pc:sldMk cId="1186077149" sldId="258"/>
            <ac:spMk id="40" creationId="{5B61423D-83BE-2101-F7ED-510F19A4220F}"/>
          </ac:spMkLst>
        </pc:spChg>
        <pc:spChg chg="add mod">
          <ac:chgData name="Hironari Yamada" userId="e57621f8-ec3c-449e-bb19-001fffcc008e" providerId="ADAL" clId="{BC0BD879-F267-5CCA-8DEA-E3B2DD07DA4E}" dt="2026-06-01T07:45:33.194" v="3"/>
          <ac:spMkLst>
            <pc:docMk/>
            <pc:sldMk cId="1186077149" sldId="258"/>
            <ac:spMk id="41" creationId="{2E156F2D-B5AE-7F27-C47C-2927F1A897D0}"/>
          </ac:spMkLst>
        </pc:spChg>
        <pc:spChg chg="add mod">
          <ac:chgData name="Hironari Yamada" userId="e57621f8-ec3c-449e-bb19-001fffcc008e" providerId="ADAL" clId="{BC0BD879-F267-5CCA-8DEA-E3B2DD07DA4E}" dt="2026-06-01T07:45:33.194" v="3"/>
          <ac:spMkLst>
            <pc:docMk/>
            <pc:sldMk cId="1186077149" sldId="258"/>
            <ac:spMk id="43" creationId="{4B3E27CE-89C0-8CF9-C744-400327792F5E}"/>
          </ac:spMkLst>
        </pc:spChg>
        <pc:spChg chg="add mod">
          <ac:chgData name="Hironari Yamada" userId="e57621f8-ec3c-449e-bb19-001fffcc008e" providerId="ADAL" clId="{BC0BD879-F267-5CCA-8DEA-E3B2DD07DA4E}" dt="2026-06-01T07:45:33.194" v="3"/>
          <ac:spMkLst>
            <pc:docMk/>
            <pc:sldMk cId="1186077149" sldId="258"/>
            <ac:spMk id="45" creationId="{5078E105-FF6B-4557-1947-07AC559E80AF}"/>
          </ac:spMkLst>
        </pc:spChg>
        <pc:spChg chg="add mod">
          <ac:chgData name="Hironari Yamada" userId="e57621f8-ec3c-449e-bb19-001fffcc008e" providerId="ADAL" clId="{BC0BD879-F267-5CCA-8DEA-E3B2DD07DA4E}" dt="2026-06-01T07:45:33.194" v="3"/>
          <ac:spMkLst>
            <pc:docMk/>
            <pc:sldMk cId="1186077149" sldId="258"/>
            <ac:spMk id="46" creationId="{405D7D47-5824-0CB6-3B0F-B9FFCB60E590}"/>
          </ac:spMkLst>
        </pc:spChg>
        <pc:spChg chg="add mod">
          <ac:chgData name="Hironari Yamada" userId="e57621f8-ec3c-449e-bb19-001fffcc008e" providerId="ADAL" clId="{BC0BD879-F267-5CCA-8DEA-E3B2DD07DA4E}" dt="2026-06-01T07:45:33.194" v="3"/>
          <ac:spMkLst>
            <pc:docMk/>
            <pc:sldMk cId="1186077149" sldId="258"/>
            <ac:spMk id="47" creationId="{76B63F7B-8E7A-3EF1-00DC-D5A27D26A184}"/>
          </ac:spMkLst>
        </pc:spChg>
        <pc:spChg chg="add mod">
          <ac:chgData name="Hironari Yamada" userId="e57621f8-ec3c-449e-bb19-001fffcc008e" providerId="ADAL" clId="{BC0BD879-F267-5CCA-8DEA-E3B2DD07DA4E}" dt="2026-06-01T07:45:33.194" v="3"/>
          <ac:spMkLst>
            <pc:docMk/>
            <pc:sldMk cId="1186077149" sldId="258"/>
            <ac:spMk id="51" creationId="{52BD91DD-189A-05E9-7FF4-346DD0516A34}"/>
          </ac:spMkLst>
        </pc:spChg>
      </pc:sldChg>
      <pc:sldChg chg="addSp delSp modSp mod">
        <pc:chgData name="Hironari Yamada" userId="e57621f8-ec3c-449e-bb19-001fffcc008e" providerId="ADAL" clId="{BC0BD879-F267-5CCA-8DEA-E3B2DD07DA4E}" dt="2026-06-01T12:00:56.318" v="324" actId="478"/>
        <pc:sldMkLst>
          <pc:docMk/>
          <pc:sldMk cId="1186077149" sldId="259"/>
        </pc:sldMkLst>
        <pc:spChg chg="del">
          <ac:chgData name="Hironari Yamada" userId="e57621f8-ec3c-449e-bb19-001fffcc008e" providerId="ADAL" clId="{BC0BD879-F267-5CCA-8DEA-E3B2DD07DA4E}" dt="2026-06-01T12:00:56.318" v="324" actId="478"/>
          <ac:spMkLst>
            <pc:docMk/>
            <pc:sldMk cId="1186077149" sldId="259"/>
            <ac:spMk id="3" creationId="{967101FB-1EA3-4AD2-91C6-6D6C4DB96887}"/>
          </ac:spMkLst>
        </pc:spChg>
        <pc:spChg chg="del">
          <ac:chgData name="Hironari Yamada" userId="e57621f8-ec3c-449e-bb19-001fffcc008e" providerId="ADAL" clId="{BC0BD879-F267-5CCA-8DEA-E3B2DD07DA4E}" dt="2026-06-01T07:51:36.550" v="5" actId="478"/>
          <ac:spMkLst>
            <pc:docMk/>
            <pc:sldMk cId="1186077149" sldId="259"/>
            <ac:spMk id="7" creationId="{6EE90AE5-75B3-4123-842E-F233B02C6A85}"/>
          </ac:spMkLst>
        </pc:spChg>
        <pc:spChg chg="del">
          <ac:chgData name="Hironari Yamada" userId="e57621f8-ec3c-449e-bb19-001fffcc008e" providerId="ADAL" clId="{BC0BD879-F267-5CCA-8DEA-E3B2DD07DA4E}" dt="2026-06-01T07:51:36.550" v="5" actId="478"/>
          <ac:spMkLst>
            <pc:docMk/>
            <pc:sldMk cId="1186077149" sldId="259"/>
            <ac:spMk id="8" creationId="{30AB99D2-CCC7-4A7D-83CA-4EA79E0C9289}"/>
          </ac:spMkLst>
        </pc:spChg>
        <pc:spChg chg="del">
          <ac:chgData name="Hironari Yamada" userId="e57621f8-ec3c-449e-bb19-001fffcc008e" providerId="ADAL" clId="{BC0BD879-F267-5CCA-8DEA-E3B2DD07DA4E}" dt="2026-06-01T07:51:36.550" v="5" actId="478"/>
          <ac:spMkLst>
            <pc:docMk/>
            <pc:sldMk cId="1186077149" sldId="259"/>
            <ac:spMk id="9" creationId="{FE079F94-8AFB-4BE9-9A3B-4A95671928F9}"/>
          </ac:spMkLst>
        </pc:spChg>
        <pc:spChg chg="del">
          <ac:chgData name="Hironari Yamada" userId="e57621f8-ec3c-449e-bb19-001fffcc008e" providerId="ADAL" clId="{BC0BD879-F267-5CCA-8DEA-E3B2DD07DA4E}" dt="2026-06-01T07:51:36.550" v="5" actId="478"/>
          <ac:spMkLst>
            <pc:docMk/>
            <pc:sldMk cId="1186077149" sldId="259"/>
            <ac:spMk id="10" creationId="{5FBB7875-8586-4F91-A728-7A6B33B1B94B}"/>
          </ac:spMkLst>
        </pc:spChg>
        <pc:spChg chg="del">
          <ac:chgData name="Hironari Yamada" userId="e57621f8-ec3c-449e-bb19-001fffcc008e" providerId="ADAL" clId="{BC0BD879-F267-5CCA-8DEA-E3B2DD07DA4E}" dt="2026-06-01T07:51:36.550" v="5" actId="478"/>
          <ac:spMkLst>
            <pc:docMk/>
            <pc:sldMk cId="1186077149" sldId="259"/>
            <ac:spMk id="13" creationId="{4EA9553E-6F5A-4D01-8F3A-394D6D3E08E8}"/>
          </ac:spMkLst>
        </pc:spChg>
        <pc:spChg chg="del">
          <ac:chgData name="Hironari Yamada" userId="e57621f8-ec3c-449e-bb19-001fffcc008e" providerId="ADAL" clId="{BC0BD879-F267-5CCA-8DEA-E3B2DD07DA4E}" dt="2026-06-01T07:51:36.550" v="5" actId="478"/>
          <ac:spMkLst>
            <pc:docMk/>
            <pc:sldMk cId="1186077149" sldId="259"/>
            <ac:spMk id="15" creationId="{1DD672B6-C16E-4A3C-B752-933CF5B78C2A}"/>
          </ac:spMkLst>
        </pc:spChg>
        <pc:spChg chg="del">
          <ac:chgData name="Hironari Yamada" userId="e57621f8-ec3c-449e-bb19-001fffcc008e" providerId="ADAL" clId="{BC0BD879-F267-5CCA-8DEA-E3B2DD07DA4E}" dt="2026-06-01T07:51:36.550" v="5" actId="478"/>
          <ac:spMkLst>
            <pc:docMk/>
            <pc:sldMk cId="1186077149" sldId="259"/>
            <ac:spMk id="18" creationId="{45C397DF-D699-4E25-89FF-5B63CA63F66B}"/>
          </ac:spMkLst>
        </pc:spChg>
        <pc:spChg chg="del">
          <ac:chgData name="Hironari Yamada" userId="e57621f8-ec3c-449e-bb19-001fffcc008e" providerId="ADAL" clId="{BC0BD879-F267-5CCA-8DEA-E3B2DD07DA4E}" dt="2026-06-01T07:51:36.550" v="5" actId="478"/>
          <ac:spMkLst>
            <pc:docMk/>
            <pc:sldMk cId="1186077149" sldId="259"/>
            <ac:spMk id="19" creationId="{6D4FCCB9-D053-4B54-B83F-17C458289DB4}"/>
          </ac:spMkLst>
        </pc:spChg>
        <pc:spChg chg="del">
          <ac:chgData name="Hironari Yamada" userId="e57621f8-ec3c-449e-bb19-001fffcc008e" providerId="ADAL" clId="{BC0BD879-F267-5CCA-8DEA-E3B2DD07DA4E}" dt="2026-06-01T07:51:36.550" v="5" actId="478"/>
          <ac:spMkLst>
            <pc:docMk/>
            <pc:sldMk cId="1186077149" sldId="259"/>
            <ac:spMk id="20" creationId="{6521F835-118C-4B25-B491-057BF67971FC}"/>
          </ac:spMkLst>
        </pc:spChg>
        <pc:spChg chg="del">
          <ac:chgData name="Hironari Yamada" userId="e57621f8-ec3c-449e-bb19-001fffcc008e" providerId="ADAL" clId="{BC0BD879-F267-5CCA-8DEA-E3B2DD07DA4E}" dt="2026-06-01T07:51:36.550" v="5" actId="478"/>
          <ac:spMkLst>
            <pc:docMk/>
            <pc:sldMk cId="1186077149" sldId="259"/>
            <ac:spMk id="24" creationId="{A5FC100C-265C-4DE7-9C16-4240ACC09EFF}"/>
          </ac:spMkLst>
        </pc:spChg>
        <pc:spChg chg="mod">
          <ac:chgData name="Hironari Yamada" userId="e57621f8-ec3c-449e-bb19-001fffcc008e" providerId="ADAL" clId="{BC0BD879-F267-5CCA-8DEA-E3B2DD07DA4E}" dt="2026-06-01T07:52:26.322" v="164" actId="20577"/>
          <ac:spMkLst>
            <pc:docMk/>
            <pc:sldMk cId="1186077149" sldId="259"/>
            <ac:spMk id="27" creationId="{3BDADD45-F820-4B87-B344-BB09A90536E4}"/>
          </ac:spMkLst>
        </pc:spChg>
        <pc:spChg chg="add mod">
          <ac:chgData name="Hironari Yamada" userId="e57621f8-ec3c-449e-bb19-001fffcc008e" providerId="ADAL" clId="{BC0BD879-F267-5CCA-8DEA-E3B2DD07DA4E}" dt="2026-06-01T07:51:37.240" v="6"/>
          <ac:spMkLst>
            <pc:docMk/>
            <pc:sldMk cId="1186077149" sldId="259"/>
            <ac:spMk id="28" creationId="{473DD12C-12ED-C5FA-9D86-A12D5BD2C2E1}"/>
          </ac:spMkLst>
        </pc:spChg>
        <pc:spChg chg="add mod">
          <ac:chgData name="Hironari Yamada" userId="e57621f8-ec3c-449e-bb19-001fffcc008e" providerId="ADAL" clId="{BC0BD879-F267-5CCA-8DEA-E3B2DD07DA4E}" dt="2026-06-01T07:51:37.240" v="6"/>
          <ac:spMkLst>
            <pc:docMk/>
            <pc:sldMk cId="1186077149" sldId="259"/>
            <ac:spMk id="32" creationId="{4E815D29-93B4-C834-9921-82CD8A73A307}"/>
          </ac:spMkLst>
        </pc:spChg>
        <pc:spChg chg="add mod">
          <ac:chgData name="Hironari Yamada" userId="e57621f8-ec3c-449e-bb19-001fffcc008e" providerId="ADAL" clId="{BC0BD879-F267-5CCA-8DEA-E3B2DD07DA4E}" dt="2026-06-01T07:51:37.240" v="6"/>
          <ac:spMkLst>
            <pc:docMk/>
            <pc:sldMk cId="1186077149" sldId="259"/>
            <ac:spMk id="34" creationId="{60E403A9-7889-AAA1-8CF6-E9F1B6AC75D6}"/>
          </ac:spMkLst>
        </pc:spChg>
        <pc:spChg chg="add mod">
          <ac:chgData name="Hironari Yamada" userId="e57621f8-ec3c-449e-bb19-001fffcc008e" providerId="ADAL" clId="{BC0BD879-F267-5CCA-8DEA-E3B2DD07DA4E}" dt="2026-06-01T07:51:37.240" v="6"/>
          <ac:spMkLst>
            <pc:docMk/>
            <pc:sldMk cId="1186077149" sldId="259"/>
            <ac:spMk id="42" creationId="{65E0FFA2-25F6-6FA1-26DB-79D972834FD8}"/>
          </ac:spMkLst>
        </pc:spChg>
        <pc:spChg chg="add mod">
          <ac:chgData name="Hironari Yamada" userId="e57621f8-ec3c-449e-bb19-001fffcc008e" providerId="ADAL" clId="{BC0BD879-F267-5CCA-8DEA-E3B2DD07DA4E}" dt="2026-06-01T07:51:37.240" v="6"/>
          <ac:spMkLst>
            <pc:docMk/>
            <pc:sldMk cId="1186077149" sldId="259"/>
            <ac:spMk id="43" creationId="{DEE37A53-75D4-33F0-9421-0B4E78F925A1}"/>
          </ac:spMkLst>
        </pc:spChg>
        <pc:spChg chg="add mod">
          <ac:chgData name="Hironari Yamada" userId="e57621f8-ec3c-449e-bb19-001fffcc008e" providerId="ADAL" clId="{BC0BD879-F267-5CCA-8DEA-E3B2DD07DA4E}" dt="2026-06-01T07:51:37.240" v="6"/>
          <ac:spMkLst>
            <pc:docMk/>
            <pc:sldMk cId="1186077149" sldId="259"/>
            <ac:spMk id="44" creationId="{0D29ED11-AB65-AAAE-F4F4-E367224823EA}"/>
          </ac:spMkLst>
        </pc:spChg>
        <pc:spChg chg="add mod">
          <ac:chgData name="Hironari Yamada" userId="e57621f8-ec3c-449e-bb19-001fffcc008e" providerId="ADAL" clId="{BC0BD879-F267-5CCA-8DEA-E3B2DD07DA4E}" dt="2026-06-01T07:51:37.240" v="6"/>
          <ac:spMkLst>
            <pc:docMk/>
            <pc:sldMk cId="1186077149" sldId="259"/>
            <ac:spMk id="60" creationId="{C7722CF9-C131-7144-5ED2-B6D41550798E}"/>
          </ac:spMkLst>
        </pc:spChg>
        <pc:spChg chg="add mod">
          <ac:chgData name="Hironari Yamada" userId="e57621f8-ec3c-449e-bb19-001fffcc008e" providerId="ADAL" clId="{BC0BD879-F267-5CCA-8DEA-E3B2DD07DA4E}" dt="2026-06-01T07:51:37.240" v="6"/>
          <ac:spMkLst>
            <pc:docMk/>
            <pc:sldMk cId="1186077149" sldId="259"/>
            <ac:spMk id="61" creationId="{B5A67698-4BAA-F214-75F1-C828CB62B906}"/>
          </ac:spMkLst>
        </pc:spChg>
        <pc:spChg chg="add mod">
          <ac:chgData name="Hironari Yamada" userId="e57621f8-ec3c-449e-bb19-001fffcc008e" providerId="ADAL" clId="{BC0BD879-F267-5CCA-8DEA-E3B2DD07DA4E}" dt="2026-06-01T07:51:37.240" v="6"/>
          <ac:spMkLst>
            <pc:docMk/>
            <pc:sldMk cId="1186077149" sldId="259"/>
            <ac:spMk id="62" creationId="{ADE1DEE9-A6CC-C231-48B6-81CCAD05385E}"/>
          </ac:spMkLst>
        </pc:spChg>
        <pc:spChg chg="add mod">
          <ac:chgData name="Hironari Yamada" userId="e57621f8-ec3c-449e-bb19-001fffcc008e" providerId="ADAL" clId="{BC0BD879-F267-5CCA-8DEA-E3B2DD07DA4E}" dt="2026-06-01T07:51:37.240" v="6"/>
          <ac:spMkLst>
            <pc:docMk/>
            <pc:sldMk cId="1186077149" sldId="259"/>
            <ac:spMk id="64" creationId="{98FB83E0-AE79-882A-54DB-76C36747CE06}"/>
          </ac:spMkLst>
        </pc:spChg>
      </pc:sldChg>
      <pc:sldChg chg="addSp delSp modSp mod">
        <pc:chgData name="Hironari Yamada" userId="e57621f8-ec3c-449e-bb19-001fffcc008e" providerId="ADAL" clId="{BC0BD879-F267-5CCA-8DEA-E3B2DD07DA4E}" dt="2026-06-02T00:39:16.807" v="1404" actId="1076"/>
        <pc:sldMkLst>
          <pc:docMk/>
          <pc:sldMk cId="1186077149" sldId="260"/>
        </pc:sldMkLst>
        <pc:spChg chg="del">
          <ac:chgData name="Hironari Yamada" userId="e57621f8-ec3c-449e-bb19-001fffcc008e" providerId="ADAL" clId="{BC0BD879-F267-5CCA-8DEA-E3B2DD07DA4E}" dt="2026-06-01T12:00:59.685" v="325" actId="478"/>
          <ac:spMkLst>
            <pc:docMk/>
            <pc:sldMk cId="1186077149" sldId="260"/>
            <ac:spMk id="3" creationId="{8E023DC1-DFFB-499F-AA5B-A088E7AF65B3}"/>
          </ac:spMkLst>
        </pc:spChg>
        <pc:spChg chg="del">
          <ac:chgData name="Hironari Yamada" userId="e57621f8-ec3c-449e-bb19-001fffcc008e" providerId="ADAL" clId="{BC0BD879-F267-5CCA-8DEA-E3B2DD07DA4E}" dt="2026-06-01T12:03:29.175" v="327" actId="478"/>
          <ac:spMkLst>
            <pc:docMk/>
            <pc:sldMk cId="1186077149" sldId="260"/>
            <ac:spMk id="5" creationId="{8553D3F0-91C6-420F-840C-07684A66FF69}"/>
          </ac:spMkLst>
        </pc:spChg>
        <pc:spChg chg="del">
          <ac:chgData name="Hironari Yamada" userId="e57621f8-ec3c-449e-bb19-001fffcc008e" providerId="ADAL" clId="{BC0BD879-F267-5CCA-8DEA-E3B2DD07DA4E}" dt="2026-06-01T12:03:26.383" v="326" actId="478"/>
          <ac:spMkLst>
            <pc:docMk/>
            <pc:sldMk cId="1186077149" sldId="260"/>
            <ac:spMk id="6" creationId="{9E9FD125-72BD-4C3F-9BC6-B52CA1575057}"/>
          </ac:spMkLst>
        </pc:spChg>
        <pc:spChg chg="del">
          <ac:chgData name="Hironari Yamada" userId="e57621f8-ec3c-449e-bb19-001fffcc008e" providerId="ADAL" clId="{BC0BD879-F267-5CCA-8DEA-E3B2DD07DA4E}" dt="2026-06-01T12:03:26.383" v="326" actId="478"/>
          <ac:spMkLst>
            <pc:docMk/>
            <pc:sldMk cId="1186077149" sldId="260"/>
            <ac:spMk id="7" creationId="{3764855F-2029-47CF-B5EE-4B5D79DD8144}"/>
          </ac:spMkLst>
        </pc:spChg>
        <pc:spChg chg="del">
          <ac:chgData name="Hironari Yamada" userId="e57621f8-ec3c-449e-bb19-001fffcc008e" providerId="ADAL" clId="{BC0BD879-F267-5CCA-8DEA-E3B2DD07DA4E}" dt="2026-06-01T12:03:26.383" v="326" actId="478"/>
          <ac:spMkLst>
            <pc:docMk/>
            <pc:sldMk cId="1186077149" sldId="260"/>
            <ac:spMk id="8" creationId="{7064DF95-E6C8-4049-8D1D-94AB9CAEEF35}"/>
          </ac:spMkLst>
        </pc:spChg>
        <pc:spChg chg="del">
          <ac:chgData name="Hironari Yamada" userId="e57621f8-ec3c-449e-bb19-001fffcc008e" providerId="ADAL" clId="{BC0BD879-F267-5CCA-8DEA-E3B2DD07DA4E}" dt="2026-06-01T12:03:26.383" v="326" actId="478"/>
          <ac:spMkLst>
            <pc:docMk/>
            <pc:sldMk cId="1186077149" sldId="260"/>
            <ac:spMk id="10" creationId="{59FC20EF-3700-42BD-85CA-0DF3E331FA1E}"/>
          </ac:spMkLst>
        </pc:spChg>
        <pc:spChg chg="del">
          <ac:chgData name="Hironari Yamada" userId="e57621f8-ec3c-449e-bb19-001fffcc008e" providerId="ADAL" clId="{BC0BD879-F267-5CCA-8DEA-E3B2DD07DA4E}" dt="2026-06-01T12:03:26.383" v="326" actId="478"/>
          <ac:spMkLst>
            <pc:docMk/>
            <pc:sldMk cId="1186077149" sldId="260"/>
            <ac:spMk id="12" creationId="{4A5AE97B-67C0-4C58-A1C7-8A77C623E908}"/>
          </ac:spMkLst>
        </pc:spChg>
        <pc:spChg chg="del">
          <ac:chgData name="Hironari Yamada" userId="e57621f8-ec3c-449e-bb19-001fffcc008e" providerId="ADAL" clId="{BC0BD879-F267-5CCA-8DEA-E3B2DD07DA4E}" dt="2026-06-01T12:03:26.383" v="326" actId="478"/>
          <ac:spMkLst>
            <pc:docMk/>
            <pc:sldMk cId="1186077149" sldId="260"/>
            <ac:spMk id="14" creationId="{B5D3F367-53E6-4783-BA97-675E4416B001}"/>
          </ac:spMkLst>
        </pc:spChg>
        <pc:spChg chg="del">
          <ac:chgData name="Hironari Yamada" userId="e57621f8-ec3c-449e-bb19-001fffcc008e" providerId="ADAL" clId="{BC0BD879-F267-5CCA-8DEA-E3B2DD07DA4E}" dt="2026-06-01T12:03:26.383" v="326" actId="478"/>
          <ac:spMkLst>
            <pc:docMk/>
            <pc:sldMk cId="1186077149" sldId="260"/>
            <ac:spMk id="17" creationId="{29197709-F74B-4753-B3D8-DB68CE4EC9A6}"/>
          </ac:spMkLst>
        </pc:spChg>
        <pc:spChg chg="del">
          <ac:chgData name="Hironari Yamada" userId="e57621f8-ec3c-449e-bb19-001fffcc008e" providerId="ADAL" clId="{BC0BD879-F267-5CCA-8DEA-E3B2DD07DA4E}" dt="2026-06-01T12:03:26.383" v="326" actId="478"/>
          <ac:spMkLst>
            <pc:docMk/>
            <pc:sldMk cId="1186077149" sldId="260"/>
            <ac:spMk id="18" creationId="{C69B159B-2810-41CF-A3FF-FDE745EC29DE}"/>
          </ac:spMkLst>
        </pc:spChg>
        <pc:spChg chg="del">
          <ac:chgData name="Hironari Yamada" userId="e57621f8-ec3c-449e-bb19-001fffcc008e" providerId="ADAL" clId="{BC0BD879-F267-5CCA-8DEA-E3B2DD07DA4E}" dt="2026-06-01T12:03:26.383" v="326" actId="478"/>
          <ac:spMkLst>
            <pc:docMk/>
            <pc:sldMk cId="1186077149" sldId="260"/>
            <ac:spMk id="19" creationId="{4D3A50CE-A128-4482-AC3F-AFB1E22DDB60}"/>
          </ac:spMkLst>
        </pc:spChg>
        <pc:spChg chg="del">
          <ac:chgData name="Hironari Yamada" userId="e57621f8-ec3c-449e-bb19-001fffcc008e" providerId="ADAL" clId="{BC0BD879-F267-5CCA-8DEA-E3B2DD07DA4E}" dt="2026-06-01T12:03:26.383" v="326" actId="478"/>
          <ac:spMkLst>
            <pc:docMk/>
            <pc:sldMk cId="1186077149" sldId="260"/>
            <ac:spMk id="20" creationId="{4E7A4AE2-73DF-4955-A6C5-8B8BA9C39BC6}"/>
          </ac:spMkLst>
        </pc:spChg>
        <pc:spChg chg="del">
          <ac:chgData name="Hironari Yamada" userId="e57621f8-ec3c-449e-bb19-001fffcc008e" providerId="ADAL" clId="{BC0BD879-F267-5CCA-8DEA-E3B2DD07DA4E}" dt="2026-06-01T12:04:45.733" v="338" actId="478"/>
          <ac:spMkLst>
            <pc:docMk/>
            <pc:sldMk cId="1186077149" sldId="260"/>
            <ac:spMk id="21" creationId="{BF3BA053-23E2-4765-AE07-A61B3EA5993D}"/>
          </ac:spMkLst>
        </pc:spChg>
        <pc:spChg chg="mod">
          <ac:chgData name="Hironari Yamada" userId="e57621f8-ec3c-449e-bb19-001fffcc008e" providerId="ADAL" clId="{BC0BD879-F267-5CCA-8DEA-E3B2DD07DA4E}" dt="2026-06-01T11:57:12.151" v="228" actId="20577"/>
          <ac:spMkLst>
            <pc:docMk/>
            <pc:sldMk cId="1186077149" sldId="260"/>
            <ac:spMk id="22" creationId="{EE8BF0CB-7674-4080-850B-A5D5378B6AA1}"/>
          </ac:spMkLst>
        </pc:spChg>
        <pc:spChg chg="mod">
          <ac:chgData name="Hironari Yamada" userId="e57621f8-ec3c-449e-bb19-001fffcc008e" providerId="ADAL" clId="{BC0BD879-F267-5CCA-8DEA-E3B2DD07DA4E}" dt="2026-06-01T12:04:21.117" v="335" actId="3064"/>
          <ac:spMkLst>
            <pc:docMk/>
            <pc:sldMk cId="1186077149" sldId="260"/>
            <ac:spMk id="24" creationId="{20162F49-5082-B79F-936F-B319BCABF0A6}"/>
          </ac:spMkLst>
        </pc:spChg>
        <pc:spChg chg="mod">
          <ac:chgData name="Hironari Yamada" userId="e57621f8-ec3c-449e-bb19-001fffcc008e" providerId="ADAL" clId="{BC0BD879-F267-5CCA-8DEA-E3B2DD07DA4E}" dt="2026-06-02T00:39:16.807" v="1404" actId="1076"/>
          <ac:spMkLst>
            <pc:docMk/>
            <pc:sldMk cId="1186077149" sldId="260"/>
            <ac:spMk id="25" creationId="{36449F7F-6BDE-67D8-7D95-78424D1C2AAA}"/>
          </ac:spMkLst>
        </pc:spChg>
        <pc:spChg chg="mod">
          <ac:chgData name="Hironari Yamada" userId="e57621f8-ec3c-449e-bb19-001fffcc008e" providerId="ADAL" clId="{BC0BD879-F267-5CCA-8DEA-E3B2DD07DA4E}" dt="2026-06-02T00:39:16.807" v="1404" actId="1076"/>
          <ac:spMkLst>
            <pc:docMk/>
            <pc:sldMk cId="1186077149" sldId="260"/>
            <ac:spMk id="26" creationId="{7196E911-B87E-2518-E4C4-CA5596A4D4F9}"/>
          </ac:spMkLst>
        </pc:spChg>
        <pc:spChg chg="mod">
          <ac:chgData name="Hironari Yamada" userId="e57621f8-ec3c-449e-bb19-001fffcc008e" providerId="ADAL" clId="{BC0BD879-F267-5CCA-8DEA-E3B2DD07DA4E}" dt="2026-06-02T00:39:04.147" v="1402" actId="1076"/>
          <ac:spMkLst>
            <pc:docMk/>
            <pc:sldMk cId="1186077149" sldId="260"/>
            <ac:spMk id="27" creationId="{74B40AD5-2F5B-154F-ACF1-2529ABAF14F4}"/>
          </ac:spMkLst>
        </pc:spChg>
        <pc:spChg chg="mod">
          <ac:chgData name="Hironari Yamada" userId="e57621f8-ec3c-449e-bb19-001fffcc008e" providerId="ADAL" clId="{BC0BD879-F267-5CCA-8DEA-E3B2DD07DA4E}" dt="2026-06-02T00:39:16.807" v="1404" actId="1076"/>
          <ac:spMkLst>
            <pc:docMk/>
            <pc:sldMk cId="1186077149" sldId="260"/>
            <ac:spMk id="28" creationId="{9C47E5DA-D0F2-6209-526E-8739417C7980}"/>
          </ac:spMkLst>
        </pc:spChg>
        <pc:spChg chg="add mod">
          <ac:chgData name="Hironari Yamada" userId="e57621f8-ec3c-449e-bb19-001fffcc008e" providerId="ADAL" clId="{BC0BD879-F267-5CCA-8DEA-E3B2DD07DA4E}" dt="2026-06-02T00:39:16.807" v="1404" actId="1076"/>
          <ac:spMkLst>
            <pc:docMk/>
            <pc:sldMk cId="1186077149" sldId="260"/>
            <ac:spMk id="29" creationId="{1265AA34-9975-9367-03BA-6F3EE981507A}"/>
          </ac:spMkLst>
        </pc:spChg>
        <pc:spChg chg="add mod">
          <ac:chgData name="Hironari Yamada" userId="e57621f8-ec3c-449e-bb19-001fffcc008e" providerId="ADAL" clId="{BC0BD879-F267-5CCA-8DEA-E3B2DD07DA4E}" dt="2026-06-02T00:39:04.147" v="1402" actId="1076"/>
          <ac:spMkLst>
            <pc:docMk/>
            <pc:sldMk cId="1186077149" sldId="260"/>
            <ac:spMk id="31" creationId="{C273ED53-624B-D373-8F68-756CFFF7C34E}"/>
          </ac:spMkLst>
        </pc:spChg>
        <pc:spChg chg="add mod">
          <ac:chgData name="Hironari Yamada" userId="e57621f8-ec3c-449e-bb19-001fffcc008e" providerId="ADAL" clId="{BC0BD879-F267-5CCA-8DEA-E3B2DD07DA4E}" dt="2026-06-02T00:39:04.147" v="1402" actId="1076"/>
          <ac:spMkLst>
            <pc:docMk/>
            <pc:sldMk cId="1186077149" sldId="260"/>
            <ac:spMk id="32" creationId="{67E3DD71-B914-BA41-26CD-7AD0E0E0775A}"/>
          </ac:spMkLst>
        </pc:spChg>
        <pc:spChg chg="add mod">
          <ac:chgData name="Hironari Yamada" userId="e57621f8-ec3c-449e-bb19-001fffcc008e" providerId="ADAL" clId="{BC0BD879-F267-5CCA-8DEA-E3B2DD07DA4E}" dt="2026-06-02T00:39:04.147" v="1402" actId="1076"/>
          <ac:spMkLst>
            <pc:docMk/>
            <pc:sldMk cId="1186077149" sldId="260"/>
            <ac:spMk id="33" creationId="{BFA7F837-05A0-9092-0EAC-7D4B140EF770}"/>
          </ac:spMkLst>
        </pc:spChg>
        <pc:spChg chg="add mod">
          <ac:chgData name="Hironari Yamada" userId="e57621f8-ec3c-449e-bb19-001fffcc008e" providerId="ADAL" clId="{BC0BD879-F267-5CCA-8DEA-E3B2DD07DA4E}" dt="2026-06-02T00:39:16.807" v="1404" actId="1076"/>
          <ac:spMkLst>
            <pc:docMk/>
            <pc:sldMk cId="1186077149" sldId="260"/>
            <ac:spMk id="35" creationId="{257F945A-B8B2-DB43-A9D1-58F89C56D1FB}"/>
          </ac:spMkLst>
        </pc:spChg>
        <pc:spChg chg="add mod">
          <ac:chgData name="Hironari Yamada" userId="e57621f8-ec3c-449e-bb19-001fffcc008e" providerId="ADAL" clId="{BC0BD879-F267-5CCA-8DEA-E3B2DD07DA4E}" dt="2026-06-01T12:04:42.430" v="337" actId="2711"/>
          <ac:spMkLst>
            <pc:docMk/>
            <pc:sldMk cId="1186077149" sldId="260"/>
            <ac:spMk id="36" creationId="{88EA8FAB-FC89-28D4-41DF-96473907D923}"/>
          </ac:spMkLst>
        </pc:spChg>
        <pc:spChg chg="add mod">
          <ac:chgData name="Hironari Yamada" userId="e57621f8-ec3c-449e-bb19-001fffcc008e" providerId="ADAL" clId="{BC0BD879-F267-5CCA-8DEA-E3B2DD07DA4E}" dt="2026-06-01T12:04:42.430" v="337" actId="2711"/>
          <ac:spMkLst>
            <pc:docMk/>
            <pc:sldMk cId="1186077149" sldId="260"/>
            <ac:spMk id="37" creationId="{679D863F-ED99-A216-2D58-2AA78D86AA14}"/>
          </ac:spMkLst>
        </pc:spChg>
        <pc:spChg chg="add mod">
          <ac:chgData name="Hironari Yamada" userId="e57621f8-ec3c-449e-bb19-001fffcc008e" providerId="ADAL" clId="{BC0BD879-F267-5CCA-8DEA-E3B2DD07DA4E}" dt="2026-06-01T12:04:42.430" v="337" actId="2711"/>
          <ac:spMkLst>
            <pc:docMk/>
            <pc:sldMk cId="1186077149" sldId="260"/>
            <ac:spMk id="38" creationId="{3E5A52F4-36DA-71EA-7C5E-C5D53A44A208}"/>
          </ac:spMkLst>
        </pc:spChg>
        <pc:spChg chg="mod">
          <ac:chgData name="Hironari Yamada" userId="e57621f8-ec3c-449e-bb19-001fffcc008e" providerId="ADAL" clId="{BC0BD879-F267-5CCA-8DEA-E3B2DD07DA4E}" dt="2026-06-02T00:39:04.147" v="1402" actId="1076"/>
          <ac:spMkLst>
            <pc:docMk/>
            <pc:sldMk cId="1186077149" sldId="260"/>
            <ac:spMk id="42" creationId="{F6AEC5AF-97C6-E22F-7AF1-45AF08FBE592}"/>
          </ac:spMkLst>
        </pc:spChg>
        <pc:spChg chg="mod">
          <ac:chgData name="Hironari Yamada" userId="e57621f8-ec3c-449e-bb19-001fffcc008e" providerId="ADAL" clId="{BC0BD879-F267-5CCA-8DEA-E3B2DD07DA4E}" dt="2026-06-02T00:39:04.147" v="1402" actId="1076"/>
          <ac:spMkLst>
            <pc:docMk/>
            <pc:sldMk cId="1186077149" sldId="260"/>
            <ac:spMk id="43" creationId="{DCF64BC8-DD59-C406-296E-945B46D725D7}"/>
          </ac:spMkLst>
        </pc:spChg>
        <pc:spChg chg="mod">
          <ac:chgData name="Hironari Yamada" userId="e57621f8-ec3c-449e-bb19-001fffcc008e" providerId="ADAL" clId="{BC0BD879-F267-5CCA-8DEA-E3B2DD07DA4E}" dt="2026-06-02T00:39:04.147" v="1402" actId="1076"/>
          <ac:spMkLst>
            <pc:docMk/>
            <pc:sldMk cId="1186077149" sldId="260"/>
            <ac:spMk id="44" creationId="{04705AAC-E338-BD01-3C84-4AB20ADB402A}"/>
          </ac:spMkLst>
        </pc:spChg>
        <pc:spChg chg="add mod">
          <ac:chgData name="Hironari Yamada" userId="e57621f8-ec3c-449e-bb19-001fffcc008e" providerId="ADAL" clId="{BC0BD879-F267-5CCA-8DEA-E3B2DD07DA4E}" dt="2026-06-02T00:39:04.147" v="1402" actId="1076"/>
          <ac:spMkLst>
            <pc:docMk/>
            <pc:sldMk cId="1186077149" sldId="260"/>
            <ac:spMk id="45" creationId="{C2E8D05F-4BED-4BB8-A4C0-BF883A98D1CD}"/>
          </ac:spMkLst>
        </pc:spChg>
        <pc:spChg chg="mod">
          <ac:chgData name="Hironari Yamada" userId="e57621f8-ec3c-449e-bb19-001fffcc008e" providerId="ADAL" clId="{BC0BD879-F267-5CCA-8DEA-E3B2DD07DA4E}" dt="2026-06-02T00:39:16.807" v="1404" actId="1076"/>
          <ac:spMkLst>
            <pc:docMk/>
            <pc:sldMk cId="1186077149" sldId="260"/>
            <ac:spMk id="48" creationId="{BA4BD0B2-CDE0-FD12-DF0C-301D42C3FB1D}"/>
          </ac:spMkLst>
        </pc:spChg>
        <pc:spChg chg="mod">
          <ac:chgData name="Hironari Yamada" userId="e57621f8-ec3c-449e-bb19-001fffcc008e" providerId="ADAL" clId="{BC0BD879-F267-5CCA-8DEA-E3B2DD07DA4E}" dt="2026-06-02T00:39:16.807" v="1404" actId="1076"/>
          <ac:spMkLst>
            <pc:docMk/>
            <pc:sldMk cId="1186077149" sldId="260"/>
            <ac:spMk id="49" creationId="{759484BA-77EA-4992-7FA6-05B373B18A20}"/>
          </ac:spMkLst>
        </pc:spChg>
        <pc:spChg chg="mod">
          <ac:chgData name="Hironari Yamada" userId="e57621f8-ec3c-449e-bb19-001fffcc008e" providerId="ADAL" clId="{BC0BD879-F267-5CCA-8DEA-E3B2DD07DA4E}" dt="2026-06-02T00:39:16.807" v="1404" actId="1076"/>
          <ac:spMkLst>
            <pc:docMk/>
            <pc:sldMk cId="1186077149" sldId="260"/>
            <ac:spMk id="51" creationId="{B95A76EE-012C-9BB8-128A-D9F414DC3F03}"/>
          </ac:spMkLst>
        </pc:spChg>
        <pc:spChg chg="add mod">
          <ac:chgData name="Hironari Yamada" userId="e57621f8-ec3c-449e-bb19-001fffcc008e" providerId="ADAL" clId="{BC0BD879-F267-5CCA-8DEA-E3B2DD07DA4E}" dt="2026-06-02T00:39:16.807" v="1404" actId="1076"/>
          <ac:spMkLst>
            <pc:docMk/>
            <pc:sldMk cId="1186077149" sldId="260"/>
            <ac:spMk id="52" creationId="{62F70EA7-C6C7-A16C-2342-A71DEEC3310A}"/>
          </ac:spMkLst>
        </pc:spChg>
        <pc:spChg chg="mod">
          <ac:chgData name="Hironari Yamada" userId="e57621f8-ec3c-449e-bb19-001fffcc008e" providerId="ADAL" clId="{BC0BD879-F267-5CCA-8DEA-E3B2DD07DA4E}" dt="2026-06-02T00:39:04.147" v="1402" actId="1076"/>
          <ac:spMkLst>
            <pc:docMk/>
            <pc:sldMk cId="1186077149" sldId="260"/>
            <ac:spMk id="53" creationId="{0AD2A724-1C89-28AF-E629-F3770E192576}"/>
          </ac:spMkLst>
        </pc:spChg>
        <pc:spChg chg="mod">
          <ac:chgData name="Hironari Yamada" userId="e57621f8-ec3c-449e-bb19-001fffcc008e" providerId="ADAL" clId="{BC0BD879-F267-5CCA-8DEA-E3B2DD07DA4E}" dt="2026-06-02T00:39:16.807" v="1404" actId="1076"/>
          <ac:spMkLst>
            <pc:docMk/>
            <pc:sldMk cId="1186077149" sldId="260"/>
            <ac:spMk id="55" creationId="{C679CD2C-3513-3189-5AF9-0E50498348DD}"/>
          </ac:spMkLst>
        </pc:spChg>
        <pc:spChg chg="mod">
          <ac:chgData name="Hironari Yamada" userId="e57621f8-ec3c-449e-bb19-001fffcc008e" providerId="ADAL" clId="{BC0BD879-F267-5CCA-8DEA-E3B2DD07DA4E}" dt="2026-06-01T12:05:00.542" v="340"/>
          <ac:spMkLst>
            <pc:docMk/>
            <pc:sldMk cId="1186077149" sldId="260"/>
            <ac:spMk id="57" creationId="{8C7C3128-5ECC-BB81-08B9-F0A4D44B0537}"/>
          </ac:spMkLst>
        </pc:spChg>
        <pc:spChg chg="add mod">
          <ac:chgData name="Hironari Yamada" userId="e57621f8-ec3c-449e-bb19-001fffcc008e" providerId="ADAL" clId="{BC0BD879-F267-5CCA-8DEA-E3B2DD07DA4E}" dt="2026-06-01T12:04:59.788" v="339"/>
          <ac:spMkLst>
            <pc:docMk/>
            <pc:sldMk cId="1186077149" sldId="260"/>
            <ac:spMk id="64" creationId="{6BAAD9ED-1EDD-156B-D16C-EB56A0B67E8B}"/>
          </ac:spMkLst>
        </pc:spChg>
        <pc:spChg chg="add mod">
          <ac:chgData name="Hironari Yamada" userId="e57621f8-ec3c-449e-bb19-001fffcc008e" providerId="ADAL" clId="{BC0BD879-F267-5CCA-8DEA-E3B2DD07DA4E}" dt="2026-06-01T12:04:59.788" v="339"/>
          <ac:spMkLst>
            <pc:docMk/>
            <pc:sldMk cId="1186077149" sldId="260"/>
            <ac:spMk id="65" creationId="{FDE02C02-6F7E-6B06-2031-BDBA1C03F106}"/>
          </ac:spMkLst>
        </pc:spChg>
        <pc:spChg chg="add mod">
          <ac:chgData name="Hironari Yamada" userId="e57621f8-ec3c-449e-bb19-001fffcc008e" providerId="ADAL" clId="{BC0BD879-F267-5CCA-8DEA-E3B2DD07DA4E}" dt="2026-06-01T12:04:59.788" v="339"/>
          <ac:spMkLst>
            <pc:docMk/>
            <pc:sldMk cId="1186077149" sldId="260"/>
            <ac:spMk id="67" creationId="{79D7D823-5E9F-B024-745F-16E58568116B}"/>
          </ac:spMkLst>
        </pc:spChg>
        <pc:spChg chg="add mod">
          <ac:chgData name="Hironari Yamada" userId="e57621f8-ec3c-449e-bb19-001fffcc008e" providerId="ADAL" clId="{BC0BD879-F267-5CCA-8DEA-E3B2DD07DA4E}" dt="2026-06-01T12:04:59.788" v="339"/>
          <ac:spMkLst>
            <pc:docMk/>
            <pc:sldMk cId="1186077149" sldId="260"/>
            <ac:spMk id="69" creationId="{7C18B3D5-CFC1-9BD2-242A-772E7BBF7F93}"/>
          </ac:spMkLst>
        </pc:spChg>
        <pc:spChg chg="add mod">
          <ac:chgData name="Hironari Yamada" userId="e57621f8-ec3c-449e-bb19-001fffcc008e" providerId="ADAL" clId="{BC0BD879-F267-5CCA-8DEA-E3B2DD07DA4E}" dt="2026-06-01T12:04:59.788" v="339"/>
          <ac:spMkLst>
            <pc:docMk/>
            <pc:sldMk cId="1186077149" sldId="260"/>
            <ac:spMk id="77" creationId="{E0ABD80C-A1B1-6673-5665-E637EB3DC0AE}"/>
          </ac:spMkLst>
        </pc:spChg>
        <pc:spChg chg="add mod">
          <ac:chgData name="Hironari Yamada" userId="e57621f8-ec3c-449e-bb19-001fffcc008e" providerId="ADAL" clId="{BC0BD879-F267-5CCA-8DEA-E3B2DD07DA4E}" dt="2026-06-01T12:04:59.788" v="339"/>
          <ac:spMkLst>
            <pc:docMk/>
            <pc:sldMk cId="1186077149" sldId="260"/>
            <ac:spMk id="78" creationId="{1276709C-836B-DE08-A050-32DAB0898178}"/>
          </ac:spMkLst>
        </pc:spChg>
        <pc:spChg chg="add mod">
          <ac:chgData name="Hironari Yamada" userId="e57621f8-ec3c-449e-bb19-001fffcc008e" providerId="ADAL" clId="{BC0BD879-F267-5CCA-8DEA-E3B2DD07DA4E}" dt="2026-06-01T12:04:59.788" v="339"/>
          <ac:spMkLst>
            <pc:docMk/>
            <pc:sldMk cId="1186077149" sldId="260"/>
            <ac:spMk id="79" creationId="{2F4299ED-27C3-C1AF-7860-76EDDB9DCB91}"/>
          </ac:spMkLst>
        </pc:spChg>
        <pc:spChg chg="add mod">
          <ac:chgData name="Hironari Yamada" userId="e57621f8-ec3c-449e-bb19-001fffcc008e" providerId="ADAL" clId="{BC0BD879-F267-5CCA-8DEA-E3B2DD07DA4E}" dt="2026-06-01T12:04:59.788" v="339"/>
          <ac:spMkLst>
            <pc:docMk/>
            <pc:sldMk cId="1186077149" sldId="260"/>
            <ac:spMk id="85" creationId="{0326F219-085F-1567-5035-824FC7BA09A9}"/>
          </ac:spMkLst>
        </pc:spChg>
        <pc:spChg chg="add mod">
          <ac:chgData name="Hironari Yamada" userId="e57621f8-ec3c-449e-bb19-001fffcc008e" providerId="ADAL" clId="{BC0BD879-F267-5CCA-8DEA-E3B2DD07DA4E}" dt="2026-06-01T12:04:59.788" v="339"/>
          <ac:spMkLst>
            <pc:docMk/>
            <pc:sldMk cId="1186077149" sldId="260"/>
            <ac:spMk id="86" creationId="{332C5D6C-94CC-EEB1-C7A7-358F084858B2}"/>
          </ac:spMkLst>
        </pc:spChg>
        <pc:spChg chg="add mod">
          <ac:chgData name="Hironari Yamada" userId="e57621f8-ec3c-449e-bb19-001fffcc008e" providerId="ADAL" clId="{BC0BD879-F267-5CCA-8DEA-E3B2DD07DA4E}" dt="2026-06-01T12:04:59.788" v="339"/>
          <ac:spMkLst>
            <pc:docMk/>
            <pc:sldMk cId="1186077149" sldId="260"/>
            <ac:spMk id="87" creationId="{A913D7BC-FB87-BBAA-974A-7A7389F6006A}"/>
          </ac:spMkLst>
        </pc:spChg>
        <pc:spChg chg="add del mod">
          <ac:chgData name="Hironari Yamada" userId="e57621f8-ec3c-449e-bb19-001fffcc008e" providerId="ADAL" clId="{BC0BD879-F267-5CCA-8DEA-E3B2DD07DA4E}" dt="2026-06-02T00:38:22.454" v="1393"/>
          <ac:spMkLst>
            <pc:docMk/>
            <pc:sldMk cId="1186077149" sldId="260"/>
            <ac:spMk id="89" creationId="{5F1D0464-D30A-8A11-3FF2-57970A5CD427}"/>
          </ac:spMkLst>
        </pc:spChg>
        <pc:spChg chg="add mod">
          <ac:chgData name="Hironari Yamada" userId="e57621f8-ec3c-449e-bb19-001fffcc008e" providerId="ADAL" clId="{BC0BD879-F267-5CCA-8DEA-E3B2DD07DA4E}" dt="2026-06-02T00:39:08.067" v="1403" actId="14100"/>
          <ac:spMkLst>
            <pc:docMk/>
            <pc:sldMk cId="1186077149" sldId="260"/>
            <ac:spMk id="92" creationId="{3E6AF404-5105-A7A5-C49A-53069678B760}"/>
          </ac:spMkLst>
        </pc:spChg>
        <pc:picChg chg="add mod">
          <ac:chgData name="Hironari Yamada" userId="e57621f8-ec3c-449e-bb19-001fffcc008e" providerId="ADAL" clId="{BC0BD879-F267-5CCA-8DEA-E3B2DD07DA4E}" dt="2026-06-02T00:38:26.043" v="1395"/>
          <ac:picMkLst>
            <pc:docMk/>
            <pc:sldMk cId="1186077149" sldId="260"/>
            <ac:picMk id="90" creationId="{B7A5A6B7-7BA4-0586-52EA-019518C68B7B}"/>
          </ac:picMkLst>
        </pc:picChg>
        <pc:picChg chg="add mod">
          <ac:chgData name="Hironari Yamada" userId="e57621f8-ec3c-449e-bb19-001fffcc008e" providerId="ADAL" clId="{BC0BD879-F267-5CCA-8DEA-E3B2DD07DA4E}" dt="2026-06-02T00:38:31.897" v="1397"/>
          <ac:picMkLst>
            <pc:docMk/>
            <pc:sldMk cId="1186077149" sldId="260"/>
            <ac:picMk id="91" creationId="{13A527DC-1D6E-08C5-9B09-63B9C3D9E756}"/>
          </ac:picMkLst>
        </pc:picChg>
      </pc:sldChg>
      <pc:sldChg chg="del">
        <pc:chgData name="Hironari Yamada" userId="e57621f8-ec3c-449e-bb19-001fffcc008e" providerId="ADAL" clId="{BC0BD879-F267-5CCA-8DEA-E3B2DD07DA4E}" dt="2026-06-01T12:23:12.458" v="1085" actId="2696"/>
        <pc:sldMkLst>
          <pc:docMk/>
          <pc:sldMk cId="1186077149" sldId="261"/>
        </pc:sldMkLst>
      </pc:sldChg>
      <pc:sldChg chg="del">
        <pc:chgData name="Hironari Yamada" userId="e57621f8-ec3c-449e-bb19-001fffcc008e" providerId="ADAL" clId="{BC0BD879-F267-5CCA-8DEA-E3B2DD07DA4E}" dt="2026-06-01T12:23:08.268" v="1084" actId="2696"/>
        <pc:sldMkLst>
          <pc:docMk/>
          <pc:sldMk cId="1186077149" sldId="262"/>
        </pc:sldMkLst>
      </pc:sldChg>
      <pc:sldChg chg="del">
        <pc:chgData name="Hironari Yamada" userId="e57621f8-ec3c-449e-bb19-001fffcc008e" providerId="ADAL" clId="{BC0BD879-F267-5CCA-8DEA-E3B2DD07DA4E}" dt="2026-06-01T12:23:06.117" v="1083" actId="2696"/>
        <pc:sldMkLst>
          <pc:docMk/>
          <pc:sldMk cId="1186077149" sldId="263"/>
        </pc:sldMkLst>
      </pc:sldChg>
      <pc:sldChg chg="del">
        <pc:chgData name="Hironari Yamada" userId="e57621f8-ec3c-449e-bb19-001fffcc008e" providerId="ADAL" clId="{BC0BD879-F267-5CCA-8DEA-E3B2DD07DA4E}" dt="2026-06-01T12:45:04.086" v="1234" actId="2696"/>
        <pc:sldMkLst>
          <pc:docMk/>
          <pc:sldMk cId="1186077149" sldId="264"/>
        </pc:sldMkLst>
      </pc:sldChg>
      <pc:sldChg chg="add del">
        <pc:chgData name="Hironari Yamada" userId="e57621f8-ec3c-449e-bb19-001fffcc008e" providerId="ADAL" clId="{BC0BD879-F267-5CCA-8DEA-E3B2DD07DA4E}" dt="2026-06-02T01:04:46.596" v="2624" actId="2696"/>
        <pc:sldMkLst>
          <pc:docMk/>
          <pc:sldMk cId="1186077149" sldId="265"/>
        </pc:sldMkLst>
      </pc:sldChg>
      <pc:sldChg chg="modSp del mod">
        <pc:chgData name="Hironari Yamada" userId="e57621f8-ec3c-449e-bb19-001fffcc008e" providerId="ADAL" clId="{BC0BD879-F267-5CCA-8DEA-E3B2DD07DA4E}" dt="2026-06-02T01:04:43.047" v="2620" actId="2696"/>
        <pc:sldMkLst>
          <pc:docMk/>
          <pc:sldMk cId="1186077149" sldId="266"/>
        </pc:sldMkLst>
        <pc:spChg chg="mod">
          <ac:chgData name="Hironari Yamada" userId="e57621f8-ec3c-449e-bb19-001fffcc008e" providerId="ADAL" clId="{BC0BD879-F267-5CCA-8DEA-E3B2DD07DA4E}" dt="2026-06-01T12:45:28.857" v="1245" actId="403"/>
          <ac:spMkLst>
            <pc:docMk/>
            <pc:sldMk cId="1186077149" sldId="266"/>
            <ac:spMk id="6" creationId="{D74E19EF-7E13-48D1-A344-A2EC5E83CB6C}"/>
          </ac:spMkLst>
        </pc:spChg>
        <pc:spChg chg="mod">
          <ac:chgData name="Hironari Yamada" userId="e57621f8-ec3c-449e-bb19-001fffcc008e" providerId="ADAL" clId="{BC0BD879-F267-5CCA-8DEA-E3B2DD07DA4E}" dt="2026-06-01T12:45:28.857" v="1245" actId="403"/>
          <ac:spMkLst>
            <pc:docMk/>
            <pc:sldMk cId="1186077149" sldId="266"/>
            <ac:spMk id="7" creationId="{FCDEDE57-C6FE-426F-9863-14625878475B}"/>
          </ac:spMkLst>
        </pc:spChg>
        <pc:spChg chg="mod">
          <ac:chgData name="Hironari Yamada" userId="e57621f8-ec3c-449e-bb19-001fffcc008e" providerId="ADAL" clId="{BC0BD879-F267-5CCA-8DEA-E3B2DD07DA4E}" dt="2026-06-01T12:45:28.857" v="1245" actId="403"/>
          <ac:spMkLst>
            <pc:docMk/>
            <pc:sldMk cId="1186077149" sldId="266"/>
            <ac:spMk id="8" creationId="{42F01132-208F-497A-B5BF-2D35D668FCC5}"/>
          </ac:spMkLst>
        </pc:spChg>
        <pc:spChg chg="mod">
          <ac:chgData name="Hironari Yamada" userId="e57621f8-ec3c-449e-bb19-001fffcc008e" providerId="ADAL" clId="{BC0BD879-F267-5CCA-8DEA-E3B2DD07DA4E}" dt="2026-06-01T12:45:28.857" v="1245" actId="403"/>
          <ac:spMkLst>
            <pc:docMk/>
            <pc:sldMk cId="1186077149" sldId="266"/>
            <ac:spMk id="10" creationId="{9A9E5888-B72F-4934-931B-A0EE96808D33}"/>
          </ac:spMkLst>
        </pc:spChg>
        <pc:spChg chg="mod">
          <ac:chgData name="Hironari Yamada" userId="e57621f8-ec3c-449e-bb19-001fffcc008e" providerId="ADAL" clId="{BC0BD879-F267-5CCA-8DEA-E3B2DD07DA4E}" dt="2026-06-01T12:45:28.857" v="1245" actId="403"/>
          <ac:spMkLst>
            <pc:docMk/>
            <pc:sldMk cId="1186077149" sldId="266"/>
            <ac:spMk id="18" creationId="{5A0F20C0-E055-43E8-8EC5-D7EBEA28E178}"/>
          </ac:spMkLst>
        </pc:spChg>
        <pc:spChg chg="mod">
          <ac:chgData name="Hironari Yamada" userId="e57621f8-ec3c-449e-bb19-001fffcc008e" providerId="ADAL" clId="{BC0BD879-F267-5CCA-8DEA-E3B2DD07DA4E}" dt="2026-06-01T12:45:28.857" v="1245" actId="403"/>
          <ac:spMkLst>
            <pc:docMk/>
            <pc:sldMk cId="1186077149" sldId="266"/>
            <ac:spMk id="20" creationId="{A163A198-FD87-47AF-B23B-3427020E97ED}"/>
          </ac:spMkLst>
        </pc:spChg>
        <pc:spChg chg="mod">
          <ac:chgData name="Hironari Yamada" userId="e57621f8-ec3c-449e-bb19-001fffcc008e" providerId="ADAL" clId="{BC0BD879-F267-5CCA-8DEA-E3B2DD07DA4E}" dt="2026-06-01T12:45:28.857" v="1245" actId="403"/>
          <ac:spMkLst>
            <pc:docMk/>
            <pc:sldMk cId="1186077149" sldId="266"/>
            <ac:spMk id="21" creationId="{959E7725-0776-4D23-AADF-1851C4D8CA85}"/>
          </ac:spMkLst>
        </pc:spChg>
        <pc:spChg chg="mod">
          <ac:chgData name="Hironari Yamada" userId="e57621f8-ec3c-449e-bb19-001fffcc008e" providerId="ADAL" clId="{BC0BD879-F267-5CCA-8DEA-E3B2DD07DA4E}" dt="2026-06-01T12:45:28.857" v="1245" actId="403"/>
          <ac:spMkLst>
            <pc:docMk/>
            <pc:sldMk cId="1186077149" sldId="266"/>
            <ac:spMk id="25" creationId="{1F74F2FA-C3F2-41B0-9B5C-4DF6C02882A5}"/>
          </ac:spMkLst>
        </pc:spChg>
        <pc:spChg chg="mod">
          <ac:chgData name="Hironari Yamada" userId="e57621f8-ec3c-449e-bb19-001fffcc008e" providerId="ADAL" clId="{BC0BD879-F267-5CCA-8DEA-E3B2DD07DA4E}" dt="2026-06-01T12:45:28.857" v="1245" actId="403"/>
          <ac:spMkLst>
            <pc:docMk/>
            <pc:sldMk cId="1186077149" sldId="266"/>
            <ac:spMk id="26" creationId="{A5185D6A-CF04-42F7-AB66-233A3EB8A878}"/>
          </ac:spMkLst>
        </pc:spChg>
        <pc:spChg chg="mod">
          <ac:chgData name="Hironari Yamada" userId="e57621f8-ec3c-449e-bb19-001fffcc008e" providerId="ADAL" clId="{BC0BD879-F267-5CCA-8DEA-E3B2DD07DA4E}" dt="2026-06-01T12:45:36.778" v="1246" actId="20577"/>
          <ac:spMkLst>
            <pc:docMk/>
            <pc:sldMk cId="1186077149" sldId="266"/>
            <ac:spMk id="29" creationId="{0C73EF17-18CC-4BF8-A6C3-570E69FEAFD1}"/>
          </ac:spMkLst>
        </pc:spChg>
      </pc:sldChg>
      <pc:sldChg chg="del">
        <pc:chgData name="Hironari Yamada" userId="e57621f8-ec3c-449e-bb19-001fffcc008e" providerId="ADAL" clId="{BC0BD879-F267-5CCA-8DEA-E3B2DD07DA4E}" dt="2026-06-02T01:04:43.045" v="2618" actId="2696"/>
        <pc:sldMkLst>
          <pc:docMk/>
          <pc:sldMk cId="1186077149" sldId="267"/>
        </pc:sldMkLst>
      </pc:sldChg>
      <pc:sldChg chg="del">
        <pc:chgData name="Hironari Yamada" userId="e57621f8-ec3c-449e-bb19-001fffcc008e" providerId="ADAL" clId="{BC0BD879-F267-5CCA-8DEA-E3B2DD07DA4E}" dt="2026-06-02T01:04:43.049" v="2622" actId="2696"/>
        <pc:sldMkLst>
          <pc:docMk/>
          <pc:sldMk cId="1186077149" sldId="268"/>
        </pc:sldMkLst>
      </pc:sldChg>
      <pc:sldChg chg="del">
        <pc:chgData name="Hironari Yamada" userId="e57621f8-ec3c-449e-bb19-001fffcc008e" providerId="ADAL" clId="{BC0BD879-F267-5CCA-8DEA-E3B2DD07DA4E}" dt="2026-06-02T01:04:43.048" v="2621" actId="2696"/>
        <pc:sldMkLst>
          <pc:docMk/>
          <pc:sldMk cId="1186077149" sldId="269"/>
        </pc:sldMkLst>
      </pc:sldChg>
      <pc:sldChg chg="del">
        <pc:chgData name="Hironari Yamada" userId="e57621f8-ec3c-449e-bb19-001fffcc008e" providerId="ADAL" clId="{BC0BD879-F267-5CCA-8DEA-E3B2DD07DA4E}" dt="2026-06-02T01:04:43.046" v="2619" actId="2696"/>
        <pc:sldMkLst>
          <pc:docMk/>
          <pc:sldMk cId="1186077149" sldId="270"/>
        </pc:sldMkLst>
      </pc:sldChg>
      <pc:sldChg chg="del">
        <pc:chgData name="Hironari Yamada" userId="e57621f8-ec3c-449e-bb19-001fffcc008e" providerId="ADAL" clId="{BC0BD879-F267-5CCA-8DEA-E3B2DD07DA4E}" dt="2026-06-02T01:04:43.044" v="2617" actId="2696"/>
        <pc:sldMkLst>
          <pc:docMk/>
          <pc:sldMk cId="1186077149" sldId="271"/>
        </pc:sldMkLst>
      </pc:sldChg>
      <pc:sldChg chg="addSp delSp modSp mod">
        <pc:chgData name="Hironari Yamada" userId="e57621f8-ec3c-449e-bb19-001fffcc008e" providerId="ADAL" clId="{BC0BD879-F267-5CCA-8DEA-E3B2DD07DA4E}" dt="2026-06-02T06:10:20.318" v="3427" actId="20577"/>
        <pc:sldMkLst>
          <pc:docMk/>
          <pc:sldMk cId="1186077149" sldId="272"/>
        </pc:sldMkLst>
        <pc:spChg chg="mod">
          <ac:chgData name="Hironari Yamada" userId="e57621f8-ec3c-449e-bb19-001fffcc008e" providerId="ADAL" clId="{BC0BD879-F267-5CCA-8DEA-E3B2DD07DA4E}" dt="2026-06-02T05:26:37.734" v="3274" actId="167"/>
          <ac:spMkLst>
            <pc:docMk/>
            <pc:sldMk cId="1186077149" sldId="272"/>
            <ac:spMk id="6" creationId="{BFFBC69E-FDB3-492E-8988-14F523CD6E98}"/>
          </ac:spMkLst>
        </pc:spChg>
        <pc:spChg chg="add del mod">
          <ac:chgData name="Hironari Yamada" userId="e57621f8-ec3c-449e-bb19-001fffcc008e" providerId="ADAL" clId="{BC0BD879-F267-5CCA-8DEA-E3B2DD07DA4E}" dt="2026-06-02T05:10:26.670" v="2889" actId="478"/>
          <ac:spMkLst>
            <pc:docMk/>
            <pc:sldMk cId="1186077149" sldId="272"/>
            <ac:spMk id="10" creationId="{2198D589-7C2F-02B7-BA2B-1A9035D77737}"/>
          </ac:spMkLst>
        </pc:spChg>
        <pc:spChg chg="add del mod">
          <ac:chgData name="Hironari Yamada" userId="e57621f8-ec3c-449e-bb19-001fffcc008e" providerId="ADAL" clId="{BC0BD879-F267-5CCA-8DEA-E3B2DD07DA4E}" dt="2026-06-02T05:10:26.670" v="2889" actId="478"/>
          <ac:spMkLst>
            <pc:docMk/>
            <pc:sldMk cId="1186077149" sldId="272"/>
            <ac:spMk id="11" creationId="{A3DB2883-9F5C-3B7D-4365-952B3B69C5C3}"/>
          </ac:spMkLst>
        </pc:spChg>
        <pc:spChg chg="add del mod">
          <ac:chgData name="Hironari Yamada" userId="e57621f8-ec3c-449e-bb19-001fffcc008e" providerId="ADAL" clId="{BC0BD879-F267-5CCA-8DEA-E3B2DD07DA4E}" dt="2026-06-02T05:10:26.670" v="2889" actId="478"/>
          <ac:spMkLst>
            <pc:docMk/>
            <pc:sldMk cId="1186077149" sldId="272"/>
            <ac:spMk id="12" creationId="{443203E1-D682-E446-1832-720907B9C512}"/>
          </ac:spMkLst>
        </pc:spChg>
        <pc:spChg chg="add del mod">
          <ac:chgData name="Hironari Yamada" userId="e57621f8-ec3c-449e-bb19-001fffcc008e" providerId="ADAL" clId="{BC0BD879-F267-5CCA-8DEA-E3B2DD07DA4E}" dt="2026-06-02T05:10:26.670" v="2889" actId="478"/>
          <ac:spMkLst>
            <pc:docMk/>
            <pc:sldMk cId="1186077149" sldId="272"/>
            <ac:spMk id="13" creationId="{F59119D4-0494-123B-D546-C68992EB8DDE}"/>
          </ac:spMkLst>
        </pc:spChg>
        <pc:spChg chg="add del mod">
          <ac:chgData name="Hironari Yamada" userId="e57621f8-ec3c-449e-bb19-001fffcc008e" providerId="ADAL" clId="{BC0BD879-F267-5CCA-8DEA-E3B2DD07DA4E}" dt="2026-06-02T05:10:26.670" v="2889" actId="478"/>
          <ac:spMkLst>
            <pc:docMk/>
            <pc:sldMk cId="1186077149" sldId="272"/>
            <ac:spMk id="18" creationId="{6E68A220-17EB-6888-57B4-E18590EC645F}"/>
          </ac:spMkLst>
        </pc:spChg>
        <pc:spChg chg="add del mod">
          <ac:chgData name="Hironari Yamada" userId="e57621f8-ec3c-449e-bb19-001fffcc008e" providerId="ADAL" clId="{BC0BD879-F267-5CCA-8DEA-E3B2DD07DA4E}" dt="2026-06-02T05:10:26.670" v="2889" actId="478"/>
          <ac:spMkLst>
            <pc:docMk/>
            <pc:sldMk cId="1186077149" sldId="272"/>
            <ac:spMk id="21" creationId="{68256EB9-625B-45CD-F45B-D0C56021F3FF}"/>
          </ac:spMkLst>
        </pc:spChg>
        <pc:spChg chg="add del mod">
          <ac:chgData name="Hironari Yamada" userId="e57621f8-ec3c-449e-bb19-001fffcc008e" providerId="ADAL" clId="{BC0BD879-F267-5CCA-8DEA-E3B2DD07DA4E}" dt="2026-06-02T05:10:26.670" v="2889" actId="478"/>
          <ac:spMkLst>
            <pc:docMk/>
            <pc:sldMk cId="1186077149" sldId="272"/>
            <ac:spMk id="23" creationId="{E94AD593-B4AE-6C07-A25D-27F7E8742987}"/>
          </ac:spMkLst>
        </pc:spChg>
        <pc:spChg chg="add del mod">
          <ac:chgData name="Hironari Yamada" userId="e57621f8-ec3c-449e-bb19-001fffcc008e" providerId="ADAL" clId="{BC0BD879-F267-5CCA-8DEA-E3B2DD07DA4E}" dt="2026-06-02T05:10:26.670" v="2889" actId="478"/>
          <ac:spMkLst>
            <pc:docMk/>
            <pc:sldMk cId="1186077149" sldId="272"/>
            <ac:spMk id="24" creationId="{9E9C717B-C82D-26DC-BE22-A01708D2D546}"/>
          </ac:spMkLst>
        </pc:spChg>
        <pc:spChg chg="add del mod">
          <ac:chgData name="Hironari Yamada" userId="e57621f8-ec3c-449e-bb19-001fffcc008e" providerId="ADAL" clId="{BC0BD879-F267-5CCA-8DEA-E3B2DD07DA4E}" dt="2026-06-02T05:10:26.670" v="2889" actId="478"/>
          <ac:spMkLst>
            <pc:docMk/>
            <pc:sldMk cId="1186077149" sldId="272"/>
            <ac:spMk id="25" creationId="{F949590B-5D51-4283-BE34-1404125FDC0A}"/>
          </ac:spMkLst>
        </pc:spChg>
        <pc:spChg chg="add del mod">
          <ac:chgData name="Hironari Yamada" userId="e57621f8-ec3c-449e-bb19-001fffcc008e" providerId="ADAL" clId="{BC0BD879-F267-5CCA-8DEA-E3B2DD07DA4E}" dt="2026-06-02T05:10:26.670" v="2889" actId="478"/>
          <ac:spMkLst>
            <pc:docMk/>
            <pc:sldMk cId="1186077149" sldId="272"/>
            <ac:spMk id="26" creationId="{DB6629BC-4316-7689-0F40-88926EA594CB}"/>
          </ac:spMkLst>
        </pc:spChg>
        <pc:spChg chg="add mod">
          <ac:chgData name="Hironari Yamada" userId="e57621f8-ec3c-449e-bb19-001fffcc008e" providerId="ADAL" clId="{BC0BD879-F267-5CCA-8DEA-E3B2DD07DA4E}" dt="2026-06-02T05:10:27.081" v="2890"/>
          <ac:spMkLst>
            <pc:docMk/>
            <pc:sldMk cId="1186077149" sldId="272"/>
            <ac:spMk id="29" creationId="{49C6D349-8ABF-22DD-0AE0-FDC2843A26E7}"/>
          </ac:spMkLst>
        </pc:spChg>
        <pc:spChg chg="add mod">
          <ac:chgData name="Hironari Yamada" userId="e57621f8-ec3c-449e-bb19-001fffcc008e" providerId="ADAL" clId="{BC0BD879-F267-5CCA-8DEA-E3B2DD07DA4E}" dt="2026-06-02T05:20:49.219" v="2982" actId="692"/>
          <ac:spMkLst>
            <pc:docMk/>
            <pc:sldMk cId="1186077149" sldId="272"/>
            <ac:spMk id="31" creationId="{064C5510-AFC5-32B0-9BAE-896EF4457FD7}"/>
          </ac:spMkLst>
        </pc:spChg>
        <pc:spChg chg="add mod">
          <ac:chgData name="Hironari Yamada" userId="e57621f8-ec3c-449e-bb19-001fffcc008e" providerId="ADAL" clId="{BC0BD879-F267-5CCA-8DEA-E3B2DD07DA4E}" dt="2026-06-02T05:21:06.164" v="2987" actId="692"/>
          <ac:spMkLst>
            <pc:docMk/>
            <pc:sldMk cId="1186077149" sldId="272"/>
            <ac:spMk id="32" creationId="{A920699F-FD0A-D26C-D017-C6D1FCD296E7}"/>
          </ac:spMkLst>
        </pc:spChg>
        <pc:spChg chg="add mod">
          <ac:chgData name="Hironari Yamada" userId="e57621f8-ec3c-449e-bb19-001fffcc008e" providerId="ADAL" clId="{BC0BD879-F267-5CCA-8DEA-E3B2DD07DA4E}" dt="2026-06-02T05:21:40.391" v="2990" actId="207"/>
          <ac:spMkLst>
            <pc:docMk/>
            <pc:sldMk cId="1186077149" sldId="272"/>
            <ac:spMk id="37" creationId="{4D65CAF2-0DE6-B2F7-E86B-4F7B4F07C5FF}"/>
          </ac:spMkLst>
        </pc:spChg>
        <pc:spChg chg="add mod">
          <ac:chgData name="Hironari Yamada" userId="e57621f8-ec3c-449e-bb19-001fffcc008e" providerId="ADAL" clId="{BC0BD879-F267-5CCA-8DEA-E3B2DD07DA4E}" dt="2026-06-02T05:10:27.081" v="2890"/>
          <ac:spMkLst>
            <pc:docMk/>
            <pc:sldMk cId="1186077149" sldId="272"/>
            <ac:spMk id="40" creationId="{20CEEB6D-E991-F7E3-EFA7-E07801433215}"/>
          </ac:spMkLst>
        </pc:spChg>
        <pc:spChg chg="mod">
          <ac:chgData name="Hironari Yamada" userId="e57621f8-ec3c-449e-bb19-001fffcc008e" providerId="ADAL" clId="{BC0BD879-F267-5CCA-8DEA-E3B2DD07DA4E}" dt="2026-06-02T05:21:40.391" v="2990" actId="207"/>
          <ac:spMkLst>
            <pc:docMk/>
            <pc:sldMk cId="1186077149" sldId="272"/>
            <ac:spMk id="43" creationId="{D6DA35A2-CB34-EAEC-648F-0BCB8C2814D3}"/>
          </ac:spMkLst>
        </pc:spChg>
        <pc:spChg chg="add mod">
          <ac:chgData name="Hironari Yamada" userId="e57621f8-ec3c-449e-bb19-001fffcc008e" providerId="ADAL" clId="{BC0BD879-F267-5CCA-8DEA-E3B2DD07DA4E}" dt="2026-06-02T05:26:20.402" v="3272" actId="207"/>
          <ac:spMkLst>
            <pc:docMk/>
            <pc:sldMk cId="1186077149" sldId="272"/>
            <ac:spMk id="44" creationId="{EE0DF17A-4AEB-7008-F41F-0AB5AE4EA25A}"/>
          </ac:spMkLst>
        </pc:spChg>
        <pc:spChg chg="add mod">
          <ac:chgData name="Hironari Yamada" userId="e57621f8-ec3c-449e-bb19-001fffcc008e" providerId="ADAL" clId="{BC0BD879-F267-5CCA-8DEA-E3B2DD07DA4E}" dt="2026-06-02T05:10:27.081" v="2890"/>
          <ac:spMkLst>
            <pc:docMk/>
            <pc:sldMk cId="1186077149" sldId="272"/>
            <ac:spMk id="45" creationId="{0C93B863-387E-C97B-4962-A22541C766A9}"/>
          </ac:spMkLst>
        </pc:spChg>
        <pc:spChg chg="add mod">
          <ac:chgData name="Hironari Yamada" userId="e57621f8-ec3c-449e-bb19-001fffcc008e" providerId="ADAL" clId="{BC0BD879-F267-5CCA-8DEA-E3B2DD07DA4E}" dt="2026-06-02T05:10:27.081" v="2890"/>
          <ac:spMkLst>
            <pc:docMk/>
            <pc:sldMk cId="1186077149" sldId="272"/>
            <ac:spMk id="47" creationId="{7D3CAC5E-45F0-B669-1001-B9BB32349E29}"/>
          </ac:spMkLst>
        </pc:spChg>
        <pc:spChg chg="add mod">
          <ac:chgData name="Hironari Yamada" userId="e57621f8-ec3c-449e-bb19-001fffcc008e" providerId="ADAL" clId="{BC0BD879-F267-5CCA-8DEA-E3B2DD07DA4E}" dt="2026-06-02T06:10:20.318" v="3427" actId="20577"/>
          <ac:spMkLst>
            <pc:docMk/>
            <pc:sldMk cId="1186077149" sldId="272"/>
            <ac:spMk id="49" creationId="{4ED6D9B1-A6ED-60EE-E82C-EFF2A566661E}"/>
          </ac:spMkLst>
        </pc:spChg>
        <pc:spChg chg="add mod">
          <ac:chgData name="Hironari Yamada" userId="e57621f8-ec3c-449e-bb19-001fffcc008e" providerId="ADAL" clId="{BC0BD879-F267-5CCA-8DEA-E3B2DD07DA4E}" dt="2026-06-02T05:10:27.081" v="2890"/>
          <ac:spMkLst>
            <pc:docMk/>
            <pc:sldMk cId="1186077149" sldId="272"/>
            <ac:spMk id="51" creationId="{26B70C55-B304-80DB-608B-EB8A21251804}"/>
          </ac:spMkLst>
        </pc:spChg>
        <pc:spChg chg="add del">
          <ac:chgData name="Hironari Yamada" userId="e57621f8-ec3c-449e-bb19-001fffcc008e" providerId="ADAL" clId="{BC0BD879-F267-5CCA-8DEA-E3B2DD07DA4E}" dt="2026-06-02T05:21:50.818" v="2992" actId="478"/>
          <ac:spMkLst>
            <pc:docMk/>
            <pc:sldMk cId="1186077149" sldId="272"/>
            <ac:spMk id="52" creationId="{4B5FB0A9-C95B-97EF-47C3-BD6D26C7B509}"/>
          </ac:spMkLst>
        </pc:spChg>
        <pc:spChg chg="add mod">
          <ac:chgData name="Hironari Yamada" userId="e57621f8-ec3c-449e-bb19-001fffcc008e" providerId="ADAL" clId="{BC0BD879-F267-5CCA-8DEA-E3B2DD07DA4E}" dt="2026-06-02T05:26:30.373" v="3273" actId="166"/>
          <ac:spMkLst>
            <pc:docMk/>
            <pc:sldMk cId="1186077149" sldId="272"/>
            <ac:spMk id="53" creationId="{9D0E2550-D8F4-FD7F-48E5-598FE4B9A38E}"/>
          </ac:spMkLst>
        </pc:spChg>
        <pc:spChg chg="add mod">
          <ac:chgData name="Hironari Yamada" userId="e57621f8-ec3c-449e-bb19-001fffcc008e" providerId="ADAL" clId="{BC0BD879-F267-5CCA-8DEA-E3B2DD07DA4E}" dt="2026-06-02T05:26:30.373" v="3273" actId="166"/>
          <ac:spMkLst>
            <pc:docMk/>
            <pc:sldMk cId="1186077149" sldId="272"/>
            <ac:spMk id="54" creationId="{41CE3255-D8D7-E214-C6DE-EE46EB4C31E7}"/>
          </ac:spMkLst>
        </pc:spChg>
        <pc:spChg chg="add mod">
          <ac:chgData name="Hironari Yamada" userId="e57621f8-ec3c-449e-bb19-001fffcc008e" providerId="ADAL" clId="{BC0BD879-F267-5CCA-8DEA-E3B2DD07DA4E}" dt="2026-06-02T05:26:37.734" v="3274" actId="167"/>
          <ac:spMkLst>
            <pc:docMk/>
            <pc:sldMk cId="1186077149" sldId="272"/>
            <ac:spMk id="55" creationId="{5BA0593E-D69A-F7C9-3458-3418029B3342}"/>
          </ac:spMkLst>
        </pc:spChg>
        <pc:picChg chg="del">
          <ac:chgData name="Hironari Yamada" userId="e57621f8-ec3c-449e-bb19-001fffcc008e" providerId="ADAL" clId="{BC0BD879-F267-5CCA-8DEA-E3B2DD07DA4E}" dt="2026-06-02T05:00:43.557" v="2712" actId="478"/>
          <ac:picMkLst>
            <pc:docMk/>
            <pc:sldMk cId="1186077149" sldId="272"/>
            <ac:picMk id="7" creationId="{00000000-0000-0000-0000-000000000000}"/>
          </ac:picMkLst>
        </pc:picChg>
        <pc:picChg chg="mod">
          <ac:chgData name="Hironari Yamada" userId="e57621f8-ec3c-449e-bb19-001fffcc008e" providerId="ADAL" clId="{BC0BD879-F267-5CCA-8DEA-E3B2DD07DA4E}" dt="2026-06-02T05:21:30.212" v="2988" actId="1366"/>
          <ac:picMkLst>
            <pc:docMk/>
            <pc:sldMk cId="1186077149" sldId="272"/>
            <ac:picMk id="33" creationId="{E889ACFC-ABD5-62AE-B66A-FEF24BC851FD}"/>
          </ac:picMkLst>
        </pc:picChg>
        <pc:picChg chg="mod">
          <ac:chgData name="Hironari Yamada" userId="e57621f8-ec3c-449e-bb19-001fffcc008e" providerId="ADAL" clId="{BC0BD879-F267-5CCA-8DEA-E3B2DD07DA4E}" dt="2026-06-02T05:26:03.692" v="3266" actId="1366"/>
          <ac:picMkLst>
            <pc:docMk/>
            <pc:sldMk cId="1186077149" sldId="272"/>
            <ac:picMk id="35" creationId="{2B08F110-CAB2-2F4E-217A-6F215156C34B}"/>
          </ac:picMkLst>
        </pc:picChg>
        <pc:picChg chg="mod">
          <ac:chgData name="Hironari Yamada" userId="e57621f8-ec3c-449e-bb19-001fffcc008e" providerId="ADAL" clId="{BC0BD879-F267-5CCA-8DEA-E3B2DD07DA4E}" dt="2026-06-02T05:21:30.212" v="2988" actId="1366"/>
          <ac:picMkLst>
            <pc:docMk/>
            <pc:sldMk cId="1186077149" sldId="272"/>
            <ac:picMk id="38" creationId="{6F658AF0-35D6-217A-FD15-552B06B7EFCC}"/>
          </ac:picMkLst>
        </pc:picChg>
      </pc:sldChg>
      <pc:sldChg chg="modSp mod">
        <pc:chgData name="Hironari Yamada" userId="e57621f8-ec3c-449e-bb19-001fffcc008e" providerId="ADAL" clId="{BC0BD879-F267-5CCA-8DEA-E3B2DD07DA4E}" dt="2026-06-02T05:02:49.974" v="2802" actId="20577"/>
        <pc:sldMkLst>
          <pc:docMk/>
          <pc:sldMk cId="1186077149" sldId="273"/>
        </pc:sldMkLst>
        <pc:spChg chg="mod">
          <ac:chgData name="Hironari Yamada" userId="e57621f8-ec3c-449e-bb19-001fffcc008e" providerId="ADAL" clId="{BC0BD879-F267-5CCA-8DEA-E3B2DD07DA4E}" dt="2026-06-02T05:01:25.648" v="2744" actId="20577"/>
          <ac:spMkLst>
            <pc:docMk/>
            <pc:sldMk cId="1186077149" sldId="273"/>
            <ac:spMk id="15" creationId="{95A06C85-EE12-484A-84EF-EF42B2D6D6D1}"/>
          </ac:spMkLst>
        </pc:spChg>
        <pc:spChg chg="mod">
          <ac:chgData name="Hironari Yamada" userId="e57621f8-ec3c-449e-bb19-001fffcc008e" providerId="ADAL" clId="{BC0BD879-F267-5CCA-8DEA-E3B2DD07DA4E}" dt="2026-06-02T05:02:26.986" v="2790" actId="20577"/>
          <ac:spMkLst>
            <pc:docMk/>
            <pc:sldMk cId="1186077149" sldId="273"/>
            <ac:spMk id="17" creationId="{836FC536-CFDF-443E-97B8-628102D29EDC}"/>
          </ac:spMkLst>
        </pc:spChg>
        <pc:spChg chg="mod">
          <ac:chgData name="Hironari Yamada" userId="e57621f8-ec3c-449e-bb19-001fffcc008e" providerId="ADAL" clId="{BC0BD879-F267-5CCA-8DEA-E3B2DD07DA4E}" dt="2026-06-02T05:01:05.087" v="2719" actId="403"/>
          <ac:spMkLst>
            <pc:docMk/>
            <pc:sldMk cId="1186077149" sldId="273"/>
            <ac:spMk id="20" creationId="{30024BCC-5B27-4149-9BDB-E709B52BF1DF}"/>
          </ac:spMkLst>
        </pc:spChg>
        <pc:spChg chg="mod">
          <ac:chgData name="Hironari Yamada" userId="e57621f8-ec3c-449e-bb19-001fffcc008e" providerId="ADAL" clId="{BC0BD879-F267-5CCA-8DEA-E3B2DD07DA4E}" dt="2026-06-02T05:02:43.100" v="2796" actId="20577"/>
          <ac:spMkLst>
            <pc:docMk/>
            <pc:sldMk cId="1186077149" sldId="273"/>
            <ac:spMk id="21" creationId="{27525E2E-3C7A-467D-A3C7-15121C7812EB}"/>
          </ac:spMkLst>
        </pc:spChg>
        <pc:spChg chg="mod">
          <ac:chgData name="Hironari Yamada" userId="e57621f8-ec3c-449e-bb19-001fffcc008e" providerId="ADAL" clId="{BC0BD879-F267-5CCA-8DEA-E3B2DD07DA4E}" dt="2026-06-02T05:01:05.087" v="2719" actId="403"/>
          <ac:spMkLst>
            <pc:docMk/>
            <pc:sldMk cId="1186077149" sldId="273"/>
            <ac:spMk id="22" creationId="{6E95924C-5AFA-4302-8B4E-748A9E22049A}"/>
          </ac:spMkLst>
        </pc:spChg>
        <pc:spChg chg="mod">
          <ac:chgData name="Hironari Yamada" userId="e57621f8-ec3c-449e-bb19-001fffcc008e" providerId="ADAL" clId="{BC0BD879-F267-5CCA-8DEA-E3B2DD07DA4E}" dt="2026-06-02T05:01:05.087" v="2719" actId="403"/>
          <ac:spMkLst>
            <pc:docMk/>
            <pc:sldMk cId="1186077149" sldId="273"/>
            <ac:spMk id="23" creationId="{EBF0609F-148B-4DB7-A66C-918B0C180987}"/>
          </ac:spMkLst>
        </pc:spChg>
        <pc:spChg chg="mod">
          <ac:chgData name="Hironari Yamada" userId="e57621f8-ec3c-449e-bb19-001fffcc008e" providerId="ADAL" clId="{BC0BD879-F267-5CCA-8DEA-E3B2DD07DA4E}" dt="2026-06-02T05:02:49.974" v="2802" actId="20577"/>
          <ac:spMkLst>
            <pc:docMk/>
            <pc:sldMk cId="1186077149" sldId="273"/>
            <ac:spMk id="27" creationId="{7081CE3A-7444-455D-8AE2-FF214703C9D8}"/>
          </ac:spMkLst>
        </pc:spChg>
        <pc:spChg chg="mod">
          <ac:chgData name="Hironari Yamada" userId="e57621f8-ec3c-449e-bb19-001fffcc008e" providerId="ADAL" clId="{BC0BD879-F267-5CCA-8DEA-E3B2DD07DA4E}" dt="2026-06-02T05:01:05.087" v="2719" actId="403"/>
          <ac:spMkLst>
            <pc:docMk/>
            <pc:sldMk cId="1186077149" sldId="273"/>
            <ac:spMk id="34" creationId="{4487A6FF-9337-40A2-9DB7-65147402DCEA}"/>
          </ac:spMkLst>
        </pc:spChg>
        <pc:spChg chg="mod">
          <ac:chgData name="Hironari Yamada" userId="e57621f8-ec3c-449e-bb19-001fffcc008e" providerId="ADAL" clId="{BC0BD879-F267-5CCA-8DEA-E3B2DD07DA4E}" dt="2026-06-02T05:01:05.087" v="2719" actId="403"/>
          <ac:spMkLst>
            <pc:docMk/>
            <pc:sldMk cId="1186077149" sldId="273"/>
            <ac:spMk id="35" creationId="{6CD1C60F-9467-48B4-848D-9B3AAFB72F2D}"/>
          </ac:spMkLst>
        </pc:spChg>
        <pc:spChg chg="mod">
          <ac:chgData name="Hironari Yamada" userId="e57621f8-ec3c-449e-bb19-001fffcc008e" providerId="ADAL" clId="{BC0BD879-F267-5CCA-8DEA-E3B2DD07DA4E}" dt="2026-06-02T05:01:05.087" v="2719" actId="403"/>
          <ac:spMkLst>
            <pc:docMk/>
            <pc:sldMk cId="1186077149" sldId="273"/>
            <ac:spMk id="40" creationId="{F45EDE05-B279-49E5-9EA6-069CF3B0EDF3}"/>
          </ac:spMkLst>
        </pc:spChg>
      </pc:sldChg>
      <pc:sldChg chg="addSp delSp modSp mod">
        <pc:chgData name="Hironari Yamada" userId="e57621f8-ec3c-449e-bb19-001fffcc008e" providerId="ADAL" clId="{BC0BD879-F267-5CCA-8DEA-E3B2DD07DA4E}" dt="2026-06-02T05:28:34.723" v="3283" actId="1076"/>
        <pc:sldMkLst>
          <pc:docMk/>
          <pc:sldMk cId="1186077149" sldId="274"/>
        </pc:sldMkLst>
        <pc:spChg chg="add mod">
          <ac:chgData name="Hironari Yamada" userId="e57621f8-ec3c-449e-bb19-001fffcc008e" providerId="ADAL" clId="{BC0BD879-F267-5CCA-8DEA-E3B2DD07DA4E}" dt="2026-06-02T05:28:34.723" v="3283" actId="1076"/>
          <ac:spMkLst>
            <pc:docMk/>
            <pc:sldMk cId="1186077149" sldId="274"/>
            <ac:spMk id="10" creationId="{6B2E290F-DA0B-ED82-D6B6-6057E5A9F9A0}"/>
          </ac:spMkLst>
        </pc:spChg>
        <pc:spChg chg="add mod">
          <ac:chgData name="Hironari Yamada" userId="e57621f8-ec3c-449e-bb19-001fffcc008e" providerId="ADAL" clId="{BC0BD879-F267-5CCA-8DEA-E3B2DD07DA4E}" dt="2026-06-02T05:28:34.723" v="3283" actId="1076"/>
          <ac:spMkLst>
            <pc:docMk/>
            <pc:sldMk cId="1186077149" sldId="274"/>
            <ac:spMk id="11" creationId="{4AB01991-FE64-FD6F-5DF5-20040478B0A3}"/>
          </ac:spMkLst>
        </pc:spChg>
        <pc:spChg chg="del">
          <ac:chgData name="Hironari Yamada" userId="e57621f8-ec3c-449e-bb19-001fffcc008e" providerId="ADAL" clId="{BC0BD879-F267-5CCA-8DEA-E3B2DD07DA4E}" dt="2026-06-02T05:27:51.059" v="3277" actId="478"/>
          <ac:spMkLst>
            <pc:docMk/>
            <pc:sldMk cId="1186077149" sldId="274"/>
            <ac:spMk id="12" creationId="{BCAD534C-1461-1C9F-8912-B0F8CBE1ADDC}"/>
          </ac:spMkLst>
        </pc:spChg>
        <pc:spChg chg="add del mod">
          <ac:chgData name="Hironari Yamada" userId="e57621f8-ec3c-449e-bb19-001fffcc008e" providerId="ADAL" clId="{BC0BD879-F267-5CCA-8DEA-E3B2DD07DA4E}" dt="2026-06-02T05:27:51.059" v="3277" actId="478"/>
          <ac:spMkLst>
            <pc:docMk/>
            <pc:sldMk cId="1186077149" sldId="274"/>
            <ac:spMk id="13" creationId="{F446E64E-0AA2-F3B7-D3B0-7CAA7E64698A}"/>
          </ac:spMkLst>
        </pc:spChg>
        <pc:spChg chg="add mod">
          <ac:chgData name="Hironari Yamada" userId="e57621f8-ec3c-449e-bb19-001fffcc008e" providerId="ADAL" clId="{BC0BD879-F267-5CCA-8DEA-E3B2DD07DA4E}" dt="2026-06-02T05:28:34.723" v="3283" actId="1076"/>
          <ac:spMkLst>
            <pc:docMk/>
            <pc:sldMk cId="1186077149" sldId="274"/>
            <ac:spMk id="14" creationId="{673393D5-0E4D-7EC1-FE90-F6945D5E4B4B}"/>
          </ac:spMkLst>
        </pc:spChg>
        <pc:spChg chg="mod">
          <ac:chgData name="Hironari Yamada" userId="e57621f8-ec3c-449e-bb19-001fffcc008e" providerId="ADAL" clId="{BC0BD879-F267-5CCA-8DEA-E3B2DD07DA4E}" dt="2026-06-02T05:28:34.723" v="3283" actId="1076"/>
          <ac:spMkLst>
            <pc:docMk/>
            <pc:sldMk cId="1186077149" sldId="274"/>
            <ac:spMk id="15" creationId="{76D20F8C-5A90-CC07-1ADD-89E944D16B49}"/>
          </ac:spMkLst>
        </pc:spChg>
        <pc:spChg chg="add mod">
          <ac:chgData name="Hironari Yamada" userId="e57621f8-ec3c-449e-bb19-001fffcc008e" providerId="ADAL" clId="{BC0BD879-F267-5CCA-8DEA-E3B2DD07DA4E}" dt="2026-06-02T05:28:34.723" v="3283" actId="1076"/>
          <ac:spMkLst>
            <pc:docMk/>
            <pc:sldMk cId="1186077149" sldId="274"/>
            <ac:spMk id="16" creationId="{A1D1EB7C-EEEB-F834-6065-8FC6FC436862}"/>
          </ac:spMkLst>
        </pc:spChg>
        <pc:spChg chg="mod">
          <ac:chgData name="Hironari Yamada" userId="e57621f8-ec3c-449e-bb19-001fffcc008e" providerId="ADAL" clId="{BC0BD879-F267-5CCA-8DEA-E3B2DD07DA4E}" dt="2026-06-02T05:28:34.723" v="3283" actId="1076"/>
          <ac:spMkLst>
            <pc:docMk/>
            <pc:sldMk cId="1186077149" sldId="274"/>
            <ac:spMk id="17" creationId="{5BD63B29-7A94-B17E-45A5-404385A36923}"/>
          </ac:spMkLst>
        </pc:spChg>
        <pc:spChg chg="mod">
          <ac:chgData name="Hironari Yamada" userId="e57621f8-ec3c-449e-bb19-001fffcc008e" providerId="ADAL" clId="{BC0BD879-F267-5CCA-8DEA-E3B2DD07DA4E}" dt="2026-06-02T05:28:34.723" v="3283" actId="1076"/>
          <ac:spMkLst>
            <pc:docMk/>
            <pc:sldMk cId="1186077149" sldId="274"/>
            <ac:spMk id="18" creationId="{8CCFE074-B4AA-1444-10F2-6F0F4CC7FF89}"/>
          </ac:spMkLst>
        </pc:spChg>
        <pc:spChg chg="add del mod">
          <ac:chgData name="Hironari Yamada" userId="e57621f8-ec3c-449e-bb19-001fffcc008e" providerId="ADAL" clId="{BC0BD879-F267-5CCA-8DEA-E3B2DD07DA4E}" dt="2026-06-02T05:27:51.059" v="3277" actId="478"/>
          <ac:spMkLst>
            <pc:docMk/>
            <pc:sldMk cId="1186077149" sldId="274"/>
            <ac:spMk id="19" creationId="{FCCB0D41-C1CC-CBCE-69DF-E2DD94CB10A6}"/>
          </ac:spMkLst>
        </pc:spChg>
        <pc:spChg chg="add del mod">
          <ac:chgData name="Hironari Yamada" userId="e57621f8-ec3c-449e-bb19-001fffcc008e" providerId="ADAL" clId="{BC0BD879-F267-5CCA-8DEA-E3B2DD07DA4E}" dt="2026-06-02T05:27:51.059" v="3277" actId="478"/>
          <ac:spMkLst>
            <pc:docMk/>
            <pc:sldMk cId="1186077149" sldId="274"/>
            <ac:spMk id="20" creationId="{B032ED4E-65A0-9937-8E25-84CD8F266B6F}"/>
          </ac:spMkLst>
        </pc:spChg>
        <pc:spChg chg="add del mod">
          <ac:chgData name="Hironari Yamada" userId="e57621f8-ec3c-449e-bb19-001fffcc008e" providerId="ADAL" clId="{BC0BD879-F267-5CCA-8DEA-E3B2DD07DA4E}" dt="2026-06-02T05:27:51.059" v="3277" actId="478"/>
          <ac:spMkLst>
            <pc:docMk/>
            <pc:sldMk cId="1186077149" sldId="274"/>
            <ac:spMk id="25" creationId="{822CE795-A62A-9490-DD3F-5B65CAEEA40D}"/>
          </ac:spMkLst>
        </pc:spChg>
        <pc:spChg chg="add del mod">
          <ac:chgData name="Hironari Yamada" userId="e57621f8-ec3c-449e-bb19-001fffcc008e" providerId="ADAL" clId="{BC0BD879-F267-5CCA-8DEA-E3B2DD07DA4E}" dt="2026-06-02T05:27:51.059" v="3277" actId="478"/>
          <ac:spMkLst>
            <pc:docMk/>
            <pc:sldMk cId="1186077149" sldId="274"/>
            <ac:spMk id="26" creationId="{698577DF-2153-4DB0-B217-5E459BB7B396}"/>
          </ac:spMkLst>
        </pc:spChg>
        <pc:spChg chg="mod">
          <ac:chgData name="Hironari Yamada" userId="e57621f8-ec3c-449e-bb19-001fffcc008e" providerId="ADAL" clId="{BC0BD879-F267-5CCA-8DEA-E3B2DD07DA4E}" dt="2026-06-02T05:28:34.723" v="3283" actId="1076"/>
          <ac:spMkLst>
            <pc:docMk/>
            <pc:sldMk cId="1186077149" sldId="274"/>
            <ac:spMk id="27" creationId="{774C44A5-212B-3F4B-EA9E-3203AA9CB050}"/>
          </ac:spMkLst>
        </pc:spChg>
        <pc:spChg chg="add mod">
          <ac:chgData name="Hironari Yamada" userId="e57621f8-ec3c-449e-bb19-001fffcc008e" providerId="ADAL" clId="{BC0BD879-F267-5CCA-8DEA-E3B2DD07DA4E}" dt="2026-06-02T05:28:34.723" v="3283" actId="1076"/>
          <ac:spMkLst>
            <pc:docMk/>
            <pc:sldMk cId="1186077149" sldId="274"/>
            <ac:spMk id="28" creationId="{90537A44-5B36-A964-1C07-4A9D9FF72476}"/>
          </ac:spMkLst>
        </pc:spChg>
        <pc:picChg chg="del">
          <ac:chgData name="Hironari Yamada" userId="e57621f8-ec3c-449e-bb19-001fffcc008e" providerId="ADAL" clId="{BC0BD879-F267-5CCA-8DEA-E3B2DD07DA4E}" dt="2026-06-02T05:15:15.869" v="2891" actId="478"/>
          <ac:picMkLst>
            <pc:docMk/>
            <pc:sldMk cId="1186077149" sldId="274"/>
            <ac:picMk id="7" creationId="{00000000-0000-0000-0000-000000000000}"/>
          </ac:picMkLst>
        </pc:picChg>
        <pc:picChg chg="del">
          <ac:chgData name="Hironari Yamada" userId="e57621f8-ec3c-449e-bb19-001fffcc008e" providerId="ADAL" clId="{BC0BD879-F267-5CCA-8DEA-E3B2DD07DA4E}" dt="2026-06-02T05:16:13.472" v="2972" actId="478"/>
          <ac:picMkLst>
            <pc:docMk/>
            <pc:sldMk cId="1186077149" sldId="274"/>
            <ac:picMk id="29" creationId="{D92DD280-5E71-6B04-0FFC-20942CB4445A}"/>
          </ac:picMkLst>
        </pc:picChg>
        <pc:picChg chg="del">
          <ac:chgData name="Hironari Yamada" userId="e57621f8-ec3c-449e-bb19-001fffcc008e" providerId="ADAL" clId="{BC0BD879-F267-5CCA-8DEA-E3B2DD07DA4E}" dt="2026-06-02T05:27:51.059" v="3277" actId="478"/>
          <ac:picMkLst>
            <pc:docMk/>
            <pc:sldMk cId="1186077149" sldId="274"/>
            <ac:picMk id="31" creationId="{50A2EC98-F2C4-7FA1-42A2-0796E7EEBED2}"/>
          </ac:picMkLst>
        </pc:picChg>
        <pc:picChg chg="del">
          <ac:chgData name="Hironari Yamada" userId="e57621f8-ec3c-449e-bb19-001fffcc008e" providerId="ADAL" clId="{BC0BD879-F267-5CCA-8DEA-E3B2DD07DA4E}" dt="2026-06-02T05:27:51.059" v="3277" actId="478"/>
          <ac:picMkLst>
            <pc:docMk/>
            <pc:sldMk cId="1186077149" sldId="274"/>
            <ac:picMk id="32" creationId="{D757A18F-5B34-4AA1-9749-2DE17BA04DC4}"/>
          </ac:picMkLst>
        </pc:picChg>
        <pc:picChg chg="del">
          <ac:chgData name="Hironari Yamada" userId="e57621f8-ec3c-449e-bb19-001fffcc008e" providerId="ADAL" clId="{BC0BD879-F267-5CCA-8DEA-E3B2DD07DA4E}" dt="2026-06-02T05:27:51.059" v="3277" actId="478"/>
          <ac:picMkLst>
            <pc:docMk/>
            <pc:sldMk cId="1186077149" sldId="274"/>
            <ac:picMk id="33" creationId="{03A30BE7-37B3-0405-3A37-A76388D8991F}"/>
          </ac:picMkLst>
        </pc:picChg>
        <pc:picChg chg="del">
          <ac:chgData name="Hironari Yamada" userId="e57621f8-ec3c-449e-bb19-001fffcc008e" providerId="ADAL" clId="{BC0BD879-F267-5CCA-8DEA-E3B2DD07DA4E}" dt="2026-06-02T05:16:13.472" v="2972" actId="478"/>
          <ac:picMkLst>
            <pc:docMk/>
            <pc:sldMk cId="1186077149" sldId="274"/>
            <ac:picMk id="34" creationId="{64C3AECE-210A-1283-7EA2-2561216986F2}"/>
          </ac:picMkLst>
        </pc:picChg>
        <pc:picChg chg="add mod">
          <ac:chgData name="Hironari Yamada" userId="e57621f8-ec3c-449e-bb19-001fffcc008e" providerId="ADAL" clId="{BC0BD879-F267-5CCA-8DEA-E3B2DD07DA4E}" dt="2026-06-02T05:28:34.723" v="3283" actId="1076"/>
          <ac:picMkLst>
            <pc:docMk/>
            <pc:sldMk cId="1186077149" sldId="274"/>
            <ac:picMk id="35" creationId="{40115F65-431E-F807-57A3-B8357B3980D6}"/>
          </ac:picMkLst>
        </pc:picChg>
        <pc:cxnChg chg="mod">
          <ac:chgData name="Hironari Yamada" userId="e57621f8-ec3c-449e-bb19-001fffcc008e" providerId="ADAL" clId="{BC0BD879-F267-5CCA-8DEA-E3B2DD07DA4E}" dt="2026-06-02T05:28:28.414" v="3282" actId="1076"/>
          <ac:cxnSpMkLst>
            <pc:docMk/>
            <pc:sldMk cId="1186077149" sldId="274"/>
            <ac:cxnSpMk id="22" creationId="{68940A42-A9F3-12CA-DD1C-0F23C9C86E75}"/>
          </ac:cxnSpMkLst>
        </pc:cxnChg>
      </pc:sldChg>
      <pc:sldChg chg="addSp delSp modSp mod">
        <pc:chgData name="Hironari Yamada" userId="e57621f8-ec3c-449e-bb19-001fffcc008e" providerId="ADAL" clId="{BC0BD879-F267-5CCA-8DEA-E3B2DD07DA4E}" dt="2026-06-02T05:37:48.114" v="3421" actId="478"/>
        <pc:sldMkLst>
          <pc:docMk/>
          <pc:sldMk cId="1186077149" sldId="275"/>
        </pc:sldMkLst>
        <pc:spChg chg="del">
          <ac:chgData name="Hironari Yamada" userId="e57621f8-ec3c-449e-bb19-001fffcc008e" providerId="ADAL" clId="{BC0BD879-F267-5CCA-8DEA-E3B2DD07DA4E}" dt="2026-06-02T05:37:48.114" v="3421" actId="478"/>
          <ac:spMkLst>
            <pc:docMk/>
            <pc:sldMk cId="1186077149" sldId="275"/>
            <ac:spMk id="3" creationId="{E04ABA42-F3FB-4193-97AC-1F4B4F5BEEDC}"/>
          </ac:spMkLst>
        </pc:spChg>
        <pc:spChg chg="del">
          <ac:chgData name="Hironari Yamada" userId="e57621f8-ec3c-449e-bb19-001fffcc008e" providerId="ADAL" clId="{BC0BD879-F267-5CCA-8DEA-E3B2DD07DA4E}" dt="2026-06-02T05:28:59.159" v="3284" actId="478"/>
          <ac:spMkLst>
            <pc:docMk/>
            <pc:sldMk cId="1186077149" sldId="275"/>
            <ac:spMk id="6" creationId="{DE3AD5DE-D8C7-4FE2-9103-2762BA60EA4F}"/>
          </ac:spMkLst>
        </pc:spChg>
        <pc:spChg chg="del">
          <ac:chgData name="Hironari Yamada" userId="e57621f8-ec3c-449e-bb19-001fffcc008e" providerId="ADAL" clId="{BC0BD879-F267-5CCA-8DEA-E3B2DD07DA4E}" dt="2026-06-02T05:28:59.159" v="3284" actId="478"/>
          <ac:spMkLst>
            <pc:docMk/>
            <pc:sldMk cId="1186077149" sldId="275"/>
            <ac:spMk id="7" creationId="{B37AD021-4F10-4298-A00A-9ABE73C4C709}"/>
          </ac:spMkLst>
        </pc:spChg>
        <pc:spChg chg="del">
          <ac:chgData name="Hironari Yamada" userId="e57621f8-ec3c-449e-bb19-001fffcc008e" providerId="ADAL" clId="{BC0BD879-F267-5CCA-8DEA-E3B2DD07DA4E}" dt="2026-06-02T05:28:59.159" v="3284" actId="478"/>
          <ac:spMkLst>
            <pc:docMk/>
            <pc:sldMk cId="1186077149" sldId="275"/>
            <ac:spMk id="8" creationId="{9F974C78-15DB-42F8-9806-5857F0CD29CD}"/>
          </ac:spMkLst>
        </pc:spChg>
        <pc:spChg chg="del">
          <ac:chgData name="Hironari Yamada" userId="e57621f8-ec3c-449e-bb19-001fffcc008e" providerId="ADAL" clId="{BC0BD879-F267-5CCA-8DEA-E3B2DD07DA4E}" dt="2026-06-02T05:28:59.159" v="3284" actId="478"/>
          <ac:spMkLst>
            <pc:docMk/>
            <pc:sldMk cId="1186077149" sldId="275"/>
            <ac:spMk id="9" creationId="{9D2FB41B-0175-41AF-884B-0F8E4FD31FBD}"/>
          </ac:spMkLst>
        </pc:spChg>
        <pc:spChg chg="del">
          <ac:chgData name="Hironari Yamada" userId="e57621f8-ec3c-449e-bb19-001fffcc008e" providerId="ADAL" clId="{BC0BD879-F267-5CCA-8DEA-E3B2DD07DA4E}" dt="2026-06-02T05:28:59.159" v="3284" actId="478"/>
          <ac:spMkLst>
            <pc:docMk/>
            <pc:sldMk cId="1186077149" sldId="275"/>
            <ac:spMk id="10" creationId="{96913A88-232E-4F2B-A968-0035D6EF0C31}"/>
          </ac:spMkLst>
        </pc:spChg>
        <pc:spChg chg="del">
          <ac:chgData name="Hironari Yamada" userId="e57621f8-ec3c-449e-bb19-001fffcc008e" providerId="ADAL" clId="{BC0BD879-F267-5CCA-8DEA-E3B2DD07DA4E}" dt="2026-06-02T05:28:59.159" v="3284" actId="478"/>
          <ac:spMkLst>
            <pc:docMk/>
            <pc:sldMk cId="1186077149" sldId="275"/>
            <ac:spMk id="11" creationId="{C67A6113-73E9-43B5-A0F1-12121D997D40}"/>
          </ac:spMkLst>
        </pc:spChg>
        <pc:spChg chg="del">
          <ac:chgData name="Hironari Yamada" userId="e57621f8-ec3c-449e-bb19-001fffcc008e" providerId="ADAL" clId="{BC0BD879-F267-5CCA-8DEA-E3B2DD07DA4E}" dt="2026-06-02T05:28:59.159" v="3284" actId="478"/>
          <ac:spMkLst>
            <pc:docMk/>
            <pc:sldMk cId="1186077149" sldId="275"/>
            <ac:spMk id="13" creationId="{AD7AB6C4-3427-4006-B53F-310DB0036CFB}"/>
          </ac:spMkLst>
        </pc:spChg>
        <pc:spChg chg="del">
          <ac:chgData name="Hironari Yamada" userId="e57621f8-ec3c-449e-bb19-001fffcc008e" providerId="ADAL" clId="{BC0BD879-F267-5CCA-8DEA-E3B2DD07DA4E}" dt="2026-06-02T05:37:48.114" v="3421" actId="478"/>
          <ac:spMkLst>
            <pc:docMk/>
            <pc:sldMk cId="1186077149" sldId="275"/>
            <ac:spMk id="14" creationId="{9FBFCC36-E521-4318-8027-FFB786995513}"/>
          </ac:spMkLst>
        </pc:spChg>
        <pc:spChg chg="add mod">
          <ac:chgData name="Hironari Yamada" userId="e57621f8-ec3c-449e-bb19-001fffcc008e" providerId="ADAL" clId="{BC0BD879-F267-5CCA-8DEA-E3B2DD07DA4E}" dt="2026-06-02T05:28:59.545" v="3285"/>
          <ac:spMkLst>
            <pc:docMk/>
            <pc:sldMk cId="1186077149" sldId="275"/>
            <ac:spMk id="16" creationId="{A90E9E51-C810-2BA8-EF8F-65CE675B1F33}"/>
          </ac:spMkLst>
        </pc:spChg>
        <pc:spChg chg="add mod">
          <ac:chgData name="Hironari Yamada" userId="e57621f8-ec3c-449e-bb19-001fffcc008e" providerId="ADAL" clId="{BC0BD879-F267-5CCA-8DEA-E3B2DD07DA4E}" dt="2026-06-02T05:28:59.545" v="3285"/>
          <ac:spMkLst>
            <pc:docMk/>
            <pc:sldMk cId="1186077149" sldId="275"/>
            <ac:spMk id="17" creationId="{EE26DE5C-7353-7CF6-D2FD-5F4243BD84BA}"/>
          </ac:spMkLst>
        </pc:spChg>
        <pc:spChg chg="add mod">
          <ac:chgData name="Hironari Yamada" userId="e57621f8-ec3c-449e-bb19-001fffcc008e" providerId="ADAL" clId="{BC0BD879-F267-5CCA-8DEA-E3B2DD07DA4E}" dt="2026-06-02T05:28:59.545" v="3285"/>
          <ac:spMkLst>
            <pc:docMk/>
            <pc:sldMk cId="1186077149" sldId="275"/>
            <ac:spMk id="18" creationId="{72B66407-F103-4A80-D8A8-49A7FC394946}"/>
          </ac:spMkLst>
        </pc:spChg>
        <pc:spChg chg="add mod">
          <ac:chgData name="Hironari Yamada" userId="e57621f8-ec3c-449e-bb19-001fffcc008e" providerId="ADAL" clId="{BC0BD879-F267-5CCA-8DEA-E3B2DD07DA4E}" dt="2026-06-02T05:28:59.545" v="3285"/>
          <ac:spMkLst>
            <pc:docMk/>
            <pc:sldMk cId="1186077149" sldId="275"/>
            <ac:spMk id="19" creationId="{FB446E83-9B09-81EB-1455-4F5D95CDD6A1}"/>
          </ac:spMkLst>
        </pc:spChg>
        <pc:spChg chg="add mod">
          <ac:chgData name="Hironari Yamada" userId="e57621f8-ec3c-449e-bb19-001fffcc008e" providerId="ADAL" clId="{BC0BD879-F267-5CCA-8DEA-E3B2DD07DA4E}" dt="2026-06-02T05:28:59.545" v="3285"/>
          <ac:spMkLst>
            <pc:docMk/>
            <pc:sldMk cId="1186077149" sldId="275"/>
            <ac:spMk id="20" creationId="{70BF39B3-C1C1-C874-93E2-CBED7091D4A7}"/>
          </ac:spMkLst>
        </pc:spChg>
        <pc:spChg chg="add mod">
          <ac:chgData name="Hironari Yamada" userId="e57621f8-ec3c-449e-bb19-001fffcc008e" providerId="ADAL" clId="{BC0BD879-F267-5CCA-8DEA-E3B2DD07DA4E}" dt="2026-06-02T05:28:59.545" v="3285"/>
          <ac:spMkLst>
            <pc:docMk/>
            <pc:sldMk cId="1186077149" sldId="275"/>
            <ac:spMk id="21" creationId="{E7F21E16-84B7-3C5B-C7E6-B04BE66E400F}"/>
          </ac:spMkLst>
        </pc:spChg>
        <pc:spChg chg="add mod">
          <ac:chgData name="Hironari Yamada" userId="e57621f8-ec3c-449e-bb19-001fffcc008e" providerId="ADAL" clId="{BC0BD879-F267-5CCA-8DEA-E3B2DD07DA4E}" dt="2026-06-02T05:28:59.545" v="3285"/>
          <ac:spMkLst>
            <pc:docMk/>
            <pc:sldMk cId="1186077149" sldId="275"/>
            <ac:spMk id="23" creationId="{23C6D920-8D1C-7C41-0109-77C41406CA66}"/>
          </ac:spMkLst>
        </pc:spChg>
        <pc:spChg chg="add mod">
          <ac:chgData name="Hironari Yamada" userId="e57621f8-ec3c-449e-bb19-001fffcc008e" providerId="ADAL" clId="{BC0BD879-F267-5CCA-8DEA-E3B2DD07DA4E}" dt="2026-06-02T05:28:59.545" v="3285"/>
          <ac:spMkLst>
            <pc:docMk/>
            <pc:sldMk cId="1186077149" sldId="275"/>
            <ac:spMk id="24" creationId="{9C9FE21C-70F3-EF91-645B-338C50DB013B}"/>
          </ac:spMkLst>
        </pc:spChg>
        <pc:picChg chg="del">
          <ac:chgData name="Hironari Yamada" userId="e57621f8-ec3c-449e-bb19-001fffcc008e" providerId="ADAL" clId="{BC0BD879-F267-5CCA-8DEA-E3B2DD07DA4E}" dt="2026-06-02T05:28:59.159" v="3284" actId="478"/>
          <ac:picMkLst>
            <pc:docMk/>
            <pc:sldMk cId="1186077149" sldId="275"/>
            <ac:picMk id="12" creationId="{00000000-0000-0000-0000-000000000000}"/>
          </ac:picMkLst>
        </pc:picChg>
        <pc:picChg chg="add mod">
          <ac:chgData name="Hironari Yamada" userId="e57621f8-ec3c-449e-bb19-001fffcc008e" providerId="ADAL" clId="{BC0BD879-F267-5CCA-8DEA-E3B2DD07DA4E}" dt="2026-06-02T05:28:59.545" v="3285"/>
          <ac:picMkLst>
            <pc:docMk/>
            <pc:sldMk cId="1186077149" sldId="275"/>
            <ac:picMk id="22" creationId="{23EBCE7E-F9CF-7FF3-AD48-6F4CE5FD972E}"/>
          </ac:picMkLst>
        </pc:picChg>
      </pc:sldChg>
      <pc:sldChg chg="del">
        <pc:chgData name="Hironari Yamada" userId="e57621f8-ec3c-449e-bb19-001fffcc008e" providerId="ADAL" clId="{BC0BD879-F267-5CCA-8DEA-E3B2DD07DA4E}" dt="2026-06-02T05:29:36.477" v="3288" actId="2696"/>
        <pc:sldMkLst>
          <pc:docMk/>
          <pc:sldMk cId="1186077149" sldId="276"/>
        </pc:sldMkLst>
      </pc:sldChg>
      <pc:sldChg chg="del">
        <pc:chgData name="Hironari Yamada" userId="e57621f8-ec3c-449e-bb19-001fffcc008e" providerId="ADAL" clId="{BC0BD879-F267-5CCA-8DEA-E3B2DD07DA4E}" dt="2026-06-02T05:29:37.462" v="3289" actId="2696"/>
        <pc:sldMkLst>
          <pc:docMk/>
          <pc:sldMk cId="1186077149" sldId="277"/>
        </pc:sldMkLst>
      </pc:sldChg>
      <pc:sldChg chg="del">
        <pc:chgData name="Hironari Yamada" userId="e57621f8-ec3c-449e-bb19-001fffcc008e" providerId="ADAL" clId="{BC0BD879-F267-5CCA-8DEA-E3B2DD07DA4E}" dt="2026-06-02T05:37:11.296" v="3413" actId="2696"/>
        <pc:sldMkLst>
          <pc:docMk/>
          <pc:sldMk cId="1186077149" sldId="278"/>
        </pc:sldMkLst>
      </pc:sldChg>
      <pc:sldChg chg="addSp delSp modSp mod">
        <pc:chgData name="Hironari Yamada" userId="e57621f8-ec3c-449e-bb19-001fffcc008e" providerId="ADAL" clId="{BC0BD879-F267-5CCA-8DEA-E3B2DD07DA4E}" dt="2026-06-02T07:11:38.487" v="4683" actId="14100"/>
        <pc:sldMkLst>
          <pc:docMk/>
          <pc:sldMk cId="1186077149" sldId="279"/>
        </pc:sldMkLst>
        <pc:spChg chg="del">
          <ac:chgData name="Hironari Yamada" userId="e57621f8-ec3c-449e-bb19-001fffcc008e" providerId="ADAL" clId="{BC0BD879-F267-5CCA-8DEA-E3B2DD07DA4E}" dt="2026-06-02T05:37:42.502" v="3420" actId="478"/>
          <ac:spMkLst>
            <pc:docMk/>
            <pc:sldMk cId="1186077149" sldId="279"/>
            <ac:spMk id="3" creationId="{7206F566-1333-4712-9F75-1E13BF8E432A}"/>
          </ac:spMkLst>
        </pc:spChg>
        <pc:spChg chg="mod">
          <ac:chgData name="Hironari Yamada" userId="e57621f8-ec3c-449e-bb19-001fffcc008e" providerId="ADAL" clId="{BC0BD879-F267-5CCA-8DEA-E3B2DD07DA4E}" dt="2026-06-02T05:37:30.018" v="3415" actId="14100"/>
          <ac:spMkLst>
            <pc:docMk/>
            <pc:sldMk cId="1186077149" sldId="279"/>
            <ac:spMk id="5" creationId="{379FEC1F-663A-4958-950B-D384B18A1A6F}"/>
          </ac:spMkLst>
        </pc:spChg>
        <pc:spChg chg="mod">
          <ac:chgData name="Hironari Yamada" userId="e57621f8-ec3c-449e-bb19-001fffcc008e" providerId="ADAL" clId="{BC0BD879-F267-5CCA-8DEA-E3B2DD07DA4E}" dt="2026-06-02T07:11:26.383" v="4656" actId="1076"/>
          <ac:spMkLst>
            <pc:docMk/>
            <pc:sldMk cId="1186077149" sldId="279"/>
            <ac:spMk id="6" creationId="{11451F22-EBC0-470C-90FE-8756B1DE0E88}"/>
          </ac:spMkLst>
        </pc:spChg>
        <pc:spChg chg="mod">
          <ac:chgData name="Hironari Yamada" userId="e57621f8-ec3c-449e-bb19-001fffcc008e" providerId="ADAL" clId="{BC0BD879-F267-5CCA-8DEA-E3B2DD07DA4E}" dt="2026-06-02T05:37:39.451" v="3419" actId="1076"/>
          <ac:spMkLst>
            <pc:docMk/>
            <pc:sldMk cId="1186077149" sldId="279"/>
            <ac:spMk id="8" creationId="{6023FB0A-5DA6-4948-B7B6-F76B2D396985}"/>
          </ac:spMkLst>
        </pc:spChg>
        <pc:spChg chg="del">
          <ac:chgData name="Hironari Yamada" userId="e57621f8-ec3c-449e-bb19-001fffcc008e" providerId="ADAL" clId="{BC0BD879-F267-5CCA-8DEA-E3B2DD07DA4E}" dt="2026-06-02T05:37:42.502" v="3420" actId="478"/>
          <ac:spMkLst>
            <pc:docMk/>
            <pc:sldMk cId="1186077149" sldId="279"/>
            <ac:spMk id="9" creationId="{7575C7A4-B774-4472-A9AB-241BE0F307EB}"/>
          </ac:spMkLst>
        </pc:spChg>
        <pc:spChg chg="add mod">
          <ac:chgData name="Hironari Yamada" userId="e57621f8-ec3c-449e-bb19-001fffcc008e" providerId="ADAL" clId="{BC0BD879-F267-5CCA-8DEA-E3B2DD07DA4E}" dt="2026-06-02T07:02:19.695" v="4234" actId="14100"/>
          <ac:spMkLst>
            <pc:docMk/>
            <pc:sldMk cId="1186077149" sldId="279"/>
            <ac:spMk id="16" creationId="{8614CB6B-1D5C-2241-E9FA-7C4572AA3DB0}"/>
          </ac:spMkLst>
        </pc:spChg>
        <pc:spChg chg="add mod">
          <ac:chgData name="Hironari Yamada" userId="e57621f8-ec3c-449e-bb19-001fffcc008e" providerId="ADAL" clId="{BC0BD879-F267-5CCA-8DEA-E3B2DD07DA4E}" dt="2026-06-02T07:02:46.680" v="4311" actId="1076"/>
          <ac:spMkLst>
            <pc:docMk/>
            <pc:sldMk cId="1186077149" sldId="279"/>
            <ac:spMk id="17" creationId="{FB1AD9DB-3F91-9FEC-C794-505F1B510D86}"/>
          </ac:spMkLst>
        </pc:spChg>
        <pc:spChg chg="add mod">
          <ac:chgData name="Hironari Yamada" userId="e57621f8-ec3c-449e-bb19-001fffcc008e" providerId="ADAL" clId="{BC0BD879-F267-5CCA-8DEA-E3B2DD07DA4E}" dt="2026-06-02T07:02:44.042" v="4310" actId="1076"/>
          <ac:spMkLst>
            <pc:docMk/>
            <pc:sldMk cId="1186077149" sldId="279"/>
            <ac:spMk id="18" creationId="{46CA16AC-CB22-1302-9CB7-A2094FE914BD}"/>
          </ac:spMkLst>
        </pc:spChg>
        <pc:spChg chg="add mod">
          <ac:chgData name="Hironari Yamada" userId="e57621f8-ec3c-449e-bb19-001fffcc008e" providerId="ADAL" clId="{BC0BD879-F267-5CCA-8DEA-E3B2DD07DA4E}" dt="2026-06-02T07:03:02.055" v="4364" actId="14100"/>
          <ac:spMkLst>
            <pc:docMk/>
            <pc:sldMk cId="1186077149" sldId="279"/>
            <ac:spMk id="19" creationId="{3A900821-8FF0-877D-9461-80F39A687A7C}"/>
          </ac:spMkLst>
        </pc:spChg>
        <pc:spChg chg="add mod">
          <ac:chgData name="Hironari Yamada" userId="e57621f8-ec3c-449e-bb19-001fffcc008e" providerId="ADAL" clId="{BC0BD879-F267-5CCA-8DEA-E3B2DD07DA4E}" dt="2026-06-02T07:03:42.304" v="4374" actId="1036"/>
          <ac:spMkLst>
            <pc:docMk/>
            <pc:sldMk cId="1186077149" sldId="279"/>
            <ac:spMk id="20" creationId="{9F497B81-FE78-F66F-2B8A-4FAFDC0FBBA9}"/>
          </ac:spMkLst>
        </pc:spChg>
        <pc:spChg chg="add mod">
          <ac:chgData name="Hironari Yamada" userId="e57621f8-ec3c-449e-bb19-001fffcc008e" providerId="ADAL" clId="{BC0BD879-F267-5CCA-8DEA-E3B2DD07DA4E}" dt="2026-06-02T07:03:31.078" v="4368"/>
          <ac:spMkLst>
            <pc:docMk/>
            <pc:sldMk cId="1186077149" sldId="279"/>
            <ac:spMk id="21" creationId="{368B760A-76C1-BCEB-F681-6BA0EB8E660E}"/>
          </ac:spMkLst>
        </pc:spChg>
        <pc:spChg chg="add mod">
          <ac:chgData name="Hironari Yamada" userId="e57621f8-ec3c-449e-bb19-001fffcc008e" providerId="ADAL" clId="{BC0BD879-F267-5CCA-8DEA-E3B2DD07DA4E}" dt="2026-06-02T07:03:58.536" v="4447" actId="20577"/>
          <ac:spMkLst>
            <pc:docMk/>
            <pc:sldMk cId="1186077149" sldId="279"/>
            <ac:spMk id="22" creationId="{75B14547-7A33-1F54-B192-EA408E364F06}"/>
          </ac:spMkLst>
        </pc:spChg>
        <pc:spChg chg="add mod">
          <ac:chgData name="Hironari Yamada" userId="e57621f8-ec3c-449e-bb19-001fffcc008e" providerId="ADAL" clId="{BC0BD879-F267-5CCA-8DEA-E3B2DD07DA4E}" dt="2026-06-02T07:04:10.770" v="4450" actId="14100"/>
          <ac:spMkLst>
            <pc:docMk/>
            <pc:sldMk cId="1186077149" sldId="279"/>
            <ac:spMk id="23" creationId="{A7D6B7BE-7538-462E-F6D4-9073541BBFFA}"/>
          </ac:spMkLst>
        </pc:spChg>
        <pc:spChg chg="add mod">
          <ac:chgData name="Hironari Yamada" userId="e57621f8-ec3c-449e-bb19-001fffcc008e" providerId="ADAL" clId="{BC0BD879-F267-5CCA-8DEA-E3B2DD07DA4E}" dt="2026-06-02T07:04:28.070" v="4498" actId="20577"/>
          <ac:spMkLst>
            <pc:docMk/>
            <pc:sldMk cId="1186077149" sldId="279"/>
            <ac:spMk id="24" creationId="{6EFB7BA4-BDB7-9A56-20D9-CAE76D0F1C92}"/>
          </ac:spMkLst>
        </pc:spChg>
        <pc:spChg chg="add mod">
          <ac:chgData name="Hironari Yamada" userId="e57621f8-ec3c-449e-bb19-001fffcc008e" providerId="ADAL" clId="{BC0BD879-F267-5CCA-8DEA-E3B2DD07DA4E}" dt="2026-06-02T07:04:41.235" v="4503" actId="14100"/>
          <ac:spMkLst>
            <pc:docMk/>
            <pc:sldMk cId="1186077149" sldId="279"/>
            <ac:spMk id="25" creationId="{6C1653F2-BEA4-4A68-6170-C9AD5A69AC04}"/>
          </ac:spMkLst>
        </pc:spChg>
        <pc:spChg chg="add mod">
          <ac:chgData name="Hironari Yamada" userId="e57621f8-ec3c-449e-bb19-001fffcc008e" providerId="ADAL" clId="{BC0BD879-F267-5CCA-8DEA-E3B2DD07DA4E}" dt="2026-06-02T07:06:21.454" v="4521" actId="20577"/>
          <ac:spMkLst>
            <pc:docMk/>
            <pc:sldMk cId="1186077149" sldId="279"/>
            <ac:spMk id="26" creationId="{65EF80C8-6E28-03CA-B48E-117B634E0A65}"/>
          </ac:spMkLst>
        </pc:spChg>
        <pc:spChg chg="add mod">
          <ac:chgData name="Hironari Yamada" userId="e57621f8-ec3c-449e-bb19-001fffcc008e" providerId="ADAL" clId="{BC0BD879-F267-5CCA-8DEA-E3B2DD07DA4E}" dt="2026-06-02T07:08:49.037" v="4524" actId="14100"/>
          <ac:spMkLst>
            <pc:docMk/>
            <pc:sldMk cId="1186077149" sldId="279"/>
            <ac:spMk id="27" creationId="{0B060782-E152-DB78-93B2-D57D32B9808E}"/>
          </ac:spMkLst>
        </pc:spChg>
        <pc:spChg chg="add mod">
          <ac:chgData name="Hironari Yamada" userId="e57621f8-ec3c-449e-bb19-001fffcc008e" providerId="ADAL" clId="{BC0BD879-F267-5CCA-8DEA-E3B2DD07DA4E}" dt="2026-06-02T07:09:13.558" v="4600" actId="14100"/>
          <ac:spMkLst>
            <pc:docMk/>
            <pc:sldMk cId="1186077149" sldId="279"/>
            <ac:spMk id="28" creationId="{104D8435-ECBF-2EEA-1A4C-9349E05ACE02}"/>
          </ac:spMkLst>
        </pc:spChg>
        <pc:spChg chg="add mod">
          <ac:chgData name="Hironari Yamada" userId="e57621f8-ec3c-449e-bb19-001fffcc008e" providerId="ADAL" clId="{BC0BD879-F267-5CCA-8DEA-E3B2DD07DA4E}" dt="2026-06-02T07:11:00.565" v="4605" actId="14100"/>
          <ac:spMkLst>
            <pc:docMk/>
            <pc:sldMk cId="1186077149" sldId="279"/>
            <ac:spMk id="29" creationId="{9BB3DD4C-74C8-7057-FDB7-A196A0B73AF4}"/>
          </ac:spMkLst>
        </pc:spChg>
        <pc:spChg chg="add mod">
          <ac:chgData name="Hironari Yamada" userId="e57621f8-ec3c-449e-bb19-001fffcc008e" providerId="ADAL" clId="{BC0BD879-F267-5CCA-8DEA-E3B2DD07DA4E}" dt="2026-06-02T07:11:16.541" v="4650" actId="20577"/>
          <ac:spMkLst>
            <pc:docMk/>
            <pc:sldMk cId="1186077149" sldId="279"/>
            <ac:spMk id="30" creationId="{F3B1D7DF-4A39-0CAC-6893-D21699EFB414}"/>
          </ac:spMkLst>
        </pc:spChg>
        <pc:spChg chg="add mod">
          <ac:chgData name="Hironari Yamada" userId="e57621f8-ec3c-449e-bb19-001fffcc008e" providerId="ADAL" clId="{BC0BD879-F267-5CCA-8DEA-E3B2DD07DA4E}" dt="2026-06-02T07:11:22.693" v="4653" actId="14100"/>
          <ac:spMkLst>
            <pc:docMk/>
            <pc:sldMk cId="1186077149" sldId="279"/>
            <ac:spMk id="31" creationId="{376F71DC-359E-5C3B-A78E-F46279EDD537}"/>
          </ac:spMkLst>
        </pc:spChg>
        <pc:spChg chg="add mod">
          <ac:chgData name="Hironari Yamada" userId="e57621f8-ec3c-449e-bb19-001fffcc008e" providerId="ADAL" clId="{BC0BD879-F267-5CCA-8DEA-E3B2DD07DA4E}" dt="2026-06-02T07:11:38.487" v="4683" actId="14100"/>
          <ac:spMkLst>
            <pc:docMk/>
            <pc:sldMk cId="1186077149" sldId="279"/>
            <ac:spMk id="32" creationId="{7B90743A-2914-D0CC-05DB-105CFF3F8B5F}"/>
          </ac:spMkLst>
        </pc:spChg>
        <pc:picChg chg="del">
          <ac:chgData name="Hironari Yamada" userId="e57621f8-ec3c-449e-bb19-001fffcc008e" providerId="ADAL" clId="{BC0BD879-F267-5CCA-8DEA-E3B2DD07DA4E}" dt="2026-06-02T05:37:24.597" v="3414" actId="478"/>
          <ac:picMkLst>
            <pc:docMk/>
            <pc:sldMk cId="1186077149" sldId="279"/>
            <ac:picMk id="7" creationId="{00000000-0000-0000-0000-000000000000}"/>
          </ac:picMkLst>
        </pc:picChg>
        <pc:picChg chg="add del mod">
          <ac:chgData name="Hironari Yamada" userId="e57621f8-ec3c-449e-bb19-001fffcc008e" providerId="ADAL" clId="{BC0BD879-F267-5CCA-8DEA-E3B2DD07DA4E}" dt="2026-06-02T06:26:00.619" v="3430" actId="478"/>
          <ac:picMkLst>
            <pc:docMk/>
            <pc:sldMk cId="1186077149" sldId="279"/>
            <ac:picMk id="11" creationId="{2A1A8CC7-168E-F4BC-2097-63B6BCCB6C67}"/>
          </ac:picMkLst>
        </pc:picChg>
        <pc:picChg chg="add del mod">
          <ac:chgData name="Hironari Yamada" userId="e57621f8-ec3c-449e-bb19-001fffcc008e" providerId="ADAL" clId="{BC0BD879-F267-5CCA-8DEA-E3B2DD07DA4E}" dt="2026-06-02T06:26:10.737" v="3433" actId="478"/>
          <ac:picMkLst>
            <pc:docMk/>
            <pc:sldMk cId="1186077149" sldId="279"/>
            <ac:picMk id="13" creationId="{A50DDCD4-26BA-6FC9-6D75-BD98494BC75F}"/>
          </ac:picMkLst>
        </pc:picChg>
        <pc:picChg chg="add mod">
          <ac:chgData name="Hironari Yamada" userId="e57621f8-ec3c-449e-bb19-001fffcc008e" providerId="ADAL" clId="{BC0BD879-F267-5CCA-8DEA-E3B2DD07DA4E}" dt="2026-06-02T07:04:34.269" v="4501" actId="1076"/>
          <ac:picMkLst>
            <pc:docMk/>
            <pc:sldMk cId="1186077149" sldId="279"/>
            <ac:picMk id="14" creationId="{CED5328D-9B7F-0906-5D79-0CD55954ED2E}"/>
          </ac:picMkLst>
        </pc:picChg>
        <pc:picChg chg="add mod">
          <ac:chgData name="Hironari Yamada" userId="e57621f8-ec3c-449e-bb19-001fffcc008e" providerId="ADAL" clId="{BC0BD879-F267-5CCA-8DEA-E3B2DD07DA4E}" dt="2026-06-02T07:10:55.650" v="4603" actId="1076"/>
          <ac:picMkLst>
            <pc:docMk/>
            <pc:sldMk cId="1186077149" sldId="279"/>
            <ac:picMk id="15" creationId="{8CC7A14F-5AAD-D6D0-75F9-6A7420996EE4}"/>
          </ac:picMkLst>
        </pc:picChg>
      </pc:sldChg>
      <pc:sldChg chg="add del">
        <pc:chgData name="Hironari Yamada" userId="e57621f8-ec3c-449e-bb19-001fffcc008e" providerId="ADAL" clId="{BC0BD879-F267-5CCA-8DEA-E3B2DD07DA4E}" dt="2026-06-02T06:35:22.167" v="3444" actId="2696"/>
        <pc:sldMkLst>
          <pc:docMk/>
          <pc:sldMk cId="1186077149" sldId="280"/>
        </pc:sldMkLst>
      </pc:sldChg>
      <pc:sldChg chg="del">
        <pc:chgData name="Hironari Yamada" userId="e57621f8-ec3c-449e-bb19-001fffcc008e" providerId="ADAL" clId="{BC0BD879-F267-5CCA-8DEA-E3B2DD07DA4E}" dt="2026-06-02T06:35:31.573" v="3445" actId="2696"/>
        <pc:sldMkLst>
          <pc:docMk/>
          <pc:sldMk cId="1186077149" sldId="281"/>
        </pc:sldMkLst>
      </pc:sldChg>
      <pc:sldChg chg="addSp delSp modSp mod">
        <pc:chgData name="Hironari Yamada" userId="e57621f8-ec3c-449e-bb19-001fffcc008e" providerId="ADAL" clId="{BC0BD879-F267-5CCA-8DEA-E3B2DD07DA4E}" dt="2026-06-02T07:15:07.041" v="4914" actId="20577"/>
        <pc:sldMkLst>
          <pc:docMk/>
          <pc:sldMk cId="1186077149" sldId="282"/>
        </pc:sldMkLst>
        <pc:spChg chg="del">
          <ac:chgData name="Hironari Yamada" userId="e57621f8-ec3c-449e-bb19-001fffcc008e" providerId="ADAL" clId="{BC0BD879-F267-5CCA-8DEA-E3B2DD07DA4E}" dt="2026-06-02T06:36:59.841" v="3451" actId="478"/>
          <ac:spMkLst>
            <pc:docMk/>
            <pc:sldMk cId="1186077149" sldId="282"/>
            <ac:spMk id="3" creationId="{53C213A1-C9DD-4624-B2B6-69F8A8684BB2}"/>
          </ac:spMkLst>
        </pc:spChg>
        <pc:spChg chg="mod">
          <ac:chgData name="Hironari Yamada" userId="e57621f8-ec3c-449e-bb19-001fffcc008e" providerId="ADAL" clId="{BC0BD879-F267-5CCA-8DEA-E3B2DD07DA4E}" dt="2026-06-02T06:36:36.503" v="3446" actId="14100"/>
          <ac:spMkLst>
            <pc:docMk/>
            <pc:sldMk cId="1186077149" sldId="282"/>
            <ac:spMk id="5" creationId="{78846F0D-C31D-4127-82EF-7D36C554B2F9}"/>
          </ac:spMkLst>
        </pc:spChg>
        <pc:spChg chg="mod">
          <ac:chgData name="Hironari Yamada" userId="e57621f8-ec3c-449e-bb19-001fffcc008e" providerId="ADAL" clId="{BC0BD879-F267-5CCA-8DEA-E3B2DD07DA4E}" dt="2026-06-02T06:37:08.361" v="3454" actId="1076"/>
          <ac:spMkLst>
            <pc:docMk/>
            <pc:sldMk cId="1186077149" sldId="282"/>
            <ac:spMk id="6" creationId="{478D58F0-4793-442C-881C-547B13E7109C}"/>
          </ac:spMkLst>
        </pc:spChg>
        <pc:spChg chg="del">
          <ac:chgData name="Hironari Yamada" userId="e57621f8-ec3c-449e-bb19-001fffcc008e" providerId="ADAL" clId="{BC0BD879-F267-5CCA-8DEA-E3B2DD07DA4E}" dt="2026-06-02T06:36:41.985" v="3448" actId="478"/>
          <ac:spMkLst>
            <pc:docMk/>
            <pc:sldMk cId="1186077149" sldId="282"/>
            <ac:spMk id="7" creationId="{3D8675B3-D4B3-4601-B0D4-100EA1CFB518}"/>
          </ac:spMkLst>
        </pc:spChg>
        <pc:spChg chg="mod">
          <ac:chgData name="Hironari Yamada" userId="e57621f8-ec3c-449e-bb19-001fffcc008e" providerId="ADAL" clId="{BC0BD879-F267-5CCA-8DEA-E3B2DD07DA4E}" dt="2026-06-02T06:37:56.573" v="3461" actId="1076"/>
          <ac:spMkLst>
            <pc:docMk/>
            <pc:sldMk cId="1186077149" sldId="282"/>
            <ac:spMk id="9" creationId="{FE3B3C2B-9300-4BE1-B6B5-1A1F02CA680F}"/>
          </ac:spMkLst>
        </pc:spChg>
        <pc:spChg chg="del">
          <ac:chgData name="Hironari Yamada" userId="e57621f8-ec3c-449e-bb19-001fffcc008e" providerId="ADAL" clId="{BC0BD879-F267-5CCA-8DEA-E3B2DD07DA4E}" dt="2026-06-02T06:36:59.841" v="3451" actId="478"/>
          <ac:spMkLst>
            <pc:docMk/>
            <pc:sldMk cId="1186077149" sldId="282"/>
            <ac:spMk id="10" creationId="{CF6E3085-BFAB-4E17-8BBE-BE2BF903E71D}"/>
          </ac:spMkLst>
        </pc:spChg>
        <pc:spChg chg="add mod">
          <ac:chgData name="Hironari Yamada" userId="e57621f8-ec3c-449e-bb19-001fffcc008e" providerId="ADAL" clId="{BC0BD879-F267-5CCA-8DEA-E3B2DD07DA4E}" dt="2026-06-02T06:37:53.668" v="3460" actId="167"/>
          <ac:spMkLst>
            <pc:docMk/>
            <pc:sldMk cId="1186077149" sldId="282"/>
            <ac:spMk id="12" creationId="{0055CB04-A49D-1CEA-FF52-D25551B5A630}"/>
          </ac:spMkLst>
        </pc:spChg>
        <pc:spChg chg="add mod">
          <ac:chgData name="Hironari Yamada" userId="e57621f8-ec3c-449e-bb19-001fffcc008e" providerId="ADAL" clId="{BC0BD879-F267-5CCA-8DEA-E3B2DD07DA4E}" dt="2026-06-02T07:11:54.796" v="4696" actId="1037"/>
          <ac:spMkLst>
            <pc:docMk/>
            <pc:sldMk cId="1186077149" sldId="282"/>
            <ac:spMk id="14" creationId="{92FAAFFC-607E-2550-7FF4-FDA98C69A839}"/>
          </ac:spMkLst>
        </pc:spChg>
        <pc:spChg chg="add mod">
          <ac:chgData name="Hironari Yamada" userId="e57621f8-ec3c-449e-bb19-001fffcc008e" providerId="ADAL" clId="{BC0BD879-F267-5CCA-8DEA-E3B2DD07DA4E}" dt="2026-06-02T07:12:05.821" v="4710" actId="20577"/>
          <ac:spMkLst>
            <pc:docMk/>
            <pc:sldMk cId="1186077149" sldId="282"/>
            <ac:spMk id="15" creationId="{3D5DBCA8-B6D6-42E4-2130-5C5D2160F781}"/>
          </ac:spMkLst>
        </pc:spChg>
        <pc:spChg chg="add mod">
          <ac:chgData name="Hironari Yamada" userId="e57621f8-ec3c-449e-bb19-001fffcc008e" providerId="ADAL" clId="{BC0BD879-F267-5CCA-8DEA-E3B2DD07DA4E}" dt="2026-06-02T07:12:13.876" v="4713" actId="14100"/>
          <ac:spMkLst>
            <pc:docMk/>
            <pc:sldMk cId="1186077149" sldId="282"/>
            <ac:spMk id="16" creationId="{02985559-50FD-5D92-E79E-E880CF24BAE3}"/>
          </ac:spMkLst>
        </pc:spChg>
        <pc:spChg chg="add mod">
          <ac:chgData name="Hironari Yamada" userId="e57621f8-ec3c-449e-bb19-001fffcc008e" providerId="ADAL" clId="{BC0BD879-F267-5CCA-8DEA-E3B2DD07DA4E}" dt="2026-06-02T07:12:28.867" v="4765" actId="20577"/>
          <ac:spMkLst>
            <pc:docMk/>
            <pc:sldMk cId="1186077149" sldId="282"/>
            <ac:spMk id="17" creationId="{B6291EF2-C629-901F-4655-AB973E64BE40}"/>
          </ac:spMkLst>
        </pc:spChg>
        <pc:spChg chg="add mod">
          <ac:chgData name="Hironari Yamada" userId="e57621f8-ec3c-449e-bb19-001fffcc008e" providerId="ADAL" clId="{BC0BD879-F267-5CCA-8DEA-E3B2DD07DA4E}" dt="2026-06-02T07:12:37.231" v="4767" actId="1076"/>
          <ac:spMkLst>
            <pc:docMk/>
            <pc:sldMk cId="1186077149" sldId="282"/>
            <ac:spMk id="18" creationId="{BC215EC9-8F73-ED39-8F58-302545A727F6}"/>
          </ac:spMkLst>
        </pc:spChg>
        <pc:spChg chg="add mod">
          <ac:chgData name="Hironari Yamada" userId="e57621f8-ec3c-449e-bb19-001fffcc008e" providerId="ADAL" clId="{BC0BD879-F267-5CCA-8DEA-E3B2DD07DA4E}" dt="2026-06-02T07:14:19.566" v="4787" actId="20577"/>
          <ac:spMkLst>
            <pc:docMk/>
            <pc:sldMk cId="1186077149" sldId="282"/>
            <ac:spMk id="19" creationId="{2A648E80-B918-B395-23EE-8DECD9094CFF}"/>
          </ac:spMkLst>
        </pc:spChg>
        <pc:spChg chg="add mod">
          <ac:chgData name="Hironari Yamada" userId="e57621f8-ec3c-449e-bb19-001fffcc008e" providerId="ADAL" clId="{BC0BD879-F267-5CCA-8DEA-E3B2DD07DA4E}" dt="2026-06-02T07:14:53.833" v="4871" actId="14100"/>
          <ac:spMkLst>
            <pc:docMk/>
            <pc:sldMk cId="1186077149" sldId="282"/>
            <ac:spMk id="20" creationId="{74B7FDBE-3C97-E5AA-308A-EA6973B76CE6}"/>
          </ac:spMkLst>
        </pc:spChg>
        <pc:spChg chg="add mod">
          <ac:chgData name="Hironari Yamada" userId="e57621f8-ec3c-449e-bb19-001fffcc008e" providerId="ADAL" clId="{BC0BD879-F267-5CCA-8DEA-E3B2DD07DA4E}" dt="2026-06-02T07:14:45.828" v="4868" actId="20577"/>
          <ac:spMkLst>
            <pc:docMk/>
            <pc:sldMk cId="1186077149" sldId="282"/>
            <ac:spMk id="21" creationId="{A38B0A0D-8689-0B6C-1D3D-CD4FD103039F}"/>
          </ac:spMkLst>
        </pc:spChg>
        <pc:spChg chg="add mod">
          <ac:chgData name="Hironari Yamada" userId="e57621f8-ec3c-449e-bb19-001fffcc008e" providerId="ADAL" clId="{BC0BD879-F267-5CCA-8DEA-E3B2DD07DA4E}" dt="2026-06-02T07:14:48.238" v="4869"/>
          <ac:spMkLst>
            <pc:docMk/>
            <pc:sldMk cId="1186077149" sldId="282"/>
            <ac:spMk id="22" creationId="{4683521B-A065-710C-FC8C-65D03BFAA24D}"/>
          </ac:spMkLst>
        </pc:spChg>
        <pc:spChg chg="add mod">
          <ac:chgData name="Hironari Yamada" userId="e57621f8-ec3c-449e-bb19-001fffcc008e" providerId="ADAL" clId="{BC0BD879-F267-5CCA-8DEA-E3B2DD07DA4E}" dt="2026-06-02T07:15:07.041" v="4914" actId="20577"/>
          <ac:spMkLst>
            <pc:docMk/>
            <pc:sldMk cId="1186077149" sldId="282"/>
            <ac:spMk id="23" creationId="{EA4C03FE-BA50-8CE5-2A28-BF120B446BB0}"/>
          </ac:spMkLst>
        </pc:spChg>
        <pc:picChg chg="del">
          <ac:chgData name="Hironari Yamada" userId="e57621f8-ec3c-449e-bb19-001fffcc008e" providerId="ADAL" clId="{BC0BD879-F267-5CCA-8DEA-E3B2DD07DA4E}" dt="2026-06-02T06:36:41.985" v="3448" actId="478"/>
          <ac:picMkLst>
            <pc:docMk/>
            <pc:sldMk cId="1186077149" sldId="282"/>
            <ac:picMk id="8" creationId="{00000000-0000-0000-0000-000000000000}"/>
          </ac:picMkLst>
        </pc:picChg>
        <pc:picChg chg="add mod">
          <ac:chgData name="Hironari Yamada" userId="e57621f8-ec3c-449e-bb19-001fffcc008e" providerId="ADAL" clId="{BC0BD879-F267-5CCA-8DEA-E3B2DD07DA4E}" dt="2026-06-02T06:37:53.668" v="3460" actId="167"/>
          <ac:picMkLst>
            <pc:docMk/>
            <pc:sldMk cId="1186077149" sldId="282"/>
            <ac:picMk id="13" creationId="{8B58899C-9849-E8AA-A4BE-F48C22309CBE}"/>
          </ac:picMkLst>
        </pc:picChg>
      </pc:sldChg>
      <pc:sldChg chg="del">
        <pc:chgData name="Hironari Yamada" userId="e57621f8-ec3c-449e-bb19-001fffcc008e" providerId="ADAL" clId="{BC0BD879-F267-5CCA-8DEA-E3B2DD07DA4E}" dt="2026-06-02T06:38:11.584" v="3462" actId="2696"/>
        <pc:sldMkLst>
          <pc:docMk/>
          <pc:sldMk cId="1186077149" sldId="283"/>
        </pc:sldMkLst>
      </pc:sldChg>
      <pc:sldChg chg="addSp delSp modSp mod">
        <pc:chgData name="Hironari Yamada" userId="e57621f8-ec3c-449e-bb19-001fffcc008e" providerId="ADAL" clId="{BC0BD879-F267-5CCA-8DEA-E3B2DD07DA4E}" dt="2026-06-02T07:17:22.594" v="5118" actId="20577"/>
        <pc:sldMkLst>
          <pc:docMk/>
          <pc:sldMk cId="1186077149" sldId="284"/>
        </pc:sldMkLst>
        <pc:spChg chg="del">
          <ac:chgData name="Hironari Yamada" userId="e57621f8-ec3c-449e-bb19-001fffcc008e" providerId="ADAL" clId="{BC0BD879-F267-5CCA-8DEA-E3B2DD07DA4E}" dt="2026-06-02T06:41:34.007" v="3646" actId="478"/>
          <ac:spMkLst>
            <pc:docMk/>
            <pc:sldMk cId="1186077149" sldId="284"/>
            <ac:spMk id="3" creationId="{7BC867C1-E35C-4257-80AD-DDB9BBD36E74}"/>
          </ac:spMkLst>
        </pc:spChg>
        <pc:spChg chg="mod">
          <ac:chgData name="Hironari Yamada" userId="e57621f8-ec3c-449e-bb19-001fffcc008e" providerId="ADAL" clId="{BC0BD879-F267-5CCA-8DEA-E3B2DD07DA4E}" dt="2026-06-02T06:43:30.320" v="3742" actId="20577"/>
          <ac:spMkLst>
            <pc:docMk/>
            <pc:sldMk cId="1186077149" sldId="284"/>
            <ac:spMk id="5" creationId="{782E8E8C-A7C1-4DA6-B722-5F50F7F75D80}"/>
          </ac:spMkLst>
        </pc:spChg>
        <pc:spChg chg="del">
          <ac:chgData name="Hironari Yamada" userId="e57621f8-ec3c-449e-bb19-001fffcc008e" providerId="ADAL" clId="{BC0BD879-F267-5CCA-8DEA-E3B2DD07DA4E}" dt="2026-06-02T06:41:37.222" v="3647" actId="478"/>
          <ac:spMkLst>
            <pc:docMk/>
            <pc:sldMk cId="1186077149" sldId="284"/>
            <ac:spMk id="6" creationId="{D07DE1F1-BD98-4E0C-904B-01F83758B5A9}"/>
          </ac:spMkLst>
        </pc:spChg>
        <pc:spChg chg="mod">
          <ac:chgData name="Hironari Yamada" userId="e57621f8-ec3c-449e-bb19-001fffcc008e" providerId="ADAL" clId="{BC0BD879-F267-5CCA-8DEA-E3B2DD07DA4E}" dt="2026-06-02T06:43:51.370" v="3747" actId="1076"/>
          <ac:spMkLst>
            <pc:docMk/>
            <pc:sldMk cId="1186077149" sldId="284"/>
            <ac:spMk id="8" creationId="{F3A3991E-2B70-4B16-A6E1-47E5598B7A82}"/>
          </ac:spMkLst>
        </pc:spChg>
        <pc:spChg chg="del">
          <ac:chgData name="Hironari Yamada" userId="e57621f8-ec3c-449e-bb19-001fffcc008e" providerId="ADAL" clId="{BC0BD879-F267-5CCA-8DEA-E3B2DD07DA4E}" dt="2026-06-02T06:41:34.007" v="3646" actId="478"/>
          <ac:spMkLst>
            <pc:docMk/>
            <pc:sldMk cId="1186077149" sldId="284"/>
            <ac:spMk id="9" creationId="{8E28F183-AE60-47B1-B248-21488E0B6916}"/>
          </ac:spMkLst>
        </pc:spChg>
        <pc:spChg chg="add mod">
          <ac:chgData name="Hironari Yamada" userId="e57621f8-ec3c-449e-bb19-001fffcc008e" providerId="ADAL" clId="{BC0BD879-F267-5CCA-8DEA-E3B2DD07DA4E}" dt="2026-06-02T06:41:44.750" v="3649" actId="167"/>
          <ac:spMkLst>
            <pc:docMk/>
            <pc:sldMk cId="1186077149" sldId="284"/>
            <ac:spMk id="11" creationId="{A1E62755-0139-3685-DAF5-60607D6F09DE}"/>
          </ac:spMkLst>
        </pc:spChg>
        <pc:spChg chg="add mod">
          <ac:chgData name="Hironari Yamada" userId="e57621f8-ec3c-449e-bb19-001fffcc008e" providerId="ADAL" clId="{BC0BD879-F267-5CCA-8DEA-E3B2DD07DA4E}" dt="2026-06-02T06:42:59.106" v="3651"/>
          <ac:spMkLst>
            <pc:docMk/>
            <pc:sldMk cId="1186077149" sldId="284"/>
            <ac:spMk id="12" creationId="{C7255F7F-59F4-A386-BF98-E6537B625964}"/>
          </ac:spMkLst>
        </pc:spChg>
        <pc:spChg chg="add mod">
          <ac:chgData name="Hironari Yamada" userId="e57621f8-ec3c-449e-bb19-001fffcc008e" providerId="ADAL" clId="{BC0BD879-F267-5CCA-8DEA-E3B2DD07DA4E}" dt="2026-06-02T06:44:03.646" v="3780" actId="20577"/>
          <ac:spMkLst>
            <pc:docMk/>
            <pc:sldMk cId="1186077149" sldId="284"/>
            <ac:spMk id="16" creationId="{7378FEA7-4F7D-0BCB-3ED9-305B3D8D321C}"/>
          </ac:spMkLst>
        </pc:spChg>
        <pc:spChg chg="add mod">
          <ac:chgData name="Hironari Yamada" userId="e57621f8-ec3c-449e-bb19-001fffcc008e" providerId="ADAL" clId="{BC0BD879-F267-5CCA-8DEA-E3B2DD07DA4E}" dt="2026-06-02T07:16:20.099" v="5012" actId="14100"/>
          <ac:spMkLst>
            <pc:docMk/>
            <pc:sldMk cId="1186077149" sldId="284"/>
            <ac:spMk id="17" creationId="{75B82892-927D-5093-6F7B-57C061A2FB4A}"/>
          </ac:spMkLst>
        </pc:spChg>
        <pc:spChg chg="add mod">
          <ac:chgData name="Hironari Yamada" userId="e57621f8-ec3c-449e-bb19-001fffcc008e" providerId="ADAL" clId="{BC0BD879-F267-5CCA-8DEA-E3B2DD07DA4E}" dt="2026-06-02T07:16:28.210" v="5046" actId="20577"/>
          <ac:spMkLst>
            <pc:docMk/>
            <pc:sldMk cId="1186077149" sldId="284"/>
            <ac:spMk id="18" creationId="{EC030F10-9CD3-A2FE-196D-BE7360FF45C6}"/>
          </ac:spMkLst>
        </pc:spChg>
        <pc:spChg chg="add mod">
          <ac:chgData name="Hironari Yamada" userId="e57621f8-ec3c-449e-bb19-001fffcc008e" providerId="ADAL" clId="{BC0BD879-F267-5CCA-8DEA-E3B2DD07DA4E}" dt="2026-06-02T07:16:41.582" v="5049" actId="14100"/>
          <ac:spMkLst>
            <pc:docMk/>
            <pc:sldMk cId="1186077149" sldId="284"/>
            <ac:spMk id="19" creationId="{2D1EFD2F-8E5A-402B-4638-400D21E32963}"/>
          </ac:spMkLst>
        </pc:spChg>
        <pc:spChg chg="add mod">
          <ac:chgData name="Hironari Yamada" userId="e57621f8-ec3c-449e-bb19-001fffcc008e" providerId="ADAL" clId="{BC0BD879-F267-5CCA-8DEA-E3B2DD07DA4E}" dt="2026-06-02T07:16:52.066" v="5094" actId="20577"/>
          <ac:spMkLst>
            <pc:docMk/>
            <pc:sldMk cId="1186077149" sldId="284"/>
            <ac:spMk id="20" creationId="{2AC77934-346A-8185-8E91-9B81E1BF3B85}"/>
          </ac:spMkLst>
        </pc:spChg>
        <pc:spChg chg="add mod">
          <ac:chgData name="Hironari Yamada" userId="e57621f8-ec3c-449e-bb19-001fffcc008e" providerId="ADAL" clId="{BC0BD879-F267-5CCA-8DEA-E3B2DD07DA4E}" dt="2026-06-02T07:17:01.315" v="5097" actId="14100"/>
          <ac:spMkLst>
            <pc:docMk/>
            <pc:sldMk cId="1186077149" sldId="284"/>
            <ac:spMk id="21" creationId="{D8803F2B-CE68-E158-2A4A-F90F52512520}"/>
          </ac:spMkLst>
        </pc:spChg>
        <pc:spChg chg="add mod">
          <ac:chgData name="Hironari Yamada" userId="e57621f8-ec3c-449e-bb19-001fffcc008e" providerId="ADAL" clId="{BC0BD879-F267-5CCA-8DEA-E3B2DD07DA4E}" dt="2026-06-02T07:17:07.391" v="5100" actId="14100"/>
          <ac:spMkLst>
            <pc:docMk/>
            <pc:sldMk cId="1186077149" sldId="284"/>
            <ac:spMk id="22" creationId="{FE71F026-7A79-F2F6-5495-BC4E4F65FA20}"/>
          </ac:spMkLst>
        </pc:spChg>
        <pc:spChg chg="add mod">
          <ac:chgData name="Hironari Yamada" userId="e57621f8-ec3c-449e-bb19-001fffcc008e" providerId="ADAL" clId="{BC0BD879-F267-5CCA-8DEA-E3B2DD07DA4E}" dt="2026-06-02T07:17:17.070" v="5103" actId="14100"/>
          <ac:spMkLst>
            <pc:docMk/>
            <pc:sldMk cId="1186077149" sldId="284"/>
            <ac:spMk id="23" creationId="{B9EBDB81-2B3D-CD90-F60F-551749E8E987}"/>
          </ac:spMkLst>
        </pc:spChg>
        <pc:spChg chg="add mod">
          <ac:chgData name="Hironari Yamada" userId="e57621f8-ec3c-449e-bb19-001fffcc008e" providerId="ADAL" clId="{BC0BD879-F267-5CCA-8DEA-E3B2DD07DA4E}" dt="2026-06-02T07:17:22.594" v="5118" actId="20577"/>
          <ac:spMkLst>
            <pc:docMk/>
            <pc:sldMk cId="1186077149" sldId="284"/>
            <ac:spMk id="24" creationId="{83C268F3-8427-4FB8-1282-212D67B6B2AC}"/>
          </ac:spMkLst>
        </pc:spChg>
        <pc:picChg chg="del">
          <ac:chgData name="Hironari Yamada" userId="e57621f8-ec3c-449e-bb19-001fffcc008e" providerId="ADAL" clId="{BC0BD879-F267-5CCA-8DEA-E3B2DD07DA4E}" dt="2026-06-02T06:41:37.222" v="3647" actId="478"/>
          <ac:picMkLst>
            <pc:docMk/>
            <pc:sldMk cId="1186077149" sldId="284"/>
            <ac:picMk id="7" creationId="{00000000-0000-0000-0000-000000000000}"/>
          </ac:picMkLst>
        </pc:picChg>
        <pc:picChg chg="add mod">
          <ac:chgData name="Hironari Yamada" userId="e57621f8-ec3c-449e-bb19-001fffcc008e" providerId="ADAL" clId="{BC0BD879-F267-5CCA-8DEA-E3B2DD07DA4E}" dt="2026-06-02T06:43:47.558" v="3746" actId="14100"/>
          <ac:picMkLst>
            <pc:docMk/>
            <pc:sldMk cId="1186077149" sldId="284"/>
            <ac:picMk id="14" creationId="{5F63B4D4-A11D-2BCC-0CA4-7EEB5B9B9954}"/>
          </ac:picMkLst>
        </pc:picChg>
        <pc:picChg chg="add mod">
          <ac:chgData name="Hironari Yamada" userId="e57621f8-ec3c-449e-bb19-001fffcc008e" providerId="ADAL" clId="{BC0BD879-F267-5CCA-8DEA-E3B2DD07DA4E}" dt="2026-06-02T06:43:44.314" v="3745" actId="14100"/>
          <ac:picMkLst>
            <pc:docMk/>
            <pc:sldMk cId="1186077149" sldId="284"/>
            <ac:picMk id="15" creationId="{6C8D6B17-ED23-9EEB-E815-1E4BAF7AC261}"/>
          </ac:picMkLst>
        </pc:picChg>
      </pc:sldChg>
      <pc:sldChg chg="del">
        <pc:chgData name="Hironari Yamada" userId="e57621f8-ec3c-449e-bb19-001fffcc008e" providerId="ADAL" clId="{BC0BD879-F267-5CCA-8DEA-E3B2DD07DA4E}" dt="2026-06-02T06:44:07.961" v="3781" actId="2696"/>
        <pc:sldMkLst>
          <pc:docMk/>
          <pc:sldMk cId="1186077149" sldId="285"/>
        </pc:sldMkLst>
      </pc:sldChg>
      <pc:sldChg chg="addSp delSp modSp mod">
        <pc:chgData name="Hironari Yamada" userId="e57621f8-ec3c-449e-bb19-001fffcc008e" providerId="ADAL" clId="{BC0BD879-F267-5CCA-8DEA-E3B2DD07DA4E}" dt="2026-06-02T06:46:16.835" v="3790" actId="1076"/>
        <pc:sldMkLst>
          <pc:docMk/>
          <pc:sldMk cId="1186077149" sldId="286"/>
        </pc:sldMkLst>
        <pc:picChg chg="del">
          <ac:chgData name="Hironari Yamada" userId="e57621f8-ec3c-449e-bb19-001fffcc008e" providerId="ADAL" clId="{BC0BD879-F267-5CCA-8DEA-E3B2DD07DA4E}" dt="2026-06-02T06:44:12.954" v="3782" actId="478"/>
          <ac:picMkLst>
            <pc:docMk/>
            <pc:sldMk cId="1186077149" sldId="286"/>
            <ac:picMk id="8" creationId="{00000000-0000-0000-0000-000000000000}"/>
          </ac:picMkLst>
        </pc:picChg>
        <pc:picChg chg="add mod">
          <ac:chgData name="Hironari Yamada" userId="e57621f8-ec3c-449e-bb19-001fffcc008e" providerId="ADAL" clId="{BC0BD879-F267-5CCA-8DEA-E3B2DD07DA4E}" dt="2026-06-02T06:46:16.835" v="3790" actId="1076"/>
          <ac:picMkLst>
            <pc:docMk/>
            <pc:sldMk cId="1186077149" sldId="286"/>
            <ac:picMk id="13" creationId="{D7EE960E-C39A-B7A6-5134-61337299BC62}"/>
          </ac:picMkLst>
        </pc:picChg>
      </pc:sldChg>
      <pc:sldChg chg="addSp delSp modSp mod">
        <pc:chgData name="Hironari Yamada" userId="e57621f8-ec3c-449e-bb19-001fffcc008e" providerId="ADAL" clId="{BC0BD879-F267-5CCA-8DEA-E3B2DD07DA4E}" dt="2026-06-02T07:21:19.096" v="5275" actId="20577"/>
        <pc:sldMkLst>
          <pc:docMk/>
          <pc:sldMk cId="1186077149" sldId="287"/>
        </pc:sldMkLst>
        <pc:spChg chg="del">
          <ac:chgData name="Hironari Yamada" userId="e57621f8-ec3c-449e-bb19-001fffcc008e" providerId="ADAL" clId="{BC0BD879-F267-5CCA-8DEA-E3B2DD07DA4E}" dt="2026-06-02T06:49:33.747" v="4023" actId="478"/>
          <ac:spMkLst>
            <pc:docMk/>
            <pc:sldMk cId="1186077149" sldId="287"/>
            <ac:spMk id="3" creationId="{1EE0A5FB-01EC-49A8-B26A-B34D26377B55}"/>
          </ac:spMkLst>
        </pc:spChg>
        <pc:spChg chg="mod">
          <ac:chgData name="Hironari Yamada" userId="e57621f8-ec3c-449e-bb19-001fffcc008e" providerId="ADAL" clId="{BC0BD879-F267-5CCA-8DEA-E3B2DD07DA4E}" dt="2026-06-02T06:49:43.549" v="4026" actId="14100"/>
          <ac:spMkLst>
            <pc:docMk/>
            <pc:sldMk cId="1186077149" sldId="287"/>
            <ac:spMk id="5" creationId="{9DDDF546-FA29-4E2D-A048-B21345FF8479}"/>
          </ac:spMkLst>
        </pc:spChg>
        <pc:spChg chg="mod">
          <ac:chgData name="Hironari Yamada" userId="e57621f8-ec3c-449e-bb19-001fffcc008e" providerId="ADAL" clId="{BC0BD879-F267-5CCA-8DEA-E3B2DD07DA4E}" dt="2026-06-02T06:49:40.668" v="4025" actId="1076"/>
          <ac:spMkLst>
            <pc:docMk/>
            <pc:sldMk cId="1186077149" sldId="287"/>
            <ac:spMk id="6" creationId="{DC49AA37-9047-43F6-BF67-AB250C96642A}"/>
          </ac:spMkLst>
        </pc:spChg>
        <pc:spChg chg="mod">
          <ac:chgData name="Hironari Yamada" userId="e57621f8-ec3c-449e-bb19-001fffcc008e" providerId="ADAL" clId="{BC0BD879-F267-5CCA-8DEA-E3B2DD07DA4E}" dt="2026-06-02T06:49:40.668" v="4025" actId="1076"/>
          <ac:spMkLst>
            <pc:docMk/>
            <pc:sldMk cId="1186077149" sldId="287"/>
            <ac:spMk id="7" creationId="{C9CFE891-7259-414D-ACB2-FDD5400094B8}"/>
          </ac:spMkLst>
        </pc:spChg>
        <pc:spChg chg="mod">
          <ac:chgData name="Hironari Yamada" userId="e57621f8-ec3c-449e-bb19-001fffcc008e" providerId="ADAL" clId="{BC0BD879-F267-5CCA-8DEA-E3B2DD07DA4E}" dt="2026-06-02T06:49:40.668" v="4025" actId="1076"/>
          <ac:spMkLst>
            <pc:docMk/>
            <pc:sldMk cId="1186077149" sldId="287"/>
            <ac:spMk id="8" creationId="{C717F201-4A9C-4E3B-A076-8AD68DD9B273}"/>
          </ac:spMkLst>
        </pc:spChg>
        <pc:spChg chg="mod">
          <ac:chgData name="Hironari Yamada" userId="e57621f8-ec3c-449e-bb19-001fffcc008e" providerId="ADAL" clId="{BC0BD879-F267-5CCA-8DEA-E3B2DD07DA4E}" dt="2026-06-02T06:49:40.668" v="4025" actId="1076"/>
          <ac:spMkLst>
            <pc:docMk/>
            <pc:sldMk cId="1186077149" sldId="287"/>
            <ac:spMk id="9" creationId="{0D46CEA0-44C8-4243-858D-14976084862C}"/>
          </ac:spMkLst>
        </pc:spChg>
        <pc:spChg chg="mod">
          <ac:chgData name="Hironari Yamada" userId="e57621f8-ec3c-449e-bb19-001fffcc008e" providerId="ADAL" clId="{BC0BD879-F267-5CCA-8DEA-E3B2DD07DA4E}" dt="2026-06-02T06:49:40.668" v="4025" actId="1076"/>
          <ac:spMkLst>
            <pc:docMk/>
            <pc:sldMk cId="1186077149" sldId="287"/>
            <ac:spMk id="10" creationId="{AD6F682F-8AF1-4AA6-A90D-D83041C95823}"/>
          </ac:spMkLst>
        </pc:spChg>
        <pc:spChg chg="mod">
          <ac:chgData name="Hironari Yamada" userId="e57621f8-ec3c-449e-bb19-001fffcc008e" providerId="ADAL" clId="{BC0BD879-F267-5CCA-8DEA-E3B2DD07DA4E}" dt="2026-06-02T06:49:46.525" v="4027" actId="14100"/>
          <ac:spMkLst>
            <pc:docMk/>
            <pc:sldMk cId="1186077149" sldId="287"/>
            <ac:spMk id="11" creationId="{DB50A73A-2C6A-4332-BDB4-4CCCA03C8918}"/>
          </ac:spMkLst>
        </pc:spChg>
        <pc:spChg chg="mod">
          <ac:chgData name="Hironari Yamada" userId="e57621f8-ec3c-449e-bb19-001fffcc008e" providerId="ADAL" clId="{BC0BD879-F267-5CCA-8DEA-E3B2DD07DA4E}" dt="2026-06-02T06:49:40.668" v="4025" actId="1076"/>
          <ac:spMkLst>
            <pc:docMk/>
            <pc:sldMk cId="1186077149" sldId="287"/>
            <ac:spMk id="13" creationId="{B04B26F0-DA83-437C-A6C0-4A7E1DB61754}"/>
          </ac:spMkLst>
        </pc:spChg>
        <pc:spChg chg="del">
          <ac:chgData name="Hironari Yamada" userId="e57621f8-ec3c-449e-bb19-001fffcc008e" providerId="ADAL" clId="{BC0BD879-F267-5CCA-8DEA-E3B2DD07DA4E}" dt="2026-06-02T06:49:35.926" v="4024" actId="478"/>
          <ac:spMkLst>
            <pc:docMk/>
            <pc:sldMk cId="1186077149" sldId="287"/>
            <ac:spMk id="14" creationId="{532006BE-5A66-4F97-87B2-B6BC067AAC8F}"/>
          </ac:spMkLst>
        </pc:spChg>
        <pc:spChg chg="add del mod">
          <ac:chgData name="Hironari Yamada" userId="e57621f8-ec3c-449e-bb19-001fffcc008e" providerId="ADAL" clId="{BC0BD879-F267-5CCA-8DEA-E3B2DD07DA4E}" dt="2026-06-02T06:49:12.145" v="4019"/>
          <ac:spMkLst>
            <pc:docMk/>
            <pc:sldMk cId="1186077149" sldId="287"/>
            <ac:spMk id="16" creationId="{5374FB74-B5E3-1D04-DC84-A50CA0A033AD}"/>
          </ac:spMkLst>
        </pc:spChg>
        <pc:spChg chg="add del mod">
          <ac:chgData name="Hironari Yamada" userId="e57621f8-ec3c-449e-bb19-001fffcc008e" providerId="ADAL" clId="{BC0BD879-F267-5CCA-8DEA-E3B2DD07DA4E}" dt="2026-06-02T06:49:03.582" v="4015"/>
          <ac:spMkLst>
            <pc:docMk/>
            <pc:sldMk cId="1186077149" sldId="287"/>
            <ac:spMk id="17" creationId="{4ADD038F-E757-9164-98DC-EF4FEA649A3F}"/>
          </ac:spMkLst>
        </pc:spChg>
        <pc:spChg chg="add mod">
          <ac:chgData name="Hironari Yamada" userId="e57621f8-ec3c-449e-bb19-001fffcc008e" providerId="ADAL" clId="{BC0BD879-F267-5CCA-8DEA-E3B2DD07DA4E}" dt="2026-06-02T07:20:02.050" v="5121" actId="14100"/>
          <ac:spMkLst>
            <pc:docMk/>
            <pc:sldMk cId="1186077149" sldId="287"/>
            <ac:spMk id="20" creationId="{EC19318C-B5C3-75BF-97C6-BA3656D2126A}"/>
          </ac:spMkLst>
        </pc:spChg>
        <pc:spChg chg="add mod">
          <ac:chgData name="Hironari Yamada" userId="e57621f8-ec3c-449e-bb19-001fffcc008e" providerId="ADAL" clId="{BC0BD879-F267-5CCA-8DEA-E3B2DD07DA4E}" dt="2026-06-02T07:20:15.497" v="5155" actId="20577"/>
          <ac:spMkLst>
            <pc:docMk/>
            <pc:sldMk cId="1186077149" sldId="287"/>
            <ac:spMk id="21" creationId="{2A934A77-9BC3-D5CB-00A0-765CDA3928F0}"/>
          </ac:spMkLst>
        </pc:spChg>
        <pc:spChg chg="add mod">
          <ac:chgData name="Hironari Yamada" userId="e57621f8-ec3c-449e-bb19-001fffcc008e" providerId="ADAL" clId="{BC0BD879-F267-5CCA-8DEA-E3B2DD07DA4E}" dt="2026-06-02T07:20:35.610" v="5159" actId="14100"/>
          <ac:spMkLst>
            <pc:docMk/>
            <pc:sldMk cId="1186077149" sldId="287"/>
            <ac:spMk id="22" creationId="{48CB878C-7B20-C3B0-3502-8580B0040004}"/>
          </ac:spMkLst>
        </pc:spChg>
        <pc:spChg chg="add mod">
          <ac:chgData name="Hironari Yamada" userId="e57621f8-ec3c-449e-bb19-001fffcc008e" providerId="ADAL" clId="{BC0BD879-F267-5CCA-8DEA-E3B2DD07DA4E}" dt="2026-06-02T07:20:49.262" v="5211" actId="20577"/>
          <ac:spMkLst>
            <pc:docMk/>
            <pc:sldMk cId="1186077149" sldId="287"/>
            <ac:spMk id="23" creationId="{B54CEE7A-EAD7-38B1-E750-C5BCF5DF399A}"/>
          </ac:spMkLst>
        </pc:spChg>
        <pc:spChg chg="add mod">
          <ac:chgData name="Hironari Yamada" userId="e57621f8-ec3c-449e-bb19-001fffcc008e" providerId="ADAL" clId="{BC0BD879-F267-5CCA-8DEA-E3B2DD07DA4E}" dt="2026-06-02T07:21:02.996" v="5215" actId="1076"/>
          <ac:spMkLst>
            <pc:docMk/>
            <pc:sldMk cId="1186077149" sldId="287"/>
            <ac:spMk id="24" creationId="{04E3E319-4970-3ED7-E87C-9FA926720BEA}"/>
          </ac:spMkLst>
        </pc:spChg>
        <pc:spChg chg="add mod">
          <ac:chgData name="Hironari Yamada" userId="e57621f8-ec3c-449e-bb19-001fffcc008e" providerId="ADAL" clId="{BC0BD879-F267-5CCA-8DEA-E3B2DD07DA4E}" dt="2026-06-02T07:21:19.096" v="5275" actId="20577"/>
          <ac:spMkLst>
            <pc:docMk/>
            <pc:sldMk cId="1186077149" sldId="287"/>
            <ac:spMk id="25" creationId="{1C6D73F7-2631-ABE9-2071-EF71D381F378}"/>
          </ac:spMkLst>
        </pc:spChg>
        <pc:picChg chg="del">
          <ac:chgData name="Hironari Yamada" userId="e57621f8-ec3c-449e-bb19-001fffcc008e" providerId="ADAL" clId="{BC0BD879-F267-5CCA-8DEA-E3B2DD07DA4E}" dt="2026-06-02T06:46:23.184" v="3791" actId="478"/>
          <ac:picMkLst>
            <pc:docMk/>
            <pc:sldMk cId="1186077149" sldId="287"/>
            <ac:picMk id="12" creationId="{00000000-0000-0000-0000-000000000000}"/>
          </ac:picMkLst>
        </pc:picChg>
        <pc:picChg chg="add mod">
          <ac:chgData name="Hironari Yamada" userId="e57621f8-ec3c-449e-bb19-001fffcc008e" providerId="ADAL" clId="{BC0BD879-F267-5CCA-8DEA-E3B2DD07DA4E}" dt="2026-06-02T06:51:26.031" v="4045" actId="14100"/>
          <ac:picMkLst>
            <pc:docMk/>
            <pc:sldMk cId="1186077149" sldId="287"/>
            <ac:picMk id="18" creationId="{2C0700B2-8699-C9D3-B2AF-40123C4FD7E2}"/>
          </ac:picMkLst>
        </pc:picChg>
        <pc:picChg chg="add mod">
          <ac:chgData name="Hironari Yamada" userId="e57621f8-ec3c-449e-bb19-001fffcc008e" providerId="ADAL" clId="{BC0BD879-F267-5CCA-8DEA-E3B2DD07DA4E}" dt="2026-06-02T06:53:03.257" v="4048" actId="1076"/>
          <ac:picMkLst>
            <pc:docMk/>
            <pc:sldMk cId="1186077149" sldId="287"/>
            <ac:picMk id="19" creationId="{CF0C1F42-BDB2-070A-2147-54B7F58B88A6}"/>
          </ac:picMkLst>
        </pc:picChg>
      </pc:sldChg>
      <pc:sldChg chg="addSp delSp modSp mod">
        <pc:chgData name="Hironari Yamada" userId="e57621f8-ec3c-449e-bb19-001fffcc008e" providerId="ADAL" clId="{BC0BD879-F267-5CCA-8DEA-E3B2DD07DA4E}" dt="2026-06-02T07:26:26.908" v="5484" actId="478"/>
        <pc:sldMkLst>
          <pc:docMk/>
          <pc:sldMk cId="1186077149" sldId="288"/>
        </pc:sldMkLst>
        <pc:spChg chg="del">
          <ac:chgData name="Hironari Yamada" userId="e57621f8-ec3c-449e-bb19-001fffcc008e" providerId="ADAL" clId="{BC0BD879-F267-5CCA-8DEA-E3B2DD07DA4E}" dt="2026-06-02T07:26:25.274" v="5483" actId="478"/>
          <ac:spMkLst>
            <pc:docMk/>
            <pc:sldMk cId="1186077149" sldId="288"/>
            <ac:spMk id="3" creationId="{CD217AEE-190C-453A-9FE6-0A7636F24F7E}"/>
          </ac:spMkLst>
        </pc:spChg>
        <pc:spChg chg="mod">
          <ac:chgData name="Hironari Yamada" userId="e57621f8-ec3c-449e-bb19-001fffcc008e" providerId="ADAL" clId="{BC0BD879-F267-5CCA-8DEA-E3B2DD07DA4E}" dt="2026-06-02T07:22:04.377" v="5279" actId="167"/>
          <ac:spMkLst>
            <pc:docMk/>
            <pc:sldMk cId="1186077149" sldId="288"/>
            <ac:spMk id="11" creationId="{5C01CB48-C634-4E42-AD2C-41E8AA9A849D}"/>
          </ac:spMkLst>
        </pc:spChg>
        <pc:spChg chg="del">
          <ac:chgData name="Hironari Yamada" userId="e57621f8-ec3c-449e-bb19-001fffcc008e" providerId="ADAL" clId="{BC0BD879-F267-5CCA-8DEA-E3B2DD07DA4E}" dt="2026-06-02T07:26:26.908" v="5484" actId="478"/>
          <ac:spMkLst>
            <pc:docMk/>
            <pc:sldMk cId="1186077149" sldId="288"/>
            <ac:spMk id="14" creationId="{C54DDBF1-D2DE-47E0-9984-2EF5FE70D357}"/>
          </ac:spMkLst>
        </pc:spChg>
        <pc:spChg chg="add mod">
          <ac:chgData name="Hironari Yamada" userId="e57621f8-ec3c-449e-bb19-001fffcc008e" providerId="ADAL" clId="{BC0BD879-F267-5CCA-8DEA-E3B2DD07DA4E}" dt="2026-06-02T07:22:22.824" v="5286" actId="14100"/>
          <ac:spMkLst>
            <pc:docMk/>
            <pc:sldMk cId="1186077149" sldId="288"/>
            <ac:spMk id="17" creationId="{7153182E-9996-3455-AAC8-39916BEC7C56}"/>
          </ac:spMkLst>
        </pc:spChg>
        <pc:spChg chg="add mod">
          <ac:chgData name="Hironari Yamada" userId="e57621f8-ec3c-449e-bb19-001fffcc008e" providerId="ADAL" clId="{BC0BD879-F267-5CCA-8DEA-E3B2DD07DA4E}" dt="2026-06-02T07:22:44.762" v="5341" actId="20577"/>
          <ac:spMkLst>
            <pc:docMk/>
            <pc:sldMk cId="1186077149" sldId="288"/>
            <ac:spMk id="18" creationId="{0F6873E1-48FE-16A0-4A9B-37B6357E136B}"/>
          </ac:spMkLst>
        </pc:spChg>
        <pc:spChg chg="add mod">
          <ac:chgData name="Hironari Yamada" userId="e57621f8-ec3c-449e-bb19-001fffcc008e" providerId="ADAL" clId="{BC0BD879-F267-5CCA-8DEA-E3B2DD07DA4E}" dt="2026-06-02T07:22:53.905" v="5344" actId="14100"/>
          <ac:spMkLst>
            <pc:docMk/>
            <pc:sldMk cId="1186077149" sldId="288"/>
            <ac:spMk id="20" creationId="{612FE132-E6AA-759D-8A46-03F717F833A5}"/>
          </ac:spMkLst>
        </pc:spChg>
        <pc:spChg chg="add mod">
          <ac:chgData name="Hironari Yamada" userId="e57621f8-ec3c-449e-bb19-001fffcc008e" providerId="ADAL" clId="{BC0BD879-F267-5CCA-8DEA-E3B2DD07DA4E}" dt="2026-06-02T07:23:11.159" v="5413" actId="20577"/>
          <ac:spMkLst>
            <pc:docMk/>
            <pc:sldMk cId="1186077149" sldId="288"/>
            <ac:spMk id="21" creationId="{84B838DB-E8DB-A89A-15E9-1F785378B02A}"/>
          </ac:spMkLst>
        </pc:spChg>
        <pc:picChg chg="del">
          <ac:chgData name="Hironari Yamada" userId="e57621f8-ec3c-449e-bb19-001fffcc008e" providerId="ADAL" clId="{BC0BD879-F267-5CCA-8DEA-E3B2DD07DA4E}" dt="2026-06-02T06:53:35.516" v="4049" actId="478"/>
          <ac:picMkLst>
            <pc:docMk/>
            <pc:sldMk cId="1186077149" sldId="288"/>
            <ac:picMk id="12" creationId="{00000000-0000-0000-0000-000000000000}"/>
          </ac:picMkLst>
        </pc:picChg>
        <pc:picChg chg="add del mod">
          <ac:chgData name="Hironari Yamada" userId="e57621f8-ec3c-449e-bb19-001fffcc008e" providerId="ADAL" clId="{BC0BD879-F267-5CCA-8DEA-E3B2DD07DA4E}" dt="2026-06-02T07:21:59.296" v="5277" actId="478"/>
          <ac:picMkLst>
            <pc:docMk/>
            <pc:sldMk cId="1186077149" sldId="288"/>
            <ac:picMk id="16" creationId="{795F3FB4-99DE-DE3A-B129-537D4D3E1BC2}"/>
          </ac:picMkLst>
        </pc:picChg>
        <pc:picChg chg="add mod">
          <ac:chgData name="Hironari Yamada" userId="e57621f8-ec3c-449e-bb19-001fffcc008e" providerId="ADAL" clId="{BC0BD879-F267-5CCA-8DEA-E3B2DD07DA4E}" dt="2026-06-02T07:22:13.540" v="5284" actId="14100"/>
          <ac:picMkLst>
            <pc:docMk/>
            <pc:sldMk cId="1186077149" sldId="288"/>
            <ac:picMk id="19" creationId="{D356075C-9F5D-51C6-E251-CBB19691FBAB}"/>
          </ac:picMkLst>
        </pc:picChg>
      </pc:sldChg>
      <pc:sldChg chg="delSp mod">
        <pc:chgData name="Hironari Yamada" userId="e57621f8-ec3c-449e-bb19-001fffcc008e" providerId="ADAL" clId="{BC0BD879-F267-5CCA-8DEA-E3B2DD07DA4E}" dt="2026-06-02T07:26:30.511" v="5485" actId="478"/>
        <pc:sldMkLst>
          <pc:docMk/>
          <pc:sldMk cId="1186077149" sldId="289"/>
        </pc:sldMkLst>
        <pc:spChg chg="del">
          <ac:chgData name="Hironari Yamada" userId="e57621f8-ec3c-449e-bb19-001fffcc008e" providerId="ADAL" clId="{BC0BD879-F267-5CCA-8DEA-E3B2DD07DA4E}" dt="2026-06-02T07:26:30.511" v="5485" actId="478"/>
          <ac:spMkLst>
            <pc:docMk/>
            <pc:sldMk cId="1186077149" sldId="289"/>
            <ac:spMk id="3" creationId="{296AAF40-B489-42F4-AE64-506B9870884B}"/>
          </ac:spMkLst>
        </pc:spChg>
        <pc:spChg chg="del">
          <ac:chgData name="Hironari Yamada" userId="e57621f8-ec3c-449e-bb19-001fffcc008e" providerId="ADAL" clId="{BC0BD879-F267-5CCA-8DEA-E3B2DD07DA4E}" dt="2026-06-02T07:26:30.511" v="5485" actId="478"/>
          <ac:spMkLst>
            <pc:docMk/>
            <pc:sldMk cId="1186077149" sldId="289"/>
            <ac:spMk id="31" creationId="{BDD0431B-1522-4A4D-A883-F8A9A66E66F4}"/>
          </ac:spMkLst>
        </pc:spChg>
      </pc:sldChg>
      <pc:sldChg chg="addSp delSp modSp mod">
        <pc:chgData name="Hironari Yamada" userId="e57621f8-ec3c-449e-bb19-001fffcc008e" providerId="ADAL" clId="{BC0BD879-F267-5CCA-8DEA-E3B2DD07DA4E}" dt="2026-06-02T07:26:34.499" v="5486" actId="478"/>
        <pc:sldMkLst>
          <pc:docMk/>
          <pc:sldMk cId="1186077149" sldId="290"/>
        </pc:sldMkLst>
        <pc:spChg chg="del">
          <ac:chgData name="Hironari Yamada" userId="e57621f8-ec3c-449e-bb19-001fffcc008e" providerId="ADAL" clId="{BC0BD879-F267-5CCA-8DEA-E3B2DD07DA4E}" dt="2026-06-02T07:26:34.499" v="5486" actId="478"/>
          <ac:spMkLst>
            <pc:docMk/>
            <pc:sldMk cId="1186077149" sldId="290"/>
            <ac:spMk id="3" creationId="{F672EA86-3155-4919-A34F-F94F23D27C73}"/>
          </ac:spMkLst>
        </pc:spChg>
        <pc:spChg chg="del">
          <ac:chgData name="Hironari Yamada" userId="e57621f8-ec3c-449e-bb19-001fffcc008e" providerId="ADAL" clId="{BC0BD879-F267-5CCA-8DEA-E3B2DD07DA4E}" dt="2026-06-02T07:26:34.499" v="5486" actId="478"/>
          <ac:spMkLst>
            <pc:docMk/>
            <pc:sldMk cId="1186077149" sldId="290"/>
            <ac:spMk id="10" creationId="{4E11ACF2-9D91-4301-8495-BAD69CE55DC9}"/>
          </ac:spMkLst>
        </pc:spChg>
        <pc:spChg chg="add mod">
          <ac:chgData name="Hironari Yamada" userId="e57621f8-ec3c-449e-bb19-001fffcc008e" providerId="ADAL" clId="{BC0BD879-F267-5CCA-8DEA-E3B2DD07DA4E}" dt="2026-06-02T06:56:37.991" v="4189" actId="14100"/>
          <ac:spMkLst>
            <pc:docMk/>
            <pc:sldMk cId="1186077149" sldId="290"/>
            <ac:spMk id="12" creationId="{0AC98525-7A26-774A-5669-7153D37B6B64}"/>
          </ac:spMkLst>
        </pc:spChg>
      </pc:sldChg>
      <pc:sldChg chg="del">
        <pc:chgData name="Hironari Yamada" userId="e57621f8-ec3c-449e-bb19-001fffcc008e" providerId="ADAL" clId="{BC0BD879-F267-5CCA-8DEA-E3B2DD07DA4E}" dt="2026-06-02T07:23:26.409" v="5414" actId="2696"/>
        <pc:sldMkLst>
          <pc:docMk/>
          <pc:sldMk cId="1186077149" sldId="291"/>
        </pc:sldMkLst>
      </pc:sldChg>
      <pc:sldChg chg="delSp modSp mod">
        <pc:chgData name="Hironari Yamada" userId="e57621f8-ec3c-449e-bb19-001fffcc008e" providerId="ADAL" clId="{BC0BD879-F267-5CCA-8DEA-E3B2DD07DA4E}" dt="2026-06-02T07:26:38.009" v="5487" actId="478"/>
        <pc:sldMkLst>
          <pc:docMk/>
          <pc:sldMk cId="1186077149" sldId="292"/>
        </pc:sldMkLst>
        <pc:spChg chg="del">
          <ac:chgData name="Hironari Yamada" userId="e57621f8-ec3c-449e-bb19-001fffcc008e" providerId="ADAL" clId="{BC0BD879-F267-5CCA-8DEA-E3B2DD07DA4E}" dt="2026-06-02T07:26:38.009" v="5487" actId="478"/>
          <ac:spMkLst>
            <pc:docMk/>
            <pc:sldMk cId="1186077149" sldId="292"/>
            <ac:spMk id="3" creationId="{BA1E6EDC-2F21-4977-85A8-A70328D25098}"/>
          </ac:spMkLst>
        </pc:spChg>
        <pc:spChg chg="mod">
          <ac:chgData name="Hironari Yamada" userId="e57621f8-ec3c-449e-bb19-001fffcc008e" providerId="ADAL" clId="{BC0BD879-F267-5CCA-8DEA-E3B2DD07DA4E}" dt="2026-06-02T07:23:36.178" v="5419" actId="403"/>
          <ac:spMkLst>
            <pc:docMk/>
            <pc:sldMk cId="1186077149" sldId="292"/>
            <ac:spMk id="6" creationId="{EBBBE02B-B9E2-4313-8816-D892E92F217F}"/>
          </ac:spMkLst>
        </pc:spChg>
        <pc:spChg chg="mod">
          <ac:chgData name="Hironari Yamada" userId="e57621f8-ec3c-449e-bb19-001fffcc008e" providerId="ADAL" clId="{BC0BD879-F267-5CCA-8DEA-E3B2DD07DA4E}" dt="2026-06-02T07:23:36.178" v="5419" actId="403"/>
          <ac:spMkLst>
            <pc:docMk/>
            <pc:sldMk cId="1186077149" sldId="292"/>
            <ac:spMk id="9" creationId="{88551272-DAA4-4FF7-B47A-0121D2EF1AEE}"/>
          </ac:spMkLst>
        </pc:spChg>
        <pc:spChg chg="mod">
          <ac:chgData name="Hironari Yamada" userId="e57621f8-ec3c-449e-bb19-001fffcc008e" providerId="ADAL" clId="{BC0BD879-F267-5CCA-8DEA-E3B2DD07DA4E}" dt="2026-06-02T07:23:36.178" v="5419" actId="403"/>
          <ac:spMkLst>
            <pc:docMk/>
            <pc:sldMk cId="1186077149" sldId="292"/>
            <ac:spMk id="12" creationId="{07B746F3-628C-4FF1-BC4E-A39D9CA2F104}"/>
          </ac:spMkLst>
        </pc:spChg>
        <pc:spChg chg="mod">
          <ac:chgData name="Hironari Yamada" userId="e57621f8-ec3c-449e-bb19-001fffcc008e" providerId="ADAL" clId="{BC0BD879-F267-5CCA-8DEA-E3B2DD07DA4E}" dt="2026-06-02T07:23:36.178" v="5419" actId="403"/>
          <ac:spMkLst>
            <pc:docMk/>
            <pc:sldMk cId="1186077149" sldId="292"/>
            <ac:spMk id="15" creationId="{B7D27874-CC35-43BD-81AD-AD55C1C0957D}"/>
          </ac:spMkLst>
        </pc:spChg>
        <pc:spChg chg="mod">
          <ac:chgData name="Hironari Yamada" userId="e57621f8-ec3c-449e-bb19-001fffcc008e" providerId="ADAL" clId="{BC0BD879-F267-5CCA-8DEA-E3B2DD07DA4E}" dt="2026-06-02T07:23:36.178" v="5419" actId="403"/>
          <ac:spMkLst>
            <pc:docMk/>
            <pc:sldMk cId="1186077149" sldId="292"/>
            <ac:spMk id="18" creationId="{4E70D16C-D1F1-4BEB-A121-57AB6FC0052F}"/>
          </ac:spMkLst>
        </pc:spChg>
        <pc:spChg chg="mod">
          <ac:chgData name="Hironari Yamada" userId="e57621f8-ec3c-449e-bb19-001fffcc008e" providerId="ADAL" clId="{BC0BD879-F267-5CCA-8DEA-E3B2DD07DA4E}" dt="2026-06-02T07:23:36.178" v="5419" actId="403"/>
          <ac:spMkLst>
            <pc:docMk/>
            <pc:sldMk cId="1186077149" sldId="292"/>
            <ac:spMk id="20" creationId="{28D914CF-07C6-4276-8BD6-D30D845CF426}"/>
          </ac:spMkLst>
        </pc:spChg>
        <pc:spChg chg="mod">
          <ac:chgData name="Hironari Yamada" userId="e57621f8-ec3c-449e-bb19-001fffcc008e" providerId="ADAL" clId="{BC0BD879-F267-5CCA-8DEA-E3B2DD07DA4E}" dt="2026-06-02T07:23:36.178" v="5419" actId="403"/>
          <ac:spMkLst>
            <pc:docMk/>
            <pc:sldMk cId="1186077149" sldId="292"/>
            <ac:spMk id="23" creationId="{4E5AA844-BCDD-4146-AB1A-3F88EEB45E3A}"/>
          </ac:spMkLst>
        </pc:spChg>
        <pc:spChg chg="mod">
          <ac:chgData name="Hironari Yamada" userId="e57621f8-ec3c-449e-bb19-001fffcc008e" providerId="ADAL" clId="{BC0BD879-F267-5CCA-8DEA-E3B2DD07DA4E}" dt="2026-06-02T07:23:36.178" v="5419" actId="403"/>
          <ac:spMkLst>
            <pc:docMk/>
            <pc:sldMk cId="1186077149" sldId="292"/>
            <ac:spMk id="30" creationId="{AC4B56FE-CF41-4C02-8DFD-CCEFDAC8D2B8}"/>
          </ac:spMkLst>
        </pc:spChg>
        <pc:spChg chg="mod">
          <ac:chgData name="Hironari Yamada" userId="e57621f8-ec3c-449e-bb19-001fffcc008e" providerId="ADAL" clId="{BC0BD879-F267-5CCA-8DEA-E3B2DD07DA4E}" dt="2026-06-02T07:23:36.178" v="5419" actId="403"/>
          <ac:spMkLst>
            <pc:docMk/>
            <pc:sldMk cId="1186077149" sldId="292"/>
            <ac:spMk id="31" creationId="{52C5F1E1-8B7D-4E31-BD91-6C9C0FA418ED}"/>
          </ac:spMkLst>
        </pc:spChg>
        <pc:spChg chg="mod">
          <ac:chgData name="Hironari Yamada" userId="e57621f8-ec3c-449e-bb19-001fffcc008e" providerId="ADAL" clId="{BC0BD879-F267-5CCA-8DEA-E3B2DD07DA4E}" dt="2026-06-02T07:23:36.178" v="5419" actId="403"/>
          <ac:spMkLst>
            <pc:docMk/>
            <pc:sldMk cId="1186077149" sldId="292"/>
            <ac:spMk id="32" creationId="{EF170D29-33C5-4AB0-9A30-4BE5F8223FE9}"/>
          </ac:spMkLst>
        </pc:spChg>
        <pc:spChg chg="del">
          <ac:chgData name="Hironari Yamada" userId="e57621f8-ec3c-449e-bb19-001fffcc008e" providerId="ADAL" clId="{BC0BD879-F267-5CCA-8DEA-E3B2DD07DA4E}" dt="2026-06-02T07:26:38.009" v="5487" actId="478"/>
          <ac:spMkLst>
            <pc:docMk/>
            <pc:sldMk cId="1186077149" sldId="292"/>
            <ac:spMk id="42" creationId="{F23E0A6B-EB5E-4CE8-8202-E8F2E2042C39}"/>
          </ac:spMkLst>
        </pc:spChg>
      </pc:sldChg>
      <pc:sldChg chg="delSp mod">
        <pc:chgData name="Hironari Yamada" userId="e57621f8-ec3c-449e-bb19-001fffcc008e" providerId="ADAL" clId="{BC0BD879-F267-5CCA-8DEA-E3B2DD07DA4E}" dt="2026-06-02T07:26:42.193" v="5488" actId="478"/>
        <pc:sldMkLst>
          <pc:docMk/>
          <pc:sldMk cId="1186077149" sldId="293"/>
        </pc:sldMkLst>
        <pc:spChg chg="del">
          <ac:chgData name="Hironari Yamada" userId="e57621f8-ec3c-449e-bb19-001fffcc008e" providerId="ADAL" clId="{BC0BD879-F267-5CCA-8DEA-E3B2DD07DA4E}" dt="2026-06-02T07:26:42.193" v="5488" actId="478"/>
          <ac:spMkLst>
            <pc:docMk/>
            <pc:sldMk cId="1186077149" sldId="293"/>
            <ac:spMk id="3" creationId="{D489CB1C-B857-47A5-B592-65FD02A0080A}"/>
          </ac:spMkLst>
        </pc:spChg>
        <pc:spChg chg="del">
          <ac:chgData name="Hironari Yamada" userId="e57621f8-ec3c-449e-bb19-001fffcc008e" providerId="ADAL" clId="{BC0BD879-F267-5CCA-8DEA-E3B2DD07DA4E}" dt="2026-06-02T07:26:42.193" v="5488" actId="478"/>
          <ac:spMkLst>
            <pc:docMk/>
            <pc:sldMk cId="1186077149" sldId="293"/>
            <ac:spMk id="26" creationId="{F8F6DEAA-C005-467E-8856-1B937527D636}"/>
          </ac:spMkLst>
        </pc:spChg>
      </pc:sldChg>
      <pc:sldChg chg="delSp mod">
        <pc:chgData name="Hironari Yamada" userId="e57621f8-ec3c-449e-bb19-001fffcc008e" providerId="ADAL" clId="{BC0BD879-F267-5CCA-8DEA-E3B2DD07DA4E}" dt="2026-06-02T07:26:46.364" v="5489" actId="478"/>
        <pc:sldMkLst>
          <pc:docMk/>
          <pc:sldMk cId="1186077149" sldId="294"/>
        </pc:sldMkLst>
        <pc:spChg chg="del">
          <ac:chgData name="Hironari Yamada" userId="e57621f8-ec3c-449e-bb19-001fffcc008e" providerId="ADAL" clId="{BC0BD879-F267-5CCA-8DEA-E3B2DD07DA4E}" dt="2026-06-02T07:26:46.364" v="5489" actId="478"/>
          <ac:spMkLst>
            <pc:docMk/>
            <pc:sldMk cId="1186077149" sldId="294"/>
            <ac:spMk id="3" creationId="{C4222831-F45A-4154-9074-DC3DA42B3703}"/>
          </ac:spMkLst>
        </pc:spChg>
        <pc:spChg chg="del">
          <ac:chgData name="Hironari Yamada" userId="e57621f8-ec3c-449e-bb19-001fffcc008e" providerId="ADAL" clId="{BC0BD879-F267-5CCA-8DEA-E3B2DD07DA4E}" dt="2026-06-02T07:26:46.364" v="5489" actId="478"/>
          <ac:spMkLst>
            <pc:docMk/>
            <pc:sldMk cId="1186077149" sldId="294"/>
            <ac:spMk id="21" creationId="{17879FF3-7BDF-44D7-AE08-00AF33A68D93}"/>
          </ac:spMkLst>
        </pc:spChg>
      </pc:sldChg>
      <pc:sldChg chg="delSp modSp mod">
        <pc:chgData name="Hironari Yamada" userId="e57621f8-ec3c-449e-bb19-001fffcc008e" providerId="ADAL" clId="{BC0BD879-F267-5CCA-8DEA-E3B2DD07DA4E}" dt="2026-06-02T07:26:52.966" v="5491" actId="478"/>
        <pc:sldMkLst>
          <pc:docMk/>
          <pc:sldMk cId="1186077149" sldId="295"/>
        </pc:sldMkLst>
        <pc:spChg chg="del">
          <ac:chgData name="Hironari Yamada" userId="e57621f8-ec3c-449e-bb19-001fffcc008e" providerId="ADAL" clId="{BC0BD879-F267-5CCA-8DEA-E3B2DD07DA4E}" dt="2026-06-02T07:26:51.160" v="5490" actId="478"/>
          <ac:spMkLst>
            <pc:docMk/>
            <pc:sldMk cId="1186077149" sldId="295"/>
            <ac:spMk id="3" creationId="{57B69A78-D95B-4368-83B9-E4BDE75675EF}"/>
          </ac:spMkLst>
        </pc:spChg>
        <pc:spChg chg="mod">
          <ac:chgData name="Hironari Yamada" userId="e57621f8-ec3c-449e-bb19-001fffcc008e" providerId="ADAL" clId="{BC0BD879-F267-5CCA-8DEA-E3B2DD07DA4E}" dt="2026-06-02T07:24:21.463" v="5423" actId="403"/>
          <ac:spMkLst>
            <pc:docMk/>
            <pc:sldMk cId="1186077149" sldId="295"/>
            <ac:spMk id="6" creationId="{B47441EC-55D9-49EE-AF7A-EBE92FA0CC1C}"/>
          </ac:spMkLst>
        </pc:spChg>
        <pc:spChg chg="mod">
          <ac:chgData name="Hironari Yamada" userId="e57621f8-ec3c-449e-bb19-001fffcc008e" providerId="ADAL" clId="{BC0BD879-F267-5CCA-8DEA-E3B2DD07DA4E}" dt="2026-06-02T07:24:21.463" v="5423" actId="403"/>
          <ac:spMkLst>
            <pc:docMk/>
            <pc:sldMk cId="1186077149" sldId="295"/>
            <ac:spMk id="8" creationId="{199917DB-DF93-4216-87A3-5671DAF206EF}"/>
          </ac:spMkLst>
        </pc:spChg>
        <pc:spChg chg="mod">
          <ac:chgData name="Hironari Yamada" userId="e57621f8-ec3c-449e-bb19-001fffcc008e" providerId="ADAL" clId="{BC0BD879-F267-5CCA-8DEA-E3B2DD07DA4E}" dt="2026-06-02T07:24:21.463" v="5423" actId="403"/>
          <ac:spMkLst>
            <pc:docMk/>
            <pc:sldMk cId="1186077149" sldId="295"/>
            <ac:spMk id="12" creationId="{BA5CD0A5-E585-4FC9-8F75-3D9CFDB53400}"/>
          </ac:spMkLst>
        </pc:spChg>
        <pc:spChg chg="mod">
          <ac:chgData name="Hironari Yamada" userId="e57621f8-ec3c-449e-bb19-001fffcc008e" providerId="ADAL" clId="{BC0BD879-F267-5CCA-8DEA-E3B2DD07DA4E}" dt="2026-06-02T07:24:21.463" v="5423" actId="403"/>
          <ac:spMkLst>
            <pc:docMk/>
            <pc:sldMk cId="1186077149" sldId="295"/>
            <ac:spMk id="16" creationId="{9073AC70-A056-44F0-8B66-B303EE9DEAEB}"/>
          </ac:spMkLst>
        </pc:spChg>
        <pc:spChg chg="mod">
          <ac:chgData name="Hironari Yamada" userId="e57621f8-ec3c-449e-bb19-001fffcc008e" providerId="ADAL" clId="{BC0BD879-F267-5CCA-8DEA-E3B2DD07DA4E}" dt="2026-06-02T07:24:21.463" v="5423" actId="403"/>
          <ac:spMkLst>
            <pc:docMk/>
            <pc:sldMk cId="1186077149" sldId="295"/>
            <ac:spMk id="17" creationId="{2CD307BC-4EBC-422D-A77D-B554BF1645AF}"/>
          </ac:spMkLst>
        </pc:spChg>
        <pc:spChg chg="mod">
          <ac:chgData name="Hironari Yamada" userId="e57621f8-ec3c-449e-bb19-001fffcc008e" providerId="ADAL" clId="{BC0BD879-F267-5CCA-8DEA-E3B2DD07DA4E}" dt="2026-06-02T07:24:21.463" v="5423" actId="403"/>
          <ac:spMkLst>
            <pc:docMk/>
            <pc:sldMk cId="1186077149" sldId="295"/>
            <ac:spMk id="19" creationId="{261074B0-846D-440C-90B8-2F866CC58669}"/>
          </ac:spMkLst>
        </pc:spChg>
        <pc:spChg chg="mod">
          <ac:chgData name="Hironari Yamada" userId="e57621f8-ec3c-449e-bb19-001fffcc008e" providerId="ADAL" clId="{BC0BD879-F267-5CCA-8DEA-E3B2DD07DA4E}" dt="2026-06-02T07:24:21.463" v="5423" actId="403"/>
          <ac:spMkLst>
            <pc:docMk/>
            <pc:sldMk cId="1186077149" sldId="295"/>
            <ac:spMk id="22" creationId="{181EDBF5-DFE5-4239-B3B2-D48D9944055A}"/>
          </ac:spMkLst>
        </pc:spChg>
        <pc:spChg chg="mod">
          <ac:chgData name="Hironari Yamada" userId="e57621f8-ec3c-449e-bb19-001fffcc008e" providerId="ADAL" clId="{BC0BD879-F267-5CCA-8DEA-E3B2DD07DA4E}" dt="2026-06-02T07:24:21.463" v="5423" actId="403"/>
          <ac:spMkLst>
            <pc:docMk/>
            <pc:sldMk cId="1186077149" sldId="295"/>
            <ac:spMk id="25" creationId="{3921BA1E-390D-4A01-A772-DB8E788133E6}"/>
          </ac:spMkLst>
        </pc:spChg>
        <pc:spChg chg="mod">
          <ac:chgData name="Hironari Yamada" userId="e57621f8-ec3c-449e-bb19-001fffcc008e" providerId="ADAL" clId="{BC0BD879-F267-5CCA-8DEA-E3B2DD07DA4E}" dt="2026-06-02T07:24:21.463" v="5423" actId="403"/>
          <ac:spMkLst>
            <pc:docMk/>
            <pc:sldMk cId="1186077149" sldId="295"/>
            <ac:spMk id="28" creationId="{0771407F-16AF-4174-9F03-D9DE33A63805}"/>
          </ac:spMkLst>
        </pc:spChg>
        <pc:spChg chg="mod">
          <ac:chgData name="Hironari Yamada" userId="e57621f8-ec3c-449e-bb19-001fffcc008e" providerId="ADAL" clId="{BC0BD879-F267-5CCA-8DEA-E3B2DD07DA4E}" dt="2026-06-02T07:24:21.463" v="5423" actId="403"/>
          <ac:spMkLst>
            <pc:docMk/>
            <pc:sldMk cId="1186077149" sldId="295"/>
            <ac:spMk id="35" creationId="{7C78ED8A-6E33-41C4-A32A-7966A0874DE5}"/>
          </ac:spMkLst>
        </pc:spChg>
        <pc:spChg chg="del">
          <ac:chgData name="Hironari Yamada" userId="e57621f8-ec3c-449e-bb19-001fffcc008e" providerId="ADAL" clId="{BC0BD879-F267-5CCA-8DEA-E3B2DD07DA4E}" dt="2026-06-02T07:26:52.966" v="5491" actId="478"/>
          <ac:spMkLst>
            <pc:docMk/>
            <pc:sldMk cId="1186077149" sldId="295"/>
            <ac:spMk id="36" creationId="{1DCDC94A-54B6-40E9-9077-314933CA8EB7}"/>
          </ac:spMkLst>
        </pc:spChg>
      </pc:sldChg>
      <pc:sldChg chg="addSp delSp modSp mod">
        <pc:chgData name="Hironari Yamada" userId="e57621f8-ec3c-449e-bb19-001fffcc008e" providerId="ADAL" clId="{BC0BD879-F267-5CCA-8DEA-E3B2DD07DA4E}" dt="2026-06-02T07:26:57.015" v="5492" actId="478"/>
        <pc:sldMkLst>
          <pc:docMk/>
          <pc:sldMk cId="1186077149" sldId="296"/>
        </pc:sldMkLst>
        <pc:spChg chg="del">
          <ac:chgData name="Hironari Yamada" userId="e57621f8-ec3c-449e-bb19-001fffcc008e" providerId="ADAL" clId="{BC0BD879-F267-5CCA-8DEA-E3B2DD07DA4E}" dt="2026-06-02T07:26:57.015" v="5492" actId="478"/>
          <ac:spMkLst>
            <pc:docMk/>
            <pc:sldMk cId="1186077149" sldId="296"/>
            <ac:spMk id="3" creationId="{84B71C11-7F8B-4C76-8298-75E3E5A0A951}"/>
          </ac:spMkLst>
        </pc:spChg>
        <pc:spChg chg="mod">
          <ac:chgData name="Hironari Yamada" userId="e57621f8-ec3c-449e-bb19-001fffcc008e" providerId="ADAL" clId="{BC0BD879-F267-5CCA-8DEA-E3B2DD07DA4E}" dt="2026-06-02T07:24:51.639" v="5425" actId="14100"/>
          <ac:spMkLst>
            <pc:docMk/>
            <pc:sldMk cId="1186077149" sldId="296"/>
            <ac:spMk id="5" creationId="{E0497536-09B2-4B13-A2A6-0821A9830018}"/>
          </ac:spMkLst>
        </pc:spChg>
        <pc:spChg chg="del">
          <ac:chgData name="Hironari Yamada" userId="e57621f8-ec3c-449e-bb19-001fffcc008e" providerId="ADAL" clId="{BC0BD879-F267-5CCA-8DEA-E3B2DD07DA4E}" dt="2026-06-02T07:24:55.550" v="5426" actId="478"/>
          <ac:spMkLst>
            <pc:docMk/>
            <pc:sldMk cId="1186077149" sldId="296"/>
            <ac:spMk id="6" creationId="{738EF378-78DF-4440-85A6-73ED052101CB}"/>
          </ac:spMkLst>
        </pc:spChg>
        <pc:spChg chg="del">
          <ac:chgData name="Hironari Yamada" userId="e57621f8-ec3c-449e-bb19-001fffcc008e" providerId="ADAL" clId="{BC0BD879-F267-5CCA-8DEA-E3B2DD07DA4E}" dt="2026-06-02T07:24:55.550" v="5426" actId="478"/>
          <ac:spMkLst>
            <pc:docMk/>
            <pc:sldMk cId="1186077149" sldId="296"/>
            <ac:spMk id="7" creationId="{06132F42-F2DC-47FF-B86C-403CFFAEDB74}"/>
          </ac:spMkLst>
        </pc:spChg>
        <pc:spChg chg="del">
          <ac:chgData name="Hironari Yamada" userId="e57621f8-ec3c-449e-bb19-001fffcc008e" providerId="ADAL" clId="{BC0BD879-F267-5CCA-8DEA-E3B2DD07DA4E}" dt="2026-06-02T07:24:55.550" v="5426" actId="478"/>
          <ac:spMkLst>
            <pc:docMk/>
            <pc:sldMk cId="1186077149" sldId="296"/>
            <ac:spMk id="8" creationId="{5D646EE9-CBE7-43BF-8F60-011A4F23A5FD}"/>
          </ac:spMkLst>
        </pc:spChg>
        <pc:spChg chg="del">
          <ac:chgData name="Hironari Yamada" userId="e57621f8-ec3c-449e-bb19-001fffcc008e" providerId="ADAL" clId="{BC0BD879-F267-5CCA-8DEA-E3B2DD07DA4E}" dt="2026-06-02T07:24:55.550" v="5426" actId="478"/>
          <ac:spMkLst>
            <pc:docMk/>
            <pc:sldMk cId="1186077149" sldId="296"/>
            <ac:spMk id="9" creationId="{B19C8372-91FD-4216-8FFF-03043F545F58}"/>
          </ac:spMkLst>
        </pc:spChg>
        <pc:spChg chg="del">
          <ac:chgData name="Hironari Yamada" userId="e57621f8-ec3c-449e-bb19-001fffcc008e" providerId="ADAL" clId="{BC0BD879-F267-5CCA-8DEA-E3B2DD07DA4E}" dt="2026-06-02T07:24:55.550" v="5426" actId="478"/>
          <ac:spMkLst>
            <pc:docMk/>
            <pc:sldMk cId="1186077149" sldId="296"/>
            <ac:spMk id="10" creationId="{37B075C0-CFBA-49D4-9C5F-BBD62E7A3A17}"/>
          </ac:spMkLst>
        </pc:spChg>
        <pc:spChg chg="del">
          <ac:chgData name="Hironari Yamada" userId="e57621f8-ec3c-449e-bb19-001fffcc008e" providerId="ADAL" clId="{BC0BD879-F267-5CCA-8DEA-E3B2DD07DA4E}" dt="2026-06-02T07:24:55.550" v="5426" actId="478"/>
          <ac:spMkLst>
            <pc:docMk/>
            <pc:sldMk cId="1186077149" sldId="296"/>
            <ac:spMk id="11" creationId="{A0381E12-97D7-46C2-BCA8-28983B2B5045}"/>
          </ac:spMkLst>
        </pc:spChg>
        <pc:spChg chg="del">
          <ac:chgData name="Hironari Yamada" userId="e57621f8-ec3c-449e-bb19-001fffcc008e" providerId="ADAL" clId="{BC0BD879-F267-5CCA-8DEA-E3B2DD07DA4E}" dt="2026-06-02T07:24:55.550" v="5426" actId="478"/>
          <ac:spMkLst>
            <pc:docMk/>
            <pc:sldMk cId="1186077149" sldId="296"/>
            <ac:spMk id="13" creationId="{DD193592-1093-43E2-A2E1-BA2FF26DD414}"/>
          </ac:spMkLst>
        </pc:spChg>
        <pc:spChg chg="del">
          <ac:chgData name="Hironari Yamada" userId="e57621f8-ec3c-449e-bb19-001fffcc008e" providerId="ADAL" clId="{BC0BD879-F267-5CCA-8DEA-E3B2DD07DA4E}" dt="2026-06-02T07:24:55.550" v="5426" actId="478"/>
          <ac:spMkLst>
            <pc:docMk/>
            <pc:sldMk cId="1186077149" sldId="296"/>
            <ac:spMk id="14" creationId="{8246F8F4-594B-4719-9723-264E425E7C9C}"/>
          </ac:spMkLst>
        </pc:spChg>
        <pc:spChg chg="add mod">
          <ac:chgData name="Hironari Yamada" userId="e57621f8-ec3c-449e-bb19-001fffcc008e" providerId="ADAL" clId="{BC0BD879-F267-5CCA-8DEA-E3B2DD07DA4E}" dt="2026-06-02T07:24:56.231" v="5427"/>
          <ac:spMkLst>
            <pc:docMk/>
            <pc:sldMk cId="1186077149" sldId="296"/>
            <ac:spMk id="16" creationId="{C1E44587-027E-4F81-A0F4-5E5F75D6FA7A}"/>
          </ac:spMkLst>
        </pc:spChg>
        <pc:spChg chg="add mod">
          <ac:chgData name="Hironari Yamada" userId="e57621f8-ec3c-449e-bb19-001fffcc008e" providerId="ADAL" clId="{BC0BD879-F267-5CCA-8DEA-E3B2DD07DA4E}" dt="2026-06-02T07:24:56.231" v="5427"/>
          <ac:spMkLst>
            <pc:docMk/>
            <pc:sldMk cId="1186077149" sldId="296"/>
            <ac:spMk id="19" creationId="{129C7ECA-F3A9-F880-2D94-3AE5637265CC}"/>
          </ac:spMkLst>
        </pc:spChg>
        <pc:spChg chg="add mod">
          <ac:chgData name="Hironari Yamada" userId="e57621f8-ec3c-449e-bb19-001fffcc008e" providerId="ADAL" clId="{BC0BD879-F267-5CCA-8DEA-E3B2DD07DA4E}" dt="2026-06-02T07:24:56.231" v="5427"/>
          <ac:spMkLst>
            <pc:docMk/>
            <pc:sldMk cId="1186077149" sldId="296"/>
            <ac:spMk id="20" creationId="{F077B4C9-D1B7-6ED8-4AF8-8E13CDD60262}"/>
          </ac:spMkLst>
        </pc:spChg>
        <pc:spChg chg="add mod">
          <ac:chgData name="Hironari Yamada" userId="e57621f8-ec3c-449e-bb19-001fffcc008e" providerId="ADAL" clId="{BC0BD879-F267-5CCA-8DEA-E3B2DD07DA4E}" dt="2026-06-02T07:24:56.231" v="5427"/>
          <ac:spMkLst>
            <pc:docMk/>
            <pc:sldMk cId="1186077149" sldId="296"/>
            <ac:spMk id="22" creationId="{6D6FF1D7-EEB4-9C1D-DE95-2AE9497EBF86}"/>
          </ac:spMkLst>
        </pc:spChg>
        <pc:spChg chg="add mod">
          <ac:chgData name="Hironari Yamada" userId="e57621f8-ec3c-449e-bb19-001fffcc008e" providerId="ADAL" clId="{BC0BD879-F267-5CCA-8DEA-E3B2DD07DA4E}" dt="2026-06-02T07:24:56.231" v="5427"/>
          <ac:spMkLst>
            <pc:docMk/>
            <pc:sldMk cId="1186077149" sldId="296"/>
            <ac:spMk id="23" creationId="{ABF49AFA-83DE-3125-9E4D-06134FBC9F68}"/>
          </ac:spMkLst>
        </pc:spChg>
        <pc:spChg chg="add mod">
          <ac:chgData name="Hironari Yamada" userId="e57621f8-ec3c-449e-bb19-001fffcc008e" providerId="ADAL" clId="{BC0BD879-F267-5CCA-8DEA-E3B2DD07DA4E}" dt="2026-06-02T07:24:56.231" v="5427"/>
          <ac:spMkLst>
            <pc:docMk/>
            <pc:sldMk cId="1186077149" sldId="296"/>
            <ac:spMk id="24" creationId="{5417C866-32CD-3588-3FB5-3BE635DEDE5B}"/>
          </ac:spMkLst>
        </pc:spChg>
        <pc:spChg chg="add mod">
          <ac:chgData name="Hironari Yamada" userId="e57621f8-ec3c-449e-bb19-001fffcc008e" providerId="ADAL" clId="{BC0BD879-F267-5CCA-8DEA-E3B2DD07DA4E}" dt="2026-06-02T07:24:56.231" v="5427"/>
          <ac:spMkLst>
            <pc:docMk/>
            <pc:sldMk cId="1186077149" sldId="296"/>
            <ac:spMk id="25" creationId="{4704394C-4011-06CC-175F-A09E47438B2A}"/>
          </ac:spMkLst>
        </pc:spChg>
        <pc:spChg chg="add mod">
          <ac:chgData name="Hironari Yamada" userId="e57621f8-ec3c-449e-bb19-001fffcc008e" providerId="ADAL" clId="{BC0BD879-F267-5CCA-8DEA-E3B2DD07DA4E}" dt="2026-06-02T07:24:56.231" v="5427"/>
          <ac:spMkLst>
            <pc:docMk/>
            <pc:sldMk cId="1186077149" sldId="296"/>
            <ac:spMk id="26" creationId="{20D3DE30-3A71-7806-F09F-9E32F6D07AC2}"/>
          </ac:spMkLst>
        </pc:spChg>
        <pc:spChg chg="add mod">
          <ac:chgData name="Hironari Yamada" userId="e57621f8-ec3c-449e-bb19-001fffcc008e" providerId="ADAL" clId="{BC0BD879-F267-5CCA-8DEA-E3B2DD07DA4E}" dt="2026-06-02T07:24:56.231" v="5427"/>
          <ac:spMkLst>
            <pc:docMk/>
            <pc:sldMk cId="1186077149" sldId="296"/>
            <ac:spMk id="27" creationId="{30832BA1-EC2A-9085-8AC8-7F8C3B88C1C7}"/>
          </ac:spMkLst>
        </pc:spChg>
        <pc:picChg chg="del">
          <ac:chgData name="Hironari Yamada" userId="e57621f8-ec3c-449e-bb19-001fffcc008e" providerId="ADAL" clId="{BC0BD879-F267-5CCA-8DEA-E3B2DD07DA4E}" dt="2026-06-02T07:24:28.291" v="5424" actId="478"/>
          <ac:picMkLst>
            <pc:docMk/>
            <pc:sldMk cId="1186077149" sldId="296"/>
            <ac:picMk id="12" creationId="{00000000-0000-0000-0000-000000000000}"/>
          </ac:picMkLst>
        </pc:picChg>
        <pc:picChg chg="add mod">
          <ac:chgData name="Hironari Yamada" userId="e57621f8-ec3c-449e-bb19-001fffcc008e" providerId="ADAL" clId="{BC0BD879-F267-5CCA-8DEA-E3B2DD07DA4E}" dt="2026-06-02T07:24:56.231" v="5427"/>
          <ac:picMkLst>
            <pc:docMk/>
            <pc:sldMk cId="1186077149" sldId="296"/>
            <ac:picMk id="18" creationId="{9ADE9AE7-A1CC-67C5-827D-7D1094698982}"/>
          </ac:picMkLst>
        </pc:picChg>
      </pc:sldChg>
      <pc:sldChg chg="addSp delSp modSp mod">
        <pc:chgData name="Hironari Yamada" userId="e57621f8-ec3c-449e-bb19-001fffcc008e" providerId="ADAL" clId="{BC0BD879-F267-5CCA-8DEA-E3B2DD07DA4E}" dt="2026-06-02T07:27:01.353" v="5493" actId="478"/>
        <pc:sldMkLst>
          <pc:docMk/>
          <pc:sldMk cId="1186077149" sldId="297"/>
        </pc:sldMkLst>
        <pc:spChg chg="del">
          <ac:chgData name="Hironari Yamada" userId="e57621f8-ec3c-449e-bb19-001fffcc008e" providerId="ADAL" clId="{BC0BD879-F267-5CCA-8DEA-E3B2DD07DA4E}" dt="2026-06-02T07:27:01.353" v="5493" actId="478"/>
          <ac:spMkLst>
            <pc:docMk/>
            <pc:sldMk cId="1186077149" sldId="297"/>
            <ac:spMk id="3" creationId="{8CC80F72-16FE-44A2-952A-51360C74D0D9}"/>
          </ac:spMkLst>
        </pc:spChg>
        <pc:spChg chg="del">
          <ac:chgData name="Hironari Yamada" userId="e57621f8-ec3c-449e-bb19-001fffcc008e" providerId="ADAL" clId="{BC0BD879-F267-5CCA-8DEA-E3B2DD07DA4E}" dt="2026-06-02T07:27:01.353" v="5493" actId="478"/>
          <ac:spMkLst>
            <pc:docMk/>
            <pc:sldMk cId="1186077149" sldId="297"/>
            <ac:spMk id="10" creationId="{45628B93-97A2-4A44-9847-2B10917C0792}"/>
          </ac:spMkLst>
        </pc:spChg>
        <pc:spChg chg="add mod">
          <ac:chgData name="Hironari Yamada" userId="e57621f8-ec3c-449e-bb19-001fffcc008e" providerId="ADAL" clId="{BC0BD879-F267-5CCA-8DEA-E3B2DD07DA4E}" dt="2026-06-02T07:25:09.777" v="5429"/>
          <ac:spMkLst>
            <pc:docMk/>
            <pc:sldMk cId="1186077149" sldId="297"/>
            <ac:spMk id="13" creationId="{3D852CE3-E0D9-F3E7-5EC9-3075F8648A77}"/>
          </ac:spMkLst>
        </pc:spChg>
        <pc:picChg chg="del">
          <ac:chgData name="Hironari Yamada" userId="e57621f8-ec3c-449e-bb19-001fffcc008e" providerId="ADAL" clId="{BC0BD879-F267-5CCA-8DEA-E3B2DD07DA4E}" dt="2026-06-02T07:25:09.291" v="5428" actId="478"/>
          <ac:picMkLst>
            <pc:docMk/>
            <pc:sldMk cId="1186077149" sldId="297"/>
            <ac:picMk id="8" creationId="{00000000-0000-0000-0000-000000000000}"/>
          </ac:picMkLst>
        </pc:picChg>
        <pc:picChg chg="add mod">
          <ac:chgData name="Hironari Yamada" userId="e57621f8-ec3c-449e-bb19-001fffcc008e" providerId="ADAL" clId="{BC0BD879-F267-5CCA-8DEA-E3B2DD07DA4E}" dt="2026-06-02T07:25:09.777" v="5429"/>
          <ac:picMkLst>
            <pc:docMk/>
            <pc:sldMk cId="1186077149" sldId="297"/>
            <ac:picMk id="12" creationId="{AF175584-46D8-6540-8D63-408F9766BBDD}"/>
          </ac:picMkLst>
        </pc:picChg>
      </pc:sldChg>
      <pc:sldChg chg="del">
        <pc:chgData name="Hironari Yamada" userId="e57621f8-ec3c-449e-bb19-001fffcc008e" providerId="ADAL" clId="{BC0BD879-F267-5CCA-8DEA-E3B2DD07DA4E}" dt="2026-06-02T07:25:19.132" v="5430" actId="2696"/>
        <pc:sldMkLst>
          <pc:docMk/>
          <pc:sldMk cId="1186077149" sldId="298"/>
        </pc:sldMkLst>
      </pc:sldChg>
      <pc:sldChg chg="delSp modSp mod">
        <pc:chgData name="Hironari Yamada" userId="e57621f8-ec3c-449e-bb19-001fffcc008e" providerId="ADAL" clId="{BC0BD879-F267-5CCA-8DEA-E3B2DD07DA4E}" dt="2026-06-02T07:27:04.944" v="5494" actId="478"/>
        <pc:sldMkLst>
          <pc:docMk/>
          <pc:sldMk cId="1186077149" sldId="299"/>
        </pc:sldMkLst>
        <pc:spChg chg="del">
          <ac:chgData name="Hironari Yamada" userId="e57621f8-ec3c-449e-bb19-001fffcc008e" providerId="ADAL" clId="{BC0BD879-F267-5CCA-8DEA-E3B2DD07DA4E}" dt="2026-06-02T07:27:04.944" v="5494" actId="478"/>
          <ac:spMkLst>
            <pc:docMk/>
            <pc:sldMk cId="1186077149" sldId="299"/>
            <ac:spMk id="3" creationId="{3A544596-617F-4F08-8CCA-A8F7F027377D}"/>
          </ac:spMkLst>
        </pc:spChg>
        <pc:spChg chg="mod">
          <ac:chgData name="Hironari Yamada" userId="e57621f8-ec3c-449e-bb19-001fffcc008e" providerId="ADAL" clId="{BC0BD879-F267-5CCA-8DEA-E3B2DD07DA4E}" dt="2026-06-02T07:25:29.139" v="5434" actId="403"/>
          <ac:spMkLst>
            <pc:docMk/>
            <pc:sldMk cId="1186077149" sldId="299"/>
            <ac:spMk id="6" creationId="{FE349D78-ED04-4E48-8396-B6EF859BBD38}"/>
          </ac:spMkLst>
        </pc:spChg>
        <pc:spChg chg="mod">
          <ac:chgData name="Hironari Yamada" userId="e57621f8-ec3c-449e-bb19-001fffcc008e" providerId="ADAL" clId="{BC0BD879-F267-5CCA-8DEA-E3B2DD07DA4E}" dt="2026-06-02T07:25:29.139" v="5434" actId="403"/>
          <ac:spMkLst>
            <pc:docMk/>
            <pc:sldMk cId="1186077149" sldId="299"/>
            <ac:spMk id="9" creationId="{B7A426A8-2DFC-4CAF-AF04-4C1353C15665}"/>
          </ac:spMkLst>
        </pc:spChg>
        <pc:spChg chg="mod">
          <ac:chgData name="Hironari Yamada" userId="e57621f8-ec3c-449e-bb19-001fffcc008e" providerId="ADAL" clId="{BC0BD879-F267-5CCA-8DEA-E3B2DD07DA4E}" dt="2026-06-02T07:25:29.139" v="5434" actId="403"/>
          <ac:spMkLst>
            <pc:docMk/>
            <pc:sldMk cId="1186077149" sldId="299"/>
            <ac:spMk id="13" creationId="{D374CB18-86CB-4D17-A1D5-5347CDC0710D}"/>
          </ac:spMkLst>
        </pc:spChg>
        <pc:spChg chg="mod">
          <ac:chgData name="Hironari Yamada" userId="e57621f8-ec3c-449e-bb19-001fffcc008e" providerId="ADAL" clId="{BC0BD879-F267-5CCA-8DEA-E3B2DD07DA4E}" dt="2026-06-02T07:25:29.139" v="5434" actId="403"/>
          <ac:spMkLst>
            <pc:docMk/>
            <pc:sldMk cId="1186077149" sldId="299"/>
            <ac:spMk id="14" creationId="{4FDBA9C7-F230-4E11-8F8B-7D4B193A4073}"/>
          </ac:spMkLst>
        </pc:spChg>
        <pc:spChg chg="mod">
          <ac:chgData name="Hironari Yamada" userId="e57621f8-ec3c-449e-bb19-001fffcc008e" providerId="ADAL" clId="{BC0BD879-F267-5CCA-8DEA-E3B2DD07DA4E}" dt="2026-06-02T07:25:29.139" v="5434" actId="403"/>
          <ac:spMkLst>
            <pc:docMk/>
            <pc:sldMk cId="1186077149" sldId="299"/>
            <ac:spMk id="21" creationId="{7FB40050-8E20-4668-BD0D-B0BBA5580E5C}"/>
          </ac:spMkLst>
        </pc:spChg>
        <pc:spChg chg="mod">
          <ac:chgData name="Hironari Yamada" userId="e57621f8-ec3c-449e-bb19-001fffcc008e" providerId="ADAL" clId="{BC0BD879-F267-5CCA-8DEA-E3B2DD07DA4E}" dt="2026-06-02T07:25:29.139" v="5434" actId="403"/>
          <ac:spMkLst>
            <pc:docMk/>
            <pc:sldMk cId="1186077149" sldId="299"/>
            <ac:spMk id="24" creationId="{F9F91A78-CC93-4436-A445-04A3D255EB9F}"/>
          </ac:spMkLst>
        </pc:spChg>
        <pc:spChg chg="mod">
          <ac:chgData name="Hironari Yamada" userId="e57621f8-ec3c-449e-bb19-001fffcc008e" providerId="ADAL" clId="{BC0BD879-F267-5CCA-8DEA-E3B2DD07DA4E}" dt="2026-06-02T07:25:29.139" v="5434" actId="403"/>
          <ac:spMkLst>
            <pc:docMk/>
            <pc:sldMk cId="1186077149" sldId="299"/>
            <ac:spMk id="25" creationId="{695E162B-7D7E-4B91-9620-0C3274D1C248}"/>
          </ac:spMkLst>
        </pc:spChg>
        <pc:spChg chg="mod">
          <ac:chgData name="Hironari Yamada" userId="e57621f8-ec3c-449e-bb19-001fffcc008e" providerId="ADAL" clId="{BC0BD879-F267-5CCA-8DEA-E3B2DD07DA4E}" dt="2026-06-02T07:25:29.139" v="5434" actId="403"/>
          <ac:spMkLst>
            <pc:docMk/>
            <pc:sldMk cId="1186077149" sldId="299"/>
            <ac:spMk id="36" creationId="{25E59B63-8059-4BBC-90CB-111EF653296E}"/>
          </ac:spMkLst>
        </pc:spChg>
        <pc:spChg chg="mod">
          <ac:chgData name="Hironari Yamada" userId="e57621f8-ec3c-449e-bb19-001fffcc008e" providerId="ADAL" clId="{BC0BD879-F267-5CCA-8DEA-E3B2DD07DA4E}" dt="2026-06-02T07:25:29.139" v="5434" actId="403"/>
          <ac:spMkLst>
            <pc:docMk/>
            <pc:sldMk cId="1186077149" sldId="299"/>
            <ac:spMk id="37" creationId="{48F4E8F1-7D99-4D6F-A35A-946797CC3E92}"/>
          </ac:spMkLst>
        </pc:spChg>
        <pc:spChg chg="mod">
          <ac:chgData name="Hironari Yamada" userId="e57621f8-ec3c-449e-bb19-001fffcc008e" providerId="ADAL" clId="{BC0BD879-F267-5CCA-8DEA-E3B2DD07DA4E}" dt="2026-06-02T07:25:29.139" v="5434" actId="403"/>
          <ac:spMkLst>
            <pc:docMk/>
            <pc:sldMk cId="1186077149" sldId="299"/>
            <ac:spMk id="44" creationId="{DB201A81-0F08-4415-A71D-E77AFA5F5664}"/>
          </ac:spMkLst>
        </pc:spChg>
        <pc:spChg chg="del">
          <ac:chgData name="Hironari Yamada" userId="e57621f8-ec3c-449e-bb19-001fffcc008e" providerId="ADAL" clId="{BC0BD879-F267-5CCA-8DEA-E3B2DD07DA4E}" dt="2026-06-02T07:27:04.944" v="5494" actId="478"/>
          <ac:spMkLst>
            <pc:docMk/>
            <pc:sldMk cId="1186077149" sldId="299"/>
            <ac:spMk id="54" creationId="{9379DCBF-0778-4766-A7E6-7DC502B8C3A0}"/>
          </ac:spMkLst>
        </pc:spChg>
      </pc:sldChg>
      <pc:sldChg chg="del">
        <pc:chgData name="Hironari Yamada" userId="e57621f8-ec3c-449e-bb19-001fffcc008e" providerId="ADAL" clId="{BC0BD879-F267-5CCA-8DEA-E3B2DD07DA4E}" dt="2026-06-02T07:25:36.610" v="5435" actId="2696"/>
        <pc:sldMkLst>
          <pc:docMk/>
          <pc:sldMk cId="1186077149" sldId="300"/>
        </pc:sldMkLst>
      </pc:sldChg>
      <pc:sldChg chg="delSp mod">
        <pc:chgData name="Hironari Yamada" userId="e57621f8-ec3c-449e-bb19-001fffcc008e" providerId="ADAL" clId="{BC0BD879-F267-5CCA-8DEA-E3B2DD07DA4E}" dt="2026-06-02T07:28:43.184" v="5495" actId="478"/>
        <pc:sldMkLst>
          <pc:docMk/>
          <pc:sldMk cId="1186077149" sldId="301"/>
        </pc:sldMkLst>
        <pc:spChg chg="del">
          <ac:chgData name="Hironari Yamada" userId="e57621f8-ec3c-449e-bb19-001fffcc008e" providerId="ADAL" clId="{BC0BD879-F267-5CCA-8DEA-E3B2DD07DA4E}" dt="2026-06-02T07:28:43.184" v="5495" actId="478"/>
          <ac:spMkLst>
            <pc:docMk/>
            <pc:sldMk cId="1186077149" sldId="301"/>
            <ac:spMk id="3" creationId="{1DED8D43-6104-4750-9DDD-CD8CEF246CB9}"/>
          </ac:spMkLst>
        </pc:spChg>
        <pc:spChg chg="del">
          <ac:chgData name="Hironari Yamada" userId="e57621f8-ec3c-449e-bb19-001fffcc008e" providerId="ADAL" clId="{BC0BD879-F267-5CCA-8DEA-E3B2DD07DA4E}" dt="2026-06-02T07:28:43.184" v="5495" actId="478"/>
          <ac:spMkLst>
            <pc:docMk/>
            <pc:sldMk cId="1186077149" sldId="301"/>
            <ac:spMk id="26" creationId="{B5A6F6B8-E22F-44F0-9578-C71293DA551D}"/>
          </ac:spMkLst>
        </pc:spChg>
      </pc:sldChg>
      <pc:sldChg chg="delSp mod">
        <pc:chgData name="Hironari Yamada" userId="e57621f8-ec3c-449e-bb19-001fffcc008e" providerId="ADAL" clId="{BC0BD879-F267-5CCA-8DEA-E3B2DD07DA4E}" dt="2026-06-02T07:28:49.603" v="5497" actId="478"/>
        <pc:sldMkLst>
          <pc:docMk/>
          <pc:sldMk cId="1186077149" sldId="302"/>
        </pc:sldMkLst>
        <pc:spChg chg="del">
          <ac:chgData name="Hironari Yamada" userId="e57621f8-ec3c-449e-bb19-001fffcc008e" providerId="ADAL" clId="{BC0BD879-F267-5CCA-8DEA-E3B2DD07DA4E}" dt="2026-06-02T07:28:47.730" v="5496" actId="478"/>
          <ac:spMkLst>
            <pc:docMk/>
            <pc:sldMk cId="1186077149" sldId="302"/>
            <ac:spMk id="3" creationId="{44B5F743-38A1-4983-B711-C384374FB056}"/>
          </ac:spMkLst>
        </pc:spChg>
        <pc:spChg chg="del">
          <ac:chgData name="Hironari Yamada" userId="e57621f8-ec3c-449e-bb19-001fffcc008e" providerId="ADAL" clId="{BC0BD879-F267-5CCA-8DEA-E3B2DD07DA4E}" dt="2026-06-02T07:28:49.603" v="5497" actId="478"/>
          <ac:spMkLst>
            <pc:docMk/>
            <pc:sldMk cId="1186077149" sldId="302"/>
            <ac:spMk id="26" creationId="{D6E84239-B7A0-4ACF-9CF2-16FD9DDA1561}"/>
          </ac:spMkLst>
        </pc:spChg>
      </pc:sldChg>
      <pc:sldChg chg="addSp delSp modSp add mod">
        <pc:chgData name="Hironari Yamada" userId="e57621f8-ec3c-449e-bb19-001fffcc008e" providerId="ADAL" clId="{BC0BD879-F267-5CCA-8DEA-E3B2DD07DA4E}" dt="2026-06-01T12:22:55.028" v="1082" actId="1076"/>
        <pc:sldMkLst>
          <pc:docMk/>
          <pc:sldMk cId="3118664658" sldId="303"/>
        </pc:sldMkLst>
        <pc:spChg chg="del">
          <ac:chgData name="Hironari Yamada" userId="e57621f8-ec3c-449e-bb19-001fffcc008e" providerId="ADAL" clId="{BC0BD879-F267-5CCA-8DEA-E3B2DD07DA4E}" dt="2026-06-01T12:09:49.119" v="406" actId="478"/>
          <ac:spMkLst>
            <pc:docMk/>
            <pc:sldMk cId="3118664658" sldId="303"/>
            <ac:spMk id="5" creationId="{DBED5223-5CDA-1E8D-E4D7-88C477AD8730}"/>
          </ac:spMkLst>
        </pc:spChg>
        <pc:spChg chg="del">
          <ac:chgData name="Hironari Yamada" userId="e57621f8-ec3c-449e-bb19-001fffcc008e" providerId="ADAL" clId="{BC0BD879-F267-5CCA-8DEA-E3B2DD07DA4E}" dt="2026-06-01T12:08:24.506" v="367" actId="478"/>
          <ac:spMkLst>
            <pc:docMk/>
            <pc:sldMk cId="3118664658" sldId="303"/>
            <ac:spMk id="6" creationId="{DD8F6F46-5D63-B34F-17EF-8DBDDB3476CA}"/>
          </ac:spMkLst>
        </pc:spChg>
        <pc:spChg chg="del">
          <ac:chgData name="Hironari Yamada" userId="e57621f8-ec3c-449e-bb19-001fffcc008e" providerId="ADAL" clId="{BC0BD879-F267-5CCA-8DEA-E3B2DD07DA4E}" dt="2026-06-01T12:08:24.506" v="367" actId="478"/>
          <ac:spMkLst>
            <pc:docMk/>
            <pc:sldMk cId="3118664658" sldId="303"/>
            <ac:spMk id="8" creationId="{3C79701A-9F66-33F0-1317-8110182985AF}"/>
          </ac:spMkLst>
        </pc:spChg>
        <pc:spChg chg="del">
          <ac:chgData name="Hironari Yamada" userId="e57621f8-ec3c-449e-bb19-001fffcc008e" providerId="ADAL" clId="{BC0BD879-F267-5CCA-8DEA-E3B2DD07DA4E}" dt="2026-06-01T12:08:24.506" v="367" actId="478"/>
          <ac:spMkLst>
            <pc:docMk/>
            <pc:sldMk cId="3118664658" sldId="303"/>
            <ac:spMk id="9" creationId="{5B004372-1D2A-02E3-7217-21CB54C13706}"/>
          </ac:spMkLst>
        </pc:spChg>
        <pc:spChg chg="del">
          <ac:chgData name="Hironari Yamada" userId="e57621f8-ec3c-449e-bb19-001fffcc008e" providerId="ADAL" clId="{BC0BD879-F267-5CCA-8DEA-E3B2DD07DA4E}" dt="2026-06-01T12:08:24.506" v="367" actId="478"/>
          <ac:spMkLst>
            <pc:docMk/>
            <pc:sldMk cId="3118664658" sldId="303"/>
            <ac:spMk id="11" creationId="{0428D959-C0A8-9B98-88F1-A02D0F9E2960}"/>
          </ac:spMkLst>
        </pc:spChg>
        <pc:spChg chg="del">
          <ac:chgData name="Hironari Yamada" userId="e57621f8-ec3c-449e-bb19-001fffcc008e" providerId="ADAL" clId="{BC0BD879-F267-5CCA-8DEA-E3B2DD07DA4E}" dt="2026-06-01T12:08:24.506" v="367" actId="478"/>
          <ac:spMkLst>
            <pc:docMk/>
            <pc:sldMk cId="3118664658" sldId="303"/>
            <ac:spMk id="14" creationId="{FE77963D-B76D-2E47-7A18-7996A2A4DB4F}"/>
          </ac:spMkLst>
        </pc:spChg>
        <pc:spChg chg="del">
          <ac:chgData name="Hironari Yamada" userId="e57621f8-ec3c-449e-bb19-001fffcc008e" providerId="ADAL" clId="{BC0BD879-F267-5CCA-8DEA-E3B2DD07DA4E}" dt="2026-06-01T12:08:24.506" v="367" actId="478"/>
          <ac:spMkLst>
            <pc:docMk/>
            <pc:sldMk cId="3118664658" sldId="303"/>
            <ac:spMk id="16" creationId="{A94849D1-681E-EC49-1716-81F4012DE59A}"/>
          </ac:spMkLst>
        </pc:spChg>
        <pc:spChg chg="del">
          <ac:chgData name="Hironari Yamada" userId="e57621f8-ec3c-449e-bb19-001fffcc008e" providerId="ADAL" clId="{BC0BD879-F267-5CCA-8DEA-E3B2DD07DA4E}" dt="2026-06-01T12:08:24.506" v="367" actId="478"/>
          <ac:spMkLst>
            <pc:docMk/>
            <pc:sldMk cId="3118664658" sldId="303"/>
            <ac:spMk id="17" creationId="{EA51BCD3-9C0B-1992-C047-692509CAB6CD}"/>
          </ac:spMkLst>
        </pc:spChg>
        <pc:spChg chg="del">
          <ac:chgData name="Hironari Yamada" userId="e57621f8-ec3c-449e-bb19-001fffcc008e" providerId="ADAL" clId="{BC0BD879-F267-5CCA-8DEA-E3B2DD07DA4E}" dt="2026-06-01T12:08:24.506" v="367" actId="478"/>
          <ac:spMkLst>
            <pc:docMk/>
            <pc:sldMk cId="3118664658" sldId="303"/>
            <ac:spMk id="18" creationId="{4FED2948-1BD0-A27F-8C14-BEBC53E4F816}"/>
          </ac:spMkLst>
        </pc:spChg>
        <pc:spChg chg="del">
          <ac:chgData name="Hironari Yamada" userId="e57621f8-ec3c-449e-bb19-001fffcc008e" providerId="ADAL" clId="{BC0BD879-F267-5CCA-8DEA-E3B2DD07DA4E}" dt="2026-06-01T12:08:24.506" v="367" actId="478"/>
          <ac:spMkLst>
            <pc:docMk/>
            <pc:sldMk cId="3118664658" sldId="303"/>
            <ac:spMk id="19" creationId="{A96892D3-FFE2-7CF1-5412-ADC2714889A7}"/>
          </ac:spMkLst>
        </pc:spChg>
        <pc:spChg chg="del">
          <ac:chgData name="Hironari Yamada" userId="e57621f8-ec3c-449e-bb19-001fffcc008e" providerId="ADAL" clId="{BC0BD879-F267-5CCA-8DEA-E3B2DD07DA4E}" dt="2026-06-01T12:08:24.506" v="367" actId="478"/>
          <ac:spMkLst>
            <pc:docMk/>
            <pc:sldMk cId="3118664658" sldId="303"/>
            <ac:spMk id="20" creationId="{3BF4D42A-A26E-5384-F6DC-CD16DAC828F0}"/>
          </ac:spMkLst>
        </pc:spChg>
        <pc:spChg chg="mod">
          <ac:chgData name="Hironari Yamada" userId="e57621f8-ec3c-449e-bb19-001fffcc008e" providerId="ADAL" clId="{BC0BD879-F267-5CCA-8DEA-E3B2DD07DA4E}" dt="2026-06-01T12:00:46.336" v="322" actId="20577"/>
          <ac:spMkLst>
            <pc:docMk/>
            <pc:sldMk cId="3118664658" sldId="303"/>
            <ac:spMk id="22" creationId="{A46F094A-8E52-F698-D898-3ECEE5548806}"/>
          </ac:spMkLst>
        </pc:spChg>
        <pc:spChg chg="add mod">
          <ac:chgData name="Hironari Yamada" userId="e57621f8-ec3c-449e-bb19-001fffcc008e" providerId="ADAL" clId="{BC0BD879-F267-5CCA-8DEA-E3B2DD07DA4E}" dt="2026-06-01T12:13:02.087" v="503" actId="1076"/>
          <ac:spMkLst>
            <pc:docMk/>
            <pc:sldMk cId="3118664658" sldId="303"/>
            <ac:spMk id="23" creationId="{9AF86AC9-62C3-AB66-4347-B627C4958177}"/>
          </ac:spMkLst>
        </pc:spChg>
        <pc:spChg chg="add mod">
          <ac:chgData name="Hironari Yamada" userId="e57621f8-ec3c-449e-bb19-001fffcc008e" providerId="ADAL" clId="{BC0BD879-F267-5CCA-8DEA-E3B2DD07DA4E}" dt="2026-06-01T12:13:23.718" v="510" actId="1076"/>
          <ac:spMkLst>
            <pc:docMk/>
            <pc:sldMk cId="3118664658" sldId="303"/>
            <ac:spMk id="24" creationId="{DB6E79FD-3889-925E-3F41-94F03CA927E6}"/>
          </ac:spMkLst>
        </pc:spChg>
        <pc:spChg chg="add mod">
          <ac:chgData name="Hironari Yamada" userId="e57621f8-ec3c-449e-bb19-001fffcc008e" providerId="ADAL" clId="{BC0BD879-F267-5CCA-8DEA-E3B2DD07DA4E}" dt="2026-06-01T12:10:45.290" v="438" actId="1076"/>
          <ac:spMkLst>
            <pc:docMk/>
            <pc:sldMk cId="3118664658" sldId="303"/>
            <ac:spMk id="25" creationId="{0453A3DB-B761-34F7-780A-0464782CB452}"/>
          </ac:spMkLst>
        </pc:spChg>
        <pc:spChg chg="add mod">
          <ac:chgData name="Hironari Yamada" userId="e57621f8-ec3c-449e-bb19-001fffcc008e" providerId="ADAL" clId="{BC0BD879-F267-5CCA-8DEA-E3B2DD07DA4E}" dt="2026-06-01T12:18:01.359" v="758" actId="20577"/>
          <ac:spMkLst>
            <pc:docMk/>
            <pc:sldMk cId="3118664658" sldId="303"/>
            <ac:spMk id="26" creationId="{14D4BCAF-5E73-7E85-2476-A57A6E81FD9F}"/>
          </ac:spMkLst>
        </pc:spChg>
        <pc:spChg chg="add mod">
          <ac:chgData name="Hironari Yamada" userId="e57621f8-ec3c-449e-bb19-001fffcc008e" providerId="ADAL" clId="{BC0BD879-F267-5CCA-8DEA-E3B2DD07DA4E}" dt="2026-06-01T12:13:06.428" v="504" actId="1076"/>
          <ac:spMkLst>
            <pc:docMk/>
            <pc:sldMk cId="3118664658" sldId="303"/>
            <ac:spMk id="27" creationId="{F7DD97AF-FB35-BA45-B2FF-DC061C958D54}"/>
          </ac:spMkLst>
        </pc:spChg>
        <pc:spChg chg="add mod">
          <ac:chgData name="Hironari Yamada" userId="e57621f8-ec3c-449e-bb19-001fffcc008e" providerId="ADAL" clId="{BC0BD879-F267-5CCA-8DEA-E3B2DD07DA4E}" dt="2026-06-01T12:13:06.428" v="504" actId="1076"/>
          <ac:spMkLst>
            <pc:docMk/>
            <pc:sldMk cId="3118664658" sldId="303"/>
            <ac:spMk id="28" creationId="{EB7814F3-273B-F2D3-8248-466089658BF4}"/>
          </ac:spMkLst>
        </pc:spChg>
        <pc:spChg chg="add mod">
          <ac:chgData name="Hironari Yamada" userId="e57621f8-ec3c-449e-bb19-001fffcc008e" providerId="ADAL" clId="{BC0BD879-F267-5CCA-8DEA-E3B2DD07DA4E}" dt="2026-06-01T12:13:15.155" v="507" actId="1076"/>
          <ac:spMkLst>
            <pc:docMk/>
            <pc:sldMk cId="3118664658" sldId="303"/>
            <ac:spMk id="29" creationId="{125951CA-62D4-B2D8-18A1-6103217EEFA7}"/>
          </ac:spMkLst>
        </pc:spChg>
        <pc:spChg chg="add mod">
          <ac:chgData name="Hironari Yamada" userId="e57621f8-ec3c-449e-bb19-001fffcc008e" providerId="ADAL" clId="{BC0BD879-F267-5CCA-8DEA-E3B2DD07DA4E}" dt="2026-06-01T12:13:15.155" v="507" actId="1076"/>
          <ac:spMkLst>
            <pc:docMk/>
            <pc:sldMk cId="3118664658" sldId="303"/>
            <ac:spMk id="30" creationId="{90600321-F442-89E1-F2CE-4713CECFE93C}"/>
          </ac:spMkLst>
        </pc:spChg>
        <pc:spChg chg="add mod">
          <ac:chgData name="Hironari Yamada" userId="e57621f8-ec3c-449e-bb19-001fffcc008e" providerId="ADAL" clId="{BC0BD879-F267-5CCA-8DEA-E3B2DD07DA4E}" dt="2026-06-01T12:12:57.359" v="502" actId="12"/>
          <ac:spMkLst>
            <pc:docMk/>
            <pc:sldMk cId="3118664658" sldId="303"/>
            <ac:spMk id="31" creationId="{5D28613E-1D42-D11C-7C3A-8165A199F87B}"/>
          </ac:spMkLst>
        </pc:spChg>
        <pc:spChg chg="add mod">
          <ac:chgData name="Hironari Yamada" userId="e57621f8-ec3c-449e-bb19-001fffcc008e" providerId="ADAL" clId="{BC0BD879-F267-5CCA-8DEA-E3B2DD07DA4E}" dt="2026-06-01T12:18:15.704" v="760" actId="14100"/>
          <ac:spMkLst>
            <pc:docMk/>
            <pc:sldMk cId="3118664658" sldId="303"/>
            <ac:spMk id="32" creationId="{495B0812-EC5D-550D-C19F-3D07537CE768}"/>
          </ac:spMkLst>
        </pc:spChg>
        <pc:spChg chg="add mod">
          <ac:chgData name="Hironari Yamada" userId="e57621f8-ec3c-449e-bb19-001fffcc008e" providerId="ADAL" clId="{BC0BD879-F267-5CCA-8DEA-E3B2DD07DA4E}" dt="2026-06-01T12:14:24.695" v="628" actId="20577"/>
          <ac:spMkLst>
            <pc:docMk/>
            <pc:sldMk cId="3118664658" sldId="303"/>
            <ac:spMk id="33" creationId="{2DED89A0-85EB-5D6E-72F2-480D3B6DFF67}"/>
          </ac:spMkLst>
        </pc:spChg>
        <pc:spChg chg="add mod">
          <ac:chgData name="Hironari Yamada" userId="e57621f8-ec3c-449e-bb19-001fffcc008e" providerId="ADAL" clId="{BC0BD879-F267-5CCA-8DEA-E3B2DD07DA4E}" dt="2026-06-01T12:18:10.320" v="759" actId="14100"/>
          <ac:spMkLst>
            <pc:docMk/>
            <pc:sldMk cId="3118664658" sldId="303"/>
            <ac:spMk id="34" creationId="{2A37B3DF-87E3-87A3-A5F6-C843783D02ED}"/>
          </ac:spMkLst>
        </pc:spChg>
        <pc:spChg chg="add mod">
          <ac:chgData name="Hironari Yamada" userId="e57621f8-ec3c-449e-bb19-001fffcc008e" providerId="ADAL" clId="{BC0BD879-F267-5CCA-8DEA-E3B2DD07DA4E}" dt="2026-06-01T12:18:15.704" v="760" actId="14100"/>
          <ac:spMkLst>
            <pc:docMk/>
            <pc:sldMk cId="3118664658" sldId="303"/>
            <ac:spMk id="35" creationId="{4B1CB832-DF40-99D5-408A-5FB442AFE23D}"/>
          </ac:spMkLst>
        </pc:spChg>
        <pc:spChg chg="add mod">
          <ac:chgData name="Hironari Yamada" userId="e57621f8-ec3c-449e-bb19-001fffcc008e" providerId="ADAL" clId="{BC0BD879-F267-5CCA-8DEA-E3B2DD07DA4E}" dt="2026-06-01T12:18:10.320" v="759" actId="14100"/>
          <ac:spMkLst>
            <pc:docMk/>
            <pc:sldMk cId="3118664658" sldId="303"/>
            <ac:spMk id="36" creationId="{451EC519-69BD-464E-D86C-C24F81279C7B}"/>
          </ac:spMkLst>
        </pc:spChg>
        <pc:spChg chg="add mod">
          <ac:chgData name="Hironari Yamada" userId="e57621f8-ec3c-449e-bb19-001fffcc008e" providerId="ADAL" clId="{BC0BD879-F267-5CCA-8DEA-E3B2DD07DA4E}" dt="2026-06-01T12:18:15.704" v="760" actId="14100"/>
          <ac:spMkLst>
            <pc:docMk/>
            <pc:sldMk cId="3118664658" sldId="303"/>
            <ac:spMk id="37" creationId="{92006F95-8DFC-48EF-08D7-51CF05742196}"/>
          </ac:spMkLst>
        </pc:spChg>
        <pc:spChg chg="add mod">
          <ac:chgData name="Hironari Yamada" userId="e57621f8-ec3c-449e-bb19-001fffcc008e" providerId="ADAL" clId="{BC0BD879-F267-5CCA-8DEA-E3B2DD07DA4E}" dt="2026-06-01T12:18:10.320" v="759" actId="14100"/>
          <ac:spMkLst>
            <pc:docMk/>
            <pc:sldMk cId="3118664658" sldId="303"/>
            <ac:spMk id="38" creationId="{1732797A-79E9-C740-056D-E1DBCC75B919}"/>
          </ac:spMkLst>
        </pc:spChg>
        <pc:spChg chg="add mod">
          <ac:chgData name="Hironari Yamada" userId="e57621f8-ec3c-449e-bb19-001fffcc008e" providerId="ADAL" clId="{BC0BD879-F267-5CCA-8DEA-E3B2DD07DA4E}" dt="2026-06-01T12:18:24.148" v="762" actId="1076"/>
          <ac:spMkLst>
            <pc:docMk/>
            <pc:sldMk cId="3118664658" sldId="303"/>
            <ac:spMk id="39" creationId="{20B31728-2E0D-1886-C411-CAD543EF067F}"/>
          </ac:spMkLst>
        </pc:spChg>
        <pc:spChg chg="add mod">
          <ac:chgData name="Hironari Yamada" userId="e57621f8-ec3c-449e-bb19-001fffcc008e" providerId="ADAL" clId="{BC0BD879-F267-5CCA-8DEA-E3B2DD07DA4E}" dt="2026-06-01T12:18:40.157" v="840" actId="20577"/>
          <ac:spMkLst>
            <pc:docMk/>
            <pc:sldMk cId="3118664658" sldId="303"/>
            <ac:spMk id="40" creationId="{4FB873E4-CF41-CBC6-3D18-DA770084514F}"/>
          </ac:spMkLst>
        </pc:spChg>
        <pc:spChg chg="add mod">
          <ac:chgData name="Hironari Yamada" userId="e57621f8-ec3c-449e-bb19-001fffcc008e" providerId="ADAL" clId="{BC0BD879-F267-5CCA-8DEA-E3B2DD07DA4E}" dt="2026-06-01T12:18:56.293" v="842" actId="1076"/>
          <ac:spMkLst>
            <pc:docMk/>
            <pc:sldMk cId="3118664658" sldId="303"/>
            <ac:spMk id="41" creationId="{17EF35ED-CCE1-9C89-4439-D5F6B255D940}"/>
          </ac:spMkLst>
        </pc:spChg>
        <pc:spChg chg="add mod">
          <ac:chgData name="Hironari Yamada" userId="e57621f8-ec3c-449e-bb19-001fffcc008e" providerId="ADAL" clId="{BC0BD879-F267-5CCA-8DEA-E3B2DD07DA4E}" dt="2026-06-01T12:21:18.195" v="1003" actId="20577"/>
          <ac:spMkLst>
            <pc:docMk/>
            <pc:sldMk cId="3118664658" sldId="303"/>
            <ac:spMk id="42" creationId="{4A7CD2F5-27C6-309D-C1F4-7AAE1275DF84}"/>
          </ac:spMkLst>
        </pc:spChg>
        <pc:spChg chg="add mod">
          <ac:chgData name="Hironari Yamada" userId="e57621f8-ec3c-449e-bb19-001fffcc008e" providerId="ADAL" clId="{BC0BD879-F267-5CCA-8DEA-E3B2DD07DA4E}" dt="2026-06-01T12:21:42.686" v="1005" actId="1076"/>
          <ac:spMkLst>
            <pc:docMk/>
            <pc:sldMk cId="3118664658" sldId="303"/>
            <ac:spMk id="43" creationId="{5AF96F39-D7C7-23C0-7585-34468CBA73EE}"/>
          </ac:spMkLst>
        </pc:spChg>
        <pc:spChg chg="add mod">
          <ac:chgData name="Hironari Yamada" userId="e57621f8-ec3c-449e-bb19-001fffcc008e" providerId="ADAL" clId="{BC0BD879-F267-5CCA-8DEA-E3B2DD07DA4E}" dt="2026-06-01T12:22:01.125" v="1073" actId="20577"/>
          <ac:spMkLst>
            <pc:docMk/>
            <pc:sldMk cId="3118664658" sldId="303"/>
            <ac:spMk id="44" creationId="{53733170-122A-643F-D7A5-4DA2EE876393}"/>
          </ac:spMkLst>
        </pc:spChg>
        <pc:spChg chg="add mod">
          <ac:chgData name="Hironari Yamada" userId="e57621f8-ec3c-449e-bb19-001fffcc008e" providerId="ADAL" clId="{BC0BD879-F267-5CCA-8DEA-E3B2DD07DA4E}" dt="2026-06-01T12:22:45.084" v="1079" actId="1076"/>
          <ac:spMkLst>
            <pc:docMk/>
            <pc:sldMk cId="3118664658" sldId="303"/>
            <ac:spMk id="45" creationId="{7DD00BD4-0EC2-7E1C-794A-3172B7252EAC}"/>
          </ac:spMkLst>
        </pc:spChg>
        <pc:spChg chg="add mod">
          <ac:chgData name="Hironari Yamada" userId="e57621f8-ec3c-449e-bb19-001fffcc008e" providerId="ADAL" clId="{BC0BD879-F267-5CCA-8DEA-E3B2DD07DA4E}" dt="2026-06-01T12:22:55.028" v="1082" actId="1076"/>
          <ac:spMkLst>
            <pc:docMk/>
            <pc:sldMk cId="3118664658" sldId="303"/>
            <ac:spMk id="46" creationId="{04EC8903-ED03-2C90-06D8-F99FFB1D9E29}"/>
          </ac:spMkLst>
        </pc:spChg>
      </pc:sldChg>
      <pc:sldChg chg="addSp delSp modSp add mod">
        <pc:chgData name="Hironari Yamada" userId="e57621f8-ec3c-449e-bb19-001fffcc008e" providerId="ADAL" clId="{BC0BD879-F267-5CCA-8DEA-E3B2DD07DA4E}" dt="2026-06-02T00:39:36.512" v="1406" actId="166"/>
        <pc:sldMkLst>
          <pc:docMk/>
          <pc:sldMk cId="2489474855" sldId="304"/>
        </pc:sldMkLst>
        <pc:spChg chg="add mod">
          <ac:chgData name="Hironari Yamada" userId="e57621f8-ec3c-449e-bb19-001fffcc008e" providerId="ADAL" clId="{BC0BD879-F267-5CCA-8DEA-E3B2DD07DA4E}" dt="2026-06-01T12:05:10.585" v="343"/>
          <ac:spMkLst>
            <pc:docMk/>
            <pc:sldMk cId="2489474855" sldId="304"/>
            <ac:spMk id="9" creationId="{7C4C86F4-6E46-B3E3-6173-7F3594CE759D}"/>
          </ac:spMkLst>
        </pc:spChg>
        <pc:spChg chg="add mod">
          <ac:chgData name="Hironari Yamada" userId="e57621f8-ec3c-449e-bb19-001fffcc008e" providerId="ADAL" clId="{BC0BD879-F267-5CCA-8DEA-E3B2DD07DA4E}" dt="2026-06-01T12:05:10.585" v="343"/>
          <ac:spMkLst>
            <pc:docMk/>
            <pc:sldMk cId="2489474855" sldId="304"/>
            <ac:spMk id="11" creationId="{4A66DB39-E96F-100A-9CE2-EC6939E80239}"/>
          </ac:spMkLst>
        </pc:spChg>
        <pc:spChg chg="add mod">
          <ac:chgData name="Hironari Yamada" userId="e57621f8-ec3c-449e-bb19-001fffcc008e" providerId="ADAL" clId="{BC0BD879-F267-5CCA-8DEA-E3B2DD07DA4E}" dt="2026-06-01T12:05:10.585" v="343"/>
          <ac:spMkLst>
            <pc:docMk/>
            <pc:sldMk cId="2489474855" sldId="304"/>
            <ac:spMk id="18" creationId="{1267149E-1409-E40C-F83A-45484FE52BC0}"/>
          </ac:spMkLst>
        </pc:spChg>
        <pc:spChg chg="add mod">
          <ac:chgData name="Hironari Yamada" userId="e57621f8-ec3c-449e-bb19-001fffcc008e" providerId="ADAL" clId="{BC0BD879-F267-5CCA-8DEA-E3B2DD07DA4E}" dt="2026-06-01T12:05:10.585" v="343"/>
          <ac:spMkLst>
            <pc:docMk/>
            <pc:sldMk cId="2489474855" sldId="304"/>
            <ac:spMk id="19" creationId="{4C8B24F4-47D2-75B5-E611-AF7BE32E8DD9}"/>
          </ac:spMkLst>
        </pc:spChg>
        <pc:spChg chg="mod">
          <ac:chgData name="Hironari Yamada" userId="e57621f8-ec3c-449e-bb19-001fffcc008e" providerId="ADAL" clId="{BC0BD879-F267-5CCA-8DEA-E3B2DD07DA4E}" dt="2026-06-01T12:05:23.909" v="365" actId="20577"/>
          <ac:spMkLst>
            <pc:docMk/>
            <pc:sldMk cId="2489474855" sldId="304"/>
            <ac:spMk id="22" creationId="{3D4680A9-593C-4352-C60A-CB3CE0308B40}"/>
          </ac:spMkLst>
        </pc:spChg>
        <pc:spChg chg="add del">
          <ac:chgData name="Hironari Yamada" userId="e57621f8-ec3c-449e-bb19-001fffcc008e" providerId="ADAL" clId="{BC0BD879-F267-5CCA-8DEA-E3B2DD07DA4E}" dt="2026-06-01T12:05:14.174" v="345" actId="478"/>
          <ac:spMkLst>
            <pc:docMk/>
            <pc:sldMk cId="2489474855" sldId="304"/>
            <ac:spMk id="23" creationId="{6610E1C1-F551-AE72-DFF1-EB926DCD0C9D}"/>
          </ac:spMkLst>
        </pc:spChg>
        <pc:spChg chg="add del">
          <ac:chgData name="Hironari Yamada" userId="e57621f8-ec3c-449e-bb19-001fffcc008e" providerId="ADAL" clId="{BC0BD879-F267-5CCA-8DEA-E3B2DD07DA4E}" dt="2026-06-01T12:05:14.174" v="345" actId="478"/>
          <ac:spMkLst>
            <pc:docMk/>
            <pc:sldMk cId="2489474855" sldId="304"/>
            <ac:spMk id="25" creationId="{A9829EFE-8E0B-AFBC-8B1C-0840A131870A}"/>
          </ac:spMkLst>
        </pc:spChg>
        <pc:spChg chg="add del">
          <ac:chgData name="Hironari Yamada" userId="e57621f8-ec3c-449e-bb19-001fffcc008e" providerId="ADAL" clId="{BC0BD879-F267-5CCA-8DEA-E3B2DD07DA4E}" dt="2026-06-01T12:05:14.174" v="345" actId="478"/>
          <ac:spMkLst>
            <pc:docMk/>
            <pc:sldMk cId="2489474855" sldId="304"/>
            <ac:spMk id="28" creationId="{4BEB8A9B-39F6-70D0-BB3A-3EF15828A44A}"/>
          </ac:spMkLst>
        </pc:spChg>
        <pc:spChg chg="add del">
          <ac:chgData name="Hironari Yamada" userId="e57621f8-ec3c-449e-bb19-001fffcc008e" providerId="ADAL" clId="{BC0BD879-F267-5CCA-8DEA-E3B2DD07DA4E}" dt="2026-06-01T12:05:14.174" v="345" actId="478"/>
          <ac:spMkLst>
            <pc:docMk/>
            <pc:sldMk cId="2489474855" sldId="304"/>
            <ac:spMk id="30" creationId="{408D2088-B200-A786-1C1F-D3B3E8E5F80F}"/>
          </ac:spMkLst>
        </pc:spChg>
        <pc:spChg chg="add del">
          <ac:chgData name="Hironari Yamada" userId="e57621f8-ec3c-449e-bb19-001fffcc008e" providerId="ADAL" clId="{BC0BD879-F267-5CCA-8DEA-E3B2DD07DA4E}" dt="2026-06-01T12:05:14.174" v="345" actId="478"/>
          <ac:spMkLst>
            <pc:docMk/>
            <pc:sldMk cId="2489474855" sldId="304"/>
            <ac:spMk id="34" creationId="{090E636A-614D-0526-7F28-25F089A3B13C}"/>
          </ac:spMkLst>
        </pc:spChg>
        <pc:spChg chg="add del">
          <ac:chgData name="Hironari Yamada" userId="e57621f8-ec3c-449e-bb19-001fffcc008e" providerId="ADAL" clId="{BC0BD879-F267-5CCA-8DEA-E3B2DD07DA4E}" dt="2026-06-01T12:05:14.174" v="345" actId="478"/>
          <ac:spMkLst>
            <pc:docMk/>
            <pc:sldMk cId="2489474855" sldId="304"/>
            <ac:spMk id="40" creationId="{FF45983B-B69D-1E3A-76CC-DE62F15DD305}"/>
          </ac:spMkLst>
        </pc:spChg>
        <pc:spChg chg="add del">
          <ac:chgData name="Hironari Yamada" userId="e57621f8-ec3c-449e-bb19-001fffcc008e" providerId="ADAL" clId="{BC0BD879-F267-5CCA-8DEA-E3B2DD07DA4E}" dt="2026-06-01T12:05:14.174" v="345" actId="478"/>
          <ac:spMkLst>
            <pc:docMk/>
            <pc:sldMk cId="2489474855" sldId="304"/>
            <ac:spMk id="50" creationId="{5F150009-08A0-9A2B-E08C-50F331BA508C}"/>
          </ac:spMkLst>
        </pc:spChg>
        <pc:spChg chg="add del">
          <ac:chgData name="Hironari Yamada" userId="e57621f8-ec3c-449e-bb19-001fffcc008e" providerId="ADAL" clId="{BC0BD879-F267-5CCA-8DEA-E3B2DD07DA4E}" dt="2026-06-01T12:05:14.174" v="345" actId="478"/>
          <ac:spMkLst>
            <pc:docMk/>
            <pc:sldMk cId="2489474855" sldId="304"/>
            <ac:spMk id="51" creationId="{16969E6F-F03F-FD72-88CB-C730D49AC13B}"/>
          </ac:spMkLst>
        </pc:spChg>
        <pc:spChg chg="add del">
          <ac:chgData name="Hironari Yamada" userId="e57621f8-ec3c-449e-bb19-001fffcc008e" providerId="ADAL" clId="{BC0BD879-F267-5CCA-8DEA-E3B2DD07DA4E}" dt="2026-06-01T12:05:14.174" v="345" actId="478"/>
          <ac:spMkLst>
            <pc:docMk/>
            <pc:sldMk cId="2489474855" sldId="304"/>
            <ac:spMk id="52" creationId="{B362D7B3-7C84-889B-E32E-6CDC3FA3BEA9}"/>
          </ac:spMkLst>
        </pc:spChg>
        <pc:spChg chg="add del">
          <ac:chgData name="Hironari Yamada" userId="e57621f8-ec3c-449e-bb19-001fffcc008e" providerId="ADAL" clId="{BC0BD879-F267-5CCA-8DEA-E3B2DD07DA4E}" dt="2026-06-01T12:05:14.174" v="345" actId="478"/>
          <ac:spMkLst>
            <pc:docMk/>
            <pc:sldMk cId="2489474855" sldId="304"/>
            <ac:spMk id="55" creationId="{5C91FB0C-B59A-B42A-8AE7-9BCCC29F7CDB}"/>
          </ac:spMkLst>
        </pc:spChg>
        <pc:spChg chg="add mod">
          <ac:chgData name="Hironari Yamada" userId="e57621f8-ec3c-449e-bb19-001fffcc008e" providerId="ADAL" clId="{BC0BD879-F267-5CCA-8DEA-E3B2DD07DA4E}" dt="2026-06-01T12:05:10.585" v="343"/>
          <ac:spMkLst>
            <pc:docMk/>
            <pc:sldMk cId="2489474855" sldId="304"/>
            <ac:spMk id="57" creationId="{AD426609-1CEE-264B-50DD-962F56BCD17C}"/>
          </ac:spMkLst>
        </pc:spChg>
        <pc:spChg chg="add mod">
          <ac:chgData name="Hironari Yamada" userId="e57621f8-ec3c-449e-bb19-001fffcc008e" providerId="ADAL" clId="{BC0BD879-F267-5CCA-8DEA-E3B2DD07DA4E}" dt="2026-06-01T12:05:10.585" v="343"/>
          <ac:spMkLst>
            <pc:docMk/>
            <pc:sldMk cId="2489474855" sldId="304"/>
            <ac:spMk id="58" creationId="{44BDB666-CBC4-A87C-2E34-A63F31744678}"/>
          </ac:spMkLst>
        </pc:spChg>
        <pc:spChg chg="add mod">
          <ac:chgData name="Hironari Yamada" userId="e57621f8-ec3c-449e-bb19-001fffcc008e" providerId="ADAL" clId="{BC0BD879-F267-5CCA-8DEA-E3B2DD07DA4E}" dt="2026-06-01T12:05:10.585" v="343"/>
          <ac:spMkLst>
            <pc:docMk/>
            <pc:sldMk cId="2489474855" sldId="304"/>
            <ac:spMk id="84" creationId="{20551FA2-AF23-FACC-A829-1371D5012FB0}"/>
          </ac:spMkLst>
        </pc:spChg>
        <pc:spChg chg="add mod">
          <ac:chgData name="Hironari Yamada" userId="e57621f8-ec3c-449e-bb19-001fffcc008e" providerId="ADAL" clId="{BC0BD879-F267-5CCA-8DEA-E3B2DD07DA4E}" dt="2026-06-01T12:05:10.585" v="343"/>
          <ac:spMkLst>
            <pc:docMk/>
            <pc:sldMk cId="2489474855" sldId="304"/>
            <ac:spMk id="86" creationId="{A82B02C0-C5B6-AB34-00F3-D9FE7AD3D4A8}"/>
          </ac:spMkLst>
        </pc:spChg>
        <pc:spChg chg="add mod">
          <ac:chgData name="Hironari Yamada" userId="e57621f8-ec3c-449e-bb19-001fffcc008e" providerId="ADAL" clId="{BC0BD879-F267-5CCA-8DEA-E3B2DD07DA4E}" dt="2026-06-01T12:05:10.585" v="343"/>
          <ac:spMkLst>
            <pc:docMk/>
            <pc:sldMk cId="2489474855" sldId="304"/>
            <ac:spMk id="87" creationId="{EB581E3E-6A21-271F-C05A-D98FA91B4F09}"/>
          </ac:spMkLst>
        </pc:spChg>
        <pc:spChg chg="add mod">
          <ac:chgData name="Hironari Yamada" userId="e57621f8-ec3c-449e-bb19-001fffcc008e" providerId="ADAL" clId="{BC0BD879-F267-5CCA-8DEA-E3B2DD07DA4E}" dt="2026-06-01T12:05:10.585" v="343"/>
          <ac:spMkLst>
            <pc:docMk/>
            <pc:sldMk cId="2489474855" sldId="304"/>
            <ac:spMk id="98" creationId="{0FFE6EC5-03CA-1E3E-AAE9-06F8EAD117E8}"/>
          </ac:spMkLst>
        </pc:spChg>
        <pc:spChg chg="add mod">
          <ac:chgData name="Hironari Yamada" userId="e57621f8-ec3c-449e-bb19-001fffcc008e" providerId="ADAL" clId="{BC0BD879-F267-5CCA-8DEA-E3B2DD07DA4E}" dt="2026-06-02T00:39:29.843" v="1405" actId="1076"/>
          <ac:spMkLst>
            <pc:docMk/>
            <pc:sldMk cId="2489474855" sldId="304"/>
            <ac:spMk id="101" creationId="{9FF37206-2F68-4E45-C61D-628920BEB2F9}"/>
          </ac:spMkLst>
        </pc:spChg>
        <pc:spChg chg="mod">
          <ac:chgData name="Hironari Yamada" userId="e57621f8-ec3c-449e-bb19-001fffcc008e" providerId="ADAL" clId="{BC0BD879-F267-5CCA-8DEA-E3B2DD07DA4E}" dt="2026-06-01T12:05:42.386" v="366"/>
          <ac:spMkLst>
            <pc:docMk/>
            <pc:sldMk cId="2489474855" sldId="304"/>
            <ac:spMk id="102" creationId="{7A6DD4BC-6264-554E-60D8-F3FFCD212763}"/>
          </ac:spMkLst>
        </pc:spChg>
        <pc:spChg chg="mod">
          <ac:chgData name="Hironari Yamada" userId="e57621f8-ec3c-449e-bb19-001fffcc008e" providerId="ADAL" clId="{BC0BD879-F267-5CCA-8DEA-E3B2DD07DA4E}" dt="2026-06-02T00:39:29.843" v="1405" actId="1076"/>
          <ac:spMkLst>
            <pc:docMk/>
            <pc:sldMk cId="2489474855" sldId="304"/>
            <ac:spMk id="104" creationId="{F36E53D6-95C5-A0BA-011F-39925E0D39B6}"/>
          </ac:spMkLst>
        </pc:spChg>
        <pc:spChg chg="add mod">
          <ac:chgData name="Hironari Yamada" userId="e57621f8-ec3c-449e-bb19-001fffcc008e" providerId="ADAL" clId="{BC0BD879-F267-5CCA-8DEA-E3B2DD07DA4E}" dt="2026-06-01T12:05:42.386" v="366"/>
          <ac:spMkLst>
            <pc:docMk/>
            <pc:sldMk cId="2489474855" sldId="304"/>
            <ac:spMk id="107" creationId="{4411B232-B5B3-5D16-487B-8A87CA864132}"/>
          </ac:spMkLst>
        </pc:spChg>
        <pc:spChg chg="add mod">
          <ac:chgData name="Hironari Yamada" userId="e57621f8-ec3c-449e-bb19-001fffcc008e" providerId="ADAL" clId="{BC0BD879-F267-5CCA-8DEA-E3B2DD07DA4E}" dt="2026-06-01T12:05:14.599" v="346"/>
          <ac:spMkLst>
            <pc:docMk/>
            <pc:sldMk cId="2489474855" sldId="304"/>
            <ac:spMk id="108" creationId="{B89162B9-2D63-3D87-B013-B67B52BBB2F1}"/>
          </ac:spMkLst>
        </pc:spChg>
        <pc:spChg chg="add mod">
          <ac:chgData name="Hironari Yamada" userId="e57621f8-ec3c-449e-bb19-001fffcc008e" providerId="ADAL" clId="{BC0BD879-F267-5CCA-8DEA-E3B2DD07DA4E}" dt="2026-06-01T12:05:14.599" v="346"/>
          <ac:spMkLst>
            <pc:docMk/>
            <pc:sldMk cId="2489474855" sldId="304"/>
            <ac:spMk id="118" creationId="{54D9B26E-B6C6-6B48-CAB8-B3576883BB13}"/>
          </ac:spMkLst>
        </pc:spChg>
        <pc:spChg chg="mod">
          <ac:chgData name="Hironari Yamada" userId="e57621f8-ec3c-449e-bb19-001fffcc008e" providerId="ADAL" clId="{BC0BD879-F267-5CCA-8DEA-E3B2DD07DA4E}" dt="2026-06-02T00:39:36.512" v="1406" actId="166"/>
          <ac:spMkLst>
            <pc:docMk/>
            <pc:sldMk cId="2489474855" sldId="304"/>
            <ac:spMk id="122" creationId="{9F64972C-9DA6-E525-B21A-76D9271217CC}"/>
          </ac:spMkLst>
        </pc:spChg>
        <pc:spChg chg="add mod">
          <ac:chgData name="Hironari Yamada" userId="e57621f8-ec3c-449e-bb19-001fffcc008e" providerId="ADAL" clId="{BC0BD879-F267-5CCA-8DEA-E3B2DD07DA4E}" dt="2026-06-01T12:05:14.599" v="346"/>
          <ac:spMkLst>
            <pc:docMk/>
            <pc:sldMk cId="2489474855" sldId="304"/>
            <ac:spMk id="131" creationId="{2C296330-84B2-2C3E-FAA5-33973BED4BF1}"/>
          </ac:spMkLst>
        </pc:spChg>
        <pc:spChg chg="mod">
          <ac:chgData name="Hironari Yamada" userId="e57621f8-ec3c-449e-bb19-001fffcc008e" providerId="ADAL" clId="{BC0BD879-F267-5CCA-8DEA-E3B2DD07DA4E}" dt="2026-06-02T00:31:36.583" v="1379" actId="1076"/>
          <ac:spMkLst>
            <pc:docMk/>
            <pc:sldMk cId="2489474855" sldId="304"/>
            <ac:spMk id="147" creationId="{62135449-4CE8-17D3-4BB6-7818703B406C}"/>
          </ac:spMkLst>
        </pc:spChg>
        <pc:spChg chg="add mod">
          <ac:chgData name="Hironari Yamada" userId="e57621f8-ec3c-449e-bb19-001fffcc008e" providerId="ADAL" clId="{BC0BD879-F267-5CCA-8DEA-E3B2DD07DA4E}" dt="2026-06-01T12:05:14.599" v="346"/>
          <ac:spMkLst>
            <pc:docMk/>
            <pc:sldMk cId="2489474855" sldId="304"/>
            <ac:spMk id="148" creationId="{76656442-CA5A-4B6F-5020-BF73FAC57EBE}"/>
          </ac:spMkLst>
        </pc:spChg>
        <pc:spChg chg="add mod">
          <ac:chgData name="Hironari Yamada" userId="e57621f8-ec3c-449e-bb19-001fffcc008e" providerId="ADAL" clId="{BC0BD879-F267-5CCA-8DEA-E3B2DD07DA4E}" dt="2026-06-01T12:05:14.599" v="346"/>
          <ac:spMkLst>
            <pc:docMk/>
            <pc:sldMk cId="2489474855" sldId="304"/>
            <ac:spMk id="150" creationId="{53E8E876-DDEC-0060-10D4-02CFF1D9C82F}"/>
          </ac:spMkLst>
        </pc:spChg>
        <pc:spChg chg="mod">
          <ac:chgData name="Hironari Yamada" userId="e57621f8-ec3c-449e-bb19-001fffcc008e" providerId="ADAL" clId="{BC0BD879-F267-5CCA-8DEA-E3B2DD07DA4E}" dt="2026-06-02T00:31:47.096" v="1382" actId="1076"/>
          <ac:spMkLst>
            <pc:docMk/>
            <pc:sldMk cId="2489474855" sldId="304"/>
            <ac:spMk id="156" creationId="{EA4B10AD-A1F3-3A99-3472-A05F67DD6E8E}"/>
          </ac:spMkLst>
        </pc:spChg>
        <pc:spChg chg="add mod">
          <ac:chgData name="Hironari Yamada" userId="e57621f8-ec3c-449e-bb19-001fffcc008e" providerId="ADAL" clId="{BC0BD879-F267-5CCA-8DEA-E3B2DD07DA4E}" dt="2026-06-01T12:05:14.599" v="346"/>
          <ac:spMkLst>
            <pc:docMk/>
            <pc:sldMk cId="2489474855" sldId="304"/>
            <ac:spMk id="157" creationId="{65CC9217-0B55-8D3E-9021-6F6915A96066}"/>
          </ac:spMkLst>
        </pc:spChg>
        <pc:spChg chg="mod">
          <ac:chgData name="Hironari Yamada" userId="e57621f8-ec3c-449e-bb19-001fffcc008e" providerId="ADAL" clId="{BC0BD879-F267-5CCA-8DEA-E3B2DD07DA4E}" dt="2026-06-02T00:39:29.843" v="1405" actId="1076"/>
          <ac:spMkLst>
            <pc:docMk/>
            <pc:sldMk cId="2489474855" sldId="304"/>
            <ac:spMk id="158" creationId="{221721B1-DB42-B9C9-3E0B-4C041CD200C2}"/>
          </ac:spMkLst>
        </pc:spChg>
        <pc:spChg chg="add mod">
          <ac:chgData name="Hironari Yamada" userId="e57621f8-ec3c-449e-bb19-001fffcc008e" providerId="ADAL" clId="{BC0BD879-F267-5CCA-8DEA-E3B2DD07DA4E}" dt="2026-06-02T00:39:29.843" v="1405" actId="1076"/>
          <ac:spMkLst>
            <pc:docMk/>
            <pc:sldMk cId="2489474855" sldId="304"/>
            <ac:spMk id="160" creationId="{821E2CC0-5732-59C3-03D3-01B7ED2F51C8}"/>
          </ac:spMkLst>
        </pc:spChg>
        <pc:spChg chg="mod">
          <ac:chgData name="Hironari Yamada" userId="e57621f8-ec3c-449e-bb19-001fffcc008e" providerId="ADAL" clId="{BC0BD879-F267-5CCA-8DEA-E3B2DD07DA4E}" dt="2026-06-02T00:31:39.267" v="1380" actId="1076"/>
          <ac:spMkLst>
            <pc:docMk/>
            <pc:sldMk cId="2489474855" sldId="304"/>
            <ac:spMk id="161" creationId="{1372D20E-73A7-791E-40E5-E2DA11E18D88}"/>
          </ac:spMkLst>
        </pc:spChg>
        <pc:spChg chg="mod">
          <ac:chgData name="Hironari Yamada" userId="e57621f8-ec3c-449e-bb19-001fffcc008e" providerId="ADAL" clId="{BC0BD879-F267-5CCA-8DEA-E3B2DD07DA4E}" dt="2026-06-02T00:39:29.843" v="1405" actId="1076"/>
          <ac:spMkLst>
            <pc:docMk/>
            <pc:sldMk cId="2489474855" sldId="304"/>
            <ac:spMk id="162" creationId="{D2988D22-F5D9-B5A1-FFB7-E8F68A360A14}"/>
          </ac:spMkLst>
        </pc:spChg>
        <pc:spChg chg="add mod">
          <ac:chgData name="Hironari Yamada" userId="e57621f8-ec3c-449e-bb19-001fffcc008e" providerId="ADAL" clId="{BC0BD879-F267-5CCA-8DEA-E3B2DD07DA4E}" dt="2026-06-02T00:31:42.806" v="1381" actId="1076"/>
          <ac:spMkLst>
            <pc:docMk/>
            <pc:sldMk cId="2489474855" sldId="304"/>
            <ac:spMk id="163" creationId="{A9AF187F-8409-91E9-5AC0-702D16CA7CED}"/>
          </ac:spMkLst>
        </pc:spChg>
      </pc:sldChg>
      <pc:sldChg chg="addSp delSp modSp add mod">
        <pc:chgData name="Hironari Yamada" userId="e57621f8-ec3c-449e-bb19-001fffcc008e" providerId="ADAL" clId="{BC0BD879-F267-5CCA-8DEA-E3B2DD07DA4E}" dt="2026-06-01T12:25:35.013" v="1108" actId="207"/>
        <pc:sldMkLst>
          <pc:docMk/>
          <pc:sldMk cId="3076766875" sldId="305"/>
        </pc:sldMkLst>
        <pc:spChg chg="add del mod">
          <ac:chgData name="Hironari Yamada" userId="e57621f8-ec3c-449e-bb19-001fffcc008e" providerId="ADAL" clId="{BC0BD879-F267-5CCA-8DEA-E3B2DD07DA4E}" dt="2026-06-01T12:24:33.207" v="1098" actId="478"/>
          <ac:spMkLst>
            <pc:docMk/>
            <pc:sldMk cId="3076766875" sldId="305"/>
            <ac:spMk id="3" creationId="{FEBF1678-B815-ACB4-65B9-277B69769B9C}"/>
          </ac:spMkLst>
        </pc:spChg>
        <pc:spChg chg="mod">
          <ac:chgData name="Hironari Yamada" userId="e57621f8-ec3c-449e-bb19-001fffcc008e" providerId="ADAL" clId="{BC0BD879-F267-5CCA-8DEA-E3B2DD07DA4E}" dt="2026-06-01T12:25:15.727" v="1104" actId="1076"/>
          <ac:spMkLst>
            <pc:docMk/>
            <pc:sldMk cId="3076766875" sldId="305"/>
            <ac:spMk id="5" creationId="{D25F3DA9-5CF3-30B0-0185-891184F91368}"/>
          </ac:spMkLst>
        </pc:spChg>
        <pc:spChg chg="mod">
          <ac:chgData name="Hironari Yamada" userId="e57621f8-ec3c-449e-bb19-001fffcc008e" providerId="ADAL" clId="{BC0BD879-F267-5CCA-8DEA-E3B2DD07DA4E}" dt="2026-06-01T12:24:29.696" v="1097" actId="20577"/>
          <ac:spMkLst>
            <pc:docMk/>
            <pc:sldMk cId="3076766875" sldId="305"/>
            <ac:spMk id="22" creationId="{E5310DC9-E21A-7458-EE40-B3DC4C022698}"/>
          </ac:spMkLst>
        </pc:spChg>
        <pc:spChg chg="add del">
          <ac:chgData name="Hironari Yamada" userId="e57621f8-ec3c-449e-bb19-001fffcc008e" providerId="ADAL" clId="{BC0BD879-F267-5CCA-8DEA-E3B2DD07DA4E}" dt="2026-06-01T12:24:07.330" v="1089" actId="478"/>
          <ac:spMkLst>
            <pc:docMk/>
            <pc:sldMk cId="3076766875" sldId="305"/>
            <ac:spMk id="23" creationId="{0FFFA491-1089-5A23-BB97-63E33E464D3D}"/>
          </ac:spMkLst>
        </pc:spChg>
        <pc:spChg chg="add del">
          <ac:chgData name="Hironari Yamada" userId="e57621f8-ec3c-449e-bb19-001fffcc008e" providerId="ADAL" clId="{BC0BD879-F267-5CCA-8DEA-E3B2DD07DA4E}" dt="2026-06-01T12:24:07.330" v="1089" actId="478"/>
          <ac:spMkLst>
            <pc:docMk/>
            <pc:sldMk cId="3076766875" sldId="305"/>
            <ac:spMk id="24" creationId="{AF59F648-0E5D-1846-74CA-FFBE28788A45}"/>
          </ac:spMkLst>
        </pc:spChg>
        <pc:spChg chg="add del">
          <ac:chgData name="Hironari Yamada" userId="e57621f8-ec3c-449e-bb19-001fffcc008e" providerId="ADAL" clId="{BC0BD879-F267-5CCA-8DEA-E3B2DD07DA4E}" dt="2026-06-01T12:24:07.330" v="1089" actId="478"/>
          <ac:spMkLst>
            <pc:docMk/>
            <pc:sldMk cId="3076766875" sldId="305"/>
            <ac:spMk id="25" creationId="{E87737DC-762D-CA4E-BA42-52CB3E9C4109}"/>
          </ac:spMkLst>
        </pc:spChg>
        <pc:spChg chg="add del">
          <ac:chgData name="Hironari Yamada" userId="e57621f8-ec3c-449e-bb19-001fffcc008e" providerId="ADAL" clId="{BC0BD879-F267-5CCA-8DEA-E3B2DD07DA4E}" dt="2026-06-01T12:24:07.330" v="1089" actId="478"/>
          <ac:spMkLst>
            <pc:docMk/>
            <pc:sldMk cId="3076766875" sldId="305"/>
            <ac:spMk id="27" creationId="{EC291EF0-C24D-8A74-1B30-5BDC63D001FE}"/>
          </ac:spMkLst>
        </pc:spChg>
        <pc:spChg chg="add del">
          <ac:chgData name="Hironari Yamada" userId="e57621f8-ec3c-449e-bb19-001fffcc008e" providerId="ADAL" clId="{BC0BD879-F267-5CCA-8DEA-E3B2DD07DA4E}" dt="2026-06-01T12:24:07.330" v="1089" actId="478"/>
          <ac:spMkLst>
            <pc:docMk/>
            <pc:sldMk cId="3076766875" sldId="305"/>
            <ac:spMk id="28" creationId="{98252EC2-D69A-4DEB-70B4-CE8E731430A0}"/>
          </ac:spMkLst>
        </pc:spChg>
        <pc:spChg chg="add del">
          <ac:chgData name="Hironari Yamada" userId="e57621f8-ec3c-449e-bb19-001fffcc008e" providerId="ADAL" clId="{BC0BD879-F267-5CCA-8DEA-E3B2DD07DA4E}" dt="2026-06-01T12:24:07.330" v="1089" actId="478"/>
          <ac:spMkLst>
            <pc:docMk/>
            <pc:sldMk cId="3076766875" sldId="305"/>
            <ac:spMk id="32" creationId="{37EC231B-3DFD-E019-8545-76564CC00F91}"/>
          </ac:spMkLst>
        </pc:spChg>
        <pc:spChg chg="add del">
          <ac:chgData name="Hironari Yamada" userId="e57621f8-ec3c-449e-bb19-001fffcc008e" providerId="ADAL" clId="{BC0BD879-F267-5CCA-8DEA-E3B2DD07DA4E}" dt="2026-06-01T12:24:07.330" v="1089" actId="478"/>
          <ac:spMkLst>
            <pc:docMk/>
            <pc:sldMk cId="3076766875" sldId="305"/>
            <ac:spMk id="37" creationId="{3BF9694E-AD8B-6526-A0E5-F3F74BADE480}"/>
          </ac:spMkLst>
        </pc:spChg>
        <pc:spChg chg="add del">
          <ac:chgData name="Hironari Yamada" userId="e57621f8-ec3c-449e-bb19-001fffcc008e" providerId="ADAL" clId="{BC0BD879-F267-5CCA-8DEA-E3B2DD07DA4E}" dt="2026-06-01T12:24:07.330" v="1089" actId="478"/>
          <ac:spMkLst>
            <pc:docMk/>
            <pc:sldMk cId="3076766875" sldId="305"/>
            <ac:spMk id="39" creationId="{6E3C573B-2467-2502-37A1-FA80C8201BFF}"/>
          </ac:spMkLst>
        </pc:spChg>
        <pc:spChg chg="add del">
          <ac:chgData name="Hironari Yamada" userId="e57621f8-ec3c-449e-bb19-001fffcc008e" providerId="ADAL" clId="{BC0BD879-F267-5CCA-8DEA-E3B2DD07DA4E}" dt="2026-06-01T12:24:07.330" v="1089" actId="478"/>
          <ac:spMkLst>
            <pc:docMk/>
            <pc:sldMk cId="3076766875" sldId="305"/>
            <ac:spMk id="42" creationId="{59B844BC-D049-ED59-F1A9-F013249D3F1F}"/>
          </ac:spMkLst>
        </pc:spChg>
        <pc:spChg chg="add del">
          <ac:chgData name="Hironari Yamada" userId="e57621f8-ec3c-449e-bb19-001fffcc008e" providerId="ADAL" clId="{BC0BD879-F267-5CCA-8DEA-E3B2DD07DA4E}" dt="2026-06-01T12:24:07.330" v="1089" actId="478"/>
          <ac:spMkLst>
            <pc:docMk/>
            <pc:sldMk cId="3076766875" sldId="305"/>
            <ac:spMk id="44" creationId="{FE34FE93-DE4E-CEDE-152F-C0BDED10C8BD}"/>
          </ac:spMkLst>
        </pc:spChg>
        <pc:spChg chg="add mod">
          <ac:chgData name="Hironari Yamada" userId="e57621f8-ec3c-449e-bb19-001fffcc008e" providerId="ADAL" clId="{BC0BD879-F267-5CCA-8DEA-E3B2DD07DA4E}" dt="2026-06-01T12:24:44.726" v="1099"/>
          <ac:spMkLst>
            <pc:docMk/>
            <pc:sldMk cId="3076766875" sldId="305"/>
            <ac:spMk id="66" creationId="{CA04665D-AFC2-360A-A9D9-700FDE2AD083}"/>
          </ac:spMkLst>
        </pc:spChg>
        <pc:spChg chg="add mod">
          <ac:chgData name="Hironari Yamada" userId="e57621f8-ec3c-449e-bb19-001fffcc008e" providerId="ADAL" clId="{BC0BD879-F267-5CCA-8DEA-E3B2DD07DA4E}" dt="2026-06-01T12:24:44.726" v="1099"/>
          <ac:spMkLst>
            <pc:docMk/>
            <pc:sldMk cId="3076766875" sldId="305"/>
            <ac:spMk id="68" creationId="{5AEC9645-6B51-460C-28F2-506772304CBB}"/>
          </ac:spMkLst>
        </pc:spChg>
        <pc:spChg chg="add mod">
          <ac:chgData name="Hironari Yamada" userId="e57621f8-ec3c-449e-bb19-001fffcc008e" providerId="ADAL" clId="{BC0BD879-F267-5CCA-8DEA-E3B2DD07DA4E}" dt="2026-06-01T12:24:44.726" v="1099"/>
          <ac:spMkLst>
            <pc:docMk/>
            <pc:sldMk cId="3076766875" sldId="305"/>
            <ac:spMk id="71" creationId="{BEE24775-4134-9657-DF9C-248DBB8F672C}"/>
          </ac:spMkLst>
        </pc:spChg>
        <pc:spChg chg="mod">
          <ac:chgData name="Hironari Yamada" userId="e57621f8-ec3c-449e-bb19-001fffcc008e" providerId="ADAL" clId="{BC0BD879-F267-5CCA-8DEA-E3B2DD07DA4E}" dt="2026-06-01T12:25:22.460" v="1105" actId="207"/>
          <ac:spMkLst>
            <pc:docMk/>
            <pc:sldMk cId="3076766875" sldId="305"/>
            <ac:spMk id="72" creationId="{CABFF897-B7AC-7B51-805B-07E3133E5734}"/>
          </ac:spMkLst>
        </pc:spChg>
        <pc:spChg chg="mod">
          <ac:chgData name="Hironari Yamada" userId="e57621f8-ec3c-449e-bb19-001fffcc008e" providerId="ADAL" clId="{BC0BD879-F267-5CCA-8DEA-E3B2DD07DA4E}" dt="2026-06-01T12:25:02.904" v="1102" actId="255"/>
          <ac:spMkLst>
            <pc:docMk/>
            <pc:sldMk cId="3076766875" sldId="305"/>
            <ac:spMk id="76" creationId="{64CECCCF-8534-1DD0-474D-9867460FACFD}"/>
          </ac:spMkLst>
        </pc:spChg>
        <pc:spChg chg="add mod">
          <ac:chgData name="Hironari Yamada" userId="e57621f8-ec3c-449e-bb19-001fffcc008e" providerId="ADAL" clId="{BC0BD879-F267-5CCA-8DEA-E3B2DD07DA4E}" dt="2026-06-01T12:24:44.726" v="1099"/>
          <ac:spMkLst>
            <pc:docMk/>
            <pc:sldMk cId="3076766875" sldId="305"/>
            <ac:spMk id="78" creationId="{91F99B19-97E9-F7C8-C9E2-9D4FDD17B698}"/>
          </ac:spMkLst>
        </pc:spChg>
        <pc:spChg chg="add mod">
          <ac:chgData name="Hironari Yamada" userId="e57621f8-ec3c-449e-bb19-001fffcc008e" providerId="ADAL" clId="{BC0BD879-F267-5CCA-8DEA-E3B2DD07DA4E}" dt="2026-06-01T12:24:44.726" v="1099"/>
          <ac:spMkLst>
            <pc:docMk/>
            <pc:sldMk cId="3076766875" sldId="305"/>
            <ac:spMk id="89" creationId="{88D0C871-16FE-D8D9-ECA9-9C0317714A21}"/>
          </ac:spMkLst>
        </pc:spChg>
        <pc:spChg chg="add mod">
          <ac:chgData name="Hironari Yamada" userId="e57621f8-ec3c-449e-bb19-001fffcc008e" providerId="ADAL" clId="{BC0BD879-F267-5CCA-8DEA-E3B2DD07DA4E}" dt="2026-06-01T12:24:44.726" v="1099"/>
          <ac:spMkLst>
            <pc:docMk/>
            <pc:sldMk cId="3076766875" sldId="305"/>
            <ac:spMk id="91" creationId="{713C25A1-0ACA-F6BE-94CD-0BF877C31476}"/>
          </ac:spMkLst>
        </pc:spChg>
        <pc:spChg chg="add mod">
          <ac:chgData name="Hironari Yamada" userId="e57621f8-ec3c-449e-bb19-001fffcc008e" providerId="ADAL" clId="{BC0BD879-F267-5CCA-8DEA-E3B2DD07DA4E}" dt="2026-06-01T12:24:44.726" v="1099"/>
          <ac:spMkLst>
            <pc:docMk/>
            <pc:sldMk cId="3076766875" sldId="305"/>
            <ac:spMk id="93" creationId="{FC1B434C-B385-9F79-7674-F0D17FD3FA1D}"/>
          </ac:spMkLst>
        </pc:spChg>
        <pc:spChg chg="add mod">
          <ac:chgData name="Hironari Yamada" userId="e57621f8-ec3c-449e-bb19-001fffcc008e" providerId="ADAL" clId="{BC0BD879-F267-5CCA-8DEA-E3B2DD07DA4E}" dt="2026-06-01T12:24:44.726" v="1099"/>
          <ac:spMkLst>
            <pc:docMk/>
            <pc:sldMk cId="3076766875" sldId="305"/>
            <ac:spMk id="99" creationId="{FCD2F1CB-0A26-7EB8-FE61-E8A28AC2102C}"/>
          </ac:spMkLst>
        </pc:spChg>
        <pc:spChg chg="add mod">
          <ac:chgData name="Hironari Yamada" userId="e57621f8-ec3c-449e-bb19-001fffcc008e" providerId="ADAL" clId="{BC0BD879-F267-5CCA-8DEA-E3B2DD07DA4E}" dt="2026-06-01T12:24:44.726" v="1099"/>
          <ac:spMkLst>
            <pc:docMk/>
            <pc:sldMk cId="3076766875" sldId="305"/>
            <ac:spMk id="104" creationId="{6E611307-AE45-B645-6054-A648C96088F4}"/>
          </ac:spMkLst>
        </pc:spChg>
        <pc:spChg chg="mod">
          <ac:chgData name="Hironari Yamada" userId="e57621f8-ec3c-449e-bb19-001fffcc008e" providerId="ADAL" clId="{BC0BD879-F267-5CCA-8DEA-E3B2DD07DA4E}" dt="2026-06-01T12:25:32.150" v="1107" actId="1076"/>
          <ac:spMkLst>
            <pc:docMk/>
            <pc:sldMk cId="3076766875" sldId="305"/>
            <ac:spMk id="108" creationId="{FB9ABBE3-BBD3-0B38-FBAC-E364217A71A8}"/>
          </ac:spMkLst>
        </pc:spChg>
        <pc:spChg chg="add mod">
          <ac:chgData name="Hironari Yamada" userId="e57621f8-ec3c-449e-bb19-001fffcc008e" providerId="ADAL" clId="{BC0BD879-F267-5CCA-8DEA-E3B2DD07DA4E}" dt="2026-06-01T12:24:44.726" v="1099"/>
          <ac:spMkLst>
            <pc:docMk/>
            <pc:sldMk cId="3076766875" sldId="305"/>
            <ac:spMk id="134" creationId="{1CF00DEC-F78B-6131-3313-D35D481FFE82}"/>
          </ac:spMkLst>
        </pc:spChg>
        <pc:spChg chg="mod">
          <ac:chgData name="Hironari Yamada" userId="e57621f8-ec3c-449e-bb19-001fffcc008e" providerId="ADAL" clId="{BC0BD879-F267-5CCA-8DEA-E3B2DD07DA4E}" dt="2026-06-01T12:25:35.013" v="1108" actId="207"/>
          <ac:spMkLst>
            <pc:docMk/>
            <pc:sldMk cId="3076766875" sldId="305"/>
            <ac:spMk id="137" creationId="{D5D1C5C1-77A2-0519-CC88-166B2ED26BB9}"/>
          </ac:spMkLst>
        </pc:spChg>
      </pc:sldChg>
      <pc:sldChg chg="addSp delSp modSp add mod">
        <pc:chgData name="Hironari Yamada" userId="e57621f8-ec3c-449e-bb19-001fffcc008e" providerId="ADAL" clId="{BC0BD879-F267-5CCA-8DEA-E3B2DD07DA4E}" dt="2026-06-01T12:44:06.074" v="1233" actId="1035"/>
        <pc:sldMkLst>
          <pc:docMk/>
          <pc:sldMk cId="3497958999" sldId="306"/>
        </pc:sldMkLst>
        <pc:spChg chg="add mod">
          <ac:chgData name="Hironari Yamada" userId="e57621f8-ec3c-449e-bb19-001fffcc008e" providerId="ADAL" clId="{BC0BD879-F267-5CCA-8DEA-E3B2DD07DA4E}" dt="2026-06-01T12:43:26.967" v="1224" actId="20577"/>
          <ac:spMkLst>
            <pc:docMk/>
            <pc:sldMk cId="3497958999" sldId="306"/>
            <ac:spMk id="3" creationId="{ADE93509-59C0-97DC-C45D-8D79AED30752}"/>
          </ac:spMkLst>
        </pc:spChg>
        <pc:spChg chg="del">
          <ac:chgData name="Hironari Yamada" userId="e57621f8-ec3c-449e-bb19-001fffcc008e" providerId="ADAL" clId="{BC0BD879-F267-5CCA-8DEA-E3B2DD07DA4E}" dt="2026-06-01T12:40:45.087" v="1180" actId="478"/>
          <ac:spMkLst>
            <pc:docMk/>
            <pc:sldMk cId="3497958999" sldId="306"/>
            <ac:spMk id="13" creationId="{BFD63AD4-10C0-F92B-13CE-66CDD23F7749}"/>
          </ac:spMkLst>
        </pc:spChg>
        <pc:spChg chg="del">
          <ac:chgData name="Hironari Yamada" userId="e57621f8-ec3c-449e-bb19-001fffcc008e" providerId="ADAL" clId="{BC0BD879-F267-5CCA-8DEA-E3B2DD07DA4E}" dt="2026-06-01T12:40:45.087" v="1180" actId="478"/>
          <ac:spMkLst>
            <pc:docMk/>
            <pc:sldMk cId="3497958999" sldId="306"/>
            <ac:spMk id="18" creationId="{C7773AAF-5A5B-DF1F-6AEF-F8BC8D20C325}"/>
          </ac:spMkLst>
        </pc:spChg>
        <pc:spChg chg="add mod">
          <ac:chgData name="Hironari Yamada" userId="e57621f8-ec3c-449e-bb19-001fffcc008e" providerId="ADAL" clId="{BC0BD879-F267-5CCA-8DEA-E3B2DD07DA4E}" dt="2026-06-01T12:43:54.459" v="1225" actId="948"/>
          <ac:spMkLst>
            <pc:docMk/>
            <pc:sldMk cId="3497958999" sldId="306"/>
            <ac:spMk id="21" creationId="{CBF9F7E8-F9D7-F3A2-2220-769167861049}"/>
          </ac:spMkLst>
        </pc:spChg>
        <pc:spChg chg="mod">
          <ac:chgData name="Hironari Yamada" userId="e57621f8-ec3c-449e-bb19-001fffcc008e" providerId="ADAL" clId="{BC0BD879-F267-5CCA-8DEA-E3B2DD07DA4E}" dt="2026-06-01T12:40:39.663" v="1179" actId="20577"/>
          <ac:spMkLst>
            <pc:docMk/>
            <pc:sldMk cId="3497958999" sldId="306"/>
            <ac:spMk id="22" creationId="{F5059011-DA1C-E63C-C38D-9F3B8AD3310A}"/>
          </ac:spMkLst>
        </pc:spChg>
        <pc:spChg chg="add mod">
          <ac:chgData name="Hironari Yamada" userId="e57621f8-ec3c-449e-bb19-001fffcc008e" providerId="ADAL" clId="{BC0BD879-F267-5CCA-8DEA-E3B2DD07DA4E}" dt="2026-06-01T12:41:14.140" v="1185" actId="1076"/>
          <ac:spMkLst>
            <pc:docMk/>
            <pc:sldMk cId="3497958999" sldId="306"/>
            <ac:spMk id="23" creationId="{4FFDC188-DFC4-2DF7-A227-5BA60D340FFD}"/>
          </ac:spMkLst>
        </pc:spChg>
        <pc:spChg chg="add mod">
          <ac:chgData name="Hironari Yamada" userId="e57621f8-ec3c-449e-bb19-001fffcc008e" providerId="ADAL" clId="{BC0BD879-F267-5CCA-8DEA-E3B2DD07DA4E}" dt="2026-06-01T12:41:46.748" v="1193" actId="1076"/>
          <ac:spMkLst>
            <pc:docMk/>
            <pc:sldMk cId="3497958999" sldId="306"/>
            <ac:spMk id="24" creationId="{C48957A6-5C10-C63D-ED10-325EB238FA0A}"/>
          </ac:spMkLst>
        </pc:spChg>
        <pc:spChg chg="add mod">
          <ac:chgData name="Hironari Yamada" userId="e57621f8-ec3c-449e-bb19-001fffcc008e" providerId="ADAL" clId="{BC0BD879-F267-5CCA-8DEA-E3B2DD07DA4E}" dt="2026-06-01T12:41:22.912" v="1187" actId="1076"/>
          <ac:spMkLst>
            <pc:docMk/>
            <pc:sldMk cId="3497958999" sldId="306"/>
            <ac:spMk id="25" creationId="{7B560092-2F92-2CBF-BC95-8E4A7BF33C63}"/>
          </ac:spMkLst>
        </pc:spChg>
        <pc:spChg chg="add mod">
          <ac:chgData name="Hironari Yamada" userId="e57621f8-ec3c-449e-bb19-001fffcc008e" providerId="ADAL" clId="{BC0BD879-F267-5CCA-8DEA-E3B2DD07DA4E}" dt="2026-06-01T12:41:37.018" v="1190" actId="1076"/>
          <ac:spMkLst>
            <pc:docMk/>
            <pc:sldMk cId="3497958999" sldId="306"/>
            <ac:spMk id="26" creationId="{F8B53D15-0190-A751-CD4C-B67A689B4B18}"/>
          </ac:spMkLst>
        </pc:spChg>
        <pc:spChg chg="add mod">
          <ac:chgData name="Hironari Yamada" userId="e57621f8-ec3c-449e-bb19-001fffcc008e" providerId="ADAL" clId="{BC0BD879-F267-5CCA-8DEA-E3B2DD07DA4E}" dt="2026-06-01T12:41:58.328" v="1195" actId="1076"/>
          <ac:spMkLst>
            <pc:docMk/>
            <pc:sldMk cId="3497958999" sldId="306"/>
            <ac:spMk id="27" creationId="{8A8F9474-5FB7-9E28-5D97-8A47BA29C637}"/>
          </ac:spMkLst>
        </pc:spChg>
        <pc:spChg chg="add mod">
          <ac:chgData name="Hironari Yamada" userId="e57621f8-ec3c-449e-bb19-001fffcc008e" providerId="ADAL" clId="{BC0BD879-F267-5CCA-8DEA-E3B2DD07DA4E}" dt="2026-06-01T12:44:06.074" v="1233" actId="1035"/>
          <ac:spMkLst>
            <pc:docMk/>
            <pc:sldMk cId="3497958999" sldId="306"/>
            <ac:spMk id="28" creationId="{C2374C04-743A-FC91-9009-6598399EA9C0}"/>
          </ac:spMkLst>
        </pc:spChg>
        <pc:spChg chg="add mod">
          <ac:chgData name="Hironari Yamada" userId="e57621f8-ec3c-449e-bb19-001fffcc008e" providerId="ADAL" clId="{BC0BD879-F267-5CCA-8DEA-E3B2DD07DA4E}" dt="2026-06-01T12:41:51.595" v="1194" actId="1076"/>
          <ac:spMkLst>
            <pc:docMk/>
            <pc:sldMk cId="3497958999" sldId="306"/>
            <ac:spMk id="36" creationId="{AB884B90-D93F-0193-9474-2B31647859FA}"/>
          </ac:spMkLst>
        </pc:spChg>
        <pc:spChg chg="del">
          <ac:chgData name="Hironari Yamada" userId="e57621f8-ec3c-449e-bb19-001fffcc008e" providerId="ADAL" clId="{BC0BD879-F267-5CCA-8DEA-E3B2DD07DA4E}" dt="2026-06-01T12:40:45.087" v="1180" actId="478"/>
          <ac:spMkLst>
            <pc:docMk/>
            <pc:sldMk cId="3497958999" sldId="306"/>
            <ac:spMk id="57" creationId="{F99D482F-199B-9FA5-18EE-89ADFE9B1D47}"/>
          </ac:spMkLst>
        </pc:spChg>
        <pc:spChg chg="del">
          <ac:chgData name="Hironari Yamada" userId="e57621f8-ec3c-449e-bb19-001fffcc008e" providerId="ADAL" clId="{BC0BD879-F267-5CCA-8DEA-E3B2DD07DA4E}" dt="2026-06-01T12:40:45.087" v="1180" actId="478"/>
          <ac:spMkLst>
            <pc:docMk/>
            <pc:sldMk cId="3497958999" sldId="306"/>
            <ac:spMk id="83" creationId="{CE02A0B5-0A92-E849-724B-E6583F948E98}"/>
          </ac:spMkLst>
        </pc:spChg>
        <pc:spChg chg="del">
          <ac:chgData name="Hironari Yamada" userId="e57621f8-ec3c-449e-bb19-001fffcc008e" providerId="ADAL" clId="{BC0BD879-F267-5CCA-8DEA-E3B2DD07DA4E}" dt="2026-06-01T12:40:45.087" v="1180" actId="478"/>
          <ac:spMkLst>
            <pc:docMk/>
            <pc:sldMk cId="3497958999" sldId="306"/>
            <ac:spMk id="85" creationId="{C7760810-C69A-71BC-E41C-236C1EC65431}"/>
          </ac:spMkLst>
        </pc:spChg>
        <pc:spChg chg="del">
          <ac:chgData name="Hironari Yamada" userId="e57621f8-ec3c-449e-bb19-001fffcc008e" providerId="ADAL" clId="{BC0BD879-F267-5CCA-8DEA-E3B2DD07DA4E}" dt="2026-06-01T12:40:45.087" v="1180" actId="478"/>
          <ac:spMkLst>
            <pc:docMk/>
            <pc:sldMk cId="3497958999" sldId="306"/>
            <ac:spMk id="86" creationId="{3B05D0AA-1321-15D0-2039-602AEE6E5A5E}"/>
          </ac:spMkLst>
        </pc:spChg>
        <pc:spChg chg="del">
          <ac:chgData name="Hironari Yamada" userId="e57621f8-ec3c-449e-bb19-001fffcc008e" providerId="ADAL" clId="{BC0BD879-F267-5CCA-8DEA-E3B2DD07DA4E}" dt="2026-06-01T12:40:45.087" v="1180" actId="478"/>
          <ac:spMkLst>
            <pc:docMk/>
            <pc:sldMk cId="3497958999" sldId="306"/>
            <ac:spMk id="87" creationId="{E0001427-3037-7402-7231-EB13B2D0D17F}"/>
          </ac:spMkLst>
        </pc:spChg>
        <pc:spChg chg="del">
          <ac:chgData name="Hironari Yamada" userId="e57621f8-ec3c-449e-bb19-001fffcc008e" providerId="ADAL" clId="{BC0BD879-F267-5CCA-8DEA-E3B2DD07DA4E}" dt="2026-06-01T12:40:45.087" v="1180" actId="478"/>
          <ac:spMkLst>
            <pc:docMk/>
            <pc:sldMk cId="3497958999" sldId="306"/>
            <ac:spMk id="99" creationId="{BA28A640-2AF4-9F17-9D30-8E6EFD28FDF2}"/>
          </ac:spMkLst>
        </pc:spChg>
        <pc:spChg chg="del">
          <ac:chgData name="Hironari Yamada" userId="e57621f8-ec3c-449e-bb19-001fffcc008e" providerId="ADAL" clId="{BC0BD879-F267-5CCA-8DEA-E3B2DD07DA4E}" dt="2026-06-01T12:40:45.087" v="1180" actId="478"/>
          <ac:spMkLst>
            <pc:docMk/>
            <pc:sldMk cId="3497958999" sldId="306"/>
            <ac:spMk id="108" creationId="{4A9A5222-5D47-503E-D709-ECD12E53A505}"/>
          </ac:spMkLst>
        </pc:spChg>
        <pc:spChg chg="del">
          <ac:chgData name="Hironari Yamada" userId="e57621f8-ec3c-449e-bb19-001fffcc008e" providerId="ADAL" clId="{BC0BD879-F267-5CCA-8DEA-E3B2DD07DA4E}" dt="2026-06-01T12:40:45.087" v="1180" actId="478"/>
          <ac:spMkLst>
            <pc:docMk/>
            <pc:sldMk cId="3497958999" sldId="306"/>
            <ac:spMk id="119" creationId="{86EAB5E0-F861-0AD6-677A-7312AC438384}"/>
          </ac:spMkLst>
        </pc:spChg>
        <pc:grpChg chg="add mod">
          <ac:chgData name="Hironari Yamada" userId="e57621f8-ec3c-449e-bb19-001fffcc008e" providerId="ADAL" clId="{BC0BD879-F267-5CCA-8DEA-E3B2DD07DA4E}" dt="2026-06-01T12:40:58.738" v="1181"/>
          <ac:grpSpMkLst>
            <pc:docMk/>
            <pc:sldMk cId="3497958999" sldId="306"/>
            <ac:grpSpMk id="29" creationId="{1159C5ED-1826-2431-2899-0CCD419A730E}"/>
          </ac:grpSpMkLst>
        </pc:grpChg>
        <pc:cxnChg chg="mod">
          <ac:chgData name="Hironari Yamada" userId="e57621f8-ec3c-449e-bb19-001fffcc008e" providerId="ADAL" clId="{BC0BD879-F267-5CCA-8DEA-E3B2DD07DA4E}" dt="2026-06-01T12:41:43.508" v="1192" actId="1076"/>
          <ac:cxnSpMkLst>
            <pc:docMk/>
            <pc:sldMk cId="3497958999" sldId="306"/>
            <ac:cxnSpMk id="30" creationId="{0EBBCBEC-8370-B155-BEA5-3CB6FF33947E}"/>
          </ac:cxnSpMkLst>
        </pc:cxnChg>
        <pc:cxnChg chg="mod">
          <ac:chgData name="Hironari Yamada" userId="e57621f8-ec3c-449e-bb19-001fffcc008e" providerId="ADAL" clId="{BC0BD879-F267-5CCA-8DEA-E3B2DD07DA4E}" dt="2026-06-01T12:41:41.122" v="1191" actId="1076"/>
          <ac:cxnSpMkLst>
            <pc:docMk/>
            <pc:sldMk cId="3497958999" sldId="306"/>
            <ac:cxnSpMk id="31" creationId="{4CDD6009-CF68-FB80-7574-EA2B55B863AC}"/>
          </ac:cxnSpMkLst>
        </pc:cxnChg>
        <pc:cxnChg chg="mod">
          <ac:chgData name="Hironari Yamada" userId="e57621f8-ec3c-449e-bb19-001fffcc008e" providerId="ADAL" clId="{BC0BD879-F267-5CCA-8DEA-E3B2DD07DA4E}" dt="2026-06-01T12:42:02.139" v="1196" actId="1076"/>
          <ac:cxnSpMkLst>
            <pc:docMk/>
            <pc:sldMk cId="3497958999" sldId="306"/>
            <ac:cxnSpMk id="32" creationId="{4B3D7566-446C-1DEA-C8C9-C0B9445324EB}"/>
          </ac:cxnSpMkLst>
        </pc:cxnChg>
        <pc:cxnChg chg="mod">
          <ac:chgData name="Hironari Yamada" userId="e57621f8-ec3c-449e-bb19-001fffcc008e" providerId="ADAL" clId="{BC0BD879-F267-5CCA-8DEA-E3B2DD07DA4E}" dt="2026-06-01T12:42:04.881" v="1197" actId="1076"/>
          <ac:cxnSpMkLst>
            <pc:docMk/>
            <pc:sldMk cId="3497958999" sldId="306"/>
            <ac:cxnSpMk id="33" creationId="{C84E9BB0-39EA-6DCB-1150-BB2566DFE777}"/>
          </ac:cxnSpMkLst>
        </pc:cxnChg>
        <pc:cxnChg chg="mod">
          <ac:chgData name="Hironari Yamada" userId="e57621f8-ec3c-449e-bb19-001fffcc008e" providerId="ADAL" clId="{BC0BD879-F267-5CCA-8DEA-E3B2DD07DA4E}" dt="2026-06-01T12:42:46.268" v="1208" actId="1076"/>
          <ac:cxnSpMkLst>
            <pc:docMk/>
            <pc:sldMk cId="3497958999" sldId="306"/>
            <ac:cxnSpMk id="35" creationId="{4605AED0-61FC-AE50-6B6F-AE6376BB31E3}"/>
          </ac:cxnSpMkLst>
        </pc:cxnChg>
      </pc:sldChg>
      <pc:sldChg chg="addSp delSp modSp add mod ord">
        <pc:chgData name="Hironari Yamada" userId="e57621f8-ec3c-449e-bb19-001fffcc008e" providerId="ADAL" clId="{BC0BD879-F267-5CCA-8DEA-E3B2DD07DA4E}" dt="2026-06-02T00:55:57.241" v="2321" actId="404"/>
        <pc:sldMkLst>
          <pc:docMk/>
          <pc:sldMk cId="1446242895" sldId="307"/>
        </pc:sldMkLst>
        <pc:spChg chg="del">
          <ac:chgData name="Hironari Yamada" userId="e57621f8-ec3c-449e-bb19-001fffcc008e" providerId="ADAL" clId="{BC0BD879-F267-5CCA-8DEA-E3B2DD07DA4E}" dt="2026-06-01T12:58:54.203" v="1364" actId="478"/>
          <ac:spMkLst>
            <pc:docMk/>
            <pc:sldMk cId="1446242895" sldId="307"/>
            <ac:spMk id="3" creationId="{277CAD08-356D-F852-67E1-1B089B0542BA}"/>
          </ac:spMkLst>
        </pc:spChg>
        <pc:spChg chg="del">
          <ac:chgData name="Hironari Yamada" userId="e57621f8-ec3c-449e-bb19-001fffcc008e" providerId="ADAL" clId="{BC0BD879-F267-5CCA-8DEA-E3B2DD07DA4E}" dt="2026-06-01T12:55:10.546" v="1301" actId="478"/>
          <ac:spMkLst>
            <pc:docMk/>
            <pc:sldMk cId="1446242895" sldId="307"/>
            <ac:spMk id="5" creationId="{6194F432-483F-37BF-FA1F-2E16F786A320}"/>
          </ac:spMkLst>
        </pc:spChg>
        <pc:spChg chg="del">
          <ac:chgData name="Hironari Yamada" userId="e57621f8-ec3c-449e-bb19-001fffcc008e" providerId="ADAL" clId="{BC0BD879-F267-5CCA-8DEA-E3B2DD07DA4E}" dt="2026-06-01T12:55:08.591" v="1300" actId="478"/>
          <ac:spMkLst>
            <pc:docMk/>
            <pc:sldMk cId="1446242895" sldId="307"/>
            <ac:spMk id="6" creationId="{B1986B0D-3D9E-9879-779B-4E0F75DD1E80}"/>
          </ac:spMkLst>
        </pc:spChg>
        <pc:spChg chg="del">
          <ac:chgData name="Hironari Yamada" userId="e57621f8-ec3c-449e-bb19-001fffcc008e" providerId="ADAL" clId="{BC0BD879-F267-5CCA-8DEA-E3B2DD07DA4E}" dt="2026-06-01T12:55:08.591" v="1300" actId="478"/>
          <ac:spMkLst>
            <pc:docMk/>
            <pc:sldMk cId="1446242895" sldId="307"/>
            <ac:spMk id="7" creationId="{FE1E32B3-4B57-6785-2C5E-AE835CC4F84A}"/>
          </ac:spMkLst>
        </pc:spChg>
        <pc:spChg chg="del">
          <ac:chgData name="Hironari Yamada" userId="e57621f8-ec3c-449e-bb19-001fffcc008e" providerId="ADAL" clId="{BC0BD879-F267-5CCA-8DEA-E3B2DD07DA4E}" dt="2026-06-01T12:55:08.591" v="1300" actId="478"/>
          <ac:spMkLst>
            <pc:docMk/>
            <pc:sldMk cId="1446242895" sldId="307"/>
            <ac:spMk id="8" creationId="{B4E2E946-30BE-24B3-2992-B18A08A724ED}"/>
          </ac:spMkLst>
        </pc:spChg>
        <pc:spChg chg="del">
          <ac:chgData name="Hironari Yamada" userId="e57621f8-ec3c-449e-bb19-001fffcc008e" providerId="ADAL" clId="{BC0BD879-F267-5CCA-8DEA-E3B2DD07DA4E}" dt="2026-06-01T12:55:08.591" v="1300" actId="478"/>
          <ac:spMkLst>
            <pc:docMk/>
            <pc:sldMk cId="1446242895" sldId="307"/>
            <ac:spMk id="9" creationId="{68186174-641E-914E-B0F2-2BE198F30EAF}"/>
          </ac:spMkLst>
        </pc:spChg>
        <pc:spChg chg="del">
          <ac:chgData name="Hironari Yamada" userId="e57621f8-ec3c-449e-bb19-001fffcc008e" providerId="ADAL" clId="{BC0BD879-F267-5CCA-8DEA-E3B2DD07DA4E}" dt="2026-06-01T12:55:08.591" v="1300" actId="478"/>
          <ac:spMkLst>
            <pc:docMk/>
            <pc:sldMk cId="1446242895" sldId="307"/>
            <ac:spMk id="10" creationId="{62AB3042-FA95-12A6-71BF-211E2801714F}"/>
          </ac:spMkLst>
        </pc:spChg>
        <pc:spChg chg="del">
          <ac:chgData name="Hironari Yamada" userId="e57621f8-ec3c-449e-bb19-001fffcc008e" providerId="ADAL" clId="{BC0BD879-F267-5CCA-8DEA-E3B2DD07DA4E}" dt="2026-06-01T12:55:08.591" v="1300" actId="478"/>
          <ac:spMkLst>
            <pc:docMk/>
            <pc:sldMk cId="1446242895" sldId="307"/>
            <ac:spMk id="11" creationId="{F6C2A92A-130E-DE38-5311-298AD570D606}"/>
          </ac:spMkLst>
        </pc:spChg>
        <pc:spChg chg="del">
          <ac:chgData name="Hironari Yamada" userId="e57621f8-ec3c-449e-bb19-001fffcc008e" providerId="ADAL" clId="{BC0BD879-F267-5CCA-8DEA-E3B2DD07DA4E}" dt="2026-06-01T12:55:08.591" v="1300" actId="478"/>
          <ac:spMkLst>
            <pc:docMk/>
            <pc:sldMk cId="1446242895" sldId="307"/>
            <ac:spMk id="12" creationId="{A29FEFF9-4630-1921-71F4-CA5DD868FDB4}"/>
          </ac:spMkLst>
        </pc:spChg>
        <pc:spChg chg="del">
          <ac:chgData name="Hironari Yamada" userId="e57621f8-ec3c-449e-bb19-001fffcc008e" providerId="ADAL" clId="{BC0BD879-F267-5CCA-8DEA-E3B2DD07DA4E}" dt="2026-06-01T12:55:08.591" v="1300" actId="478"/>
          <ac:spMkLst>
            <pc:docMk/>
            <pc:sldMk cId="1446242895" sldId="307"/>
            <ac:spMk id="13" creationId="{95EDB2BB-87A5-68D7-623F-38F9F233847F}"/>
          </ac:spMkLst>
        </pc:spChg>
        <pc:spChg chg="del">
          <ac:chgData name="Hironari Yamada" userId="e57621f8-ec3c-449e-bb19-001fffcc008e" providerId="ADAL" clId="{BC0BD879-F267-5CCA-8DEA-E3B2DD07DA4E}" dt="2026-06-01T12:58:54.203" v="1364" actId="478"/>
          <ac:spMkLst>
            <pc:docMk/>
            <pc:sldMk cId="1446242895" sldId="307"/>
            <ac:spMk id="14" creationId="{475280FD-8D39-EE86-0751-CCD82FF51702}"/>
          </ac:spMkLst>
        </pc:spChg>
        <pc:spChg chg="mod">
          <ac:chgData name="Hironari Yamada" userId="e57621f8-ec3c-449e-bb19-001fffcc008e" providerId="ADAL" clId="{BC0BD879-F267-5CCA-8DEA-E3B2DD07DA4E}" dt="2026-06-01T12:55:03.417" v="1299" actId="20577"/>
          <ac:spMkLst>
            <pc:docMk/>
            <pc:sldMk cId="1446242895" sldId="307"/>
            <ac:spMk id="15" creationId="{6763F0E7-4AB0-9E18-F6BD-414C8169CC10}"/>
          </ac:spMkLst>
        </pc:spChg>
        <pc:spChg chg="add mod">
          <ac:chgData name="Hironari Yamada" userId="e57621f8-ec3c-449e-bb19-001fffcc008e" providerId="ADAL" clId="{BC0BD879-F267-5CCA-8DEA-E3B2DD07DA4E}" dt="2026-06-02T00:47:49.507" v="1892" actId="1076"/>
          <ac:spMkLst>
            <pc:docMk/>
            <pc:sldMk cId="1446242895" sldId="307"/>
            <ac:spMk id="16" creationId="{6D5AC068-EAEC-98B4-9136-6218D624229F}"/>
          </ac:spMkLst>
        </pc:spChg>
        <pc:spChg chg="add mod">
          <ac:chgData name="Hironari Yamada" userId="e57621f8-ec3c-449e-bb19-001fffcc008e" providerId="ADAL" clId="{BC0BD879-F267-5CCA-8DEA-E3B2DD07DA4E}" dt="2026-06-02T00:47:49.507" v="1892" actId="1076"/>
          <ac:spMkLst>
            <pc:docMk/>
            <pc:sldMk cId="1446242895" sldId="307"/>
            <ac:spMk id="17" creationId="{EB55761B-E348-3C0F-ADEE-7400302009BC}"/>
          </ac:spMkLst>
        </pc:spChg>
        <pc:spChg chg="add mod">
          <ac:chgData name="Hironari Yamada" userId="e57621f8-ec3c-449e-bb19-001fffcc008e" providerId="ADAL" clId="{BC0BD879-F267-5CCA-8DEA-E3B2DD07DA4E}" dt="2026-06-02T00:47:49.507" v="1892" actId="1076"/>
          <ac:spMkLst>
            <pc:docMk/>
            <pc:sldMk cId="1446242895" sldId="307"/>
            <ac:spMk id="18" creationId="{D56A89A5-3696-AEB3-57C7-C6D949F34E88}"/>
          </ac:spMkLst>
        </pc:spChg>
        <pc:spChg chg="add mod">
          <ac:chgData name="Hironari Yamada" userId="e57621f8-ec3c-449e-bb19-001fffcc008e" providerId="ADAL" clId="{BC0BD879-F267-5CCA-8DEA-E3B2DD07DA4E}" dt="2026-06-02T00:47:49.507" v="1892" actId="1076"/>
          <ac:spMkLst>
            <pc:docMk/>
            <pc:sldMk cId="1446242895" sldId="307"/>
            <ac:spMk id="19" creationId="{124414E5-85D6-98DA-4F41-CBAF55C52E40}"/>
          </ac:spMkLst>
        </pc:spChg>
        <pc:spChg chg="add mod">
          <ac:chgData name="Hironari Yamada" userId="e57621f8-ec3c-449e-bb19-001fffcc008e" providerId="ADAL" clId="{BC0BD879-F267-5CCA-8DEA-E3B2DD07DA4E}" dt="2026-06-02T00:47:49.507" v="1892" actId="1076"/>
          <ac:spMkLst>
            <pc:docMk/>
            <pc:sldMk cId="1446242895" sldId="307"/>
            <ac:spMk id="20" creationId="{1B332B82-A8A8-44FF-1038-072874B1FA8F}"/>
          </ac:spMkLst>
        </pc:spChg>
        <pc:spChg chg="add mod">
          <ac:chgData name="Hironari Yamada" userId="e57621f8-ec3c-449e-bb19-001fffcc008e" providerId="ADAL" clId="{BC0BD879-F267-5CCA-8DEA-E3B2DD07DA4E}" dt="2026-06-02T00:47:49.507" v="1892" actId="1076"/>
          <ac:spMkLst>
            <pc:docMk/>
            <pc:sldMk cId="1446242895" sldId="307"/>
            <ac:spMk id="21" creationId="{4DD881F5-F676-5743-49BC-735D82A79366}"/>
          </ac:spMkLst>
        </pc:spChg>
        <pc:spChg chg="add mod">
          <ac:chgData name="Hironari Yamada" userId="e57621f8-ec3c-449e-bb19-001fffcc008e" providerId="ADAL" clId="{BC0BD879-F267-5CCA-8DEA-E3B2DD07DA4E}" dt="2026-06-02T00:55:57.241" v="2321" actId="404"/>
          <ac:spMkLst>
            <pc:docMk/>
            <pc:sldMk cId="1446242895" sldId="307"/>
            <ac:spMk id="22" creationId="{B0D68AA2-3658-5495-42D1-B041D8329867}"/>
          </ac:spMkLst>
        </pc:spChg>
        <pc:spChg chg="add mod">
          <ac:chgData name="Hironari Yamada" userId="e57621f8-ec3c-449e-bb19-001fffcc008e" providerId="ADAL" clId="{BC0BD879-F267-5CCA-8DEA-E3B2DD07DA4E}" dt="2026-06-02T00:55:57.241" v="2321" actId="404"/>
          <ac:spMkLst>
            <pc:docMk/>
            <pc:sldMk cId="1446242895" sldId="307"/>
            <ac:spMk id="23" creationId="{8A6D7FD1-0E88-1362-BB3E-DB0DD7068A58}"/>
          </ac:spMkLst>
        </pc:spChg>
        <pc:spChg chg="add mod">
          <ac:chgData name="Hironari Yamada" userId="e57621f8-ec3c-449e-bb19-001fffcc008e" providerId="ADAL" clId="{BC0BD879-F267-5CCA-8DEA-E3B2DD07DA4E}" dt="2026-06-02T00:55:57.241" v="2321" actId="404"/>
          <ac:spMkLst>
            <pc:docMk/>
            <pc:sldMk cId="1446242895" sldId="307"/>
            <ac:spMk id="24" creationId="{0EFD7536-BBDA-2EC1-4192-2D3E41A8CDE2}"/>
          </ac:spMkLst>
        </pc:spChg>
        <pc:spChg chg="add mod">
          <ac:chgData name="Hironari Yamada" userId="e57621f8-ec3c-449e-bb19-001fffcc008e" providerId="ADAL" clId="{BC0BD879-F267-5CCA-8DEA-E3B2DD07DA4E}" dt="2026-06-02T00:48:13.045" v="1946" actId="20577"/>
          <ac:spMkLst>
            <pc:docMk/>
            <pc:sldMk cId="1446242895" sldId="307"/>
            <ac:spMk id="25" creationId="{5F81EAD5-E86A-4498-AA1C-50C9A00D8CF4}"/>
          </ac:spMkLst>
        </pc:spChg>
      </pc:sldChg>
      <pc:sldChg chg="addSp delSp modSp add mod">
        <pc:chgData name="Hironari Yamada" userId="e57621f8-ec3c-449e-bb19-001fffcc008e" providerId="ADAL" clId="{BC0BD879-F267-5CCA-8DEA-E3B2DD07DA4E}" dt="2026-06-02T01:00:28.845" v="2600"/>
        <pc:sldMkLst>
          <pc:docMk/>
          <pc:sldMk cId="4288531806" sldId="308"/>
        </pc:sldMkLst>
        <pc:spChg chg="del">
          <ac:chgData name="Hironari Yamada" userId="e57621f8-ec3c-449e-bb19-001fffcc008e" providerId="ADAL" clId="{BC0BD879-F267-5CCA-8DEA-E3B2DD07DA4E}" dt="2026-06-02T00:50:05.110" v="2099" actId="478"/>
          <ac:spMkLst>
            <pc:docMk/>
            <pc:sldMk cId="4288531806" sldId="308"/>
            <ac:spMk id="22" creationId="{9AF1F7E7-4EFA-61DD-8A99-F1E9FDBC914C}"/>
          </ac:spMkLst>
        </pc:spChg>
        <pc:spChg chg="del">
          <ac:chgData name="Hironari Yamada" userId="e57621f8-ec3c-449e-bb19-001fffcc008e" providerId="ADAL" clId="{BC0BD879-F267-5CCA-8DEA-E3B2DD07DA4E}" dt="2026-06-02T00:50:07.045" v="2100" actId="478"/>
          <ac:spMkLst>
            <pc:docMk/>
            <pc:sldMk cId="4288531806" sldId="308"/>
            <ac:spMk id="23" creationId="{FE257294-95BE-CE99-3B6A-3E3ADA1EFA8B}"/>
          </ac:spMkLst>
        </pc:spChg>
        <pc:spChg chg="del">
          <ac:chgData name="Hironari Yamada" userId="e57621f8-ec3c-449e-bb19-001fffcc008e" providerId="ADAL" clId="{BC0BD879-F267-5CCA-8DEA-E3B2DD07DA4E}" dt="2026-06-02T00:50:09.732" v="2101" actId="478"/>
          <ac:spMkLst>
            <pc:docMk/>
            <pc:sldMk cId="4288531806" sldId="308"/>
            <ac:spMk id="24" creationId="{90EFDDDB-EB99-22F4-DB23-422973E91AF9}"/>
          </ac:spMkLst>
        </pc:spChg>
        <pc:spChg chg="mod">
          <ac:chgData name="Hironari Yamada" userId="e57621f8-ec3c-449e-bb19-001fffcc008e" providerId="ADAL" clId="{BC0BD879-F267-5CCA-8DEA-E3B2DD07DA4E}" dt="2026-06-02T00:50:03.054" v="2098" actId="20577"/>
          <ac:spMkLst>
            <pc:docMk/>
            <pc:sldMk cId="4288531806" sldId="308"/>
            <ac:spMk id="25" creationId="{A3849D72-010F-EB4B-02BE-2AB62F8B9CDF}"/>
          </ac:spMkLst>
        </pc:spChg>
        <pc:spChg chg="add mod">
          <ac:chgData name="Hironari Yamada" userId="e57621f8-ec3c-449e-bb19-001fffcc008e" providerId="ADAL" clId="{BC0BD879-F267-5CCA-8DEA-E3B2DD07DA4E}" dt="2026-06-02T00:59:16.901" v="2503"/>
          <ac:spMkLst>
            <pc:docMk/>
            <pc:sldMk cId="4288531806" sldId="308"/>
            <ac:spMk id="28" creationId="{7F8C6696-CAA4-B159-56ED-46DEE8ED60F2}"/>
          </ac:spMkLst>
        </pc:spChg>
        <pc:spChg chg="add mod">
          <ac:chgData name="Hironari Yamada" userId="e57621f8-ec3c-449e-bb19-001fffcc008e" providerId="ADAL" clId="{BC0BD879-F267-5CCA-8DEA-E3B2DD07DA4E}" dt="2026-06-02T00:58:59.226" v="2500" actId="20577"/>
          <ac:spMkLst>
            <pc:docMk/>
            <pc:sldMk cId="4288531806" sldId="308"/>
            <ac:spMk id="29" creationId="{3474B0C2-4758-E872-6FDF-5151A2AA01FB}"/>
          </ac:spMkLst>
        </pc:spChg>
        <pc:spChg chg="add mod">
          <ac:chgData name="Hironari Yamada" userId="e57621f8-ec3c-449e-bb19-001fffcc008e" providerId="ADAL" clId="{BC0BD879-F267-5CCA-8DEA-E3B2DD07DA4E}" dt="2026-06-02T00:59:03.545" v="2502" actId="20577"/>
          <ac:spMkLst>
            <pc:docMk/>
            <pc:sldMk cId="4288531806" sldId="308"/>
            <ac:spMk id="30" creationId="{72D1A51A-2195-E55F-31CC-10BAAA41ECA6}"/>
          </ac:spMkLst>
        </pc:spChg>
        <pc:spChg chg="add mod">
          <ac:chgData name="Hironari Yamada" userId="e57621f8-ec3c-449e-bb19-001fffcc008e" providerId="ADAL" clId="{BC0BD879-F267-5CCA-8DEA-E3B2DD07DA4E}" dt="2026-06-02T00:56:34.234" v="2323"/>
          <ac:spMkLst>
            <pc:docMk/>
            <pc:sldMk cId="4288531806" sldId="308"/>
            <ac:spMk id="32" creationId="{38AF6CCE-C2C6-E572-811F-662454C8E7FC}"/>
          </ac:spMkLst>
        </pc:spChg>
        <pc:spChg chg="add mod">
          <ac:chgData name="Hironari Yamada" userId="e57621f8-ec3c-449e-bb19-001fffcc008e" providerId="ADAL" clId="{BC0BD879-F267-5CCA-8DEA-E3B2DD07DA4E}" dt="2026-06-02T00:58:51.806" v="2498" actId="2711"/>
          <ac:spMkLst>
            <pc:docMk/>
            <pc:sldMk cId="4288531806" sldId="308"/>
            <ac:spMk id="33" creationId="{862AF337-2FEF-330D-D985-160EC8611E04}"/>
          </ac:spMkLst>
        </pc:spChg>
        <pc:spChg chg="add mod">
          <ac:chgData name="Hironari Yamada" userId="e57621f8-ec3c-449e-bb19-001fffcc008e" providerId="ADAL" clId="{BC0BD879-F267-5CCA-8DEA-E3B2DD07DA4E}" dt="2026-06-02T00:58:51.806" v="2498" actId="2711"/>
          <ac:spMkLst>
            <pc:docMk/>
            <pc:sldMk cId="4288531806" sldId="308"/>
            <ac:spMk id="35" creationId="{42943E5A-AB58-CF6A-1C0F-2DEAD6589BFF}"/>
          </ac:spMkLst>
        </pc:spChg>
        <pc:spChg chg="add del mod">
          <ac:chgData name="Hironari Yamada" userId="e57621f8-ec3c-449e-bb19-001fffcc008e" providerId="ADAL" clId="{BC0BD879-F267-5CCA-8DEA-E3B2DD07DA4E}" dt="2026-06-02T00:58:12.918" v="2428"/>
          <ac:spMkLst>
            <pc:docMk/>
            <pc:sldMk cId="4288531806" sldId="308"/>
            <ac:spMk id="36" creationId="{776D248C-FDB5-3B64-58FB-D8AE53D16BC1}"/>
          </ac:spMkLst>
        </pc:spChg>
        <pc:spChg chg="add mod">
          <ac:chgData name="Hironari Yamada" userId="e57621f8-ec3c-449e-bb19-001fffcc008e" providerId="ADAL" clId="{BC0BD879-F267-5CCA-8DEA-E3B2DD07DA4E}" dt="2026-06-02T00:58:51.806" v="2498" actId="2711"/>
          <ac:spMkLst>
            <pc:docMk/>
            <pc:sldMk cId="4288531806" sldId="308"/>
            <ac:spMk id="37" creationId="{16EBACCE-7AEC-C683-D919-D532F787BDCB}"/>
          </ac:spMkLst>
        </pc:spChg>
        <pc:spChg chg="add mod">
          <ac:chgData name="Hironari Yamada" userId="e57621f8-ec3c-449e-bb19-001fffcc008e" providerId="ADAL" clId="{BC0BD879-F267-5CCA-8DEA-E3B2DD07DA4E}" dt="2026-06-02T00:58:51.806" v="2498" actId="2711"/>
          <ac:spMkLst>
            <pc:docMk/>
            <pc:sldMk cId="4288531806" sldId="308"/>
            <ac:spMk id="38" creationId="{A54013A6-534E-0AAB-D3CD-EA6E78C9F385}"/>
          </ac:spMkLst>
        </pc:spChg>
        <pc:spChg chg="add mod">
          <ac:chgData name="Hironari Yamada" userId="e57621f8-ec3c-449e-bb19-001fffcc008e" providerId="ADAL" clId="{BC0BD879-F267-5CCA-8DEA-E3B2DD07DA4E}" dt="2026-06-02T00:58:51.806" v="2498" actId="2711"/>
          <ac:spMkLst>
            <pc:docMk/>
            <pc:sldMk cId="4288531806" sldId="308"/>
            <ac:spMk id="39" creationId="{E4B581D2-8834-E056-1FA7-7F54496D71BC}"/>
          </ac:spMkLst>
        </pc:spChg>
        <pc:spChg chg="add mod">
          <ac:chgData name="Hironari Yamada" userId="e57621f8-ec3c-449e-bb19-001fffcc008e" providerId="ADAL" clId="{BC0BD879-F267-5CCA-8DEA-E3B2DD07DA4E}" dt="2026-06-02T00:59:41.216" v="2508" actId="692"/>
          <ac:spMkLst>
            <pc:docMk/>
            <pc:sldMk cId="4288531806" sldId="308"/>
            <ac:spMk id="40" creationId="{610D0F9E-D948-898F-2507-10D15ED0DB8C}"/>
          </ac:spMkLst>
        </pc:spChg>
        <pc:spChg chg="add mod">
          <ac:chgData name="Hironari Yamada" userId="e57621f8-ec3c-449e-bb19-001fffcc008e" providerId="ADAL" clId="{BC0BD879-F267-5CCA-8DEA-E3B2DD07DA4E}" dt="2026-06-02T00:59:44.413" v="2510" actId="1076"/>
          <ac:spMkLst>
            <pc:docMk/>
            <pc:sldMk cId="4288531806" sldId="308"/>
            <ac:spMk id="41" creationId="{78A08022-83A5-6862-CF53-33D7BD64B606}"/>
          </ac:spMkLst>
        </pc:spChg>
        <pc:spChg chg="add mod">
          <ac:chgData name="Hironari Yamada" userId="e57621f8-ec3c-449e-bb19-001fffcc008e" providerId="ADAL" clId="{BC0BD879-F267-5CCA-8DEA-E3B2DD07DA4E}" dt="2026-06-02T00:59:47.373" v="2512" actId="1076"/>
          <ac:spMkLst>
            <pc:docMk/>
            <pc:sldMk cId="4288531806" sldId="308"/>
            <ac:spMk id="42" creationId="{E29A8708-D96C-202F-64E6-317D2398C8BF}"/>
          </ac:spMkLst>
        </pc:spChg>
        <pc:spChg chg="add mod">
          <ac:chgData name="Hironari Yamada" userId="e57621f8-ec3c-449e-bb19-001fffcc008e" providerId="ADAL" clId="{BC0BD879-F267-5CCA-8DEA-E3B2DD07DA4E}" dt="2026-06-02T01:00:24.243" v="2599" actId="1076"/>
          <ac:spMkLst>
            <pc:docMk/>
            <pc:sldMk cId="4288531806" sldId="308"/>
            <ac:spMk id="43" creationId="{4F3B1901-61C4-79EB-C47C-9AA8B0F4C888}"/>
          </ac:spMkLst>
        </pc:spChg>
        <pc:spChg chg="add mod">
          <ac:chgData name="Hironari Yamada" userId="e57621f8-ec3c-449e-bb19-001fffcc008e" providerId="ADAL" clId="{BC0BD879-F267-5CCA-8DEA-E3B2DD07DA4E}" dt="2026-06-02T01:00:28.845" v="2600"/>
          <ac:spMkLst>
            <pc:docMk/>
            <pc:sldMk cId="4288531806" sldId="308"/>
            <ac:spMk id="44" creationId="{B923718B-A7D5-822C-62E6-B2AD1EFCDD6A}"/>
          </ac:spMkLst>
        </pc:spChg>
        <pc:picChg chg="add mod">
          <ac:chgData name="Hironari Yamada" userId="e57621f8-ec3c-449e-bb19-001fffcc008e" providerId="ADAL" clId="{BC0BD879-F267-5CCA-8DEA-E3B2DD07DA4E}" dt="2026-06-02T00:50:47.980" v="2108" actId="1076"/>
          <ac:picMkLst>
            <pc:docMk/>
            <pc:sldMk cId="4288531806" sldId="308"/>
            <ac:picMk id="5" creationId="{43AD8C48-5542-C79C-EFDA-D9F17539B6AF}"/>
          </ac:picMkLst>
        </pc:picChg>
        <pc:picChg chg="add mod">
          <ac:chgData name="Hironari Yamada" userId="e57621f8-ec3c-449e-bb19-001fffcc008e" providerId="ADAL" clId="{BC0BD879-F267-5CCA-8DEA-E3B2DD07DA4E}" dt="2026-06-02T00:56:28.294" v="2322" actId="1076"/>
          <ac:picMkLst>
            <pc:docMk/>
            <pc:sldMk cId="4288531806" sldId="308"/>
            <ac:picMk id="7" creationId="{87DF0E83-6E03-FF67-03BA-5BF3162233E4}"/>
          </ac:picMkLst>
        </pc:picChg>
        <pc:picChg chg="add mod">
          <ac:chgData name="Hironari Yamada" userId="e57621f8-ec3c-449e-bb19-001fffcc008e" providerId="ADAL" clId="{BC0BD879-F267-5CCA-8DEA-E3B2DD07DA4E}" dt="2026-06-02T00:58:17.388" v="2429" actId="1076"/>
          <ac:picMkLst>
            <pc:docMk/>
            <pc:sldMk cId="4288531806" sldId="308"/>
            <ac:picMk id="9" creationId="{488EC7F6-F11D-64EA-6D1B-59DDFB6C67FF}"/>
          </ac:picMkLst>
        </pc:picChg>
        <pc:picChg chg="add mod">
          <ac:chgData name="Hironari Yamada" userId="e57621f8-ec3c-449e-bb19-001fffcc008e" providerId="ADAL" clId="{BC0BD879-F267-5CCA-8DEA-E3B2DD07DA4E}" dt="2026-06-02T00:51:29.540" v="2121" actId="1076"/>
          <ac:picMkLst>
            <pc:docMk/>
            <pc:sldMk cId="4288531806" sldId="308"/>
            <ac:picMk id="11" creationId="{360DF4E6-60A3-D1CA-AA58-6C22A3C388E6}"/>
          </ac:picMkLst>
        </pc:picChg>
        <pc:picChg chg="add mod">
          <ac:chgData name="Hironari Yamada" userId="e57621f8-ec3c-449e-bb19-001fffcc008e" providerId="ADAL" clId="{BC0BD879-F267-5CCA-8DEA-E3B2DD07DA4E}" dt="2026-06-02T00:52:25.115" v="2136" actId="1076"/>
          <ac:picMkLst>
            <pc:docMk/>
            <pc:sldMk cId="4288531806" sldId="308"/>
            <ac:picMk id="13" creationId="{B9EF45C0-459F-29FD-D5FB-B30930D50B0A}"/>
          </ac:picMkLst>
        </pc:picChg>
        <pc:picChg chg="add mod">
          <ac:chgData name="Hironari Yamada" userId="e57621f8-ec3c-449e-bb19-001fffcc008e" providerId="ADAL" clId="{BC0BD879-F267-5CCA-8DEA-E3B2DD07DA4E}" dt="2026-06-02T00:57:25.175" v="2359" actId="1076"/>
          <ac:picMkLst>
            <pc:docMk/>
            <pc:sldMk cId="4288531806" sldId="308"/>
            <ac:picMk id="26" creationId="{8EBD5DB4-016F-AE21-5296-565732EB7A96}"/>
          </ac:picMkLst>
        </pc:picChg>
        <pc:picChg chg="add mod">
          <ac:chgData name="Hironari Yamada" userId="e57621f8-ec3c-449e-bb19-001fffcc008e" providerId="ADAL" clId="{BC0BD879-F267-5CCA-8DEA-E3B2DD07DA4E}" dt="2026-06-02T00:53:08.808" v="2139" actId="1076"/>
          <ac:picMkLst>
            <pc:docMk/>
            <pc:sldMk cId="4288531806" sldId="308"/>
            <ac:picMk id="27" creationId="{4D9D1D83-CD31-0BEA-D2EC-3AF8DE7423A0}"/>
          </ac:picMkLst>
        </pc:picChg>
        <pc:picChg chg="add mod">
          <ac:chgData name="Hironari Yamada" userId="e57621f8-ec3c-449e-bb19-001fffcc008e" providerId="ADAL" clId="{BC0BD879-F267-5CCA-8DEA-E3B2DD07DA4E}" dt="2026-06-02T00:56:34.234" v="2323"/>
          <ac:picMkLst>
            <pc:docMk/>
            <pc:sldMk cId="4288531806" sldId="308"/>
            <ac:picMk id="31" creationId="{C78AECE9-8C4F-A0A4-9D70-AF3E8455BDD9}"/>
          </ac:picMkLst>
        </pc:picChg>
        <pc:picChg chg="add mod">
          <ac:chgData name="Hironari Yamada" userId="e57621f8-ec3c-449e-bb19-001fffcc008e" providerId="ADAL" clId="{BC0BD879-F267-5CCA-8DEA-E3B2DD07DA4E}" dt="2026-06-02T00:57:14.419" v="2356" actId="1076"/>
          <ac:picMkLst>
            <pc:docMk/>
            <pc:sldMk cId="4288531806" sldId="308"/>
            <ac:picMk id="34" creationId="{186AA981-EC7B-0A6B-3281-8F7131420F9E}"/>
          </ac:picMkLst>
        </pc:picChg>
      </pc:sldChg>
      <pc:sldChg chg="addSp delSp modSp add mod">
        <pc:chgData name="Hironari Yamada" userId="e57621f8-ec3c-449e-bb19-001fffcc008e" providerId="ADAL" clId="{BC0BD879-F267-5CCA-8DEA-E3B2DD07DA4E}" dt="2026-06-02T01:04:15.021" v="2616" actId="1076"/>
        <pc:sldMkLst>
          <pc:docMk/>
          <pc:sldMk cId="2560403653" sldId="309"/>
        </pc:sldMkLst>
        <pc:spChg chg="add mod">
          <ac:chgData name="Hironari Yamada" userId="e57621f8-ec3c-449e-bb19-001fffcc008e" providerId="ADAL" clId="{BC0BD879-F267-5CCA-8DEA-E3B2DD07DA4E}" dt="2026-06-02T01:04:04.849" v="2613" actId="20577"/>
          <ac:spMkLst>
            <pc:docMk/>
            <pc:sldMk cId="2560403653" sldId="309"/>
            <ac:spMk id="8" creationId="{1703B032-760F-5475-B417-D3630875D636}"/>
          </ac:spMkLst>
        </pc:spChg>
        <pc:spChg chg="add mod">
          <ac:chgData name="Hironari Yamada" userId="e57621f8-ec3c-449e-bb19-001fffcc008e" providerId="ADAL" clId="{BC0BD879-F267-5CCA-8DEA-E3B2DD07DA4E}" dt="2026-06-02T01:03:57.398" v="2601"/>
          <ac:spMkLst>
            <pc:docMk/>
            <pc:sldMk cId="2560403653" sldId="309"/>
            <ac:spMk id="10" creationId="{E80ED804-BCF9-3218-2C53-9997331CD2F5}"/>
          </ac:spMkLst>
        </pc:spChg>
        <pc:spChg chg="add mod">
          <ac:chgData name="Hironari Yamada" userId="e57621f8-ec3c-449e-bb19-001fffcc008e" providerId="ADAL" clId="{BC0BD879-F267-5CCA-8DEA-E3B2DD07DA4E}" dt="2026-06-02T01:03:57.398" v="2601"/>
          <ac:spMkLst>
            <pc:docMk/>
            <pc:sldMk cId="2560403653" sldId="309"/>
            <ac:spMk id="14" creationId="{54FD3763-B9FD-6831-FE0D-8DD20713A258}"/>
          </ac:spMkLst>
        </pc:spChg>
        <pc:spChg chg="mod">
          <ac:chgData name="Hironari Yamada" userId="e57621f8-ec3c-449e-bb19-001fffcc008e" providerId="ADAL" clId="{BC0BD879-F267-5CCA-8DEA-E3B2DD07DA4E}" dt="2026-06-02T00:58:37.613" v="2496" actId="20577"/>
          <ac:spMkLst>
            <pc:docMk/>
            <pc:sldMk cId="2560403653" sldId="309"/>
            <ac:spMk id="15" creationId="{F6A56646-06BF-B197-47DC-C45B96CD3F15}"/>
          </ac:spMkLst>
        </pc:spChg>
        <pc:spChg chg="del">
          <ac:chgData name="Hironari Yamada" userId="e57621f8-ec3c-449e-bb19-001fffcc008e" providerId="ADAL" clId="{BC0BD879-F267-5CCA-8DEA-E3B2DD07DA4E}" dt="2026-06-02T00:58:41.563" v="2497" actId="478"/>
          <ac:spMkLst>
            <pc:docMk/>
            <pc:sldMk cId="2560403653" sldId="309"/>
            <ac:spMk id="16" creationId="{97A060ED-8B16-F67E-5A2A-006BDFCFEE3D}"/>
          </ac:spMkLst>
        </pc:spChg>
        <pc:spChg chg="del">
          <ac:chgData name="Hironari Yamada" userId="e57621f8-ec3c-449e-bb19-001fffcc008e" providerId="ADAL" clId="{BC0BD879-F267-5CCA-8DEA-E3B2DD07DA4E}" dt="2026-06-02T00:58:41.563" v="2497" actId="478"/>
          <ac:spMkLst>
            <pc:docMk/>
            <pc:sldMk cId="2560403653" sldId="309"/>
            <ac:spMk id="18" creationId="{92CC88EB-B579-A3CA-DCA9-E6DAFAE668CA}"/>
          </ac:spMkLst>
        </pc:spChg>
        <pc:spChg chg="del">
          <ac:chgData name="Hironari Yamada" userId="e57621f8-ec3c-449e-bb19-001fffcc008e" providerId="ADAL" clId="{BC0BD879-F267-5CCA-8DEA-E3B2DD07DA4E}" dt="2026-06-02T00:58:41.563" v="2497" actId="478"/>
          <ac:spMkLst>
            <pc:docMk/>
            <pc:sldMk cId="2560403653" sldId="309"/>
            <ac:spMk id="19" creationId="{DB0576EE-89B8-DAFF-11F3-EE657AF63A77}"/>
          </ac:spMkLst>
        </pc:spChg>
        <pc:spChg chg="del">
          <ac:chgData name="Hironari Yamada" userId="e57621f8-ec3c-449e-bb19-001fffcc008e" providerId="ADAL" clId="{BC0BD879-F267-5CCA-8DEA-E3B2DD07DA4E}" dt="2026-06-02T00:58:41.563" v="2497" actId="478"/>
          <ac:spMkLst>
            <pc:docMk/>
            <pc:sldMk cId="2560403653" sldId="309"/>
            <ac:spMk id="20" creationId="{2618F473-574B-1A51-8E8E-ED58A5B159F7}"/>
          </ac:spMkLst>
        </pc:spChg>
        <pc:spChg chg="del">
          <ac:chgData name="Hironari Yamada" userId="e57621f8-ec3c-449e-bb19-001fffcc008e" providerId="ADAL" clId="{BC0BD879-F267-5CCA-8DEA-E3B2DD07DA4E}" dt="2026-06-02T00:58:41.563" v="2497" actId="478"/>
          <ac:spMkLst>
            <pc:docMk/>
            <pc:sldMk cId="2560403653" sldId="309"/>
            <ac:spMk id="21" creationId="{DA8E22DA-6411-1C72-688D-6562CB8BF4E1}"/>
          </ac:spMkLst>
        </pc:spChg>
        <pc:spChg chg="del">
          <ac:chgData name="Hironari Yamada" userId="e57621f8-ec3c-449e-bb19-001fffcc008e" providerId="ADAL" clId="{BC0BD879-F267-5CCA-8DEA-E3B2DD07DA4E}" dt="2026-06-02T00:58:41.563" v="2497" actId="478"/>
          <ac:spMkLst>
            <pc:docMk/>
            <pc:sldMk cId="2560403653" sldId="309"/>
            <ac:spMk id="25" creationId="{84D9711E-7F27-8C73-4226-16430F642E0F}"/>
          </ac:spMkLst>
        </pc:spChg>
        <pc:spChg chg="del">
          <ac:chgData name="Hironari Yamada" userId="e57621f8-ec3c-449e-bb19-001fffcc008e" providerId="ADAL" clId="{BC0BD879-F267-5CCA-8DEA-E3B2DD07DA4E}" dt="2026-06-02T00:58:41.563" v="2497" actId="478"/>
          <ac:spMkLst>
            <pc:docMk/>
            <pc:sldMk cId="2560403653" sldId="309"/>
            <ac:spMk id="28" creationId="{2E40FC5B-1723-A490-5C5E-6E724E52AFF2}"/>
          </ac:spMkLst>
        </pc:spChg>
        <pc:spChg chg="del">
          <ac:chgData name="Hironari Yamada" userId="e57621f8-ec3c-449e-bb19-001fffcc008e" providerId="ADAL" clId="{BC0BD879-F267-5CCA-8DEA-E3B2DD07DA4E}" dt="2026-06-02T00:58:41.563" v="2497" actId="478"/>
          <ac:spMkLst>
            <pc:docMk/>
            <pc:sldMk cId="2560403653" sldId="309"/>
            <ac:spMk id="30" creationId="{928B83FC-E397-BECE-5CA1-ED3DBE1D0D12}"/>
          </ac:spMkLst>
        </pc:spChg>
        <pc:spChg chg="add mod">
          <ac:chgData name="Hironari Yamada" userId="e57621f8-ec3c-449e-bb19-001fffcc008e" providerId="ADAL" clId="{BC0BD879-F267-5CCA-8DEA-E3B2DD07DA4E}" dt="2026-06-02T01:03:57.398" v="2601"/>
          <ac:spMkLst>
            <pc:docMk/>
            <pc:sldMk cId="2560403653" sldId="309"/>
            <ac:spMk id="32" creationId="{6E0300D0-DF3F-1697-274D-0808E023E43D}"/>
          </ac:spMkLst>
        </pc:spChg>
        <pc:spChg chg="del">
          <ac:chgData name="Hironari Yamada" userId="e57621f8-ec3c-449e-bb19-001fffcc008e" providerId="ADAL" clId="{BC0BD879-F267-5CCA-8DEA-E3B2DD07DA4E}" dt="2026-06-02T00:58:41.563" v="2497" actId="478"/>
          <ac:spMkLst>
            <pc:docMk/>
            <pc:sldMk cId="2560403653" sldId="309"/>
            <ac:spMk id="33" creationId="{9C982B69-F834-C5A2-C8C7-9D7A7B2B517D}"/>
          </ac:spMkLst>
        </pc:spChg>
        <pc:spChg chg="del">
          <ac:chgData name="Hironari Yamada" userId="e57621f8-ec3c-449e-bb19-001fffcc008e" providerId="ADAL" clId="{BC0BD879-F267-5CCA-8DEA-E3B2DD07DA4E}" dt="2026-06-02T00:58:41.563" v="2497" actId="478"/>
          <ac:spMkLst>
            <pc:docMk/>
            <pc:sldMk cId="2560403653" sldId="309"/>
            <ac:spMk id="39" creationId="{78F82BFD-586F-AA3B-79DB-1EF12A9FEACD}"/>
          </ac:spMkLst>
        </pc:spChg>
        <pc:spChg chg="add mod">
          <ac:chgData name="Hironari Yamada" userId="e57621f8-ec3c-449e-bb19-001fffcc008e" providerId="ADAL" clId="{BC0BD879-F267-5CCA-8DEA-E3B2DD07DA4E}" dt="2026-06-02T01:03:57.398" v="2601"/>
          <ac:spMkLst>
            <pc:docMk/>
            <pc:sldMk cId="2560403653" sldId="309"/>
            <ac:spMk id="41" creationId="{10CA88CE-9E04-DC80-0D01-A150E504351A}"/>
          </ac:spMkLst>
        </pc:spChg>
        <pc:spChg chg="add mod">
          <ac:chgData name="Hironari Yamada" userId="e57621f8-ec3c-449e-bb19-001fffcc008e" providerId="ADAL" clId="{BC0BD879-F267-5CCA-8DEA-E3B2DD07DA4E}" dt="2026-06-02T01:03:57.398" v="2601"/>
          <ac:spMkLst>
            <pc:docMk/>
            <pc:sldMk cId="2560403653" sldId="309"/>
            <ac:spMk id="42" creationId="{E15F5688-FBE2-EB16-EAA7-86AEB442E154}"/>
          </ac:spMkLst>
        </pc:spChg>
        <pc:spChg chg="add mod">
          <ac:chgData name="Hironari Yamada" userId="e57621f8-ec3c-449e-bb19-001fffcc008e" providerId="ADAL" clId="{BC0BD879-F267-5CCA-8DEA-E3B2DD07DA4E}" dt="2026-06-02T01:03:57.398" v="2601"/>
          <ac:spMkLst>
            <pc:docMk/>
            <pc:sldMk cId="2560403653" sldId="309"/>
            <ac:spMk id="43" creationId="{F5DF22F9-7C20-871F-EF69-8D94AEC227C7}"/>
          </ac:spMkLst>
        </pc:spChg>
        <pc:spChg chg="add mod">
          <ac:chgData name="Hironari Yamada" userId="e57621f8-ec3c-449e-bb19-001fffcc008e" providerId="ADAL" clId="{BC0BD879-F267-5CCA-8DEA-E3B2DD07DA4E}" dt="2026-06-02T01:03:57.398" v="2601"/>
          <ac:spMkLst>
            <pc:docMk/>
            <pc:sldMk cId="2560403653" sldId="309"/>
            <ac:spMk id="46" creationId="{EDB5BDC1-A1DA-0A25-DB48-15B3F99D3A50}"/>
          </ac:spMkLst>
        </pc:spChg>
        <pc:spChg chg="add mod">
          <ac:chgData name="Hironari Yamada" userId="e57621f8-ec3c-449e-bb19-001fffcc008e" providerId="ADAL" clId="{BC0BD879-F267-5CCA-8DEA-E3B2DD07DA4E}" dt="2026-06-02T01:03:57.398" v="2601"/>
          <ac:spMkLst>
            <pc:docMk/>
            <pc:sldMk cId="2560403653" sldId="309"/>
            <ac:spMk id="47" creationId="{C74F4DAA-502D-1953-C91F-957F8CEB29AF}"/>
          </ac:spMkLst>
        </pc:spChg>
        <pc:spChg chg="add mod">
          <ac:chgData name="Hironari Yamada" userId="e57621f8-ec3c-449e-bb19-001fffcc008e" providerId="ADAL" clId="{BC0BD879-F267-5CCA-8DEA-E3B2DD07DA4E}" dt="2026-06-02T01:03:57.398" v="2601"/>
          <ac:spMkLst>
            <pc:docMk/>
            <pc:sldMk cId="2560403653" sldId="309"/>
            <ac:spMk id="48" creationId="{D8DBCFEC-519F-CD27-2B01-7C5CAEDBC2A4}"/>
          </ac:spMkLst>
        </pc:spChg>
        <pc:picChg chg="del">
          <ac:chgData name="Hironari Yamada" userId="e57621f8-ec3c-449e-bb19-001fffcc008e" providerId="ADAL" clId="{BC0BD879-F267-5CCA-8DEA-E3B2DD07DA4E}" dt="2026-06-02T01:04:06.715" v="2614" actId="478"/>
          <ac:picMkLst>
            <pc:docMk/>
            <pc:sldMk cId="2560403653" sldId="309"/>
            <ac:picMk id="6" creationId="{D0893C9C-B92F-60A6-C880-4923BDAD3B58}"/>
          </ac:picMkLst>
        </pc:picChg>
        <pc:picChg chg="add mod">
          <ac:chgData name="Hironari Yamada" userId="e57621f8-ec3c-449e-bb19-001fffcc008e" providerId="ADAL" clId="{BC0BD879-F267-5CCA-8DEA-E3B2DD07DA4E}" dt="2026-06-02T01:04:15.021" v="2616" actId="1076"/>
          <ac:picMkLst>
            <pc:docMk/>
            <pc:sldMk cId="2560403653" sldId="309"/>
            <ac:picMk id="50" creationId="{56F0E3AF-1C83-8737-9FF0-AB58C4D23C03}"/>
          </ac:picMkLst>
        </pc:picChg>
      </pc:sldChg>
      <pc:sldChg chg="addSp delSp modSp add mod modNotesTx">
        <pc:chgData name="Hironari Yamada" userId="e57621f8-ec3c-449e-bb19-001fffcc008e" providerId="ADAL" clId="{BC0BD879-F267-5CCA-8DEA-E3B2DD07DA4E}" dt="2026-06-02T01:07:42.458" v="2711" actId="20577"/>
        <pc:sldMkLst>
          <pc:docMk/>
          <pc:sldMk cId="2475502373" sldId="310"/>
        </pc:sldMkLst>
        <pc:spChg chg="add del mod">
          <ac:chgData name="Hironari Yamada" userId="e57621f8-ec3c-449e-bb19-001fffcc008e" providerId="ADAL" clId="{BC0BD879-F267-5CCA-8DEA-E3B2DD07DA4E}" dt="2026-06-02T01:06:49.774" v="2696" actId="478"/>
          <ac:spMkLst>
            <pc:docMk/>
            <pc:sldMk cId="2475502373" sldId="310"/>
            <ac:spMk id="5" creationId="{1DF9FF3B-59DC-D741-FCDE-86722C213BF8}"/>
          </ac:spMkLst>
        </pc:spChg>
        <pc:spChg chg="add del mod">
          <ac:chgData name="Hironari Yamada" userId="e57621f8-ec3c-449e-bb19-001fffcc008e" providerId="ADAL" clId="{BC0BD879-F267-5CCA-8DEA-E3B2DD07DA4E}" dt="2026-06-02T01:06:49.774" v="2696" actId="478"/>
          <ac:spMkLst>
            <pc:docMk/>
            <pc:sldMk cId="2475502373" sldId="310"/>
            <ac:spMk id="6" creationId="{142C66C1-4D3C-3FD7-1EF8-3A051507B961}"/>
          </ac:spMkLst>
        </pc:spChg>
        <pc:spChg chg="add del mod">
          <ac:chgData name="Hironari Yamada" userId="e57621f8-ec3c-449e-bb19-001fffcc008e" providerId="ADAL" clId="{BC0BD879-F267-5CCA-8DEA-E3B2DD07DA4E}" dt="2026-06-02T01:06:49.774" v="2696" actId="478"/>
          <ac:spMkLst>
            <pc:docMk/>
            <pc:sldMk cId="2475502373" sldId="310"/>
            <ac:spMk id="7" creationId="{294E411E-840D-C0FB-5B2D-A6DDAC17C786}"/>
          </ac:spMkLst>
        </pc:spChg>
        <pc:spChg chg="del">
          <ac:chgData name="Hironari Yamada" userId="e57621f8-ec3c-449e-bb19-001fffcc008e" providerId="ADAL" clId="{BC0BD879-F267-5CCA-8DEA-E3B2DD07DA4E}" dt="2026-06-02T01:05:09.698" v="2669" actId="478"/>
          <ac:spMkLst>
            <pc:docMk/>
            <pc:sldMk cId="2475502373" sldId="310"/>
            <ac:spMk id="12" creationId="{443D72F3-2DC7-EBBD-5CCE-6C7A696CB692}"/>
          </ac:spMkLst>
        </pc:spChg>
        <pc:spChg chg="mod">
          <ac:chgData name="Hironari Yamada" userId="e57621f8-ec3c-449e-bb19-001fffcc008e" providerId="ADAL" clId="{BC0BD879-F267-5CCA-8DEA-E3B2DD07DA4E}" dt="2026-06-02T01:07:39.278" v="2710" actId="1076"/>
          <ac:spMkLst>
            <pc:docMk/>
            <pc:sldMk cId="2475502373" sldId="310"/>
            <ac:spMk id="13" creationId="{49298EF2-C890-DFDD-9A47-C86A754C7533}"/>
          </ac:spMkLst>
        </pc:spChg>
        <pc:spChg chg="del">
          <ac:chgData name="Hironari Yamada" userId="e57621f8-ec3c-449e-bb19-001fffcc008e" providerId="ADAL" clId="{BC0BD879-F267-5CCA-8DEA-E3B2DD07DA4E}" dt="2026-06-02T01:05:09.698" v="2669" actId="478"/>
          <ac:spMkLst>
            <pc:docMk/>
            <pc:sldMk cId="2475502373" sldId="310"/>
            <ac:spMk id="14" creationId="{727C900B-F704-6B64-0916-23B5074661E2}"/>
          </ac:spMkLst>
        </pc:spChg>
        <pc:spChg chg="mod">
          <ac:chgData name="Hironari Yamada" userId="e57621f8-ec3c-449e-bb19-001fffcc008e" providerId="ADAL" clId="{BC0BD879-F267-5CCA-8DEA-E3B2DD07DA4E}" dt="2026-06-02T01:05:05.810" v="2668" actId="20577"/>
          <ac:spMkLst>
            <pc:docMk/>
            <pc:sldMk cId="2475502373" sldId="310"/>
            <ac:spMk id="15" creationId="{DBEEB43F-2D5B-8E8E-E5F9-D3248BA22AD4}"/>
          </ac:spMkLst>
        </pc:spChg>
        <pc:spChg chg="mod">
          <ac:chgData name="Hironari Yamada" userId="e57621f8-ec3c-449e-bb19-001fffcc008e" providerId="ADAL" clId="{BC0BD879-F267-5CCA-8DEA-E3B2DD07DA4E}" dt="2026-06-02T01:07:39.278" v="2710" actId="1076"/>
          <ac:spMkLst>
            <pc:docMk/>
            <pc:sldMk cId="2475502373" sldId="310"/>
            <ac:spMk id="19" creationId="{6109F877-B413-6083-8268-DDF87F226C48}"/>
          </ac:spMkLst>
        </pc:spChg>
        <pc:spChg chg="mod">
          <ac:chgData name="Hironari Yamada" userId="e57621f8-ec3c-449e-bb19-001fffcc008e" providerId="ADAL" clId="{BC0BD879-F267-5CCA-8DEA-E3B2DD07DA4E}" dt="2026-06-02T01:07:39.278" v="2710" actId="1076"/>
          <ac:spMkLst>
            <pc:docMk/>
            <pc:sldMk cId="2475502373" sldId="310"/>
            <ac:spMk id="20" creationId="{F27424A0-B6A7-FCF8-444F-4E18AA0638D1}"/>
          </ac:spMkLst>
        </pc:spChg>
        <pc:spChg chg="mod">
          <ac:chgData name="Hironari Yamada" userId="e57621f8-ec3c-449e-bb19-001fffcc008e" providerId="ADAL" clId="{BC0BD879-F267-5CCA-8DEA-E3B2DD07DA4E}" dt="2026-06-02T01:07:39.278" v="2710" actId="1076"/>
          <ac:spMkLst>
            <pc:docMk/>
            <pc:sldMk cId="2475502373" sldId="310"/>
            <ac:spMk id="21" creationId="{DCE573C5-C699-75B0-173C-94AF93FAAEAB}"/>
          </ac:spMkLst>
        </pc:spChg>
        <pc:spChg chg="del">
          <ac:chgData name="Hironari Yamada" userId="e57621f8-ec3c-449e-bb19-001fffcc008e" providerId="ADAL" clId="{BC0BD879-F267-5CCA-8DEA-E3B2DD07DA4E}" dt="2026-06-02T01:05:09.698" v="2669" actId="478"/>
          <ac:spMkLst>
            <pc:docMk/>
            <pc:sldMk cId="2475502373" sldId="310"/>
            <ac:spMk id="22" creationId="{780E23AD-2B3E-830D-22FC-747FE549B302}"/>
          </ac:spMkLst>
        </pc:spChg>
        <pc:spChg chg="del">
          <ac:chgData name="Hironari Yamada" userId="e57621f8-ec3c-449e-bb19-001fffcc008e" providerId="ADAL" clId="{BC0BD879-F267-5CCA-8DEA-E3B2DD07DA4E}" dt="2026-06-02T01:05:09.698" v="2669" actId="478"/>
          <ac:spMkLst>
            <pc:docMk/>
            <pc:sldMk cId="2475502373" sldId="310"/>
            <ac:spMk id="23" creationId="{6A9D5951-2C9B-B94B-F989-2F0911AFC234}"/>
          </ac:spMkLst>
        </pc:spChg>
        <pc:spChg chg="add del mod">
          <ac:chgData name="Hironari Yamada" userId="e57621f8-ec3c-449e-bb19-001fffcc008e" providerId="ADAL" clId="{BC0BD879-F267-5CCA-8DEA-E3B2DD07DA4E}" dt="2026-06-02T01:06:49.774" v="2696" actId="478"/>
          <ac:spMkLst>
            <pc:docMk/>
            <pc:sldMk cId="2475502373" sldId="310"/>
            <ac:spMk id="25" creationId="{BEBE4D63-40AF-F48C-5223-B035E86A2553}"/>
          </ac:spMkLst>
        </pc:spChg>
        <pc:spChg chg="add mod">
          <ac:chgData name="Hironari Yamada" userId="e57621f8-ec3c-449e-bb19-001fffcc008e" providerId="ADAL" clId="{BC0BD879-F267-5CCA-8DEA-E3B2DD07DA4E}" dt="2026-06-02T01:06:06.555" v="2685" actId="14100"/>
          <ac:spMkLst>
            <pc:docMk/>
            <pc:sldMk cId="2475502373" sldId="310"/>
            <ac:spMk id="26" creationId="{0B81DB74-A197-A922-C27C-1E9DD01F953C}"/>
          </ac:spMkLst>
        </pc:spChg>
        <pc:spChg chg="add mod">
          <ac:chgData name="Hironari Yamada" userId="e57621f8-ec3c-449e-bb19-001fffcc008e" providerId="ADAL" clId="{BC0BD879-F267-5CCA-8DEA-E3B2DD07DA4E}" dt="2026-06-02T01:07:39.278" v="2710" actId="1076"/>
          <ac:spMkLst>
            <pc:docMk/>
            <pc:sldMk cId="2475502373" sldId="310"/>
            <ac:spMk id="27" creationId="{5B648787-19C4-0909-5CE1-EA4F46169665}"/>
          </ac:spMkLst>
        </pc:spChg>
        <pc:spChg chg="add mod">
          <ac:chgData name="Hironari Yamada" userId="e57621f8-ec3c-449e-bb19-001fffcc008e" providerId="ADAL" clId="{BC0BD879-F267-5CCA-8DEA-E3B2DD07DA4E}" dt="2026-06-02T01:07:19.415" v="2705" actId="1076"/>
          <ac:spMkLst>
            <pc:docMk/>
            <pc:sldMk cId="2475502373" sldId="310"/>
            <ac:spMk id="29" creationId="{ECBDBCA2-49AA-9319-394D-D0897B2CDC62}"/>
          </ac:spMkLst>
        </pc:spChg>
        <pc:spChg chg="add mod">
          <ac:chgData name="Hironari Yamada" userId="e57621f8-ec3c-449e-bb19-001fffcc008e" providerId="ADAL" clId="{BC0BD879-F267-5CCA-8DEA-E3B2DD07DA4E}" dt="2026-06-02T01:07:39.278" v="2710" actId="1076"/>
          <ac:spMkLst>
            <pc:docMk/>
            <pc:sldMk cId="2475502373" sldId="310"/>
            <ac:spMk id="30" creationId="{6EB1EAB2-DC59-15C5-56C8-38C3426301B6}"/>
          </ac:spMkLst>
        </pc:spChg>
        <pc:spChg chg="add mod">
          <ac:chgData name="Hironari Yamada" userId="e57621f8-ec3c-449e-bb19-001fffcc008e" providerId="ADAL" clId="{BC0BD879-F267-5CCA-8DEA-E3B2DD07DA4E}" dt="2026-06-02T01:07:39.278" v="2710" actId="1076"/>
          <ac:spMkLst>
            <pc:docMk/>
            <pc:sldMk cId="2475502373" sldId="310"/>
            <ac:spMk id="33" creationId="{59CF1CB8-8F5E-4D6D-9E31-CBBF1EC16597}"/>
          </ac:spMkLst>
        </pc:spChg>
        <pc:spChg chg="add mod">
          <ac:chgData name="Hironari Yamada" userId="e57621f8-ec3c-449e-bb19-001fffcc008e" providerId="ADAL" clId="{BC0BD879-F267-5CCA-8DEA-E3B2DD07DA4E}" dt="2026-06-02T01:07:16.217" v="2704" actId="1076"/>
          <ac:spMkLst>
            <pc:docMk/>
            <pc:sldMk cId="2475502373" sldId="310"/>
            <ac:spMk id="34" creationId="{21C6C0F2-2D52-99DB-0579-AC79151ACAFD}"/>
          </ac:spMkLst>
        </pc:spChg>
        <pc:spChg chg="add mod">
          <ac:chgData name="Hironari Yamada" userId="e57621f8-ec3c-449e-bb19-001fffcc008e" providerId="ADAL" clId="{BC0BD879-F267-5CCA-8DEA-E3B2DD07DA4E}" dt="2026-06-02T01:07:39.278" v="2710" actId="1076"/>
          <ac:spMkLst>
            <pc:docMk/>
            <pc:sldMk cId="2475502373" sldId="310"/>
            <ac:spMk id="35" creationId="{BDF3221B-3E4B-D380-84CB-19ECF190F02C}"/>
          </ac:spMkLst>
        </pc:spChg>
        <pc:spChg chg="add mod">
          <ac:chgData name="Hironari Yamada" userId="e57621f8-ec3c-449e-bb19-001fffcc008e" providerId="ADAL" clId="{BC0BD879-F267-5CCA-8DEA-E3B2DD07DA4E}" dt="2026-06-02T01:07:39.278" v="2710" actId="1076"/>
          <ac:spMkLst>
            <pc:docMk/>
            <pc:sldMk cId="2475502373" sldId="310"/>
            <ac:spMk id="37" creationId="{4EADCA3C-8E05-4617-7D0C-EC8D64D248E8}"/>
          </ac:spMkLst>
        </pc:spChg>
        <pc:spChg chg="add mod">
          <ac:chgData name="Hironari Yamada" userId="e57621f8-ec3c-449e-bb19-001fffcc008e" providerId="ADAL" clId="{BC0BD879-F267-5CCA-8DEA-E3B2DD07DA4E}" dt="2026-06-02T01:07:39.278" v="2710" actId="1076"/>
          <ac:spMkLst>
            <pc:docMk/>
            <pc:sldMk cId="2475502373" sldId="310"/>
            <ac:spMk id="38" creationId="{7F0468E1-57AA-3670-D256-8F2D09B97D1A}"/>
          </ac:spMkLst>
        </pc:spChg>
        <pc:spChg chg="del">
          <ac:chgData name="Hironari Yamada" userId="e57621f8-ec3c-449e-bb19-001fffcc008e" providerId="ADAL" clId="{BC0BD879-F267-5CCA-8DEA-E3B2DD07DA4E}" dt="2026-06-02T01:05:09.698" v="2669" actId="478"/>
          <ac:spMkLst>
            <pc:docMk/>
            <pc:sldMk cId="2475502373" sldId="310"/>
            <ac:spMk id="40" creationId="{B56672BE-C296-CB9F-AED2-D97565FC5D6C}"/>
          </ac:spMkLst>
        </pc:spChg>
        <pc:spChg chg="del">
          <ac:chgData name="Hironari Yamada" userId="e57621f8-ec3c-449e-bb19-001fffcc008e" providerId="ADAL" clId="{BC0BD879-F267-5CCA-8DEA-E3B2DD07DA4E}" dt="2026-06-02T01:05:09.698" v="2669" actId="478"/>
          <ac:spMkLst>
            <pc:docMk/>
            <pc:sldMk cId="2475502373" sldId="310"/>
            <ac:spMk id="41" creationId="{3BC3416A-27DC-A9FD-681C-1B2266B399F8}"/>
          </ac:spMkLst>
        </pc:spChg>
        <pc:spChg chg="del">
          <ac:chgData name="Hironari Yamada" userId="e57621f8-ec3c-449e-bb19-001fffcc008e" providerId="ADAL" clId="{BC0BD879-F267-5CCA-8DEA-E3B2DD07DA4E}" dt="2026-06-02T01:05:09.698" v="2669" actId="478"/>
          <ac:spMkLst>
            <pc:docMk/>
            <pc:sldMk cId="2475502373" sldId="310"/>
            <ac:spMk id="43" creationId="{7BF6DD25-B74E-B587-4862-E3AF6CFCE61C}"/>
          </ac:spMkLst>
        </pc:spChg>
        <pc:spChg chg="del">
          <ac:chgData name="Hironari Yamada" userId="e57621f8-ec3c-449e-bb19-001fffcc008e" providerId="ADAL" clId="{BC0BD879-F267-5CCA-8DEA-E3B2DD07DA4E}" dt="2026-06-02T01:05:09.698" v="2669" actId="478"/>
          <ac:spMkLst>
            <pc:docMk/>
            <pc:sldMk cId="2475502373" sldId="310"/>
            <ac:spMk id="46" creationId="{FB4A5863-B3FD-F902-BECB-FB8106E2E739}"/>
          </ac:spMkLst>
        </pc:spChg>
        <pc:spChg chg="del">
          <ac:chgData name="Hironari Yamada" userId="e57621f8-ec3c-449e-bb19-001fffcc008e" providerId="ADAL" clId="{BC0BD879-F267-5CCA-8DEA-E3B2DD07DA4E}" dt="2026-06-02T01:05:09.698" v="2669" actId="478"/>
          <ac:spMkLst>
            <pc:docMk/>
            <pc:sldMk cId="2475502373" sldId="310"/>
            <ac:spMk id="48" creationId="{D1838A48-9E9D-55F0-F7CC-E4CD6309FF19}"/>
          </ac:spMkLst>
        </pc:spChg>
        <pc:spChg chg="del">
          <ac:chgData name="Hironari Yamada" userId="e57621f8-ec3c-449e-bb19-001fffcc008e" providerId="ADAL" clId="{BC0BD879-F267-5CCA-8DEA-E3B2DD07DA4E}" dt="2026-06-02T01:05:09.698" v="2669" actId="478"/>
          <ac:spMkLst>
            <pc:docMk/>
            <pc:sldMk cId="2475502373" sldId="310"/>
            <ac:spMk id="49" creationId="{8F24D8B6-DF84-0120-9070-0CCB7ADF18BA}"/>
          </ac:spMkLst>
        </pc:spChg>
        <pc:grpChg chg="mod">
          <ac:chgData name="Hironari Yamada" userId="e57621f8-ec3c-449e-bb19-001fffcc008e" providerId="ADAL" clId="{BC0BD879-F267-5CCA-8DEA-E3B2DD07DA4E}" dt="2026-06-02T01:05:22.968" v="2672" actId="1076"/>
          <ac:grpSpMkLst>
            <pc:docMk/>
            <pc:sldMk cId="2475502373" sldId="310"/>
            <ac:grpSpMk id="9" creationId="{CF161FA0-1933-FCB9-2026-0B18388A0F06}"/>
          </ac:grpSpMkLst>
        </pc:grpChg>
        <pc:grpChg chg="mod">
          <ac:chgData name="Hironari Yamada" userId="e57621f8-ec3c-449e-bb19-001fffcc008e" providerId="ADAL" clId="{BC0BD879-F267-5CCA-8DEA-E3B2DD07DA4E}" dt="2026-06-02T01:05:22.968" v="2672" actId="1076"/>
          <ac:grpSpMkLst>
            <pc:docMk/>
            <pc:sldMk cId="2475502373" sldId="310"/>
            <ac:grpSpMk id="16" creationId="{A8A69633-EB04-9C00-3880-BC8D0804FC1F}"/>
          </ac:grpSpMkLst>
        </pc:grpChg>
        <pc:picChg chg="mod">
          <ac:chgData name="Hironari Yamada" userId="e57621f8-ec3c-449e-bb19-001fffcc008e" providerId="ADAL" clId="{BC0BD879-F267-5CCA-8DEA-E3B2DD07DA4E}" dt="2026-06-02T01:05:22.968" v="2672" actId="1076"/>
          <ac:picMkLst>
            <pc:docMk/>
            <pc:sldMk cId="2475502373" sldId="310"/>
            <ac:picMk id="11" creationId="{2A454B10-4D63-5214-2293-31FE818733FC}"/>
          </ac:picMkLst>
        </pc:picChg>
        <pc:picChg chg="mod">
          <ac:chgData name="Hironari Yamada" userId="e57621f8-ec3c-449e-bb19-001fffcc008e" providerId="ADAL" clId="{BC0BD879-F267-5CCA-8DEA-E3B2DD07DA4E}" dt="2026-06-02T01:05:22.968" v="2672" actId="1076"/>
          <ac:picMkLst>
            <pc:docMk/>
            <pc:sldMk cId="2475502373" sldId="310"/>
            <ac:picMk id="17" creationId="{DCA25B56-63B9-939A-5983-D157CE5E1E2C}"/>
          </ac:picMkLst>
        </pc:picChg>
        <pc:picChg chg="mod">
          <ac:chgData name="Hironari Yamada" userId="e57621f8-ec3c-449e-bb19-001fffcc008e" providerId="ADAL" clId="{BC0BD879-F267-5CCA-8DEA-E3B2DD07DA4E}" dt="2026-06-02T01:05:22.968" v="2672" actId="1076"/>
          <ac:picMkLst>
            <pc:docMk/>
            <pc:sldMk cId="2475502373" sldId="310"/>
            <ac:picMk id="18" creationId="{604F3FBB-1044-8DE3-B356-CB5054E48348}"/>
          </ac:picMkLst>
        </pc:picChg>
        <pc:picChg chg="mod">
          <ac:chgData name="Hironari Yamada" userId="e57621f8-ec3c-449e-bb19-001fffcc008e" providerId="ADAL" clId="{BC0BD879-F267-5CCA-8DEA-E3B2DD07DA4E}" dt="2026-06-02T01:06:18.831" v="2688" actId="1076"/>
          <ac:picMkLst>
            <pc:docMk/>
            <pc:sldMk cId="2475502373" sldId="310"/>
            <ac:picMk id="28" creationId="{363BA36E-2409-6011-17B5-F8C655691ABE}"/>
          </ac:picMkLst>
        </pc:picChg>
      </pc:sldChg>
      <pc:sldChg chg="modSp add mod">
        <pc:chgData name="Hironari Yamada" userId="e57621f8-ec3c-449e-bb19-001fffcc008e" providerId="ADAL" clId="{BC0BD879-F267-5CCA-8DEA-E3B2DD07DA4E}" dt="2026-06-02T07:01:50.659" v="4231" actId="20577"/>
        <pc:sldMkLst>
          <pc:docMk/>
          <pc:sldMk cId="989975386" sldId="311"/>
        </pc:sldMkLst>
        <pc:spChg chg="mod">
          <ac:chgData name="Hironari Yamada" userId="e57621f8-ec3c-449e-bb19-001fffcc008e" providerId="ADAL" clId="{BC0BD879-F267-5CCA-8DEA-E3B2DD07DA4E}" dt="2026-06-02T05:29:56.803" v="3294" actId="20577"/>
          <ac:spMkLst>
            <pc:docMk/>
            <pc:sldMk cId="989975386" sldId="311"/>
            <ac:spMk id="2" creationId="{32E4FF9D-6AFD-BE56-8B7E-3C45754AB356}"/>
          </ac:spMkLst>
        </pc:spChg>
        <pc:spChg chg="mod">
          <ac:chgData name="Hironari Yamada" userId="e57621f8-ec3c-449e-bb19-001fffcc008e" providerId="ADAL" clId="{BC0BD879-F267-5CCA-8DEA-E3B2DD07DA4E}" dt="2026-06-02T07:01:50.659" v="4231" actId="20577"/>
          <ac:spMkLst>
            <pc:docMk/>
            <pc:sldMk cId="989975386" sldId="311"/>
            <ac:spMk id="5" creationId="{BD18DD0F-B123-1D80-9F73-570DD1E8BD97}"/>
          </ac:spMkLst>
        </pc:spChg>
      </pc:sldChg>
      <pc:sldChg chg="modSp add mod">
        <pc:chgData name="Hironari Yamada" userId="e57621f8-ec3c-449e-bb19-001fffcc008e" providerId="ADAL" clId="{BC0BD879-F267-5CCA-8DEA-E3B2DD07DA4E}" dt="2026-06-02T05:29:59.684" v="3296" actId="20577"/>
        <pc:sldMkLst>
          <pc:docMk/>
          <pc:sldMk cId="2949765170" sldId="312"/>
        </pc:sldMkLst>
        <pc:spChg chg="mod">
          <ac:chgData name="Hironari Yamada" userId="e57621f8-ec3c-449e-bb19-001fffcc008e" providerId="ADAL" clId="{BC0BD879-F267-5CCA-8DEA-E3B2DD07DA4E}" dt="2026-06-02T05:29:59.684" v="3296" actId="20577"/>
          <ac:spMkLst>
            <pc:docMk/>
            <pc:sldMk cId="2949765170" sldId="312"/>
            <ac:spMk id="2" creationId="{F9EE1852-F29B-4E05-913D-6372838D7E31}"/>
          </ac:spMkLst>
        </pc:spChg>
      </pc:sldChg>
      <pc:sldChg chg="addSp delSp modSp add mod">
        <pc:chgData name="Hironari Yamada" userId="e57621f8-ec3c-449e-bb19-001fffcc008e" providerId="ADAL" clId="{BC0BD879-F267-5CCA-8DEA-E3B2DD07DA4E}" dt="2026-06-02T05:37:08.482" v="3412"/>
        <pc:sldMkLst>
          <pc:docMk/>
          <pc:sldMk cId="4104577453" sldId="313"/>
        </pc:sldMkLst>
        <pc:spChg chg="mod">
          <ac:chgData name="Hironari Yamada" userId="e57621f8-ec3c-449e-bb19-001fffcc008e" providerId="ADAL" clId="{BC0BD879-F267-5CCA-8DEA-E3B2DD07DA4E}" dt="2026-06-02T05:30:04.182" v="3298" actId="20577"/>
          <ac:spMkLst>
            <pc:docMk/>
            <pc:sldMk cId="4104577453" sldId="313"/>
            <ac:spMk id="2" creationId="{C77BD6E3-4B35-4128-8298-1CBA7EC0598E}"/>
          </ac:spMkLst>
        </pc:spChg>
        <pc:spChg chg="mod">
          <ac:chgData name="Hironari Yamada" userId="e57621f8-ec3c-449e-bb19-001fffcc008e" providerId="ADAL" clId="{BC0BD879-F267-5CCA-8DEA-E3B2DD07DA4E}" dt="2026-06-02T05:37:08.482" v="3412"/>
          <ac:spMkLst>
            <pc:docMk/>
            <pc:sldMk cId="4104577453" sldId="313"/>
            <ac:spMk id="5" creationId="{1F985C46-1D69-4FF9-818B-1918F8CF68CE}"/>
          </ac:spMkLst>
        </pc:spChg>
        <pc:spChg chg="del">
          <ac:chgData name="Hironari Yamada" userId="e57621f8-ec3c-449e-bb19-001fffcc008e" providerId="ADAL" clId="{BC0BD879-F267-5CCA-8DEA-E3B2DD07DA4E}" dt="2026-06-02T05:36:50.195" v="3406" actId="478"/>
          <ac:spMkLst>
            <pc:docMk/>
            <pc:sldMk cId="4104577453" sldId="313"/>
            <ac:spMk id="6" creationId="{93B252E5-24E6-4A12-9B35-641729B1AEE0}"/>
          </ac:spMkLst>
        </pc:spChg>
        <pc:spChg chg="add mod">
          <ac:chgData name="Hironari Yamada" userId="e57621f8-ec3c-449e-bb19-001fffcc008e" providerId="ADAL" clId="{BC0BD879-F267-5CCA-8DEA-E3B2DD07DA4E}" dt="2026-06-02T05:37:02.372" v="3411" actId="1076"/>
          <ac:spMkLst>
            <pc:docMk/>
            <pc:sldMk cId="4104577453" sldId="313"/>
            <ac:spMk id="9" creationId="{C8DAC6A3-B4DF-B382-A798-1FEFF4757A3E}"/>
          </ac:spMkLst>
        </pc:spChg>
        <pc:spChg chg="mod">
          <ac:chgData name="Hironari Yamada" userId="e57621f8-ec3c-449e-bb19-001fffcc008e" providerId="ADAL" clId="{BC0BD879-F267-5CCA-8DEA-E3B2DD07DA4E}" dt="2026-06-02T05:30:12.934" v="3299"/>
          <ac:spMkLst>
            <pc:docMk/>
            <pc:sldMk cId="4104577453" sldId="313"/>
            <ac:spMk id="11" creationId="{688AF7A7-2372-4029-BF07-9ADFEFFB1D90}"/>
          </ac:spMkLst>
        </pc:spChg>
        <pc:spChg chg="mod">
          <ac:chgData name="Hironari Yamada" userId="e57621f8-ec3c-449e-bb19-001fffcc008e" providerId="ADAL" clId="{BC0BD879-F267-5CCA-8DEA-E3B2DD07DA4E}" dt="2026-06-02T05:36:12.161" v="3389" actId="167"/>
          <ac:spMkLst>
            <pc:docMk/>
            <pc:sldMk cId="4104577453" sldId="313"/>
            <ac:spMk id="12" creationId="{D6DD9BC7-C0F5-25AA-1269-EABFC464B38D}"/>
          </ac:spMkLst>
        </pc:spChg>
        <pc:spChg chg="mod">
          <ac:chgData name="Hironari Yamada" userId="e57621f8-ec3c-449e-bb19-001fffcc008e" providerId="ADAL" clId="{BC0BD879-F267-5CCA-8DEA-E3B2DD07DA4E}" dt="2026-06-02T05:34:28.676" v="3361" actId="20577"/>
          <ac:spMkLst>
            <pc:docMk/>
            <pc:sldMk cId="4104577453" sldId="313"/>
            <ac:spMk id="16" creationId="{2CA8863C-569D-1356-54EA-50B5A1715B81}"/>
          </ac:spMkLst>
        </pc:spChg>
        <pc:spChg chg="mod">
          <ac:chgData name="Hironari Yamada" userId="e57621f8-ec3c-449e-bb19-001fffcc008e" providerId="ADAL" clId="{BC0BD879-F267-5CCA-8DEA-E3B2DD07DA4E}" dt="2026-06-02T05:34:35.989" v="3386" actId="20577"/>
          <ac:spMkLst>
            <pc:docMk/>
            <pc:sldMk cId="4104577453" sldId="313"/>
            <ac:spMk id="17" creationId="{03388C3E-0983-797D-CDBD-F99998B11FC4}"/>
          </ac:spMkLst>
        </pc:spChg>
        <pc:spChg chg="mod">
          <ac:chgData name="Hironari Yamada" userId="e57621f8-ec3c-449e-bb19-001fffcc008e" providerId="ADAL" clId="{BC0BD879-F267-5CCA-8DEA-E3B2DD07DA4E}" dt="2026-06-02T05:36:39.376" v="3404" actId="1076"/>
          <ac:spMkLst>
            <pc:docMk/>
            <pc:sldMk cId="4104577453" sldId="313"/>
            <ac:spMk id="18" creationId="{09824AE4-7E7C-CE3E-664E-8D640867EDD5}"/>
          </ac:spMkLst>
        </pc:spChg>
        <pc:spChg chg="mod">
          <ac:chgData name="Hironari Yamada" userId="e57621f8-ec3c-449e-bb19-001fffcc008e" providerId="ADAL" clId="{BC0BD879-F267-5CCA-8DEA-E3B2DD07DA4E}" dt="2026-06-02T05:36:41.596" v="3405" actId="14100"/>
          <ac:spMkLst>
            <pc:docMk/>
            <pc:sldMk cId="4104577453" sldId="313"/>
            <ac:spMk id="19" creationId="{9C087A91-F439-E912-170B-3611F3E777E5}"/>
          </ac:spMkLst>
        </pc:spChg>
        <pc:picChg chg="add mod">
          <ac:chgData name="Hironari Yamada" userId="e57621f8-ec3c-449e-bb19-001fffcc008e" providerId="ADAL" clId="{BC0BD879-F267-5CCA-8DEA-E3B2DD07DA4E}" dt="2026-06-02T05:34:22.066" v="3334" actId="1076"/>
          <ac:picMkLst>
            <pc:docMk/>
            <pc:sldMk cId="4104577453" sldId="313"/>
            <ac:picMk id="3" creationId="{67497A7B-D712-6EEF-ECB8-002336FDB39D}"/>
          </ac:picMkLst>
        </pc:picChg>
        <pc:picChg chg="add mod">
          <ac:chgData name="Hironari Yamada" userId="e57621f8-ec3c-449e-bb19-001fffcc008e" providerId="ADAL" clId="{BC0BD879-F267-5CCA-8DEA-E3B2DD07DA4E}" dt="2026-06-02T05:36:27.110" v="3394" actId="14100"/>
          <ac:picMkLst>
            <pc:docMk/>
            <pc:sldMk cId="4104577453" sldId="313"/>
            <ac:picMk id="7" creationId="{9A29C6A1-8774-7986-79B9-9720F9222369}"/>
          </ac:picMkLst>
        </pc:picChg>
        <pc:picChg chg="del">
          <ac:chgData name="Hironari Yamada" userId="e57621f8-ec3c-449e-bb19-001fffcc008e" providerId="ADAL" clId="{BC0BD879-F267-5CCA-8DEA-E3B2DD07DA4E}" dt="2026-06-02T05:36:04.403" v="3387" actId="478"/>
          <ac:picMkLst>
            <pc:docMk/>
            <pc:sldMk cId="4104577453" sldId="313"/>
            <ac:picMk id="8" creationId="{00000000-0000-0000-0000-000000000000}"/>
          </ac:picMkLst>
        </pc:picChg>
        <pc:picChg chg="del">
          <ac:chgData name="Hironari Yamada" userId="e57621f8-ec3c-449e-bb19-001fffcc008e" providerId="ADAL" clId="{BC0BD879-F267-5CCA-8DEA-E3B2DD07DA4E}" dt="2026-06-02T05:34:05.512" v="3329" actId="478"/>
          <ac:picMkLst>
            <pc:docMk/>
            <pc:sldMk cId="4104577453" sldId="313"/>
            <ac:picMk id="13" creationId="{665E9F90-B34D-79E0-F139-1DC13C408243}"/>
          </ac:picMkLst>
        </pc:picChg>
      </pc:sldChg>
      <pc:sldChg chg="addSp delSp modSp add mod modNotesTx">
        <pc:chgData name="Hironari Yamada" userId="e57621f8-ec3c-449e-bb19-001fffcc008e" providerId="ADAL" clId="{BC0BD879-F267-5CCA-8DEA-E3B2DD07DA4E}" dt="2026-06-02T07:16:06.106" v="5009" actId="20577"/>
        <pc:sldMkLst>
          <pc:docMk/>
          <pc:sldMk cId="1505172297" sldId="314"/>
        </pc:sldMkLst>
        <pc:spChg chg="mod">
          <ac:chgData name="Hironari Yamada" userId="e57621f8-ec3c-449e-bb19-001fffcc008e" providerId="ADAL" clId="{BC0BD879-F267-5CCA-8DEA-E3B2DD07DA4E}" dt="2026-06-02T06:39:02.657" v="3624" actId="20577"/>
          <ac:spMkLst>
            <pc:docMk/>
            <pc:sldMk cId="1505172297" sldId="314"/>
            <ac:spMk id="5" creationId="{C56FA376-DEA7-81C1-538E-9702C012D16A}"/>
          </ac:spMkLst>
        </pc:spChg>
        <pc:spChg chg="del">
          <ac:chgData name="Hironari Yamada" userId="e57621f8-ec3c-449e-bb19-001fffcc008e" providerId="ADAL" clId="{BC0BD879-F267-5CCA-8DEA-E3B2DD07DA4E}" dt="2026-06-02T06:39:43.060" v="3629" actId="478"/>
          <ac:spMkLst>
            <pc:docMk/>
            <pc:sldMk cId="1505172297" sldId="314"/>
            <ac:spMk id="6" creationId="{448381B7-2634-533F-8B6B-B924D686FBCE}"/>
          </ac:spMkLst>
        </pc:spChg>
        <pc:spChg chg="del">
          <ac:chgData name="Hironari Yamada" userId="e57621f8-ec3c-449e-bb19-001fffcc008e" providerId="ADAL" clId="{BC0BD879-F267-5CCA-8DEA-E3B2DD07DA4E}" dt="2026-06-02T06:39:40.061" v="3628" actId="478"/>
          <ac:spMkLst>
            <pc:docMk/>
            <pc:sldMk cId="1505172297" sldId="314"/>
            <ac:spMk id="9" creationId="{358E8866-F2F8-44D3-3F4C-84E935D949FC}"/>
          </ac:spMkLst>
        </pc:spChg>
        <pc:spChg chg="mod">
          <ac:chgData name="Hironari Yamada" userId="e57621f8-ec3c-449e-bb19-001fffcc008e" providerId="ADAL" clId="{BC0BD879-F267-5CCA-8DEA-E3B2DD07DA4E}" dt="2026-06-02T06:38:45.490" v="3528" actId="20577"/>
          <ac:spMkLst>
            <pc:docMk/>
            <pc:sldMk cId="1505172297" sldId="314"/>
            <ac:spMk id="11" creationId="{5C651C1F-D4E4-4115-1BE3-1D2E964E9E6E}"/>
          </ac:spMkLst>
        </pc:spChg>
        <pc:spChg chg="add mod">
          <ac:chgData name="Hironari Yamada" userId="e57621f8-ec3c-449e-bb19-001fffcc008e" providerId="ADAL" clId="{BC0BD879-F267-5CCA-8DEA-E3B2DD07DA4E}" dt="2026-06-02T07:15:19.721" v="4917" actId="14100"/>
          <ac:spMkLst>
            <pc:docMk/>
            <pc:sldMk cId="1505172297" sldId="314"/>
            <ac:spMk id="16" creationId="{57DB2D0C-56CE-DDAE-BE3A-E0A56197F9FD}"/>
          </ac:spMkLst>
        </pc:spChg>
        <pc:spChg chg="add mod">
          <ac:chgData name="Hironari Yamada" userId="e57621f8-ec3c-449e-bb19-001fffcc008e" providerId="ADAL" clId="{BC0BD879-F267-5CCA-8DEA-E3B2DD07DA4E}" dt="2026-06-02T07:15:37.196" v="4959" actId="14100"/>
          <ac:spMkLst>
            <pc:docMk/>
            <pc:sldMk cId="1505172297" sldId="314"/>
            <ac:spMk id="17" creationId="{3C7B7A38-012B-8F3B-D70E-BD4A03EB62EA}"/>
          </ac:spMkLst>
        </pc:spChg>
        <pc:spChg chg="add mod">
          <ac:chgData name="Hironari Yamada" userId="e57621f8-ec3c-449e-bb19-001fffcc008e" providerId="ADAL" clId="{BC0BD879-F267-5CCA-8DEA-E3B2DD07DA4E}" dt="2026-06-02T07:15:33.868" v="4958" actId="14100"/>
          <ac:spMkLst>
            <pc:docMk/>
            <pc:sldMk cId="1505172297" sldId="314"/>
            <ac:spMk id="18" creationId="{24B0BFF5-82F3-849B-665C-C7FAF8E09B2C}"/>
          </ac:spMkLst>
        </pc:spChg>
        <pc:spChg chg="add mod">
          <ac:chgData name="Hironari Yamada" userId="e57621f8-ec3c-449e-bb19-001fffcc008e" providerId="ADAL" clId="{BC0BD879-F267-5CCA-8DEA-E3B2DD07DA4E}" dt="2026-06-02T07:15:51.263" v="4988" actId="20577"/>
          <ac:spMkLst>
            <pc:docMk/>
            <pc:sldMk cId="1505172297" sldId="314"/>
            <ac:spMk id="19" creationId="{243C6618-168C-68E2-9240-A98EF8D47801}"/>
          </ac:spMkLst>
        </pc:spChg>
        <pc:spChg chg="add mod">
          <ac:chgData name="Hironari Yamada" userId="e57621f8-ec3c-449e-bb19-001fffcc008e" providerId="ADAL" clId="{BC0BD879-F267-5CCA-8DEA-E3B2DD07DA4E}" dt="2026-06-02T07:15:56.564" v="4990" actId="1076"/>
          <ac:spMkLst>
            <pc:docMk/>
            <pc:sldMk cId="1505172297" sldId="314"/>
            <ac:spMk id="20" creationId="{5033CC15-854C-0251-15B7-C3396138B95A}"/>
          </ac:spMkLst>
        </pc:spChg>
        <pc:spChg chg="add mod">
          <ac:chgData name="Hironari Yamada" userId="e57621f8-ec3c-449e-bb19-001fffcc008e" providerId="ADAL" clId="{BC0BD879-F267-5CCA-8DEA-E3B2DD07DA4E}" dt="2026-06-02T07:16:06.106" v="5009" actId="20577"/>
          <ac:spMkLst>
            <pc:docMk/>
            <pc:sldMk cId="1505172297" sldId="314"/>
            <ac:spMk id="21" creationId="{2B226E8A-2034-3B31-2F53-80749388B1B0}"/>
          </ac:spMkLst>
        </pc:spChg>
        <pc:picChg chg="add del mod">
          <ac:chgData name="Hironari Yamada" userId="e57621f8-ec3c-449e-bb19-001fffcc008e" providerId="ADAL" clId="{BC0BD879-F267-5CCA-8DEA-E3B2DD07DA4E}" dt="2026-06-02T06:39:49.512" v="3632" actId="478"/>
          <ac:picMkLst>
            <pc:docMk/>
            <pc:sldMk cId="1505172297" sldId="314"/>
            <ac:picMk id="7" creationId="{2BB8CCFF-82EA-54CE-9021-FCDB4225F480}"/>
          </ac:picMkLst>
        </pc:picChg>
        <pc:picChg chg="add mod">
          <ac:chgData name="Hironari Yamada" userId="e57621f8-ec3c-449e-bb19-001fffcc008e" providerId="ADAL" clId="{BC0BD879-F267-5CCA-8DEA-E3B2DD07DA4E}" dt="2026-06-02T06:41:07.087" v="3637" actId="14100"/>
          <ac:picMkLst>
            <pc:docMk/>
            <pc:sldMk cId="1505172297" sldId="314"/>
            <ac:picMk id="10" creationId="{7EC91513-00D0-E9CA-4F04-C48D8A5C4643}"/>
          </ac:picMkLst>
        </pc:picChg>
        <pc:picChg chg="del">
          <ac:chgData name="Hironari Yamada" userId="e57621f8-ec3c-449e-bb19-001fffcc008e" providerId="ADAL" clId="{BC0BD879-F267-5CCA-8DEA-E3B2DD07DA4E}" dt="2026-06-02T06:39:04.360" v="3625" actId="478"/>
          <ac:picMkLst>
            <pc:docMk/>
            <pc:sldMk cId="1505172297" sldId="314"/>
            <ac:picMk id="13" creationId="{539F3AB8-C58A-1600-23E6-EAA2DB655722}"/>
          </ac:picMkLst>
        </pc:picChg>
        <pc:picChg chg="add mod">
          <ac:chgData name="Hironari Yamada" userId="e57621f8-ec3c-449e-bb19-001fffcc008e" providerId="ADAL" clId="{BC0BD879-F267-5CCA-8DEA-E3B2DD07DA4E}" dt="2026-06-02T06:41:19.730" v="3642" actId="14100"/>
          <ac:picMkLst>
            <pc:docMk/>
            <pc:sldMk cId="1505172297" sldId="314"/>
            <ac:picMk id="15" creationId="{AC8F1F77-7ADA-B013-E70C-674782308377}"/>
          </ac:picMkLst>
        </pc:picChg>
      </pc:sldChg>
      <pc:sldChg chg="delSp modSp add del mod">
        <pc:chgData name="Hironari Yamada" userId="e57621f8-ec3c-449e-bb19-001fffcc008e" providerId="ADAL" clId="{BC0BD879-F267-5CCA-8DEA-E3B2DD07DA4E}" dt="2026-06-02T06:48:44.355" v="4009" actId="2696"/>
        <pc:sldMkLst>
          <pc:docMk/>
          <pc:sldMk cId="4053863368" sldId="315"/>
        </pc:sldMkLst>
        <pc:spChg chg="mod">
          <ac:chgData name="Hironari Yamada" userId="e57621f8-ec3c-449e-bb19-001fffcc008e" providerId="ADAL" clId="{BC0BD879-F267-5CCA-8DEA-E3B2DD07DA4E}" dt="2026-06-02T06:46:42.818" v="3832" actId="20577"/>
          <ac:spMkLst>
            <pc:docMk/>
            <pc:sldMk cId="4053863368" sldId="315"/>
            <ac:spMk id="11" creationId="{26A617E6-DBE4-A8AE-BC55-EEAD4EFDFBCB}"/>
          </ac:spMkLst>
        </pc:spChg>
        <pc:picChg chg="del">
          <ac:chgData name="Hironari Yamada" userId="e57621f8-ec3c-449e-bb19-001fffcc008e" providerId="ADAL" clId="{BC0BD879-F267-5CCA-8DEA-E3B2DD07DA4E}" dt="2026-06-02T06:46:45.173" v="3833" actId="478"/>
          <ac:picMkLst>
            <pc:docMk/>
            <pc:sldMk cId="4053863368" sldId="315"/>
            <ac:picMk id="7" creationId="{15503F40-F3F1-1EE4-B98A-D77856166EBF}"/>
          </ac:picMkLst>
        </pc:picChg>
      </pc:sldChg>
      <pc:sldChg chg="modSp add mod">
        <pc:chgData name="Hironari Yamada" userId="e57621f8-ec3c-449e-bb19-001fffcc008e" providerId="ADAL" clId="{BC0BD879-F267-5CCA-8DEA-E3B2DD07DA4E}" dt="2026-06-02T07:01:33.562" v="4191" actId="20577"/>
        <pc:sldMkLst>
          <pc:docMk/>
          <pc:sldMk cId="4116125106" sldId="316"/>
        </pc:sldMkLst>
        <pc:spChg chg="mod">
          <ac:chgData name="Hironari Yamada" userId="e57621f8-ec3c-449e-bb19-001fffcc008e" providerId="ADAL" clId="{BC0BD879-F267-5CCA-8DEA-E3B2DD07DA4E}" dt="2026-06-02T07:01:33.562" v="4191" actId="20577"/>
          <ac:spMkLst>
            <pc:docMk/>
            <pc:sldMk cId="4116125106" sldId="316"/>
            <ac:spMk id="2" creationId="{F87B6B67-ABBB-4798-AC69-92B461DBCB18}"/>
          </ac:spMkLst>
        </pc:spChg>
      </pc:sldChg>
      <pc:sldChg chg="addSp delSp modSp add mod">
        <pc:chgData name="Hironari Yamada" userId="e57621f8-ec3c-449e-bb19-001fffcc008e" providerId="ADAL" clId="{BC0BD879-F267-5CCA-8DEA-E3B2DD07DA4E}" dt="2026-06-02T06:49:54" v="4039" actId="20577"/>
        <pc:sldMkLst>
          <pc:docMk/>
          <pc:sldMk cId="1581669842" sldId="317"/>
        </pc:sldMkLst>
        <pc:spChg chg="mod">
          <ac:chgData name="Hironari Yamada" userId="e57621f8-ec3c-449e-bb19-001fffcc008e" providerId="ADAL" clId="{BC0BD879-F267-5CCA-8DEA-E3B2DD07DA4E}" dt="2026-06-02T06:47:50.736" v="3844" actId="20577"/>
          <ac:spMkLst>
            <pc:docMk/>
            <pc:sldMk cId="1581669842" sldId="317"/>
            <ac:spMk id="2" creationId="{97AACDB5-BE05-BE35-B363-1F7C55E29A6C}"/>
          </ac:spMkLst>
        </pc:spChg>
        <pc:spChg chg="add mod">
          <ac:chgData name="Hironari Yamada" userId="e57621f8-ec3c-449e-bb19-001fffcc008e" providerId="ADAL" clId="{BC0BD879-F267-5CCA-8DEA-E3B2DD07DA4E}" dt="2026-06-02T06:49:54" v="4039" actId="20577"/>
          <ac:spMkLst>
            <pc:docMk/>
            <pc:sldMk cId="1581669842" sldId="317"/>
            <ac:spMk id="3" creationId="{5C3B7D5F-DE2D-FBE3-0BF7-0C532E8D0BE7}"/>
          </ac:spMkLst>
        </pc:spChg>
        <pc:spChg chg="mod">
          <ac:chgData name="Hironari Yamada" userId="e57621f8-ec3c-449e-bb19-001fffcc008e" providerId="ADAL" clId="{BC0BD879-F267-5CCA-8DEA-E3B2DD07DA4E}" dt="2026-06-02T06:48:07.598" v="3943" actId="20577"/>
          <ac:spMkLst>
            <pc:docMk/>
            <pc:sldMk cId="1581669842" sldId="317"/>
            <ac:spMk id="5" creationId="{5401C085-074D-01ED-F3E7-38B2E904B138}"/>
          </ac:spMkLst>
        </pc:spChg>
        <pc:spChg chg="mod">
          <ac:chgData name="Hironari Yamada" userId="e57621f8-ec3c-449e-bb19-001fffcc008e" providerId="ADAL" clId="{BC0BD879-F267-5CCA-8DEA-E3B2DD07DA4E}" dt="2026-06-02T06:48:32.227" v="3970" actId="20577"/>
          <ac:spMkLst>
            <pc:docMk/>
            <pc:sldMk cId="1581669842" sldId="317"/>
            <ac:spMk id="9" creationId="{947531FC-BBF2-98CC-67ED-CA312DC853CF}"/>
          </ac:spMkLst>
        </pc:spChg>
        <pc:spChg chg="mod">
          <ac:chgData name="Hironari Yamada" userId="e57621f8-ec3c-449e-bb19-001fffcc008e" providerId="ADAL" clId="{BC0BD879-F267-5CCA-8DEA-E3B2DD07DA4E}" dt="2026-06-02T06:47:45.376" v="3836"/>
          <ac:spMkLst>
            <pc:docMk/>
            <pc:sldMk cId="1581669842" sldId="317"/>
            <ac:spMk id="11" creationId="{BED62085-E511-B8BB-E840-9A8A3E4A3C8C}"/>
          </ac:spMkLst>
        </pc:spChg>
        <pc:spChg chg="mod">
          <ac:chgData name="Hironari Yamada" userId="e57621f8-ec3c-449e-bb19-001fffcc008e" providerId="ADAL" clId="{BC0BD879-F267-5CCA-8DEA-E3B2DD07DA4E}" dt="2026-06-02T06:48:21.093" v="3947" actId="14100"/>
          <ac:spMkLst>
            <pc:docMk/>
            <pc:sldMk cId="1581669842" sldId="317"/>
            <ac:spMk id="20" creationId="{23DA6884-21BE-4780-3C38-0F26C56F2E85}"/>
          </ac:spMkLst>
        </pc:spChg>
        <pc:spChg chg="del">
          <ac:chgData name="Hironari Yamada" userId="e57621f8-ec3c-449e-bb19-001fffcc008e" providerId="ADAL" clId="{BC0BD879-F267-5CCA-8DEA-E3B2DD07DA4E}" dt="2026-06-02T06:48:10.552" v="3944" actId="478"/>
          <ac:spMkLst>
            <pc:docMk/>
            <pc:sldMk cId="1581669842" sldId="317"/>
            <ac:spMk id="21" creationId="{F93053B0-C710-151A-0CF4-78A3C6486AF8}"/>
          </ac:spMkLst>
        </pc:spChg>
      </pc:sldChg>
      <pc:sldChg chg="delSp modSp add mod modNotesTx">
        <pc:chgData name="Hironari Yamada" userId="e57621f8-ec3c-449e-bb19-001fffcc008e" providerId="ADAL" clId="{BC0BD879-F267-5CCA-8DEA-E3B2DD07DA4E}" dt="2026-06-02T07:37:42.932" v="5977" actId="20577"/>
        <pc:sldMkLst>
          <pc:docMk/>
          <pc:sldMk cId="1195585506" sldId="318"/>
        </pc:sldMkLst>
        <pc:spChg chg="del">
          <ac:chgData name="Hironari Yamada" userId="e57621f8-ec3c-449e-bb19-001fffcc008e" providerId="ADAL" clId="{BC0BD879-F267-5CCA-8DEA-E3B2DD07DA4E}" dt="2026-06-02T07:28:53.578" v="5498" actId="478"/>
          <ac:spMkLst>
            <pc:docMk/>
            <pc:sldMk cId="1195585506" sldId="318"/>
            <ac:spMk id="3" creationId="{5276D710-2110-CA15-5CB5-2604814A9E32}"/>
          </ac:spMkLst>
        </pc:spChg>
        <pc:spChg chg="mod">
          <ac:chgData name="Hironari Yamada" userId="e57621f8-ec3c-449e-bb19-001fffcc008e" providerId="ADAL" clId="{BC0BD879-F267-5CCA-8DEA-E3B2DD07DA4E}" dt="2026-06-02T07:37:42.932" v="5977" actId="20577"/>
          <ac:spMkLst>
            <pc:docMk/>
            <pc:sldMk cId="1195585506" sldId="318"/>
            <ac:spMk id="5" creationId="{19639740-62C3-184F-9103-89FC45C7115A}"/>
          </ac:spMkLst>
        </pc:spChg>
        <pc:spChg chg="del">
          <ac:chgData name="Hironari Yamada" userId="e57621f8-ec3c-449e-bb19-001fffcc008e" providerId="ADAL" clId="{BC0BD879-F267-5CCA-8DEA-E3B2DD07DA4E}" dt="2026-06-02T07:26:18.403" v="5482" actId="478"/>
          <ac:spMkLst>
            <pc:docMk/>
            <pc:sldMk cId="1195585506" sldId="318"/>
            <ac:spMk id="6" creationId="{6DAC50BA-9310-CB04-DCEC-3EC27CC3C4BE}"/>
          </ac:spMkLst>
        </pc:spChg>
        <pc:spChg chg="del">
          <ac:chgData name="Hironari Yamada" userId="e57621f8-ec3c-449e-bb19-001fffcc008e" providerId="ADAL" clId="{BC0BD879-F267-5CCA-8DEA-E3B2DD07DA4E}" dt="2026-06-02T07:26:18.403" v="5482" actId="478"/>
          <ac:spMkLst>
            <pc:docMk/>
            <pc:sldMk cId="1195585506" sldId="318"/>
            <ac:spMk id="7" creationId="{C46F268C-3C96-FEA4-C3D9-47954519A056}"/>
          </ac:spMkLst>
        </pc:spChg>
        <pc:spChg chg="del">
          <ac:chgData name="Hironari Yamada" userId="e57621f8-ec3c-449e-bb19-001fffcc008e" providerId="ADAL" clId="{BC0BD879-F267-5CCA-8DEA-E3B2DD07DA4E}" dt="2026-06-02T07:26:18.403" v="5482" actId="478"/>
          <ac:spMkLst>
            <pc:docMk/>
            <pc:sldMk cId="1195585506" sldId="318"/>
            <ac:spMk id="9" creationId="{61787E27-F02C-78F6-5668-913DCD72EC62}"/>
          </ac:spMkLst>
        </pc:spChg>
        <pc:spChg chg="del">
          <ac:chgData name="Hironari Yamada" userId="e57621f8-ec3c-449e-bb19-001fffcc008e" providerId="ADAL" clId="{BC0BD879-F267-5CCA-8DEA-E3B2DD07DA4E}" dt="2026-06-02T07:26:18.403" v="5482" actId="478"/>
          <ac:spMkLst>
            <pc:docMk/>
            <pc:sldMk cId="1195585506" sldId="318"/>
            <ac:spMk id="10" creationId="{3C50F2A1-AEA1-8D0F-430A-9299FDF375C7}"/>
          </ac:spMkLst>
        </pc:spChg>
        <pc:spChg chg="del">
          <ac:chgData name="Hironari Yamada" userId="e57621f8-ec3c-449e-bb19-001fffcc008e" providerId="ADAL" clId="{BC0BD879-F267-5CCA-8DEA-E3B2DD07DA4E}" dt="2026-06-02T07:26:18.403" v="5482" actId="478"/>
          <ac:spMkLst>
            <pc:docMk/>
            <pc:sldMk cId="1195585506" sldId="318"/>
            <ac:spMk id="12" creationId="{297F28EE-68B6-6A79-B00B-00A57E7BC066}"/>
          </ac:spMkLst>
        </pc:spChg>
        <pc:spChg chg="del">
          <ac:chgData name="Hironari Yamada" userId="e57621f8-ec3c-449e-bb19-001fffcc008e" providerId="ADAL" clId="{BC0BD879-F267-5CCA-8DEA-E3B2DD07DA4E}" dt="2026-06-02T07:26:18.403" v="5482" actId="478"/>
          <ac:spMkLst>
            <pc:docMk/>
            <pc:sldMk cId="1195585506" sldId="318"/>
            <ac:spMk id="13" creationId="{32A8D61C-743A-29ED-E08A-1E9D4354D6E4}"/>
          </ac:spMkLst>
        </pc:spChg>
        <pc:spChg chg="del">
          <ac:chgData name="Hironari Yamada" userId="e57621f8-ec3c-449e-bb19-001fffcc008e" providerId="ADAL" clId="{BC0BD879-F267-5CCA-8DEA-E3B2DD07DA4E}" dt="2026-06-02T07:26:18.403" v="5482" actId="478"/>
          <ac:spMkLst>
            <pc:docMk/>
            <pc:sldMk cId="1195585506" sldId="318"/>
            <ac:spMk id="15" creationId="{DA480E11-38A6-26EC-1E62-B8B37C174A71}"/>
          </ac:spMkLst>
        </pc:spChg>
        <pc:spChg chg="del">
          <ac:chgData name="Hironari Yamada" userId="e57621f8-ec3c-449e-bb19-001fffcc008e" providerId="ADAL" clId="{BC0BD879-F267-5CCA-8DEA-E3B2DD07DA4E}" dt="2026-06-02T07:26:18.403" v="5482" actId="478"/>
          <ac:spMkLst>
            <pc:docMk/>
            <pc:sldMk cId="1195585506" sldId="318"/>
            <ac:spMk id="16" creationId="{1BDCE42C-C980-CC19-A2F2-5DE164E02EA9}"/>
          </ac:spMkLst>
        </pc:spChg>
        <pc:spChg chg="del">
          <ac:chgData name="Hironari Yamada" userId="e57621f8-ec3c-449e-bb19-001fffcc008e" providerId="ADAL" clId="{BC0BD879-F267-5CCA-8DEA-E3B2DD07DA4E}" dt="2026-06-02T07:26:18.403" v="5482" actId="478"/>
          <ac:spMkLst>
            <pc:docMk/>
            <pc:sldMk cId="1195585506" sldId="318"/>
            <ac:spMk id="17" creationId="{CE9FDC55-4A9A-B566-6E79-ADDE0403ADF6}"/>
          </ac:spMkLst>
        </pc:spChg>
        <pc:spChg chg="del">
          <ac:chgData name="Hironari Yamada" userId="e57621f8-ec3c-449e-bb19-001fffcc008e" providerId="ADAL" clId="{BC0BD879-F267-5CCA-8DEA-E3B2DD07DA4E}" dt="2026-06-02T07:26:18.403" v="5482" actId="478"/>
          <ac:spMkLst>
            <pc:docMk/>
            <pc:sldMk cId="1195585506" sldId="318"/>
            <ac:spMk id="20" creationId="{FDA55D37-EB15-C065-8D9D-BEB0C5CDDA57}"/>
          </ac:spMkLst>
        </pc:spChg>
        <pc:spChg chg="mod">
          <ac:chgData name="Hironari Yamada" userId="e57621f8-ec3c-449e-bb19-001fffcc008e" providerId="ADAL" clId="{BC0BD879-F267-5CCA-8DEA-E3B2DD07DA4E}" dt="2026-06-02T07:26:14.938" v="5481" actId="20577"/>
          <ac:spMkLst>
            <pc:docMk/>
            <pc:sldMk cId="1195585506" sldId="318"/>
            <ac:spMk id="27" creationId="{BB992865-9495-35DB-3567-584803B15B9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スライド1「Azure Container Instances をつかった Web サーバ構築」。本文の粒度は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スライド2「今日のゴール」。本文の粒度は HTML に合わせる。</a:t>
            </a:r>
          </a:p>
          <a:p>
            <a:r>
              <a:t>講師メモ: 第3回の VM と第4回のコンテナ/ACI の責任分界と操作体験の違いを強調する。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スライド3「前回の振り返り」。本文の粒度は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スライド4「VM で管理したもの」。本文の粒度は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スライド5「コンテナで考え方を変える」。本文の粒度は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9E81-0832-902D-3F02-4514FC91B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A244C-092A-EC2C-D7D5-B07DD64CF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11EBDE-A9CE-2671-E4B6-0C809043B35A}"/>
              </a:ext>
            </a:extLst>
          </p:cNvPr>
          <p:cNvSpPr>
            <a:spLocks noGrp="1"/>
          </p:cNvSpPr>
          <p:nvPr>
            <p:ph type="body" idx="1"/>
          </p:nvPr>
        </p:nvSpPr>
        <p:spPr/>
        <p:txBody>
          <a:bodyPr/>
          <a:lstStyle/>
          <a:p>
            <a:r>
              <a:t>HTML一次情報: スライド5「コンテナで考え方を変える」。本文の粒度は HTML に合わせる。</a:t>
            </a:r>
          </a:p>
        </p:txBody>
      </p:sp>
      <p:sp>
        <p:nvSpPr>
          <p:cNvPr id="4" name="Slide Number Placeholder 3">
            <a:extLst>
              <a:ext uri="{FF2B5EF4-FFF2-40B4-BE49-F238E27FC236}">
                <a16:creationId xmlns:a16="http://schemas.microsoft.com/office/drawing/2014/main" id="{13E6D1CC-7802-9807-934D-7DE56656CB5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87216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18CC8-C9C8-C672-8797-F24D87B56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31F60-F2B7-A7A1-CB62-18C8A42C6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14BC5-3DE7-1C23-48BB-40E13B2C4641}"/>
              </a:ext>
            </a:extLst>
          </p:cNvPr>
          <p:cNvSpPr>
            <a:spLocks noGrp="1"/>
          </p:cNvSpPr>
          <p:nvPr>
            <p:ph type="body" idx="1"/>
          </p:nvPr>
        </p:nvSpPr>
        <p:spPr/>
        <p:txBody>
          <a:bodyPr/>
          <a:lstStyle/>
          <a:p>
            <a:r>
              <a:t>HTML一次情報: スライド5「コンテナで考え方を変える」。本文の粒度は HTML に合わせる。</a:t>
            </a:r>
          </a:p>
        </p:txBody>
      </p:sp>
      <p:sp>
        <p:nvSpPr>
          <p:cNvPr id="4" name="Slide Number Placeholder 3">
            <a:extLst>
              <a:ext uri="{FF2B5EF4-FFF2-40B4-BE49-F238E27FC236}">
                <a16:creationId xmlns:a16="http://schemas.microsoft.com/office/drawing/2014/main" id="{1C5F8294-A993-1558-5C01-472926F40AD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89694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D3AC5-C0BC-9227-ED03-68A02F73F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6962A-AAEA-832C-298F-F5B44823B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F1DBE-4F23-0828-0593-4F2653B05172}"/>
              </a:ext>
            </a:extLst>
          </p:cNvPr>
          <p:cNvSpPr>
            <a:spLocks noGrp="1"/>
          </p:cNvSpPr>
          <p:nvPr>
            <p:ph type="body" idx="1"/>
          </p:nvPr>
        </p:nvSpPr>
        <p:spPr/>
        <p:txBody>
          <a:bodyPr/>
          <a:lstStyle/>
          <a:p>
            <a:r>
              <a:rPr dirty="0" err="1"/>
              <a:t>HTML一次情報</a:t>
            </a:r>
            <a:r>
              <a:rPr dirty="0"/>
              <a:t>: スライド5「コンテナで考え方を変える」。</a:t>
            </a:r>
            <a:r>
              <a:rPr dirty="0" err="1"/>
              <a:t>本文の粒度は</a:t>
            </a:r>
            <a:r>
              <a:rPr dirty="0"/>
              <a:t> HTML </a:t>
            </a:r>
            <a:r>
              <a:rPr dirty="0" err="1"/>
              <a:t>に合わせる</a:t>
            </a:r>
            <a:r>
              <a:rPr dirty="0"/>
              <a:t>。</a:t>
            </a:r>
          </a:p>
        </p:txBody>
      </p:sp>
      <p:sp>
        <p:nvSpPr>
          <p:cNvPr id="4" name="Slide Number Placeholder 3">
            <a:extLst>
              <a:ext uri="{FF2B5EF4-FFF2-40B4-BE49-F238E27FC236}">
                <a16:creationId xmlns:a16="http://schemas.microsoft.com/office/drawing/2014/main" id="{D67B5E9A-ADCE-053B-2943-E86C828F73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24762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443C8-E951-F98D-83B9-07B30BAA3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A3117-053E-6596-E81C-76122E756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EA382-F1B1-39A9-6D87-2CB75C579FF9}"/>
              </a:ext>
            </a:extLst>
          </p:cNvPr>
          <p:cNvSpPr>
            <a:spLocks noGrp="1"/>
          </p:cNvSpPr>
          <p:nvPr>
            <p:ph type="body" idx="1"/>
          </p:nvPr>
        </p:nvSpPr>
        <p:spPr/>
        <p:txBody>
          <a:bodyPr/>
          <a:lstStyle/>
          <a:p>
            <a:r>
              <a:rPr dirty="0" err="1"/>
              <a:t>HTML一次情報</a:t>
            </a:r>
            <a:r>
              <a:rPr dirty="0"/>
              <a:t>: スライド5「コンテナで考え方を変える」。</a:t>
            </a:r>
            <a:r>
              <a:rPr dirty="0" err="1"/>
              <a:t>本文の粒度は</a:t>
            </a:r>
            <a:r>
              <a:rPr dirty="0"/>
              <a:t> HTML </a:t>
            </a:r>
            <a:r>
              <a:rPr dirty="0" err="1"/>
              <a:t>に合わせる</a:t>
            </a:r>
            <a:r>
              <a:rPr dirty="0"/>
              <a:t>。</a:t>
            </a:r>
          </a:p>
        </p:txBody>
      </p:sp>
      <p:sp>
        <p:nvSpPr>
          <p:cNvPr id="4" name="Slide Number Placeholder 3">
            <a:extLst>
              <a:ext uri="{FF2B5EF4-FFF2-40B4-BE49-F238E27FC236}">
                <a16:creationId xmlns:a16="http://schemas.microsoft.com/office/drawing/2014/main" id="{AAD30D11-50B4-BDF3-664A-C5DCA1216DD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66547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11975-A64D-DC1A-C66F-238369176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8E846-6963-EA31-0A27-9121D7546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6F65D-FDF8-6C31-F79D-DB507CA13B73}"/>
              </a:ext>
            </a:extLst>
          </p:cNvPr>
          <p:cNvSpPr>
            <a:spLocks noGrp="1"/>
          </p:cNvSpPr>
          <p:nvPr>
            <p:ph type="body" idx="1"/>
          </p:nvPr>
        </p:nvSpPr>
        <p:spPr/>
        <p:txBody>
          <a:bodyPr/>
          <a:lstStyle/>
          <a:p>
            <a:r>
              <a:t>HTML一次情報: スライド10「レジストリの役割」。本文の粒度は HTML に合わせる。</a:t>
            </a:r>
          </a:p>
          <a:p>
            <a:r>
              <a:t>重要: ACR はイメージ保管場所、ACI は実行場所。共有 ACR は講師管理で、受講者の削除対象に含めない。</a:t>
            </a:r>
          </a:p>
        </p:txBody>
      </p:sp>
      <p:sp>
        <p:nvSpPr>
          <p:cNvPr id="4" name="Slide Number Placeholder 3">
            <a:extLst>
              <a:ext uri="{FF2B5EF4-FFF2-40B4-BE49-F238E27FC236}">
                <a16:creationId xmlns:a16="http://schemas.microsoft.com/office/drawing/2014/main" id="{F133F936-BDB4-3184-76E1-3BFEFB8025F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4910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CCFD-1082-4E56-471F-195E694E4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123AF-6ABB-4606-2575-1D4A5F676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CCB369-1347-D5F9-D2B7-E377074E1B56}"/>
              </a:ext>
            </a:extLst>
          </p:cNvPr>
          <p:cNvSpPr>
            <a:spLocks noGrp="1"/>
          </p:cNvSpPr>
          <p:nvPr>
            <p:ph type="body" idx="1"/>
          </p:nvPr>
        </p:nvSpPr>
        <p:spPr/>
        <p:txBody>
          <a:bodyPr/>
          <a:lstStyle/>
          <a:p>
            <a:r>
              <a:rPr dirty="0" err="1"/>
              <a:t>HTML一次情報</a:t>
            </a:r>
            <a:r>
              <a:rPr dirty="0"/>
              <a:t>: スライド10「レジストリの役割」。</a:t>
            </a:r>
            <a:r>
              <a:rPr dirty="0" err="1"/>
              <a:t>本文の粒度は</a:t>
            </a:r>
            <a:r>
              <a:rPr dirty="0"/>
              <a:t> HTML </a:t>
            </a:r>
            <a:r>
              <a:rPr dirty="0" err="1"/>
              <a:t>に合わせる</a:t>
            </a:r>
            <a:r>
              <a:rPr dirty="0"/>
              <a:t>。</a:t>
            </a:r>
          </a:p>
          <a:p>
            <a:r>
              <a:rPr dirty="0" err="1"/>
              <a:t>重要</a:t>
            </a:r>
            <a:r>
              <a:rPr dirty="0"/>
              <a:t>: ACR </a:t>
            </a:r>
            <a:r>
              <a:rPr dirty="0" err="1"/>
              <a:t>はイメージ保管場所、ACI</a:t>
            </a:r>
            <a:r>
              <a:rPr dirty="0"/>
              <a:t> </a:t>
            </a:r>
            <a:r>
              <a:rPr dirty="0" err="1"/>
              <a:t>は実行場所。共有</a:t>
            </a:r>
            <a:r>
              <a:rPr dirty="0"/>
              <a:t> ACR </a:t>
            </a:r>
            <a:r>
              <a:rPr dirty="0" err="1"/>
              <a:t>は講師管理で、受講者の削除対象に含めない</a:t>
            </a:r>
            <a:r>
              <a:rPr dirty="0"/>
              <a:t>。</a:t>
            </a:r>
          </a:p>
        </p:txBody>
      </p:sp>
      <p:sp>
        <p:nvSpPr>
          <p:cNvPr id="4" name="Slide Number Placeholder 3">
            <a:extLst>
              <a:ext uri="{FF2B5EF4-FFF2-40B4-BE49-F238E27FC236}">
                <a16:creationId xmlns:a16="http://schemas.microsoft.com/office/drawing/2014/main" id="{2A33E72E-CF94-F38D-45E6-9F71F5E48D8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32974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8BAF-7CB4-A721-ABD0-32AD137DF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ED217-0C52-A274-39B3-0ACAB01B4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C9833-C040-4273-402C-4DA757096D92}"/>
              </a:ext>
            </a:extLst>
          </p:cNvPr>
          <p:cNvSpPr>
            <a:spLocks noGrp="1"/>
          </p:cNvSpPr>
          <p:nvPr>
            <p:ph type="body" idx="1"/>
          </p:nvPr>
        </p:nvSpPr>
        <p:spPr/>
        <p:txBody>
          <a:bodyPr/>
          <a:lstStyle/>
          <a:p>
            <a:r>
              <a:rPr dirty="0" err="1"/>
              <a:t>HTML一次情報</a:t>
            </a:r>
            <a:r>
              <a:rPr dirty="0"/>
              <a:t>: スライド10「レジストリの役割」。</a:t>
            </a:r>
            <a:r>
              <a:rPr dirty="0" err="1"/>
              <a:t>本文の粒度は</a:t>
            </a:r>
            <a:r>
              <a:rPr dirty="0"/>
              <a:t> HTML </a:t>
            </a:r>
            <a:r>
              <a:rPr dirty="0" err="1"/>
              <a:t>に合わせる</a:t>
            </a:r>
            <a:r>
              <a:rPr dirty="0"/>
              <a:t>。</a:t>
            </a:r>
          </a:p>
          <a:p>
            <a:r>
              <a:rPr dirty="0" err="1"/>
              <a:t>重要</a:t>
            </a:r>
            <a:r>
              <a:rPr dirty="0"/>
              <a:t>: ACR </a:t>
            </a:r>
            <a:r>
              <a:rPr dirty="0" err="1"/>
              <a:t>はイメージ保管場所、ACI</a:t>
            </a:r>
            <a:r>
              <a:rPr dirty="0"/>
              <a:t> </a:t>
            </a:r>
            <a:r>
              <a:rPr dirty="0" err="1"/>
              <a:t>は実行場所。共有</a:t>
            </a:r>
            <a:r>
              <a:rPr dirty="0"/>
              <a:t> ACR </a:t>
            </a:r>
            <a:r>
              <a:rPr dirty="0" err="1"/>
              <a:t>は講師管理で、受講者の削除対象に含めない</a:t>
            </a:r>
            <a:r>
              <a:rPr dirty="0"/>
              <a:t>。</a:t>
            </a:r>
          </a:p>
        </p:txBody>
      </p:sp>
      <p:sp>
        <p:nvSpPr>
          <p:cNvPr id="4" name="Slide Number Placeholder 3">
            <a:extLst>
              <a:ext uri="{FF2B5EF4-FFF2-40B4-BE49-F238E27FC236}">
                <a16:creationId xmlns:a16="http://schemas.microsoft.com/office/drawing/2014/main" id="{43F758F0-EFA8-85F9-0384-73AF329AD66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49185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39B0-8BAA-B4C4-860D-E7D687F28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274B5-46B5-B70C-B92A-BA7C3DF22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FF8F2-1D16-157E-D39B-5A5AD9B5B7C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0A8BBE3-A752-125C-C3DF-529AF50B4C1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43376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スライド17「今日作るアーキテクチャ」。本文の粒度は HTML に合わせる。</a:t>
            </a:r>
          </a:p>
          <a:p>
            <a:r>
              <a:t>講師メモ: 第3回の VM と第4回のコンテナ/ACI の責任分界と操作体験の違いを強調する。</a:t>
            </a:r>
          </a:p>
          <a:p>
            <a:r>
              <a:t>重要: ACR はイメージ保管場所、ACI は実行場所。共有 ACR は講師管理で、受講者の削除対象に含めない。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スライド18「ハンズオンで使う値」。本文の粒度は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スライド19「ハンズオンの流れ」。本文の粒度は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スライド20「Azure Portal にサインイン」。本文の粒度は HTML に合わせる。</a:t>
            </a:r>
          </a:p>
          <a:p>
            <a:r>
              <a:t>操作メモ: Portal 操作は Basic、Image、Networking、Review、Running 確認の順序を保つ。スクリーンショットは加工しない。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スライド17「リソースグループを作成する」。本文の粒度は HTML に合わせる。</a:t>
            </a:r>
          </a:p>
          <a:p>
            <a:r>
              <a:t>操作メモ: スクリーンショットの順序を崩さず、Portal の実画面確認として扱う。マスク済み情報は推測しない。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9FAD-259C-8586-A572-C4AEF4D4E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87BB6-8D01-035E-F8A4-D9A26BF8A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C68F3A-B9B4-A588-D881-59E0A4BB1739}"/>
              </a:ext>
            </a:extLst>
          </p:cNvPr>
          <p:cNvSpPr>
            <a:spLocks noGrp="1"/>
          </p:cNvSpPr>
          <p:nvPr>
            <p:ph type="body" idx="1"/>
          </p:nvPr>
        </p:nvSpPr>
        <p:spPr/>
        <p:txBody>
          <a:bodyPr/>
          <a:lstStyle/>
          <a:p>
            <a:r>
              <a:t>HTML一次情報: スライド17「リソースグループを作成する」。本文の粒度は HTML に合わせる。</a:t>
            </a:r>
          </a:p>
          <a:p>
            <a:r>
              <a:t>操作メモ: スクリーンショットの順序を崩さず、Portal の実画面確認として扱う。マスク済み情報は推測しない。</a:t>
            </a:r>
          </a:p>
        </p:txBody>
      </p:sp>
      <p:sp>
        <p:nvSpPr>
          <p:cNvPr id="4" name="Slide Number Placeholder 3">
            <a:extLst>
              <a:ext uri="{FF2B5EF4-FFF2-40B4-BE49-F238E27FC236}">
                <a16:creationId xmlns:a16="http://schemas.microsoft.com/office/drawing/2014/main" id="{78E8C023-DF13-BD80-E3BF-8279830F1FF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1084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スライド18「リソースグループ作成を確認する」。本文の粒度は HTML に合わせる。</a:t>
            </a:r>
          </a:p>
          <a:p>
            <a:r>
              <a:t>操作メモ: スクリーンショットの順序を崩さず、Portal の実画面確認として扱う。マスク済み情報は推測しない。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スライド19「VM 作成を開始する」。本文の粒度は HTML に合わせる。</a:t>
            </a:r>
          </a:p>
          <a:p>
            <a:r>
              <a:t>操作メモ: スクリーンショットの順序を崩さず、Portal の実画面確認として扱う。マスク済み情報は推測しない。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スライド24「基本情報を入力する」。本文の粒度は HTML に合わせる。</a:t>
            </a:r>
          </a:p>
          <a:p>
            <a:r>
              <a:t>操作メモ: Portal 操作は Basic、Image、Networking、Review、Running 確認の順序を保つ。スクリーンショットは加工しない。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スライド27「ネットワークを公開する」。本文の粒度は HTML に合わせる。</a:t>
            </a:r>
          </a:p>
          <a:p>
            <a:r>
              <a:t>操作メモ: Portal 操作は Basic、Image、Networking、Review、Running 確認の順序を保つ。スクリーンショットは加工しない。</a:t>
            </a:r>
          </a:p>
          <a:p>
            <a:r>
              <a:t>トラブル時: Running、FQDN、HTTP、TCP 80、イメージ名、ACR pull の順に確認する。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A0B8E-3E7B-47D4-C287-9F6792D80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19969F-64C6-DA8A-233C-66326853F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28075F-F5FC-41DF-593E-9517F03036A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211C4D1-6BE6-D2E5-9832-F922844151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22098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スライド29「タグを設定する」。本文の粒度は HTML に合わせる。</a:t>
            </a:r>
          </a:p>
          <a:p>
            <a:r>
              <a:t>操作メモ: Portal 操作は Basic、Image、Networking、Review、Running 確認の順序を保つ。スクリーンショットは加工しない。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スライド31「デプロイ完了を待つ」。本文の粒度は HTML に合わせる。</a:t>
            </a:r>
          </a:p>
          <a:p>
            <a:r>
              <a:t>操作メモ: Portal 操作は Basic、Image、Networking、Review、Running 確認の順序を保つ。スクリーンショットは加工しない。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BFB5A-AF84-ADE9-D3AE-5AA944B7D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D0490-EF29-9629-6CBC-B8F950046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2212C-F7E7-E223-5EEB-B4AA6A2D7545}"/>
              </a:ext>
            </a:extLst>
          </p:cNvPr>
          <p:cNvSpPr>
            <a:spLocks noGrp="1"/>
          </p:cNvSpPr>
          <p:nvPr>
            <p:ph type="body" idx="1"/>
          </p:nvPr>
        </p:nvSpPr>
        <p:spPr/>
        <p:txBody>
          <a:bodyPr/>
          <a:lstStyle/>
          <a:p>
            <a:r>
              <a:t>HTML一次情報: スライド17「リソースグループを作成する」。本文の粒度は HTML に合わせる。</a:t>
            </a:r>
          </a:p>
          <a:p>
            <a:r>
              <a:t>操作メモ: スクリーンショットの順序を崩さず、Portal の実画面確認として扱う。マスク済み情報は推測しない。</a:t>
            </a:r>
          </a:p>
        </p:txBody>
      </p:sp>
      <p:sp>
        <p:nvSpPr>
          <p:cNvPr id="4" name="Slide Number Placeholder 3">
            <a:extLst>
              <a:ext uri="{FF2B5EF4-FFF2-40B4-BE49-F238E27FC236}">
                <a16:creationId xmlns:a16="http://schemas.microsoft.com/office/drawing/2014/main" id="{A2A14FC5-85E8-041E-3F79-516F7B3271A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801823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スライド32「ACI の Overview を確認する」。本文の粒度は HTML に合わせる。</a:t>
            </a:r>
          </a:p>
          <a:p>
            <a:r>
              <a:t>操作メモ: Portal 操作は Basic、Image、Networking、Review、Running 確認の順序を保つ。スクリーンショットは加工しない。</a:t>
            </a:r>
          </a:p>
          <a:p>
            <a:r>
              <a:t>トラブル時: Running、FQDN、HTTP、TCP 80、イメージ名、ACR pull の順に確認する。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スライド33「ブラウザーでアクセスする」。本文の粒度は HTML に合わせる。</a:t>
            </a:r>
          </a:p>
          <a:p>
            <a:r>
              <a:t>操作メモ: Portal 操作は Basic、Image、Networking、Review、Running 確認の順序を保つ。スクリーンショットは加工しない。</a:t>
            </a:r>
          </a:p>
          <a:p>
            <a:r>
              <a:t>トラブル時: Running、FQDN、HTTP、TCP 80、イメージ名、ACR pull の順に確認する。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スライド34「表示されないときの見方」。本文の粒度は HTML に合わせる。</a:t>
            </a:r>
          </a:p>
          <a:p>
            <a:r>
              <a:t>トラブル時: Running、FQDN、HTTP、TCP 80、イメージ名、ACR pull の順に確認する。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スライド35「ログとイベントを確認する」。本文の粒度は HTML に合わせる。</a:t>
            </a:r>
          </a:p>
          <a:p>
            <a:r>
              <a:t>トラブル時: Running、FQDN、HTTP、TCP 80、イメージ名、ACR pull の順に確認する。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スライド37「VM 構成と ACI 構成を比べる」。本文の粒度は HTML に合わせる。</a:t>
            </a:r>
          </a:p>
          <a:p>
            <a:r>
              <a:t>講師メモ: 第3回の VM と第4回のコンテナ/ACI の責任分界と操作体験の違いを強調する。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スライド38「省略された管理対象」。本文の粒度は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スライド39「省略されない設計対象」。本文の粒度は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スライド40「コストが発生する場所」。本文の粒度は HTML に合わせる。</a:t>
            </a:r>
          </a:p>
          <a:p>
            <a:r>
              <a:t>削除確認: 受講者ごとのリソースグループだけを削除し、共有 ACR を削除しないことを明確にする。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スライド41「リソースグループを削除する」。本文の粒度は HTML に合わせる。</a:t>
            </a:r>
          </a:p>
          <a:p>
            <a:r>
              <a:t>重要: ACR はイメージ保管場所、ACI は実行場所。共有 ACR は講師管理で、受講者の削除対象に含めない。</a:t>
            </a:r>
          </a:p>
          <a:p>
            <a:r>
              <a:t>削除確認: 受講者ごとのリソースグループだけを削除し、共有 ACR を削除しないことを明確にする。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スライド42「削除完了を確認する」。本文の粒度は HTML に合わせる。</a:t>
            </a:r>
          </a:p>
          <a:p>
            <a:r>
              <a:t>削除確認: 受講者ごとのリソースグループだけを削除し、共有 ACR を削除しないことを明確にする。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スライド44「よくある失敗」。本文の粒度は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スライド46「今日のまとめ」。本文の粒度は HTML に合わせる。</a:t>
            </a:r>
          </a:p>
          <a:p>
            <a:r>
              <a:t>重要: ACR はイメージ保管場所、ACI は実行場所。共有 ACR は講師管理で、受講者の削除対象に含めない。</a:t>
            </a:r>
          </a:p>
          <a:p>
            <a:r>
              <a:t>削除確認: 受講者ごとのリソースグループだけを削除し、共有 ACR を削除しないことを明確にする。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スライド47「確認クイズと QA」。本文の粒度は HTML に合わせる。</a:t>
            </a:r>
          </a:p>
          <a:p>
            <a:r>
              <a:t>重要: ACR はイメージ保管場所、ACI は実行場所。共有 ACR は講師管理で、受講者の削除対象に含めない。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AC822-08B6-9A0F-C111-98D507552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407B2-F727-9F2D-0334-F1E896881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8978A-FEC2-6FD4-E138-8193655CC6A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7A3C738-7D1E-59DF-BEA5-9D104FFBC67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29632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7.sv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sv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1.svg"/><Relationship Id="rId7"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13.svg"/><Relationship Id="rId10" Type="http://schemas.openxmlformats.org/officeDocument/2006/relationships/image" Target="../media/image15.png"/><Relationship Id="rId4" Type="http://schemas.openxmlformats.org/officeDocument/2006/relationships/image" Target="../media/image12.sv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1.svg"/><Relationship Id="rId7" Type="http://schemas.openxmlformats.org/officeDocument/2006/relationships/image" Target="../media/image5.sv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portal.azure.com/"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github.com/hironariy/AzureWorkshopForBeginners/blob/main/materials/scripts/lesson-04/acr-nginx-image-preparation.md"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F2937"/>
                </a:solidFill>
                <a:latin typeface="Meiryo UI"/>
                <a:ea typeface="Meiryo UI"/>
                <a:cs typeface="Meiryo UI"/>
              </a:defRPr>
            </a:pPr>
            <a:r>
              <a:rPr sz="2475" b="1">
                <a:solidFill>
                  <a:srgbClr val="1F2937"/>
                </a:solidFill>
                <a:latin typeface="Meiryo UI"/>
                <a:ea typeface="Meiryo UI"/>
                <a:cs typeface="Meiryo UI"/>
              </a:rPr>
              <a:t>Azure Container Instances をつかった Web サーバ構築</a:t>
            </a:r>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344054"/>
                </a:solidFill>
                <a:latin typeface="Yu Gothic UI"/>
                <a:ea typeface="Yu Gothic UI"/>
                <a:cs typeface="Yu Gothic UI"/>
              </a:defRPr>
            </a:pPr>
            <a:r>
              <a:rPr sz="1215" b="0">
                <a:solidFill>
                  <a:srgbClr val="344054"/>
                </a:solidFill>
                <a:latin typeface="Yu Gothic UI"/>
                <a:ea typeface="Yu Gothic UI"/>
                <a:cs typeface="Yu Gothic UI"/>
              </a:rPr>
              <a:t>この回では、コンテナ化された NGINX を Azure Container Instances で実行し、インターネットからアクセスできることを確認します。</a:t>
            </a:r>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第4回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オンライン座学 + ハンズオン</a:t>
            </a: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2026年7月9日</a:t>
            </a:r>
          </a:p>
        </p:txBody>
      </p:sp>
      <p:sp>
        <p:nvSpPr>
          <p:cNvPr id="11" name="正方形/長方形 10">
            <a:extLst>
              <a:ext uri="{FF2B5EF4-FFF2-40B4-BE49-F238E27FC236}">
                <a16:creationId xmlns:a16="http://schemas.microsoft.com/office/drawing/2014/main" id="{6D16A4C3-0F49-4965-9CED-BBC449382837}"/>
              </a:ext>
            </a:extLst>
          </p:cNvPr>
          <p:cNvSpPr>
            <a:spLocks noGrp="1"/>
          </p:cNvSpPr>
          <p:nvPr/>
        </p:nvSpPr>
        <p:spPr>
          <a:xfrm>
            <a:off x="742950" y="5524500"/>
            <a:ext cx="33337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講師共有 ACR の NGINX イメージを ACI で実行し、HTTP で公開します。</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97161D9-5697-427A-A34A-5CD11A5A6657}"/>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VM で作った Web サーバと同じ到達確認を、コンテナ実行環境で行います。ブラウザーで NGINX が表示できれば、本回の構成は完成です。</a:t>
            </a:r>
          </a:p>
        </p:txBody>
      </p:sp>
      <p:sp>
        <p:nvSpPr>
          <p:cNvPr id="6" name="正方形/長方形 5">
            <a:extLst>
              <a:ext uri="{FF2B5EF4-FFF2-40B4-BE49-F238E27FC236}">
                <a16:creationId xmlns:a16="http://schemas.microsoft.com/office/drawing/2014/main" id="{4EE775A5-D144-4DF4-B2EC-26D4955A6760}"/>
              </a:ext>
            </a:extLst>
          </p:cNvPr>
          <p:cNvSpPr>
            <a:spLocks noGrp="1"/>
          </p:cNvSpPr>
          <p:nvPr/>
        </p:nvSpPr>
        <p:spPr>
          <a:xfrm>
            <a:off x="685800" y="2038350"/>
            <a:ext cx="10820400" cy="3810000"/>
          </a:xfrm>
          <a:prstGeom prst="rect">
            <a:avLst/>
          </a:prstGeom>
          <a:solidFill>
            <a:srgbClr val="FFFFFF"/>
          </a:solidFill>
          <a:ln w="9525">
            <a:solidFill>
              <a:srgbClr val="D0D5DD"/>
            </a:solidFill>
            <a:prstDash val="solid"/>
          </a:ln>
        </p:spPr>
        <p:txBody>
          <a:bodyPr/>
          <a:lstStyle/>
          <a:p>
            <a:endParaRPr lang="ja-JP" altLang="en-US"/>
          </a:p>
        </p:txBody>
      </p:sp>
      <p:sp>
        <p:nvSpPr>
          <p:cNvPr id="34" name="角丸四角形 33">
            <a:extLst>
              <a:ext uri="{FF2B5EF4-FFF2-40B4-BE49-F238E27FC236}">
                <a16:creationId xmlns:a16="http://schemas.microsoft.com/office/drawing/2014/main" id="{F726C712-EB7A-4566-904D-D2135322CCF2}"/>
              </a:ext>
            </a:extLst>
          </p:cNvPr>
          <p:cNvSpPr/>
          <p:nvPr/>
        </p:nvSpPr>
        <p:spPr>
          <a:xfrm>
            <a:off x="2781298" y="3533121"/>
            <a:ext cx="1081549"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028C0192-18BA-A5F1-42CC-2A96DD864122}"/>
              </a:ext>
            </a:extLst>
          </p:cNvPr>
          <p:cNvSpPr txBox="1"/>
          <p:nvPr/>
        </p:nvSpPr>
        <p:spPr>
          <a:xfrm>
            <a:off x="2841455" y="3626546"/>
            <a:ext cx="931729"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sp>
        <p:nvSpPr>
          <p:cNvPr id="36" name="角丸四角形 35">
            <a:extLst>
              <a:ext uri="{FF2B5EF4-FFF2-40B4-BE49-F238E27FC236}">
                <a16:creationId xmlns:a16="http://schemas.microsoft.com/office/drawing/2014/main" id="{0A4579B7-006A-71CF-0C25-8C3A0EA64FD4}"/>
              </a:ext>
            </a:extLst>
          </p:cNvPr>
          <p:cNvSpPr/>
          <p:nvPr/>
        </p:nvSpPr>
        <p:spPr>
          <a:xfrm>
            <a:off x="5034114" y="2403987"/>
            <a:ext cx="2979175" cy="3101463"/>
          </a:xfrm>
          <a:prstGeom prst="roundRect">
            <a:avLst>
              <a:gd name="adj" fmla="val 8334"/>
            </a:avLst>
          </a:prstGeom>
          <a:noFill/>
          <a:ln w="9525">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角丸四角形 36">
            <a:extLst>
              <a:ext uri="{FF2B5EF4-FFF2-40B4-BE49-F238E27FC236}">
                <a16:creationId xmlns:a16="http://schemas.microsoft.com/office/drawing/2014/main" id="{0442E94B-A075-DDEA-7331-CCCE80E85650}"/>
              </a:ext>
            </a:extLst>
          </p:cNvPr>
          <p:cNvSpPr/>
          <p:nvPr/>
        </p:nvSpPr>
        <p:spPr>
          <a:xfrm>
            <a:off x="5653548" y="2780226"/>
            <a:ext cx="2054942" cy="2062162"/>
          </a:xfrm>
          <a:prstGeom prst="roundRect">
            <a:avLst>
              <a:gd name="adj" fmla="val 8334"/>
            </a:avLst>
          </a:prstGeom>
          <a:noFill/>
          <a:ln w="6350">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グラフィックス 37">
            <a:extLst>
              <a:ext uri="{FF2B5EF4-FFF2-40B4-BE49-F238E27FC236}">
                <a16:creationId xmlns:a16="http://schemas.microsoft.com/office/drawing/2014/main" id="{2A1CC8E2-03D8-5C9C-DD8E-C2DB60AEC346}"/>
              </a:ext>
            </a:extLst>
          </p:cNvPr>
          <p:cNvPicPr>
            <a:picLocks noChangeAspect="1"/>
          </p:cNvPicPr>
          <p:nvPr/>
        </p:nvPicPr>
        <p:blipFill>
          <a:blip>
            <a:grayscl/>
            <a:extLst>
              <a:ext uri="{96DAC541-7B7A-43D3-8B79-37D633B846F1}">
                <asvg:svgBlip xmlns:asvg="http://schemas.microsoft.com/office/drawing/2016/SVG/main" r:embed="rId3"/>
              </a:ext>
            </a:extLst>
          </a:blip>
          <a:stretch>
            <a:fillRect/>
          </a:stretch>
        </p:blipFill>
        <p:spPr>
          <a:xfrm>
            <a:off x="5738145" y="4485871"/>
            <a:ext cx="298415" cy="298415"/>
          </a:xfrm>
          <a:prstGeom prst="rect">
            <a:avLst/>
          </a:prstGeom>
        </p:spPr>
      </p:pic>
      <p:pic>
        <p:nvPicPr>
          <p:cNvPr id="39" name="グラフィックス 38">
            <a:extLst>
              <a:ext uri="{FF2B5EF4-FFF2-40B4-BE49-F238E27FC236}">
                <a16:creationId xmlns:a16="http://schemas.microsoft.com/office/drawing/2014/main" id="{88B9BDA8-873C-774D-27E0-996DBC0570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8129" y="2662256"/>
            <a:ext cx="298415" cy="298415"/>
          </a:xfrm>
          <a:prstGeom prst="rect">
            <a:avLst/>
          </a:prstGeom>
        </p:spPr>
      </p:pic>
      <p:pic>
        <p:nvPicPr>
          <p:cNvPr id="40" name="グラフィックス 39">
            <a:extLst>
              <a:ext uri="{FF2B5EF4-FFF2-40B4-BE49-F238E27FC236}">
                <a16:creationId xmlns:a16="http://schemas.microsoft.com/office/drawing/2014/main" id="{C4A1EC31-C27E-AF93-E037-E4D539958F25}"/>
              </a:ext>
            </a:extLst>
          </p:cNvPr>
          <p:cNvPicPr>
            <a:picLocks noChangeAspect="1"/>
          </p:cNvPicPr>
          <p:nvPr/>
        </p:nvPicPr>
        <p:blipFill>
          <a:blip>
            <a:grayscl/>
            <a:extLst>
              <a:ext uri="{96DAC541-7B7A-43D3-8B79-37D633B846F1}">
                <asvg:svgBlip xmlns:asvg="http://schemas.microsoft.com/office/drawing/2016/SVG/main" r:embed="rId5"/>
              </a:ext>
            </a:extLst>
          </a:blip>
          <a:stretch>
            <a:fillRect/>
          </a:stretch>
        </p:blipFill>
        <p:spPr>
          <a:xfrm>
            <a:off x="4548765" y="3656865"/>
            <a:ext cx="308694" cy="308694"/>
          </a:xfrm>
          <a:prstGeom prst="rect">
            <a:avLst/>
          </a:prstGeom>
        </p:spPr>
      </p:pic>
      <p:cxnSp>
        <p:nvCxnSpPr>
          <p:cNvPr id="41" name="直線コネクタ 40">
            <a:extLst>
              <a:ext uri="{FF2B5EF4-FFF2-40B4-BE49-F238E27FC236}">
                <a16:creationId xmlns:a16="http://schemas.microsoft.com/office/drawing/2014/main" id="{15C36A61-960A-F15A-C659-1D962D271EE9}"/>
              </a:ext>
            </a:extLst>
          </p:cNvPr>
          <p:cNvCxnSpPr>
            <a:cxnSpLocks/>
            <a:stCxn id="40" idx="3"/>
          </p:cNvCxnSpPr>
          <p:nvPr/>
        </p:nvCxnSpPr>
        <p:spPr>
          <a:xfrm flipV="1">
            <a:off x="4857459" y="3810875"/>
            <a:ext cx="1482016" cy="337"/>
          </a:xfrm>
          <a:prstGeom prst="line">
            <a:avLst/>
          </a:prstGeom>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862823BA-A88D-FE19-CAC1-316E88DB56C9}"/>
              </a:ext>
            </a:extLst>
          </p:cNvPr>
          <p:cNvSpPr txBox="1"/>
          <p:nvPr/>
        </p:nvSpPr>
        <p:spPr>
          <a:xfrm>
            <a:off x="5544949" y="5135969"/>
            <a:ext cx="2054942" cy="307777"/>
          </a:xfrm>
          <a:prstGeom prst="rect">
            <a:avLst/>
          </a:prstGeom>
          <a:noFill/>
        </p:spPr>
        <p:txBody>
          <a:bodyPr wrap="square" rtlCol="0">
            <a:spAutoFit/>
          </a:bodyPr>
          <a:lstStyle/>
          <a:p>
            <a:r>
              <a:rPr kumimoji="1" lang="en-US" altLang="ja-JP" sz="1400" dirty="0">
                <a:solidFill>
                  <a:schemeClr val="bg2">
                    <a:lumMod val="90000"/>
                  </a:schemeClr>
                </a:solidFill>
                <a:latin typeface="Yu Gothic UI" panose="020B0500000000000000" pitchFamily="34" charset="-128"/>
                <a:ea typeface="Yu Gothic UI" panose="020B0500000000000000" pitchFamily="34" charset="-128"/>
              </a:rPr>
              <a:t>Virtual Network (</a:t>
            </a:r>
            <a:r>
              <a:rPr kumimoji="1" lang="en-US" altLang="ja-JP" sz="1400" dirty="0" err="1">
                <a:solidFill>
                  <a:schemeClr val="bg2">
                    <a:lumMod val="90000"/>
                  </a:schemeClr>
                </a:solidFill>
                <a:latin typeface="Yu Gothic UI" panose="020B0500000000000000" pitchFamily="34" charset="-128"/>
                <a:ea typeface="Yu Gothic UI" panose="020B0500000000000000" pitchFamily="34" charset="-128"/>
              </a:rPr>
              <a:t>VNet</a:t>
            </a:r>
            <a:r>
              <a:rPr kumimoji="1" lang="en-US" altLang="ja-JP" sz="1400" dirty="0">
                <a:solidFill>
                  <a:schemeClr val="bg2">
                    <a:lumMod val="90000"/>
                  </a:schemeClr>
                </a:solidFill>
                <a:latin typeface="Yu Gothic UI" panose="020B0500000000000000" pitchFamily="34" charset="-128"/>
                <a:ea typeface="Yu Gothic UI" panose="020B0500000000000000" pitchFamily="34" charset="-128"/>
              </a:rPr>
              <a:t>)</a:t>
            </a:r>
            <a:endParaRPr kumimoji="1" lang="ja-JP" altLang="en-US" sz="1400">
              <a:solidFill>
                <a:schemeClr val="bg2">
                  <a:lumMod val="90000"/>
                </a:schemeClr>
              </a:solidFill>
              <a:latin typeface="Yu Gothic UI" panose="020B0500000000000000" pitchFamily="34" charset="-128"/>
              <a:ea typeface="Yu Gothic UI" panose="020B0500000000000000" pitchFamily="34" charset="-128"/>
            </a:endParaRPr>
          </a:p>
        </p:txBody>
      </p:sp>
      <p:pic>
        <p:nvPicPr>
          <p:cNvPr id="43" name="グラフィックス 42">
            <a:extLst>
              <a:ext uri="{FF2B5EF4-FFF2-40B4-BE49-F238E27FC236}">
                <a16:creationId xmlns:a16="http://schemas.microsoft.com/office/drawing/2014/main" id="{E1573918-8E9E-2757-DA1C-34337061012A}"/>
              </a:ext>
            </a:extLst>
          </p:cNvPr>
          <p:cNvPicPr>
            <a:picLocks noChangeAspect="1"/>
          </p:cNvPicPr>
          <p:nvPr/>
        </p:nvPicPr>
        <p:blipFill>
          <a:blip>
            <a:grayscl/>
            <a:extLst>
              <a:ext uri="{96DAC541-7B7A-43D3-8B79-37D633B846F1}">
                <asvg:svgBlip xmlns:asvg="http://schemas.microsoft.com/office/drawing/2016/SVG/main" r:embed="rId6"/>
              </a:ext>
            </a:extLst>
          </a:blip>
          <a:stretch>
            <a:fillRect/>
          </a:stretch>
        </p:blipFill>
        <p:spPr>
          <a:xfrm>
            <a:off x="5205878" y="5120321"/>
            <a:ext cx="339071" cy="339071"/>
          </a:xfrm>
          <a:prstGeom prst="rect">
            <a:avLst/>
          </a:prstGeom>
        </p:spPr>
      </p:pic>
      <p:cxnSp>
        <p:nvCxnSpPr>
          <p:cNvPr id="44" name="直線コネクタ 43">
            <a:extLst>
              <a:ext uri="{FF2B5EF4-FFF2-40B4-BE49-F238E27FC236}">
                <a16:creationId xmlns:a16="http://schemas.microsoft.com/office/drawing/2014/main" id="{5C219D38-057B-11BE-B16D-2583E22F06D8}"/>
              </a:ext>
            </a:extLst>
          </p:cNvPr>
          <p:cNvCxnSpPr>
            <a:cxnSpLocks/>
          </p:cNvCxnSpPr>
          <p:nvPr/>
        </p:nvCxnSpPr>
        <p:spPr>
          <a:xfrm>
            <a:off x="3948266" y="3599837"/>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078BAAA4-E836-0151-16E4-E5FCE83F6E4A}"/>
              </a:ext>
            </a:extLst>
          </p:cNvPr>
          <p:cNvSpPr txBox="1"/>
          <p:nvPr/>
        </p:nvSpPr>
        <p:spPr>
          <a:xfrm>
            <a:off x="3868555" y="3100214"/>
            <a:ext cx="780530"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cxnSp>
        <p:nvCxnSpPr>
          <p:cNvPr id="46" name="直線コネクタ 45">
            <a:extLst>
              <a:ext uri="{FF2B5EF4-FFF2-40B4-BE49-F238E27FC236}">
                <a16:creationId xmlns:a16="http://schemas.microsoft.com/office/drawing/2014/main" id="{279D6BC0-C389-7EEB-2EC3-B166D9F823C2}"/>
              </a:ext>
            </a:extLst>
          </p:cNvPr>
          <p:cNvCxnSpPr>
            <a:cxnSpLocks/>
          </p:cNvCxnSpPr>
          <p:nvPr/>
        </p:nvCxnSpPr>
        <p:spPr>
          <a:xfrm flipH="1">
            <a:off x="3923581" y="4002269"/>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3B20AF5C-DDA3-7DBC-062B-6912F78E4475}"/>
              </a:ext>
            </a:extLst>
          </p:cNvPr>
          <p:cNvSpPr txBox="1"/>
          <p:nvPr/>
        </p:nvSpPr>
        <p:spPr>
          <a:xfrm>
            <a:off x="5617289" y="4026221"/>
            <a:ext cx="722186"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48" name="テキスト ボックス 47">
            <a:extLst>
              <a:ext uri="{FF2B5EF4-FFF2-40B4-BE49-F238E27FC236}">
                <a16:creationId xmlns:a16="http://schemas.microsoft.com/office/drawing/2014/main" id="{9109E38E-6039-D0DE-F8EE-F589628C62AE}"/>
              </a:ext>
            </a:extLst>
          </p:cNvPr>
          <p:cNvSpPr txBox="1"/>
          <p:nvPr/>
        </p:nvSpPr>
        <p:spPr>
          <a:xfrm>
            <a:off x="6043766" y="4454873"/>
            <a:ext cx="868635" cy="307777"/>
          </a:xfrm>
          <a:prstGeom prst="rect">
            <a:avLst/>
          </a:prstGeom>
          <a:noFill/>
        </p:spPr>
        <p:txBody>
          <a:bodyPr wrap="square" rtlCol="0">
            <a:spAutoFit/>
          </a:bodyPr>
          <a:lstStyle/>
          <a:p>
            <a:r>
              <a:rPr kumimoji="1" lang="ja-JP" altLang="en-US" sz="1400">
                <a:solidFill>
                  <a:schemeClr val="bg2">
                    <a:lumMod val="90000"/>
                  </a:schemeClr>
                </a:solidFill>
                <a:latin typeface="Yu Gothic UI" panose="020B0500000000000000" pitchFamily="34" charset="-128"/>
                <a:ea typeface="Yu Gothic UI" panose="020B0500000000000000" pitchFamily="34" charset="-128"/>
              </a:rPr>
              <a:t>サブネット</a:t>
            </a:r>
          </a:p>
        </p:txBody>
      </p:sp>
      <p:sp>
        <p:nvSpPr>
          <p:cNvPr id="49" name="テキスト ボックス 48">
            <a:extLst>
              <a:ext uri="{FF2B5EF4-FFF2-40B4-BE49-F238E27FC236}">
                <a16:creationId xmlns:a16="http://schemas.microsoft.com/office/drawing/2014/main" id="{88574C8D-4A3E-EA57-0C08-A4EBE0C36955}"/>
              </a:ext>
            </a:extLst>
          </p:cNvPr>
          <p:cNvSpPr txBox="1"/>
          <p:nvPr/>
        </p:nvSpPr>
        <p:spPr>
          <a:xfrm>
            <a:off x="4263742" y="4077718"/>
            <a:ext cx="914451" cy="307777"/>
          </a:xfrm>
          <a:prstGeom prst="rect">
            <a:avLst/>
          </a:prstGeom>
          <a:noFill/>
        </p:spPr>
        <p:txBody>
          <a:bodyPr wrap="square" rtlCol="0">
            <a:spAutoFit/>
          </a:bodyPr>
          <a:lstStyle/>
          <a:p>
            <a:pPr algn="ctr"/>
            <a:r>
              <a:rPr kumimoji="1" lang="en-US" altLang="ja-JP" sz="1400" dirty="0">
                <a:solidFill>
                  <a:schemeClr val="bg2">
                    <a:lumMod val="90000"/>
                  </a:schemeClr>
                </a:solidFill>
                <a:latin typeface="Yu Gothic UI" panose="020B0500000000000000" pitchFamily="34" charset="-128"/>
                <a:ea typeface="Yu Gothic UI" panose="020B0500000000000000" pitchFamily="34" charset="-128"/>
              </a:rPr>
              <a:t>Public IP</a:t>
            </a:r>
            <a:endParaRPr kumimoji="1" lang="ja-JP" altLang="en-US" sz="1400">
              <a:solidFill>
                <a:schemeClr val="bg2">
                  <a:lumMod val="90000"/>
                </a:schemeClr>
              </a:solidFill>
              <a:latin typeface="Yu Gothic UI" panose="020B0500000000000000" pitchFamily="34" charset="-128"/>
              <a:ea typeface="Yu Gothic UI" panose="020B0500000000000000" pitchFamily="34" charset="-128"/>
            </a:endParaRPr>
          </a:p>
        </p:txBody>
      </p:sp>
      <p:sp>
        <p:nvSpPr>
          <p:cNvPr id="50" name="テキスト ボックス 49">
            <a:extLst>
              <a:ext uri="{FF2B5EF4-FFF2-40B4-BE49-F238E27FC236}">
                <a16:creationId xmlns:a16="http://schemas.microsoft.com/office/drawing/2014/main" id="{3C7AB890-1F11-A40C-CE1D-4A0D14C22E65}"/>
              </a:ext>
            </a:extLst>
          </p:cNvPr>
          <p:cNvSpPr txBox="1"/>
          <p:nvPr/>
        </p:nvSpPr>
        <p:spPr>
          <a:xfrm>
            <a:off x="5754295" y="2466473"/>
            <a:ext cx="622054"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NSG</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1" name="グラフィックス 50">
            <a:extLst>
              <a:ext uri="{FF2B5EF4-FFF2-40B4-BE49-F238E27FC236}">
                <a16:creationId xmlns:a16="http://schemas.microsoft.com/office/drawing/2014/main" id="{5DDDF8A4-7E6B-F606-9624-5F0CDA78E64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6734" y="3562271"/>
            <a:ext cx="497208" cy="497208"/>
          </a:xfrm>
          <a:prstGeom prst="rect">
            <a:avLst/>
          </a:prstGeom>
        </p:spPr>
      </p:pic>
      <p:sp>
        <p:nvSpPr>
          <p:cNvPr id="52" name="テキスト ボックス 51">
            <a:extLst>
              <a:ext uri="{FF2B5EF4-FFF2-40B4-BE49-F238E27FC236}">
                <a16:creationId xmlns:a16="http://schemas.microsoft.com/office/drawing/2014/main" id="{6DA4D6D0-B7D8-BC75-4CC2-5EE9C0825E47}"/>
              </a:ext>
            </a:extLst>
          </p:cNvPr>
          <p:cNvSpPr txBox="1"/>
          <p:nvPr/>
        </p:nvSpPr>
        <p:spPr>
          <a:xfrm>
            <a:off x="6192591" y="4091285"/>
            <a:ext cx="914451"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ACI</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3" name="グラフィックス 52">
            <a:extLst>
              <a:ext uri="{FF2B5EF4-FFF2-40B4-BE49-F238E27FC236}">
                <a16:creationId xmlns:a16="http://schemas.microsoft.com/office/drawing/2014/main" id="{3F0AB2F8-C17A-A4F1-61FD-87CF47ADF1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61234" y="3561624"/>
            <a:ext cx="542975" cy="542975"/>
          </a:xfrm>
          <a:prstGeom prst="rect">
            <a:avLst/>
          </a:prstGeom>
        </p:spPr>
      </p:pic>
      <p:sp>
        <p:nvSpPr>
          <p:cNvPr id="54" name="テキスト ボックス 53">
            <a:extLst>
              <a:ext uri="{FF2B5EF4-FFF2-40B4-BE49-F238E27FC236}">
                <a16:creationId xmlns:a16="http://schemas.microsoft.com/office/drawing/2014/main" id="{4B4F2113-E739-F1E8-641C-F71EC425E8BC}"/>
              </a:ext>
            </a:extLst>
          </p:cNvPr>
          <p:cNvSpPr txBox="1"/>
          <p:nvPr/>
        </p:nvSpPr>
        <p:spPr>
          <a:xfrm>
            <a:off x="8175497" y="4146773"/>
            <a:ext cx="948325"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ACR</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55" name="直線矢印コネクタ 54">
            <a:extLst>
              <a:ext uri="{FF2B5EF4-FFF2-40B4-BE49-F238E27FC236}">
                <a16:creationId xmlns:a16="http://schemas.microsoft.com/office/drawing/2014/main" id="{758E6CAC-1DBD-3C14-E056-9E8F89449698}"/>
              </a:ext>
            </a:extLst>
          </p:cNvPr>
          <p:cNvCxnSpPr/>
          <p:nvPr/>
        </p:nvCxnSpPr>
        <p:spPr>
          <a:xfrm flipH="1">
            <a:off x="7020232" y="3810875"/>
            <a:ext cx="115526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ADCCEDA0-EAF9-9029-E403-78E125896D0F}"/>
              </a:ext>
            </a:extLst>
          </p:cNvPr>
          <p:cNvSpPr txBox="1"/>
          <p:nvPr/>
        </p:nvSpPr>
        <p:spPr>
          <a:xfrm>
            <a:off x="7202744" y="3332494"/>
            <a:ext cx="853691" cy="430887"/>
          </a:xfrm>
          <a:prstGeom prst="rect">
            <a:avLst/>
          </a:prstGeom>
          <a:noFill/>
        </p:spPr>
        <p:txBody>
          <a:bodyPr wrap="square" rtlCol="0">
            <a:spAutoFit/>
          </a:bodyPr>
          <a:lstStyle/>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コンテナイメージを</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pull</a:t>
            </a:r>
            <a:endPar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CB79A72D-15CA-4938-BB10-547FF30827F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前回の振り返り</a:t>
            </a:r>
          </a:p>
        </p:txBody>
      </p:sp>
      <p:sp>
        <p:nvSpPr>
          <p:cNvPr id="2" name="正方形/長方形 1">
            <a:extLst>
              <a:ext uri="{FF2B5EF4-FFF2-40B4-BE49-F238E27FC236}">
                <a16:creationId xmlns:a16="http://schemas.microsoft.com/office/drawing/2014/main" id="{355BBADE-DB20-4A49-A046-AFB75CDC30A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5BF92ABA-1662-4045-87A5-A2D1F80C4D8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26121F4-D44F-45F3-B572-95A1C01D0E5F}"/>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第3回では、VM、ディスク、NIC、Public IP、NSG を組み合わせて、Linux VM 上の NGINX を公開しました。</a:t>
            </a:r>
          </a:p>
        </p:txBody>
      </p:sp>
      <p:sp>
        <p:nvSpPr>
          <p:cNvPr id="19" name="正方形/長方形 18">
            <a:extLst>
              <a:ext uri="{FF2B5EF4-FFF2-40B4-BE49-F238E27FC236}">
                <a16:creationId xmlns:a16="http://schemas.microsoft.com/office/drawing/2014/main" id="{F8F73689-6FF5-66F8-118F-88496FDDFE54}"/>
              </a:ext>
            </a:extLst>
          </p:cNvPr>
          <p:cNvSpPr>
            <a:spLocks noGrp="1"/>
          </p:cNvSpPr>
          <p:nvPr/>
        </p:nvSpPr>
        <p:spPr>
          <a:xfrm>
            <a:off x="685800" y="2038350"/>
            <a:ext cx="10820400" cy="3810000"/>
          </a:xfrm>
          <a:prstGeom prst="rect">
            <a:avLst/>
          </a:prstGeom>
          <a:solidFill>
            <a:srgbClr val="FFFFFF"/>
          </a:solidFill>
          <a:ln w="9525">
            <a:solidFill>
              <a:srgbClr val="D0D5DD"/>
            </a:solidFill>
            <a:prstDash val="solid"/>
          </a:ln>
        </p:spPr>
        <p:txBody>
          <a:bodyPr/>
          <a:lstStyle/>
          <a:p>
            <a:endParaRPr lang="ja-JP" altLang="en-US"/>
          </a:p>
        </p:txBody>
      </p:sp>
      <p:sp>
        <p:nvSpPr>
          <p:cNvPr id="20" name="角丸四角形 19">
            <a:extLst>
              <a:ext uri="{FF2B5EF4-FFF2-40B4-BE49-F238E27FC236}">
                <a16:creationId xmlns:a16="http://schemas.microsoft.com/office/drawing/2014/main" id="{7BF174FA-5E75-E39F-D298-7DB97425DFC6}"/>
              </a:ext>
            </a:extLst>
          </p:cNvPr>
          <p:cNvSpPr/>
          <p:nvPr/>
        </p:nvSpPr>
        <p:spPr>
          <a:xfrm>
            <a:off x="2781298" y="3533121"/>
            <a:ext cx="1081549"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ACC9C3C7-2328-E8B9-15AB-98BE48C8BACF}"/>
              </a:ext>
            </a:extLst>
          </p:cNvPr>
          <p:cNvSpPr txBox="1"/>
          <p:nvPr/>
        </p:nvSpPr>
        <p:spPr>
          <a:xfrm>
            <a:off x="2841455" y="3626546"/>
            <a:ext cx="931729"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sp>
        <p:nvSpPr>
          <p:cNvPr id="22" name="角丸四角形 21">
            <a:extLst>
              <a:ext uri="{FF2B5EF4-FFF2-40B4-BE49-F238E27FC236}">
                <a16:creationId xmlns:a16="http://schemas.microsoft.com/office/drawing/2014/main" id="{2F864F69-82AD-B5FB-3965-4CF7F802AE56}"/>
              </a:ext>
            </a:extLst>
          </p:cNvPr>
          <p:cNvSpPr/>
          <p:nvPr/>
        </p:nvSpPr>
        <p:spPr>
          <a:xfrm>
            <a:off x="5034114" y="2403987"/>
            <a:ext cx="2979175" cy="3101463"/>
          </a:xfrm>
          <a:prstGeom prst="roundRect">
            <a:avLst>
              <a:gd name="adj" fmla="val 8334"/>
            </a:avLst>
          </a:prstGeom>
          <a:no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 22">
            <a:extLst>
              <a:ext uri="{FF2B5EF4-FFF2-40B4-BE49-F238E27FC236}">
                <a16:creationId xmlns:a16="http://schemas.microsoft.com/office/drawing/2014/main" id="{60C9EE78-8584-F211-3E35-3F5326AC277E}"/>
              </a:ext>
            </a:extLst>
          </p:cNvPr>
          <p:cNvSpPr/>
          <p:nvPr/>
        </p:nvSpPr>
        <p:spPr>
          <a:xfrm>
            <a:off x="5653548" y="2780226"/>
            <a:ext cx="2054942" cy="2062162"/>
          </a:xfrm>
          <a:prstGeom prst="roundRect">
            <a:avLst>
              <a:gd name="adj" fmla="val 8334"/>
            </a:avLst>
          </a:prstGeom>
          <a:no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グラフィックス 23">
            <a:extLst>
              <a:ext uri="{FF2B5EF4-FFF2-40B4-BE49-F238E27FC236}">
                <a16:creationId xmlns:a16="http://schemas.microsoft.com/office/drawing/2014/main" id="{55D8C184-E568-AD45-D238-CBAD4E34EF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49637" y="3579925"/>
            <a:ext cx="462764" cy="462764"/>
          </a:xfrm>
          <a:prstGeom prst="rect">
            <a:avLst/>
          </a:prstGeom>
        </p:spPr>
      </p:pic>
      <p:pic>
        <p:nvPicPr>
          <p:cNvPr id="25" name="グラフィックス 24">
            <a:extLst>
              <a:ext uri="{FF2B5EF4-FFF2-40B4-BE49-F238E27FC236}">
                <a16:creationId xmlns:a16="http://schemas.microsoft.com/office/drawing/2014/main" id="{59D2A18D-AEC0-C551-F580-DEBE9E0986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38145" y="4485871"/>
            <a:ext cx="298415" cy="298415"/>
          </a:xfrm>
          <a:prstGeom prst="rect">
            <a:avLst/>
          </a:prstGeom>
        </p:spPr>
      </p:pic>
      <p:pic>
        <p:nvPicPr>
          <p:cNvPr id="26" name="グラフィックス 25">
            <a:extLst>
              <a:ext uri="{FF2B5EF4-FFF2-40B4-BE49-F238E27FC236}">
                <a16:creationId xmlns:a16="http://schemas.microsoft.com/office/drawing/2014/main" id="{F4DFAC23-1BC7-0087-7ABB-1DAF7901AC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68129" y="2662256"/>
            <a:ext cx="298415" cy="298415"/>
          </a:xfrm>
          <a:prstGeom prst="rect">
            <a:avLst/>
          </a:prstGeom>
        </p:spPr>
      </p:pic>
      <p:pic>
        <p:nvPicPr>
          <p:cNvPr id="27" name="グラフィックス 26">
            <a:extLst>
              <a:ext uri="{FF2B5EF4-FFF2-40B4-BE49-F238E27FC236}">
                <a16:creationId xmlns:a16="http://schemas.microsoft.com/office/drawing/2014/main" id="{B46431D0-3399-98E4-57FB-DEE8E67289F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48765" y="3656865"/>
            <a:ext cx="308694" cy="308694"/>
          </a:xfrm>
          <a:prstGeom prst="rect">
            <a:avLst/>
          </a:prstGeom>
        </p:spPr>
      </p:pic>
      <p:pic>
        <p:nvPicPr>
          <p:cNvPr id="28" name="グラフィックス 27">
            <a:extLst>
              <a:ext uri="{FF2B5EF4-FFF2-40B4-BE49-F238E27FC236}">
                <a16:creationId xmlns:a16="http://schemas.microsoft.com/office/drawing/2014/main" id="{08C124E9-518F-A182-C4A6-9D2E8C969CB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53056" y="3695603"/>
            <a:ext cx="231218" cy="231218"/>
          </a:xfrm>
          <a:prstGeom prst="rect">
            <a:avLst/>
          </a:prstGeom>
        </p:spPr>
      </p:pic>
      <p:cxnSp>
        <p:nvCxnSpPr>
          <p:cNvPr id="29" name="直線コネクタ 28">
            <a:extLst>
              <a:ext uri="{FF2B5EF4-FFF2-40B4-BE49-F238E27FC236}">
                <a16:creationId xmlns:a16="http://schemas.microsoft.com/office/drawing/2014/main" id="{0B3DE7BC-43F7-DFF8-B6F3-149B5D40214A}"/>
              </a:ext>
            </a:extLst>
          </p:cNvPr>
          <p:cNvCxnSpPr>
            <a:stCxn id="28" idx="3"/>
            <a:endCxn id="24" idx="1"/>
          </p:cNvCxnSpPr>
          <p:nvPr/>
        </p:nvCxnSpPr>
        <p:spPr>
          <a:xfrm>
            <a:off x="6084274" y="3811212"/>
            <a:ext cx="365363" cy="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F87F630-B13B-A9C9-6D2F-D057ADAB6CB1}"/>
              </a:ext>
            </a:extLst>
          </p:cNvPr>
          <p:cNvCxnSpPr>
            <a:cxnSpLocks/>
            <a:stCxn id="27" idx="3"/>
            <a:endCxn id="28" idx="1"/>
          </p:cNvCxnSpPr>
          <p:nvPr/>
        </p:nvCxnSpPr>
        <p:spPr>
          <a:xfrm>
            <a:off x="4857459" y="3811212"/>
            <a:ext cx="995597"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0623AACB-BE6A-7913-B4C1-0E0CE95BD934}"/>
              </a:ext>
            </a:extLst>
          </p:cNvPr>
          <p:cNvSpPr txBox="1"/>
          <p:nvPr/>
        </p:nvSpPr>
        <p:spPr>
          <a:xfrm>
            <a:off x="5544949" y="5135969"/>
            <a:ext cx="2054942" cy="307777"/>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Virtual Network (</a:t>
            </a:r>
            <a:r>
              <a:rPr kumimoji="1" lang="en-US"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32" name="グラフィックス 31">
            <a:extLst>
              <a:ext uri="{FF2B5EF4-FFF2-40B4-BE49-F238E27FC236}">
                <a16:creationId xmlns:a16="http://schemas.microsoft.com/office/drawing/2014/main" id="{333E9C8D-251F-ED31-8469-4DF79C05D8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05878" y="5120321"/>
            <a:ext cx="339071" cy="339071"/>
          </a:xfrm>
          <a:prstGeom prst="rect">
            <a:avLst/>
          </a:prstGeom>
        </p:spPr>
      </p:pic>
      <p:cxnSp>
        <p:nvCxnSpPr>
          <p:cNvPr id="33" name="直線コネクタ 32">
            <a:extLst>
              <a:ext uri="{FF2B5EF4-FFF2-40B4-BE49-F238E27FC236}">
                <a16:creationId xmlns:a16="http://schemas.microsoft.com/office/drawing/2014/main" id="{334DF065-D95F-5BAC-2EDD-04067B9193EB}"/>
              </a:ext>
            </a:extLst>
          </p:cNvPr>
          <p:cNvCxnSpPr>
            <a:cxnSpLocks/>
          </p:cNvCxnSpPr>
          <p:nvPr/>
        </p:nvCxnSpPr>
        <p:spPr>
          <a:xfrm>
            <a:off x="3948266" y="3599837"/>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5CCB3ECB-B2D6-CC85-FD43-E8EC0F539FEC}"/>
              </a:ext>
            </a:extLst>
          </p:cNvPr>
          <p:cNvSpPr txBox="1"/>
          <p:nvPr/>
        </p:nvSpPr>
        <p:spPr>
          <a:xfrm>
            <a:off x="3868555" y="3100214"/>
            <a:ext cx="780530"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cxnSp>
        <p:nvCxnSpPr>
          <p:cNvPr id="35" name="直線コネクタ 34">
            <a:extLst>
              <a:ext uri="{FF2B5EF4-FFF2-40B4-BE49-F238E27FC236}">
                <a16:creationId xmlns:a16="http://schemas.microsoft.com/office/drawing/2014/main" id="{A1294AC8-A161-E2EB-4DF3-D9C9D3B69839}"/>
              </a:ext>
            </a:extLst>
          </p:cNvPr>
          <p:cNvCxnSpPr>
            <a:cxnSpLocks/>
          </p:cNvCxnSpPr>
          <p:nvPr/>
        </p:nvCxnSpPr>
        <p:spPr>
          <a:xfrm flipH="1">
            <a:off x="3923581" y="4002269"/>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EF6A0E25-5FB0-5C33-1BFC-8632845079C7}"/>
              </a:ext>
            </a:extLst>
          </p:cNvPr>
          <p:cNvSpPr txBox="1"/>
          <p:nvPr/>
        </p:nvSpPr>
        <p:spPr>
          <a:xfrm>
            <a:off x="5617289" y="4026221"/>
            <a:ext cx="722186"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37" name="テキスト ボックス 36">
            <a:extLst>
              <a:ext uri="{FF2B5EF4-FFF2-40B4-BE49-F238E27FC236}">
                <a16:creationId xmlns:a16="http://schemas.microsoft.com/office/drawing/2014/main" id="{12ABEE76-3677-402A-7037-9B19F77F04D0}"/>
              </a:ext>
            </a:extLst>
          </p:cNvPr>
          <p:cNvSpPr txBox="1"/>
          <p:nvPr/>
        </p:nvSpPr>
        <p:spPr>
          <a:xfrm>
            <a:off x="6043766" y="4454873"/>
            <a:ext cx="868635" cy="307777"/>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サブネット</a:t>
            </a:r>
          </a:p>
        </p:txBody>
      </p:sp>
      <p:sp>
        <p:nvSpPr>
          <p:cNvPr id="38" name="テキスト ボックス 37">
            <a:extLst>
              <a:ext uri="{FF2B5EF4-FFF2-40B4-BE49-F238E27FC236}">
                <a16:creationId xmlns:a16="http://schemas.microsoft.com/office/drawing/2014/main" id="{C28ECB71-91EB-F5CA-44A6-D91F257B4357}"/>
              </a:ext>
            </a:extLst>
          </p:cNvPr>
          <p:cNvSpPr txBox="1"/>
          <p:nvPr/>
        </p:nvSpPr>
        <p:spPr>
          <a:xfrm>
            <a:off x="6167564" y="4026023"/>
            <a:ext cx="1026910"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Azure 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9" name="テキスト ボックス 38">
            <a:extLst>
              <a:ext uri="{FF2B5EF4-FFF2-40B4-BE49-F238E27FC236}">
                <a16:creationId xmlns:a16="http://schemas.microsoft.com/office/drawing/2014/main" id="{AB8C8E17-D867-DE7D-F699-E8393ADD5180}"/>
              </a:ext>
            </a:extLst>
          </p:cNvPr>
          <p:cNvSpPr txBox="1"/>
          <p:nvPr/>
        </p:nvSpPr>
        <p:spPr>
          <a:xfrm>
            <a:off x="5667355" y="3247721"/>
            <a:ext cx="622054"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NIC</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0" name="テキスト ボックス 39">
            <a:extLst>
              <a:ext uri="{FF2B5EF4-FFF2-40B4-BE49-F238E27FC236}">
                <a16:creationId xmlns:a16="http://schemas.microsoft.com/office/drawing/2014/main" id="{5B61423D-83BE-2101-F7ED-510F19A4220F}"/>
              </a:ext>
            </a:extLst>
          </p:cNvPr>
          <p:cNvSpPr txBox="1"/>
          <p:nvPr/>
        </p:nvSpPr>
        <p:spPr>
          <a:xfrm>
            <a:off x="4263742" y="4077718"/>
            <a:ext cx="914451"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Public IP</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1" name="テキスト ボックス 40">
            <a:extLst>
              <a:ext uri="{FF2B5EF4-FFF2-40B4-BE49-F238E27FC236}">
                <a16:creationId xmlns:a16="http://schemas.microsoft.com/office/drawing/2014/main" id="{2E156F2D-B5AE-7F27-C47C-2927F1A897D0}"/>
              </a:ext>
            </a:extLst>
          </p:cNvPr>
          <p:cNvSpPr txBox="1"/>
          <p:nvPr/>
        </p:nvSpPr>
        <p:spPr>
          <a:xfrm>
            <a:off x="5754295" y="2466473"/>
            <a:ext cx="622054"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NSG</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2" name="四角形吹き出し 41">
            <a:extLst>
              <a:ext uri="{FF2B5EF4-FFF2-40B4-BE49-F238E27FC236}">
                <a16:creationId xmlns:a16="http://schemas.microsoft.com/office/drawing/2014/main" id="{45A9AF67-DD07-3414-5AD3-6DEB4A42F51C}"/>
              </a:ext>
            </a:extLst>
          </p:cNvPr>
          <p:cNvSpPr/>
          <p:nvPr/>
        </p:nvSpPr>
        <p:spPr>
          <a:xfrm>
            <a:off x="6436247" y="1772959"/>
            <a:ext cx="1753697" cy="1422583"/>
          </a:xfrm>
          <a:prstGeom prst="wedgeRectCallout">
            <a:avLst>
              <a:gd name="adj1" fmla="val -25318"/>
              <a:gd name="adj2" fmla="val 8034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3" name="角丸四角形 42">
            <a:extLst>
              <a:ext uri="{FF2B5EF4-FFF2-40B4-BE49-F238E27FC236}">
                <a16:creationId xmlns:a16="http://schemas.microsoft.com/office/drawing/2014/main" id="{4B3E27CE-89C0-8CF9-C744-400327792F5E}"/>
              </a:ext>
            </a:extLst>
          </p:cNvPr>
          <p:cNvSpPr/>
          <p:nvPr/>
        </p:nvSpPr>
        <p:spPr>
          <a:xfrm>
            <a:off x="6543365" y="2751252"/>
            <a:ext cx="1529822" cy="320085"/>
          </a:xfrm>
          <a:prstGeom prst="roundRect">
            <a:avLst>
              <a:gd name="adj" fmla="val 20621"/>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62551629-A6C7-0C31-89E9-B2B9015EF6ED}"/>
              </a:ext>
            </a:extLst>
          </p:cNvPr>
          <p:cNvSpPr txBox="1"/>
          <p:nvPr/>
        </p:nvSpPr>
        <p:spPr>
          <a:xfrm>
            <a:off x="6840779" y="2750688"/>
            <a:ext cx="931729"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OS</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5" name="角丸四角形 44">
            <a:extLst>
              <a:ext uri="{FF2B5EF4-FFF2-40B4-BE49-F238E27FC236}">
                <a16:creationId xmlns:a16="http://schemas.microsoft.com/office/drawing/2014/main" id="{5078E105-FF6B-4557-1947-07AC559E80AF}"/>
              </a:ext>
            </a:extLst>
          </p:cNvPr>
          <p:cNvSpPr/>
          <p:nvPr/>
        </p:nvSpPr>
        <p:spPr>
          <a:xfrm>
            <a:off x="6552682" y="1892519"/>
            <a:ext cx="1529822" cy="77843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405D7D47-5824-0CB6-3B0F-B9FFCB60E590}"/>
              </a:ext>
            </a:extLst>
          </p:cNvPr>
          <p:cNvSpPr txBox="1"/>
          <p:nvPr/>
        </p:nvSpPr>
        <p:spPr>
          <a:xfrm>
            <a:off x="6851608" y="2320816"/>
            <a:ext cx="931729"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NGINX</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7" name="フローチャート: 書類 46">
            <a:extLst>
              <a:ext uri="{FF2B5EF4-FFF2-40B4-BE49-F238E27FC236}">
                <a16:creationId xmlns:a16="http://schemas.microsoft.com/office/drawing/2014/main" id="{76B63F7B-8E7A-3EF1-00DC-D5A27D26A184}"/>
              </a:ext>
            </a:extLst>
          </p:cNvPr>
          <p:cNvSpPr/>
          <p:nvPr/>
        </p:nvSpPr>
        <p:spPr>
          <a:xfrm>
            <a:off x="6851608" y="1942767"/>
            <a:ext cx="942558" cy="378049"/>
          </a:xfrm>
          <a:prstGeom prst="flowChartDocument">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F3A48AF7-F687-CE82-CA8C-E52969ABC865}"/>
              </a:ext>
            </a:extLst>
          </p:cNvPr>
          <p:cNvSpPr txBox="1"/>
          <p:nvPr/>
        </p:nvSpPr>
        <p:spPr>
          <a:xfrm>
            <a:off x="6862437" y="1953084"/>
            <a:ext cx="931729"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HTML</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49" name="グラフィックス 48">
            <a:extLst>
              <a:ext uri="{FF2B5EF4-FFF2-40B4-BE49-F238E27FC236}">
                <a16:creationId xmlns:a16="http://schemas.microsoft.com/office/drawing/2014/main" id="{2ED5E74E-D95C-E0BF-E332-66E8B0E565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77764" y="3663323"/>
            <a:ext cx="295776" cy="295776"/>
          </a:xfrm>
          <a:prstGeom prst="rect">
            <a:avLst/>
          </a:prstGeom>
        </p:spPr>
      </p:pic>
      <p:cxnSp>
        <p:nvCxnSpPr>
          <p:cNvPr id="50" name="直線コネクタ 49">
            <a:extLst>
              <a:ext uri="{FF2B5EF4-FFF2-40B4-BE49-F238E27FC236}">
                <a16:creationId xmlns:a16="http://schemas.microsoft.com/office/drawing/2014/main" id="{0361B862-B1DF-C66E-AF78-A586080AB796}"/>
              </a:ext>
            </a:extLst>
          </p:cNvPr>
          <p:cNvCxnSpPr>
            <a:cxnSpLocks/>
            <a:stCxn id="24" idx="3"/>
            <a:endCxn id="49" idx="1"/>
          </p:cNvCxnSpPr>
          <p:nvPr/>
        </p:nvCxnSpPr>
        <p:spPr>
          <a:xfrm flipV="1">
            <a:off x="6912401" y="3811211"/>
            <a:ext cx="365363" cy="96"/>
          </a:xfrm>
          <a:prstGeom prst="line">
            <a:avLst/>
          </a:prstGeom>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52BD91DD-189A-05E9-7FF4-346DD0516A34}"/>
              </a:ext>
            </a:extLst>
          </p:cNvPr>
          <p:cNvSpPr txBox="1"/>
          <p:nvPr/>
        </p:nvSpPr>
        <p:spPr>
          <a:xfrm>
            <a:off x="7121044" y="3272148"/>
            <a:ext cx="622054"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Disk</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3BDADD45-F820-4B87-B344-BB09A90536E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クラウドの責任共有モデルにおける</a:t>
            </a:r>
            <a:r>
              <a:rPr lang="en-US" altLang="ja-JP" sz="2025" b="1" dirty="0">
                <a:solidFill>
                  <a:srgbClr val="1F2937"/>
                </a:solidFill>
                <a:latin typeface="Meiryo UI"/>
                <a:ea typeface="Meiryo UI"/>
                <a:cs typeface="Meiryo UI"/>
              </a:rPr>
              <a:t> IaaS </a:t>
            </a:r>
            <a:r>
              <a:rPr lang="ja-JP" altLang="en-US" sz="2025" b="1">
                <a:solidFill>
                  <a:srgbClr val="1F2937"/>
                </a:solidFill>
                <a:latin typeface="Meiryo UI"/>
                <a:ea typeface="Meiryo UI"/>
                <a:cs typeface="Meiryo UI"/>
              </a:rPr>
              <a:t>のユーザー管理範囲</a:t>
            </a:r>
            <a:endParaRPr lang="en-US" altLang="ja-JP"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3903EC21-FF66-482B-9042-E25A939D102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A22ACDB1-6A09-4CE5-91B1-1A95FA18C95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D4B8098-7518-4A72-8F53-2B96E0632EB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VM は自由度が高い一方で、OS、ミドルウェア、ネットワーク、ディスクなど、利用者が意識する管理対象も広くなります。</a:t>
            </a:r>
          </a:p>
        </p:txBody>
      </p:sp>
      <p:sp>
        <p:nvSpPr>
          <p:cNvPr id="28" name="正方形/長方形 27">
            <a:extLst>
              <a:ext uri="{FF2B5EF4-FFF2-40B4-BE49-F238E27FC236}">
                <a16:creationId xmlns:a16="http://schemas.microsoft.com/office/drawing/2014/main" id="{473DD12C-12ED-C5FA-9D86-A12D5BD2C2E1}"/>
              </a:ext>
            </a:extLst>
          </p:cNvPr>
          <p:cNvSpPr/>
          <p:nvPr/>
        </p:nvSpPr>
        <p:spPr>
          <a:xfrm>
            <a:off x="3229102" y="1795583"/>
            <a:ext cx="2906356" cy="4497062"/>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Rounded Rectangle 15">
            <a:extLst>
              <a:ext uri="{FF2B5EF4-FFF2-40B4-BE49-F238E27FC236}">
                <a16:creationId xmlns:a16="http://schemas.microsoft.com/office/drawing/2014/main" id="{331FEA78-F573-5295-E834-6F5C131298C0}"/>
              </a:ext>
            </a:extLst>
          </p:cNvPr>
          <p:cNvSpPr/>
          <p:nvPr/>
        </p:nvSpPr>
        <p:spPr bwMode="auto">
          <a:xfrm>
            <a:off x="4136577" y="4072386"/>
            <a:ext cx="1692132" cy="167333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30" name="Rectangle 5">
            <a:extLst>
              <a:ext uri="{FF2B5EF4-FFF2-40B4-BE49-F238E27FC236}">
                <a16:creationId xmlns:a16="http://schemas.microsoft.com/office/drawing/2014/main" id="{D77AF497-8FA0-20A2-20E5-E07420D4F9E2}"/>
              </a:ext>
            </a:extLst>
          </p:cNvPr>
          <p:cNvSpPr/>
          <p:nvPr/>
        </p:nvSpPr>
        <p:spPr>
          <a:xfrm>
            <a:off x="1457432" y="1978898"/>
            <a:ext cx="1692131" cy="35323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ja-JP" alt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オンプレミス</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1" name="Rectangle 6">
            <a:extLst>
              <a:ext uri="{FF2B5EF4-FFF2-40B4-BE49-F238E27FC236}">
                <a16:creationId xmlns:a16="http://schemas.microsoft.com/office/drawing/2014/main" id="{C1D84E8C-C03A-797E-89EC-3F7EB271B052}"/>
              </a:ext>
            </a:extLst>
          </p:cNvPr>
          <p:cNvSpPr/>
          <p:nvPr/>
        </p:nvSpPr>
        <p:spPr>
          <a:xfrm>
            <a:off x="1457430" y="5115464"/>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ストレージ</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2" name="Rectangle 7">
            <a:extLst>
              <a:ext uri="{FF2B5EF4-FFF2-40B4-BE49-F238E27FC236}">
                <a16:creationId xmlns:a16="http://schemas.microsoft.com/office/drawing/2014/main" id="{4E815D29-93B4-C834-9921-82CD8A73A307}"/>
              </a:ext>
            </a:extLst>
          </p:cNvPr>
          <p:cNvSpPr/>
          <p:nvPr/>
        </p:nvSpPr>
        <p:spPr>
          <a:xfrm>
            <a:off x="1457429" y="475629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サーバー</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3" name="Rectangle 8">
            <a:extLst>
              <a:ext uri="{FF2B5EF4-FFF2-40B4-BE49-F238E27FC236}">
                <a16:creationId xmlns:a16="http://schemas.microsoft.com/office/drawing/2014/main" id="{CB03FD10-3FED-C632-ACCA-2DF7FCA47CDF}"/>
              </a:ext>
            </a:extLst>
          </p:cNvPr>
          <p:cNvSpPr/>
          <p:nvPr/>
        </p:nvSpPr>
        <p:spPr>
          <a:xfrm>
            <a:off x="1457429" y="5493725"/>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ネットワーク</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4" name="Rectangle 9">
            <a:extLst>
              <a:ext uri="{FF2B5EF4-FFF2-40B4-BE49-F238E27FC236}">
                <a16:creationId xmlns:a16="http://schemas.microsoft.com/office/drawing/2014/main" id="{60E403A9-7889-AAA1-8CF6-E9F1B6AC75D6}"/>
              </a:ext>
            </a:extLst>
          </p:cNvPr>
          <p:cNvSpPr/>
          <p:nvPr/>
        </p:nvSpPr>
        <p:spPr>
          <a:xfrm>
            <a:off x="1457432" y="370042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35" name="Rectangle 10">
            <a:extLst>
              <a:ext uri="{FF2B5EF4-FFF2-40B4-BE49-F238E27FC236}">
                <a16:creationId xmlns:a16="http://schemas.microsoft.com/office/drawing/2014/main" id="{B3EA9087-CF34-94C9-847E-2553ABFF7480}"/>
              </a:ext>
            </a:extLst>
          </p:cNvPr>
          <p:cNvSpPr/>
          <p:nvPr/>
        </p:nvSpPr>
        <p:spPr>
          <a:xfrm>
            <a:off x="1457432" y="335616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6" name="Rectangle 11">
            <a:extLst>
              <a:ext uri="{FF2B5EF4-FFF2-40B4-BE49-F238E27FC236}">
                <a16:creationId xmlns:a16="http://schemas.microsoft.com/office/drawing/2014/main" id="{08C7C7C0-C25B-AED3-6FB6-9E8E2D612888}"/>
              </a:ext>
            </a:extLst>
          </p:cNvPr>
          <p:cNvSpPr/>
          <p:nvPr/>
        </p:nvSpPr>
        <p:spPr>
          <a:xfrm>
            <a:off x="1457432" y="405185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仮想化</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7" name="Rectangle 12">
            <a:extLst>
              <a:ext uri="{FF2B5EF4-FFF2-40B4-BE49-F238E27FC236}">
                <a16:creationId xmlns:a16="http://schemas.microsoft.com/office/drawing/2014/main" id="{A20F5EC7-81C1-2640-9139-E9DE2F74EF3C}"/>
              </a:ext>
            </a:extLst>
          </p:cNvPr>
          <p:cNvSpPr/>
          <p:nvPr/>
        </p:nvSpPr>
        <p:spPr>
          <a:xfrm>
            <a:off x="1457432" y="270074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8" name="Rectangle 13">
            <a:extLst>
              <a:ext uri="{FF2B5EF4-FFF2-40B4-BE49-F238E27FC236}">
                <a16:creationId xmlns:a16="http://schemas.microsoft.com/office/drawing/2014/main" id="{BBEB3F56-2590-586F-1A62-03328719F51F}"/>
              </a:ext>
            </a:extLst>
          </p:cNvPr>
          <p:cNvSpPr/>
          <p:nvPr/>
        </p:nvSpPr>
        <p:spPr>
          <a:xfrm>
            <a:off x="1457433" y="2385666"/>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9" name="Rectangle 14">
            <a:extLst>
              <a:ext uri="{FF2B5EF4-FFF2-40B4-BE49-F238E27FC236}">
                <a16:creationId xmlns:a16="http://schemas.microsoft.com/office/drawing/2014/main" id="{482BDC31-4958-1999-CDD5-966F4917CB7A}"/>
              </a:ext>
            </a:extLst>
          </p:cNvPr>
          <p:cNvSpPr/>
          <p:nvPr/>
        </p:nvSpPr>
        <p:spPr>
          <a:xfrm>
            <a:off x="1457432" y="3024690"/>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0" name="Rectangle 7">
            <a:extLst>
              <a:ext uri="{FF2B5EF4-FFF2-40B4-BE49-F238E27FC236}">
                <a16:creationId xmlns:a16="http://schemas.microsoft.com/office/drawing/2014/main" id="{FB73E2BF-0755-E84D-9A9B-88816E819555}"/>
              </a:ext>
            </a:extLst>
          </p:cNvPr>
          <p:cNvSpPr/>
          <p:nvPr/>
        </p:nvSpPr>
        <p:spPr>
          <a:xfrm>
            <a:off x="1457431" y="4401531"/>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ホスト </a:t>
            </a:r>
            <a:r>
              <a:rPr kumimoji="0" lang="en-US" altLang="ja-JP"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1" name="Rectangle 18">
            <a:extLst>
              <a:ext uri="{FF2B5EF4-FFF2-40B4-BE49-F238E27FC236}">
                <a16:creationId xmlns:a16="http://schemas.microsoft.com/office/drawing/2014/main" id="{0A3CA6CD-0810-DC07-FAD1-11713C580A87}"/>
              </a:ext>
            </a:extLst>
          </p:cNvPr>
          <p:cNvSpPr/>
          <p:nvPr/>
        </p:nvSpPr>
        <p:spPr>
          <a:xfrm>
            <a:off x="4118234" y="1978898"/>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IaaS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2" name="Left Brace 30">
            <a:extLst>
              <a:ext uri="{FF2B5EF4-FFF2-40B4-BE49-F238E27FC236}">
                <a16:creationId xmlns:a16="http://schemas.microsoft.com/office/drawing/2014/main" id="{65E0FFA2-25F6-6FA1-26DB-79D972834FD8}"/>
              </a:ext>
            </a:extLst>
          </p:cNvPr>
          <p:cNvSpPr/>
          <p:nvPr/>
        </p:nvSpPr>
        <p:spPr>
          <a:xfrm>
            <a:off x="1018717" y="2385666"/>
            <a:ext cx="282274" cy="3360059"/>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3" name="Rectangle 33">
            <a:extLst>
              <a:ext uri="{FF2B5EF4-FFF2-40B4-BE49-F238E27FC236}">
                <a16:creationId xmlns:a16="http://schemas.microsoft.com/office/drawing/2014/main" id="{DEE37A53-75D4-33F0-9421-0B4E78F925A1}"/>
              </a:ext>
            </a:extLst>
          </p:cNvPr>
          <p:cNvSpPr/>
          <p:nvPr/>
        </p:nvSpPr>
        <p:spPr>
          <a:xfrm>
            <a:off x="9442458" y="1978110"/>
            <a:ext cx="1692131" cy="315077"/>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PaaS/</a:t>
            </a:r>
            <a:r>
              <a:rPr kumimoji="0" lang="en-US" sz="1800" b="0" i="0" u="none" strike="noStrike" kern="120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FaaS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4" name="Rectangle 44">
            <a:extLst>
              <a:ext uri="{FF2B5EF4-FFF2-40B4-BE49-F238E27FC236}">
                <a16:creationId xmlns:a16="http://schemas.microsoft.com/office/drawing/2014/main" id="{0D29ED11-AB65-AAAE-F4F4-E367224823EA}"/>
              </a:ext>
            </a:extLst>
          </p:cNvPr>
          <p:cNvSpPr/>
          <p:nvPr/>
        </p:nvSpPr>
        <p:spPr>
          <a:xfrm>
            <a:off x="9442460" y="2340776"/>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5" name="Rectangle 46">
            <a:extLst>
              <a:ext uri="{FF2B5EF4-FFF2-40B4-BE49-F238E27FC236}">
                <a16:creationId xmlns:a16="http://schemas.microsoft.com/office/drawing/2014/main" id="{B20B0ABF-F1F4-C97B-0B05-2DE98DDF8FB3}"/>
              </a:ext>
            </a:extLst>
          </p:cNvPr>
          <p:cNvSpPr/>
          <p:nvPr/>
        </p:nvSpPr>
        <p:spPr>
          <a:xfrm>
            <a:off x="9440478" y="2695421"/>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6" name="Left Brace 30">
            <a:extLst>
              <a:ext uri="{FF2B5EF4-FFF2-40B4-BE49-F238E27FC236}">
                <a16:creationId xmlns:a16="http://schemas.microsoft.com/office/drawing/2014/main" id="{83EC2F28-2A05-0B51-BAF1-095422B0CA59}"/>
              </a:ext>
            </a:extLst>
          </p:cNvPr>
          <p:cNvSpPr/>
          <p:nvPr/>
        </p:nvSpPr>
        <p:spPr>
          <a:xfrm>
            <a:off x="3773976" y="2385666"/>
            <a:ext cx="282274" cy="15667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7" name="Left Brace 30">
            <a:extLst>
              <a:ext uri="{FF2B5EF4-FFF2-40B4-BE49-F238E27FC236}">
                <a16:creationId xmlns:a16="http://schemas.microsoft.com/office/drawing/2014/main" id="{9FE36C98-B13E-E6E4-CB68-93634EBF11F0}"/>
              </a:ext>
            </a:extLst>
          </p:cNvPr>
          <p:cNvSpPr/>
          <p:nvPr/>
        </p:nvSpPr>
        <p:spPr>
          <a:xfrm>
            <a:off x="9090406" y="2354220"/>
            <a:ext cx="282275" cy="635273"/>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8" name="Rounded Rectangle 15">
            <a:extLst>
              <a:ext uri="{FF2B5EF4-FFF2-40B4-BE49-F238E27FC236}">
                <a16:creationId xmlns:a16="http://schemas.microsoft.com/office/drawing/2014/main" id="{E5C6974F-D732-05F3-F45C-F6F4738B4C29}"/>
              </a:ext>
            </a:extLst>
          </p:cNvPr>
          <p:cNvSpPr/>
          <p:nvPr/>
        </p:nvSpPr>
        <p:spPr bwMode="auto">
          <a:xfrm>
            <a:off x="9442459" y="3020971"/>
            <a:ext cx="1692131" cy="272187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49" name="Rectangle 9">
            <a:extLst>
              <a:ext uri="{FF2B5EF4-FFF2-40B4-BE49-F238E27FC236}">
                <a16:creationId xmlns:a16="http://schemas.microsoft.com/office/drawing/2014/main" id="{75F4D7F0-D809-5147-A38B-E50BDBB0868A}"/>
              </a:ext>
            </a:extLst>
          </p:cNvPr>
          <p:cNvSpPr/>
          <p:nvPr/>
        </p:nvSpPr>
        <p:spPr>
          <a:xfrm>
            <a:off x="4127457" y="370042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50" name="Rectangle 10">
            <a:extLst>
              <a:ext uri="{FF2B5EF4-FFF2-40B4-BE49-F238E27FC236}">
                <a16:creationId xmlns:a16="http://schemas.microsoft.com/office/drawing/2014/main" id="{EA064FFF-39D9-027D-D713-591612BBA87C}"/>
              </a:ext>
            </a:extLst>
          </p:cNvPr>
          <p:cNvSpPr/>
          <p:nvPr/>
        </p:nvSpPr>
        <p:spPr>
          <a:xfrm>
            <a:off x="4127457" y="3356169"/>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1" name="Rectangle 12">
            <a:extLst>
              <a:ext uri="{FF2B5EF4-FFF2-40B4-BE49-F238E27FC236}">
                <a16:creationId xmlns:a16="http://schemas.microsoft.com/office/drawing/2014/main" id="{731AC929-D295-2630-78EA-8C4A40A1A054}"/>
              </a:ext>
            </a:extLst>
          </p:cNvPr>
          <p:cNvSpPr/>
          <p:nvPr/>
        </p:nvSpPr>
        <p:spPr>
          <a:xfrm>
            <a:off x="4127457" y="270074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2" name="Rectangle 13">
            <a:extLst>
              <a:ext uri="{FF2B5EF4-FFF2-40B4-BE49-F238E27FC236}">
                <a16:creationId xmlns:a16="http://schemas.microsoft.com/office/drawing/2014/main" id="{145DE07D-F7CA-AE83-6FB7-6EB2D2874751}"/>
              </a:ext>
            </a:extLst>
          </p:cNvPr>
          <p:cNvSpPr/>
          <p:nvPr/>
        </p:nvSpPr>
        <p:spPr>
          <a:xfrm>
            <a:off x="4118234" y="2377640"/>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3" name="Rectangle 14">
            <a:extLst>
              <a:ext uri="{FF2B5EF4-FFF2-40B4-BE49-F238E27FC236}">
                <a16:creationId xmlns:a16="http://schemas.microsoft.com/office/drawing/2014/main" id="{64F1CC77-BDF8-3BF3-F2A2-B371A1FAD3D9}"/>
              </a:ext>
            </a:extLst>
          </p:cNvPr>
          <p:cNvSpPr/>
          <p:nvPr/>
        </p:nvSpPr>
        <p:spPr>
          <a:xfrm>
            <a:off x="4127457" y="3023846"/>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4" name="テキスト ボックス 76">
            <a:extLst>
              <a:ext uri="{FF2B5EF4-FFF2-40B4-BE49-F238E27FC236}">
                <a16:creationId xmlns:a16="http://schemas.microsoft.com/office/drawing/2014/main" id="{789F5ED6-5DF9-18AC-410C-A42E443C5FB2}"/>
              </a:ext>
            </a:extLst>
          </p:cNvPr>
          <p:cNvSpPr txBox="1"/>
          <p:nvPr/>
        </p:nvSpPr>
        <p:spPr>
          <a:xfrm>
            <a:off x="4308443" y="4653531"/>
            <a:ext cx="1348400"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5" name="テキスト ボックス 77">
            <a:extLst>
              <a:ext uri="{FF2B5EF4-FFF2-40B4-BE49-F238E27FC236}">
                <a16:creationId xmlns:a16="http://schemas.microsoft.com/office/drawing/2014/main" id="{B9F5C6FC-C174-61F5-0925-8F7A2898310F}"/>
              </a:ext>
            </a:extLst>
          </p:cNvPr>
          <p:cNvSpPr txBox="1"/>
          <p:nvPr/>
        </p:nvSpPr>
        <p:spPr>
          <a:xfrm>
            <a:off x="9564040" y="4619158"/>
            <a:ext cx="144500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6" name="Rounded Rectangle 15">
            <a:extLst>
              <a:ext uri="{FF2B5EF4-FFF2-40B4-BE49-F238E27FC236}">
                <a16:creationId xmlns:a16="http://schemas.microsoft.com/office/drawing/2014/main" id="{AA229341-7159-6A3D-36B9-9D85658B9FB0}"/>
              </a:ext>
            </a:extLst>
          </p:cNvPr>
          <p:cNvSpPr/>
          <p:nvPr/>
        </p:nvSpPr>
        <p:spPr bwMode="auto">
          <a:xfrm>
            <a:off x="6761552" y="3699636"/>
            <a:ext cx="1692132" cy="2045302"/>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57" name="Rectangle 18">
            <a:extLst>
              <a:ext uri="{FF2B5EF4-FFF2-40B4-BE49-F238E27FC236}">
                <a16:creationId xmlns:a16="http://schemas.microsoft.com/office/drawing/2014/main" id="{5249867F-E50F-2A91-4EDF-DB4ED6002B5C}"/>
              </a:ext>
            </a:extLst>
          </p:cNvPr>
          <p:cNvSpPr/>
          <p:nvPr/>
        </p:nvSpPr>
        <p:spPr>
          <a:xfrm>
            <a:off x="6743209" y="1978110"/>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CaaS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58" name="Left Brace 30">
            <a:extLst>
              <a:ext uri="{FF2B5EF4-FFF2-40B4-BE49-F238E27FC236}">
                <a16:creationId xmlns:a16="http://schemas.microsoft.com/office/drawing/2014/main" id="{2BDD52AB-4738-2A40-26B8-D34619176EC6}"/>
              </a:ext>
            </a:extLst>
          </p:cNvPr>
          <p:cNvSpPr/>
          <p:nvPr/>
        </p:nvSpPr>
        <p:spPr>
          <a:xfrm>
            <a:off x="6398954" y="2383123"/>
            <a:ext cx="282274" cy="12242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59" name="Rectangle 9">
            <a:extLst>
              <a:ext uri="{FF2B5EF4-FFF2-40B4-BE49-F238E27FC236}">
                <a16:creationId xmlns:a16="http://schemas.microsoft.com/office/drawing/2014/main" id="{5FE48BDC-3BB2-44A9-F40B-B844B84E04F3}"/>
              </a:ext>
            </a:extLst>
          </p:cNvPr>
          <p:cNvSpPr/>
          <p:nvPr/>
        </p:nvSpPr>
        <p:spPr>
          <a:xfrm>
            <a:off x="6860620" y="3785716"/>
            <a:ext cx="1516725" cy="252000"/>
          </a:xfrm>
          <a:prstGeom prst="rect">
            <a:avLst/>
          </a:prstGeom>
          <a:solidFill>
            <a:schemeClr val="bg2"/>
          </a:solidFill>
          <a:ln w="9525" cap="flat" cmpd="sng" algn="ctr">
            <a:solidFill>
              <a:schemeClr val="tx1">
                <a:lumMod val="50000"/>
                <a:lumOff val="50000"/>
              </a:scheme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r>
              <a:rPr kumimoji="0" lang="en-US" sz="900" b="0" i="0" u="none" strike="noStrike" kern="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コンテナエンジン</a:t>
            </a:r>
            <a:endPar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60" name="Rectangle 10">
            <a:extLst>
              <a:ext uri="{FF2B5EF4-FFF2-40B4-BE49-F238E27FC236}">
                <a16:creationId xmlns:a16="http://schemas.microsoft.com/office/drawing/2014/main" id="{C7722CF9-C131-7144-5ED2-B6D41550798E}"/>
              </a:ext>
            </a:extLst>
          </p:cNvPr>
          <p:cNvSpPr/>
          <p:nvPr/>
        </p:nvSpPr>
        <p:spPr>
          <a:xfrm>
            <a:off x="6752432" y="3355381"/>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61" name="Rectangle 12">
            <a:extLst>
              <a:ext uri="{FF2B5EF4-FFF2-40B4-BE49-F238E27FC236}">
                <a16:creationId xmlns:a16="http://schemas.microsoft.com/office/drawing/2014/main" id="{B5A67698-4BAA-F214-75F1-C828CB62B906}"/>
              </a:ext>
            </a:extLst>
          </p:cNvPr>
          <p:cNvSpPr/>
          <p:nvPr/>
        </p:nvSpPr>
        <p:spPr>
          <a:xfrm>
            <a:off x="6752432" y="2699955"/>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62" name="Rectangle 13">
            <a:extLst>
              <a:ext uri="{FF2B5EF4-FFF2-40B4-BE49-F238E27FC236}">
                <a16:creationId xmlns:a16="http://schemas.microsoft.com/office/drawing/2014/main" id="{ADE1DEE9-A6CC-C231-48B6-81CCAD05385E}"/>
              </a:ext>
            </a:extLst>
          </p:cNvPr>
          <p:cNvSpPr/>
          <p:nvPr/>
        </p:nvSpPr>
        <p:spPr>
          <a:xfrm>
            <a:off x="6743209" y="2376852"/>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63" name="Rectangle 14">
            <a:extLst>
              <a:ext uri="{FF2B5EF4-FFF2-40B4-BE49-F238E27FC236}">
                <a16:creationId xmlns:a16="http://schemas.microsoft.com/office/drawing/2014/main" id="{FEBC68C2-839A-B1EA-6F45-9472C6E7E1F4}"/>
              </a:ext>
            </a:extLst>
          </p:cNvPr>
          <p:cNvSpPr/>
          <p:nvPr/>
        </p:nvSpPr>
        <p:spPr>
          <a:xfrm>
            <a:off x="6752432" y="3023058"/>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64" name="テキスト ボックス 88">
            <a:extLst>
              <a:ext uri="{FF2B5EF4-FFF2-40B4-BE49-F238E27FC236}">
                <a16:creationId xmlns:a16="http://schemas.microsoft.com/office/drawing/2014/main" id="{98FB83E0-AE79-882A-54DB-76C36747CE06}"/>
              </a:ext>
            </a:extLst>
          </p:cNvPr>
          <p:cNvSpPr txBox="1"/>
          <p:nvPr/>
        </p:nvSpPr>
        <p:spPr>
          <a:xfrm>
            <a:off x="6870150" y="4638967"/>
            <a:ext cx="1456693"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5" name="テキスト ボックス 76">
            <a:extLst>
              <a:ext uri="{FF2B5EF4-FFF2-40B4-BE49-F238E27FC236}">
                <a16:creationId xmlns:a16="http://schemas.microsoft.com/office/drawing/2014/main" id="{121BB4EE-8C40-26E2-905F-6454C72C4FA2}"/>
              </a:ext>
            </a:extLst>
          </p:cNvPr>
          <p:cNvSpPr txBox="1"/>
          <p:nvPr/>
        </p:nvSpPr>
        <p:spPr>
          <a:xfrm>
            <a:off x="3088443" y="2905780"/>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66" name="テキスト ボックス 76">
            <a:extLst>
              <a:ext uri="{FF2B5EF4-FFF2-40B4-BE49-F238E27FC236}">
                <a16:creationId xmlns:a16="http://schemas.microsoft.com/office/drawing/2014/main" id="{47B50E3B-7C85-89DD-E984-0C0CD25F60D0}"/>
              </a:ext>
            </a:extLst>
          </p:cNvPr>
          <p:cNvSpPr txBox="1"/>
          <p:nvPr/>
        </p:nvSpPr>
        <p:spPr>
          <a:xfrm>
            <a:off x="5691843" y="2733331"/>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67" name="テキスト ボックス 76">
            <a:extLst>
              <a:ext uri="{FF2B5EF4-FFF2-40B4-BE49-F238E27FC236}">
                <a16:creationId xmlns:a16="http://schemas.microsoft.com/office/drawing/2014/main" id="{67F8F822-D25D-7374-DCDE-7EC03F0AE256}"/>
              </a:ext>
            </a:extLst>
          </p:cNvPr>
          <p:cNvSpPr txBox="1"/>
          <p:nvPr/>
        </p:nvSpPr>
        <p:spPr>
          <a:xfrm>
            <a:off x="8382908" y="2408633"/>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68" name="正方形/長方形 67">
            <a:extLst>
              <a:ext uri="{FF2B5EF4-FFF2-40B4-BE49-F238E27FC236}">
                <a16:creationId xmlns:a16="http://schemas.microsoft.com/office/drawing/2014/main" id="{EC6BF441-485D-5CF5-A610-D7F93C52A912}"/>
              </a:ext>
            </a:extLst>
          </p:cNvPr>
          <p:cNvSpPr/>
          <p:nvPr/>
        </p:nvSpPr>
        <p:spPr>
          <a:xfrm>
            <a:off x="3989776" y="2977561"/>
            <a:ext cx="1978405" cy="1032584"/>
          </a:xfrm>
          <a:prstGeom prst="rect">
            <a:avLst/>
          </a:prstGeom>
          <a:noFill/>
          <a:ln w="2222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吹き出し 68">
            <a:extLst>
              <a:ext uri="{FF2B5EF4-FFF2-40B4-BE49-F238E27FC236}">
                <a16:creationId xmlns:a16="http://schemas.microsoft.com/office/drawing/2014/main" id="{088585C2-EBD3-183D-39C0-D083518DBA75}"/>
              </a:ext>
            </a:extLst>
          </p:cNvPr>
          <p:cNvSpPr/>
          <p:nvPr/>
        </p:nvSpPr>
        <p:spPr>
          <a:xfrm>
            <a:off x="5750728" y="5831018"/>
            <a:ext cx="4376498" cy="829611"/>
          </a:xfrm>
          <a:prstGeom prst="wedgeRectCallout">
            <a:avLst>
              <a:gd name="adj1" fmla="val -46236"/>
              <a:gd name="adj2" fmla="val -259280"/>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0" name="テキスト ボックス 69">
            <a:extLst>
              <a:ext uri="{FF2B5EF4-FFF2-40B4-BE49-F238E27FC236}">
                <a16:creationId xmlns:a16="http://schemas.microsoft.com/office/drawing/2014/main" id="{BAF21A4A-C5B3-D8E2-C32F-D01FCD859FD2}"/>
              </a:ext>
            </a:extLst>
          </p:cNvPr>
          <p:cNvSpPr txBox="1"/>
          <p:nvPr/>
        </p:nvSpPr>
        <p:spPr>
          <a:xfrm>
            <a:off x="5810365" y="5846586"/>
            <a:ext cx="4316861" cy="738664"/>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IaaS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PaaS/FaaS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に比べて、自由度が大きい一方、</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OS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やミドルウェアなどは自分で管理する必要がある。自由度と省力化のバランスをかんがえて採用するサービスを決定する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EE8BF0CB-7674-4080-850B-A5D5378B6AA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コンテナとは</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718C5C9-4B8A-4C17-A50B-641BDEDBA6B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9069ADB6-E9F3-400E-906B-79B70980406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latin typeface="Yu Gothic UI" panose="020B0500000000000000" pitchFamily="34" charset="-128"/>
              <a:ea typeface="Yu Gothic UI" panose="020B0500000000000000" pitchFamily="34" charset="-128"/>
            </a:endParaRPr>
          </a:p>
        </p:txBody>
      </p:sp>
      <p:sp>
        <p:nvSpPr>
          <p:cNvPr id="23" name="TextBox 27">
            <a:extLst>
              <a:ext uri="{FF2B5EF4-FFF2-40B4-BE49-F238E27FC236}">
                <a16:creationId xmlns:a16="http://schemas.microsoft.com/office/drawing/2014/main" id="{5650D5BC-A2EA-BF29-B2D9-16AF3ADE0A5C}"/>
              </a:ext>
            </a:extLst>
          </p:cNvPr>
          <p:cNvSpPr txBox="1"/>
          <p:nvPr/>
        </p:nvSpPr>
        <p:spPr>
          <a:xfrm>
            <a:off x="760316" y="3363905"/>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App</a:t>
            </a:r>
          </a:p>
        </p:txBody>
      </p:sp>
      <p:sp>
        <p:nvSpPr>
          <p:cNvPr id="24" name="コンテンツ プレースホルダー 2">
            <a:extLst>
              <a:ext uri="{FF2B5EF4-FFF2-40B4-BE49-F238E27FC236}">
                <a16:creationId xmlns:a16="http://schemas.microsoft.com/office/drawing/2014/main" id="{20162F49-5082-B79F-936F-B319BCABF0A6}"/>
              </a:ext>
            </a:extLst>
          </p:cNvPr>
          <p:cNvSpPr txBox="1">
            <a:spLocks/>
          </p:cNvSpPr>
          <p:nvPr/>
        </p:nvSpPr>
        <p:spPr>
          <a:xfrm>
            <a:off x="864496" y="1341679"/>
            <a:ext cx="11018520" cy="2265236"/>
          </a:xfrm>
          <a:prstGeom prst="rect">
            <a:avLst/>
          </a:prstGeom>
        </p:spPr>
        <p:txBody>
          <a:bodyPr vert="horz" lIns="91440" tIns="45720" rIns="91440" bIns="45720" anchor="t" anchorCtr="0"/>
          <a:lstStyle>
            <a:defPPr>
              <a:defRPr lang="en-US"/>
            </a:defPPr>
            <a:lvl1pPr marL="0" indent="0" algn="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342900" indent="-342900" algn="l">
              <a:buFont typeface="Arial" panose="020B0604020202020204" pitchFamily="34" charset="0"/>
              <a:buChar char="•"/>
            </a:pP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オープンスタンダード</a:t>
            </a:r>
            <a:r>
              <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 (Open Container Initiative) </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準拠のアプリのパッケージ化、および実行環境</a:t>
            </a:r>
            <a:endPar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lgn="l">
              <a:buFont typeface="Arial" panose="020B0604020202020204" pitchFamily="34" charset="0"/>
              <a:buChar char="•"/>
            </a:pPr>
            <a:r>
              <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VM </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よりはるかに軽量かつ効率的にアプリ実行</a:t>
            </a:r>
            <a:br>
              <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(PC</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上アプリ起動</a:t>
            </a:r>
            <a:r>
              <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 vs </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アプリ専用</a:t>
            </a:r>
            <a:r>
              <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PC (VM) </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起動）</a:t>
            </a:r>
            <a:endPar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pPr algn="l"/>
            <a:endParaRPr kumimoji="1"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5" name="TextBox 75">
            <a:extLst>
              <a:ext uri="{FF2B5EF4-FFF2-40B4-BE49-F238E27FC236}">
                <a16:creationId xmlns:a16="http://schemas.microsoft.com/office/drawing/2014/main" id="{36449F7F-6BDE-67D8-7D95-78424D1C2AAA}"/>
              </a:ext>
            </a:extLst>
          </p:cNvPr>
          <p:cNvSpPr txBox="1"/>
          <p:nvPr/>
        </p:nvSpPr>
        <p:spPr>
          <a:xfrm>
            <a:off x="3012380" y="2612763"/>
            <a:ext cx="2762736" cy="580561"/>
          </a:xfrm>
          <a:prstGeom prst="rect">
            <a:avLst/>
          </a:prstGeom>
          <a:noFill/>
        </p:spPr>
        <p:txBody>
          <a:bodyPr wrap="square" lIns="182828" tIns="146262" rIns="182828" bIns="146262" rtlCol="0">
            <a:noAutofit/>
          </a:bodyPr>
          <a:lstStyle/>
          <a:p>
            <a:pPr marL="0" marR="0" lvl="0" indent="0" defTabSz="932384" rtl="0" eaLnBrk="1" fontAlgn="auto" latinLnBrk="0" hangingPunct="1">
              <a:lnSpc>
                <a:spcPct val="90000"/>
              </a:lnSpc>
              <a:spcBef>
                <a:spcPts val="0"/>
              </a:spcBef>
              <a:spcAft>
                <a:spcPts val="600"/>
              </a:spcAft>
              <a:buClrTx/>
              <a:buSzTx/>
              <a:buFontTx/>
              <a:buNone/>
              <a:tabLst/>
              <a:defRPr/>
            </a:pP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Semibold" charset="0"/>
              </a:rPr>
              <a:t>コンテナ</a:t>
            </a:r>
            <a:endParaRPr kumimoji="0" lang="en-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Semibold" charset="0"/>
            </a:endParaRPr>
          </a:p>
        </p:txBody>
      </p:sp>
      <p:sp>
        <p:nvSpPr>
          <p:cNvPr id="26" name="Rectangle 77">
            <a:extLst>
              <a:ext uri="{FF2B5EF4-FFF2-40B4-BE49-F238E27FC236}">
                <a16:creationId xmlns:a16="http://schemas.microsoft.com/office/drawing/2014/main" id="{7196E911-B87E-2518-E4C4-CA5596A4D4F9}"/>
              </a:ext>
            </a:extLst>
          </p:cNvPr>
          <p:cNvSpPr/>
          <p:nvPr/>
        </p:nvSpPr>
        <p:spPr bwMode="auto">
          <a:xfrm>
            <a:off x="3012380" y="2939331"/>
            <a:ext cx="4160414" cy="133516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28" tIns="274242" rIns="182828" bIns="146262" numCol="1" spcCol="0" rtlCol="0" fromWordArt="0" anchor="t" anchorCtr="0" forceAA="0" compatLnSpc="1">
            <a:prstTxWarp prst="textNoShape">
              <a:avLst/>
            </a:prstTxWarp>
            <a:noAutofit/>
          </a:bodyPr>
          <a:lstStyle/>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80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 </a:t>
            </a:r>
            <a:r>
              <a:rPr kumimoji="0" lang="en-US" sz="1800" i="0" u="none" strike="noStrike" kern="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標準の空間分離</a:t>
            </a:r>
            <a:r>
              <a:rPr kumimoji="0" lang="ja-JP" altLang="en-US" sz="180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機能を利用</a:t>
            </a:r>
            <a:endParaRPr kumimoji="0" lang="en-US" altLang="ja-JP" sz="180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ja-JP" altLang="en-US" sz="180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プロセスのようにコンテナを起動</a:t>
            </a:r>
            <a:endParaRPr kumimoji="0" lang="en-US" altLang="ja-JP" sz="180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ja-JP" altLang="en-US" sz="180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スケール単位は アプリ </a:t>
            </a:r>
            <a:r>
              <a:rPr kumimoji="0" lang="en-US" altLang="ja-JP" sz="180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a:t>
            </a:r>
            <a:r>
              <a:rPr kumimoji="0" lang="ja-JP" altLang="en-US" sz="180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コンテナ</a:t>
            </a:r>
            <a:r>
              <a:rPr kumimoji="0" lang="en-US" altLang="ja-JP" sz="180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a:t>
            </a:r>
          </a:p>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ja-JP" altLang="en-US" sz="180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オープンスタンダードで高いポータビリティ</a:t>
            </a:r>
            <a:endParaRPr kumimoji="0" lang="en-US" altLang="ja-JP" sz="180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7" name="TextBox 116">
            <a:extLst>
              <a:ext uri="{FF2B5EF4-FFF2-40B4-BE49-F238E27FC236}">
                <a16:creationId xmlns:a16="http://schemas.microsoft.com/office/drawing/2014/main" id="{74B40AD5-2F5B-154F-ACF1-2529ABAF14F4}"/>
              </a:ext>
            </a:extLst>
          </p:cNvPr>
          <p:cNvSpPr txBox="1"/>
          <p:nvPr/>
        </p:nvSpPr>
        <p:spPr>
          <a:xfrm>
            <a:off x="9087454" y="2538392"/>
            <a:ext cx="2243716" cy="580561"/>
          </a:xfrm>
          <a:prstGeom prst="rect">
            <a:avLst/>
          </a:prstGeom>
          <a:noFill/>
        </p:spPr>
        <p:txBody>
          <a:bodyPr wrap="square" lIns="182828" tIns="146262" rIns="182828" bIns="146262" rtlCol="0">
            <a:noAutofit/>
          </a:bodyPr>
          <a:lstStyle/>
          <a:p>
            <a:pPr marL="0" marR="0" lvl="0" indent="0" defTabSz="932384" rtl="0" eaLnBrk="1" fontAlgn="auto" latinLnBrk="0" hangingPunct="1">
              <a:lnSpc>
                <a:spcPct val="90000"/>
              </a:lnSpc>
              <a:spcBef>
                <a:spcPts val="0"/>
              </a:spcBef>
              <a:spcAft>
                <a:spcPts val="600"/>
              </a:spcAft>
              <a:buClrTx/>
              <a:buSzTx/>
              <a:buFontTx/>
              <a:buNone/>
              <a:tabLst/>
              <a:defRPr/>
            </a:pP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Semibold" charset="0"/>
              </a:rPr>
              <a:t>仮想マシン</a:t>
            </a:r>
            <a:endParaRPr kumimoji="0" lang="en-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Semibold" charset="0"/>
            </a:endParaRPr>
          </a:p>
        </p:txBody>
      </p:sp>
      <p:sp>
        <p:nvSpPr>
          <p:cNvPr id="28" name="Rectangle: Rounded Corners 73">
            <a:extLst>
              <a:ext uri="{FF2B5EF4-FFF2-40B4-BE49-F238E27FC236}">
                <a16:creationId xmlns:a16="http://schemas.microsoft.com/office/drawing/2014/main" id="{9C47E5DA-D0F2-6209-526E-8739417C7980}"/>
              </a:ext>
            </a:extLst>
          </p:cNvPr>
          <p:cNvSpPr/>
          <p:nvPr/>
        </p:nvSpPr>
        <p:spPr bwMode="auto">
          <a:xfrm>
            <a:off x="672768" y="2836469"/>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Container</a:t>
            </a:r>
          </a:p>
        </p:txBody>
      </p:sp>
      <p:sp>
        <p:nvSpPr>
          <p:cNvPr id="29" name="TextBox 7">
            <a:extLst>
              <a:ext uri="{FF2B5EF4-FFF2-40B4-BE49-F238E27FC236}">
                <a16:creationId xmlns:a16="http://schemas.microsoft.com/office/drawing/2014/main" id="{1265AA34-9975-9367-03BA-6F3EE981507A}"/>
              </a:ext>
            </a:extLst>
          </p:cNvPr>
          <p:cNvSpPr txBox="1"/>
          <p:nvPr/>
        </p:nvSpPr>
        <p:spPr>
          <a:xfrm>
            <a:off x="770957" y="3284198"/>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App</a:t>
            </a:r>
          </a:p>
        </p:txBody>
      </p:sp>
      <p:sp>
        <p:nvSpPr>
          <p:cNvPr id="30" name="Rectangle: Rounded Corners 73">
            <a:extLst>
              <a:ext uri="{FF2B5EF4-FFF2-40B4-BE49-F238E27FC236}">
                <a16:creationId xmlns:a16="http://schemas.microsoft.com/office/drawing/2014/main" id="{9F400867-BBE6-9EB1-5206-050C755785CA}"/>
              </a:ext>
            </a:extLst>
          </p:cNvPr>
          <p:cNvSpPr/>
          <p:nvPr/>
        </p:nvSpPr>
        <p:spPr bwMode="auto">
          <a:xfrm>
            <a:off x="6887577" y="2785646"/>
            <a:ext cx="1053681" cy="1717105"/>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VM</a:t>
            </a:r>
          </a:p>
        </p:txBody>
      </p:sp>
      <p:sp>
        <p:nvSpPr>
          <p:cNvPr id="31" name="TextBox 7">
            <a:extLst>
              <a:ext uri="{FF2B5EF4-FFF2-40B4-BE49-F238E27FC236}">
                <a16:creationId xmlns:a16="http://schemas.microsoft.com/office/drawing/2014/main" id="{C273ED53-624B-D373-8F68-756CFFF7C34E}"/>
              </a:ext>
            </a:extLst>
          </p:cNvPr>
          <p:cNvSpPr txBox="1"/>
          <p:nvPr/>
        </p:nvSpPr>
        <p:spPr>
          <a:xfrm>
            <a:off x="6956296" y="3217387"/>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App</a:t>
            </a:r>
          </a:p>
        </p:txBody>
      </p:sp>
      <p:sp>
        <p:nvSpPr>
          <p:cNvPr id="32" name="TextBox 7">
            <a:extLst>
              <a:ext uri="{FF2B5EF4-FFF2-40B4-BE49-F238E27FC236}">
                <a16:creationId xmlns:a16="http://schemas.microsoft.com/office/drawing/2014/main" id="{67E3DD71-B914-BA41-26CD-7AD0E0E0775A}"/>
              </a:ext>
            </a:extLst>
          </p:cNvPr>
          <p:cNvSpPr txBox="1"/>
          <p:nvPr/>
        </p:nvSpPr>
        <p:spPr>
          <a:xfrm>
            <a:off x="6956296" y="3628500"/>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OS</a:t>
            </a:r>
          </a:p>
        </p:txBody>
      </p:sp>
      <p:sp>
        <p:nvSpPr>
          <p:cNvPr id="33" name="TextBox 7">
            <a:extLst>
              <a:ext uri="{FF2B5EF4-FFF2-40B4-BE49-F238E27FC236}">
                <a16:creationId xmlns:a16="http://schemas.microsoft.com/office/drawing/2014/main" id="{BFA7F837-05A0-9092-0EAC-7D4B140EF770}"/>
              </a:ext>
            </a:extLst>
          </p:cNvPr>
          <p:cNvSpPr txBox="1"/>
          <p:nvPr/>
        </p:nvSpPr>
        <p:spPr>
          <a:xfrm>
            <a:off x="6975126" y="4044251"/>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ドライバ</a:t>
            </a: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ー</a:t>
            </a:r>
          </a:p>
        </p:txBody>
      </p:sp>
      <p:sp>
        <p:nvSpPr>
          <p:cNvPr id="34" name="TextBox 27">
            <a:extLst>
              <a:ext uri="{FF2B5EF4-FFF2-40B4-BE49-F238E27FC236}">
                <a16:creationId xmlns:a16="http://schemas.microsoft.com/office/drawing/2014/main" id="{A322A22B-8C19-2A25-7B12-D9FB2BDB3ABD}"/>
              </a:ext>
            </a:extLst>
          </p:cNvPr>
          <p:cNvSpPr txBox="1"/>
          <p:nvPr/>
        </p:nvSpPr>
        <p:spPr>
          <a:xfrm>
            <a:off x="1909985" y="3360937"/>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App</a:t>
            </a:r>
          </a:p>
        </p:txBody>
      </p:sp>
      <p:sp>
        <p:nvSpPr>
          <p:cNvPr id="35" name="Rectangle: Rounded Corners 73">
            <a:extLst>
              <a:ext uri="{FF2B5EF4-FFF2-40B4-BE49-F238E27FC236}">
                <a16:creationId xmlns:a16="http://schemas.microsoft.com/office/drawing/2014/main" id="{257F945A-B8B2-DB43-A9D1-58F89C56D1FB}"/>
              </a:ext>
            </a:extLst>
          </p:cNvPr>
          <p:cNvSpPr/>
          <p:nvPr/>
        </p:nvSpPr>
        <p:spPr bwMode="auto">
          <a:xfrm>
            <a:off x="1822437" y="2833501"/>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Container</a:t>
            </a:r>
          </a:p>
        </p:txBody>
      </p:sp>
      <p:sp>
        <p:nvSpPr>
          <p:cNvPr id="36" name="TextBox 7">
            <a:extLst>
              <a:ext uri="{FF2B5EF4-FFF2-40B4-BE49-F238E27FC236}">
                <a16:creationId xmlns:a16="http://schemas.microsoft.com/office/drawing/2014/main" id="{88EA8FAB-FC89-28D4-41DF-96473907D923}"/>
              </a:ext>
            </a:extLst>
          </p:cNvPr>
          <p:cNvSpPr txBox="1"/>
          <p:nvPr/>
        </p:nvSpPr>
        <p:spPr>
          <a:xfrm>
            <a:off x="1920626" y="3281230"/>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App</a:t>
            </a:r>
          </a:p>
        </p:txBody>
      </p:sp>
      <p:sp>
        <p:nvSpPr>
          <p:cNvPr id="37" name="TextBox 7">
            <a:extLst>
              <a:ext uri="{FF2B5EF4-FFF2-40B4-BE49-F238E27FC236}">
                <a16:creationId xmlns:a16="http://schemas.microsoft.com/office/drawing/2014/main" id="{679D863F-ED99-A216-2D58-2AA78D86AA14}"/>
              </a:ext>
            </a:extLst>
          </p:cNvPr>
          <p:cNvSpPr txBox="1"/>
          <p:nvPr/>
        </p:nvSpPr>
        <p:spPr>
          <a:xfrm>
            <a:off x="672768" y="3858748"/>
            <a:ext cx="2200775" cy="345742"/>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OS</a:t>
            </a:r>
          </a:p>
        </p:txBody>
      </p:sp>
      <p:sp>
        <p:nvSpPr>
          <p:cNvPr id="38" name="TextBox 7">
            <a:extLst>
              <a:ext uri="{FF2B5EF4-FFF2-40B4-BE49-F238E27FC236}">
                <a16:creationId xmlns:a16="http://schemas.microsoft.com/office/drawing/2014/main" id="{3E5A52F4-36DA-71EA-7C5E-C5D53A44A208}"/>
              </a:ext>
            </a:extLst>
          </p:cNvPr>
          <p:cNvSpPr txBox="1"/>
          <p:nvPr/>
        </p:nvSpPr>
        <p:spPr>
          <a:xfrm>
            <a:off x="689065" y="4274499"/>
            <a:ext cx="2184477" cy="345742"/>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ドライバ</a:t>
            </a: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ー</a:t>
            </a:r>
          </a:p>
        </p:txBody>
      </p:sp>
      <p:sp>
        <p:nvSpPr>
          <p:cNvPr id="39" name="Freeform: Shape 108">
            <a:extLst>
              <a:ext uri="{FF2B5EF4-FFF2-40B4-BE49-F238E27FC236}">
                <a16:creationId xmlns:a16="http://schemas.microsoft.com/office/drawing/2014/main" id="{561EF549-FA33-3FB0-6713-144438FB7A47}"/>
              </a:ext>
            </a:extLst>
          </p:cNvPr>
          <p:cNvSpPr/>
          <p:nvPr/>
        </p:nvSpPr>
        <p:spPr>
          <a:xfrm>
            <a:off x="7556188" y="5428285"/>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40" name="Freeform: Shape 111">
            <a:extLst>
              <a:ext uri="{FF2B5EF4-FFF2-40B4-BE49-F238E27FC236}">
                <a16:creationId xmlns:a16="http://schemas.microsoft.com/office/drawing/2014/main" id="{317B4FBC-B3D3-20CD-AADF-25D33E0F50FD}"/>
              </a:ext>
            </a:extLst>
          </p:cNvPr>
          <p:cNvSpPr/>
          <p:nvPr/>
        </p:nvSpPr>
        <p:spPr>
          <a:xfrm>
            <a:off x="7634904" y="5516213"/>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41" name="Freeform: Shape 112">
            <a:extLst>
              <a:ext uri="{FF2B5EF4-FFF2-40B4-BE49-F238E27FC236}">
                <a16:creationId xmlns:a16="http://schemas.microsoft.com/office/drawing/2014/main" id="{A7939130-DFED-5A72-2DF5-5AA865663471}"/>
              </a:ext>
            </a:extLst>
          </p:cNvPr>
          <p:cNvSpPr/>
          <p:nvPr/>
        </p:nvSpPr>
        <p:spPr>
          <a:xfrm>
            <a:off x="7766708" y="5516213"/>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42" name="Freeform: Shape 117">
            <a:extLst>
              <a:ext uri="{FF2B5EF4-FFF2-40B4-BE49-F238E27FC236}">
                <a16:creationId xmlns:a16="http://schemas.microsoft.com/office/drawing/2014/main" id="{F6AEC5AF-97C6-E22F-7AF1-45AF08FBE592}"/>
              </a:ext>
            </a:extLst>
          </p:cNvPr>
          <p:cNvSpPr/>
          <p:nvPr/>
        </p:nvSpPr>
        <p:spPr>
          <a:xfrm>
            <a:off x="8127338" y="5516213"/>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43" name="Freeform: Shape 118">
            <a:extLst>
              <a:ext uri="{FF2B5EF4-FFF2-40B4-BE49-F238E27FC236}">
                <a16:creationId xmlns:a16="http://schemas.microsoft.com/office/drawing/2014/main" id="{DCF64BC8-DD59-C406-296E-945B46D725D7}"/>
              </a:ext>
            </a:extLst>
          </p:cNvPr>
          <p:cNvSpPr/>
          <p:nvPr/>
        </p:nvSpPr>
        <p:spPr>
          <a:xfrm>
            <a:off x="8127338" y="5584402"/>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44" name="Rectangle: Rounded Corners 73">
            <a:extLst>
              <a:ext uri="{FF2B5EF4-FFF2-40B4-BE49-F238E27FC236}">
                <a16:creationId xmlns:a16="http://schemas.microsoft.com/office/drawing/2014/main" id="{04705AAC-E338-BD01-3C84-4AB20ADB402A}"/>
              </a:ext>
            </a:extLst>
          </p:cNvPr>
          <p:cNvSpPr/>
          <p:nvPr/>
        </p:nvSpPr>
        <p:spPr bwMode="auto">
          <a:xfrm>
            <a:off x="8038174" y="2785646"/>
            <a:ext cx="1053681" cy="1717105"/>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VM</a:t>
            </a:r>
          </a:p>
        </p:txBody>
      </p:sp>
      <p:sp>
        <p:nvSpPr>
          <p:cNvPr id="45" name="TextBox 7">
            <a:extLst>
              <a:ext uri="{FF2B5EF4-FFF2-40B4-BE49-F238E27FC236}">
                <a16:creationId xmlns:a16="http://schemas.microsoft.com/office/drawing/2014/main" id="{C2E8D05F-4BED-4BB8-A4C0-BF883A98D1CD}"/>
              </a:ext>
            </a:extLst>
          </p:cNvPr>
          <p:cNvSpPr txBox="1"/>
          <p:nvPr/>
        </p:nvSpPr>
        <p:spPr>
          <a:xfrm>
            <a:off x="8106893" y="3217387"/>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App</a:t>
            </a:r>
          </a:p>
        </p:txBody>
      </p:sp>
      <p:sp>
        <p:nvSpPr>
          <p:cNvPr id="46" name="TextBox 7">
            <a:extLst>
              <a:ext uri="{FF2B5EF4-FFF2-40B4-BE49-F238E27FC236}">
                <a16:creationId xmlns:a16="http://schemas.microsoft.com/office/drawing/2014/main" id="{5B99879C-FAEF-5F91-CC0D-8667314AB087}"/>
              </a:ext>
            </a:extLst>
          </p:cNvPr>
          <p:cNvSpPr txBox="1"/>
          <p:nvPr/>
        </p:nvSpPr>
        <p:spPr>
          <a:xfrm>
            <a:off x="8106893" y="3628500"/>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OS</a:t>
            </a:r>
          </a:p>
        </p:txBody>
      </p:sp>
      <p:sp>
        <p:nvSpPr>
          <p:cNvPr id="47" name="TextBox 7">
            <a:extLst>
              <a:ext uri="{FF2B5EF4-FFF2-40B4-BE49-F238E27FC236}">
                <a16:creationId xmlns:a16="http://schemas.microsoft.com/office/drawing/2014/main" id="{F3C84E47-C50B-7B3F-CC22-34A055749B81}"/>
              </a:ext>
            </a:extLst>
          </p:cNvPr>
          <p:cNvSpPr txBox="1"/>
          <p:nvPr/>
        </p:nvSpPr>
        <p:spPr>
          <a:xfrm>
            <a:off x="8125723" y="4044251"/>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ドライバ</a:t>
            </a: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ー</a:t>
            </a:r>
          </a:p>
        </p:txBody>
      </p:sp>
      <p:sp>
        <p:nvSpPr>
          <p:cNvPr id="48" name="Freeform: Shape 108">
            <a:extLst>
              <a:ext uri="{FF2B5EF4-FFF2-40B4-BE49-F238E27FC236}">
                <a16:creationId xmlns:a16="http://schemas.microsoft.com/office/drawing/2014/main" id="{BA4BD0B2-CDE0-FD12-DF0C-301D42C3FB1D}"/>
              </a:ext>
            </a:extLst>
          </p:cNvPr>
          <p:cNvSpPr/>
          <p:nvPr/>
        </p:nvSpPr>
        <p:spPr>
          <a:xfrm>
            <a:off x="1365302" y="4690250"/>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49" name="Freeform: Shape 111">
            <a:extLst>
              <a:ext uri="{FF2B5EF4-FFF2-40B4-BE49-F238E27FC236}">
                <a16:creationId xmlns:a16="http://schemas.microsoft.com/office/drawing/2014/main" id="{759484BA-77EA-4992-7FA6-05B373B18A20}"/>
              </a:ext>
            </a:extLst>
          </p:cNvPr>
          <p:cNvSpPr/>
          <p:nvPr/>
        </p:nvSpPr>
        <p:spPr>
          <a:xfrm>
            <a:off x="1444018" y="4778178"/>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50" name="Freeform: Shape 112">
            <a:extLst>
              <a:ext uri="{FF2B5EF4-FFF2-40B4-BE49-F238E27FC236}">
                <a16:creationId xmlns:a16="http://schemas.microsoft.com/office/drawing/2014/main" id="{6E4894DF-7BFB-4A90-849A-CEDDA1828B38}"/>
              </a:ext>
            </a:extLst>
          </p:cNvPr>
          <p:cNvSpPr/>
          <p:nvPr/>
        </p:nvSpPr>
        <p:spPr>
          <a:xfrm>
            <a:off x="1575822" y="4778178"/>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51" name="Freeform: Shape 117">
            <a:extLst>
              <a:ext uri="{FF2B5EF4-FFF2-40B4-BE49-F238E27FC236}">
                <a16:creationId xmlns:a16="http://schemas.microsoft.com/office/drawing/2014/main" id="{B95A76EE-012C-9BB8-128A-D9F414DC3F03}"/>
              </a:ext>
            </a:extLst>
          </p:cNvPr>
          <p:cNvSpPr/>
          <p:nvPr/>
        </p:nvSpPr>
        <p:spPr>
          <a:xfrm>
            <a:off x="1936452" y="4778178"/>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52" name="Freeform: Shape 118">
            <a:extLst>
              <a:ext uri="{FF2B5EF4-FFF2-40B4-BE49-F238E27FC236}">
                <a16:creationId xmlns:a16="http://schemas.microsoft.com/office/drawing/2014/main" id="{62F70EA7-C6C7-A16C-2342-A71DEEC3310A}"/>
              </a:ext>
            </a:extLst>
          </p:cNvPr>
          <p:cNvSpPr/>
          <p:nvPr/>
        </p:nvSpPr>
        <p:spPr>
          <a:xfrm>
            <a:off x="1936452" y="4846367"/>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53" name="TextBox 7">
            <a:extLst>
              <a:ext uri="{FF2B5EF4-FFF2-40B4-BE49-F238E27FC236}">
                <a16:creationId xmlns:a16="http://schemas.microsoft.com/office/drawing/2014/main" id="{0AD2A724-1C89-28AF-E629-F3770E192576}"/>
              </a:ext>
            </a:extLst>
          </p:cNvPr>
          <p:cNvSpPr txBox="1"/>
          <p:nvPr/>
        </p:nvSpPr>
        <p:spPr>
          <a:xfrm>
            <a:off x="6887577" y="4572229"/>
            <a:ext cx="2200775" cy="345742"/>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ハイパーバイザ</a:t>
            </a: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ー</a:t>
            </a:r>
          </a:p>
        </p:txBody>
      </p:sp>
      <p:sp>
        <p:nvSpPr>
          <p:cNvPr id="54" name="TextBox 7">
            <a:extLst>
              <a:ext uri="{FF2B5EF4-FFF2-40B4-BE49-F238E27FC236}">
                <a16:creationId xmlns:a16="http://schemas.microsoft.com/office/drawing/2014/main" id="{890333FC-DE92-6FC5-44C1-01971DCDAC63}"/>
              </a:ext>
            </a:extLst>
          </p:cNvPr>
          <p:cNvSpPr txBox="1"/>
          <p:nvPr/>
        </p:nvSpPr>
        <p:spPr>
          <a:xfrm>
            <a:off x="6903874" y="4987980"/>
            <a:ext cx="2184477" cy="345742"/>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ドライバ</a:t>
            </a:r>
            <a:r>
              <a:rPr kumimoji="0" lang="en-US" sz="1099"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ー</a:t>
            </a:r>
          </a:p>
        </p:txBody>
      </p:sp>
      <p:sp>
        <p:nvSpPr>
          <p:cNvPr id="55" name="角丸四角形吹き出し 54">
            <a:extLst>
              <a:ext uri="{FF2B5EF4-FFF2-40B4-BE49-F238E27FC236}">
                <a16:creationId xmlns:a16="http://schemas.microsoft.com/office/drawing/2014/main" id="{C679CD2C-3513-3189-5AF9-0E50498348DD}"/>
              </a:ext>
            </a:extLst>
          </p:cNvPr>
          <p:cNvSpPr/>
          <p:nvPr/>
        </p:nvSpPr>
        <p:spPr bwMode="auto">
          <a:xfrm>
            <a:off x="3203918" y="4796122"/>
            <a:ext cx="3078979" cy="1335168"/>
          </a:xfrm>
          <a:prstGeom prst="wedgeRoundRectCallout">
            <a:avLst>
              <a:gd name="adj1" fmla="val -22685"/>
              <a:gd name="adj2" fmla="val -58802"/>
              <a:gd name="adj3" fmla="val 1666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0" rIns="0" bIns="0" numCol="1" spcCol="0" rtlCol="0" fromWordArt="0" anchor="t" anchorCtr="0" forceAA="0" compatLnSpc="1">
            <a:prstTxWarp prst="textNoShape">
              <a:avLst/>
            </a:prstTxWarp>
            <a:noAutofit/>
          </a:bodyPr>
          <a:lstStyle/>
          <a:p>
            <a:pPr algn="l" defTabSz="932472" fontAlgn="base">
              <a:spcBef>
                <a:spcPct val="0"/>
              </a:spcBef>
              <a:spcAft>
                <a:spcPct val="0"/>
              </a:spcAft>
            </a:pPr>
            <a:r>
              <a:rPr kumimoji="1" lang="ja-JP" altLang="en-US" sz="2000">
                <a:solidFill>
                  <a:schemeClr val="bg1"/>
                </a:solidFill>
                <a:latin typeface="Yu Gothic UI" panose="020B0500000000000000" pitchFamily="34" charset="-128"/>
                <a:ea typeface="Yu Gothic UI" panose="020B0500000000000000" pitchFamily="34" charset="-128"/>
                <a:cs typeface="Segoe UI" pitchFamily="34" charset="0"/>
              </a:rPr>
              <a:t>アプリに必要な要素だけをパッケージ化し、</a:t>
            </a:r>
            <a:br>
              <a:rPr kumimoji="1" lang="en-US" altLang="ja-JP" sz="2000" dirty="0">
                <a:solidFill>
                  <a:schemeClr val="bg1"/>
                </a:solidFill>
                <a:latin typeface="Yu Gothic UI" panose="020B0500000000000000" pitchFamily="34" charset="-128"/>
                <a:ea typeface="Yu Gothic UI" panose="020B0500000000000000" pitchFamily="34" charset="-128"/>
                <a:cs typeface="Segoe UI" pitchFamily="34" charset="0"/>
              </a:rPr>
            </a:br>
            <a:r>
              <a:rPr kumimoji="1" lang="ja-JP" altLang="en-US" sz="2000">
                <a:solidFill>
                  <a:schemeClr val="bg1"/>
                </a:solidFill>
                <a:latin typeface="Yu Gothic UI" panose="020B0500000000000000" pitchFamily="34" charset="-128"/>
                <a:ea typeface="Yu Gothic UI" panose="020B0500000000000000" pitchFamily="34" charset="-128"/>
                <a:cs typeface="Segoe UI" pitchFamily="34" charset="0"/>
              </a:rPr>
              <a:t>いつでもどこでも</a:t>
            </a:r>
            <a:r>
              <a:rPr kumimoji="1" lang="ja-JP" altLang="en-US" sz="2000" u="sng">
                <a:solidFill>
                  <a:schemeClr val="bg1"/>
                </a:solidFill>
                <a:latin typeface="Yu Gothic UI" panose="020B0500000000000000" pitchFamily="34" charset="-128"/>
                <a:ea typeface="Yu Gothic UI" panose="020B0500000000000000" pitchFamily="34" charset="-128"/>
                <a:cs typeface="Segoe UI" pitchFamily="34" charset="0"/>
              </a:rPr>
              <a:t>すぐ</a:t>
            </a:r>
            <a:br>
              <a:rPr kumimoji="1" lang="en-US" altLang="ja-JP" sz="2000" u="sng" dirty="0">
                <a:solidFill>
                  <a:schemeClr val="bg1"/>
                </a:solidFill>
                <a:latin typeface="Yu Gothic UI" panose="020B0500000000000000" pitchFamily="34" charset="-128"/>
                <a:ea typeface="Yu Gothic UI" panose="020B0500000000000000" pitchFamily="34" charset="-128"/>
                <a:cs typeface="Segoe UI" pitchFamily="34" charset="0"/>
              </a:rPr>
            </a:br>
            <a:r>
              <a:rPr kumimoji="1" lang="ja-JP" altLang="en-US" sz="2000" u="sng">
                <a:solidFill>
                  <a:schemeClr val="bg1"/>
                </a:solidFill>
                <a:latin typeface="Yu Gothic UI" panose="020B0500000000000000" pitchFamily="34" charset="-128"/>
                <a:ea typeface="Yu Gothic UI" panose="020B0500000000000000" pitchFamily="34" charset="-128"/>
                <a:cs typeface="Segoe UI" pitchFamily="34" charset="0"/>
              </a:rPr>
              <a:t>起動できる</a:t>
            </a:r>
            <a:r>
              <a:rPr kumimoji="1" lang="ja-JP" altLang="en-US" sz="2000">
                <a:solidFill>
                  <a:schemeClr val="bg1"/>
                </a:solidFill>
                <a:latin typeface="Yu Gothic UI" panose="020B0500000000000000" pitchFamily="34" charset="-128"/>
                <a:ea typeface="Yu Gothic UI" panose="020B0500000000000000" pitchFamily="34" charset="-128"/>
                <a:cs typeface="Segoe UI" pitchFamily="34" charset="0"/>
              </a:rPr>
              <a:t>ようにしたもの</a:t>
            </a:r>
            <a:endParaRPr kumimoji="1" lang="ja-JP" altLang="en-US" sz="2000" err="1">
              <a:solidFill>
                <a:schemeClr val="bg1"/>
              </a:solidFill>
              <a:latin typeface="Yu Gothic UI" panose="020B0500000000000000" pitchFamily="34" charset="-128"/>
              <a:ea typeface="Yu Gothic UI" panose="020B0500000000000000" pitchFamily="34" charset="-128"/>
              <a:cs typeface="Segoe UI" pitchFamily="34" charset="0"/>
            </a:endParaRPr>
          </a:p>
        </p:txBody>
      </p:sp>
      <p:sp>
        <p:nvSpPr>
          <p:cNvPr id="92" name="Rectangle 76">
            <a:extLst>
              <a:ext uri="{FF2B5EF4-FFF2-40B4-BE49-F238E27FC236}">
                <a16:creationId xmlns:a16="http://schemas.microsoft.com/office/drawing/2014/main" id="{3E6AF404-5105-A7A5-C49A-53069678B760}"/>
              </a:ext>
            </a:extLst>
          </p:cNvPr>
          <p:cNvSpPr/>
          <p:nvPr/>
        </p:nvSpPr>
        <p:spPr bwMode="auto">
          <a:xfrm>
            <a:off x="9160575" y="2862195"/>
            <a:ext cx="2858704" cy="1044131"/>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28" tIns="274242" rIns="182828" bIns="146262" numCol="1" spcCol="0" rtlCol="0" fromWordArt="0" anchor="t" anchorCtr="0" forceAA="0" compatLnSpc="1">
            <a:prstTxWarp prst="textNoShape">
              <a:avLst/>
            </a:prstTxWarp>
            <a:noAutofit/>
          </a:bodyPr>
          <a:lstStyle/>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ja-JP" altLang="en-US" i="0" u="none" strike="noStrike" kern="0" cap="none" spc="0" normalizeH="0" baseline="0" noProof="0">
                <a:ln>
                  <a:noFill/>
                </a:ln>
                <a:solidFill>
                  <a:srgbClr val="505050"/>
                </a:solidFill>
                <a:effectLst/>
                <a:uLnTx/>
                <a:uFillTx/>
                <a:latin typeface="Yu Gothic UI" panose="020B0500000000000000" pitchFamily="50" charset="-128"/>
                <a:ea typeface="Yu Gothic UI"/>
                <a:cs typeface="Segoe UI" pitchFamily="34" charset="0"/>
              </a:rPr>
              <a:t>ハードウェア仮想化</a:t>
            </a:r>
            <a:endParaRPr kumimoji="0" lang="en-US" i="0" u="none" strike="noStrike" kern="0" cap="none" spc="0" normalizeH="0" baseline="0" noProof="0" dirty="0">
              <a:ln>
                <a:noFill/>
              </a:ln>
              <a:solidFill>
                <a:srgbClr val="505050"/>
              </a:solidFill>
              <a:effectLst/>
              <a:uLnTx/>
              <a:uFillTx/>
              <a:latin typeface="Yu Gothic UI" panose="020B0500000000000000" pitchFamily="50" charset="-128"/>
              <a:ea typeface="Yu Gothic UI"/>
              <a:cs typeface="Segoe UI" pitchFamily="34" charset="0"/>
            </a:endParaRPr>
          </a:p>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lang="en-US" altLang="ja-JP" kern="0" dirty="0">
                <a:solidFill>
                  <a:srgbClr val="505050"/>
                </a:solidFill>
                <a:latin typeface="Yu Gothic UI" panose="020B0500000000000000" pitchFamily="50" charset="-128"/>
                <a:ea typeface="Yu Gothic UI"/>
                <a:cs typeface="Segoe UI" pitchFamily="34" charset="0"/>
              </a:rPr>
              <a:t>OS</a:t>
            </a:r>
            <a:r>
              <a:rPr lang="ja-JP" altLang="en-US" kern="0">
                <a:solidFill>
                  <a:srgbClr val="505050"/>
                </a:solidFill>
                <a:latin typeface="Yu Gothic UI" panose="020B0500000000000000" pitchFamily="50" charset="-128"/>
                <a:ea typeface="Yu Gothic UI"/>
                <a:cs typeface="Segoe UI" pitchFamily="34" charset="0"/>
              </a:rPr>
              <a:t>ごとフルスタックを起動</a:t>
            </a:r>
            <a:endParaRPr kumimoji="0" lang="en-US" altLang="ja-JP" i="0" u="none" strike="noStrike" kern="0" cap="none" spc="0" normalizeH="0" baseline="0" noProof="0" dirty="0">
              <a:ln>
                <a:noFill/>
              </a:ln>
              <a:solidFill>
                <a:srgbClr val="505050"/>
              </a:solidFill>
              <a:effectLst/>
              <a:uLnTx/>
              <a:uFillTx/>
              <a:latin typeface="Yu Gothic UI" panose="020B0500000000000000" pitchFamily="50" charset="-128"/>
              <a:ea typeface="Yu Gothic UI"/>
              <a:cs typeface="Segoe UI" pitchFamily="34" charset="0"/>
            </a:endParaRPr>
          </a:p>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ja-JP" altLang="en-US" i="0" u="none" strike="noStrike" kern="0" cap="none" spc="0" normalizeH="0" baseline="0" noProof="0">
                <a:ln>
                  <a:noFill/>
                </a:ln>
                <a:solidFill>
                  <a:srgbClr val="505050"/>
                </a:solidFill>
                <a:effectLst/>
                <a:uLnTx/>
                <a:uFillTx/>
                <a:latin typeface="Yu Gothic UI" panose="020B0500000000000000" pitchFamily="50" charset="-128"/>
                <a:ea typeface="Yu Gothic UI"/>
                <a:cs typeface="Segoe UI" pitchFamily="34" charset="0"/>
              </a:rPr>
              <a:t>スケール単位は </a:t>
            </a:r>
            <a:br>
              <a:rPr kumimoji="0" lang="en-US" altLang="ja-JP" i="0" u="none" strike="noStrike" kern="0" cap="none" spc="0" normalizeH="0" baseline="0" noProof="0" dirty="0">
                <a:ln>
                  <a:noFill/>
                </a:ln>
                <a:solidFill>
                  <a:srgbClr val="505050"/>
                </a:solidFill>
                <a:effectLst/>
                <a:uLnTx/>
                <a:uFillTx/>
                <a:latin typeface="Yu Gothic UI" panose="020B0500000000000000" pitchFamily="50" charset="-128"/>
                <a:ea typeface="Yu Gothic UI"/>
                <a:cs typeface="Segoe UI" pitchFamily="34" charset="0"/>
              </a:rPr>
            </a:br>
            <a:r>
              <a:rPr kumimoji="0" lang="ja-JP" altLang="en-US" i="0" u="none" strike="noStrike" kern="0" cap="none" spc="0" normalizeH="0" baseline="0" noProof="0">
                <a:ln>
                  <a:noFill/>
                </a:ln>
                <a:solidFill>
                  <a:srgbClr val="505050"/>
                </a:solidFill>
                <a:effectLst/>
                <a:uLnTx/>
                <a:uFillTx/>
                <a:latin typeface="Yu Gothic UI" panose="020B0500000000000000" pitchFamily="50" charset="-128"/>
                <a:ea typeface="Yu Gothic UI"/>
                <a:cs typeface="Segoe UI" pitchFamily="34" charset="0"/>
              </a:rPr>
              <a:t>仮想マシン </a:t>
            </a:r>
            <a:r>
              <a:rPr kumimoji="0" lang="en-US" altLang="ja-JP" i="0" u="none" strike="noStrike" kern="0" cap="none" spc="0" normalizeH="0" baseline="0" noProof="0" dirty="0">
                <a:ln>
                  <a:noFill/>
                </a:ln>
                <a:solidFill>
                  <a:srgbClr val="505050"/>
                </a:solidFill>
                <a:effectLst/>
                <a:uLnTx/>
                <a:uFillTx/>
                <a:latin typeface="Yu Gothic UI" panose="020B0500000000000000" pitchFamily="50" charset="-128"/>
                <a:ea typeface="Yu Gothic UI"/>
                <a:cs typeface="Segoe UI" pitchFamily="34" charset="0"/>
              </a:rPr>
              <a:t>(VM)</a:t>
            </a:r>
          </a:p>
          <a:p>
            <a:pPr marL="180940" marR="0" lvl="0" indent="-180940" algn="l" defTabSz="932114" rtl="0" eaLnBrk="1" fontAlgn="base" latinLnBrk="0" hangingPunct="1">
              <a:lnSpc>
                <a:spcPct val="100000"/>
              </a:lnSpc>
              <a:spcBef>
                <a:spcPct val="0"/>
              </a:spcBef>
              <a:spcAft>
                <a:spcPts val="600"/>
              </a:spcAft>
              <a:buClrTx/>
              <a:buSzTx/>
              <a:buFont typeface="Arial" panose="020B0604020202020204" pitchFamily="34" charset="0"/>
              <a:buChar char="•"/>
              <a:tabLst/>
              <a:defRPr/>
            </a:pPr>
            <a:r>
              <a:rPr lang="en-US" kern="0" dirty="0" err="1">
                <a:solidFill>
                  <a:srgbClr val="505050"/>
                </a:solidFill>
                <a:latin typeface="Yu Gothic UI" panose="020B0500000000000000" pitchFamily="50" charset="-128"/>
                <a:ea typeface="Yu Gothic UI"/>
                <a:cs typeface="Segoe UI" pitchFamily="34" charset="0"/>
              </a:rPr>
              <a:t>ハイパーバイザーにより</a:t>
            </a:r>
            <a:br>
              <a:rPr lang="en-US" kern="0" dirty="0">
                <a:solidFill>
                  <a:srgbClr val="505050"/>
                </a:solidFill>
                <a:latin typeface="Yu Gothic UI" panose="020B0500000000000000" pitchFamily="50" charset="-128"/>
                <a:ea typeface="Yu Gothic UI"/>
                <a:cs typeface="Segoe UI" pitchFamily="34" charset="0"/>
              </a:rPr>
            </a:br>
            <a:r>
              <a:rPr lang="en-US" kern="0" dirty="0" err="1">
                <a:solidFill>
                  <a:srgbClr val="505050"/>
                </a:solidFill>
                <a:latin typeface="Yu Gothic UI" panose="020B0500000000000000" pitchFamily="50" charset="-128"/>
                <a:ea typeface="Yu Gothic UI"/>
                <a:cs typeface="Segoe UI" pitchFamily="34" charset="0"/>
              </a:rPr>
              <a:t>仕様は異なる</a:t>
            </a:r>
            <a:endParaRPr kumimoji="0" lang="en-US" i="0" u="none" strike="noStrike" kern="0" cap="none" spc="0" normalizeH="0" baseline="0" noProof="0" dirty="0">
              <a:ln>
                <a:noFill/>
              </a:ln>
              <a:solidFill>
                <a:srgbClr val="505050"/>
              </a:solidFill>
              <a:effectLst/>
              <a:uLnTx/>
              <a:uFillTx/>
              <a:latin typeface="Yu Gothic UI" panose="020B0500000000000000" pitchFamily="50" charset="-128"/>
              <a:ea typeface="Yu Gothic UI"/>
              <a:cs typeface="Segoe UI" pitchFamily="34" charset="0"/>
            </a:endParaRPr>
          </a:p>
        </p:txBody>
      </p:sp>
    </p:spTree>
    <p:extLst>
      <p:ext uri="{BB962C8B-B14F-4D97-AF65-F5344CB8AC3E}">
        <p14:creationId xmlns:p14="http://schemas.microsoft.com/office/powerpoint/2010/main" val="118607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82013-08B8-5863-31DA-70FAE8755626}"/>
            </a:ext>
          </a:extLst>
        </p:cNvPr>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3D4680A9-593C-4352-C60A-CB3CE0308B4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コンテナのライフサイクル</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25A8AF96-F1EC-706B-41DA-7E77F8AF906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452A3DC2-17B8-A5CA-CCB8-5F79D1CE156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latin typeface="Yu Gothic UI" panose="020B0500000000000000" pitchFamily="34" charset="-128"/>
              <a:ea typeface="Yu Gothic UI" panose="020B0500000000000000" pitchFamily="34" charset="-128"/>
            </a:endParaRPr>
          </a:p>
        </p:txBody>
      </p:sp>
      <p:sp>
        <p:nvSpPr>
          <p:cNvPr id="101" name="TextBox 14">
            <a:extLst>
              <a:ext uri="{FF2B5EF4-FFF2-40B4-BE49-F238E27FC236}">
                <a16:creationId xmlns:a16="http://schemas.microsoft.com/office/drawing/2014/main" id="{9FF37206-2F68-4E45-C61D-628920BEB2F9}"/>
              </a:ext>
            </a:extLst>
          </p:cNvPr>
          <p:cNvSpPr txBox="1"/>
          <p:nvPr/>
        </p:nvSpPr>
        <p:spPr>
          <a:xfrm>
            <a:off x="945095" y="4607861"/>
            <a:ext cx="1631857" cy="620042"/>
          </a:xfrm>
          <a:prstGeom prst="rect">
            <a:avLst/>
          </a:prstGeom>
          <a:noFill/>
        </p:spPr>
        <p:txBody>
          <a:bodyPr wrap="none" lIns="0" tIns="0" rIns="0" bIns="0" rtlCol="0">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ja-JP" altLang="en-US" sz="1961" b="0" i="0" u="none" strike="noStrike" kern="1200" cap="none" spc="0" normalizeH="0" baseline="0" noProof="0">
                <a:ln>
                  <a:noFill/>
                </a:ln>
                <a:solidFill>
                  <a:srgbClr val="1A1A1A"/>
                </a:solidFill>
                <a:effectLst/>
                <a:uLnTx/>
                <a:uFillTx/>
                <a:latin typeface="Yu Gothic UI"/>
                <a:ea typeface="ＭＳ Ｐゴシック"/>
                <a:cs typeface="+mn-cs"/>
              </a:rPr>
              <a:t>コンテナ</a:t>
            </a:r>
            <a:r>
              <a:rPr kumimoji="0" lang="en-US" sz="1961" b="0" i="0" u="none" strike="noStrike" kern="1200" cap="none" spc="0" normalizeH="0" baseline="0" noProof="0" dirty="0" err="1">
                <a:ln>
                  <a:noFill/>
                </a:ln>
                <a:solidFill>
                  <a:srgbClr val="1A1A1A"/>
                </a:solidFill>
                <a:effectLst/>
                <a:uLnTx/>
                <a:uFillTx/>
                <a:latin typeface="Yu Gothic UI"/>
                <a:ea typeface="ＭＳ Ｐゴシック"/>
                <a:cs typeface="+mn-cs"/>
              </a:rPr>
              <a:t>設計書</a:t>
            </a:r>
            <a:endParaRPr kumimoji="0" lang="en-US" sz="1961" b="0" i="0" u="none" strike="noStrike" kern="1200" cap="none" spc="0" normalizeH="0" baseline="0" noProof="0" dirty="0">
              <a:ln>
                <a:noFill/>
              </a:ln>
              <a:solidFill>
                <a:srgbClr val="1A1A1A"/>
              </a:solidFill>
              <a:effectLst/>
              <a:uLnTx/>
              <a:uFillTx/>
              <a:latin typeface="Yu Gothic UI"/>
              <a:ea typeface="ＭＳ Ｐゴシック"/>
              <a:cs typeface="+mn-cs"/>
            </a:endParaRPr>
          </a:p>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1961" b="0" i="0" u="none" strike="noStrike" kern="1200" cap="none" spc="0" normalizeH="0" baseline="0" noProof="0" dirty="0">
                <a:ln>
                  <a:noFill/>
                </a:ln>
                <a:solidFill>
                  <a:srgbClr val="1A1A1A"/>
                </a:solidFill>
                <a:effectLst/>
                <a:uLnTx/>
                <a:uFillTx/>
                <a:latin typeface="Yu Gothic UI"/>
                <a:ea typeface="ＭＳ Ｐゴシック"/>
                <a:cs typeface="+mn-cs"/>
              </a:rPr>
              <a:t>（</a:t>
            </a:r>
            <a:r>
              <a:rPr kumimoji="0" lang="en-US" sz="1961" b="0" i="0" u="none" strike="noStrike" kern="1200" cap="none" spc="0" normalizeH="0" baseline="0" noProof="0" dirty="0" err="1">
                <a:ln>
                  <a:noFill/>
                </a:ln>
                <a:solidFill>
                  <a:srgbClr val="1A1A1A"/>
                </a:solidFill>
                <a:effectLst/>
                <a:uLnTx/>
                <a:uFillTx/>
                <a:latin typeface="Yu Gothic UI"/>
                <a:ea typeface="ＭＳ Ｐゴシック"/>
                <a:cs typeface="+mn-cs"/>
              </a:rPr>
              <a:t>Dockerfile</a:t>
            </a:r>
            <a:r>
              <a:rPr kumimoji="0" lang="en-US" sz="1961" b="0" i="0" u="none" strike="noStrike" kern="1200" cap="none" spc="0" normalizeH="0" baseline="0" noProof="0" dirty="0">
                <a:ln>
                  <a:noFill/>
                </a:ln>
                <a:solidFill>
                  <a:srgbClr val="1A1A1A"/>
                </a:solidFill>
                <a:effectLst/>
                <a:uLnTx/>
                <a:uFillTx/>
                <a:latin typeface="Yu Gothic UI"/>
                <a:ea typeface="ＭＳ Ｐゴシック"/>
                <a:cs typeface="+mn-cs"/>
              </a:rPr>
              <a:t>）</a:t>
            </a:r>
          </a:p>
        </p:txBody>
      </p:sp>
      <p:sp>
        <p:nvSpPr>
          <p:cNvPr id="102" name="Rectangle: Rounded Corners 49">
            <a:extLst>
              <a:ext uri="{FF2B5EF4-FFF2-40B4-BE49-F238E27FC236}">
                <a16:creationId xmlns:a16="http://schemas.microsoft.com/office/drawing/2014/main" id="{7A6DD4BC-6264-554E-60D8-F3FFCD212763}"/>
              </a:ext>
            </a:extLst>
          </p:cNvPr>
          <p:cNvSpPr/>
          <p:nvPr/>
        </p:nvSpPr>
        <p:spPr bwMode="auto">
          <a:xfrm>
            <a:off x="4922646" y="4478640"/>
            <a:ext cx="1845059" cy="1249416"/>
          </a:xfrm>
          <a:prstGeom prst="roundRect">
            <a:avLst>
              <a:gd name="adj" fmla="val 3125"/>
            </a:avLst>
          </a:prstGeom>
          <a:solidFill>
            <a:schemeClr val="tx1">
              <a:alpha val="5000"/>
            </a:schemeClr>
          </a:solid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1961" b="1" i="0" u="none" strike="noStrike" kern="1200" cap="none" spc="0" normalizeH="0" baseline="0" noProof="0">
                <a:ln>
                  <a:noFill/>
                </a:ln>
                <a:solidFill>
                  <a:srgbClr val="1A1A1A"/>
                </a:solidFill>
                <a:effectLst/>
                <a:uLnTx/>
                <a:uFillTx/>
                <a:latin typeface="Yu Gothic UI"/>
                <a:ea typeface="Yu Gothic UI"/>
                <a:cs typeface="Segoe UI" pitchFamily="34" charset="0"/>
              </a:rPr>
              <a:t>コンテナ</a:t>
            </a:r>
            <a:endParaRPr kumimoji="0" lang="en-US" altLang="ja-JP" sz="1961" b="1" i="0" u="none" strike="noStrike" kern="1200" cap="none" spc="0" normalizeH="0" baseline="0" noProof="0" dirty="0">
              <a:ln>
                <a:noFill/>
              </a:ln>
              <a:solidFill>
                <a:srgbClr val="1A1A1A"/>
              </a:solidFill>
              <a:effectLst/>
              <a:uLnTx/>
              <a:uFillTx/>
              <a:latin typeface="Yu Gothic UI"/>
              <a:ea typeface="Yu Gothic UI"/>
              <a:cs typeface="Segoe UI" pitchFamily="34" charset="0"/>
            </a:endParaRPr>
          </a:p>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1961" b="1" i="0" u="none" strike="noStrike" kern="1200" cap="none" spc="0" normalizeH="0" baseline="0" noProof="0">
                <a:ln>
                  <a:noFill/>
                </a:ln>
                <a:solidFill>
                  <a:srgbClr val="1A1A1A"/>
                </a:solidFill>
                <a:effectLst/>
                <a:uLnTx/>
                <a:uFillTx/>
                <a:latin typeface="Yu Gothic UI"/>
                <a:ea typeface="Yu Gothic UI"/>
                <a:cs typeface="Segoe UI" pitchFamily="34" charset="0"/>
              </a:rPr>
              <a:t>イメージ</a:t>
            </a:r>
            <a:endParaRPr kumimoji="0" lang="en-US" sz="1961" b="1" i="0" u="none" strike="noStrike" kern="1200" cap="none" spc="0" normalizeH="0" baseline="0" noProof="0" dirty="0">
              <a:ln>
                <a:noFill/>
              </a:ln>
              <a:solidFill>
                <a:srgbClr val="1A1A1A"/>
              </a:solidFill>
              <a:effectLst/>
              <a:uLnTx/>
              <a:uFillTx/>
              <a:latin typeface="Yu Gothic UI"/>
              <a:ea typeface="Yu Gothic UI"/>
              <a:cs typeface="Segoe UI" pitchFamily="34" charset="0"/>
            </a:endParaRPr>
          </a:p>
        </p:txBody>
      </p:sp>
      <p:sp>
        <p:nvSpPr>
          <p:cNvPr id="103" name="Rectangle 62">
            <a:extLst>
              <a:ext uri="{FF2B5EF4-FFF2-40B4-BE49-F238E27FC236}">
                <a16:creationId xmlns:a16="http://schemas.microsoft.com/office/drawing/2014/main" id="{18EB3047-56E5-CEBB-CB1C-1BDADF2BD7DE}"/>
              </a:ext>
            </a:extLst>
          </p:cNvPr>
          <p:cNvSpPr/>
          <p:nvPr/>
        </p:nvSpPr>
        <p:spPr>
          <a:xfrm>
            <a:off x="5006404" y="5985109"/>
            <a:ext cx="1742785" cy="341632"/>
          </a:xfrm>
          <a:prstGeom prst="rect">
            <a:avLst/>
          </a:prstGeom>
        </p:spPr>
        <p:txBody>
          <a:bodyPr wrap="none">
            <a:sp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err="1">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rPr>
              <a:t>アプリのパッケージ</a:t>
            </a:r>
            <a:endParaRPr kumimoji="0" lang="en-US" sz="1800" b="0" i="0" u="none" strike="noStrike" kern="1200" cap="none" spc="0" normalizeH="0" baseline="0" noProof="0">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04" name="Script_F03A" title="Icon of an unrolled document with writing on it">
            <a:extLst>
              <a:ext uri="{FF2B5EF4-FFF2-40B4-BE49-F238E27FC236}">
                <a16:creationId xmlns:a16="http://schemas.microsoft.com/office/drawing/2014/main" id="{F36E53D6-95C5-A0BA-011F-39925E0D39B6}"/>
              </a:ext>
            </a:extLst>
          </p:cNvPr>
          <p:cNvSpPr>
            <a:spLocks noChangeAspect="1" noEditPoints="1"/>
          </p:cNvSpPr>
          <p:nvPr/>
        </p:nvSpPr>
        <p:spPr bwMode="auto">
          <a:xfrm>
            <a:off x="1365917" y="3663103"/>
            <a:ext cx="763186" cy="763555"/>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1A"/>
              </a:solidFill>
              <a:effectLst/>
              <a:uLnTx/>
              <a:uFillTx/>
              <a:latin typeface="Yu Gothic UI"/>
              <a:ea typeface="ＭＳ Ｐゴシック"/>
              <a:cs typeface="+mn-cs"/>
            </a:endParaRPr>
          </a:p>
        </p:txBody>
      </p:sp>
      <p:sp>
        <p:nvSpPr>
          <p:cNvPr id="105" name="Rectangle 48">
            <a:extLst>
              <a:ext uri="{FF2B5EF4-FFF2-40B4-BE49-F238E27FC236}">
                <a16:creationId xmlns:a16="http://schemas.microsoft.com/office/drawing/2014/main" id="{0338EAF9-37B8-E7A2-0C6A-45F5C66FF5C5}"/>
              </a:ext>
            </a:extLst>
          </p:cNvPr>
          <p:cNvSpPr/>
          <p:nvPr/>
        </p:nvSpPr>
        <p:spPr>
          <a:xfrm>
            <a:off x="8530770" y="6270891"/>
            <a:ext cx="2289408" cy="341632"/>
          </a:xfrm>
          <a:prstGeom prst="rect">
            <a:avLst/>
          </a:prstGeom>
          <a:solidFill>
            <a:schemeClr val="bg1"/>
          </a:solidFill>
        </p:spPr>
        <p:txBody>
          <a:bodyPr wrap="none">
            <a:sp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1800" b="0" i="0" u="none" strike="noStrike" kern="1200" cap="none" spc="0" normalizeH="0" baseline="0" noProof="0">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rPr>
              <a:t>作成したイメージを保存</a:t>
            </a:r>
            <a:endParaRPr kumimoji="0" lang="en-US" altLang="ja-JP" sz="1800" b="0" i="0" u="none" strike="noStrike" kern="1200" cap="none" spc="0" normalizeH="0" baseline="0" noProof="0">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06" name="Rectangle 63">
            <a:extLst>
              <a:ext uri="{FF2B5EF4-FFF2-40B4-BE49-F238E27FC236}">
                <a16:creationId xmlns:a16="http://schemas.microsoft.com/office/drawing/2014/main" id="{09F650F1-3870-EC79-BF26-F05C96CDD9B7}"/>
              </a:ext>
            </a:extLst>
          </p:cNvPr>
          <p:cNvSpPr/>
          <p:nvPr/>
        </p:nvSpPr>
        <p:spPr>
          <a:xfrm>
            <a:off x="9087815" y="4370654"/>
            <a:ext cx="554960" cy="33361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68" b="1" i="0" u="none" strike="noStrike" kern="1200" cap="none" spc="0" normalizeH="0" baseline="0" noProof="0">
                <a:ln>
                  <a:noFill/>
                </a:ln>
                <a:gradFill>
                  <a:gsLst>
                    <a:gs pos="0">
                      <a:srgbClr val="FFFFFF"/>
                    </a:gs>
                    <a:gs pos="100000">
                      <a:srgbClr val="FFFFFF"/>
                    </a:gs>
                  </a:gsLst>
                  <a:lin ang="5400000" scaled="0"/>
                </a:gradFill>
                <a:effectLst/>
                <a:uLnTx/>
                <a:uFillTx/>
                <a:latin typeface="Yu Gothic UI"/>
                <a:ea typeface="ＭＳ Ｐゴシック"/>
                <a:cs typeface="Segoe UI" pitchFamily="34" charset="0"/>
              </a:rPr>
              <a:t>Pull</a:t>
            </a:r>
            <a:endParaRPr kumimoji="0" lang="en-US" sz="1765" b="0" i="0" u="none" strike="noStrike" kern="1200" cap="none" spc="0" normalizeH="0" baseline="0" noProof="0">
              <a:ln>
                <a:noFill/>
              </a:ln>
              <a:solidFill>
                <a:srgbClr val="1A1A1A"/>
              </a:solidFill>
              <a:effectLst/>
              <a:uLnTx/>
              <a:uFillTx/>
              <a:latin typeface="Yu Gothic UI"/>
              <a:ea typeface="ＭＳ Ｐゴシック"/>
              <a:cs typeface="+mn-cs"/>
            </a:endParaRPr>
          </a:p>
        </p:txBody>
      </p:sp>
      <p:sp>
        <p:nvSpPr>
          <p:cNvPr id="107" name="テキスト ボックス 106">
            <a:extLst>
              <a:ext uri="{FF2B5EF4-FFF2-40B4-BE49-F238E27FC236}">
                <a16:creationId xmlns:a16="http://schemas.microsoft.com/office/drawing/2014/main" id="{4411B232-B5B3-5D16-487B-8A87CA864132}"/>
              </a:ext>
            </a:extLst>
          </p:cNvPr>
          <p:cNvSpPr txBox="1"/>
          <p:nvPr/>
        </p:nvSpPr>
        <p:spPr>
          <a:xfrm>
            <a:off x="8697235" y="5728056"/>
            <a:ext cx="1700787"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Yu Gothic UI"/>
                <a:cs typeface="+mn-cs"/>
              </a:rPr>
              <a:t>コンテナレジストリ</a:t>
            </a:r>
            <a:endParaRPr kumimoji="1" lang="en-US" altLang="ja-JP"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Yu Gothic UI"/>
              <a:cs typeface="+mn-cs"/>
            </a:endParaRPr>
          </a:p>
        </p:txBody>
      </p:sp>
      <p:sp>
        <p:nvSpPr>
          <p:cNvPr id="108" name="円柱 107">
            <a:extLst>
              <a:ext uri="{FF2B5EF4-FFF2-40B4-BE49-F238E27FC236}">
                <a16:creationId xmlns:a16="http://schemas.microsoft.com/office/drawing/2014/main" id="{B89162B9-2D63-3D87-B013-B67B52BBB2F1}"/>
              </a:ext>
            </a:extLst>
          </p:cNvPr>
          <p:cNvSpPr/>
          <p:nvPr/>
        </p:nvSpPr>
        <p:spPr bwMode="auto">
          <a:xfrm>
            <a:off x="8883341" y="4517571"/>
            <a:ext cx="1112108" cy="1007010"/>
          </a:xfrm>
          <a:prstGeom prst="can">
            <a:avLst/>
          </a:prstGeom>
          <a:solidFill>
            <a:srgbClr val="0077D4">
              <a:lumMod val="40000"/>
              <a:lumOff val="60000"/>
            </a:srgbClr>
          </a:solidFill>
          <a:ln w="9525" cap="flat" cmpd="sng" algn="ctr">
            <a:solidFill>
              <a:srgbClr val="0077D4">
                <a:lumMod val="40000"/>
                <a:lumOff val="60000"/>
              </a:srgbClr>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09" name="グループ化 108">
            <a:extLst>
              <a:ext uri="{FF2B5EF4-FFF2-40B4-BE49-F238E27FC236}">
                <a16:creationId xmlns:a16="http://schemas.microsoft.com/office/drawing/2014/main" id="{053EE69D-1D33-A410-FD98-44EF9E2D4CE7}"/>
              </a:ext>
            </a:extLst>
          </p:cNvPr>
          <p:cNvGrpSpPr>
            <a:grpSpLocks noChangeAspect="1"/>
          </p:cNvGrpSpPr>
          <p:nvPr/>
        </p:nvGrpSpPr>
        <p:grpSpPr>
          <a:xfrm>
            <a:off x="9057611" y="5043251"/>
            <a:ext cx="340222" cy="386175"/>
            <a:chOff x="5566804" y="2751861"/>
            <a:chExt cx="753592" cy="843148"/>
          </a:xfrm>
        </p:grpSpPr>
        <p:sp>
          <p:nvSpPr>
            <p:cNvPr id="110" name="六角形 109">
              <a:extLst>
                <a:ext uri="{FF2B5EF4-FFF2-40B4-BE49-F238E27FC236}">
                  <a16:creationId xmlns:a16="http://schemas.microsoft.com/office/drawing/2014/main" id="{D1026ED4-FF8D-8405-9187-DAF8A702209D}"/>
                </a:ext>
              </a:extLst>
            </p:cNvPr>
            <p:cNvSpPr/>
            <p:nvPr/>
          </p:nvSpPr>
          <p:spPr bwMode="auto">
            <a:xfrm rot="5400000">
              <a:off x="5522026" y="2796639"/>
              <a:ext cx="843148" cy="753591"/>
            </a:xfrm>
            <a:prstGeom prst="hexagon">
              <a:avLst/>
            </a:prstGeom>
            <a:solidFill>
              <a:srgbClr val="D83A01">
                <a:lumMod val="60000"/>
                <a:lumOff val="40000"/>
              </a:srgbClr>
            </a:solidFill>
            <a:ln w="25400" cap="flat" cmpd="sng" algn="ctr">
              <a:solidFill>
                <a:srgbClr val="FFFFFF"/>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111" name="直線コネクタ 110">
              <a:extLst>
                <a:ext uri="{FF2B5EF4-FFF2-40B4-BE49-F238E27FC236}">
                  <a16:creationId xmlns:a16="http://schemas.microsoft.com/office/drawing/2014/main" id="{F43E55F3-D96E-78C2-6152-7BA2EDFE43BB}"/>
                </a:ext>
              </a:extLst>
            </p:cNvPr>
            <p:cNvCxnSpPr>
              <a:stCxn id="110" idx="2"/>
            </p:cNvCxnSpPr>
            <p:nvPr/>
          </p:nvCxnSpPr>
          <p:spPr>
            <a:xfrm>
              <a:off x="5566805" y="2940259"/>
              <a:ext cx="394608" cy="206702"/>
            </a:xfrm>
            <a:prstGeom prst="line">
              <a:avLst/>
            </a:prstGeom>
            <a:noFill/>
            <a:ln w="25400" cap="flat" cmpd="sng" algn="ctr">
              <a:solidFill>
                <a:srgbClr val="FFFFFF"/>
              </a:solidFill>
              <a:prstDash val="solid"/>
              <a:headEnd type="none" w="lg" len="med"/>
              <a:tailEnd type="none" w="lg" len="med"/>
            </a:ln>
            <a:effectLst/>
          </p:spPr>
        </p:cxnSp>
        <p:cxnSp>
          <p:nvCxnSpPr>
            <p:cNvPr id="112" name="直線コネクタ 111">
              <a:extLst>
                <a:ext uri="{FF2B5EF4-FFF2-40B4-BE49-F238E27FC236}">
                  <a16:creationId xmlns:a16="http://schemas.microsoft.com/office/drawing/2014/main" id="{FC705341-03C2-7705-C5C9-308DFEAC76EF}"/>
                </a:ext>
              </a:extLst>
            </p:cNvPr>
            <p:cNvCxnSpPr>
              <a:cxnSpLocks/>
              <a:stCxn id="110" idx="4"/>
            </p:cNvCxnSpPr>
            <p:nvPr/>
          </p:nvCxnSpPr>
          <p:spPr>
            <a:xfrm flipH="1">
              <a:off x="5925788" y="2940259"/>
              <a:ext cx="394608" cy="206702"/>
            </a:xfrm>
            <a:prstGeom prst="line">
              <a:avLst/>
            </a:prstGeom>
            <a:noFill/>
            <a:ln w="25400" cap="flat" cmpd="sng" algn="ctr">
              <a:solidFill>
                <a:srgbClr val="FFFFFF"/>
              </a:solidFill>
              <a:prstDash val="solid"/>
              <a:headEnd type="none" w="lg" len="med"/>
              <a:tailEnd type="none" w="lg" len="med"/>
            </a:ln>
            <a:effectLst/>
          </p:spPr>
        </p:cxnSp>
        <p:cxnSp>
          <p:nvCxnSpPr>
            <p:cNvPr id="113" name="直線コネクタ 112">
              <a:extLst>
                <a:ext uri="{FF2B5EF4-FFF2-40B4-BE49-F238E27FC236}">
                  <a16:creationId xmlns:a16="http://schemas.microsoft.com/office/drawing/2014/main" id="{BFC37E36-D583-4379-1166-999C5C5F87BA}"/>
                </a:ext>
              </a:extLst>
            </p:cNvPr>
            <p:cNvCxnSpPr>
              <a:cxnSpLocks/>
              <a:endCxn id="110" idx="0"/>
            </p:cNvCxnSpPr>
            <p:nvPr/>
          </p:nvCxnSpPr>
          <p:spPr>
            <a:xfrm>
              <a:off x="5943600" y="3146961"/>
              <a:ext cx="0" cy="448048"/>
            </a:xfrm>
            <a:prstGeom prst="line">
              <a:avLst/>
            </a:prstGeom>
            <a:noFill/>
            <a:ln w="25400" cap="flat" cmpd="sng" algn="ctr">
              <a:solidFill>
                <a:srgbClr val="FFFFFF"/>
              </a:solidFill>
              <a:prstDash val="solid"/>
              <a:headEnd type="none" w="lg" len="med"/>
              <a:tailEnd type="none" w="lg" len="med"/>
            </a:ln>
            <a:effectLst/>
          </p:spPr>
        </p:cxnSp>
      </p:grpSp>
      <p:sp>
        <p:nvSpPr>
          <p:cNvPr id="114" name="右矢印 113">
            <a:extLst>
              <a:ext uri="{FF2B5EF4-FFF2-40B4-BE49-F238E27FC236}">
                <a16:creationId xmlns:a16="http://schemas.microsoft.com/office/drawing/2014/main" id="{58C45781-42FB-5046-9B05-29BD8F5F7E5F}"/>
              </a:ext>
            </a:extLst>
          </p:cNvPr>
          <p:cNvSpPr/>
          <p:nvPr/>
        </p:nvSpPr>
        <p:spPr bwMode="auto">
          <a:xfrm>
            <a:off x="3172113" y="4311395"/>
            <a:ext cx="1080000" cy="720000"/>
          </a:xfrm>
          <a:prstGeom prst="rightArrow">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build</a:t>
            </a:r>
            <a:endParaRPr kumimoji="1" lang="ja-JP" altLang="en-US" sz="16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5" name="右矢印 114">
            <a:extLst>
              <a:ext uri="{FF2B5EF4-FFF2-40B4-BE49-F238E27FC236}">
                <a16:creationId xmlns:a16="http://schemas.microsoft.com/office/drawing/2014/main" id="{A2D410C5-A361-D2B2-8D04-8EFA8C5F2654}"/>
              </a:ext>
            </a:extLst>
          </p:cNvPr>
          <p:cNvSpPr/>
          <p:nvPr/>
        </p:nvSpPr>
        <p:spPr bwMode="auto">
          <a:xfrm>
            <a:off x="7322330" y="4288943"/>
            <a:ext cx="1080000" cy="720000"/>
          </a:xfrm>
          <a:prstGeom prst="rightArrow">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push</a:t>
            </a:r>
            <a:endParaRPr kumimoji="1" lang="ja-JP" altLang="en-US" sz="16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6" name="左矢印 115">
            <a:extLst>
              <a:ext uri="{FF2B5EF4-FFF2-40B4-BE49-F238E27FC236}">
                <a16:creationId xmlns:a16="http://schemas.microsoft.com/office/drawing/2014/main" id="{50627C94-DC98-5FC0-785E-DB58B0DFE162}"/>
              </a:ext>
            </a:extLst>
          </p:cNvPr>
          <p:cNvSpPr/>
          <p:nvPr/>
        </p:nvSpPr>
        <p:spPr bwMode="auto">
          <a:xfrm>
            <a:off x="7322330" y="5128040"/>
            <a:ext cx="1080000" cy="720000"/>
          </a:xfrm>
          <a:prstGeom prst="leftArrow">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pull</a:t>
            </a:r>
            <a:endParaRPr kumimoji="1" lang="ja-JP" altLang="en-US" sz="16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7" name="右矢印 116">
            <a:extLst>
              <a:ext uri="{FF2B5EF4-FFF2-40B4-BE49-F238E27FC236}">
                <a16:creationId xmlns:a16="http://schemas.microsoft.com/office/drawing/2014/main" id="{CCFB23BF-1C80-F23B-C3B2-F4DEF83FE662}"/>
              </a:ext>
            </a:extLst>
          </p:cNvPr>
          <p:cNvSpPr/>
          <p:nvPr/>
        </p:nvSpPr>
        <p:spPr bwMode="auto">
          <a:xfrm flipH="1">
            <a:off x="3072446" y="5176876"/>
            <a:ext cx="1080000" cy="720000"/>
          </a:xfrm>
          <a:prstGeom prst="rightArrow">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参照</a:t>
            </a:r>
            <a:endParaRPr kumimoji="1" lang="ja-JP" altLang="en-US" sz="16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8" name="TextBox 14">
            <a:extLst>
              <a:ext uri="{FF2B5EF4-FFF2-40B4-BE49-F238E27FC236}">
                <a16:creationId xmlns:a16="http://schemas.microsoft.com/office/drawing/2014/main" id="{54D9B26E-B6C6-6B48-CAB8-B3576883BB13}"/>
              </a:ext>
            </a:extLst>
          </p:cNvPr>
          <p:cNvSpPr txBox="1"/>
          <p:nvPr/>
        </p:nvSpPr>
        <p:spPr>
          <a:xfrm>
            <a:off x="2861719" y="5962023"/>
            <a:ext cx="1700787" cy="443198"/>
          </a:xfrm>
          <a:prstGeom prst="rect">
            <a:avLst/>
          </a:prstGeom>
          <a:noFill/>
        </p:spPr>
        <p:txBody>
          <a:bodyPr wrap="square" lIns="0" tIns="0" rIns="0" bIns="0" rtlCol="0">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a:pPr>
            <a:r>
              <a:rPr kumimoji="0" lang="en-US" sz="1600" b="0" i="0" u="none" strike="noStrike" kern="1200" cap="none" spc="0" normalizeH="0" baseline="0" noProof="0" err="1">
                <a:ln>
                  <a:noFill/>
                </a:ln>
                <a:solidFill>
                  <a:srgbClr val="1A1A1A"/>
                </a:solidFill>
                <a:effectLst/>
                <a:uLnTx/>
                <a:uFillTx/>
                <a:latin typeface="Yu Gothic UI"/>
                <a:ea typeface="ＭＳ Ｐゴシック"/>
                <a:cs typeface="+mn-cs"/>
              </a:rPr>
              <a:t>既存イメージ</a:t>
            </a:r>
            <a:br>
              <a:rPr kumimoji="0" lang="en-US" sz="1600" b="0" i="0" u="none" strike="noStrike" kern="1200" cap="none" spc="0" normalizeH="0" baseline="0" noProof="0">
                <a:ln>
                  <a:noFill/>
                </a:ln>
                <a:solidFill>
                  <a:srgbClr val="1A1A1A"/>
                </a:solidFill>
                <a:effectLst/>
                <a:uLnTx/>
                <a:uFillTx/>
                <a:latin typeface="Yu Gothic UI"/>
                <a:ea typeface="ＭＳ Ｐゴシック"/>
                <a:cs typeface="+mn-cs"/>
              </a:rPr>
            </a:br>
            <a:r>
              <a:rPr kumimoji="0" lang="en-US" sz="1600" b="0" i="0" u="none" strike="noStrike" kern="1200" cap="none" spc="0" normalizeH="0" baseline="0" noProof="0" err="1">
                <a:ln>
                  <a:noFill/>
                </a:ln>
                <a:solidFill>
                  <a:srgbClr val="1A1A1A"/>
                </a:solidFill>
                <a:effectLst/>
                <a:uLnTx/>
                <a:uFillTx/>
                <a:latin typeface="Yu Gothic UI"/>
                <a:ea typeface="ＭＳ Ｐゴシック"/>
                <a:cs typeface="+mn-cs"/>
              </a:rPr>
              <a:t>再利用</a:t>
            </a:r>
            <a:endParaRPr kumimoji="0" lang="en-US" sz="1600" b="0" i="0" u="none" strike="noStrike" kern="1200" cap="none" spc="0" normalizeH="0" baseline="0" noProof="0">
              <a:ln>
                <a:noFill/>
              </a:ln>
              <a:solidFill>
                <a:srgbClr val="1A1A1A"/>
              </a:solidFill>
              <a:effectLst/>
              <a:uLnTx/>
              <a:uFillTx/>
              <a:latin typeface="Yu Gothic UI"/>
              <a:ea typeface="ＭＳ Ｐゴシック"/>
              <a:cs typeface="+mn-cs"/>
            </a:endParaRPr>
          </a:p>
        </p:txBody>
      </p:sp>
      <p:sp>
        <p:nvSpPr>
          <p:cNvPr id="119" name="TextBox 14">
            <a:extLst>
              <a:ext uri="{FF2B5EF4-FFF2-40B4-BE49-F238E27FC236}">
                <a16:creationId xmlns:a16="http://schemas.microsoft.com/office/drawing/2014/main" id="{E7BB0268-9172-AB77-6277-94F22DA1D19D}"/>
              </a:ext>
            </a:extLst>
          </p:cNvPr>
          <p:cNvSpPr txBox="1"/>
          <p:nvPr/>
        </p:nvSpPr>
        <p:spPr>
          <a:xfrm>
            <a:off x="3128603" y="4044755"/>
            <a:ext cx="1167017" cy="2215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588"/>
              </a:spcAft>
              <a:buClrTx/>
              <a:buSzTx/>
              <a:buFontTx/>
              <a:buNone/>
              <a:tabLst/>
              <a:defRPr/>
            </a:pPr>
            <a:r>
              <a:rPr kumimoji="0" lang="en-US" sz="1600" b="0" i="0" u="none" strike="noStrike" kern="1200" cap="none" spc="0" normalizeH="0" baseline="0" noProof="0" err="1">
                <a:ln>
                  <a:noFill/>
                </a:ln>
                <a:solidFill>
                  <a:srgbClr val="1A1A1A"/>
                </a:solidFill>
                <a:effectLst/>
                <a:uLnTx/>
                <a:uFillTx/>
                <a:latin typeface="Yu Gothic UI"/>
                <a:ea typeface="ＭＳ Ｐゴシック"/>
                <a:cs typeface="+mn-cs"/>
              </a:rPr>
              <a:t>イメージ作成</a:t>
            </a:r>
            <a:endParaRPr kumimoji="0" lang="en-US" sz="1800" b="0" i="0" u="none" strike="noStrike" kern="1200" cap="none" spc="0" normalizeH="0" baseline="0" noProof="0">
              <a:ln>
                <a:noFill/>
              </a:ln>
              <a:solidFill>
                <a:srgbClr val="1A1A1A"/>
              </a:solidFill>
              <a:effectLst/>
              <a:uLnTx/>
              <a:uFillTx/>
              <a:latin typeface="Yu Gothic UI"/>
              <a:ea typeface="ＭＳ Ｐゴシック"/>
              <a:cs typeface="+mn-cs"/>
            </a:endParaRPr>
          </a:p>
        </p:txBody>
      </p:sp>
      <p:sp>
        <p:nvSpPr>
          <p:cNvPr id="120" name="TextBox 14">
            <a:extLst>
              <a:ext uri="{FF2B5EF4-FFF2-40B4-BE49-F238E27FC236}">
                <a16:creationId xmlns:a16="http://schemas.microsoft.com/office/drawing/2014/main" id="{1391BA2B-AF8B-DE73-957D-BA391BA02027}"/>
              </a:ext>
            </a:extLst>
          </p:cNvPr>
          <p:cNvSpPr txBox="1"/>
          <p:nvPr/>
        </p:nvSpPr>
        <p:spPr>
          <a:xfrm>
            <a:off x="7331802" y="4025985"/>
            <a:ext cx="1167017" cy="2215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588"/>
              </a:spcAft>
              <a:buClrTx/>
              <a:buSzTx/>
              <a:buFontTx/>
              <a:buNone/>
              <a:tabLst/>
              <a:defRPr/>
            </a:pPr>
            <a:r>
              <a:rPr kumimoji="0" lang="en-US" sz="1600" b="0" i="0" u="none" strike="noStrike" kern="1200" cap="none" spc="0" normalizeH="0" baseline="0" noProof="0" err="1">
                <a:ln>
                  <a:noFill/>
                </a:ln>
                <a:solidFill>
                  <a:srgbClr val="1A1A1A"/>
                </a:solidFill>
                <a:effectLst/>
                <a:uLnTx/>
                <a:uFillTx/>
                <a:latin typeface="Yu Gothic UI"/>
                <a:ea typeface="ＭＳ Ｐゴシック"/>
                <a:cs typeface="+mn-cs"/>
              </a:rPr>
              <a:t>イメージ保管</a:t>
            </a:r>
            <a:endParaRPr kumimoji="0" lang="en-US" sz="1800" b="0" i="0" u="none" strike="noStrike" kern="1200" cap="none" spc="0" normalizeH="0" baseline="0" noProof="0">
              <a:ln>
                <a:noFill/>
              </a:ln>
              <a:solidFill>
                <a:srgbClr val="1A1A1A"/>
              </a:solidFill>
              <a:effectLst/>
              <a:uLnTx/>
              <a:uFillTx/>
              <a:latin typeface="Yu Gothic UI"/>
              <a:ea typeface="ＭＳ Ｐゴシック"/>
              <a:cs typeface="+mn-cs"/>
            </a:endParaRPr>
          </a:p>
        </p:txBody>
      </p:sp>
      <p:sp>
        <p:nvSpPr>
          <p:cNvPr id="121" name="TextBox 14">
            <a:extLst>
              <a:ext uri="{FF2B5EF4-FFF2-40B4-BE49-F238E27FC236}">
                <a16:creationId xmlns:a16="http://schemas.microsoft.com/office/drawing/2014/main" id="{18815458-5809-FF59-71B9-97FE3774E838}"/>
              </a:ext>
            </a:extLst>
          </p:cNvPr>
          <p:cNvSpPr txBox="1"/>
          <p:nvPr/>
        </p:nvSpPr>
        <p:spPr>
          <a:xfrm>
            <a:off x="7453194" y="5906101"/>
            <a:ext cx="1167017" cy="1938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588"/>
              </a:spcAft>
              <a:buClrTx/>
              <a:buSzTx/>
              <a:buFontTx/>
              <a:buNone/>
              <a:tabLst/>
              <a:defRPr/>
            </a:pPr>
            <a:r>
              <a:rPr kumimoji="0" lang="en-US" sz="1400" b="0" i="0" u="none" strike="noStrike" kern="1200" cap="none" spc="0" normalizeH="0" baseline="0" noProof="0" err="1">
                <a:ln>
                  <a:noFill/>
                </a:ln>
                <a:solidFill>
                  <a:srgbClr val="1A1A1A"/>
                </a:solidFill>
                <a:effectLst/>
                <a:uLnTx/>
                <a:uFillTx/>
                <a:latin typeface="Yu Gothic UI"/>
                <a:ea typeface="ＭＳ Ｐゴシック"/>
                <a:cs typeface="+mn-cs"/>
              </a:rPr>
              <a:t>イメージ利用</a:t>
            </a:r>
            <a:endParaRPr kumimoji="0" lang="en-US" sz="1600" b="0" i="0" u="none" strike="noStrike" kern="1200" cap="none" spc="0" normalizeH="0" baseline="0" noProof="0">
              <a:ln>
                <a:noFill/>
              </a:ln>
              <a:solidFill>
                <a:srgbClr val="1A1A1A"/>
              </a:solidFill>
              <a:effectLst/>
              <a:uLnTx/>
              <a:uFillTx/>
              <a:latin typeface="Yu Gothic UI"/>
              <a:ea typeface="ＭＳ Ｐゴシック"/>
              <a:cs typeface="+mn-cs"/>
            </a:endParaRPr>
          </a:p>
        </p:txBody>
      </p:sp>
      <p:grpSp>
        <p:nvGrpSpPr>
          <p:cNvPr id="123" name="グループ化 122">
            <a:extLst>
              <a:ext uri="{FF2B5EF4-FFF2-40B4-BE49-F238E27FC236}">
                <a16:creationId xmlns:a16="http://schemas.microsoft.com/office/drawing/2014/main" id="{B1A50047-211A-E5B6-F372-01CB60060BC4}"/>
              </a:ext>
            </a:extLst>
          </p:cNvPr>
          <p:cNvGrpSpPr/>
          <p:nvPr/>
        </p:nvGrpSpPr>
        <p:grpSpPr>
          <a:xfrm>
            <a:off x="5574465" y="1862218"/>
            <a:ext cx="792000" cy="898977"/>
            <a:chOff x="7276305" y="2231180"/>
            <a:chExt cx="792000" cy="898977"/>
          </a:xfrm>
        </p:grpSpPr>
        <p:grpSp>
          <p:nvGrpSpPr>
            <p:cNvPr id="124" name="グループ化 123">
              <a:extLst>
                <a:ext uri="{FF2B5EF4-FFF2-40B4-BE49-F238E27FC236}">
                  <a16:creationId xmlns:a16="http://schemas.microsoft.com/office/drawing/2014/main" id="{72280EAB-19AA-6CF5-6411-DF84DB6A12B2}"/>
                </a:ext>
              </a:extLst>
            </p:cNvPr>
            <p:cNvGrpSpPr/>
            <p:nvPr/>
          </p:nvGrpSpPr>
          <p:grpSpPr>
            <a:xfrm>
              <a:off x="7316353" y="2269128"/>
              <a:ext cx="703367" cy="798370"/>
              <a:chOff x="5566804" y="2751861"/>
              <a:chExt cx="753592" cy="843148"/>
            </a:xfrm>
          </p:grpSpPr>
          <p:sp>
            <p:nvSpPr>
              <p:cNvPr id="126" name="六角形 125">
                <a:extLst>
                  <a:ext uri="{FF2B5EF4-FFF2-40B4-BE49-F238E27FC236}">
                    <a16:creationId xmlns:a16="http://schemas.microsoft.com/office/drawing/2014/main" id="{9F7CED74-2F64-0F03-EB35-9BFA0493DB9D}"/>
                  </a:ext>
                </a:extLst>
              </p:cNvPr>
              <p:cNvSpPr/>
              <p:nvPr/>
            </p:nvSpPr>
            <p:spPr bwMode="auto">
              <a:xfrm rot="5400000">
                <a:off x="5522026" y="2796639"/>
                <a:ext cx="843148" cy="753591"/>
              </a:xfrm>
              <a:prstGeom prst="hexagon">
                <a:avLst/>
              </a:prstGeom>
              <a:solidFill>
                <a:srgbClr val="D83A01">
                  <a:lumMod val="60000"/>
                  <a:lumOff val="40000"/>
                </a:srgbClr>
              </a:solidFill>
              <a:ln w="50800" cap="flat" cmpd="sng" algn="ctr">
                <a:solidFill>
                  <a:srgbClr val="FFFFFF"/>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127" name="直線コネクタ 126">
                <a:extLst>
                  <a:ext uri="{FF2B5EF4-FFF2-40B4-BE49-F238E27FC236}">
                    <a16:creationId xmlns:a16="http://schemas.microsoft.com/office/drawing/2014/main" id="{32133D72-D11B-966B-52F2-9C5A5E3BF163}"/>
                  </a:ext>
                </a:extLst>
              </p:cNvPr>
              <p:cNvCxnSpPr>
                <a:stCxn id="126" idx="2"/>
              </p:cNvCxnSpPr>
              <p:nvPr/>
            </p:nvCxnSpPr>
            <p:spPr>
              <a:xfrm>
                <a:off x="5566805" y="2940259"/>
                <a:ext cx="394608" cy="206702"/>
              </a:xfrm>
              <a:prstGeom prst="line">
                <a:avLst/>
              </a:prstGeom>
              <a:noFill/>
              <a:ln w="50800" cap="flat" cmpd="sng" algn="ctr">
                <a:solidFill>
                  <a:srgbClr val="FFFFFF"/>
                </a:solidFill>
                <a:prstDash val="solid"/>
                <a:headEnd type="none" w="lg" len="med"/>
                <a:tailEnd type="none" w="lg" len="med"/>
              </a:ln>
              <a:effectLst/>
            </p:spPr>
          </p:cxnSp>
          <p:cxnSp>
            <p:nvCxnSpPr>
              <p:cNvPr id="128" name="直線コネクタ 127">
                <a:extLst>
                  <a:ext uri="{FF2B5EF4-FFF2-40B4-BE49-F238E27FC236}">
                    <a16:creationId xmlns:a16="http://schemas.microsoft.com/office/drawing/2014/main" id="{C73D33BF-18D8-8E06-BB73-BD3E42D32204}"/>
                  </a:ext>
                </a:extLst>
              </p:cNvPr>
              <p:cNvCxnSpPr>
                <a:cxnSpLocks/>
                <a:stCxn id="126" idx="4"/>
              </p:cNvCxnSpPr>
              <p:nvPr/>
            </p:nvCxnSpPr>
            <p:spPr>
              <a:xfrm flipH="1">
                <a:off x="5925788" y="2940259"/>
                <a:ext cx="394608" cy="206702"/>
              </a:xfrm>
              <a:prstGeom prst="line">
                <a:avLst/>
              </a:prstGeom>
              <a:noFill/>
              <a:ln w="50800" cap="flat" cmpd="sng" algn="ctr">
                <a:solidFill>
                  <a:srgbClr val="FFFFFF"/>
                </a:solidFill>
                <a:prstDash val="solid"/>
                <a:headEnd type="none" w="lg" len="med"/>
                <a:tailEnd type="none" w="lg" len="med"/>
              </a:ln>
              <a:effectLst/>
            </p:spPr>
          </p:cxnSp>
          <p:cxnSp>
            <p:nvCxnSpPr>
              <p:cNvPr id="129" name="直線コネクタ 128">
                <a:extLst>
                  <a:ext uri="{FF2B5EF4-FFF2-40B4-BE49-F238E27FC236}">
                    <a16:creationId xmlns:a16="http://schemas.microsoft.com/office/drawing/2014/main" id="{94CE9962-89C9-87D4-B34B-61095BC5F49B}"/>
                  </a:ext>
                </a:extLst>
              </p:cNvPr>
              <p:cNvCxnSpPr>
                <a:cxnSpLocks/>
                <a:endCxn id="126" idx="0"/>
              </p:cNvCxnSpPr>
              <p:nvPr/>
            </p:nvCxnSpPr>
            <p:spPr>
              <a:xfrm>
                <a:off x="5943600" y="3146961"/>
                <a:ext cx="0" cy="448048"/>
              </a:xfrm>
              <a:prstGeom prst="line">
                <a:avLst/>
              </a:prstGeom>
              <a:noFill/>
              <a:ln w="50800" cap="flat" cmpd="sng" algn="ctr">
                <a:solidFill>
                  <a:srgbClr val="FFFFFF"/>
                </a:solidFill>
                <a:prstDash val="solid"/>
                <a:headEnd type="none" w="lg" len="med"/>
                <a:tailEnd type="none" w="lg" len="med"/>
              </a:ln>
              <a:effectLst/>
            </p:spPr>
          </p:cxnSp>
        </p:grpSp>
        <p:sp>
          <p:nvSpPr>
            <p:cNvPr id="125" name="六角形 124">
              <a:extLst>
                <a:ext uri="{FF2B5EF4-FFF2-40B4-BE49-F238E27FC236}">
                  <a16:creationId xmlns:a16="http://schemas.microsoft.com/office/drawing/2014/main" id="{82DD375F-E702-3163-AAE6-EF8763523B09}"/>
                </a:ext>
              </a:extLst>
            </p:cNvPr>
            <p:cNvSpPr>
              <a:spLocks noChangeAspect="1"/>
            </p:cNvSpPr>
            <p:nvPr/>
          </p:nvSpPr>
          <p:spPr bwMode="auto">
            <a:xfrm rot="5400000">
              <a:off x="7222816" y="2284669"/>
              <a:ext cx="898977" cy="792000"/>
            </a:xfrm>
            <a:prstGeom prst="hexagon">
              <a:avLst/>
            </a:prstGeom>
            <a:noFill/>
            <a:ln w="22225" cap="flat" cmpd="sng" algn="ctr">
              <a:solidFill>
                <a:srgbClr val="D83A01">
                  <a:lumMod val="60000"/>
                  <a:lumOff val="40000"/>
                </a:srgbClr>
              </a:solidFill>
              <a:prstDash val="dash"/>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130" name="上矢印 129">
            <a:extLst>
              <a:ext uri="{FF2B5EF4-FFF2-40B4-BE49-F238E27FC236}">
                <a16:creationId xmlns:a16="http://schemas.microsoft.com/office/drawing/2014/main" id="{082205E4-9D24-0A5F-FA7F-1ED4A5844176}"/>
              </a:ext>
            </a:extLst>
          </p:cNvPr>
          <p:cNvSpPr/>
          <p:nvPr/>
        </p:nvSpPr>
        <p:spPr bwMode="auto">
          <a:xfrm>
            <a:off x="5570430" y="3119945"/>
            <a:ext cx="720000" cy="1080000"/>
          </a:xfrm>
          <a:prstGeom prst="upArrow">
            <a:avLst/>
          </a:prstGeom>
          <a:noFill/>
          <a:ln w="9525" cap="flat" cmpd="sng" algn="ctr">
            <a:solidFill>
              <a:srgbClr val="000000"/>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en-US" altLang="ja-JP" sz="1600" b="0" i="0" u="none" strike="noStrike" kern="0" cap="none" spc="0" normalizeH="0" baseline="0" noProof="0">
                <a:ln>
                  <a:noFill/>
                </a:ln>
                <a:solidFill>
                  <a:srgbClr val="000000"/>
                </a:solidFill>
                <a:effectLst/>
                <a:uLnTx/>
                <a:uFillTx/>
                <a:latin typeface="Segoe UI"/>
                <a:ea typeface="Segoe UI" pitchFamily="34" charset="0"/>
                <a:cs typeface="Segoe UI" pitchFamily="34" charset="0"/>
              </a:rPr>
              <a:t>run</a:t>
            </a: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31" name="上矢印 130">
            <a:extLst>
              <a:ext uri="{FF2B5EF4-FFF2-40B4-BE49-F238E27FC236}">
                <a16:creationId xmlns:a16="http://schemas.microsoft.com/office/drawing/2014/main" id="{2C296330-84B2-2C3E-FAA5-33973BED4BF1}"/>
              </a:ext>
            </a:extLst>
          </p:cNvPr>
          <p:cNvSpPr/>
          <p:nvPr/>
        </p:nvSpPr>
        <p:spPr bwMode="auto">
          <a:xfrm rot="1440473">
            <a:off x="6438603" y="3202014"/>
            <a:ext cx="720000" cy="1080000"/>
          </a:xfrm>
          <a:prstGeom prst="upArrow">
            <a:avLst/>
          </a:prstGeom>
          <a:noFill/>
          <a:ln w="9525" cap="flat" cmpd="sng" algn="ctr">
            <a:solidFill>
              <a:srgbClr val="000000"/>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en-US" altLang="ja-JP" sz="1600" b="0" i="0" u="none" strike="noStrike" kern="0" cap="none" spc="0" normalizeH="0" baseline="0" noProof="0">
                <a:ln>
                  <a:noFill/>
                </a:ln>
                <a:solidFill>
                  <a:srgbClr val="000000"/>
                </a:solidFill>
                <a:effectLst/>
                <a:uLnTx/>
                <a:uFillTx/>
                <a:latin typeface="Segoe UI"/>
                <a:ea typeface="Segoe UI" pitchFamily="34" charset="0"/>
                <a:cs typeface="Segoe UI" pitchFamily="34" charset="0"/>
              </a:rPr>
              <a:t>run</a:t>
            </a: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32" name="上矢印 131">
            <a:extLst>
              <a:ext uri="{FF2B5EF4-FFF2-40B4-BE49-F238E27FC236}">
                <a16:creationId xmlns:a16="http://schemas.microsoft.com/office/drawing/2014/main" id="{AB900D08-ACE1-C185-4534-CF96E806AEB8}"/>
              </a:ext>
            </a:extLst>
          </p:cNvPr>
          <p:cNvSpPr/>
          <p:nvPr/>
        </p:nvSpPr>
        <p:spPr bwMode="auto">
          <a:xfrm rot="20258394">
            <a:off x="4624594" y="3226867"/>
            <a:ext cx="720000" cy="1080000"/>
          </a:xfrm>
          <a:prstGeom prst="upArrow">
            <a:avLst/>
          </a:prstGeom>
          <a:noFill/>
          <a:ln w="9525" cap="flat" cmpd="sng" algn="ctr">
            <a:solidFill>
              <a:srgbClr val="000000"/>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en-US" altLang="ja-JP" sz="1600" b="0" i="0" u="none" strike="noStrike" kern="0" cap="none" spc="0" normalizeH="0" baseline="0" noProof="0">
                <a:ln>
                  <a:noFill/>
                </a:ln>
                <a:solidFill>
                  <a:srgbClr val="000000"/>
                </a:solidFill>
                <a:effectLst/>
                <a:uLnTx/>
                <a:uFillTx/>
                <a:latin typeface="Segoe UI"/>
                <a:ea typeface="Segoe UI" pitchFamily="34" charset="0"/>
                <a:cs typeface="Segoe UI" pitchFamily="34" charset="0"/>
              </a:rPr>
              <a:t>run</a:t>
            </a: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33" name="グループ化 132">
            <a:extLst>
              <a:ext uri="{FF2B5EF4-FFF2-40B4-BE49-F238E27FC236}">
                <a16:creationId xmlns:a16="http://schemas.microsoft.com/office/drawing/2014/main" id="{37DFFA84-50C9-5FBF-A9F8-001FC04B30E9}"/>
              </a:ext>
            </a:extLst>
          </p:cNvPr>
          <p:cNvGrpSpPr/>
          <p:nvPr/>
        </p:nvGrpSpPr>
        <p:grpSpPr>
          <a:xfrm>
            <a:off x="4113910" y="1901971"/>
            <a:ext cx="792000" cy="898977"/>
            <a:chOff x="7276305" y="2231180"/>
            <a:chExt cx="792000" cy="898977"/>
          </a:xfrm>
        </p:grpSpPr>
        <p:grpSp>
          <p:nvGrpSpPr>
            <p:cNvPr id="134" name="グループ化 133">
              <a:extLst>
                <a:ext uri="{FF2B5EF4-FFF2-40B4-BE49-F238E27FC236}">
                  <a16:creationId xmlns:a16="http://schemas.microsoft.com/office/drawing/2014/main" id="{4C0CB1F9-9E43-7BAF-9C71-BA1D67D9883B}"/>
                </a:ext>
              </a:extLst>
            </p:cNvPr>
            <p:cNvGrpSpPr/>
            <p:nvPr/>
          </p:nvGrpSpPr>
          <p:grpSpPr>
            <a:xfrm>
              <a:off x="7316353" y="2269128"/>
              <a:ext cx="703367" cy="798370"/>
              <a:chOff x="5566804" y="2751861"/>
              <a:chExt cx="753592" cy="843148"/>
            </a:xfrm>
          </p:grpSpPr>
          <p:sp>
            <p:nvSpPr>
              <p:cNvPr id="136" name="六角形 135">
                <a:extLst>
                  <a:ext uri="{FF2B5EF4-FFF2-40B4-BE49-F238E27FC236}">
                    <a16:creationId xmlns:a16="http://schemas.microsoft.com/office/drawing/2014/main" id="{1EAC53F2-0C2E-B360-B061-55A5F68D215E}"/>
                  </a:ext>
                </a:extLst>
              </p:cNvPr>
              <p:cNvSpPr/>
              <p:nvPr/>
            </p:nvSpPr>
            <p:spPr bwMode="auto">
              <a:xfrm rot="5400000">
                <a:off x="5522026" y="2796639"/>
                <a:ext cx="843148" cy="753591"/>
              </a:xfrm>
              <a:prstGeom prst="hexagon">
                <a:avLst/>
              </a:prstGeom>
              <a:solidFill>
                <a:srgbClr val="D83A01">
                  <a:lumMod val="60000"/>
                  <a:lumOff val="40000"/>
                </a:srgbClr>
              </a:solidFill>
              <a:ln w="50800" cap="flat" cmpd="sng" algn="ctr">
                <a:solidFill>
                  <a:srgbClr val="FFFFFF"/>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137" name="直線コネクタ 136">
                <a:extLst>
                  <a:ext uri="{FF2B5EF4-FFF2-40B4-BE49-F238E27FC236}">
                    <a16:creationId xmlns:a16="http://schemas.microsoft.com/office/drawing/2014/main" id="{3A3378A2-0424-101B-EB45-5E7759C38B76}"/>
                  </a:ext>
                </a:extLst>
              </p:cNvPr>
              <p:cNvCxnSpPr>
                <a:stCxn id="136" idx="2"/>
              </p:cNvCxnSpPr>
              <p:nvPr/>
            </p:nvCxnSpPr>
            <p:spPr>
              <a:xfrm>
                <a:off x="5566805" y="2940259"/>
                <a:ext cx="394608" cy="206702"/>
              </a:xfrm>
              <a:prstGeom prst="line">
                <a:avLst/>
              </a:prstGeom>
              <a:noFill/>
              <a:ln w="50800" cap="flat" cmpd="sng" algn="ctr">
                <a:solidFill>
                  <a:srgbClr val="FFFFFF"/>
                </a:solidFill>
                <a:prstDash val="solid"/>
                <a:headEnd type="none" w="lg" len="med"/>
                <a:tailEnd type="none" w="lg" len="med"/>
              </a:ln>
              <a:effectLst/>
            </p:spPr>
          </p:cxnSp>
          <p:cxnSp>
            <p:nvCxnSpPr>
              <p:cNvPr id="138" name="直線コネクタ 137">
                <a:extLst>
                  <a:ext uri="{FF2B5EF4-FFF2-40B4-BE49-F238E27FC236}">
                    <a16:creationId xmlns:a16="http://schemas.microsoft.com/office/drawing/2014/main" id="{05286024-39BF-5094-C4A6-A395223A3003}"/>
                  </a:ext>
                </a:extLst>
              </p:cNvPr>
              <p:cNvCxnSpPr>
                <a:cxnSpLocks/>
                <a:stCxn id="136" idx="4"/>
              </p:cNvCxnSpPr>
              <p:nvPr/>
            </p:nvCxnSpPr>
            <p:spPr>
              <a:xfrm flipH="1">
                <a:off x="5925788" y="2940259"/>
                <a:ext cx="394608" cy="206702"/>
              </a:xfrm>
              <a:prstGeom prst="line">
                <a:avLst/>
              </a:prstGeom>
              <a:noFill/>
              <a:ln w="50800" cap="flat" cmpd="sng" algn="ctr">
                <a:solidFill>
                  <a:srgbClr val="FFFFFF"/>
                </a:solidFill>
                <a:prstDash val="solid"/>
                <a:headEnd type="none" w="lg" len="med"/>
                <a:tailEnd type="none" w="lg" len="med"/>
              </a:ln>
              <a:effectLst/>
            </p:spPr>
          </p:cxnSp>
          <p:cxnSp>
            <p:nvCxnSpPr>
              <p:cNvPr id="139" name="直線コネクタ 138">
                <a:extLst>
                  <a:ext uri="{FF2B5EF4-FFF2-40B4-BE49-F238E27FC236}">
                    <a16:creationId xmlns:a16="http://schemas.microsoft.com/office/drawing/2014/main" id="{0FC9D053-03B1-8ADB-49F8-07C91B829241}"/>
                  </a:ext>
                </a:extLst>
              </p:cNvPr>
              <p:cNvCxnSpPr>
                <a:cxnSpLocks/>
                <a:endCxn id="136" idx="0"/>
              </p:cNvCxnSpPr>
              <p:nvPr/>
            </p:nvCxnSpPr>
            <p:spPr>
              <a:xfrm>
                <a:off x="5943600" y="3146961"/>
                <a:ext cx="0" cy="448048"/>
              </a:xfrm>
              <a:prstGeom prst="line">
                <a:avLst/>
              </a:prstGeom>
              <a:noFill/>
              <a:ln w="50800" cap="flat" cmpd="sng" algn="ctr">
                <a:solidFill>
                  <a:srgbClr val="FFFFFF"/>
                </a:solidFill>
                <a:prstDash val="solid"/>
                <a:headEnd type="none" w="lg" len="med"/>
                <a:tailEnd type="none" w="lg" len="med"/>
              </a:ln>
              <a:effectLst/>
            </p:spPr>
          </p:cxnSp>
        </p:grpSp>
        <p:sp>
          <p:nvSpPr>
            <p:cNvPr id="135" name="六角形 134">
              <a:extLst>
                <a:ext uri="{FF2B5EF4-FFF2-40B4-BE49-F238E27FC236}">
                  <a16:creationId xmlns:a16="http://schemas.microsoft.com/office/drawing/2014/main" id="{D48A14F6-476E-93DE-6CC5-A07444E7E8B0}"/>
                </a:ext>
              </a:extLst>
            </p:cNvPr>
            <p:cNvSpPr>
              <a:spLocks noChangeAspect="1"/>
            </p:cNvSpPr>
            <p:nvPr/>
          </p:nvSpPr>
          <p:spPr bwMode="auto">
            <a:xfrm rot="5400000">
              <a:off x="7222816" y="2284669"/>
              <a:ext cx="898977" cy="792000"/>
            </a:xfrm>
            <a:prstGeom prst="hexagon">
              <a:avLst/>
            </a:prstGeom>
            <a:noFill/>
            <a:ln w="22225" cap="flat" cmpd="sng" algn="ctr">
              <a:solidFill>
                <a:srgbClr val="D83A01">
                  <a:lumMod val="60000"/>
                  <a:lumOff val="40000"/>
                </a:srgbClr>
              </a:solidFill>
              <a:prstDash val="dash"/>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140" name="グループ化 139">
            <a:extLst>
              <a:ext uri="{FF2B5EF4-FFF2-40B4-BE49-F238E27FC236}">
                <a16:creationId xmlns:a16="http://schemas.microsoft.com/office/drawing/2014/main" id="{480A5B08-D54A-B13F-B82C-C6396725D89F}"/>
              </a:ext>
            </a:extLst>
          </p:cNvPr>
          <p:cNvGrpSpPr/>
          <p:nvPr/>
        </p:nvGrpSpPr>
        <p:grpSpPr>
          <a:xfrm>
            <a:off x="6944437" y="1842531"/>
            <a:ext cx="792000" cy="898977"/>
            <a:chOff x="7276305" y="2231180"/>
            <a:chExt cx="792000" cy="898977"/>
          </a:xfrm>
        </p:grpSpPr>
        <p:grpSp>
          <p:nvGrpSpPr>
            <p:cNvPr id="141" name="グループ化 140">
              <a:extLst>
                <a:ext uri="{FF2B5EF4-FFF2-40B4-BE49-F238E27FC236}">
                  <a16:creationId xmlns:a16="http://schemas.microsoft.com/office/drawing/2014/main" id="{E7E55745-87CC-2F7C-E893-1D9DF80454DA}"/>
                </a:ext>
              </a:extLst>
            </p:cNvPr>
            <p:cNvGrpSpPr/>
            <p:nvPr/>
          </p:nvGrpSpPr>
          <p:grpSpPr>
            <a:xfrm>
              <a:off x="7316353" y="2269128"/>
              <a:ext cx="703367" cy="798370"/>
              <a:chOff x="5566804" y="2751861"/>
              <a:chExt cx="753592" cy="843148"/>
            </a:xfrm>
          </p:grpSpPr>
          <p:sp>
            <p:nvSpPr>
              <p:cNvPr id="143" name="六角形 142">
                <a:extLst>
                  <a:ext uri="{FF2B5EF4-FFF2-40B4-BE49-F238E27FC236}">
                    <a16:creationId xmlns:a16="http://schemas.microsoft.com/office/drawing/2014/main" id="{75495647-C0F5-74F7-199F-303B995CCB7D}"/>
                  </a:ext>
                </a:extLst>
              </p:cNvPr>
              <p:cNvSpPr/>
              <p:nvPr/>
            </p:nvSpPr>
            <p:spPr bwMode="auto">
              <a:xfrm rot="5400000">
                <a:off x="5522026" y="2796639"/>
                <a:ext cx="843148" cy="753591"/>
              </a:xfrm>
              <a:prstGeom prst="hexagon">
                <a:avLst/>
              </a:prstGeom>
              <a:solidFill>
                <a:srgbClr val="D83A01">
                  <a:lumMod val="60000"/>
                  <a:lumOff val="40000"/>
                </a:srgbClr>
              </a:solidFill>
              <a:ln w="50800" cap="flat" cmpd="sng" algn="ctr">
                <a:solidFill>
                  <a:srgbClr val="FFFFFF"/>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144" name="直線コネクタ 143">
                <a:extLst>
                  <a:ext uri="{FF2B5EF4-FFF2-40B4-BE49-F238E27FC236}">
                    <a16:creationId xmlns:a16="http://schemas.microsoft.com/office/drawing/2014/main" id="{F7A0400D-5E68-0D26-DF3B-06FB7DA2DFCB}"/>
                  </a:ext>
                </a:extLst>
              </p:cNvPr>
              <p:cNvCxnSpPr>
                <a:stCxn id="143" idx="2"/>
              </p:cNvCxnSpPr>
              <p:nvPr/>
            </p:nvCxnSpPr>
            <p:spPr>
              <a:xfrm>
                <a:off x="5566805" y="2940259"/>
                <a:ext cx="394608" cy="206702"/>
              </a:xfrm>
              <a:prstGeom prst="line">
                <a:avLst/>
              </a:prstGeom>
              <a:noFill/>
              <a:ln w="50800" cap="flat" cmpd="sng" algn="ctr">
                <a:solidFill>
                  <a:srgbClr val="FFFFFF"/>
                </a:solidFill>
                <a:prstDash val="solid"/>
                <a:headEnd type="none" w="lg" len="med"/>
                <a:tailEnd type="none" w="lg" len="med"/>
              </a:ln>
              <a:effectLst/>
            </p:spPr>
          </p:cxnSp>
          <p:cxnSp>
            <p:nvCxnSpPr>
              <p:cNvPr id="145" name="直線コネクタ 144">
                <a:extLst>
                  <a:ext uri="{FF2B5EF4-FFF2-40B4-BE49-F238E27FC236}">
                    <a16:creationId xmlns:a16="http://schemas.microsoft.com/office/drawing/2014/main" id="{AA8C69D1-1BDB-6A75-3B98-7D1DE7D98A12}"/>
                  </a:ext>
                </a:extLst>
              </p:cNvPr>
              <p:cNvCxnSpPr>
                <a:cxnSpLocks/>
                <a:stCxn id="143" idx="4"/>
              </p:cNvCxnSpPr>
              <p:nvPr/>
            </p:nvCxnSpPr>
            <p:spPr>
              <a:xfrm flipH="1">
                <a:off x="5925788" y="2940259"/>
                <a:ext cx="394608" cy="206702"/>
              </a:xfrm>
              <a:prstGeom prst="line">
                <a:avLst/>
              </a:prstGeom>
              <a:noFill/>
              <a:ln w="50800" cap="flat" cmpd="sng" algn="ctr">
                <a:solidFill>
                  <a:srgbClr val="FFFFFF"/>
                </a:solidFill>
                <a:prstDash val="solid"/>
                <a:headEnd type="none" w="lg" len="med"/>
                <a:tailEnd type="none" w="lg" len="med"/>
              </a:ln>
              <a:effectLst/>
            </p:spPr>
          </p:cxnSp>
          <p:cxnSp>
            <p:nvCxnSpPr>
              <p:cNvPr id="146" name="直線コネクタ 145">
                <a:extLst>
                  <a:ext uri="{FF2B5EF4-FFF2-40B4-BE49-F238E27FC236}">
                    <a16:creationId xmlns:a16="http://schemas.microsoft.com/office/drawing/2014/main" id="{613069AA-E635-DDB4-B53D-82BAA628E607}"/>
                  </a:ext>
                </a:extLst>
              </p:cNvPr>
              <p:cNvCxnSpPr>
                <a:cxnSpLocks/>
                <a:endCxn id="143" idx="0"/>
              </p:cNvCxnSpPr>
              <p:nvPr/>
            </p:nvCxnSpPr>
            <p:spPr>
              <a:xfrm>
                <a:off x="5943600" y="3146961"/>
                <a:ext cx="0" cy="448048"/>
              </a:xfrm>
              <a:prstGeom prst="line">
                <a:avLst/>
              </a:prstGeom>
              <a:noFill/>
              <a:ln w="50800" cap="flat" cmpd="sng" algn="ctr">
                <a:solidFill>
                  <a:srgbClr val="FFFFFF"/>
                </a:solidFill>
                <a:prstDash val="solid"/>
                <a:headEnd type="none" w="lg" len="med"/>
                <a:tailEnd type="none" w="lg" len="med"/>
              </a:ln>
              <a:effectLst/>
            </p:spPr>
          </p:cxnSp>
        </p:grpSp>
        <p:sp>
          <p:nvSpPr>
            <p:cNvPr id="142" name="六角形 141">
              <a:extLst>
                <a:ext uri="{FF2B5EF4-FFF2-40B4-BE49-F238E27FC236}">
                  <a16:creationId xmlns:a16="http://schemas.microsoft.com/office/drawing/2014/main" id="{B1465450-E09F-67D1-A0FD-4B15636A902D}"/>
                </a:ext>
              </a:extLst>
            </p:cNvPr>
            <p:cNvSpPr>
              <a:spLocks noChangeAspect="1"/>
            </p:cNvSpPr>
            <p:nvPr/>
          </p:nvSpPr>
          <p:spPr bwMode="auto">
            <a:xfrm rot="5400000">
              <a:off x="7222816" y="2284669"/>
              <a:ext cx="898977" cy="792000"/>
            </a:xfrm>
            <a:prstGeom prst="hexagon">
              <a:avLst/>
            </a:prstGeom>
            <a:noFill/>
            <a:ln w="22225" cap="flat" cmpd="sng" algn="ctr">
              <a:solidFill>
                <a:srgbClr val="D83A01">
                  <a:lumMod val="60000"/>
                  <a:lumOff val="40000"/>
                </a:srgbClr>
              </a:solidFill>
              <a:prstDash val="dash"/>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147" name="Rectangle 48">
            <a:extLst>
              <a:ext uri="{FF2B5EF4-FFF2-40B4-BE49-F238E27FC236}">
                <a16:creationId xmlns:a16="http://schemas.microsoft.com/office/drawing/2014/main" id="{62135449-4CE8-17D3-4BB6-7818703B406C}"/>
              </a:ext>
            </a:extLst>
          </p:cNvPr>
          <p:cNvSpPr/>
          <p:nvPr/>
        </p:nvSpPr>
        <p:spPr>
          <a:xfrm>
            <a:off x="8483966" y="1709587"/>
            <a:ext cx="3231065" cy="1200329"/>
          </a:xfrm>
          <a:prstGeom prst="rect">
            <a:avLst/>
          </a:prstGeom>
          <a:solidFill>
            <a:schemeClr val="bg1"/>
          </a:solidFill>
        </p:spPr>
        <p:txBody>
          <a:bodyPr wrap="square">
            <a:spAutoFit/>
          </a:bodyPr>
          <a:lstStyle/>
          <a:p>
            <a:pPr marL="0" marR="0" lvl="0" indent="0" defTabSz="914102" rtl="0" eaLnBrk="1" fontAlgn="base" latinLnBrk="0" hangingPunct="1">
              <a:lnSpc>
                <a:spcPct val="90000"/>
              </a:lnSpc>
              <a:spcBef>
                <a:spcPct val="0"/>
              </a:spcBef>
              <a:spcAft>
                <a:spcPct val="0"/>
              </a:spcAft>
              <a:buClrTx/>
              <a:buSzTx/>
              <a:buFontTx/>
              <a:buNone/>
              <a:tabLst/>
              <a:defRPr/>
            </a:pPr>
            <a:r>
              <a:rPr lang="ja-JP" altLang="en-US" sz="1600" u="sng">
                <a:solidFill>
                  <a:srgbClr val="4472C4"/>
                </a:solidFill>
                <a:latin typeface="Yu Gothic UI" panose="020B0500000000000000" pitchFamily="34" charset="-128"/>
                <a:ea typeface="Yu Gothic UI" panose="020B0500000000000000" pitchFamily="34" charset="-128"/>
                <a:cs typeface="Segoe UI" pitchFamily="34" charset="0"/>
              </a:rPr>
              <a:t>コンテナ実行環境があればどこでも</a:t>
            </a:r>
            <a:br>
              <a:rPr lang="en-US" altLang="ja-JP" sz="1600" u="sng" dirty="0">
                <a:solidFill>
                  <a:srgbClr val="4472C4"/>
                </a:solidFill>
                <a:latin typeface="Yu Gothic UI" panose="020B0500000000000000" pitchFamily="34" charset="-128"/>
                <a:ea typeface="Yu Gothic UI" panose="020B0500000000000000" pitchFamily="34" charset="-128"/>
                <a:cs typeface="Segoe UI" pitchFamily="34" charset="0"/>
              </a:rPr>
            </a:br>
            <a:r>
              <a:rPr lang="ja-JP" altLang="en-US" sz="1600" u="sng">
                <a:solidFill>
                  <a:srgbClr val="4472C4"/>
                </a:solidFill>
                <a:latin typeface="Yu Gothic UI" panose="020B0500000000000000" pitchFamily="34" charset="-128"/>
                <a:ea typeface="Yu Gothic UI" panose="020B0500000000000000" pitchFamily="34" charset="-128"/>
                <a:cs typeface="Segoe UI" pitchFamily="34" charset="0"/>
              </a:rPr>
              <a:t>コンテナを実行可能</a:t>
            </a:r>
            <a:endParaRPr lang="en-US" altLang="ja-JP" sz="1600" u="sng" dirty="0">
              <a:solidFill>
                <a:srgbClr val="4472C4"/>
              </a:solidFill>
              <a:latin typeface="Yu Gothic UI" panose="020B0500000000000000" pitchFamily="34" charset="-128"/>
              <a:ea typeface="Yu Gothic UI" panose="020B0500000000000000" pitchFamily="34" charset="-128"/>
              <a:cs typeface="Segoe UI" pitchFamily="34" charset="0"/>
            </a:endParaRPr>
          </a:p>
          <a:p>
            <a:pPr marL="0" marR="0" lvl="0" indent="0" defTabSz="914102" rtl="0" eaLnBrk="1" fontAlgn="base" latinLnBrk="0" hangingPunct="1">
              <a:lnSpc>
                <a:spcPct val="90000"/>
              </a:lnSpc>
              <a:spcBef>
                <a:spcPct val="0"/>
              </a:spcBef>
              <a:spcAft>
                <a:spcPct val="0"/>
              </a:spcAft>
              <a:buClrTx/>
              <a:buSzTx/>
              <a:buFontTx/>
              <a:buNone/>
              <a:tabLst/>
              <a:defRPr/>
            </a:pPr>
            <a:r>
              <a:rPr lang="ja-JP" altLang="en-US" sz="1600">
                <a:solidFill>
                  <a:srgbClr val="4472C4"/>
                </a:solidFill>
                <a:latin typeface="Yu Gothic UI" panose="020B0500000000000000" pitchFamily="34" charset="-128"/>
                <a:ea typeface="Yu Gothic UI" panose="020B0500000000000000" pitchFamily="34" charset="-128"/>
                <a:cs typeface="Segoe UI" pitchFamily="34" charset="0"/>
              </a:rPr>
              <a:t>環境移行もスムーズ</a:t>
            </a:r>
            <a:br>
              <a:rPr lang="en-US" altLang="ja-JP" sz="1600" dirty="0">
                <a:solidFill>
                  <a:srgbClr val="4472C4"/>
                </a:solidFill>
                <a:latin typeface="Yu Gothic UI" panose="020B0500000000000000" pitchFamily="34" charset="-128"/>
                <a:ea typeface="Yu Gothic UI" panose="020B0500000000000000" pitchFamily="34" charset="-128"/>
                <a:cs typeface="Segoe UI" pitchFamily="34" charset="0"/>
              </a:rPr>
            </a:br>
            <a:r>
              <a:rPr lang="ja-JP" altLang="en-US" sz="1600">
                <a:solidFill>
                  <a:srgbClr val="4472C4"/>
                </a:solidFill>
                <a:latin typeface="Yu Gothic UI" panose="020B0500000000000000" pitchFamily="34" charset="-128"/>
                <a:ea typeface="Yu Gothic UI" panose="020B0500000000000000" pitchFamily="34" charset="-128"/>
                <a:cs typeface="Segoe UI" pitchFamily="34" charset="0"/>
              </a:rPr>
              <a:t>（開発</a:t>
            </a:r>
            <a:r>
              <a:rPr lang="en-US" altLang="ja-JP" sz="1600" dirty="0">
                <a:solidFill>
                  <a:srgbClr val="4472C4"/>
                </a:solidFill>
                <a:latin typeface="Yu Gothic UI" panose="020B0500000000000000" pitchFamily="34" charset="-128"/>
                <a:ea typeface="Yu Gothic UI" panose="020B0500000000000000" pitchFamily="34" charset="-128"/>
                <a:cs typeface="Segoe UI" pitchFamily="34" charset="0"/>
              </a:rPr>
              <a:t>-&gt;</a:t>
            </a:r>
            <a:r>
              <a:rPr lang="ja-JP" altLang="en-US" sz="1600">
                <a:solidFill>
                  <a:srgbClr val="4472C4"/>
                </a:solidFill>
                <a:latin typeface="Yu Gothic UI" panose="020B0500000000000000" pitchFamily="34" charset="-128"/>
                <a:ea typeface="Yu Gothic UI" panose="020B0500000000000000" pitchFamily="34" charset="-128"/>
                <a:cs typeface="Segoe UI" pitchFamily="34" charset="0"/>
              </a:rPr>
              <a:t>ステージング</a:t>
            </a:r>
            <a:r>
              <a:rPr lang="en-US" altLang="ja-JP" sz="1600" dirty="0">
                <a:solidFill>
                  <a:srgbClr val="4472C4"/>
                </a:solidFill>
                <a:latin typeface="Yu Gothic UI" panose="020B0500000000000000" pitchFamily="34" charset="-128"/>
                <a:ea typeface="Yu Gothic UI" panose="020B0500000000000000" pitchFamily="34" charset="-128"/>
                <a:cs typeface="Segoe UI" pitchFamily="34" charset="0"/>
              </a:rPr>
              <a:t>-&gt;</a:t>
            </a:r>
            <a:r>
              <a:rPr lang="ja-JP" altLang="en-US" sz="1600">
                <a:solidFill>
                  <a:srgbClr val="4472C4"/>
                </a:solidFill>
                <a:latin typeface="Yu Gothic UI" panose="020B0500000000000000" pitchFamily="34" charset="-128"/>
                <a:ea typeface="Yu Gothic UI" panose="020B0500000000000000" pitchFamily="34" charset="-128"/>
                <a:cs typeface="Segoe UI" pitchFamily="34" charset="0"/>
              </a:rPr>
              <a:t>本番など）</a:t>
            </a:r>
            <a:endParaRPr lang="en-US" altLang="ja-JP" sz="1600" dirty="0">
              <a:solidFill>
                <a:srgbClr val="4472C4"/>
              </a:solidFill>
              <a:latin typeface="Yu Gothic UI" panose="020B0500000000000000" pitchFamily="34" charset="-128"/>
              <a:ea typeface="Yu Gothic UI" panose="020B0500000000000000" pitchFamily="34" charset="-128"/>
              <a:cs typeface="Segoe UI" pitchFamily="34" charset="0"/>
            </a:endParaRPr>
          </a:p>
          <a:p>
            <a:pPr marL="0" marR="0" lvl="0" indent="0" defTabSz="914102" rtl="0" eaLnBrk="1" fontAlgn="base" latinLnBrk="0" hangingPunct="1">
              <a:lnSpc>
                <a:spcPct val="90000"/>
              </a:lnSpc>
              <a:spcBef>
                <a:spcPct val="0"/>
              </a:spcBef>
              <a:spcAft>
                <a:spcPct val="0"/>
              </a:spcAft>
              <a:buClrTx/>
              <a:buSzTx/>
              <a:buFontTx/>
              <a:buNone/>
              <a:tabLst/>
              <a:defRPr/>
            </a:pPr>
            <a:r>
              <a:rPr kumimoji="0" lang="ja-JP" altLang="en-US" sz="1600"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ハイブリッド化・マルチクラウド化も容易</a:t>
            </a:r>
            <a:endParaRPr kumimoji="0" lang="en-US" altLang="ja-JP" sz="1600" i="0" u="none" strike="noStrike" kern="1200" cap="none" spc="0" normalizeH="0" baseline="0" noProof="0" dirty="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48" name="Rectangle: Rounded Corners 49">
            <a:extLst>
              <a:ext uri="{FF2B5EF4-FFF2-40B4-BE49-F238E27FC236}">
                <a16:creationId xmlns:a16="http://schemas.microsoft.com/office/drawing/2014/main" id="{76656442-CA5A-4B6F-5020-BF73FAC57EBE}"/>
              </a:ext>
            </a:extLst>
          </p:cNvPr>
          <p:cNvSpPr/>
          <p:nvPr/>
        </p:nvSpPr>
        <p:spPr bwMode="auto">
          <a:xfrm>
            <a:off x="3722898" y="2742692"/>
            <a:ext cx="1528270" cy="411903"/>
          </a:xfrm>
          <a:prstGeom prst="roundRect">
            <a:avLst>
              <a:gd name="adj" fmla="val 3125"/>
            </a:avLst>
          </a:prstGeom>
          <a:solidFill>
            <a:schemeClr val="accent5">
              <a:alpha val="5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en-US" sz="1961" b="1" i="0" u="none" strike="noStrike" kern="1200" cap="none" spc="0" normalizeH="0" baseline="0" noProof="0" err="1">
                <a:ln>
                  <a:noFill/>
                </a:ln>
                <a:solidFill>
                  <a:srgbClr val="1A1A1A"/>
                </a:solidFill>
                <a:effectLst/>
                <a:uLnTx/>
                <a:uFillTx/>
                <a:latin typeface="Yu Gothic UI"/>
                <a:ea typeface="Yu Gothic UI"/>
                <a:cs typeface="Segoe UI" pitchFamily="34" charset="0"/>
              </a:rPr>
              <a:t>オンプレミス</a:t>
            </a:r>
            <a:endParaRPr kumimoji="0" lang="en-US" sz="1961" b="1" i="0" u="none" strike="noStrike" kern="1200" cap="none" spc="0" normalizeH="0" baseline="0" noProof="0">
              <a:ln>
                <a:noFill/>
              </a:ln>
              <a:solidFill>
                <a:srgbClr val="1A1A1A"/>
              </a:solidFill>
              <a:effectLst/>
              <a:uLnTx/>
              <a:uFillTx/>
              <a:latin typeface="Yu Gothic UI"/>
              <a:ea typeface="Yu Gothic UI"/>
              <a:cs typeface="Segoe UI" pitchFamily="34" charset="0"/>
            </a:endParaRPr>
          </a:p>
        </p:txBody>
      </p:sp>
      <p:sp>
        <p:nvSpPr>
          <p:cNvPr id="149" name="雲 148">
            <a:extLst>
              <a:ext uri="{FF2B5EF4-FFF2-40B4-BE49-F238E27FC236}">
                <a16:creationId xmlns:a16="http://schemas.microsoft.com/office/drawing/2014/main" id="{BDDAC0BD-2007-2EF4-5F18-E3A9EC6CBA13}"/>
              </a:ext>
            </a:extLst>
          </p:cNvPr>
          <p:cNvSpPr/>
          <p:nvPr/>
        </p:nvSpPr>
        <p:spPr bwMode="auto">
          <a:xfrm>
            <a:off x="6694686" y="2790809"/>
            <a:ext cx="1415252" cy="446858"/>
          </a:xfrm>
          <a:prstGeom prst="cloud">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1800" b="1" i="0" u="none" strike="noStrike" kern="1200" cap="none" spc="0" normalizeH="0" baseline="0" noProof="0">
                <a:ln>
                  <a:noFill/>
                </a:ln>
                <a:solidFill>
                  <a:srgbClr val="1A1A1A"/>
                </a:solidFill>
                <a:effectLst/>
                <a:uLnTx/>
                <a:uFillTx/>
                <a:latin typeface="Yu Gothic UI"/>
                <a:ea typeface="Yu Gothic UI"/>
                <a:cs typeface="Segoe UI" pitchFamily="34" charset="0"/>
              </a:rPr>
              <a:t>クラウド</a:t>
            </a:r>
            <a:br>
              <a:rPr kumimoji="0" lang="en-US" altLang="ja-JP" sz="1800" b="1" i="0" u="none" strike="noStrike" kern="1200" cap="none" spc="0" normalizeH="0" baseline="0" noProof="0">
                <a:ln>
                  <a:noFill/>
                </a:ln>
                <a:solidFill>
                  <a:srgbClr val="1A1A1A"/>
                </a:solidFill>
                <a:effectLst/>
                <a:uLnTx/>
                <a:uFillTx/>
                <a:latin typeface="Yu Gothic UI"/>
                <a:ea typeface="Yu Gothic UI"/>
                <a:cs typeface="Segoe UI" pitchFamily="34" charset="0"/>
              </a:rPr>
            </a:br>
            <a:r>
              <a:rPr kumimoji="0" lang="ja-JP" altLang="en-US" sz="1800" b="1" i="0" u="none" strike="noStrike" kern="1200" cap="none" spc="0" normalizeH="0" baseline="0" noProof="0">
                <a:ln>
                  <a:noFill/>
                </a:ln>
                <a:solidFill>
                  <a:srgbClr val="1A1A1A"/>
                </a:solidFill>
                <a:effectLst/>
                <a:uLnTx/>
                <a:uFillTx/>
                <a:latin typeface="Yu Gothic UI"/>
                <a:ea typeface="Yu Gothic UI"/>
                <a:cs typeface="Segoe UI" pitchFamily="34" charset="0"/>
              </a:rPr>
              <a:t>本番環境</a:t>
            </a:r>
            <a:endParaRPr kumimoji="0" lang="en-US" altLang="ja-JP" sz="1800" b="1" i="0" u="none" strike="noStrike" kern="1200" cap="none" spc="0" normalizeH="0" baseline="0" noProof="0">
              <a:ln>
                <a:noFill/>
              </a:ln>
              <a:solidFill>
                <a:srgbClr val="1A1A1A"/>
              </a:solidFill>
              <a:effectLst/>
              <a:uLnTx/>
              <a:uFillTx/>
              <a:latin typeface="Yu Gothic UI"/>
              <a:ea typeface="Yu Gothic UI"/>
              <a:cs typeface="Segoe UI" pitchFamily="34" charset="0"/>
            </a:endParaRPr>
          </a:p>
        </p:txBody>
      </p:sp>
      <p:sp>
        <p:nvSpPr>
          <p:cNvPr id="150" name="Rectangle: Rounded Corners 49">
            <a:extLst>
              <a:ext uri="{FF2B5EF4-FFF2-40B4-BE49-F238E27FC236}">
                <a16:creationId xmlns:a16="http://schemas.microsoft.com/office/drawing/2014/main" id="{53E8E876-DDEC-0060-10D4-02CFF1D9C82F}"/>
              </a:ext>
            </a:extLst>
          </p:cNvPr>
          <p:cNvSpPr/>
          <p:nvPr/>
        </p:nvSpPr>
        <p:spPr bwMode="auto">
          <a:xfrm>
            <a:off x="5259975" y="2725776"/>
            <a:ext cx="1415253" cy="411903"/>
          </a:xfrm>
          <a:prstGeom prst="roundRect">
            <a:avLst>
              <a:gd name="adj" fmla="val 3125"/>
            </a:avLst>
          </a:prstGeom>
          <a:solidFill>
            <a:schemeClr val="accent5">
              <a:alpha val="5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en-US" sz="1961" b="1" i="0" u="none" strike="noStrike" kern="1200" cap="none" spc="0" normalizeH="0" baseline="0" noProof="0" err="1">
                <a:ln>
                  <a:noFill/>
                </a:ln>
                <a:solidFill>
                  <a:srgbClr val="1A1A1A"/>
                </a:solidFill>
                <a:effectLst/>
                <a:uLnTx/>
                <a:uFillTx/>
                <a:latin typeface="Yu Gothic UI"/>
                <a:ea typeface="Yu Gothic UI"/>
                <a:cs typeface="Segoe UI" pitchFamily="34" charset="0"/>
              </a:rPr>
              <a:t>開発環境</a:t>
            </a:r>
            <a:endParaRPr kumimoji="0" lang="en-US" sz="1961" b="1" i="0" u="none" strike="noStrike" kern="1200" cap="none" spc="0" normalizeH="0" baseline="0" noProof="0">
              <a:ln>
                <a:noFill/>
              </a:ln>
              <a:solidFill>
                <a:srgbClr val="1A1A1A"/>
              </a:solidFill>
              <a:effectLst/>
              <a:uLnTx/>
              <a:uFillTx/>
              <a:latin typeface="Yu Gothic UI"/>
              <a:ea typeface="Yu Gothic UI"/>
              <a:cs typeface="Segoe UI" pitchFamily="34" charset="0"/>
            </a:endParaRPr>
          </a:p>
        </p:txBody>
      </p:sp>
      <p:grpSp>
        <p:nvGrpSpPr>
          <p:cNvPr id="151" name="グループ化 150">
            <a:extLst>
              <a:ext uri="{FF2B5EF4-FFF2-40B4-BE49-F238E27FC236}">
                <a16:creationId xmlns:a16="http://schemas.microsoft.com/office/drawing/2014/main" id="{00612083-C9C7-D22E-5956-C8D7778F24B8}"/>
              </a:ext>
            </a:extLst>
          </p:cNvPr>
          <p:cNvGrpSpPr>
            <a:grpSpLocks noChangeAspect="1"/>
          </p:cNvGrpSpPr>
          <p:nvPr/>
        </p:nvGrpSpPr>
        <p:grpSpPr>
          <a:xfrm>
            <a:off x="6429641" y="4678139"/>
            <a:ext cx="636871" cy="722892"/>
            <a:chOff x="5566804" y="2751861"/>
            <a:chExt cx="753592" cy="843148"/>
          </a:xfrm>
        </p:grpSpPr>
        <p:sp>
          <p:nvSpPr>
            <p:cNvPr id="152" name="六角形 151">
              <a:extLst>
                <a:ext uri="{FF2B5EF4-FFF2-40B4-BE49-F238E27FC236}">
                  <a16:creationId xmlns:a16="http://schemas.microsoft.com/office/drawing/2014/main" id="{316217EA-777F-6CF0-F9A6-4DE3D39709B1}"/>
                </a:ext>
              </a:extLst>
            </p:cNvPr>
            <p:cNvSpPr/>
            <p:nvPr/>
          </p:nvSpPr>
          <p:spPr bwMode="auto">
            <a:xfrm rot="5400000">
              <a:off x="5522026" y="2796639"/>
              <a:ext cx="843148" cy="753591"/>
            </a:xfrm>
            <a:prstGeom prst="hexagon">
              <a:avLst/>
            </a:prstGeom>
            <a:solidFill>
              <a:srgbClr val="D83A01">
                <a:lumMod val="60000"/>
                <a:lumOff val="40000"/>
              </a:srgbClr>
            </a:solidFill>
            <a:ln w="25400" cap="flat" cmpd="sng" algn="ctr">
              <a:solidFill>
                <a:srgbClr val="FFFFFF"/>
              </a:solid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153" name="直線コネクタ 152">
              <a:extLst>
                <a:ext uri="{FF2B5EF4-FFF2-40B4-BE49-F238E27FC236}">
                  <a16:creationId xmlns:a16="http://schemas.microsoft.com/office/drawing/2014/main" id="{7775453F-A2AA-4806-50E0-D79C2F9258C2}"/>
                </a:ext>
              </a:extLst>
            </p:cNvPr>
            <p:cNvCxnSpPr>
              <a:stCxn id="152" idx="2"/>
            </p:cNvCxnSpPr>
            <p:nvPr/>
          </p:nvCxnSpPr>
          <p:spPr>
            <a:xfrm>
              <a:off x="5566805" y="2940259"/>
              <a:ext cx="394608" cy="206702"/>
            </a:xfrm>
            <a:prstGeom prst="line">
              <a:avLst/>
            </a:prstGeom>
            <a:noFill/>
            <a:ln w="25400" cap="flat" cmpd="sng" algn="ctr">
              <a:solidFill>
                <a:srgbClr val="FFFFFF"/>
              </a:solidFill>
              <a:prstDash val="solid"/>
              <a:headEnd type="none" w="lg" len="med"/>
              <a:tailEnd type="none" w="lg" len="med"/>
            </a:ln>
            <a:effectLst/>
          </p:spPr>
        </p:cxnSp>
        <p:cxnSp>
          <p:nvCxnSpPr>
            <p:cNvPr id="154" name="直線コネクタ 153">
              <a:extLst>
                <a:ext uri="{FF2B5EF4-FFF2-40B4-BE49-F238E27FC236}">
                  <a16:creationId xmlns:a16="http://schemas.microsoft.com/office/drawing/2014/main" id="{46CDCBFC-3A83-48C7-7A5B-B2129282125E}"/>
                </a:ext>
              </a:extLst>
            </p:cNvPr>
            <p:cNvCxnSpPr>
              <a:cxnSpLocks/>
              <a:stCxn id="152" idx="4"/>
            </p:cNvCxnSpPr>
            <p:nvPr/>
          </p:nvCxnSpPr>
          <p:spPr>
            <a:xfrm flipH="1">
              <a:off x="5925788" y="2940259"/>
              <a:ext cx="394608" cy="206702"/>
            </a:xfrm>
            <a:prstGeom prst="line">
              <a:avLst/>
            </a:prstGeom>
            <a:noFill/>
            <a:ln w="25400" cap="flat" cmpd="sng" algn="ctr">
              <a:solidFill>
                <a:srgbClr val="FFFFFF"/>
              </a:solidFill>
              <a:prstDash val="solid"/>
              <a:headEnd type="none" w="lg" len="med"/>
              <a:tailEnd type="none" w="lg" len="med"/>
            </a:ln>
            <a:effectLst/>
          </p:spPr>
        </p:cxnSp>
        <p:cxnSp>
          <p:nvCxnSpPr>
            <p:cNvPr id="155" name="直線コネクタ 154">
              <a:extLst>
                <a:ext uri="{FF2B5EF4-FFF2-40B4-BE49-F238E27FC236}">
                  <a16:creationId xmlns:a16="http://schemas.microsoft.com/office/drawing/2014/main" id="{742F0323-A1A2-B3B5-DFD6-45BB76AC350B}"/>
                </a:ext>
              </a:extLst>
            </p:cNvPr>
            <p:cNvCxnSpPr>
              <a:cxnSpLocks/>
              <a:endCxn id="152" idx="0"/>
            </p:cNvCxnSpPr>
            <p:nvPr/>
          </p:nvCxnSpPr>
          <p:spPr>
            <a:xfrm>
              <a:off x="5943600" y="3146961"/>
              <a:ext cx="0" cy="448048"/>
            </a:xfrm>
            <a:prstGeom prst="line">
              <a:avLst/>
            </a:prstGeom>
            <a:noFill/>
            <a:ln w="25400" cap="flat" cmpd="sng" algn="ctr">
              <a:solidFill>
                <a:srgbClr val="FFFFFF"/>
              </a:solidFill>
              <a:prstDash val="solid"/>
              <a:headEnd type="none" w="lg" len="med"/>
              <a:tailEnd type="none" w="lg" len="med"/>
            </a:ln>
            <a:effectLst/>
          </p:spPr>
        </p:cxnSp>
      </p:grpSp>
      <p:sp>
        <p:nvSpPr>
          <p:cNvPr id="156" name="Rectangle 48">
            <a:extLst>
              <a:ext uri="{FF2B5EF4-FFF2-40B4-BE49-F238E27FC236}">
                <a16:creationId xmlns:a16="http://schemas.microsoft.com/office/drawing/2014/main" id="{EA4B10AD-A1F3-3A99-3472-A05F67DD6E8E}"/>
              </a:ext>
            </a:extLst>
          </p:cNvPr>
          <p:cNvSpPr/>
          <p:nvPr/>
        </p:nvSpPr>
        <p:spPr>
          <a:xfrm>
            <a:off x="8483966" y="3603383"/>
            <a:ext cx="3390681" cy="757130"/>
          </a:xfrm>
          <a:prstGeom prst="rect">
            <a:avLst/>
          </a:prstGeom>
          <a:solidFill>
            <a:schemeClr val="bg1"/>
          </a:solidFill>
        </p:spPr>
        <p:txBody>
          <a:bodyPr wrap="square">
            <a:spAutoFit/>
          </a:bodyPr>
          <a:lstStyle/>
          <a:p>
            <a:pPr marL="0" marR="0" lvl="0" indent="0" defTabSz="914102" rtl="0" eaLnBrk="1" fontAlgn="base" latinLnBrk="0" hangingPunct="1">
              <a:lnSpc>
                <a:spcPct val="90000"/>
              </a:lnSpc>
              <a:spcBef>
                <a:spcPct val="0"/>
              </a:spcBef>
              <a:spcAft>
                <a:spcPct val="0"/>
              </a:spcAft>
              <a:buClrTx/>
              <a:buSzTx/>
              <a:buFontTx/>
              <a:buNone/>
              <a:tabLst/>
              <a:defRPr/>
            </a:pPr>
            <a:r>
              <a:rPr kumimoji="0" lang="ja-JP" altLang="en-US" sz="1600"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コンテナイメージを保管しておき</a:t>
            </a:r>
            <a:r>
              <a:rPr kumimoji="0" lang="ja-JP" altLang="en-US" sz="1600" i="0" u="sng"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必要な時にすぐに取り出して</a:t>
            </a:r>
            <a:br>
              <a:rPr kumimoji="0" lang="en-US" altLang="ja-JP" sz="1600" i="0" u="sng" strike="noStrike" kern="1200" cap="none" spc="0" normalizeH="0" baseline="0" noProof="0" dirty="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br>
            <a:r>
              <a:rPr kumimoji="0" lang="ja-JP" altLang="en-US" sz="1600" i="0" u="sng"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利用</a:t>
            </a:r>
            <a:r>
              <a:rPr lang="en-US" altLang="ja-JP" sz="1600" u="sng" dirty="0">
                <a:solidFill>
                  <a:srgbClr val="4472C4"/>
                </a:solidFill>
                <a:latin typeface="Yu Gothic UI" panose="020B0500000000000000" pitchFamily="34" charset="-128"/>
                <a:ea typeface="Yu Gothic UI" panose="020B0500000000000000" pitchFamily="34" charset="-128"/>
                <a:cs typeface="Segoe UI" pitchFamily="34" charset="0"/>
              </a:rPr>
              <a:t> </a:t>
            </a:r>
            <a:r>
              <a:rPr lang="en-US" altLang="ja-JP" sz="1600" dirty="0">
                <a:solidFill>
                  <a:srgbClr val="4472C4"/>
                </a:solidFill>
                <a:latin typeface="Yu Gothic UI" panose="020B0500000000000000" pitchFamily="34" charset="-128"/>
                <a:ea typeface="Yu Gothic UI" panose="020B0500000000000000" pitchFamily="34" charset="-128"/>
                <a:cs typeface="Segoe UI" pitchFamily="34" charset="0"/>
              </a:rPr>
              <a:t>(</a:t>
            </a:r>
            <a:r>
              <a:rPr lang="ja-JP" altLang="en-US" sz="1600">
                <a:solidFill>
                  <a:srgbClr val="4472C4"/>
                </a:solidFill>
                <a:latin typeface="Yu Gothic UI" panose="020B0500000000000000" pitchFamily="34" charset="-128"/>
                <a:ea typeface="Yu Gothic UI" panose="020B0500000000000000" pitchFamily="34" charset="-128"/>
                <a:cs typeface="Segoe UI" pitchFamily="34" charset="0"/>
              </a:rPr>
              <a:t>標準化・資産化</a:t>
            </a:r>
            <a:r>
              <a:rPr lang="en-US" altLang="ja-JP" sz="1600" dirty="0">
                <a:solidFill>
                  <a:srgbClr val="4472C4"/>
                </a:solidFill>
                <a:latin typeface="Yu Gothic UI" panose="020B0500000000000000" pitchFamily="34" charset="-128"/>
                <a:ea typeface="Yu Gothic UI" panose="020B0500000000000000" pitchFamily="34" charset="-128"/>
                <a:cs typeface="Segoe UI" pitchFamily="34" charset="0"/>
              </a:rPr>
              <a:t>)</a:t>
            </a:r>
            <a:endParaRPr kumimoji="0" lang="en-US" altLang="ja-JP" sz="1600" i="0" u="none" strike="noStrike" kern="1200" cap="none" spc="0" normalizeH="0" baseline="0" noProof="0" dirty="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57" name="テキスト ボックス 156">
            <a:extLst>
              <a:ext uri="{FF2B5EF4-FFF2-40B4-BE49-F238E27FC236}">
                <a16:creationId xmlns:a16="http://schemas.microsoft.com/office/drawing/2014/main" id="{65CC9217-0B55-8D3E-9021-6F6915A96066}"/>
              </a:ext>
            </a:extLst>
          </p:cNvPr>
          <p:cNvSpPr txBox="1"/>
          <p:nvPr/>
        </p:nvSpPr>
        <p:spPr>
          <a:xfrm>
            <a:off x="11319279" y="5888962"/>
            <a:ext cx="184731" cy="369332"/>
          </a:xfrm>
          <a:prstGeom prst="rect">
            <a:avLst/>
          </a:prstGeom>
          <a:noFill/>
        </p:spPr>
        <p:txBody>
          <a:bodyPr wrap="non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1" lang="ja-JP" altLang="en-US" sz="1765" b="0" i="0" u="none" strike="noStrike" kern="1200" cap="none" spc="0" normalizeH="0" baseline="0" noProof="0">
              <a:ln>
                <a:noFill/>
              </a:ln>
              <a:solidFill>
                <a:srgbClr val="1A1A1A"/>
              </a:solidFill>
              <a:effectLst/>
              <a:uLnTx/>
              <a:uFillTx/>
              <a:latin typeface="Segoe UI"/>
              <a:ea typeface="Yu Gothic UI"/>
              <a:cs typeface="+mn-cs"/>
            </a:endParaRPr>
          </a:p>
        </p:txBody>
      </p:sp>
      <p:sp>
        <p:nvSpPr>
          <p:cNvPr id="158" name="Rectangle 48">
            <a:extLst>
              <a:ext uri="{FF2B5EF4-FFF2-40B4-BE49-F238E27FC236}">
                <a16:creationId xmlns:a16="http://schemas.microsoft.com/office/drawing/2014/main" id="{221721B1-DB42-B9C9-3E0B-4C041CD200C2}"/>
              </a:ext>
            </a:extLst>
          </p:cNvPr>
          <p:cNvSpPr/>
          <p:nvPr/>
        </p:nvSpPr>
        <p:spPr>
          <a:xfrm>
            <a:off x="647094" y="2132394"/>
            <a:ext cx="2489643" cy="1200329"/>
          </a:xfrm>
          <a:prstGeom prst="rect">
            <a:avLst/>
          </a:prstGeom>
          <a:solidFill>
            <a:schemeClr val="bg1"/>
          </a:solidFill>
        </p:spPr>
        <p:txBody>
          <a:bodyPr wrap="square">
            <a:spAutoFit/>
          </a:bodyPr>
          <a:lstStyle/>
          <a:p>
            <a:pPr marL="0" marR="0" lvl="0" indent="0" defTabSz="914102" rtl="0" eaLnBrk="1" fontAlgn="base" latinLnBrk="0" hangingPunct="1">
              <a:lnSpc>
                <a:spcPct val="90000"/>
              </a:lnSpc>
              <a:spcBef>
                <a:spcPct val="0"/>
              </a:spcBef>
              <a:spcAft>
                <a:spcPct val="0"/>
              </a:spcAft>
              <a:buClrTx/>
              <a:buSzTx/>
              <a:buFontTx/>
              <a:buNone/>
              <a:tabLst/>
              <a:defRPr/>
            </a:pPr>
            <a:r>
              <a:rPr kumimoji="0" lang="ja-JP" altLang="en-US" sz="1600" i="0" u="sng"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コンテナ定義ファイルでコンテナの中身を自在にカスタマイズできるので</a:t>
            </a:r>
            <a:br>
              <a:rPr kumimoji="0" lang="en-US" altLang="ja-JP" sz="1600" i="0" u="sng" strike="noStrike" kern="1200" cap="none" spc="0" normalizeH="0" baseline="0" noProof="0" dirty="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br>
            <a:r>
              <a:rPr lang="ja-JP" altLang="en-US" sz="1600" u="sng">
                <a:solidFill>
                  <a:srgbClr val="4472C4"/>
                </a:solidFill>
                <a:latin typeface="Yu Gothic UI" panose="020B0500000000000000" pitchFamily="34" charset="-128"/>
                <a:ea typeface="Yu Gothic UI" panose="020B0500000000000000" pitchFamily="34" charset="-128"/>
                <a:cs typeface="Segoe UI" pitchFamily="34" charset="0"/>
              </a:rPr>
              <a:t>新規アプリだけでなくレガシーアプリもコンテナ化可能</a:t>
            </a:r>
            <a:endParaRPr kumimoji="0" lang="en-US" altLang="ja-JP" sz="1600" i="0" u="sng" strike="noStrike" kern="1200" cap="none" spc="0" normalizeH="0" baseline="0" noProof="0" dirty="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endParaRPr>
          </a:p>
        </p:txBody>
      </p:sp>
      <p:pic>
        <p:nvPicPr>
          <p:cNvPr id="159" name="Picture 2">
            <a:extLst>
              <a:ext uri="{FF2B5EF4-FFF2-40B4-BE49-F238E27FC236}">
                <a16:creationId xmlns:a16="http://schemas.microsoft.com/office/drawing/2014/main" id="{17B52555-E2B2-72F3-E223-D6CD10C79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9800" y="4885294"/>
            <a:ext cx="1603805" cy="845119"/>
          </a:xfrm>
          <a:prstGeom prst="rect">
            <a:avLst/>
          </a:prstGeom>
          <a:noFill/>
          <a:extLst>
            <a:ext uri="{909E8E84-426E-40DD-AFC4-6F175D3DCCD1}">
              <a14:hiddenFill xmlns:a14="http://schemas.microsoft.com/office/drawing/2010/main">
                <a:solidFill>
                  <a:srgbClr val="FFFFFF"/>
                </a:solidFill>
              </a14:hiddenFill>
            </a:ext>
          </a:extLst>
        </p:spPr>
      </p:pic>
      <p:sp>
        <p:nvSpPr>
          <p:cNvPr id="160" name="Rectangle 62">
            <a:extLst>
              <a:ext uri="{FF2B5EF4-FFF2-40B4-BE49-F238E27FC236}">
                <a16:creationId xmlns:a16="http://schemas.microsoft.com/office/drawing/2014/main" id="{821E2CC0-5732-59C3-03D3-01B7ED2F51C8}"/>
              </a:ext>
            </a:extLst>
          </p:cNvPr>
          <p:cNvSpPr/>
          <p:nvPr/>
        </p:nvSpPr>
        <p:spPr>
          <a:xfrm>
            <a:off x="693103" y="5303007"/>
            <a:ext cx="1885452" cy="590931"/>
          </a:xfrm>
          <a:prstGeom prst="rect">
            <a:avLst/>
          </a:prstGeom>
        </p:spPr>
        <p:txBody>
          <a:bodyPr wrap="none">
            <a:sp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1800" b="0" i="0" u="none" strike="noStrike" kern="1200" cap="none" spc="0" normalizeH="0" baseline="0" noProof="0">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rPr>
              <a:t>コンテナ</a:t>
            </a:r>
            <a:r>
              <a:rPr kumimoji="0" lang="en-US" sz="1800" b="0" i="0" u="none" strike="noStrike" kern="1200" cap="none" spc="0" normalizeH="0" baseline="0" noProof="0" dirty="0" err="1">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rPr>
              <a:t>に</a:t>
            </a:r>
            <a:br>
              <a:rPr kumimoji="0" lang="en-US" sz="1800" b="0" i="0" u="none" strike="noStrike" kern="1200" cap="none" spc="0" normalizeH="0" baseline="0" noProof="0" dirty="0">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rPr>
            </a:br>
            <a:r>
              <a:rPr kumimoji="0" lang="en-US" sz="1800" b="0" i="0" u="none" strike="noStrike" kern="1200" cap="none" spc="0" normalizeH="0" baseline="0" noProof="0" dirty="0" err="1">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rPr>
              <a:t>アプリをインストール</a:t>
            </a:r>
            <a:endParaRPr kumimoji="0" lang="en-US" sz="1800" b="0" i="0" u="none" strike="noStrike" kern="1200" cap="none" spc="0" normalizeH="0" baseline="0" noProof="0" dirty="0">
              <a:ln>
                <a:noFill/>
              </a:ln>
              <a:solidFill>
                <a:srgbClr val="00B050"/>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61" name="角丸四角形 160">
            <a:extLst>
              <a:ext uri="{FF2B5EF4-FFF2-40B4-BE49-F238E27FC236}">
                <a16:creationId xmlns:a16="http://schemas.microsoft.com/office/drawing/2014/main" id="{1372D20E-73A7-791E-40E5-E2DA11E18D88}"/>
              </a:ext>
            </a:extLst>
          </p:cNvPr>
          <p:cNvSpPr/>
          <p:nvPr/>
        </p:nvSpPr>
        <p:spPr bwMode="auto">
          <a:xfrm>
            <a:off x="8530770" y="1247687"/>
            <a:ext cx="941971" cy="411789"/>
          </a:xfrm>
          <a:prstGeom prst="roundRect">
            <a:avLst/>
          </a:prstGeom>
          <a:solidFill>
            <a:srgbClr val="0070C0"/>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1" lang="ja-JP" alt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実行</a:t>
            </a:r>
            <a:endParaRPr kumimoji="1" lang="ja-JP" alt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2" name="角丸四角形 161">
            <a:extLst>
              <a:ext uri="{FF2B5EF4-FFF2-40B4-BE49-F238E27FC236}">
                <a16:creationId xmlns:a16="http://schemas.microsoft.com/office/drawing/2014/main" id="{D2988D22-F5D9-B5A1-FFB7-E8F68A360A14}"/>
              </a:ext>
            </a:extLst>
          </p:cNvPr>
          <p:cNvSpPr/>
          <p:nvPr/>
        </p:nvSpPr>
        <p:spPr bwMode="auto">
          <a:xfrm>
            <a:off x="745041" y="1562100"/>
            <a:ext cx="1623216" cy="411789"/>
          </a:xfrm>
          <a:prstGeom prst="roundRect">
            <a:avLst/>
          </a:prstGeom>
          <a:solidFill>
            <a:srgbClr val="0070C0"/>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1" lang="ja-JP" alt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開発・作成</a:t>
            </a:r>
            <a:endParaRPr kumimoji="1" lang="ja-JP" alt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3" name="角丸四角形 162">
            <a:extLst>
              <a:ext uri="{FF2B5EF4-FFF2-40B4-BE49-F238E27FC236}">
                <a16:creationId xmlns:a16="http://schemas.microsoft.com/office/drawing/2014/main" id="{A9AF187F-8409-91E9-5AC0-702D16CA7CED}"/>
              </a:ext>
            </a:extLst>
          </p:cNvPr>
          <p:cNvSpPr/>
          <p:nvPr/>
        </p:nvSpPr>
        <p:spPr bwMode="auto">
          <a:xfrm>
            <a:off x="8530770" y="3080807"/>
            <a:ext cx="1594721" cy="411789"/>
          </a:xfrm>
          <a:prstGeom prst="roundRect">
            <a:avLst/>
          </a:prstGeom>
          <a:solidFill>
            <a:srgbClr val="0070C0"/>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1" lang="ja-JP" altLang="en-US" sz="2400">
                <a:gradFill>
                  <a:gsLst>
                    <a:gs pos="0">
                      <a:srgbClr val="FFFFFF"/>
                    </a:gs>
                    <a:gs pos="100000">
                      <a:srgbClr val="FFFFFF"/>
                    </a:gs>
                  </a:gsLst>
                  <a:lin ang="5400000" scaled="0"/>
                </a:gradFill>
                <a:latin typeface="Segoe UI"/>
                <a:ea typeface="Segoe UI" pitchFamily="34" charset="0"/>
                <a:cs typeface="Segoe UI" pitchFamily="34" charset="0"/>
              </a:rPr>
              <a:t>保管・共有</a:t>
            </a:r>
            <a:endParaRPr kumimoji="1" lang="ja-JP" alt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2" name="テキスト ボックス 121">
            <a:extLst>
              <a:ext uri="{FF2B5EF4-FFF2-40B4-BE49-F238E27FC236}">
                <a16:creationId xmlns:a16="http://schemas.microsoft.com/office/drawing/2014/main" id="{9F64972C-9DA6-E525-B21A-76D9271217CC}"/>
              </a:ext>
            </a:extLst>
          </p:cNvPr>
          <p:cNvSpPr txBox="1"/>
          <p:nvPr/>
        </p:nvSpPr>
        <p:spPr>
          <a:xfrm>
            <a:off x="3073206" y="2145461"/>
            <a:ext cx="756617"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Yu Gothic UI"/>
                <a:cs typeface="+mn-cs"/>
              </a:rPr>
              <a:t>コンテナ</a:t>
            </a:r>
            <a:endParaRPr kumimoji="1" lang="ja-JP" altLang="en-US" sz="2000" b="0" i="0" u="none" strike="noStrike" kern="1200" cap="none" spc="0" normalizeH="0" baseline="0" noProof="0" err="1">
              <a:ln>
                <a:noFill/>
              </a:ln>
              <a:gradFill>
                <a:gsLst>
                  <a:gs pos="2917">
                    <a:srgbClr val="000000"/>
                  </a:gs>
                  <a:gs pos="30000">
                    <a:srgbClr val="000000"/>
                  </a:gs>
                </a:gsLst>
                <a:lin ang="5400000" scaled="0"/>
              </a:gradFill>
              <a:effectLst/>
              <a:uLnTx/>
              <a:uFillTx/>
              <a:latin typeface="Segoe UI"/>
              <a:ea typeface="Yu Gothic UI"/>
              <a:cs typeface="+mn-cs"/>
            </a:endParaRPr>
          </a:p>
        </p:txBody>
      </p:sp>
    </p:spTree>
    <p:extLst>
      <p:ext uri="{BB962C8B-B14F-4D97-AF65-F5344CB8AC3E}">
        <p14:creationId xmlns:p14="http://schemas.microsoft.com/office/powerpoint/2010/main" val="2489474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63A8B-2A83-04BC-1688-4D051D8067FD}"/>
            </a:ext>
          </a:extLst>
        </p:cNvPr>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A46F094A-8E52-F698-D898-3ECEE554880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コンテナのメリット、コンテナで解決できること、コンテナを利用すると何が嬉しいのか</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025FE1F9-EED3-2197-4533-440DC36E054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3" name="正方形/長方形 2">
            <a:extLst>
              <a:ext uri="{FF2B5EF4-FFF2-40B4-BE49-F238E27FC236}">
                <a16:creationId xmlns:a16="http://schemas.microsoft.com/office/drawing/2014/main" id="{3891DA4B-6EAB-AA9B-85A1-A7AC48D2B861}"/>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05</a:t>
            </a:r>
          </a:p>
        </p:txBody>
      </p:sp>
      <p:sp>
        <p:nvSpPr>
          <p:cNvPr id="4" name="正方形/長方形 3">
            <a:extLst>
              <a:ext uri="{FF2B5EF4-FFF2-40B4-BE49-F238E27FC236}">
                <a16:creationId xmlns:a16="http://schemas.microsoft.com/office/drawing/2014/main" id="{5609B537-DB8F-1C7D-65D0-DF6299F5BE9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9B86A571-AB9F-ECFE-118F-E6E42688D321}"/>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5 / 47</a:t>
            </a:r>
          </a:p>
        </p:txBody>
      </p:sp>
      <p:sp>
        <p:nvSpPr>
          <p:cNvPr id="23" name="角丸四角形 22">
            <a:extLst>
              <a:ext uri="{FF2B5EF4-FFF2-40B4-BE49-F238E27FC236}">
                <a16:creationId xmlns:a16="http://schemas.microsoft.com/office/drawing/2014/main" id="{9AF86AC9-62C3-AB66-4347-B627C4958177}"/>
              </a:ext>
            </a:extLst>
          </p:cNvPr>
          <p:cNvSpPr/>
          <p:nvPr/>
        </p:nvSpPr>
        <p:spPr>
          <a:xfrm>
            <a:off x="754625" y="1707152"/>
            <a:ext cx="4171335" cy="106901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DB6E79FD-3889-925E-3F41-94F03CA927E6}"/>
              </a:ext>
            </a:extLst>
          </p:cNvPr>
          <p:cNvSpPr txBox="1"/>
          <p:nvPr/>
        </p:nvSpPr>
        <p:spPr>
          <a:xfrm>
            <a:off x="754625" y="1779995"/>
            <a:ext cx="4171332" cy="923330"/>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コンテナの可搬性</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rtl="0"/>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t>
            </a:r>
            <a:r>
              <a:rPr lang="ja-JP" altLang="en-US" b="1" u="sng">
                <a:solidFill>
                  <a:srgbClr val="4472C4"/>
                </a:solidFill>
                <a:latin typeface="Yu Gothic UI" panose="020B0500000000000000" pitchFamily="34" charset="-128"/>
                <a:ea typeface="Yu Gothic UI" panose="020B0500000000000000" pitchFamily="34" charset="-128"/>
                <a:cs typeface="Segoe UI" pitchFamily="34" charset="0"/>
              </a:rPr>
              <a:t>コンテナ実行環境があればどこでもコンテナを実行可能</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25" name="角丸四角形 24">
            <a:extLst>
              <a:ext uri="{FF2B5EF4-FFF2-40B4-BE49-F238E27FC236}">
                <a16:creationId xmlns:a16="http://schemas.microsoft.com/office/drawing/2014/main" id="{0453A3DB-B761-34F7-780A-0464782CB452}"/>
              </a:ext>
            </a:extLst>
          </p:cNvPr>
          <p:cNvSpPr/>
          <p:nvPr/>
        </p:nvSpPr>
        <p:spPr>
          <a:xfrm>
            <a:off x="754626" y="2866190"/>
            <a:ext cx="4171335" cy="106901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14D4BCAF-5E73-7E85-2476-A57A6E81FD9F}"/>
              </a:ext>
            </a:extLst>
          </p:cNvPr>
          <p:cNvSpPr txBox="1"/>
          <p:nvPr/>
        </p:nvSpPr>
        <p:spPr>
          <a:xfrm>
            <a:off x="754625" y="2939033"/>
            <a:ext cx="4171333" cy="923330"/>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コンテナの隔離性、機動力</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rtl="0"/>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t>
            </a:r>
            <a:r>
              <a:rPr lang="ja-JP" altLang="en-US" b="1" u="sng">
                <a:solidFill>
                  <a:srgbClr val="4472C4"/>
                </a:solidFill>
                <a:latin typeface="Yu Gothic UI" panose="020B0500000000000000" pitchFamily="34" charset="-128"/>
                <a:ea typeface="Yu Gothic UI" panose="020B0500000000000000" pitchFamily="34" charset="-128"/>
                <a:cs typeface="Segoe UI" pitchFamily="34" charset="0"/>
              </a:rPr>
              <a:t>アプリに必要な要素だけをパッケージ化し、</a:t>
            </a:r>
            <a:br>
              <a:rPr lang="ja-JP" altLang="en-US" b="1" u="sng">
                <a:solidFill>
                  <a:srgbClr val="4472C4"/>
                </a:solidFill>
                <a:latin typeface="Yu Gothic UI" panose="020B0500000000000000" pitchFamily="34" charset="-128"/>
                <a:ea typeface="Yu Gothic UI" panose="020B0500000000000000" pitchFamily="34" charset="-128"/>
                <a:cs typeface="Segoe UI" pitchFamily="34" charset="0"/>
              </a:rPr>
            </a:br>
            <a:r>
              <a:rPr lang="ja-JP" altLang="en-US" b="1" u="sng">
                <a:solidFill>
                  <a:srgbClr val="4472C4"/>
                </a:solidFill>
                <a:latin typeface="Yu Gothic UI" panose="020B0500000000000000" pitchFamily="34" charset="-128"/>
                <a:ea typeface="Yu Gothic UI" panose="020B0500000000000000" pitchFamily="34" charset="-128"/>
                <a:cs typeface="Segoe UI" pitchFamily="34" charset="0"/>
              </a:rPr>
              <a:t>いつでもどこでもすぐ起動できる</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27" name="角丸四角形 26">
            <a:extLst>
              <a:ext uri="{FF2B5EF4-FFF2-40B4-BE49-F238E27FC236}">
                <a16:creationId xmlns:a16="http://schemas.microsoft.com/office/drawing/2014/main" id="{F7DD97AF-FB35-BA45-B2FF-DC061C958D54}"/>
              </a:ext>
            </a:extLst>
          </p:cNvPr>
          <p:cNvSpPr/>
          <p:nvPr/>
        </p:nvSpPr>
        <p:spPr>
          <a:xfrm>
            <a:off x="754622" y="4025227"/>
            <a:ext cx="4171335" cy="106901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B7814F3-273B-F2D3-8248-466089658BF4}"/>
              </a:ext>
            </a:extLst>
          </p:cNvPr>
          <p:cNvSpPr txBox="1"/>
          <p:nvPr/>
        </p:nvSpPr>
        <p:spPr>
          <a:xfrm>
            <a:off x="754622" y="4098070"/>
            <a:ext cx="4171334" cy="923330"/>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コンテナの柔軟性</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rtl="0"/>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t>
            </a:r>
            <a:r>
              <a:rPr lang="ja-JP" altLang="en-US" b="1" u="sng">
                <a:solidFill>
                  <a:srgbClr val="4472C4"/>
                </a:solidFill>
                <a:latin typeface="Yu Gothic UI" panose="020B0500000000000000" pitchFamily="34" charset="-128"/>
                <a:ea typeface="Yu Gothic UI" panose="020B0500000000000000" pitchFamily="34" charset="-128"/>
                <a:cs typeface="Segoe UI" pitchFamily="34" charset="0"/>
              </a:rPr>
              <a:t>コンテナ定義ファイルでコンテナの中身を自在にカスタマイズできる</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29" name="角丸四角形 28">
            <a:extLst>
              <a:ext uri="{FF2B5EF4-FFF2-40B4-BE49-F238E27FC236}">
                <a16:creationId xmlns:a16="http://schemas.microsoft.com/office/drawing/2014/main" id="{125951CA-62D4-B2D8-18A1-6103217EEFA7}"/>
              </a:ext>
            </a:extLst>
          </p:cNvPr>
          <p:cNvSpPr/>
          <p:nvPr/>
        </p:nvSpPr>
        <p:spPr>
          <a:xfrm>
            <a:off x="754622" y="5201441"/>
            <a:ext cx="4171335" cy="106901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0600321-F442-89E1-F2CE-4713CECFE93C}"/>
              </a:ext>
            </a:extLst>
          </p:cNvPr>
          <p:cNvSpPr txBox="1"/>
          <p:nvPr/>
        </p:nvSpPr>
        <p:spPr>
          <a:xfrm>
            <a:off x="754622" y="5274284"/>
            <a:ext cx="4171334" cy="1200329"/>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コンテナの保存性</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rtl="0"/>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t>
            </a:r>
            <a:r>
              <a:rPr lang="ja-JP" altLang="en-US" b="1">
                <a:solidFill>
                  <a:srgbClr val="4472C4"/>
                </a:solidFill>
                <a:latin typeface="Yu Gothic UI" panose="020B0500000000000000" pitchFamily="34" charset="-128"/>
                <a:ea typeface="Yu Gothic UI" panose="020B0500000000000000" pitchFamily="34" charset="-128"/>
                <a:cs typeface="Segoe UI" pitchFamily="34" charset="0"/>
              </a:rPr>
              <a:t>コンテナイメージを保管しておき</a:t>
            </a:r>
            <a:r>
              <a:rPr lang="ja-JP" altLang="en-US" b="1" u="sng">
                <a:solidFill>
                  <a:srgbClr val="4472C4"/>
                </a:solidFill>
                <a:latin typeface="Yu Gothic UI" panose="020B0500000000000000" pitchFamily="34" charset="-128"/>
                <a:ea typeface="Yu Gothic UI" panose="020B0500000000000000" pitchFamily="34" charset="-128"/>
                <a:cs typeface="Segoe UI" pitchFamily="34" charset="0"/>
              </a:rPr>
              <a:t>必要な時にすぐに取り出して利用</a:t>
            </a:r>
            <a:r>
              <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rPr>
              <a:t> </a:t>
            </a:r>
            <a:r>
              <a:rPr lang="en-US" altLang="ja-JP" b="1" dirty="0">
                <a:solidFill>
                  <a:srgbClr val="4472C4"/>
                </a:solidFill>
                <a:latin typeface="Yu Gothic UI" panose="020B0500000000000000" pitchFamily="34" charset="-128"/>
                <a:ea typeface="Yu Gothic UI" panose="020B0500000000000000" pitchFamily="34" charset="-128"/>
                <a:cs typeface="Segoe UI" pitchFamily="34" charset="0"/>
              </a:rPr>
              <a:t>(</a:t>
            </a:r>
            <a:r>
              <a:rPr lang="ja-JP" altLang="en-US" b="1">
                <a:solidFill>
                  <a:srgbClr val="4472C4"/>
                </a:solidFill>
                <a:latin typeface="Yu Gothic UI" panose="020B0500000000000000" pitchFamily="34" charset="-128"/>
                <a:ea typeface="Yu Gothic UI" panose="020B0500000000000000" pitchFamily="34" charset="-128"/>
                <a:cs typeface="Segoe UI" pitchFamily="34" charset="0"/>
              </a:rPr>
              <a:t>標準化・資産化</a:t>
            </a:r>
            <a:r>
              <a:rPr lang="en-US" altLang="ja-JP" b="1" dirty="0">
                <a:solidFill>
                  <a:srgbClr val="4472C4"/>
                </a:solidFill>
                <a:latin typeface="Yu Gothic UI" panose="020B0500000000000000" pitchFamily="34" charset="-128"/>
                <a:ea typeface="Yu Gothic UI" panose="020B0500000000000000" pitchFamily="34" charset="-128"/>
                <a:cs typeface="Segoe UI" pitchFamily="34" charset="0"/>
              </a:rPr>
              <a:t>)</a:t>
            </a:r>
          </a:p>
          <a:p>
            <a:pPr rtl="0"/>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31" name="テキスト ボックス 30">
            <a:extLst>
              <a:ext uri="{FF2B5EF4-FFF2-40B4-BE49-F238E27FC236}">
                <a16:creationId xmlns:a16="http://schemas.microsoft.com/office/drawing/2014/main" id="{5D28613E-1D42-D11C-7C3A-8165A199F87B}"/>
              </a:ext>
            </a:extLst>
          </p:cNvPr>
          <p:cNvSpPr txBox="1"/>
          <p:nvPr/>
        </p:nvSpPr>
        <p:spPr>
          <a:xfrm>
            <a:off x="685800" y="1247800"/>
            <a:ext cx="4171332" cy="369332"/>
          </a:xfrm>
          <a:prstGeom prst="rect">
            <a:avLst/>
          </a:prstGeom>
          <a:noFill/>
        </p:spPr>
        <p:txBody>
          <a:bodyPr wrap="square" rtlCol="0">
            <a:spAutoFit/>
          </a:bodyPr>
          <a:lstStyle/>
          <a:p>
            <a:r>
              <a:rPr kumimoji="1" lang="ja-JP" altLang="en-US" b="1">
                <a:solidFill>
                  <a:schemeClr val="tx1">
                    <a:lumMod val="75000"/>
                    <a:lumOff val="25000"/>
                  </a:schemeClr>
                </a:solidFill>
                <a:latin typeface="Yu Gothic UI" panose="020B0500000000000000" pitchFamily="34" charset="-128"/>
                <a:ea typeface="Yu Gothic UI" panose="020B0500000000000000" pitchFamily="34" charset="-128"/>
              </a:rPr>
              <a:t>コンテナの主な特徴</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32" name="角丸四角形 31">
            <a:extLst>
              <a:ext uri="{FF2B5EF4-FFF2-40B4-BE49-F238E27FC236}">
                <a16:creationId xmlns:a16="http://schemas.microsoft.com/office/drawing/2014/main" id="{495B0812-EC5D-550D-C19F-3D07537CE768}"/>
              </a:ext>
            </a:extLst>
          </p:cNvPr>
          <p:cNvSpPr/>
          <p:nvPr/>
        </p:nvSpPr>
        <p:spPr>
          <a:xfrm>
            <a:off x="6542139" y="1707151"/>
            <a:ext cx="4895236" cy="45686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DED89A0-85EB-5D6E-72F2-480D3B6DFF67}"/>
              </a:ext>
            </a:extLst>
          </p:cNvPr>
          <p:cNvSpPr txBox="1"/>
          <p:nvPr/>
        </p:nvSpPr>
        <p:spPr>
          <a:xfrm>
            <a:off x="6452419" y="1260556"/>
            <a:ext cx="4171332" cy="369332"/>
          </a:xfrm>
          <a:prstGeom prst="rect">
            <a:avLst/>
          </a:prstGeom>
          <a:noFill/>
        </p:spPr>
        <p:txBody>
          <a:bodyPr wrap="square" rtlCol="0">
            <a:spAutoFit/>
          </a:bodyPr>
          <a:lstStyle/>
          <a:p>
            <a:r>
              <a:rPr kumimoji="1" lang="ja-JP" altLang="en-US" b="1">
                <a:solidFill>
                  <a:schemeClr val="tx1">
                    <a:lumMod val="75000"/>
                    <a:lumOff val="25000"/>
                  </a:schemeClr>
                </a:solidFill>
                <a:latin typeface="Yu Gothic UI" panose="020B0500000000000000" pitchFamily="34" charset="-128"/>
                <a:ea typeface="Yu Gothic UI" panose="020B0500000000000000" pitchFamily="34" charset="-128"/>
              </a:rPr>
              <a:t>コンテナで解決できる様々な課題</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34" name="テキスト ボックス 33">
            <a:extLst>
              <a:ext uri="{FF2B5EF4-FFF2-40B4-BE49-F238E27FC236}">
                <a16:creationId xmlns:a16="http://schemas.microsoft.com/office/drawing/2014/main" id="{2A37B3DF-87E3-87A3-A5F6-C843783D02ED}"/>
              </a:ext>
            </a:extLst>
          </p:cNvPr>
          <p:cNvSpPr txBox="1"/>
          <p:nvPr/>
        </p:nvSpPr>
        <p:spPr>
          <a:xfrm>
            <a:off x="6542141" y="1732924"/>
            <a:ext cx="4468759"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環境間でのバージョンの統一</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35" name="角丸四角形 34">
            <a:extLst>
              <a:ext uri="{FF2B5EF4-FFF2-40B4-BE49-F238E27FC236}">
                <a16:creationId xmlns:a16="http://schemas.microsoft.com/office/drawing/2014/main" id="{4B1CB832-DF40-99D5-408A-5FB442AFE23D}"/>
              </a:ext>
            </a:extLst>
          </p:cNvPr>
          <p:cNvSpPr/>
          <p:nvPr/>
        </p:nvSpPr>
        <p:spPr>
          <a:xfrm>
            <a:off x="6542139" y="2261626"/>
            <a:ext cx="4895236" cy="45686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451EC519-69BD-464E-D86C-C24F81279C7B}"/>
              </a:ext>
            </a:extLst>
          </p:cNvPr>
          <p:cNvSpPr txBox="1"/>
          <p:nvPr/>
        </p:nvSpPr>
        <p:spPr>
          <a:xfrm>
            <a:off x="6542141" y="2287399"/>
            <a:ext cx="4468759"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複数バージョンの環境の維持コスト</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37" name="角丸四角形 36">
            <a:extLst>
              <a:ext uri="{FF2B5EF4-FFF2-40B4-BE49-F238E27FC236}">
                <a16:creationId xmlns:a16="http://schemas.microsoft.com/office/drawing/2014/main" id="{92006F95-8DFC-48EF-08D7-51CF05742196}"/>
              </a:ext>
            </a:extLst>
          </p:cNvPr>
          <p:cNvSpPr/>
          <p:nvPr/>
        </p:nvSpPr>
        <p:spPr>
          <a:xfrm>
            <a:off x="6542139" y="2840417"/>
            <a:ext cx="4895236" cy="45686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1732797A-79E9-C740-056D-E1DBCC75B919}"/>
              </a:ext>
            </a:extLst>
          </p:cNvPr>
          <p:cNvSpPr txBox="1"/>
          <p:nvPr/>
        </p:nvSpPr>
        <p:spPr>
          <a:xfrm>
            <a:off x="6542141" y="2866190"/>
            <a:ext cx="4468759"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複数アプリを同一サーバで稼働させたときの競合</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39" name="角丸四角形 38">
            <a:extLst>
              <a:ext uri="{FF2B5EF4-FFF2-40B4-BE49-F238E27FC236}">
                <a16:creationId xmlns:a16="http://schemas.microsoft.com/office/drawing/2014/main" id="{20B31728-2E0D-1886-C411-CAD543EF067F}"/>
              </a:ext>
            </a:extLst>
          </p:cNvPr>
          <p:cNvSpPr/>
          <p:nvPr/>
        </p:nvSpPr>
        <p:spPr>
          <a:xfrm>
            <a:off x="6542137" y="3418534"/>
            <a:ext cx="4895236" cy="45686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4FB873E4-CF41-CBC6-3D18-DA770084514F}"/>
              </a:ext>
            </a:extLst>
          </p:cNvPr>
          <p:cNvSpPr txBox="1"/>
          <p:nvPr/>
        </p:nvSpPr>
        <p:spPr>
          <a:xfrm>
            <a:off x="6542139" y="3444307"/>
            <a:ext cx="4468759"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物理、仮想サーバ調達の手間、期間、コスト</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41" name="角丸四角形 40">
            <a:extLst>
              <a:ext uri="{FF2B5EF4-FFF2-40B4-BE49-F238E27FC236}">
                <a16:creationId xmlns:a16="http://schemas.microsoft.com/office/drawing/2014/main" id="{17EF35ED-CCE1-9C89-4439-D5F6B255D940}"/>
              </a:ext>
            </a:extLst>
          </p:cNvPr>
          <p:cNvSpPr/>
          <p:nvPr/>
        </p:nvSpPr>
        <p:spPr>
          <a:xfrm>
            <a:off x="6542137" y="3996651"/>
            <a:ext cx="4895236" cy="45686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4A7CD2F5-27C6-309D-C1F4-7AAE1275DF84}"/>
              </a:ext>
            </a:extLst>
          </p:cNvPr>
          <p:cNvSpPr txBox="1"/>
          <p:nvPr/>
        </p:nvSpPr>
        <p:spPr>
          <a:xfrm>
            <a:off x="6542139" y="4022424"/>
            <a:ext cx="4895234"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サーバのリソースの持て余し、アプリの集約率</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43" name="角丸四角形 42">
            <a:extLst>
              <a:ext uri="{FF2B5EF4-FFF2-40B4-BE49-F238E27FC236}">
                <a16:creationId xmlns:a16="http://schemas.microsoft.com/office/drawing/2014/main" id="{5AF96F39-D7C7-23C0-7585-34468CBA73EE}"/>
              </a:ext>
            </a:extLst>
          </p:cNvPr>
          <p:cNvSpPr/>
          <p:nvPr/>
        </p:nvSpPr>
        <p:spPr>
          <a:xfrm>
            <a:off x="6542135" y="4589555"/>
            <a:ext cx="4895236" cy="456867"/>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53733170-122A-643F-D7A5-4DA2EE876393}"/>
              </a:ext>
            </a:extLst>
          </p:cNvPr>
          <p:cNvSpPr txBox="1"/>
          <p:nvPr/>
        </p:nvSpPr>
        <p:spPr>
          <a:xfrm>
            <a:off x="6542137" y="4615328"/>
            <a:ext cx="4895234"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マルチクラウド時のクラウド間サービス差異</a:t>
            </a:r>
            <a:endParaRPr lang="en-US" altLang="ja-JP" b="1" u="sng" dirty="0">
              <a:solidFill>
                <a:srgbClr val="4472C4"/>
              </a:solidFill>
              <a:latin typeface="Yu Gothic UI" panose="020B0500000000000000" pitchFamily="34" charset="-128"/>
              <a:ea typeface="Yu Gothic UI" panose="020B0500000000000000" pitchFamily="34" charset="-128"/>
              <a:cs typeface="Segoe UI" pitchFamily="34" charset="0"/>
            </a:endParaRPr>
          </a:p>
        </p:txBody>
      </p:sp>
      <p:sp>
        <p:nvSpPr>
          <p:cNvPr id="45" name="テキスト ボックス 44">
            <a:extLst>
              <a:ext uri="{FF2B5EF4-FFF2-40B4-BE49-F238E27FC236}">
                <a16:creationId xmlns:a16="http://schemas.microsoft.com/office/drawing/2014/main" id="{7DD00BD4-0EC2-7E1C-794A-3172B7252EAC}"/>
              </a:ext>
            </a:extLst>
          </p:cNvPr>
          <p:cNvSpPr txBox="1"/>
          <p:nvPr/>
        </p:nvSpPr>
        <p:spPr>
          <a:xfrm>
            <a:off x="8544683" y="5182459"/>
            <a:ext cx="461665" cy="1273172"/>
          </a:xfrm>
          <a:prstGeom prst="rect">
            <a:avLst/>
          </a:prstGeom>
          <a:noFill/>
        </p:spPr>
        <p:txBody>
          <a:bodyPr vert="eaVert" wrap="square" rtlCol="0">
            <a:spAutoFit/>
          </a:bodyPr>
          <a:lstStyle/>
          <a:p>
            <a:r>
              <a:rPr kumimoji="1" lang="ja-JP" altLang="en-US"/>
              <a:t>・・・</a:t>
            </a:r>
          </a:p>
        </p:txBody>
      </p:sp>
      <p:sp>
        <p:nvSpPr>
          <p:cNvPr id="46" name="三角形 45">
            <a:extLst>
              <a:ext uri="{FF2B5EF4-FFF2-40B4-BE49-F238E27FC236}">
                <a16:creationId xmlns:a16="http://schemas.microsoft.com/office/drawing/2014/main" id="{04EC8903-ED03-2C90-06D8-F99FFB1D9E29}"/>
              </a:ext>
            </a:extLst>
          </p:cNvPr>
          <p:cNvSpPr/>
          <p:nvPr/>
        </p:nvSpPr>
        <p:spPr>
          <a:xfrm rot="5400000">
            <a:off x="5228004" y="3768544"/>
            <a:ext cx="1213051" cy="3693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8664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2A66F-84D2-8C36-C144-CAD07D064A5A}"/>
            </a:ext>
          </a:extLst>
        </p:cNvPr>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E5310DC9-E21A-7458-EE40-B3DC4C02269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コンテナーによる効率的なアプリ運用</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B2D7C5A9-577A-1BAE-3A6D-42F00461931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5BCDC793-A74D-BCAE-673D-CE1AD2DEF7B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コンテンツ プレースホルダー 2">
            <a:extLst>
              <a:ext uri="{FF2B5EF4-FFF2-40B4-BE49-F238E27FC236}">
                <a16:creationId xmlns:a16="http://schemas.microsoft.com/office/drawing/2014/main" id="{D25F3DA9-5CF3-30B0-0185-891184F91368}"/>
              </a:ext>
            </a:extLst>
          </p:cNvPr>
          <p:cNvSpPr txBox="1">
            <a:spLocks/>
          </p:cNvSpPr>
          <p:nvPr/>
        </p:nvSpPr>
        <p:spPr>
          <a:xfrm>
            <a:off x="476706" y="1388346"/>
            <a:ext cx="5016890" cy="333851"/>
          </a:xfrm>
          <a:prstGeom prst="rect">
            <a:avLst/>
          </a:prstGeom>
        </p:spPr>
        <p:txBody>
          <a:bodyPr vert="horz" lIns="91440" tIns="45720" rIns="91440" bIns="45720" anchor="ctr"/>
          <a:lstStyle>
            <a:defPPr>
              <a:defRPr lang="en-US"/>
            </a:defPPr>
            <a:lvl1pPr marL="0" indent="0" algn="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algn="l"/>
            <a:r>
              <a:rPr kumimoji="1" lang="ja-JP" altLang="en-US" sz="2000">
                <a:solidFill>
                  <a:schemeClr val="tx1"/>
                </a:solidFill>
                <a:latin typeface="Yu Gothic UI" panose="020B0500000000000000" pitchFamily="34" charset="-128"/>
                <a:ea typeface="Yu Gothic UI" panose="020B0500000000000000" pitchFamily="34" charset="-128"/>
              </a:rPr>
              <a:t>既存のアプリをコンテナー化して集約</a:t>
            </a:r>
            <a:endParaRPr kumimoji="1" lang="en-US" altLang="ja-JP" sz="2000" dirty="0">
              <a:solidFill>
                <a:schemeClr val="tx1"/>
              </a:solidFill>
              <a:latin typeface="Yu Gothic UI" panose="020B0500000000000000" pitchFamily="34" charset="-128"/>
              <a:ea typeface="Yu Gothic UI" panose="020B0500000000000000" pitchFamily="34" charset="-128"/>
            </a:endParaRPr>
          </a:p>
        </p:txBody>
      </p:sp>
      <p:sp>
        <p:nvSpPr>
          <p:cNvPr id="6" name="Rectangle: Rounded Corners 73">
            <a:extLst>
              <a:ext uri="{FF2B5EF4-FFF2-40B4-BE49-F238E27FC236}">
                <a16:creationId xmlns:a16="http://schemas.microsoft.com/office/drawing/2014/main" id="{F6FA26E8-4D44-9474-1958-69E0D65C4674}"/>
              </a:ext>
            </a:extLst>
          </p:cNvPr>
          <p:cNvSpPr/>
          <p:nvPr/>
        </p:nvSpPr>
        <p:spPr bwMode="auto">
          <a:xfrm>
            <a:off x="267769" y="2043189"/>
            <a:ext cx="1053681" cy="1356530"/>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VM</a:t>
            </a:r>
          </a:p>
        </p:txBody>
      </p:sp>
      <p:sp>
        <p:nvSpPr>
          <p:cNvPr id="7" name="TextBox 7">
            <a:extLst>
              <a:ext uri="{FF2B5EF4-FFF2-40B4-BE49-F238E27FC236}">
                <a16:creationId xmlns:a16="http://schemas.microsoft.com/office/drawing/2014/main" id="{3289905A-CCF4-845B-AA47-99D4397360A8}"/>
              </a:ext>
            </a:extLst>
          </p:cNvPr>
          <p:cNvSpPr txBox="1"/>
          <p:nvPr/>
        </p:nvSpPr>
        <p:spPr>
          <a:xfrm>
            <a:off x="336488" y="2474929"/>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8" name="TextBox 7">
            <a:extLst>
              <a:ext uri="{FF2B5EF4-FFF2-40B4-BE49-F238E27FC236}">
                <a16:creationId xmlns:a16="http://schemas.microsoft.com/office/drawing/2014/main" id="{16189D98-4CA1-4C04-ECE7-894043CD33A4}"/>
              </a:ext>
            </a:extLst>
          </p:cNvPr>
          <p:cNvSpPr txBox="1"/>
          <p:nvPr/>
        </p:nvSpPr>
        <p:spPr>
          <a:xfrm>
            <a:off x="336488" y="2886042"/>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9" name="Freeform: Shape 108">
            <a:extLst>
              <a:ext uri="{FF2B5EF4-FFF2-40B4-BE49-F238E27FC236}">
                <a16:creationId xmlns:a16="http://schemas.microsoft.com/office/drawing/2014/main" id="{94389F28-36DC-0F40-72E7-267A889C2BE7}"/>
              </a:ext>
            </a:extLst>
          </p:cNvPr>
          <p:cNvSpPr/>
          <p:nvPr/>
        </p:nvSpPr>
        <p:spPr>
          <a:xfrm>
            <a:off x="355318" y="3474527"/>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0" name="Freeform: Shape 111">
            <a:extLst>
              <a:ext uri="{FF2B5EF4-FFF2-40B4-BE49-F238E27FC236}">
                <a16:creationId xmlns:a16="http://schemas.microsoft.com/office/drawing/2014/main" id="{7253D1BB-DA76-5770-8B9A-CEC554C8CF8E}"/>
              </a:ext>
            </a:extLst>
          </p:cNvPr>
          <p:cNvSpPr/>
          <p:nvPr/>
        </p:nvSpPr>
        <p:spPr>
          <a:xfrm>
            <a:off x="434034" y="3562455"/>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1" name="Freeform: Shape 112">
            <a:extLst>
              <a:ext uri="{FF2B5EF4-FFF2-40B4-BE49-F238E27FC236}">
                <a16:creationId xmlns:a16="http://schemas.microsoft.com/office/drawing/2014/main" id="{538273CB-3483-A3ED-ABD0-B4CF7409EAEF}"/>
              </a:ext>
            </a:extLst>
          </p:cNvPr>
          <p:cNvSpPr/>
          <p:nvPr/>
        </p:nvSpPr>
        <p:spPr>
          <a:xfrm>
            <a:off x="565838" y="3562455"/>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2" name="Freeform: Shape 117">
            <a:extLst>
              <a:ext uri="{FF2B5EF4-FFF2-40B4-BE49-F238E27FC236}">
                <a16:creationId xmlns:a16="http://schemas.microsoft.com/office/drawing/2014/main" id="{0C1813D2-1B45-3AD7-CF99-B158601042A7}"/>
              </a:ext>
            </a:extLst>
          </p:cNvPr>
          <p:cNvSpPr/>
          <p:nvPr/>
        </p:nvSpPr>
        <p:spPr>
          <a:xfrm>
            <a:off x="926468" y="3562455"/>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3" name="Freeform: Shape 118">
            <a:extLst>
              <a:ext uri="{FF2B5EF4-FFF2-40B4-BE49-F238E27FC236}">
                <a16:creationId xmlns:a16="http://schemas.microsoft.com/office/drawing/2014/main" id="{2A04D2F2-B40B-F2A1-E95A-602F3E99A844}"/>
              </a:ext>
            </a:extLst>
          </p:cNvPr>
          <p:cNvSpPr/>
          <p:nvPr/>
        </p:nvSpPr>
        <p:spPr>
          <a:xfrm>
            <a:off x="926468" y="3630644"/>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4" name="Rectangle: Rounded Corners 73">
            <a:extLst>
              <a:ext uri="{FF2B5EF4-FFF2-40B4-BE49-F238E27FC236}">
                <a16:creationId xmlns:a16="http://schemas.microsoft.com/office/drawing/2014/main" id="{F630A4CA-02EA-DA12-126F-B8F63C0F2D5E}"/>
              </a:ext>
            </a:extLst>
          </p:cNvPr>
          <p:cNvSpPr/>
          <p:nvPr/>
        </p:nvSpPr>
        <p:spPr bwMode="auto">
          <a:xfrm>
            <a:off x="1820744" y="2043189"/>
            <a:ext cx="1053681" cy="1356530"/>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VM</a:t>
            </a:r>
          </a:p>
        </p:txBody>
      </p:sp>
      <p:sp>
        <p:nvSpPr>
          <p:cNvPr id="15" name="TextBox 7">
            <a:extLst>
              <a:ext uri="{FF2B5EF4-FFF2-40B4-BE49-F238E27FC236}">
                <a16:creationId xmlns:a16="http://schemas.microsoft.com/office/drawing/2014/main" id="{9E9FB75E-6A49-7E24-6E6F-ADFB2A9F0E19}"/>
              </a:ext>
            </a:extLst>
          </p:cNvPr>
          <p:cNvSpPr txBox="1"/>
          <p:nvPr/>
        </p:nvSpPr>
        <p:spPr>
          <a:xfrm>
            <a:off x="1889463" y="2474929"/>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6" name="TextBox 7">
            <a:extLst>
              <a:ext uri="{FF2B5EF4-FFF2-40B4-BE49-F238E27FC236}">
                <a16:creationId xmlns:a16="http://schemas.microsoft.com/office/drawing/2014/main" id="{8DE0D65B-F0CD-4D71-A524-7CAE975AF3E0}"/>
              </a:ext>
            </a:extLst>
          </p:cNvPr>
          <p:cNvSpPr txBox="1"/>
          <p:nvPr/>
        </p:nvSpPr>
        <p:spPr>
          <a:xfrm>
            <a:off x="1889463" y="2886042"/>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17" name="Freeform: Shape 108">
            <a:extLst>
              <a:ext uri="{FF2B5EF4-FFF2-40B4-BE49-F238E27FC236}">
                <a16:creationId xmlns:a16="http://schemas.microsoft.com/office/drawing/2014/main" id="{C16FA7D7-22B8-427E-FA5F-50B1F6F815B2}"/>
              </a:ext>
            </a:extLst>
          </p:cNvPr>
          <p:cNvSpPr/>
          <p:nvPr/>
        </p:nvSpPr>
        <p:spPr>
          <a:xfrm>
            <a:off x="1908293" y="3474527"/>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8" name="Freeform: Shape 111">
            <a:extLst>
              <a:ext uri="{FF2B5EF4-FFF2-40B4-BE49-F238E27FC236}">
                <a16:creationId xmlns:a16="http://schemas.microsoft.com/office/drawing/2014/main" id="{07183EBB-DE7E-DED5-9632-BD085C69E895}"/>
              </a:ext>
            </a:extLst>
          </p:cNvPr>
          <p:cNvSpPr/>
          <p:nvPr/>
        </p:nvSpPr>
        <p:spPr>
          <a:xfrm>
            <a:off x="2006777" y="3562455"/>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9" name="Freeform: Shape 112">
            <a:extLst>
              <a:ext uri="{FF2B5EF4-FFF2-40B4-BE49-F238E27FC236}">
                <a16:creationId xmlns:a16="http://schemas.microsoft.com/office/drawing/2014/main" id="{AE0A79EF-D89B-69D9-9E43-3725B4FE839B}"/>
              </a:ext>
            </a:extLst>
          </p:cNvPr>
          <p:cNvSpPr/>
          <p:nvPr/>
        </p:nvSpPr>
        <p:spPr>
          <a:xfrm>
            <a:off x="2118813" y="3562455"/>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20" name="Freeform: Shape 117">
            <a:extLst>
              <a:ext uri="{FF2B5EF4-FFF2-40B4-BE49-F238E27FC236}">
                <a16:creationId xmlns:a16="http://schemas.microsoft.com/office/drawing/2014/main" id="{5097ED3A-5661-B66C-5C39-8BEEA77BE3BB}"/>
              </a:ext>
            </a:extLst>
          </p:cNvPr>
          <p:cNvSpPr/>
          <p:nvPr/>
        </p:nvSpPr>
        <p:spPr>
          <a:xfrm>
            <a:off x="2479443" y="3562455"/>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47" name="Freeform: Shape 118">
            <a:extLst>
              <a:ext uri="{FF2B5EF4-FFF2-40B4-BE49-F238E27FC236}">
                <a16:creationId xmlns:a16="http://schemas.microsoft.com/office/drawing/2014/main" id="{D8F2896B-631C-EF2A-4C1A-A9BD101A4DFE}"/>
              </a:ext>
            </a:extLst>
          </p:cNvPr>
          <p:cNvSpPr/>
          <p:nvPr/>
        </p:nvSpPr>
        <p:spPr>
          <a:xfrm>
            <a:off x="2479443" y="3630644"/>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48" name="Rectangle: Rounded Corners 73">
            <a:extLst>
              <a:ext uri="{FF2B5EF4-FFF2-40B4-BE49-F238E27FC236}">
                <a16:creationId xmlns:a16="http://schemas.microsoft.com/office/drawing/2014/main" id="{97CBF492-B315-AAC0-880B-D2D18C305FD5}"/>
              </a:ext>
            </a:extLst>
          </p:cNvPr>
          <p:cNvSpPr/>
          <p:nvPr/>
        </p:nvSpPr>
        <p:spPr bwMode="auto">
          <a:xfrm>
            <a:off x="3343530" y="2043189"/>
            <a:ext cx="1053681" cy="1356530"/>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VM</a:t>
            </a:r>
          </a:p>
        </p:txBody>
      </p:sp>
      <p:sp>
        <p:nvSpPr>
          <p:cNvPr id="49" name="TextBox 7">
            <a:extLst>
              <a:ext uri="{FF2B5EF4-FFF2-40B4-BE49-F238E27FC236}">
                <a16:creationId xmlns:a16="http://schemas.microsoft.com/office/drawing/2014/main" id="{D5BAA75F-2740-62D5-8674-FD0026395051}"/>
              </a:ext>
            </a:extLst>
          </p:cNvPr>
          <p:cNvSpPr txBox="1"/>
          <p:nvPr/>
        </p:nvSpPr>
        <p:spPr>
          <a:xfrm>
            <a:off x="3412249" y="2474929"/>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50" name="TextBox 7">
            <a:extLst>
              <a:ext uri="{FF2B5EF4-FFF2-40B4-BE49-F238E27FC236}">
                <a16:creationId xmlns:a16="http://schemas.microsoft.com/office/drawing/2014/main" id="{9CABA13A-9B8B-570F-24D7-7AB067C6BB21}"/>
              </a:ext>
            </a:extLst>
          </p:cNvPr>
          <p:cNvSpPr txBox="1"/>
          <p:nvPr/>
        </p:nvSpPr>
        <p:spPr>
          <a:xfrm>
            <a:off x="3412249" y="2886042"/>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51" name="Freeform: Shape 108">
            <a:extLst>
              <a:ext uri="{FF2B5EF4-FFF2-40B4-BE49-F238E27FC236}">
                <a16:creationId xmlns:a16="http://schemas.microsoft.com/office/drawing/2014/main" id="{AF6DCFE6-B788-2F6F-A83C-51911B5B6B0F}"/>
              </a:ext>
            </a:extLst>
          </p:cNvPr>
          <p:cNvSpPr/>
          <p:nvPr/>
        </p:nvSpPr>
        <p:spPr>
          <a:xfrm>
            <a:off x="3431079" y="3474527"/>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52" name="Freeform: Shape 111">
            <a:extLst>
              <a:ext uri="{FF2B5EF4-FFF2-40B4-BE49-F238E27FC236}">
                <a16:creationId xmlns:a16="http://schemas.microsoft.com/office/drawing/2014/main" id="{FFCA38FA-178E-D785-DFCF-6064F2785C8F}"/>
              </a:ext>
            </a:extLst>
          </p:cNvPr>
          <p:cNvSpPr/>
          <p:nvPr/>
        </p:nvSpPr>
        <p:spPr>
          <a:xfrm>
            <a:off x="3509795" y="3562455"/>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53" name="Freeform: Shape 112">
            <a:extLst>
              <a:ext uri="{FF2B5EF4-FFF2-40B4-BE49-F238E27FC236}">
                <a16:creationId xmlns:a16="http://schemas.microsoft.com/office/drawing/2014/main" id="{7470CFCF-A594-CF57-CE20-16615EEAD170}"/>
              </a:ext>
            </a:extLst>
          </p:cNvPr>
          <p:cNvSpPr/>
          <p:nvPr/>
        </p:nvSpPr>
        <p:spPr>
          <a:xfrm>
            <a:off x="3641599" y="3562455"/>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54" name="Freeform: Shape 117">
            <a:extLst>
              <a:ext uri="{FF2B5EF4-FFF2-40B4-BE49-F238E27FC236}">
                <a16:creationId xmlns:a16="http://schemas.microsoft.com/office/drawing/2014/main" id="{7AB7B7D3-F3D4-513F-8EC3-5641B99CAB2E}"/>
              </a:ext>
            </a:extLst>
          </p:cNvPr>
          <p:cNvSpPr/>
          <p:nvPr/>
        </p:nvSpPr>
        <p:spPr>
          <a:xfrm>
            <a:off x="4002229" y="3562455"/>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55" name="Freeform: Shape 118">
            <a:extLst>
              <a:ext uri="{FF2B5EF4-FFF2-40B4-BE49-F238E27FC236}">
                <a16:creationId xmlns:a16="http://schemas.microsoft.com/office/drawing/2014/main" id="{6ED67659-2C5F-14B7-7D44-9758AD2CAA87}"/>
              </a:ext>
            </a:extLst>
          </p:cNvPr>
          <p:cNvSpPr/>
          <p:nvPr/>
        </p:nvSpPr>
        <p:spPr>
          <a:xfrm>
            <a:off x="4002229" y="3630644"/>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56" name="TextBox 27">
            <a:extLst>
              <a:ext uri="{FF2B5EF4-FFF2-40B4-BE49-F238E27FC236}">
                <a16:creationId xmlns:a16="http://schemas.microsoft.com/office/drawing/2014/main" id="{31C784D7-B155-57BE-B21F-5300408BDD9E}"/>
              </a:ext>
            </a:extLst>
          </p:cNvPr>
          <p:cNvSpPr txBox="1"/>
          <p:nvPr/>
        </p:nvSpPr>
        <p:spPr>
          <a:xfrm>
            <a:off x="750836" y="5170391"/>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57" name="Rectangle: Rounded Corners 73">
            <a:extLst>
              <a:ext uri="{FF2B5EF4-FFF2-40B4-BE49-F238E27FC236}">
                <a16:creationId xmlns:a16="http://schemas.microsoft.com/office/drawing/2014/main" id="{E97C1F31-09F1-DE25-57A3-0EEA9CA83736}"/>
              </a:ext>
            </a:extLst>
          </p:cNvPr>
          <p:cNvSpPr/>
          <p:nvPr/>
        </p:nvSpPr>
        <p:spPr bwMode="auto">
          <a:xfrm>
            <a:off x="663288" y="4642955"/>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Container</a:t>
            </a:r>
          </a:p>
        </p:txBody>
      </p:sp>
      <p:sp>
        <p:nvSpPr>
          <p:cNvPr id="58" name="TextBox 7">
            <a:extLst>
              <a:ext uri="{FF2B5EF4-FFF2-40B4-BE49-F238E27FC236}">
                <a16:creationId xmlns:a16="http://schemas.microsoft.com/office/drawing/2014/main" id="{B20787EF-0CF6-C6D3-ECED-0A0E342E66D6}"/>
              </a:ext>
            </a:extLst>
          </p:cNvPr>
          <p:cNvSpPr txBox="1"/>
          <p:nvPr/>
        </p:nvSpPr>
        <p:spPr>
          <a:xfrm>
            <a:off x="761477" y="5090684"/>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59" name="TextBox 27">
            <a:extLst>
              <a:ext uri="{FF2B5EF4-FFF2-40B4-BE49-F238E27FC236}">
                <a16:creationId xmlns:a16="http://schemas.microsoft.com/office/drawing/2014/main" id="{40EFEA19-8021-6FC2-723F-4B96E950502E}"/>
              </a:ext>
            </a:extLst>
          </p:cNvPr>
          <p:cNvSpPr txBox="1"/>
          <p:nvPr/>
        </p:nvSpPr>
        <p:spPr>
          <a:xfrm>
            <a:off x="1900505" y="5167423"/>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60" name="Rectangle: Rounded Corners 73">
            <a:extLst>
              <a:ext uri="{FF2B5EF4-FFF2-40B4-BE49-F238E27FC236}">
                <a16:creationId xmlns:a16="http://schemas.microsoft.com/office/drawing/2014/main" id="{853A0D0A-B282-7389-F072-A893C0F4D04E}"/>
              </a:ext>
            </a:extLst>
          </p:cNvPr>
          <p:cNvSpPr/>
          <p:nvPr/>
        </p:nvSpPr>
        <p:spPr bwMode="auto">
          <a:xfrm>
            <a:off x="1812957" y="4639987"/>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Container</a:t>
            </a:r>
          </a:p>
        </p:txBody>
      </p:sp>
      <p:sp>
        <p:nvSpPr>
          <p:cNvPr id="61" name="TextBox 7">
            <a:extLst>
              <a:ext uri="{FF2B5EF4-FFF2-40B4-BE49-F238E27FC236}">
                <a16:creationId xmlns:a16="http://schemas.microsoft.com/office/drawing/2014/main" id="{F94E0D16-43B9-C0C9-FA23-14974BB65196}"/>
              </a:ext>
            </a:extLst>
          </p:cNvPr>
          <p:cNvSpPr txBox="1"/>
          <p:nvPr/>
        </p:nvSpPr>
        <p:spPr>
          <a:xfrm>
            <a:off x="1911146" y="5087716"/>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62" name="TextBox 7">
            <a:extLst>
              <a:ext uri="{FF2B5EF4-FFF2-40B4-BE49-F238E27FC236}">
                <a16:creationId xmlns:a16="http://schemas.microsoft.com/office/drawing/2014/main" id="{A15EB2E6-04AB-CEBC-F4A9-C7EC764897A7}"/>
              </a:ext>
            </a:extLst>
          </p:cNvPr>
          <p:cNvSpPr txBox="1"/>
          <p:nvPr/>
        </p:nvSpPr>
        <p:spPr>
          <a:xfrm>
            <a:off x="663287" y="5665234"/>
            <a:ext cx="3353019" cy="345742"/>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63" name="Freeform: Shape 108">
            <a:extLst>
              <a:ext uri="{FF2B5EF4-FFF2-40B4-BE49-F238E27FC236}">
                <a16:creationId xmlns:a16="http://schemas.microsoft.com/office/drawing/2014/main" id="{8C2BDB9F-9DA1-2AF2-4B03-D0CA386B5C7C}"/>
              </a:ext>
            </a:extLst>
          </p:cNvPr>
          <p:cNvSpPr/>
          <p:nvPr/>
        </p:nvSpPr>
        <p:spPr>
          <a:xfrm>
            <a:off x="1872203" y="6122661"/>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64" name="Freeform: Shape 111">
            <a:extLst>
              <a:ext uri="{FF2B5EF4-FFF2-40B4-BE49-F238E27FC236}">
                <a16:creationId xmlns:a16="http://schemas.microsoft.com/office/drawing/2014/main" id="{0843128D-C0A4-191B-E429-47E0995AD564}"/>
              </a:ext>
            </a:extLst>
          </p:cNvPr>
          <p:cNvSpPr/>
          <p:nvPr/>
        </p:nvSpPr>
        <p:spPr>
          <a:xfrm>
            <a:off x="1950919" y="6210589"/>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65" name="Freeform: Shape 112">
            <a:extLst>
              <a:ext uri="{FF2B5EF4-FFF2-40B4-BE49-F238E27FC236}">
                <a16:creationId xmlns:a16="http://schemas.microsoft.com/office/drawing/2014/main" id="{E2ED40CE-1BBD-8749-6199-D309DF7BD4F2}"/>
              </a:ext>
            </a:extLst>
          </p:cNvPr>
          <p:cNvSpPr/>
          <p:nvPr/>
        </p:nvSpPr>
        <p:spPr>
          <a:xfrm>
            <a:off x="2082723" y="6210589"/>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66" name="Freeform: Shape 117">
            <a:extLst>
              <a:ext uri="{FF2B5EF4-FFF2-40B4-BE49-F238E27FC236}">
                <a16:creationId xmlns:a16="http://schemas.microsoft.com/office/drawing/2014/main" id="{CA04665D-AFC2-360A-A9D9-700FDE2AD083}"/>
              </a:ext>
            </a:extLst>
          </p:cNvPr>
          <p:cNvSpPr/>
          <p:nvPr/>
        </p:nvSpPr>
        <p:spPr>
          <a:xfrm>
            <a:off x="2443353" y="6210589"/>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67" name="Freeform: Shape 118">
            <a:extLst>
              <a:ext uri="{FF2B5EF4-FFF2-40B4-BE49-F238E27FC236}">
                <a16:creationId xmlns:a16="http://schemas.microsoft.com/office/drawing/2014/main" id="{5294B51F-43A9-1633-84C4-6AA525DD7C7C}"/>
              </a:ext>
            </a:extLst>
          </p:cNvPr>
          <p:cNvSpPr/>
          <p:nvPr/>
        </p:nvSpPr>
        <p:spPr>
          <a:xfrm>
            <a:off x="2443353" y="6278778"/>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68" name="TextBox 27">
            <a:extLst>
              <a:ext uri="{FF2B5EF4-FFF2-40B4-BE49-F238E27FC236}">
                <a16:creationId xmlns:a16="http://schemas.microsoft.com/office/drawing/2014/main" id="{5AEC9645-6B51-460C-28F2-506772304CBB}"/>
              </a:ext>
            </a:extLst>
          </p:cNvPr>
          <p:cNvSpPr txBox="1"/>
          <p:nvPr/>
        </p:nvSpPr>
        <p:spPr>
          <a:xfrm>
            <a:off x="3050174" y="5167423"/>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69" name="Rectangle: Rounded Corners 73">
            <a:extLst>
              <a:ext uri="{FF2B5EF4-FFF2-40B4-BE49-F238E27FC236}">
                <a16:creationId xmlns:a16="http://schemas.microsoft.com/office/drawing/2014/main" id="{4607A4CB-1B53-1E8B-B2A8-6EB580355F28}"/>
              </a:ext>
            </a:extLst>
          </p:cNvPr>
          <p:cNvSpPr/>
          <p:nvPr/>
        </p:nvSpPr>
        <p:spPr bwMode="auto">
          <a:xfrm>
            <a:off x="2962626" y="4639987"/>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Container</a:t>
            </a:r>
          </a:p>
        </p:txBody>
      </p:sp>
      <p:sp>
        <p:nvSpPr>
          <p:cNvPr id="70" name="TextBox 7">
            <a:extLst>
              <a:ext uri="{FF2B5EF4-FFF2-40B4-BE49-F238E27FC236}">
                <a16:creationId xmlns:a16="http://schemas.microsoft.com/office/drawing/2014/main" id="{1B86C623-DC35-987E-44BA-9FB0F1BBD6A3}"/>
              </a:ext>
            </a:extLst>
          </p:cNvPr>
          <p:cNvSpPr txBox="1"/>
          <p:nvPr/>
        </p:nvSpPr>
        <p:spPr>
          <a:xfrm>
            <a:off x="3060815" y="5087716"/>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71" name="TextBox 14">
            <a:extLst>
              <a:ext uri="{FF2B5EF4-FFF2-40B4-BE49-F238E27FC236}">
                <a16:creationId xmlns:a16="http://schemas.microsoft.com/office/drawing/2014/main" id="{BEE24775-4134-9657-DF9C-248DBB8F672C}"/>
              </a:ext>
            </a:extLst>
          </p:cNvPr>
          <p:cNvSpPr txBox="1"/>
          <p:nvPr/>
        </p:nvSpPr>
        <p:spPr>
          <a:xfrm>
            <a:off x="4560932" y="2318994"/>
            <a:ext cx="1988717" cy="1277273"/>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588"/>
              </a:spcAft>
              <a:buClrTx/>
              <a:buSzTx/>
              <a:buFontTx/>
              <a:buNone/>
              <a:tabLst/>
              <a:defRPr/>
            </a:pPr>
            <a:r>
              <a:rPr lang="en-US" sz="1400" u="sng" err="1">
                <a:solidFill>
                  <a:srgbClr val="1A1A1A"/>
                </a:solidFill>
                <a:latin typeface="Yu Gothic UI" panose="020B0500000000000000" pitchFamily="34" charset="-128"/>
                <a:ea typeface="Yu Gothic UI" panose="020B0500000000000000" pitchFamily="34" charset="-128"/>
              </a:rPr>
              <a:t>リソース要件</a:t>
            </a:r>
            <a:endParaRPr lang="en-US" sz="1400" u="sng">
              <a:solidFill>
                <a:srgbClr val="1A1A1A"/>
              </a:solidFill>
              <a:latin typeface="Yu Gothic UI" panose="020B0500000000000000" pitchFamily="34" charset="-128"/>
              <a:ea typeface="Yu Gothic UI" panose="020B0500000000000000" pitchFamily="34" charset="-128"/>
            </a:endParaRPr>
          </a:p>
          <a:p>
            <a:pPr marL="0" marR="0" lvl="0" indent="0" algn="l" defTabSz="914367" rtl="0" eaLnBrk="1" fontAlgn="auto" latinLnBrk="0" hangingPunct="1">
              <a:lnSpc>
                <a:spcPct val="90000"/>
              </a:lnSpc>
              <a:spcBef>
                <a:spcPts val="0"/>
              </a:spcBef>
              <a:spcAft>
                <a:spcPts val="588"/>
              </a:spcAft>
              <a:buClrTx/>
              <a:buSzTx/>
              <a:buFontTx/>
              <a:buNone/>
              <a:tabLst/>
              <a:defRPr/>
            </a:pPr>
            <a:r>
              <a:rPr kumimoji="0" lang="en-US" sz="1400" u="none" strike="noStrike" kern="120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rPr>
              <a:t>(App</a:t>
            </a:r>
            <a:r>
              <a:rPr lang="en-US" sz="1400">
                <a:solidFill>
                  <a:srgbClr val="1A1A1A"/>
                </a:solidFill>
                <a:latin typeface="Yu Gothic UI" panose="020B0500000000000000" pitchFamily="34" charset="-128"/>
                <a:ea typeface="Yu Gothic UI" panose="020B0500000000000000" pitchFamily="34" charset="-128"/>
              </a:rPr>
              <a:t>: 1 </a:t>
            </a:r>
            <a:r>
              <a:rPr lang="en-US" sz="1400" err="1">
                <a:solidFill>
                  <a:srgbClr val="1A1A1A"/>
                </a:solidFill>
                <a:latin typeface="Yu Gothic UI" panose="020B0500000000000000" pitchFamily="34" charset="-128"/>
                <a:ea typeface="Yu Gothic UI" panose="020B0500000000000000" pitchFamily="34" charset="-128"/>
              </a:rPr>
              <a:t>コア</a:t>
            </a:r>
            <a:r>
              <a:rPr lang="en-US" sz="1400">
                <a:solidFill>
                  <a:srgbClr val="1A1A1A"/>
                </a:solidFill>
                <a:latin typeface="Yu Gothic UI" panose="020B0500000000000000" pitchFamily="34" charset="-128"/>
                <a:ea typeface="Yu Gothic UI" panose="020B0500000000000000" pitchFamily="34" charset="-128"/>
              </a:rPr>
              <a:t>/2GiB </a:t>
            </a:r>
            <a:r>
              <a:rPr lang="en-US" sz="1400" err="1">
                <a:solidFill>
                  <a:srgbClr val="1A1A1A"/>
                </a:solidFill>
                <a:latin typeface="Yu Gothic UI" panose="020B0500000000000000" pitchFamily="34" charset="-128"/>
                <a:ea typeface="Yu Gothic UI" panose="020B0500000000000000" pitchFamily="34" charset="-128"/>
              </a:rPr>
              <a:t>メモリ</a:t>
            </a:r>
            <a:endParaRPr lang="en-US" sz="1400">
              <a:solidFill>
                <a:srgbClr val="1A1A1A"/>
              </a:solidFill>
              <a:latin typeface="Yu Gothic UI" panose="020B0500000000000000" pitchFamily="34" charset="-128"/>
              <a:ea typeface="Yu Gothic UI" panose="020B0500000000000000" pitchFamily="34" charset="-128"/>
            </a:endParaRPr>
          </a:p>
          <a:p>
            <a:pPr marL="0" marR="0" lvl="0" indent="0" algn="l" defTabSz="914367" rtl="0" eaLnBrk="1" fontAlgn="auto" latinLnBrk="0" hangingPunct="1">
              <a:lnSpc>
                <a:spcPct val="90000"/>
              </a:lnSpc>
              <a:spcBef>
                <a:spcPts val="0"/>
              </a:spcBef>
              <a:spcAft>
                <a:spcPts val="588"/>
              </a:spcAft>
              <a:buClrTx/>
              <a:buSzTx/>
              <a:buFontTx/>
              <a:buNone/>
              <a:tabLst/>
              <a:defRPr/>
            </a:pPr>
            <a:r>
              <a:rPr lang="en-US" sz="1400">
                <a:solidFill>
                  <a:srgbClr val="1A1A1A"/>
                </a:solidFill>
                <a:latin typeface="Yu Gothic UI" panose="020B0500000000000000" pitchFamily="34" charset="-128"/>
                <a:ea typeface="Yu Gothic UI" panose="020B0500000000000000" pitchFamily="34" charset="-128"/>
              </a:rPr>
              <a:t>+ OS: 1 </a:t>
            </a:r>
            <a:r>
              <a:rPr lang="en-US" sz="1400" err="1">
                <a:solidFill>
                  <a:srgbClr val="1A1A1A"/>
                </a:solidFill>
                <a:latin typeface="Yu Gothic UI" panose="020B0500000000000000" pitchFamily="34" charset="-128"/>
                <a:ea typeface="Yu Gothic UI" panose="020B0500000000000000" pitchFamily="34" charset="-128"/>
              </a:rPr>
              <a:t>コア</a:t>
            </a:r>
            <a:r>
              <a:rPr lang="en-US" sz="1400">
                <a:solidFill>
                  <a:srgbClr val="1A1A1A"/>
                </a:solidFill>
                <a:latin typeface="Yu Gothic UI" panose="020B0500000000000000" pitchFamily="34" charset="-128"/>
                <a:ea typeface="Yu Gothic UI" panose="020B0500000000000000" pitchFamily="34" charset="-128"/>
              </a:rPr>
              <a:t> / 1GiB </a:t>
            </a:r>
            <a:r>
              <a:rPr lang="en-US" sz="1400" err="1">
                <a:solidFill>
                  <a:srgbClr val="1A1A1A"/>
                </a:solidFill>
                <a:latin typeface="Yu Gothic UI" panose="020B0500000000000000" pitchFamily="34" charset="-128"/>
                <a:ea typeface="Yu Gothic UI" panose="020B0500000000000000" pitchFamily="34" charset="-128"/>
              </a:rPr>
              <a:t>メモリ</a:t>
            </a:r>
            <a:r>
              <a:rPr lang="en-US" sz="1400">
                <a:solidFill>
                  <a:srgbClr val="1A1A1A"/>
                </a:solidFill>
                <a:latin typeface="Yu Gothic UI" panose="020B0500000000000000" pitchFamily="34" charset="-128"/>
                <a:ea typeface="Yu Gothic UI" panose="020B0500000000000000" pitchFamily="34" charset="-128"/>
              </a:rPr>
              <a:t>)</a:t>
            </a:r>
          </a:p>
          <a:p>
            <a:pPr marL="0" marR="0" lvl="0" indent="0" algn="l" defTabSz="914367" rtl="0" eaLnBrk="1" fontAlgn="auto" latinLnBrk="0" hangingPunct="1">
              <a:lnSpc>
                <a:spcPct val="90000"/>
              </a:lnSpc>
              <a:spcBef>
                <a:spcPts val="0"/>
              </a:spcBef>
              <a:spcAft>
                <a:spcPts val="588"/>
              </a:spcAft>
              <a:buClrTx/>
              <a:buSzTx/>
              <a:buFontTx/>
              <a:buNone/>
              <a:tabLst/>
              <a:defRPr/>
            </a:pPr>
            <a:r>
              <a:rPr lang="en-US" sz="1400">
                <a:solidFill>
                  <a:srgbClr val="1A1A1A"/>
                </a:solidFill>
                <a:latin typeface="Yu Gothic UI" panose="020B0500000000000000" pitchFamily="34" charset="-128"/>
                <a:ea typeface="Yu Gothic UI" panose="020B0500000000000000" pitchFamily="34" charset="-128"/>
              </a:rPr>
              <a:t>x </a:t>
            </a:r>
            <a:r>
              <a:rPr kumimoji="0" lang="en-US" sz="1400" u="none" strike="noStrike" kern="120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rPr>
              <a:t>3</a:t>
            </a:r>
          </a:p>
          <a:p>
            <a:pPr marL="0" marR="0" lvl="0" indent="0" algn="l" defTabSz="914367" rtl="0" eaLnBrk="1" fontAlgn="auto" latinLnBrk="0" hangingPunct="1">
              <a:lnSpc>
                <a:spcPct val="90000"/>
              </a:lnSpc>
              <a:spcBef>
                <a:spcPts val="0"/>
              </a:spcBef>
              <a:spcAft>
                <a:spcPts val="588"/>
              </a:spcAft>
              <a:buClrTx/>
              <a:buSzTx/>
              <a:buFontTx/>
              <a:buNone/>
              <a:tabLst/>
              <a:defRPr/>
            </a:pPr>
            <a:r>
              <a:rPr lang="en-US" sz="1400">
                <a:solidFill>
                  <a:srgbClr val="1A1A1A"/>
                </a:solidFill>
                <a:latin typeface="Yu Gothic UI" panose="020B0500000000000000" pitchFamily="34" charset="-128"/>
                <a:ea typeface="Yu Gothic UI" panose="020B0500000000000000" pitchFamily="34" charset="-128"/>
              </a:rPr>
              <a:t>= </a:t>
            </a:r>
            <a:r>
              <a:rPr lang="en-US" sz="1400" b="1">
                <a:solidFill>
                  <a:srgbClr val="1A1A1A"/>
                </a:solidFill>
                <a:latin typeface="Yu Gothic UI" panose="020B0500000000000000" pitchFamily="34" charset="-128"/>
                <a:ea typeface="Yu Gothic UI" panose="020B0500000000000000" pitchFamily="34" charset="-128"/>
              </a:rPr>
              <a:t>6 </a:t>
            </a:r>
            <a:r>
              <a:rPr lang="en-US" sz="1400" b="1" err="1">
                <a:solidFill>
                  <a:srgbClr val="1A1A1A"/>
                </a:solidFill>
                <a:latin typeface="Yu Gothic UI" panose="020B0500000000000000" pitchFamily="34" charset="-128"/>
                <a:ea typeface="Yu Gothic UI" panose="020B0500000000000000" pitchFamily="34" charset="-128"/>
              </a:rPr>
              <a:t>コア</a:t>
            </a:r>
            <a:r>
              <a:rPr lang="en-US" sz="1400" b="1">
                <a:solidFill>
                  <a:srgbClr val="1A1A1A"/>
                </a:solidFill>
                <a:latin typeface="Yu Gothic UI" panose="020B0500000000000000" pitchFamily="34" charset="-128"/>
                <a:ea typeface="Yu Gothic UI" panose="020B0500000000000000" pitchFamily="34" charset="-128"/>
              </a:rPr>
              <a:t> / 9 GiB </a:t>
            </a:r>
            <a:r>
              <a:rPr lang="en-US" sz="1400" b="1" err="1">
                <a:solidFill>
                  <a:srgbClr val="1A1A1A"/>
                </a:solidFill>
                <a:latin typeface="Yu Gothic UI" panose="020B0500000000000000" pitchFamily="34" charset="-128"/>
                <a:ea typeface="Yu Gothic UI" panose="020B0500000000000000" pitchFamily="34" charset="-128"/>
              </a:rPr>
              <a:t>メモリ</a:t>
            </a:r>
            <a:endParaRPr kumimoji="0" lang="en-US" sz="1600" b="1" u="none" strike="noStrike" kern="120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endParaRPr>
          </a:p>
        </p:txBody>
      </p:sp>
      <p:sp>
        <p:nvSpPr>
          <p:cNvPr id="72" name="TextBox 14">
            <a:extLst>
              <a:ext uri="{FF2B5EF4-FFF2-40B4-BE49-F238E27FC236}">
                <a16:creationId xmlns:a16="http://schemas.microsoft.com/office/drawing/2014/main" id="{CABFF897-B7AC-7B51-805B-07E3133E5734}"/>
              </a:ext>
            </a:extLst>
          </p:cNvPr>
          <p:cNvSpPr txBox="1"/>
          <p:nvPr/>
        </p:nvSpPr>
        <p:spPr>
          <a:xfrm>
            <a:off x="4551206" y="4824493"/>
            <a:ext cx="2255022" cy="957185"/>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588"/>
              </a:spcAft>
              <a:buClrTx/>
              <a:buSzTx/>
              <a:buFontTx/>
              <a:buNone/>
              <a:tabLst/>
              <a:defRPr/>
            </a:pPr>
            <a:r>
              <a:rPr lang="en-US" sz="1400" u="sng" dirty="0" err="1">
                <a:latin typeface="Yu Gothic UI" panose="020B0500000000000000" pitchFamily="34" charset="-128"/>
                <a:ea typeface="Yu Gothic UI" panose="020B0500000000000000" pitchFamily="34" charset="-128"/>
              </a:rPr>
              <a:t>リソース要件</a:t>
            </a:r>
            <a:endParaRPr lang="en-US" sz="1400" u="sng" dirty="0">
              <a:latin typeface="Yu Gothic UI" panose="020B0500000000000000" pitchFamily="34" charset="-128"/>
              <a:ea typeface="Yu Gothic UI" panose="020B0500000000000000" pitchFamily="34" charset="-128"/>
            </a:endParaRPr>
          </a:p>
          <a:p>
            <a:pPr marL="0" marR="0" lvl="0" indent="0" algn="l" defTabSz="914367" rtl="0" eaLnBrk="1" fontAlgn="auto" latinLnBrk="0" hangingPunct="1">
              <a:lnSpc>
                <a:spcPct val="90000"/>
              </a:lnSpc>
              <a:spcBef>
                <a:spcPts val="0"/>
              </a:spcBef>
              <a:spcAft>
                <a:spcPts val="588"/>
              </a:spcAft>
              <a:buClrTx/>
              <a:buSzTx/>
              <a:buFontTx/>
              <a:buNone/>
              <a:tabLst/>
              <a:defRPr/>
            </a:pPr>
            <a:r>
              <a:rPr kumimoji="0" lang="en-US" sz="1400" u="none" strike="noStrike" kern="1200" cap="none" spc="0" normalizeH="0" baseline="0" noProof="0" dirty="0">
                <a:ln>
                  <a:noFill/>
                </a:ln>
                <a:effectLst/>
                <a:uLnTx/>
                <a:uFillTx/>
                <a:latin typeface="Yu Gothic UI" panose="020B0500000000000000" pitchFamily="34" charset="-128"/>
                <a:ea typeface="Yu Gothic UI" panose="020B0500000000000000" pitchFamily="34" charset="-128"/>
              </a:rPr>
              <a:t>App</a:t>
            </a:r>
            <a:r>
              <a:rPr lang="en-US" sz="1400" dirty="0">
                <a:latin typeface="Yu Gothic UI" panose="020B0500000000000000" pitchFamily="34" charset="-128"/>
                <a:ea typeface="Yu Gothic UI" panose="020B0500000000000000" pitchFamily="34" charset="-128"/>
              </a:rPr>
              <a:t>: 1 </a:t>
            </a:r>
            <a:r>
              <a:rPr lang="en-US" sz="1400" dirty="0" err="1">
                <a:latin typeface="Yu Gothic UI" panose="020B0500000000000000" pitchFamily="34" charset="-128"/>
                <a:ea typeface="Yu Gothic UI" panose="020B0500000000000000" pitchFamily="34" charset="-128"/>
              </a:rPr>
              <a:t>コア</a:t>
            </a:r>
            <a:r>
              <a:rPr lang="en-US" sz="1400" dirty="0">
                <a:latin typeface="Yu Gothic UI" panose="020B0500000000000000" pitchFamily="34" charset="-128"/>
                <a:ea typeface="Yu Gothic UI" panose="020B0500000000000000" pitchFamily="34" charset="-128"/>
              </a:rPr>
              <a:t>/2GiB </a:t>
            </a:r>
            <a:r>
              <a:rPr lang="en-US" sz="1400" dirty="0" err="1">
                <a:latin typeface="Yu Gothic UI" panose="020B0500000000000000" pitchFamily="34" charset="-128"/>
                <a:ea typeface="Yu Gothic UI" panose="020B0500000000000000" pitchFamily="34" charset="-128"/>
              </a:rPr>
              <a:t>メモリ</a:t>
            </a:r>
            <a:r>
              <a:rPr lang="en-US" sz="1400" dirty="0">
                <a:latin typeface="Yu Gothic UI" panose="020B0500000000000000" pitchFamily="34" charset="-128"/>
                <a:ea typeface="Yu Gothic UI" panose="020B0500000000000000" pitchFamily="34" charset="-128"/>
              </a:rPr>
              <a:t> x 3</a:t>
            </a:r>
            <a:br>
              <a:rPr lang="en-US" sz="1400" dirty="0">
                <a:latin typeface="Yu Gothic UI" panose="020B0500000000000000" pitchFamily="34" charset="-128"/>
                <a:ea typeface="Yu Gothic UI" panose="020B0500000000000000" pitchFamily="34" charset="-128"/>
              </a:rPr>
            </a:br>
            <a:r>
              <a:rPr lang="en-US" sz="1400" dirty="0">
                <a:latin typeface="Yu Gothic UI" panose="020B0500000000000000" pitchFamily="34" charset="-128"/>
                <a:ea typeface="Yu Gothic UI" panose="020B0500000000000000" pitchFamily="34" charset="-128"/>
              </a:rPr>
              <a:t>+ </a:t>
            </a:r>
            <a:r>
              <a:rPr kumimoji="0" lang="en-US" altLang="ja-JP" sz="1400" u="none" strike="noStrike" kern="1200" cap="none" spc="0" normalizeH="0" baseline="0" noProof="0" dirty="0">
                <a:ln>
                  <a:noFill/>
                </a:ln>
                <a:effectLst/>
                <a:uLnTx/>
                <a:uFillTx/>
                <a:latin typeface="Yu Gothic UI" panose="020B0500000000000000" pitchFamily="34" charset="-128"/>
                <a:ea typeface="Yu Gothic UI" panose="020B0500000000000000" pitchFamily="34" charset="-128"/>
              </a:rPr>
              <a:t>OS: 1 </a:t>
            </a:r>
            <a:r>
              <a:rPr kumimoji="0" lang="en-US" altLang="ja-JP" sz="1400" u="none" strike="noStrike" kern="1200" cap="none" spc="0" normalizeH="0" baseline="0" noProof="0" dirty="0" err="1">
                <a:ln>
                  <a:noFill/>
                </a:ln>
                <a:effectLst/>
                <a:uLnTx/>
                <a:uFillTx/>
                <a:latin typeface="Yu Gothic UI" panose="020B0500000000000000" pitchFamily="34" charset="-128"/>
                <a:ea typeface="Yu Gothic UI" panose="020B0500000000000000" pitchFamily="34" charset="-128"/>
              </a:rPr>
              <a:t>コア</a:t>
            </a:r>
            <a:r>
              <a:rPr kumimoji="0" lang="en-US" altLang="ja-JP" sz="1400" u="none" strike="noStrike" kern="1200" cap="none" spc="0" normalizeH="0" baseline="0" noProof="0" dirty="0">
                <a:ln>
                  <a:noFill/>
                </a:ln>
                <a:effectLst/>
                <a:uLnTx/>
                <a:uFillTx/>
                <a:latin typeface="Yu Gothic UI" panose="020B0500000000000000" pitchFamily="34" charset="-128"/>
                <a:ea typeface="Yu Gothic UI" panose="020B0500000000000000" pitchFamily="34" charset="-128"/>
              </a:rPr>
              <a:t> / 1GiB </a:t>
            </a:r>
            <a:r>
              <a:rPr kumimoji="0" lang="en-US" altLang="ja-JP" sz="1400" u="none" strike="noStrike" kern="1200" cap="none" spc="0" normalizeH="0" baseline="0" noProof="0" dirty="0" err="1">
                <a:ln>
                  <a:noFill/>
                </a:ln>
                <a:effectLst/>
                <a:uLnTx/>
                <a:uFillTx/>
                <a:latin typeface="Yu Gothic UI" panose="020B0500000000000000" pitchFamily="34" charset="-128"/>
                <a:ea typeface="Yu Gothic UI" panose="020B0500000000000000" pitchFamily="34" charset="-128"/>
              </a:rPr>
              <a:t>メモリ</a:t>
            </a:r>
            <a:endParaRPr kumimoji="0" lang="en-US" altLang="ja-JP" sz="1400" u="none" strike="noStrike" kern="1200" cap="none" spc="0" normalizeH="0" baseline="0" noProof="0" dirty="0">
              <a:ln>
                <a:noFill/>
              </a:ln>
              <a:effectLst/>
              <a:uLnTx/>
              <a:uFillTx/>
              <a:latin typeface="Yu Gothic UI" panose="020B0500000000000000" pitchFamily="34" charset="-128"/>
              <a:ea typeface="Yu Gothic UI" panose="020B0500000000000000" pitchFamily="34" charset="-128"/>
            </a:endParaRPr>
          </a:p>
          <a:p>
            <a:pPr marL="0" marR="0" lvl="0" indent="0" algn="l" defTabSz="914367" rtl="0" eaLnBrk="1" fontAlgn="auto" latinLnBrk="0" hangingPunct="1">
              <a:lnSpc>
                <a:spcPct val="90000"/>
              </a:lnSpc>
              <a:spcBef>
                <a:spcPts val="0"/>
              </a:spcBef>
              <a:spcAft>
                <a:spcPts val="588"/>
              </a:spcAft>
              <a:buClrTx/>
              <a:buSzTx/>
              <a:buFontTx/>
              <a:buNone/>
              <a:tabLst/>
              <a:defRPr/>
            </a:pPr>
            <a:r>
              <a:rPr lang="en-US" altLang="ja-JP" sz="1400" dirty="0">
                <a:latin typeface="Yu Gothic UI" panose="020B0500000000000000" pitchFamily="34" charset="-128"/>
                <a:ea typeface="Yu Gothic UI" panose="020B0500000000000000" pitchFamily="34" charset="-128"/>
              </a:rPr>
              <a:t>= </a:t>
            </a:r>
            <a:r>
              <a:rPr lang="en-US" altLang="ja-JP" sz="1400" b="1" dirty="0">
                <a:latin typeface="Yu Gothic UI" panose="020B0500000000000000" pitchFamily="34" charset="-128"/>
                <a:ea typeface="Yu Gothic UI" panose="020B0500000000000000" pitchFamily="34" charset="-128"/>
              </a:rPr>
              <a:t>4</a:t>
            </a:r>
            <a:r>
              <a:rPr lang="en-US" altLang="ja-JP" sz="1600" b="1" dirty="0">
                <a:latin typeface="Yu Gothic UI" panose="020B0500000000000000" pitchFamily="34" charset="-128"/>
                <a:ea typeface="Yu Gothic UI" panose="020B0500000000000000" pitchFamily="34" charset="-128"/>
              </a:rPr>
              <a:t> </a:t>
            </a:r>
            <a:r>
              <a:rPr lang="ja-JP" altLang="en-US" sz="1600" b="1">
                <a:latin typeface="Yu Gothic UI" panose="020B0500000000000000" pitchFamily="34" charset="-128"/>
                <a:ea typeface="Yu Gothic UI" panose="020B0500000000000000" pitchFamily="34" charset="-128"/>
              </a:rPr>
              <a:t>コア</a:t>
            </a:r>
            <a:r>
              <a:rPr lang="en-US" altLang="ja-JP" sz="1600" b="1" dirty="0">
                <a:latin typeface="Yu Gothic UI" panose="020B0500000000000000" pitchFamily="34" charset="-128"/>
                <a:ea typeface="Yu Gothic UI" panose="020B0500000000000000" pitchFamily="34" charset="-128"/>
              </a:rPr>
              <a:t>/ 7 GiB </a:t>
            </a:r>
            <a:r>
              <a:rPr lang="ja-JP" altLang="en-US" sz="1600" b="1">
                <a:latin typeface="Yu Gothic UI" panose="020B0500000000000000" pitchFamily="34" charset="-128"/>
                <a:ea typeface="Yu Gothic UI" panose="020B0500000000000000" pitchFamily="34" charset="-128"/>
              </a:rPr>
              <a:t>メモリ</a:t>
            </a:r>
            <a:r>
              <a:rPr lang="en-US" altLang="ja-JP" sz="1600" b="1" dirty="0">
                <a:latin typeface="Yu Gothic UI" panose="020B0500000000000000" pitchFamily="34" charset="-128"/>
                <a:ea typeface="Yu Gothic UI" panose="020B0500000000000000" pitchFamily="34" charset="-128"/>
              </a:rPr>
              <a:t> </a:t>
            </a:r>
            <a:endParaRPr kumimoji="0" lang="en-US" altLang="ja-JP" sz="1400" b="1" u="none" strike="noStrike" kern="1200" cap="none" spc="0" normalizeH="0" baseline="0" noProof="0" dirty="0">
              <a:ln>
                <a:noFill/>
              </a:ln>
              <a:effectLst/>
              <a:uLnTx/>
              <a:uFillTx/>
              <a:latin typeface="Yu Gothic UI" panose="020B0500000000000000" pitchFamily="34" charset="-128"/>
              <a:ea typeface="Yu Gothic UI" panose="020B0500000000000000" pitchFamily="34" charset="-128"/>
            </a:endParaRPr>
          </a:p>
        </p:txBody>
      </p:sp>
      <p:sp>
        <p:nvSpPr>
          <p:cNvPr id="73" name="下矢印 72">
            <a:extLst>
              <a:ext uri="{FF2B5EF4-FFF2-40B4-BE49-F238E27FC236}">
                <a16:creationId xmlns:a16="http://schemas.microsoft.com/office/drawing/2014/main" id="{9E7653C8-1E16-FF9E-C91E-2666E407F22F}"/>
              </a:ext>
            </a:extLst>
          </p:cNvPr>
          <p:cNvSpPr/>
          <p:nvPr/>
        </p:nvSpPr>
        <p:spPr bwMode="auto">
          <a:xfrm>
            <a:off x="1629421" y="3941085"/>
            <a:ext cx="1333205" cy="505768"/>
          </a:xfrm>
          <a:prstGeom prst="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74" name="Rectangle 48">
            <a:extLst>
              <a:ext uri="{FF2B5EF4-FFF2-40B4-BE49-F238E27FC236}">
                <a16:creationId xmlns:a16="http://schemas.microsoft.com/office/drawing/2014/main" id="{5678D64F-FEFB-DD5F-3E6A-C5B846BFD964}"/>
              </a:ext>
            </a:extLst>
          </p:cNvPr>
          <p:cNvSpPr/>
          <p:nvPr/>
        </p:nvSpPr>
        <p:spPr>
          <a:xfrm>
            <a:off x="2985151" y="4011660"/>
            <a:ext cx="701606" cy="369332"/>
          </a:xfrm>
          <a:prstGeom prst="rect">
            <a:avLst/>
          </a:prstGeom>
          <a:noFill/>
        </p:spPr>
        <p:txBody>
          <a:bodyPr wrap="square">
            <a:sp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2000" b="1"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集約</a:t>
            </a:r>
            <a:endParaRPr kumimoji="0" lang="en-US" altLang="ja-JP" sz="2000" b="1"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75" name="Rectangle 48">
            <a:extLst>
              <a:ext uri="{FF2B5EF4-FFF2-40B4-BE49-F238E27FC236}">
                <a16:creationId xmlns:a16="http://schemas.microsoft.com/office/drawing/2014/main" id="{B0F30D6A-5B53-DE52-6E6B-C6947A5FDC43}"/>
              </a:ext>
            </a:extLst>
          </p:cNvPr>
          <p:cNvSpPr/>
          <p:nvPr/>
        </p:nvSpPr>
        <p:spPr>
          <a:xfrm>
            <a:off x="4095022" y="5838105"/>
            <a:ext cx="2586749" cy="646331"/>
          </a:xfrm>
          <a:prstGeom prst="rect">
            <a:avLst/>
          </a:prstGeom>
          <a:noFill/>
        </p:spPr>
        <p:txBody>
          <a:bodyPr wrap="square">
            <a:sp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2000" b="1"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フットプリントを削減し</a:t>
            </a:r>
            <a:endParaRPr kumimoji="0" lang="en-US" altLang="ja-JP" sz="2000" b="1"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endParaRPr>
          </a:p>
          <a:p>
            <a:pPr marL="0" marR="0" lvl="0" indent="0" algn="ctr" defTabSz="914102" rtl="0" eaLnBrk="1" fontAlgn="base" latinLnBrk="0" hangingPunct="1">
              <a:lnSpc>
                <a:spcPct val="90000"/>
              </a:lnSpc>
              <a:spcBef>
                <a:spcPct val="0"/>
              </a:spcBef>
              <a:spcAft>
                <a:spcPct val="0"/>
              </a:spcAft>
              <a:buClrTx/>
              <a:buSzTx/>
              <a:buFontTx/>
              <a:buNone/>
              <a:tabLst/>
              <a:defRPr/>
            </a:pPr>
            <a:r>
              <a:rPr kumimoji="0" lang="ja-JP" altLang="en-US" sz="2000" b="1"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rPr>
              <a:t>集約による効率化</a:t>
            </a:r>
            <a:endParaRPr kumimoji="0" lang="en-US" altLang="ja-JP" sz="2000" b="1" i="0" u="none" strike="noStrike" kern="1200" cap="none" spc="0" normalizeH="0" baseline="0" noProof="0">
              <a:ln>
                <a:noFill/>
              </a:ln>
              <a:solidFill>
                <a:srgbClr val="4472C4"/>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76" name="コンテンツ プレースホルダー 2">
            <a:extLst>
              <a:ext uri="{FF2B5EF4-FFF2-40B4-BE49-F238E27FC236}">
                <a16:creationId xmlns:a16="http://schemas.microsoft.com/office/drawing/2014/main" id="{64CECCCF-8534-1DD0-474D-9867460FACFD}"/>
              </a:ext>
            </a:extLst>
          </p:cNvPr>
          <p:cNvSpPr txBox="1">
            <a:spLocks/>
          </p:cNvSpPr>
          <p:nvPr/>
        </p:nvSpPr>
        <p:spPr>
          <a:xfrm>
            <a:off x="6402187" y="1396294"/>
            <a:ext cx="5258235"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kumimoji="1" lang="ja-JP" altLang="en-US" sz="2000">
                <a:latin typeface="Yu Gothic UI" panose="020B0500000000000000" pitchFamily="34" charset="-128"/>
                <a:ea typeface="Yu Gothic UI" panose="020B0500000000000000" pitchFamily="34" charset="-128"/>
              </a:rPr>
              <a:t>コンテナーで柔軟な</a:t>
            </a:r>
            <a:r>
              <a:rPr kumimoji="1" lang="en-US" altLang="ja-JP" sz="2000" dirty="0">
                <a:latin typeface="Yu Gothic UI" panose="020B0500000000000000" pitchFamily="34" charset="-128"/>
                <a:ea typeface="Yu Gothic UI" panose="020B0500000000000000" pitchFamily="34" charset="-128"/>
              </a:rPr>
              <a:t> (</a:t>
            </a:r>
            <a:r>
              <a:rPr kumimoji="1" lang="ja-JP" altLang="en-US" sz="2000">
                <a:latin typeface="Yu Gothic UI" panose="020B0500000000000000" pitchFamily="34" charset="-128"/>
                <a:ea typeface="Yu Gothic UI" panose="020B0500000000000000" pitchFamily="34" charset="-128"/>
              </a:rPr>
              <a:t>ゼロ</a:t>
            </a:r>
            <a:r>
              <a:rPr kumimoji="1" lang="en-US" altLang="ja-JP" sz="2000" dirty="0">
                <a:latin typeface="Yu Gothic UI" panose="020B0500000000000000" pitchFamily="34" charset="-128"/>
                <a:ea typeface="Yu Gothic UI" panose="020B0500000000000000" pitchFamily="34" charset="-128"/>
              </a:rPr>
              <a:t>) </a:t>
            </a:r>
            <a:r>
              <a:rPr kumimoji="1" lang="ja-JP" altLang="en-US" sz="2000">
                <a:latin typeface="Yu Gothic UI" panose="020B0500000000000000" pitchFamily="34" charset="-128"/>
                <a:ea typeface="Yu Gothic UI" panose="020B0500000000000000" pitchFamily="34" charset="-128"/>
              </a:rPr>
              <a:t>スケーリング</a:t>
            </a:r>
            <a:endParaRPr kumimoji="1" lang="en-US" altLang="ja-JP" sz="2000" dirty="0">
              <a:latin typeface="Yu Gothic UI" panose="020B0500000000000000" pitchFamily="34" charset="-128"/>
              <a:ea typeface="Yu Gothic UI" panose="020B0500000000000000" pitchFamily="34" charset="-128"/>
            </a:endParaRPr>
          </a:p>
        </p:txBody>
      </p:sp>
      <p:sp>
        <p:nvSpPr>
          <p:cNvPr id="77" name="Rectangle: Rounded Corners 73">
            <a:extLst>
              <a:ext uri="{FF2B5EF4-FFF2-40B4-BE49-F238E27FC236}">
                <a16:creationId xmlns:a16="http://schemas.microsoft.com/office/drawing/2014/main" id="{561098B1-F1EE-71F4-07B1-85C4C60A1AA4}"/>
              </a:ext>
            </a:extLst>
          </p:cNvPr>
          <p:cNvSpPr/>
          <p:nvPr/>
        </p:nvSpPr>
        <p:spPr bwMode="auto">
          <a:xfrm>
            <a:off x="7220358" y="1900751"/>
            <a:ext cx="1053681" cy="1356530"/>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VM</a:t>
            </a:r>
          </a:p>
        </p:txBody>
      </p:sp>
      <p:sp>
        <p:nvSpPr>
          <p:cNvPr id="78" name="TextBox 7">
            <a:extLst>
              <a:ext uri="{FF2B5EF4-FFF2-40B4-BE49-F238E27FC236}">
                <a16:creationId xmlns:a16="http://schemas.microsoft.com/office/drawing/2014/main" id="{91F99B19-97E9-F7C8-C9E2-9D4FDD17B698}"/>
              </a:ext>
            </a:extLst>
          </p:cNvPr>
          <p:cNvSpPr txBox="1"/>
          <p:nvPr/>
        </p:nvSpPr>
        <p:spPr>
          <a:xfrm>
            <a:off x="7289077" y="2332491"/>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79" name="TextBox 7">
            <a:extLst>
              <a:ext uri="{FF2B5EF4-FFF2-40B4-BE49-F238E27FC236}">
                <a16:creationId xmlns:a16="http://schemas.microsoft.com/office/drawing/2014/main" id="{1C4B3242-FDE9-8A96-2C0B-350BF2BD44BB}"/>
              </a:ext>
            </a:extLst>
          </p:cNvPr>
          <p:cNvSpPr txBox="1"/>
          <p:nvPr/>
        </p:nvSpPr>
        <p:spPr>
          <a:xfrm>
            <a:off x="7289077" y="2743604"/>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80" name="Freeform: Shape 108">
            <a:extLst>
              <a:ext uri="{FF2B5EF4-FFF2-40B4-BE49-F238E27FC236}">
                <a16:creationId xmlns:a16="http://schemas.microsoft.com/office/drawing/2014/main" id="{518AD040-A1CA-A2A6-FD1F-A2524F846C2B}"/>
              </a:ext>
            </a:extLst>
          </p:cNvPr>
          <p:cNvSpPr/>
          <p:nvPr/>
        </p:nvSpPr>
        <p:spPr>
          <a:xfrm>
            <a:off x="7307907" y="3332089"/>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81" name="Freeform: Shape 111">
            <a:extLst>
              <a:ext uri="{FF2B5EF4-FFF2-40B4-BE49-F238E27FC236}">
                <a16:creationId xmlns:a16="http://schemas.microsoft.com/office/drawing/2014/main" id="{2CC9A31B-E42E-DE72-E634-7F26B2D73BB4}"/>
              </a:ext>
            </a:extLst>
          </p:cNvPr>
          <p:cNvSpPr/>
          <p:nvPr/>
        </p:nvSpPr>
        <p:spPr>
          <a:xfrm>
            <a:off x="7386623" y="3420017"/>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82" name="Freeform: Shape 112">
            <a:extLst>
              <a:ext uri="{FF2B5EF4-FFF2-40B4-BE49-F238E27FC236}">
                <a16:creationId xmlns:a16="http://schemas.microsoft.com/office/drawing/2014/main" id="{300E4831-50E0-D32F-1C59-7E62466E18A4}"/>
              </a:ext>
            </a:extLst>
          </p:cNvPr>
          <p:cNvSpPr/>
          <p:nvPr/>
        </p:nvSpPr>
        <p:spPr>
          <a:xfrm>
            <a:off x="7518427" y="3420017"/>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83" name="Freeform: Shape 117">
            <a:extLst>
              <a:ext uri="{FF2B5EF4-FFF2-40B4-BE49-F238E27FC236}">
                <a16:creationId xmlns:a16="http://schemas.microsoft.com/office/drawing/2014/main" id="{0AE164FD-FEF9-DDB1-3FC5-1879B93F5B43}"/>
              </a:ext>
            </a:extLst>
          </p:cNvPr>
          <p:cNvSpPr/>
          <p:nvPr/>
        </p:nvSpPr>
        <p:spPr>
          <a:xfrm>
            <a:off x="7879057" y="3420017"/>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84" name="Freeform: Shape 118">
            <a:extLst>
              <a:ext uri="{FF2B5EF4-FFF2-40B4-BE49-F238E27FC236}">
                <a16:creationId xmlns:a16="http://schemas.microsoft.com/office/drawing/2014/main" id="{42190CCB-DEE5-D699-052D-C4624191ED39}"/>
              </a:ext>
            </a:extLst>
          </p:cNvPr>
          <p:cNvSpPr/>
          <p:nvPr/>
        </p:nvSpPr>
        <p:spPr>
          <a:xfrm>
            <a:off x="7879057" y="3488206"/>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85" name="Rectangle: Rounded Corners 73">
            <a:extLst>
              <a:ext uri="{FF2B5EF4-FFF2-40B4-BE49-F238E27FC236}">
                <a16:creationId xmlns:a16="http://schemas.microsoft.com/office/drawing/2014/main" id="{F3A69336-5569-4ED3-53CF-32BF75D120E0}"/>
              </a:ext>
            </a:extLst>
          </p:cNvPr>
          <p:cNvSpPr/>
          <p:nvPr/>
        </p:nvSpPr>
        <p:spPr bwMode="auto">
          <a:xfrm>
            <a:off x="8773333" y="1900751"/>
            <a:ext cx="1053681" cy="1356530"/>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VM</a:t>
            </a:r>
          </a:p>
        </p:txBody>
      </p:sp>
      <p:sp>
        <p:nvSpPr>
          <p:cNvPr id="86" name="TextBox 7">
            <a:extLst>
              <a:ext uri="{FF2B5EF4-FFF2-40B4-BE49-F238E27FC236}">
                <a16:creationId xmlns:a16="http://schemas.microsoft.com/office/drawing/2014/main" id="{75053858-1147-12B8-8D4F-D0E4E7EDC02A}"/>
              </a:ext>
            </a:extLst>
          </p:cNvPr>
          <p:cNvSpPr txBox="1"/>
          <p:nvPr/>
        </p:nvSpPr>
        <p:spPr>
          <a:xfrm>
            <a:off x="8842052" y="2332491"/>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87" name="TextBox 7">
            <a:extLst>
              <a:ext uri="{FF2B5EF4-FFF2-40B4-BE49-F238E27FC236}">
                <a16:creationId xmlns:a16="http://schemas.microsoft.com/office/drawing/2014/main" id="{3FEA9A66-0700-EBC2-53FF-79290F34BE2F}"/>
              </a:ext>
            </a:extLst>
          </p:cNvPr>
          <p:cNvSpPr txBox="1"/>
          <p:nvPr/>
        </p:nvSpPr>
        <p:spPr>
          <a:xfrm>
            <a:off x="8842052" y="2743604"/>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88" name="Freeform: Shape 108">
            <a:extLst>
              <a:ext uri="{FF2B5EF4-FFF2-40B4-BE49-F238E27FC236}">
                <a16:creationId xmlns:a16="http://schemas.microsoft.com/office/drawing/2014/main" id="{72D4D7EF-B40A-F715-FC92-F9FB4877B118}"/>
              </a:ext>
            </a:extLst>
          </p:cNvPr>
          <p:cNvSpPr/>
          <p:nvPr/>
        </p:nvSpPr>
        <p:spPr>
          <a:xfrm>
            <a:off x="8860882" y="3332089"/>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89" name="Freeform: Shape 111">
            <a:extLst>
              <a:ext uri="{FF2B5EF4-FFF2-40B4-BE49-F238E27FC236}">
                <a16:creationId xmlns:a16="http://schemas.microsoft.com/office/drawing/2014/main" id="{88D0C871-16FE-D8D9-ECA9-9C0317714A21}"/>
              </a:ext>
            </a:extLst>
          </p:cNvPr>
          <p:cNvSpPr/>
          <p:nvPr/>
        </p:nvSpPr>
        <p:spPr>
          <a:xfrm>
            <a:off x="8959366" y="3420017"/>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90" name="Freeform: Shape 112">
            <a:extLst>
              <a:ext uri="{FF2B5EF4-FFF2-40B4-BE49-F238E27FC236}">
                <a16:creationId xmlns:a16="http://schemas.microsoft.com/office/drawing/2014/main" id="{08E27C1E-137B-16F4-5ECB-65D25768E456}"/>
              </a:ext>
            </a:extLst>
          </p:cNvPr>
          <p:cNvSpPr/>
          <p:nvPr/>
        </p:nvSpPr>
        <p:spPr>
          <a:xfrm>
            <a:off x="9071402" y="3420017"/>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91" name="Freeform: Shape 117">
            <a:extLst>
              <a:ext uri="{FF2B5EF4-FFF2-40B4-BE49-F238E27FC236}">
                <a16:creationId xmlns:a16="http://schemas.microsoft.com/office/drawing/2014/main" id="{713C25A1-0ACA-F6BE-94CD-0BF877C31476}"/>
              </a:ext>
            </a:extLst>
          </p:cNvPr>
          <p:cNvSpPr/>
          <p:nvPr/>
        </p:nvSpPr>
        <p:spPr>
          <a:xfrm>
            <a:off x="9432032" y="3420017"/>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92" name="Freeform: Shape 118">
            <a:extLst>
              <a:ext uri="{FF2B5EF4-FFF2-40B4-BE49-F238E27FC236}">
                <a16:creationId xmlns:a16="http://schemas.microsoft.com/office/drawing/2014/main" id="{6E9CB4DF-55F4-50DD-7148-05F990C405EF}"/>
              </a:ext>
            </a:extLst>
          </p:cNvPr>
          <p:cNvSpPr/>
          <p:nvPr/>
        </p:nvSpPr>
        <p:spPr>
          <a:xfrm>
            <a:off x="9432032" y="3488206"/>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93" name="Rectangle: Rounded Corners 73">
            <a:extLst>
              <a:ext uri="{FF2B5EF4-FFF2-40B4-BE49-F238E27FC236}">
                <a16:creationId xmlns:a16="http://schemas.microsoft.com/office/drawing/2014/main" id="{FC1B434C-B385-9F79-7674-F0D17FD3FA1D}"/>
              </a:ext>
            </a:extLst>
          </p:cNvPr>
          <p:cNvSpPr/>
          <p:nvPr/>
        </p:nvSpPr>
        <p:spPr bwMode="auto">
          <a:xfrm>
            <a:off x="10296119" y="1900751"/>
            <a:ext cx="1053681" cy="1356530"/>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VM</a:t>
            </a:r>
          </a:p>
        </p:txBody>
      </p:sp>
      <p:sp>
        <p:nvSpPr>
          <p:cNvPr id="94" name="TextBox 7">
            <a:extLst>
              <a:ext uri="{FF2B5EF4-FFF2-40B4-BE49-F238E27FC236}">
                <a16:creationId xmlns:a16="http://schemas.microsoft.com/office/drawing/2014/main" id="{8E00E16F-AC6E-4ECD-69B0-9BAF8F8BA8D5}"/>
              </a:ext>
            </a:extLst>
          </p:cNvPr>
          <p:cNvSpPr txBox="1"/>
          <p:nvPr/>
        </p:nvSpPr>
        <p:spPr>
          <a:xfrm>
            <a:off x="10364838" y="2332491"/>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95" name="TextBox 7">
            <a:extLst>
              <a:ext uri="{FF2B5EF4-FFF2-40B4-BE49-F238E27FC236}">
                <a16:creationId xmlns:a16="http://schemas.microsoft.com/office/drawing/2014/main" id="{84474A9C-3A85-B4BE-20FD-DF59444F6C68}"/>
              </a:ext>
            </a:extLst>
          </p:cNvPr>
          <p:cNvSpPr txBox="1"/>
          <p:nvPr/>
        </p:nvSpPr>
        <p:spPr>
          <a:xfrm>
            <a:off x="10364838" y="2743604"/>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96" name="Freeform: Shape 108">
            <a:extLst>
              <a:ext uri="{FF2B5EF4-FFF2-40B4-BE49-F238E27FC236}">
                <a16:creationId xmlns:a16="http://schemas.microsoft.com/office/drawing/2014/main" id="{17B50D99-2A5F-996A-42F3-21D3497CAB66}"/>
              </a:ext>
            </a:extLst>
          </p:cNvPr>
          <p:cNvSpPr/>
          <p:nvPr/>
        </p:nvSpPr>
        <p:spPr>
          <a:xfrm>
            <a:off x="10383668" y="3332089"/>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97" name="Freeform: Shape 111">
            <a:extLst>
              <a:ext uri="{FF2B5EF4-FFF2-40B4-BE49-F238E27FC236}">
                <a16:creationId xmlns:a16="http://schemas.microsoft.com/office/drawing/2014/main" id="{FCA82883-4698-9BC3-3301-3581C56D6D53}"/>
              </a:ext>
            </a:extLst>
          </p:cNvPr>
          <p:cNvSpPr/>
          <p:nvPr/>
        </p:nvSpPr>
        <p:spPr>
          <a:xfrm>
            <a:off x="10462384" y="3420017"/>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98" name="Freeform: Shape 112">
            <a:extLst>
              <a:ext uri="{FF2B5EF4-FFF2-40B4-BE49-F238E27FC236}">
                <a16:creationId xmlns:a16="http://schemas.microsoft.com/office/drawing/2014/main" id="{3F4D188E-DB72-F2B3-7991-99A82790F650}"/>
              </a:ext>
            </a:extLst>
          </p:cNvPr>
          <p:cNvSpPr/>
          <p:nvPr/>
        </p:nvSpPr>
        <p:spPr>
          <a:xfrm>
            <a:off x="10594188" y="3420017"/>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99" name="Freeform: Shape 117">
            <a:extLst>
              <a:ext uri="{FF2B5EF4-FFF2-40B4-BE49-F238E27FC236}">
                <a16:creationId xmlns:a16="http://schemas.microsoft.com/office/drawing/2014/main" id="{FCD2F1CB-0A26-7EB8-FE61-E8A28AC2102C}"/>
              </a:ext>
            </a:extLst>
          </p:cNvPr>
          <p:cNvSpPr/>
          <p:nvPr/>
        </p:nvSpPr>
        <p:spPr>
          <a:xfrm>
            <a:off x="10954818" y="3420017"/>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00" name="Freeform: Shape 118">
            <a:extLst>
              <a:ext uri="{FF2B5EF4-FFF2-40B4-BE49-F238E27FC236}">
                <a16:creationId xmlns:a16="http://schemas.microsoft.com/office/drawing/2014/main" id="{8CDFC3C4-C97D-FED7-FFB1-5B14324D30AB}"/>
              </a:ext>
            </a:extLst>
          </p:cNvPr>
          <p:cNvSpPr/>
          <p:nvPr/>
        </p:nvSpPr>
        <p:spPr>
          <a:xfrm>
            <a:off x="10954818" y="3488206"/>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01" name="正方形/長方形 100">
            <a:extLst>
              <a:ext uri="{FF2B5EF4-FFF2-40B4-BE49-F238E27FC236}">
                <a16:creationId xmlns:a16="http://schemas.microsoft.com/office/drawing/2014/main" id="{C52B7B1D-2892-C8AC-8761-44170B15E170}"/>
              </a:ext>
            </a:extLst>
          </p:cNvPr>
          <p:cNvSpPr/>
          <p:nvPr/>
        </p:nvSpPr>
        <p:spPr bwMode="auto">
          <a:xfrm>
            <a:off x="8596537" y="1840432"/>
            <a:ext cx="1496290" cy="2161617"/>
          </a:xfrm>
          <a:prstGeom prst="rect">
            <a:avLst/>
          </a:prstGeom>
          <a:solidFill>
            <a:schemeClr val="bg1">
              <a:alpha val="50155"/>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02" name="正方形/長方形 101">
            <a:extLst>
              <a:ext uri="{FF2B5EF4-FFF2-40B4-BE49-F238E27FC236}">
                <a16:creationId xmlns:a16="http://schemas.microsoft.com/office/drawing/2014/main" id="{842F8C84-EB4D-EE7D-5A9C-A95A37B9B5CF}"/>
              </a:ext>
            </a:extLst>
          </p:cNvPr>
          <p:cNvSpPr/>
          <p:nvPr/>
        </p:nvSpPr>
        <p:spPr bwMode="auto">
          <a:xfrm>
            <a:off x="10176008" y="1838909"/>
            <a:ext cx="1496290" cy="2161617"/>
          </a:xfrm>
          <a:prstGeom prst="rect">
            <a:avLst/>
          </a:prstGeom>
          <a:solidFill>
            <a:schemeClr val="bg1">
              <a:alpha val="75235"/>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03" name="右矢印 102">
            <a:extLst>
              <a:ext uri="{FF2B5EF4-FFF2-40B4-BE49-F238E27FC236}">
                <a16:creationId xmlns:a16="http://schemas.microsoft.com/office/drawing/2014/main" id="{9BB14BC5-AD5D-60B7-6016-BDACD0C78DA7}"/>
              </a:ext>
            </a:extLst>
          </p:cNvPr>
          <p:cNvSpPr/>
          <p:nvPr/>
        </p:nvSpPr>
        <p:spPr bwMode="auto">
          <a:xfrm>
            <a:off x="8192533" y="1921799"/>
            <a:ext cx="1163519" cy="50576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04" name="右矢印 103">
            <a:extLst>
              <a:ext uri="{FF2B5EF4-FFF2-40B4-BE49-F238E27FC236}">
                <a16:creationId xmlns:a16="http://schemas.microsoft.com/office/drawing/2014/main" id="{6E611307-AE45-B645-6054-A648C96088F4}"/>
              </a:ext>
            </a:extLst>
          </p:cNvPr>
          <p:cNvSpPr/>
          <p:nvPr/>
        </p:nvSpPr>
        <p:spPr bwMode="auto">
          <a:xfrm>
            <a:off x="9395576" y="1930946"/>
            <a:ext cx="599198" cy="50576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05" name="右矢印 104">
            <a:extLst>
              <a:ext uri="{FF2B5EF4-FFF2-40B4-BE49-F238E27FC236}">
                <a16:creationId xmlns:a16="http://schemas.microsoft.com/office/drawing/2014/main" id="{E7DDEC8B-E418-CDC2-71C8-6F94A3F04A2F}"/>
              </a:ext>
            </a:extLst>
          </p:cNvPr>
          <p:cNvSpPr/>
          <p:nvPr/>
        </p:nvSpPr>
        <p:spPr bwMode="auto">
          <a:xfrm>
            <a:off x="10080766" y="1937689"/>
            <a:ext cx="288368" cy="50576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06" name="右矢印 105">
            <a:extLst>
              <a:ext uri="{FF2B5EF4-FFF2-40B4-BE49-F238E27FC236}">
                <a16:creationId xmlns:a16="http://schemas.microsoft.com/office/drawing/2014/main" id="{9A00DAF2-825A-8B52-47FA-6E88FE162DF2}"/>
              </a:ext>
            </a:extLst>
          </p:cNvPr>
          <p:cNvSpPr/>
          <p:nvPr/>
        </p:nvSpPr>
        <p:spPr bwMode="auto">
          <a:xfrm>
            <a:off x="10448852" y="1945827"/>
            <a:ext cx="160772" cy="50576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cxnSp>
        <p:nvCxnSpPr>
          <p:cNvPr id="107" name="直線コネクタ 106">
            <a:extLst>
              <a:ext uri="{FF2B5EF4-FFF2-40B4-BE49-F238E27FC236}">
                <a16:creationId xmlns:a16="http://schemas.microsoft.com/office/drawing/2014/main" id="{4CE6E626-2024-0BD3-4A35-253F3D5F9630}"/>
              </a:ext>
            </a:extLst>
          </p:cNvPr>
          <p:cNvCxnSpPr>
            <a:cxnSpLocks/>
          </p:cNvCxnSpPr>
          <p:nvPr/>
        </p:nvCxnSpPr>
        <p:spPr>
          <a:xfrm>
            <a:off x="10594188" y="2174960"/>
            <a:ext cx="994930" cy="0"/>
          </a:xfrm>
          <a:prstGeom prst="line">
            <a:avLst/>
          </a:prstGeom>
          <a:ln w="38100">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8" name="TextBox 14">
            <a:extLst>
              <a:ext uri="{FF2B5EF4-FFF2-40B4-BE49-F238E27FC236}">
                <a16:creationId xmlns:a16="http://schemas.microsoft.com/office/drawing/2014/main" id="{FB9ABBE3-BBD3-0B38-FBAC-E364217A71A8}"/>
              </a:ext>
            </a:extLst>
          </p:cNvPr>
          <p:cNvSpPr txBox="1"/>
          <p:nvPr/>
        </p:nvSpPr>
        <p:spPr>
          <a:xfrm>
            <a:off x="6688899" y="3748347"/>
            <a:ext cx="5258235" cy="498598"/>
          </a:xfrm>
          <a:prstGeom prst="rect">
            <a:avLst/>
          </a:prstGeom>
          <a:noFill/>
        </p:spPr>
        <p:txBody>
          <a:bodyPr wrap="square" lIns="0" tIns="0" rIns="0" bIns="0" rtlCol="0">
            <a:spAutoFit/>
          </a:bodyPr>
          <a:lstStyle/>
          <a:p>
            <a:pPr marL="285750" lvl="0" indent="-285750" defTabSz="914102" fontAlgn="base">
              <a:lnSpc>
                <a:spcPct val="90000"/>
              </a:lnSpc>
              <a:spcBef>
                <a:spcPct val="0"/>
              </a:spcBef>
              <a:spcAft>
                <a:spcPct val="0"/>
              </a:spcAft>
              <a:buFont typeface="Arial" panose="020B0604020202020204" pitchFamily="34" charset="0"/>
              <a:buChar char="•"/>
              <a:defRPr/>
            </a:pPr>
            <a:r>
              <a:rPr lang="en-US" altLang="ja-JP" sz="1200">
                <a:latin typeface="Yu Gothic UI" panose="020B0500000000000000" pitchFamily="34" charset="-128"/>
                <a:ea typeface="Yu Gothic UI" panose="020B0500000000000000" pitchFamily="34" charset="-128"/>
                <a:cs typeface="Segoe UI" pitchFamily="34" charset="0"/>
              </a:rPr>
              <a:t>VM</a:t>
            </a:r>
            <a:r>
              <a:rPr lang="ja-JP" altLang="en-US" sz="1200">
                <a:latin typeface="Yu Gothic UI" panose="020B0500000000000000" pitchFamily="34" charset="-128"/>
                <a:ea typeface="Yu Gothic UI" panose="020B0500000000000000" pitchFamily="34" charset="-128"/>
                <a:cs typeface="Segoe UI" pitchFamily="34" charset="0"/>
              </a:rPr>
              <a:t>・アプリの起動時間は数分以上</a:t>
            </a:r>
            <a:endParaRPr lang="en-US" altLang="ja-JP" sz="1200">
              <a:latin typeface="Yu Gothic UI" panose="020B0500000000000000" pitchFamily="34" charset="-128"/>
              <a:ea typeface="Yu Gothic UI" panose="020B0500000000000000" pitchFamily="34" charset="-128"/>
              <a:cs typeface="Segoe UI" pitchFamily="34" charset="0"/>
            </a:endParaRPr>
          </a:p>
          <a:p>
            <a:pPr marL="285750" lvl="0" indent="-285750" defTabSz="914102" fontAlgn="base">
              <a:lnSpc>
                <a:spcPct val="90000"/>
              </a:lnSpc>
              <a:spcBef>
                <a:spcPct val="0"/>
              </a:spcBef>
              <a:spcAft>
                <a:spcPct val="0"/>
              </a:spcAft>
              <a:buFont typeface="Arial" panose="020B0604020202020204" pitchFamily="34" charset="0"/>
              <a:buChar char="•"/>
              <a:defRPr/>
            </a:pPr>
            <a:r>
              <a:rPr lang="ja-JP" altLang="en-US" sz="1200">
                <a:latin typeface="Yu Gothic UI" panose="020B0500000000000000" pitchFamily="34" charset="-128"/>
                <a:ea typeface="Yu Gothic UI" panose="020B0500000000000000" pitchFamily="34" charset="-128"/>
                <a:cs typeface="Segoe UI" pitchFamily="34" charset="0"/>
              </a:rPr>
              <a:t>アプリの起動完了確認に工夫が必要</a:t>
            </a:r>
          </a:p>
          <a:p>
            <a:pPr marL="285750" lvl="0" indent="-285750" defTabSz="914102" fontAlgn="base">
              <a:lnSpc>
                <a:spcPct val="90000"/>
              </a:lnSpc>
              <a:spcBef>
                <a:spcPct val="0"/>
              </a:spcBef>
              <a:spcAft>
                <a:spcPct val="0"/>
              </a:spcAft>
              <a:buFont typeface="Arial" panose="020B0604020202020204" pitchFamily="34" charset="0"/>
              <a:buChar char="•"/>
              <a:defRPr/>
            </a:pPr>
            <a:r>
              <a:rPr lang="ja-JP" altLang="en-US" sz="1200">
                <a:latin typeface="Yu Gothic UI" panose="020B0500000000000000" pitchFamily="34" charset="-128"/>
                <a:ea typeface="Yu Gothic UI" panose="020B0500000000000000" pitchFamily="34" charset="-128"/>
                <a:cs typeface="Segoe UI" pitchFamily="34" charset="0"/>
              </a:rPr>
              <a:t>スケーリングは緻密な設計が必要</a:t>
            </a:r>
            <a:r>
              <a:rPr lang="en-US" altLang="ja-JP" sz="1200">
                <a:latin typeface="Yu Gothic UI" panose="020B0500000000000000" pitchFamily="34" charset="-128"/>
                <a:ea typeface="Yu Gothic UI" panose="020B0500000000000000" pitchFamily="34" charset="-128"/>
                <a:cs typeface="Segoe UI" pitchFamily="34" charset="0"/>
              </a:rPr>
              <a:t> (VMSS </a:t>
            </a:r>
            <a:r>
              <a:rPr lang="ja-JP" altLang="en-US" sz="1200">
                <a:latin typeface="Yu Gothic UI" panose="020B0500000000000000" pitchFamily="34" charset="-128"/>
                <a:ea typeface="Yu Gothic UI" panose="020B0500000000000000" pitchFamily="34" charset="-128"/>
                <a:cs typeface="Segoe UI" pitchFamily="34" charset="0"/>
              </a:rPr>
              <a:t>活用・</a:t>
            </a:r>
            <a:r>
              <a:rPr lang="en-US" altLang="ja-JP" sz="1200">
                <a:latin typeface="Yu Gothic UI" panose="020B0500000000000000" pitchFamily="34" charset="-128"/>
                <a:ea typeface="Yu Gothic UI" panose="020B0500000000000000" pitchFamily="34" charset="-128"/>
                <a:cs typeface="Segoe UI" pitchFamily="34" charset="0"/>
              </a:rPr>
              <a:t>VM</a:t>
            </a:r>
            <a:r>
              <a:rPr lang="ja-JP" altLang="en-US" sz="1200">
                <a:latin typeface="Yu Gothic UI" panose="020B0500000000000000" pitchFamily="34" charset="-128"/>
                <a:ea typeface="Yu Gothic UI" panose="020B0500000000000000" pitchFamily="34" charset="-128"/>
                <a:cs typeface="Segoe UI" pitchFamily="34" charset="0"/>
              </a:rPr>
              <a:t>イメージ化</a:t>
            </a:r>
            <a:r>
              <a:rPr lang="en-US" altLang="ja-JP" sz="1200">
                <a:latin typeface="Yu Gothic UI" panose="020B0500000000000000" pitchFamily="34" charset="-128"/>
                <a:ea typeface="Yu Gothic UI" panose="020B0500000000000000" pitchFamily="34" charset="-128"/>
                <a:cs typeface="Segoe UI" pitchFamily="34" charset="0"/>
              </a:rPr>
              <a:t>, </a:t>
            </a:r>
            <a:r>
              <a:rPr lang="en-US" altLang="ja-JP" sz="1200" err="1">
                <a:latin typeface="Yu Gothic UI" panose="020B0500000000000000" pitchFamily="34" charset="-128"/>
                <a:ea typeface="Yu Gothic UI" panose="020B0500000000000000" pitchFamily="34" charset="-128"/>
                <a:cs typeface="Segoe UI" pitchFamily="34" charset="0"/>
              </a:rPr>
              <a:t>etc</a:t>
            </a:r>
            <a:r>
              <a:rPr lang="ja-JP" altLang="en-US" sz="1200">
                <a:latin typeface="Yu Gothic UI" panose="020B0500000000000000" pitchFamily="34" charset="-128"/>
                <a:ea typeface="Yu Gothic UI" panose="020B0500000000000000" pitchFamily="34" charset="-128"/>
                <a:cs typeface="Segoe UI" pitchFamily="34" charset="0"/>
              </a:rPr>
              <a:t>）</a:t>
            </a:r>
            <a:endParaRPr lang="en-US" altLang="ja-JP" sz="1200">
              <a:latin typeface="Yu Gothic UI" panose="020B0500000000000000" pitchFamily="34" charset="-128"/>
              <a:ea typeface="Yu Gothic UI" panose="020B0500000000000000" pitchFamily="34" charset="-128"/>
              <a:cs typeface="Segoe UI" pitchFamily="34" charset="0"/>
            </a:endParaRPr>
          </a:p>
        </p:txBody>
      </p:sp>
      <p:sp>
        <p:nvSpPr>
          <p:cNvPr id="109" name="TextBox 27">
            <a:extLst>
              <a:ext uri="{FF2B5EF4-FFF2-40B4-BE49-F238E27FC236}">
                <a16:creationId xmlns:a16="http://schemas.microsoft.com/office/drawing/2014/main" id="{44D70570-EB0A-4726-4A36-B2399D2E73B5}"/>
              </a:ext>
            </a:extLst>
          </p:cNvPr>
          <p:cNvSpPr txBox="1"/>
          <p:nvPr/>
        </p:nvSpPr>
        <p:spPr>
          <a:xfrm>
            <a:off x="7278855" y="4959039"/>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10" name="Rectangle: Rounded Corners 73">
            <a:extLst>
              <a:ext uri="{FF2B5EF4-FFF2-40B4-BE49-F238E27FC236}">
                <a16:creationId xmlns:a16="http://schemas.microsoft.com/office/drawing/2014/main" id="{1D77C3BD-6B2B-449E-F1A4-4B0E2E16A014}"/>
              </a:ext>
            </a:extLst>
          </p:cNvPr>
          <p:cNvSpPr/>
          <p:nvPr/>
        </p:nvSpPr>
        <p:spPr bwMode="auto">
          <a:xfrm>
            <a:off x="7191307" y="4431603"/>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Container</a:t>
            </a:r>
          </a:p>
        </p:txBody>
      </p:sp>
      <p:sp>
        <p:nvSpPr>
          <p:cNvPr id="111" name="TextBox 7">
            <a:extLst>
              <a:ext uri="{FF2B5EF4-FFF2-40B4-BE49-F238E27FC236}">
                <a16:creationId xmlns:a16="http://schemas.microsoft.com/office/drawing/2014/main" id="{F46BF056-B8B2-2993-7861-CD21DB65BA1C}"/>
              </a:ext>
            </a:extLst>
          </p:cNvPr>
          <p:cNvSpPr txBox="1"/>
          <p:nvPr/>
        </p:nvSpPr>
        <p:spPr>
          <a:xfrm>
            <a:off x="7289496" y="4879332"/>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12" name="TextBox 27">
            <a:extLst>
              <a:ext uri="{FF2B5EF4-FFF2-40B4-BE49-F238E27FC236}">
                <a16:creationId xmlns:a16="http://schemas.microsoft.com/office/drawing/2014/main" id="{68DAAB2F-DAC0-55F5-088A-7316087B6E07}"/>
              </a:ext>
            </a:extLst>
          </p:cNvPr>
          <p:cNvSpPr txBox="1"/>
          <p:nvPr/>
        </p:nvSpPr>
        <p:spPr>
          <a:xfrm>
            <a:off x="8428524" y="4956071"/>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13" name="Rectangle: Rounded Corners 73">
            <a:extLst>
              <a:ext uri="{FF2B5EF4-FFF2-40B4-BE49-F238E27FC236}">
                <a16:creationId xmlns:a16="http://schemas.microsoft.com/office/drawing/2014/main" id="{48226AAD-A376-C238-C8F2-AA3E5F3CEFA4}"/>
              </a:ext>
            </a:extLst>
          </p:cNvPr>
          <p:cNvSpPr/>
          <p:nvPr/>
        </p:nvSpPr>
        <p:spPr bwMode="auto">
          <a:xfrm>
            <a:off x="8340976" y="4428635"/>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Container</a:t>
            </a:r>
          </a:p>
        </p:txBody>
      </p:sp>
      <p:sp>
        <p:nvSpPr>
          <p:cNvPr id="114" name="TextBox 7">
            <a:extLst>
              <a:ext uri="{FF2B5EF4-FFF2-40B4-BE49-F238E27FC236}">
                <a16:creationId xmlns:a16="http://schemas.microsoft.com/office/drawing/2014/main" id="{DFFAD0B0-B94B-9AAD-D9C8-D28035A416C5}"/>
              </a:ext>
            </a:extLst>
          </p:cNvPr>
          <p:cNvSpPr txBox="1"/>
          <p:nvPr/>
        </p:nvSpPr>
        <p:spPr>
          <a:xfrm>
            <a:off x="8439165" y="4876364"/>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15" name="TextBox 7">
            <a:extLst>
              <a:ext uri="{FF2B5EF4-FFF2-40B4-BE49-F238E27FC236}">
                <a16:creationId xmlns:a16="http://schemas.microsoft.com/office/drawing/2014/main" id="{E03E6EC3-25FA-8D69-A06F-777BD3FCCB12}"/>
              </a:ext>
            </a:extLst>
          </p:cNvPr>
          <p:cNvSpPr txBox="1"/>
          <p:nvPr/>
        </p:nvSpPr>
        <p:spPr>
          <a:xfrm>
            <a:off x="7191307" y="5453882"/>
            <a:ext cx="2164746" cy="345742"/>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116" name="Freeform: Shape 108">
            <a:extLst>
              <a:ext uri="{FF2B5EF4-FFF2-40B4-BE49-F238E27FC236}">
                <a16:creationId xmlns:a16="http://schemas.microsoft.com/office/drawing/2014/main" id="{2689F722-889A-7C86-8417-24D4EECBABD4}"/>
              </a:ext>
            </a:extLst>
          </p:cNvPr>
          <p:cNvSpPr/>
          <p:nvPr/>
        </p:nvSpPr>
        <p:spPr>
          <a:xfrm>
            <a:off x="7856716" y="5844316"/>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17" name="Freeform: Shape 111">
            <a:extLst>
              <a:ext uri="{FF2B5EF4-FFF2-40B4-BE49-F238E27FC236}">
                <a16:creationId xmlns:a16="http://schemas.microsoft.com/office/drawing/2014/main" id="{12E7B836-FFD5-FC5D-B33E-CD75B7DE8D10}"/>
              </a:ext>
            </a:extLst>
          </p:cNvPr>
          <p:cNvSpPr/>
          <p:nvPr/>
        </p:nvSpPr>
        <p:spPr>
          <a:xfrm>
            <a:off x="7935432" y="5932244"/>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18" name="Freeform: Shape 112">
            <a:extLst>
              <a:ext uri="{FF2B5EF4-FFF2-40B4-BE49-F238E27FC236}">
                <a16:creationId xmlns:a16="http://schemas.microsoft.com/office/drawing/2014/main" id="{E1325604-CEC8-5FED-E7CD-F13D925C966A}"/>
              </a:ext>
            </a:extLst>
          </p:cNvPr>
          <p:cNvSpPr/>
          <p:nvPr/>
        </p:nvSpPr>
        <p:spPr>
          <a:xfrm>
            <a:off x="8067236" y="5932244"/>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19" name="Freeform: Shape 117">
            <a:extLst>
              <a:ext uri="{FF2B5EF4-FFF2-40B4-BE49-F238E27FC236}">
                <a16:creationId xmlns:a16="http://schemas.microsoft.com/office/drawing/2014/main" id="{0707F61A-2F7A-87C7-B0D0-F0AB0C663DC2}"/>
              </a:ext>
            </a:extLst>
          </p:cNvPr>
          <p:cNvSpPr/>
          <p:nvPr/>
        </p:nvSpPr>
        <p:spPr>
          <a:xfrm>
            <a:off x="8427866" y="5932244"/>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20" name="Freeform: Shape 118">
            <a:extLst>
              <a:ext uri="{FF2B5EF4-FFF2-40B4-BE49-F238E27FC236}">
                <a16:creationId xmlns:a16="http://schemas.microsoft.com/office/drawing/2014/main" id="{2B7EA67B-98EA-40DA-09E5-70DF36F0D4EC}"/>
              </a:ext>
            </a:extLst>
          </p:cNvPr>
          <p:cNvSpPr/>
          <p:nvPr/>
        </p:nvSpPr>
        <p:spPr>
          <a:xfrm>
            <a:off x="8427866" y="6000433"/>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21" name="TextBox 27">
            <a:extLst>
              <a:ext uri="{FF2B5EF4-FFF2-40B4-BE49-F238E27FC236}">
                <a16:creationId xmlns:a16="http://schemas.microsoft.com/office/drawing/2014/main" id="{78A1B087-2C69-6D7A-C00D-855776BD8CD8}"/>
              </a:ext>
            </a:extLst>
          </p:cNvPr>
          <p:cNvSpPr txBox="1"/>
          <p:nvPr/>
        </p:nvSpPr>
        <p:spPr>
          <a:xfrm>
            <a:off x="9578193" y="4956071"/>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22" name="Rectangle: Rounded Corners 73">
            <a:extLst>
              <a:ext uri="{FF2B5EF4-FFF2-40B4-BE49-F238E27FC236}">
                <a16:creationId xmlns:a16="http://schemas.microsoft.com/office/drawing/2014/main" id="{97537570-4D5D-47AA-586D-6AC11F56012F}"/>
              </a:ext>
            </a:extLst>
          </p:cNvPr>
          <p:cNvSpPr/>
          <p:nvPr/>
        </p:nvSpPr>
        <p:spPr bwMode="auto">
          <a:xfrm>
            <a:off x="9490645" y="4428635"/>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Container</a:t>
            </a:r>
          </a:p>
        </p:txBody>
      </p:sp>
      <p:sp>
        <p:nvSpPr>
          <p:cNvPr id="123" name="TextBox 7">
            <a:extLst>
              <a:ext uri="{FF2B5EF4-FFF2-40B4-BE49-F238E27FC236}">
                <a16:creationId xmlns:a16="http://schemas.microsoft.com/office/drawing/2014/main" id="{C625FFDB-EF64-E729-9EF7-A983E461629D}"/>
              </a:ext>
            </a:extLst>
          </p:cNvPr>
          <p:cNvSpPr txBox="1"/>
          <p:nvPr/>
        </p:nvSpPr>
        <p:spPr>
          <a:xfrm>
            <a:off x="9588834" y="4876364"/>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24" name="正方形/長方形 123">
            <a:extLst>
              <a:ext uri="{FF2B5EF4-FFF2-40B4-BE49-F238E27FC236}">
                <a16:creationId xmlns:a16="http://schemas.microsoft.com/office/drawing/2014/main" id="{A31D2CBF-D5DA-9BC0-AF7C-C0CB6EDAD46A}"/>
              </a:ext>
            </a:extLst>
          </p:cNvPr>
          <p:cNvSpPr/>
          <p:nvPr/>
        </p:nvSpPr>
        <p:spPr bwMode="auto">
          <a:xfrm>
            <a:off x="8298146" y="4377496"/>
            <a:ext cx="1163519" cy="1040285"/>
          </a:xfrm>
          <a:prstGeom prst="rect">
            <a:avLst/>
          </a:prstGeom>
          <a:solidFill>
            <a:schemeClr val="bg1">
              <a:alpha val="25052"/>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25" name="正方形/長方形 124">
            <a:extLst>
              <a:ext uri="{FF2B5EF4-FFF2-40B4-BE49-F238E27FC236}">
                <a16:creationId xmlns:a16="http://schemas.microsoft.com/office/drawing/2014/main" id="{BF3485C6-6747-9A99-06A7-A76803B21279}"/>
              </a:ext>
            </a:extLst>
          </p:cNvPr>
          <p:cNvSpPr/>
          <p:nvPr/>
        </p:nvSpPr>
        <p:spPr bwMode="auto">
          <a:xfrm>
            <a:off x="9458528" y="4377638"/>
            <a:ext cx="1151096" cy="1040286"/>
          </a:xfrm>
          <a:prstGeom prst="rect">
            <a:avLst/>
          </a:prstGeom>
          <a:solidFill>
            <a:schemeClr val="bg1">
              <a:alpha val="50327"/>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26" name="TextBox 7">
            <a:extLst>
              <a:ext uri="{FF2B5EF4-FFF2-40B4-BE49-F238E27FC236}">
                <a16:creationId xmlns:a16="http://schemas.microsoft.com/office/drawing/2014/main" id="{674EC7F3-3595-9D68-DF53-7E251334E668}"/>
              </a:ext>
            </a:extLst>
          </p:cNvPr>
          <p:cNvSpPr txBox="1"/>
          <p:nvPr/>
        </p:nvSpPr>
        <p:spPr>
          <a:xfrm>
            <a:off x="9438690" y="5453344"/>
            <a:ext cx="2164746" cy="345742"/>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OS</a:t>
            </a:r>
          </a:p>
        </p:txBody>
      </p:sp>
      <p:sp>
        <p:nvSpPr>
          <p:cNvPr id="127" name="Freeform: Shape 108">
            <a:extLst>
              <a:ext uri="{FF2B5EF4-FFF2-40B4-BE49-F238E27FC236}">
                <a16:creationId xmlns:a16="http://schemas.microsoft.com/office/drawing/2014/main" id="{F96DC84B-56AB-6F9B-9CB4-47247DFAF2EC}"/>
              </a:ext>
            </a:extLst>
          </p:cNvPr>
          <p:cNvSpPr/>
          <p:nvPr/>
        </p:nvSpPr>
        <p:spPr>
          <a:xfrm>
            <a:off x="10104099" y="5843778"/>
            <a:ext cx="914270" cy="278139"/>
          </a:xfrm>
          <a:custGeom>
            <a:avLst/>
            <a:gdLst/>
            <a:ahLst/>
            <a:cxnLst/>
            <a:rect l="0" t="0" r="0" b="0"/>
            <a:pathLst>
              <a:path w="933450" h="295275">
                <a:moveTo>
                  <a:pt x="21431" y="21431"/>
                </a:moveTo>
                <a:lnTo>
                  <a:pt x="921544" y="21431"/>
                </a:lnTo>
                <a:lnTo>
                  <a:pt x="921544" y="280511"/>
                </a:lnTo>
                <a:lnTo>
                  <a:pt x="21431" y="280511"/>
                </a:ln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28" name="Freeform: Shape 111">
            <a:extLst>
              <a:ext uri="{FF2B5EF4-FFF2-40B4-BE49-F238E27FC236}">
                <a16:creationId xmlns:a16="http://schemas.microsoft.com/office/drawing/2014/main" id="{BB8862B9-61DD-5CAC-2AF9-7243BF586D01}"/>
              </a:ext>
            </a:extLst>
          </p:cNvPr>
          <p:cNvSpPr/>
          <p:nvPr/>
        </p:nvSpPr>
        <p:spPr>
          <a:xfrm>
            <a:off x="10182815" y="5931706"/>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29" name="Freeform: Shape 112">
            <a:extLst>
              <a:ext uri="{FF2B5EF4-FFF2-40B4-BE49-F238E27FC236}">
                <a16:creationId xmlns:a16="http://schemas.microsoft.com/office/drawing/2014/main" id="{847733A0-1166-58D7-C8DC-8D0E468DF4E2}"/>
              </a:ext>
            </a:extLst>
          </p:cNvPr>
          <p:cNvSpPr/>
          <p:nvPr/>
        </p:nvSpPr>
        <p:spPr>
          <a:xfrm>
            <a:off x="10314619" y="5931706"/>
            <a:ext cx="109836" cy="107667"/>
          </a:xfrm>
          <a:custGeom>
            <a:avLst/>
            <a:gdLst/>
            <a:ahLst/>
            <a:cxnLst/>
            <a:rect l="0" t="0" r="0" b="0"/>
            <a:pathLst>
              <a:path w="114300" h="114300">
                <a:moveTo>
                  <a:pt x="93821" y="57626"/>
                </a:moveTo>
                <a:cubicBezTo>
                  <a:pt x="93821" y="77616"/>
                  <a:pt x="77616" y="93821"/>
                  <a:pt x="57626" y="93821"/>
                </a:cubicBezTo>
                <a:cubicBezTo>
                  <a:pt x="37636" y="93821"/>
                  <a:pt x="21431" y="77616"/>
                  <a:pt x="21431" y="57626"/>
                </a:cubicBezTo>
                <a:cubicBezTo>
                  <a:pt x="21431" y="37636"/>
                  <a:pt x="37637" y="21431"/>
                  <a:pt x="57626" y="21431"/>
                </a:cubicBezTo>
                <a:cubicBezTo>
                  <a:pt x="77616" y="21431"/>
                  <a:pt x="93821" y="37636"/>
                  <a:pt x="93821" y="57626"/>
                </a:cubicBezTo>
                <a:close/>
              </a:path>
            </a:pathLst>
          </a:custGeom>
          <a:noFill/>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30" name="Freeform: Shape 117">
            <a:extLst>
              <a:ext uri="{FF2B5EF4-FFF2-40B4-BE49-F238E27FC236}">
                <a16:creationId xmlns:a16="http://schemas.microsoft.com/office/drawing/2014/main" id="{AF670CE4-0F46-9794-E175-3A8B6CCEC80A}"/>
              </a:ext>
            </a:extLst>
          </p:cNvPr>
          <p:cNvSpPr/>
          <p:nvPr/>
        </p:nvSpPr>
        <p:spPr>
          <a:xfrm>
            <a:off x="10675249" y="5931706"/>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31" name="Freeform: Shape 118">
            <a:extLst>
              <a:ext uri="{FF2B5EF4-FFF2-40B4-BE49-F238E27FC236}">
                <a16:creationId xmlns:a16="http://schemas.microsoft.com/office/drawing/2014/main" id="{41FB5DF7-1B27-C573-DF40-89A4EE9E669D}"/>
              </a:ext>
            </a:extLst>
          </p:cNvPr>
          <p:cNvSpPr/>
          <p:nvPr/>
        </p:nvSpPr>
        <p:spPr>
          <a:xfrm>
            <a:off x="10675249" y="5999895"/>
            <a:ext cx="247132" cy="35889"/>
          </a:xfrm>
          <a:custGeom>
            <a:avLst/>
            <a:gdLst/>
            <a:ahLst/>
            <a:cxnLst/>
            <a:rect l="0" t="0" r="0" b="0"/>
            <a:pathLst>
              <a:path w="257175" h="38100">
                <a:moveTo>
                  <a:pt x="21431" y="21431"/>
                </a:moveTo>
                <a:lnTo>
                  <a:pt x="241459" y="21431"/>
                </a:lnTo>
              </a:path>
            </a:pathLst>
          </a:custGeom>
          <a:ln w="19050" cap="rnd">
            <a:solidFill>
              <a:srgbClr val="1A1A1A"/>
            </a:solidFill>
            <a:prstDash val="solid"/>
            <a:round/>
          </a:ln>
        </p:spPr>
        <p:txBody>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Yu Gothic UI"/>
              <a:cs typeface="+mn-cs"/>
            </a:endParaRPr>
          </a:p>
        </p:txBody>
      </p:sp>
      <p:sp>
        <p:nvSpPr>
          <p:cNvPr id="132" name="TextBox 27">
            <a:extLst>
              <a:ext uri="{FF2B5EF4-FFF2-40B4-BE49-F238E27FC236}">
                <a16:creationId xmlns:a16="http://schemas.microsoft.com/office/drawing/2014/main" id="{4076E934-0FC5-7B8E-84CA-551440C32EC6}"/>
              </a:ext>
            </a:extLst>
          </p:cNvPr>
          <p:cNvSpPr txBox="1"/>
          <p:nvPr/>
        </p:nvSpPr>
        <p:spPr>
          <a:xfrm>
            <a:off x="10729289" y="4956072"/>
            <a:ext cx="878584" cy="266034"/>
          </a:xfrm>
          <a:prstGeom prst="rect">
            <a:avLst/>
          </a:prstGeom>
          <a:solidFill>
            <a:srgbClr val="737373">
              <a:lumMod val="10000"/>
              <a:lumOff val="90000"/>
            </a:srgbClr>
          </a:solidFill>
          <a:ln w="19050">
            <a:solidFill>
              <a:srgbClr val="737373">
                <a:lumMod val="50000"/>
                <a:lumOff val="50000"/>
              </a:srgbClr>
            </a:solidFill>
          </a:ln>
        </p:spPr>
        <p:txBody>
          <a:bodyPr wrap="square" lIns="0" tIns="54856" rIns="0" bIns="54856" rtlCol="0">
            <a:sp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33" name="Rectangle: Rounded Corners 73">
            <a:extLst>
              <a:ext uri="{FF2B5EF4-FFF2-40B4-BE49-F238E27FC236}">
                <a16:creationId xmlns:a16="http://schemas.microsoft.com/office/drawing/2014/main" id="{9FA5B98B-CF6F-7CA1-0BF2-FC153076679B}"/>
              </a:ext>
            </a:extLst>
          </p:cNvPr>
          <p:cNvSpPr/>
          <p:nvPr/>
        </p:nvSpPr>
        <p:spPr bwMode="auto">
          <a:xfrm>
            <a:off x="10641741" y="4428636"/>
            <a:ext cx="1053681" cy="910594"/>
          </a:xfrm>
          <a:prstGeom prst="roundRect">
            <a:avLst>
              <a:gd name="adj" fmla="val 3125"/>
            </a:avLst>
          </a:prstGeom>
          <a:solidFill>
            <a:schemeClr val="bg1">
              <a:lumMod val="85000"/>
              <a:alpha val="5000"/>
            </a:schemeClr>
          </a:solidFill>
          <a:ln w="19050" cap="flat" cmpd="sng" algn="ctr">
            <a:solidFill>
              <a:srgbClr val="1A1A1A">
                <a:alpha val="50000"/>
              </a:srgbClr>
            </a:solidFill>
            <a:prstDash val="solid"/>
            <a:headEnd type="none" w="med" len="med"/>
            <a:tailEnd type="none" w="med" len="med"/>
          </a:ln>
          <a:effectLst/>
        </p:spPr>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199" b="0" i="0" u="none" strike="noStrike" kern="0" cap="none" spc="0" normalizeH="0" baseline="0" noProof="0">
                <a:ln>
                  <a:noFill/>
                </a:ln>
                <a:solidFill>
                  <a:srgbClr val="505050"/>
                </a:solidFill>
                <a:effectLst/>
                <a:uLnTx/>
                <a:uFillTx/>
                <a:latin typeface="Segoe UI"/>
                <a:ea typeface="Yu Gothic UI"/>
                <a:cs typeface="Segoe UI" pitchFamily="34" charset="0"/>
              </a:rPr>
              <a:t>Container</a:t>
            </a:r>
          </a:p>
        </p:txBody>
      </p:sp>
      <p:sp>
        <p:nvSpPr>
          <p:cNvPr id="134" name="TextBox 7">
            <a:extLst>
              <a:ext uri="{FF2B5EF4-FFF2-40B4-BE49-F238E27FC236}">
                <a16:creationId xmlns:a16="http://schemas.microsoft.com/office/drawing/2014/main" id="{1CF00DEC-F78B-6131-3313-D35D481FFE82}"/>
              </a:ext>
            </a:extLst>
          </p:cNvPr>
          <p:cNvSpPr txBox="1"/>
          <p:nvPr/>
        </p:nvSpPr>
        <p:spPr>
          <a:xfrm>
            <a:off x="10739930" y="4876365"/>
            <a:ext cx="878584" cy="345742"/>
          </a:xfrm>
          <a:prstGeom prst="rect">
            <a:avLst/>
          </a:prstGeom>
          <a:solidFill>
            <a:schemeClr val="bg2"/>
          </a:solidFill>
          <a:ln w="19050">
            <a:solidFill>
              <a:srgbClr val="737373">
                <a:lumMod val="50000"/>
                <a:lumOff val="50000"/>
              </a:srgbClr>
            </a:solidFill>
          </a:ln>
        </p:spPr>
        <p:txBody>
          <a:bodyPr wrap="square" lIns="0" tIns="54856" rIns="0" bIns="54856" rtlCol="0" anchor="ctr" anchorCtr="0">
            <a:noAutofit/>
          </a:bodyPr>
          <a:lstStyle/>
          <a:p>
            <a:pPr marL="0" marR="0" lvl="0" indent="0" algn="ctr" defTabSz="932563" rtl="0" eaLnBrk="1" fontAlgn="auto" latinLnBrk="0" hangingPunct="1">
              <a:lnSpc>
                <a:spcPct val="90000"/>
              </a:lnSpc>
              <a:spcBef>
                <a:spcPts val="0"/>
              </a:spcBef>
              <a:spcAft>
                <a:spcPts val="600"/>
              </a:spcAft>
              <a:buClrTx/>
              <a:buSzTx/>
              <a:buFontTx/>
              <a:buNone/>
              <a:tabLst/>
              <a:defRPr/>
            </a:pPr>
            <a:r>
              <a:rPr kumimoji="0" lang="en-US" sz="1099" b="0" i="0" u="none" strike="noStrike" kern="0" cap="none" spc="0" normalizeH="0" baseline="0" noProof="0">
                <a:ln>
                  <a:noFill/>
                </a:ln>
                <a:solidFill>
                  <a:srgbClr val="505050"/>
                </a:solidFill>
                <a:effectLst/>
                <a:uLnTx/>
                <a:uFillTx/>
                <a:latin typeface="Segoe UI"/>
                <a:ea typeface="Yu Gothic UI"/>
                <a:cs typeface="+mn-cs"/>
              </a:rPr>
              <a:t>App</a:t>
            </a:r>
          </a:p>
        </p:txBody>
      </p:sp>
      <p:sp>
        <p:nvSpPr>
          <p:cNvPr id="135" name="正方形/長方形 134">
            <a:extLst>
              <a:ext uri="{FF2B5EF4-FFF2-40B4-BE49-F238E27FC236}">
                <a16:creationId xmlns:a16="http://schemas.microsoft.com/office/drawing/2014/main" id="{CA2F738C-E4E8-4C5C-5EEC-D7F6E689AC90}"/>
              </a:ext>
            </a:extLst>
          </p:cNvPr>
          <p:cNvSpPr/>
          <p:nvPr/>
        </p:nvSpPr>
        <p:spPr bwMode="auto">
          <a:xfrm>
            <a:off x="10609624" y="4377639"/>
            <a:ext cx="1151096" cy="1040286"/>
          </a:xfrm>
          <a:prstGeom prst="rect">
            <a:avLst/>
          </a:prstGeom>
          <a:solidFill>
            <a:schemeClr val="bg1">
              <a:alpha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36" name="右矢印 135">
            <a:extLst>
              <a:ext uri="{FF2B5EF4-FFF2-40B4-BE49-F238E27FC236}">
                <a16:creationId xmlns:a16="http://schemas.microsoft.com/office/drawing/2014/main" id="{3FFAE16B-2FDF-5B7B-1B1D-1773145FFBA2}"/>
              </a:ext>
            </a:extLst>
          </p:cNvPr>
          <p:cNvSpPr/>
          <p:nvPr/>
        </p:nvSpPr>
        <p:spPr bwMode="auto">
          <a:xfrm>
            <a:off x="8181163" y="4420625"/>
            <a:ext cx="3491135" cy="50576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solidFill>
                <a:srgbClr val="FFFFFF"/>
              </a:solidFill>
              <a:ea typeface="Segoe UI" pitchFamily="34" charset="0"/>
              <a:cs typeface="Segoe UI" pitchFamily="34" charset="0"/>
            </a:endParaRPr>
          </a:p>
        </p:txBody>
      </p:sp>
      <p:sp>
        <p:nvSpPr>
          <p:cNvPr id="137" name="TextBox 14">
            <a:extLst>
              <a:ext uri="{FF2B5EF4-FFF2-40B4-BE49-F238E27FC236}">
                <a16:creationId xmlns:a16="http://schemas.microsoft.com/office/drawing/2014/main" id="{D5D1C5C1-77A2-0519-CC88-166B2ED26BB9}"/>
              </a:ext>
            </a:extLst>
          </p:cNvPr>
          <p:cNvSpPr txBox="1"/>
          <p:nvPr/>
        </p:nvSpPr>
        <p:spPr>
          <a:xfrm>
            <a:off x="6577731" y="6228533"/>
            <a:ext cx="5258235" cy="581698"/>
          </a:xfrm>
          <a:prstGeom prst="rect">
            <a:avLst/>
          </a:prstGeom>
          <a:noFill/>
        </p:spPr>
        <p:txBody>
          <a:bodyPr wrap="square" lIns="0" tIns="0" rIns="0" bIns="0" rtlCol="0">
            <a:spAutoFit/>
          </a:bodyPr>
          <a:lstStyle/>
          <a:p>
            <a:pPr marL="285750" lvl="0" indent="-285750" defTabSz="914102" fontAlgn="base">
              <a:lnSpc>
                <a:spcPct val="90000"/>
              </a:lnSpc>
              <a:spcBef>
                <a:spcPct val="0"/>
              </a:spcBef>
              <a:spcAft>
                <a:spcPct val="0"/>
              </a:spcAft>
              <a:buFont typeface="Arial" panose="020B0604020202020204" pitchFamily="34" charset="0"/>
              <a:buChar char="•"/>
              <a:defRPr/>
            </a:pPr>
            <a:r>
              <a:rPr lang="ja-JP" altLang="en-US" sz="1400" b="1">
                <a:latin typeface="Yu Gothic UI" panose="020B0500000000000000" pitchFamily="34" charset="-128"/>
                <a:ea typeface="Yu Gothic UI" panose="020B0500000000000000" pitchFamily="34" charset="-128"/>
                <a:cs typeface="Segoe UI" pitchFamily="34" charset="0"/>
              </a:rPr>
              <a:t>数秒でコンテナーアプリ起動</a:t>
            </a:r>
            <a:endParaRPr lang="en-US" altLang="ja-JP" sz="1400" b="1" dirty="0">
              <a:latin typeface="Yu Gothic UI" panose="020B0500000000000000" pitchFamily="34" charset="-128"/>
              <a:ea typeface="Yu Gothic UI" panose="020B0500000000000000" pitchFamily="34" charset="-128"/>
              <a:cs typeface="Segoe UI" pitchFamily="34" charset="0"/>
            </a:endParaRPr>
          </a:p>
          <a:p>
            <a:pPr marL="285750" lvl="0" indent="-285750" defTabSz="914102" fontAlgn="base">
              <a:lnSpc>
                <a:spcPct val="90000"/>
              </a:lnSpc>
              <a:spcBef>
                <a:spcPct val="0"/>
              </a:spcBef>
              <a:spcAft>
                <a:spcPct val="0"/>
              </a:spcAft>
              <a:buFont typeface="Arial" panose="020B0604020202020204" pitchFamily="34" charset="0"/>
              <a:buChar char="•"/>
              <a:defRPr/>
            </a:pPr>
            <a:r>
              <a:rPr lang="ja-JP" altLang="en-US" sz="1400" b="1">
                <a:latin typeface="Yu Gothic UI" panose="020B0500000000000000" pitchFamily="34" charset="-128"/>
                <a:ea typeface="Yu Gothic UI" panose="020B0500000000000000" pitchFamily="34" charset="-128"/>
                <a:cs typeface="Segoe UI" pitchFamily="34" charset="0"/>
              </a:rPr>
              <a:t>アプリの起動完了機能やスケーリング機能はコンテナー基盤に標準搭載</a:t>
            </a:r>
            <a:br>
              <a:rPr lang="en-US" altLang="ja-JP" sz="1400" dirty="0">
                <a:latin typeface="Yu Gothic UI" panose="020B0500000000000000" pitchFamily="34" charset="-128"/>
                <a:ea typeface="Yu Gothic UI" panose="020B0500000000000000" pitchFamily="34" charset="-128"/>
                <a:cs typeface="Segoe UI" pitchFamily="34" charset="0"/>
              </a:rPr>
            </a:br>
            <a:r>
              <a:rPr lang="en-US" altLang="ja-JP" sz="1400" dirty="0">
                <a:latin typeface="Yu Gothic UI" panose="020B0500000000000000" pitchFamily="34" charset="-128"/>
                <a:ea typeface="Yu Gothic UI" panose="020B0500000000000000" pitchFamily="34" charset="-128"/>
                <a:cs typeface="Segoe UI" pitchFamily="34" charset="0"/>
              </a:rPr>
              <a:t>(Kubernetes, Azure PaaS, etc.)</a:t>
            </a:r>
          </a:p>
        </p:txBody>
      </p:sp>
    </p:spTree>
    <p:extLst>
      <p:ext uri="{BB962C8B-B14F-4D97-AF65-F5344CB8AC3E}">
        <p14:creationId xmlns:p14="http://schemas.microsoft.com/office/powerpoint/2010/main" val="3076766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FBA55-E98C-D29F-A0B3-F553DC271FDC}"/>
            </a:ext>
          </a:extLst>
        </p:cNvPr>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F5059011-DA1C-E63C-C38D-9F3B8AD3310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アプリ開発者とインフラ運用者の橋渡しとしてのコンテナ</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AC9C615D-A35C-7ABC-2EBA-291E931E7AE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0D872395-2334-3B47-A406-4EB49B16F9D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2">
            <a:extLst>
              <a:ext uri="{FF2B5EF4-FFF2-40B4-BE49-F238E27FC236}">
                <a16:creationId xmlns:a16="http://schemas.microsoft.com/office/drawing/2014/main" id="{ADE93509-59C0-97DC-C45D-8D79AED30752}"/>
              </a:ext>
            </a:extLst>
          </p:cNvPr>
          <p:cNvSpPr>
            <a:spLocks noGrp="1"/>
          </p:cNvSpPr>
          <p:nvPr>
            <p:ph idx="1"/>
          </p:nvPr>
        </p:nvSpPr>
        <p:spPr>
          <a:xfrm>
            <a:off x="198232" y="2260882"/>
            <a:ext cx="4869670" cy="4305435"/>
          </a:xfrm>
        </p:spPr>
        <p:txBody>
          <a:bodyPr>
            <a:noAutofit/>
          </a:bodyPr>
          <a:lstStyle/>
          <a:p>
            <a:pPr marL="0" indent="0" algn="r">
              <a:buNone/>
            </a:pPr>
            <a:r>
              <a:rPr lang="ja-JP" altLang="en-US" sz="1600">
                <a:latin typeface="Yu Gothic UI" panose="020B0500000000000000" pitchFamily="34" charset="-128"/>
                <a:ea typeface="Yu Gothic UI" panose="020B0500000000000000" pitchFamily="34" charset="-128"/>
              </a:rPr>
              <a:t>インフラ運用者が基盤</a:t>
            </a:r>
            <a:r>
              <a:rPr lang="en-US" altLang="ja-JP" sz="1600" dirty="0">
                <a:latin typeface="Yu Gothic UI" panose="020B0500000000000000" pitchFamily="34" charset="-128"/>
                <a:ea typeface="Yu Gothic UI" panose="020B0500000000000000" pitchFamily="34" charset="-128"/>
              </a:rPr>
              <a:t> (VM) </a:t>
            </a:r>
            <a:r>
              <a:rPr lang="ja-JP" altLang="en-US" sz="1600">
                <a:latin typeface="Yu Gothic UI" panose="020B0500000000000000" pitchFamily="34" charset="-128"/>
                <a:ea typeface="Yu Gothic UI" panose="020B0500000000000000" pitchFamily="34" charset="-128"/>
              </a:rPr>
              <a:t>を構築し</a:t>
            </a: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アプリ開発部門が利用</a:t>
            </a:r>
            <a:endParaRPr lang="en-US" altLang="ja-JP" sz="1600" dirty="0">
              <a:latin typeface="Yu Gothic UI" panose="020B0500000000000000" pitchFamily="34" charset="-128"/>
              <a:ea typeface="Yu Gothic UI" panose="020B0500000000000000" pitchFamily="34" charset="-128"/>
            </a:endParaRPr>
          </a:p>
          <a:p>
            <a:pPr marL="0" indent="0" algn="r">
              <a:buNone/>
            </a:pP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インフラ運用者がアプリごとに</a:t>
            </a: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基盤</a:t>
            </a:r>
            <a:r>
              <a:rPr lang="en-US" altLang="ja-JP" sz="1600" dirty="0">
                <a:latin typeface="Yu Gothic UI" panose="020B0500000000000000" pitchFamily="34" charset="-128"/>
                <a:ea typeface="Yu Gothic UI" panose="020B0500000000000000" pitchFamily="34" charset="-128"/>
              </a:rPr>
              <a:t> (VM) </a:t>
            </a:r>
            <a:r>
              <a:rPr lang="ja-JP" altLang="en-US" sz="1600">
                <a:latin typeface="Yu Gothic UI" panose="020B0500000000000000" pitchFamily="34" charset="-128"/>
                <a:ea typeface="Yu Gothic UI" panose="020B0500000000000000" pitchFamily="34" charset="-128"/>
              </a:rPr>
              <a:t>を構築して運用</a:t>
            </a:r>
            <a:endParaRPr lang="en-US" altLang="ja-JP" sz="1600" dirty="0">
              <a:latin typeface="Yu Gothic UI" panose="020B0500000000000000" pitchFamily="34" charset="-128"/>
              <a:ea typeface="Yu Gothic UI" panose="020B0500000000000000" pitchFamily="34" charset="-128"/>
            </a:endParaRPr>
          </a:p>
          <a:p>
            <a:pPr marL="0" indent="0" algn="r">
              <a:buNone/>
            </a:pP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アプリの必要なソフト構成（</a:t>
            </a:r>
            <a:r>
              <a:rPr lang="en-US" altLang="ja-JP" sz="1600" dirty="0">
                <a:latin typeface="Yu Gothic UI" panose="020B0500000000000000" pitchFamily="34" charset="-128"/>
                <a:ea typeface="Yu Gothic UI" panose="020B0500000000000000" pitchFamily="34" charset="-128"/>
              </a:rPr>
              <a:t>OS</a:t>
            </a:r>
            <a:r>
              <a:rPr lang="ja-JP" altLang="en-US" sz="1600">
                <a:latin typeface="Yu Gothic UI" panose="020B0500000000000000" pitchFamily="34" charset="-128"/>
                <a:ea typeface="Yu Gothic UI" panose="020B0500000000000000" pitchFamily="34" charset="-128"/>
              </a:rPr>
              <a:t>ライブラリ、</a:t>
            </a: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ランタイムなど）もインフラ運用者が構築</a:t>
            </a:r>
            <a:br>
              <a:rPr lang="en-US" altLang="ja-JP" sz="1600" dirty="0">
                <a:latin typeface="Yu Gothic UI" panose="020B0500000000000000" pitchFamily="34" charset="-128"/>
                <a:ea typeface="Yu Gothic UI" panose="020B0500000000000000" pitchFamily="34" charset="-128"/>
              </a:rPr>
            </a:br>
            <a:endParaRPr lang="en-US" altLang="ja-JP" sz="1600" dirty="0">
              <a:latin typeface="Yu Gothic UI" panose="020B0500000000000000" pitchFamily="34" charset="-128"/>
              <a:ea typeface="Yu Gothic UI" panose="020B0500000000000000" pitchFamily="34" charset="-128"/>
            </a:endParaRPr>
          </a:p>
          <a:p>
            <a:pPr marL="0" indent="0" algn="r">
              <a:buNone/>
            </a:pPr>
            <a:r>
              <a:rPr lang="ja-JP" altLang="en-US" sz="1600">
                <a:latin typeface="Yu Gothic UI" panose="020B0500000000000000" pitchFamily="34" charset="-128"/>
                <a:ea typeface="Yu Gothic UI" panose="020B0500000000000000" pitchFamily="34" charset="-128"/>
              </a:rPr>
              <a:t>アプリに必要なリソース</a:t>
            </a:r>
            <a:r>
              <a:rPr lang="en-US" altLang="ja-JP" sz="1600" dirty="0">
                <a:latin typeface="Yu Gothic UI" panose="020B0500000000000000" pitchFamily="34" charset="-128"/>
                <a:ea typeface="Yu Gothic UI" panose="020B0500000000000000" pitchFamily="34" charset="-128"/>
              </a:rPr>
              <a:t>(CPU, </a:t>
            </a:r>
            <a:r>
              <a:rPr lang="ja-JP" altLang="en-US" sz="1600">
                <a:latin typeface="Yu Gothic UI" panose="020B0500000000000000" pitchFamily="34" charset="-128"/>
                <a:ea typeface="Yu Gothic UI" panose="020B0500000000000000" pitchFamily="34" charset="-128"/>
              </a:rPr>
              <a:t>メモリ</a:t>
            </a:r>
            <a:r>
              <a:rPr lang="en-US" altLang="ja-JP" sz="1600" dirty="0">
                <a:latin typeface="Yu Gothic UI" panose="020B0500000000000000" pitchFamily="34" charset="-128"/>
                <a:ea typeface="Yu Gothic UI" panose="020B0500000000000000" pitchFamily="34" charset="-128"/>
              </a:rPr>
              <a:t>, </a:t>
            </a: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ストレージなど）をインフラ運用者が準備</a:t>
            </a:r>
            <a:endParaRPr lang="en-US" altLang="ja-JP" sz="1600" dirty="0">
              <a:latin typeface="Yu Gothic UI" panose="020B0500000000000000" pitchFamily="34" charset="-128"/>
              <a:ea typeface="Yu Gothic UI" panose="020B0500000000000000" pitchFamily="34" charset="-128"/>
            </a:endParaRPr>
          </a:p>
          <a:p>
            <a:pPr marL="0" indent="0" algn="r">
              <a:buNone/>
            </a:pPr>
            <a:r>
              <a:rPr kumimoji="1" lang="ja-JP" altLang="en-US" sz="1600">
                <a:latin typeface="Yu Gothic UI" panose="020B0500000000000000" pitchFamily="34" charset="-128"/>
                <a:ea typeface="Yu Gothic UI" panose="020B0500000000000000" pitchFamily="34" charset="-128"/>
              </a:rPr>
              <a:t>アプリ開発者は</a:t>
            </a:r>
            <a:r>
              <a:rPr kumimoji="1" lang="en-US" altLang="ja-JP" sz="1600" dirty="0">
                <a:latin typeface="Yu Gothic UI" panose="020B0500000000000000" pitchFamily="34" charset="-128"/>
                <a:ea typeface="Yu Gothic UI" panose="020B0500000000000000" pitchFamily="34" charset="-128"/>
              </a:rPr>
              <a:t>Azure </a:t>
            </a:r>
            <a:r>
              <a:rPr kumimoji="1" lang="ja-JP" altLang="en-US" sz="1600">
                <a:latin typeface="Yu Gothic UI" panose="020B0500000000000000" pitchFamily="34" charset="-128"/>
                <a:ea typeface="Yu Gothic UI" panose="020B0500000000000000" pitchFamily="34" charset="-128"/>
              </a:rPr>
              <a:t>リソースを</a:t>
            </a:r>
            <a:br>
              <a:rPr kumimoji="1" lang="en-US" altLang="ja-JP" sz="1600" dirty="0">
                <a:latin typeface="Yu Gothic UI" panose="020B0500000000000000" pitchFamily="34" charset="-128"/>
                <a:ea typeface="Yu Gothic UI" panose="020B0500000000000000" pitchFamily="34" charset="-128"/>
              </a:rPr>
            </a:br>
            <a:r>
              <a:rPr kumimoji="1" lang="ja-JP" altLang="en-US" sz="1600">
                <a:latin typeface="Yu Gothic UI" panose="020B0500000000000000" pitchFamily="34" charset="-128"/>
                <a:ea typeface="Yu Gothic UI" panose="020B0500000000000000" pitchFamily="34" charset="-128"/>
              </a:rPr>
              <a:t>作成する権限を持たない（触らない）</a:t>
            </a:r>
            <a:endParaRPr kumimoji="1" lang="en-US" altLang="ja-JP" sz="900" dirty="0">
              <a:latin typeface="Yu Gothic UI" panose="020B0500000000000000" pitchFamily="34" charset="-128"/>
              <a:ea typeface="Yu Gothic UI" panose="020B0500000000000000" pitchFamily="34" charset="-128"/>
            </a:endParaRPr>
          </a:p>
          <a:p>
            <a:pPr marL="0" indent="0" algn="r">
              <a:buNone/>
            </a:pP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アプリのスケーリングにはインフラ運用者による</a:t>
            </a:r>
            <a:br>
              <a:rPr lang="en-US" altLang="ja-JP" sz="1600" dirty="0">
                <a:latin typeface="Yu Gothic UI" panose="020B0500000000000000" pitchFamily="34" charset="-128"/>
                <a:ea typeface="Yu Gothic UI" panose="020B0500000000000000" pitchFamily="34" charset="-128"/>
              </a:rPr>
            </a:br>
            <a:r>
              <a:rPr lang="ja-JP" altLang="en-US" sz="1600">
                <a:latin typeface="Yu Gothic UI" panose="020B0500000000000000" pitchFamily="34" charset="-128"/>
                <a:ea typeface="Yu Gothic UI" panose="020B0500000000000000" pitchFamily="34" charset="-128"/>
              </a:rPr>
              <a:t>基盤拡張やアプリの変更が必要</a:t>
            </a:r>
            <a:endParaRPr lang="en-US" altLang="ja-JP" sz="1600" dirty="0">
              <a:latin typeface="Yu Gothic UI" panose="020B0500000000000000" pitchFamily="34" charset="-128"/>
              <a:ea typeface="Yu Gothic UI" panose="020B0500000000000000" pitchFamily="34" charset="-128"/>
            </a:endParaRPr>
          </a:p>
        </p:txBody>
      </p:sp>
      <p:sp>
        <p:nvSpPr>
          <p:cNvPr id="21" name="コンテンツ プレースホルダー 2">
            <a:extLst>
              <a:ext uri="{FF2B5EF4-FFF2-40B4-BE49-F238E27FC236}">
                <a16:creationId xmlns:a16="http://schemas.microsoft.com/office/drawing/2014/main" id="{CBF9F7E8-F9D7-F3A2-2220-769167861049}"/>
              </a:ext>
            </a:extLst>
          </p:cNvPr>
          <p:cNvSpPr txBox="1">
            <a:spLocks/>
          </p:cNvSpPr>
          <p:nvPr/>
        </p:nvSpPr>
        <p:spPr>
          <a:xfrm>
            <a:off x="6568951" y="2265037"/>
            <a:ext cx="5085348"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インフラ部門がコンテナー基盤</a:t>
            </a:r>
            <a:r>
              <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rPr>
              <a:t> (AKS</a:t>
            </a: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など</a:t>
            </a:r>
            <a:r>
              <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rPr>
              <a:t>) </a:t>
            </a: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を構築し、アプリ開発者がアプリをデプロイ</a:t>
            </a:r>
            <a:endPar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rPr>
            </a:b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１つの基盤に複数のアプリ（コンテナー）を</a:t>
            </a:r>
            <a:br>
              <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rPr>
            </a:b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集約して運用</a:t>
            </a:r>
            <a:endPar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rPr>
            </a:b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アプリに必要なソフト構成をコンテナー</a:t>
            </a:r>
            <a:r>
              <a:rPr lang="ja-JP" altLang="en-US" sz="1600">
                <a:solidFill>
                  <a:prstClr val="black"/>
                </a:solidFill>
                <a:latin typeface="Yu Gothic UI" panose="020B0500000000000000" pitchFamily="34" charset="-128"/>
                <a:ea typeface="Yu Gothic UI" panose="020B0500000000000000" pitchFamily="34" charset="-128"/>
              </a:rPr>
              <a:t>イメージ化</a:t>
            </a: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し、基盤と分離。アプリ開発者がコンテナーを自分でカスタマイズし保管・活用</a:t>
            </a:r>
            <a:endPar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アプリ開発者が必要リソースを定義してアプリに割り当て</a:t>
            </a:r>
            <a:endPar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endParaRPr>
          </a:p>
          <a:p>
            <a:pPr marL="0" marR="0" lvl="0" indent="0" algn="l" defTabSz="914400" rtl="0" eaLnBrk="1" fontAlgn="auto" latinLnBrk="0" hangingPunct="1">
              <a:lnSpc>
                <a:spcPct val="90000"/>
              </a:lnSpc>
              <a:spcBef>
                <a:spcPts val="22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アプリ開発者は直接</a:t>
            </a:r>
            <a:r>
              <a:rPr lang="ja-JP" altLang="en-US" sz="1600">
                <a:solidFill>
                  <a:prstClr val="black"/>
                </a:solidFill>
                <a:latin typeface="Yu Gothic UI" panose="020B0500000000000000" pitchFamily="34" charset="-128"/>
                <a:ea typeface="Yu Gothic UI" panose="020B0500000000000000" pitchFamily="34" charset="-128"/>
              </a:rPr>
              <a:t>コンテナー基盤</a:t>
            </a: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のクライアントツール</a:t>
            </a:r>
            <a:r>
              <a:rPr lang="en-US" altLang="ja-JP" sz="1600" dirty="0">
                <a:solidFill>
                  <a:prstClr val="black"/>
                </a:solidFill>
                <a:latin typeface="Yu Gothic UI" panose="020B0500000000000000" pitchFamily="34" charset="-128"/>
                <a:ea typeface="Yu Gothic UI" panose="020B0500000000000000" pitchFamily="34" charset="-128"/>
              </a:rPr>
              <a:t> (</a:t>
            </a:r>
            <a:r>
              <a:rPr lang="en-US" altLang="ja-JP" sz="1600" dirty="0" err="1">
                <a:solidFill>
                  <a:prstClr val="black"/>
                </a:solidFill>
                <a:latin typeface="Yu Gothic UI" panose="020B0500000000000000" pitchFamily="34" charset="-128"/>
                <a:ea typeface="Yu Gothic UI" panose="020B0500000000000000" pitchFamily="34" charset="-128"/>
              </a:rPr>
              <a:t>kubectl</a:t>
            </a:r>
            <a:r>
              <a:rPr lang="en-US" altLang="ja-JP" sz="1600" dirty="0">
                <a:solidFill>
                  <a:prstClr val="black"/>
                </a:solidFill>
                <a:latin typeface="Yu Gothic UI" panose="020B0500000000000000" pitchFamily="34" charset="-128"/>
                <a:ea typeface="Yu Gothic UI" panose="020B0500000000000000" pitchFamily="34" charset="-128"/>
              </a:rPr>
              <a:t>, IDE </a:t>
            </a:r>
            <a:r>
              <a:rPr lang="ja-JP" altLang="en-US" sz="1600">
                <a:solidFill>
                  <a:prstClr val="black"/>
                </a:solidFill>
                <a:latin typeface="Yu Gothic UI" panose="020B0500000000000000" pitchFamily="34" charset="-128"/>
                <a:ea typeface="Yu Gothic UI" panose="020B0500000000000000" pitchFamily="34" charset="-128"/>
              </a:rPr>
              <a:t>など）</a:t>
            </a: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を利用して操作</a:t>
            </a:r>
            <a:endPar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endParaRPr>
          </a:p>
          <a:p>
            <a:pPr marL="0" marR="0" lvl="0" indent="0" algn="l" defTabSz="914400" rtl="0" eaLnBrk="1" fontAlgn="auto" latinLnBrk="0" hangingPunct="1">
              <a:lnSpc>
                <a:spcPct val="90000"/>
              </a:lnSpc>
              <a:spcBef>
                <a:spcPts val="1600"/>
              </a:spcBef>
              <a:spcAft>
                <a:spcPts val="0"/>
              </a:spcAft>
              <a:buClrTx/>
              <a:buSzTx/>
              <a:buFont typeface="Arial" panose="020B0604020202020204" pitchFamily="34" charset="0"/>
              <a:buNone/>
              <a:tabLst/>
              <a:defRPr/>
            </a:pPr>
            <a:br>
              <a:rPr kumimoji="1" lang="en-US" altLang="ja-JP" sz="1600" b="0" i="0" u="none" strike="noStrike" kern="120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cs typeface="+mn-cs"/>
              </a:rPr>
            </a:b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アプリ開発者がアプリのデプロイ構成パラメータを変更するだけでスケール可能</a:t>
            </a:r>
          </a:p>
        </p:txBody>
      </p:sp>
      <p:sp>
        <p:nvSpPr>
          <p:cNvPr id="23" name="テキスト ボックス 22">
            <a:extLst>
              <a:ext uri="{FF2B5EF4-FFF2-40B4-BE49-F238E27FC236}">
                <a16:creationId xmlns:a16="http://schemas.microsoft.com/office/drawing/2014/main" id="{4FFDC188-DFC4-2DF7-A227-5BA60D340FFD}"/>
              </a:ext>
            </a:extLst>
          </p:cNvPr>
          <p:cNvSpPr txBox="1"/>
          <p:nvPr/>
        </p:nvSpPr>
        <p:spPr>
          <a:xfrm>
            <a:off x="2495550" y="1757128"/>
            <a:ext cx="22980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i="0" u="sng"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既存の運用</a:t>
            </a:r>
          </a:p>
        </p:txBody>
      </p:sp>
      <p:sp>
        <p:nvSpPr>
          <p:cNvPr id="24" name="テキスト ボックス 23">
            <a:extLst>
              <a:ext uri="{FF2B5EF4-FFF2-40B4-BE49-F238E27FC236}">
                <a16:creationId xmlns:a16="http://schemas.microsoft.com/office/drawing/2014/main" id="{C48957A6-5C10-C63D-ED10-325EB238FA0A}"/>
              </a:ext>
            </a:extLst>
          </p:cNvPr>
          <p:cNvSpPr txBox="1"/>
          <p:nvPr/>
        </p:nvSpPr>
        <p:spPr>
          <a:xfrm>
            <a:off x="7962609" y="1670236"/>
            <a:ext cx="22980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i="0" u="sng"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コンテナーの活用</a:t>
            </a:r>
          </a:p>
        </p:txBody>
      </p:sp>
      <p:sp>
        <p:nvSpPr>
          <p:cNvPr id="25" name="テキスト ボックス 24">
            <a:extLst>
              <a:ext uri="{FF2B5EF4-FFF2-40B4-BE49-F238E27FC236}">
                <a16:creationId xmlns:a16="http://schemas.microsoft.com/office/drawing/2014/main" id="{7B560092-2F92-2CBF-BC95-8E4A7BF33C63}"/>
              </a:ext>
            </a:extLst>
          </p:cNvPr>
          <p:cNvSpPr txBox="1"/>
          <p:nvPr/>
        </p:nvSpPr>
        <p:spPr>
          <a:xfrm>
            <a:off x="6294630" y="1986541"/>
            <a:ext cx="145180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78D4"/>
                </a:solidFill>
                <a:effectLst/>
                <a:uLnTx/>
                <a:uFillTx/>
                <a:latin typeface="Yu Gothic UI" panose="020B0500000000000000" pitchFamily="34" charset="-128"/>
                <a:ea typeface="Yu Gothic UI" panose="020B0500000000000000" pitchFamily="34" charset="-128"/>
                <a:cs typeface="+mn-cs"/>
              </a:rPr>
              <a:t>基盤提供</a:t>
            </a:r>
          </a:p>
        </p:txBody>
      </p:sp>
      <p:sp>
        <p:nvSpPr>
          <p:cNvPr id="26" name="テキスト ボックス 25">
            <a:extLst>
              <a:ext uri="{FF2B5EF4-FFF2-40B4-BE49-F238E27FC236}">
                <a16:creationId xmlns:a16="http://schemas.microsoft.com/office/drawing/2014/main" id="{F8B53D15-0190-A751-CD4C-B67A689B4B18}"/>
              </a:ext>
            </a:extLst>
          </p:cNvPr>
          <p:cNvSpPr txBox="1"/>
          <p:nvPr/>
        </p:nvSpPr>
        <p:spPr>
          <a:xfrm>
            <a:off x="6325314" y="2776034"/>
            <a:ext cx="250958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78D4"/>
                </a:solidFill>
                <a:effectLst/>
                <a:uLnTx/>
                <a:uFillTx/>
                <a:latin typeface="Yu Gothic UI" panose="020B0500000000000000" pitchFamily="34" charset="-128"/>
                <a:ea typeface="Yu Gothic UI" panose="020B0500000000000000" pitchFamily="34" charset="-128"/>
                <a:cs typeface="+mn-cs"/>
              </a:rPr>
              <a:t>アプリ集約し効率化</a:t>
            </a:r>
          </a:p>
        </p:txBody>
      </p:sp>
      <p:sp>
        <p:nvSpPr>
          <p:cNvPr id="27" name="テキスト ボックス 26">
            <a:extLst>
              <a:ext uri="{FF2B5EF4-FFF2-40B4-BE49-F238E27FC236}">
                <a16:creationId xmlns:a16="http://schemas.microsoft.com/office/drawing/2014/main" id="{8A8F9474-5FB7-9E28-5D97-8A47BA29C637}"/>
              </a:ext>
            </a:extLst>
          </p:cNvPr>
          <p:cNvSpPr txBox="1"/>
          <p:nvPr/>
        </p:nvSpPr>
        <p:spPr>
          <a:xfrm>
            <a:off x="6325314" y="3565527"/>
            <a:ext cx="55084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78D4"/>
                </a:solidFill>
                <a:effectLst/>
                <a:uLnTx/>
                <a:uFillTx/>
                <a:latin typeface="Yu Gothic UI" panose="020B0500000000000000" pitchFamily="34" charset="-128"/>
                <a:ea typeface="Yu Gothic UI" panose="020B0500000000000000" pitchFamily="34" charset="-128"/>
                <a:cs typeface="+mn-cs"/>
              </a:rPr>
              <a:t>セルフサービス化・基盤とアプリの分離</a:t>
            </a:r>
          </a:p>
        </p:txBody>
      </p:sp>
      <p:sp>
        <p:nvSpPr>
          <p:cNvPr id="28" name="テキスト ボックス 27">
            <a:extLst>
              <a:ext uri="{FF2B5EF4-FFF2-40B4-BE49-F238E27FC236}">
                <a16:creationId xmlns:a16="http://schemas.microsoft.com/office/drawing/2014/main" id="{C2374C04-743A-FC91-9009-6598399EA9C0}"/>
              </a:ext>
            </a:extLst>
          </p:cNvPr>
          <p:cNvSpPr txBox="1"/>
          <p:nvPr/>
        </p:nvSpPr>
        <p:spPr>
          <a:xfrm>
            <a:off x="6420561" y="5712571"/>
            <a:ext cx="154204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0078D4"/>
                </a:solidFill>
                <a:effectLst/>
                <a:uLnTx/>
                <a:uFillTx/>
                <a:latin typeface="Yu Gothic UI" panose="020B0500000000000000" pitchFamily="34" charset="-128"/>
                <a:ea typeface="Yu Gothic UI" panose="020B0500000000000000" pitchFamily="34" charset="-128"/>
                <a:cs typeface="+mn-cs"/>
              </a:rPr>
              <a:t>スケーラブル</a:t>
            </a:r>
          </a:p>
        </p:txBody>
      </p:sp>
      <p:grpSp>
        <p:nvGrpSpPr>
          <p:cNvPr id="29" name="グループ化 28">
            <a:extLst>
              <a:ext uri="{FF2B5EF4-FFF2-40B4-BE49-F238E27FC236}">
                <a16:creationId xmlns:a16="http://schemas.microsoft.com/office/drawing/2014/main" id="{1159C5ED-1826-2431-2899-0CCD419A730E}"/>
              </a:ext>
            </a:extLst>
          </p:cNvPr>
          <p:cNvGrpSpPr/>
          <p:nvPr/>
        </p:nvGrpSpPr>
        <p:grpSpPr>
          <a:xfrm>
            <a:off x="5263526" y="2495572"/>
            <a:ext cx="1078829" cy="3655095"/>
            <a:chOff x="5079332" y="2282488"/>
            <a:chExt cx="1269329" cy="3655095"/>
          </a:xfrm>
        </p:grpSpPr>
        <p:cxnSp>
          <p:nvCxnSpPr>
            <p:cNvPr id="30" name="直線コネクタ 29">
              <a:extLst>
                <a:ext uri="{FF2B5EF4-FFF2-40B4-BE49-F238E27FC236}">
                  <a16:creationId xmlns:a16="http://schemas.microsoft.com/office/drawing/2014/main" id="{0EBBCBEC-8370-B155-BEA5-3CB6FF33947E}"/>
                </a:ext>
              </a:extLst>
            </p:cNvPr>
            <p:cNvCxnSpPr>
              <a:cxnSpLocks/>
            </p:cNvCxnSpPr>
            <p:nvPr/>
          </p:nvCxnSpPr>
          <p:spPr>
            <a:xfrm>
              <a:off x="5079332" y="2282488"/>
              <a:ext cx="1249279"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4CDD6009-CF68-FB80-7574-EA2B55B863AC}"/>
                </a:ext>
              </a:extLst>
            </p:cNvPr>
            <p:cNvCxnSpPr>
              <a:cxnSpLocks/>
            </p:cNvCxnSpPr>
            <p:nvPr/>
          </p:nvCxnSpPr>
          <p:spPr>
            <a:xfrm>
              <a:off x="5079332" y="3067386"/>
              <a:ext cx="1249279"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B3D7566-446C-1DEA-C8C9-C0B9445324EB}"/>
                </a:ext>
              </a:extLst>
            </p:cNvPr>
            <p:cNvCxnSpPr>
              <a:cxnSpLocks/>
            </p:cNvCxnSpPr>
            <p:nvPr/>
          </p:nvCxnSpPr>
          <p:spPr>
            <a:xfrm>
              <a:off x="5099382" y="3898083"/>
              <a:ext cx="1249279"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C84E9BB0-39EA-6DCB-1150-BB2566DFE777}"/>
                </a:ext>
              </a:extLst>
            </p:cNvPr>
            <p:cNvCxnSpPr>
              <a:cxnSpLocks/>
            </p:cNvCxnSpPr>
            <p:nvPr/>
          </p:nvCxnSpPr>
          <p:spPr>
            <a:xfrm>
              <a:off x="5099382" y="4571336"/>
              <a:ext cx="1249279"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7C805B37-AC65-C53B-B019-D3B93B37E629}"/>
                </a:ext>
              </a:extLst>
            </p:cNvPr>
            <p:cNvCxnSpPr>
              <a:cxnSpLocks/>
            </p:cNvCxnSpPr>
            <p:nvPr/>
          </p:nvCxnSpPr>
          <p:spPr>
            <a:xfrm>
              <a:off x="5099382" y="5254289"/>
              <a:ext cx="1249279"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4605AED0-61FC-AE50-6B6F-AE6376BB31E3}"/>
                </a:ext>
              </a:extLst>
            </p:cNvPr>
            <p:cNvCxnSpPr>
              <a:cxnSpLocks/>
            </p:cNvCxnSpPr>
            <p:nvPr/>
          </p:nvCxnSpPr>
          <p:spPr>
            <a:xfrm>
              <a:off x="5099382" y="5937583"/>
              <a:ext cx="1249279"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36" name="テキスト ボックス 35">
            <a:extLst>
              <a:ext uri="{FF2B5EF4-FFF2-40B4-BE49-F238E27FC236}">
                <a16:creationId xmlns:a16="http://schemas.microsoft.com/office/drawing/2014/main" id="{AB884B90-D93F-0193-9474-2B31647859FA}"/>
              </a:ext>
            </a:extLst>
          </p:cNvPr>
          <p:cNvSpPr txBox="1"/>
          <p:nvPr/>
        </p:nvSpPr>
        <p:spPr>
          <a:xfrm>
            <a:off x="685800" y="1349659"/>
            <a:ext cx="119937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solidFill>
                  <a:prstClr val="black"/>
                </a:solidFill>
                <a:latin typeface="Yu Gothic UI" panose="020B0500000000000000" pitchFamily="34" charset="-128"/>
                <a:ea typeface="Yu Gothic UI" panose="020B0500000000000000" pitchFamily="34" charset="-128"/>
              </a:rPr>
              <a:t>コンテナーで</a:t>
            </a:r>
            <a:r>
              <a:rPr kumimoji="1" lang="ja-JP" altLang="en-US" sz="1600" b="0" i="0" u="none" strike="noStrike" kern="120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cs typeface="+mn-cs"/>
              </a:rPr>
              <a:t>インフラとアプリを分離して基盤運用を効率化、アプリ開発・運用のセルフサービス化によるアジャイル化を実現</a:t>
            </a:r>
          </a:p>
        </p:txBody>
      </p:sp>
    </p:spTree>
    <p:extLst>
      <p:ext uri="{BB962C8B-B14F-4D97-AF65-F5344CB8AC3E}">
        <p14:creationId xmlns:p14="http://schemas.microsoft.com/office/powerpoint/2010/main" val="3497958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A2BA-22E7-105E-DC46-70F8CC347F2E}"/>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6763F0E7-4AB0-9E18-F6BD-414C8169CC1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US" altLang="ja-JP" sz="2025" b="1" dirty="0">
                <a:solidFill>
                  <a:srgbClr val="1F2937"/>
                </a:solidFill>
                <a:latin typeface="Meiryo UI"/>
                <a:ea typeface="Meiryo UI"/>
                <a:cs typeface="Meiryo UI"/>
              </a:rPr>
              <a:t>Azure </a:t>
            </a:r>
            <a:r>
              <a:rPr lang="ja-JP" altLang="en-US" sz="2025" b="1">
                <a:solidFill>
                  <a:srgbClr val="1F2937"/>
                </a:solidFill>
                <a:latin typeface="Meiryo UI"/>
                <a:ea typeface="Meiryo UI"/>
                <a:cs typeface="Meiryo UI"/>
              </a:rPr>
              <a:t>のコンテナサービスの全体像</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5668616F-E554-25DB-464B-68E2A89EAC7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57FEBED1-A229-5AB6-2216-FFACCB0E891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6" name="角丸四角形 15">
            <a:extLst>
              <a:ext uri="{FF2B5EF4-FFF2-40B4-BE49-F238E27FC236}">
                <a16:creationId xmlns:a16="http://schemas.microsoft.com/office/drawing/2014/main" id="{6D5AC068-EAEC-98B4-9136-6218D624229F}"/>
              </a:ext>
            </a:extLst>
          </p:cNvPr>
          <p:cNvSpPr/>
          <p:nvPr/>
        </p:nvSpPr>
        <p:spPr>
          <a:xfrm>
            <a:off x="942667" y="2112246"/>
            <a:ext cx="4307760" cy="93667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B55761B-E348-3C0F-ADEE-7400302009BC}"/>
              </a:ext>
            </a:extLst>
          </p:cNvPr>
          <p:cNvSpPr txBox="1"/>
          <p:nvPr/>
        </p:nvSpPr>
        <p:spPr>
          <a:xfrm>
            <a:off x="1542432" y="2387851"/>
            <a:ext cx="3107061"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レジストリ</a:t>
            </a:r>
          </a:p>
        </p:txBody>
      </p:sp>
      <p:sp>
        <p:nvSpPr>
          <p:cNvPr id="18" name="角丸四角形 17">
            <a:extLst>
              <a:ext uri="{FF2B5EF4-FFF2-40B4-BE49-F238E27FC236}">
                <a16:creationId xmlns:a16="http://schemas.microsoft.com/office/drawing/2014/main" id="{D56A89A5-3696-AEB3-57C7-C6D949F34E88}"/>
              </a:ext>
            </a:extLst>
          </p:cNvPr>
          <p:cNvSpPr/>
          <p:nvPr/>
        </p:nvSpPr>
        <p:spPr>
          <a:xfrm>
            <a:off x="942667" y="3572336"/>
            <a:ext cx="4307760" cy="1141312"/>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124414E5-85D6-98DA-4F41-CBAF55C52E40}"/>
              </a:ext>
            </a:extLst>
          </p:cNvPr>
          <p:cNvSpPr txBox="1"/>
          <p:nvPr/>
        </p:nvSpPr>
        <p:spPr>
          <a:xfrm>
            <a:off x="1542432" y="3945727"/>
            <a:ext cx="3107061"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コントロールプレーン</a:t>
            </a:r>
          </a:p>
        </p:txBody>
      </p:sp>
      <p:sp>
        <p:nvSpPr>
          <p:cNvPr id="20" name="角丸四角形 19">
            <a:extLst>
              <a:ext uri="{FF2B5EF4-FFF2-40B4-BE49-F238E27FC236}">
                <a16:creationId xmlns:a16="http://schemas.microsoft.com/office/drawing/2014/main" id="{1B332B82-A8A8-44FF-1038-072874B1FA8F}"/>
              </a:ext>
            </a:extLst>
          </p:cNvPr>
          <p:cNvSpPr/>
          <p:nvPr/>
        </p:nvSpPr>
        <p:spPr>
          <a:xfrm>
            <a:off x="937168" y="5237065"/>
            <a:ext cx="4307760" cy="1141312"/>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4DD881F5-F676-5743-49BC-735D82A79366}"/>
              </a:ext>
            </a:extLst>
          </p:cNvPr>
          <p:cNvSpPr txBox="1"/>
          <p:nvPr/>
        </p:nvSpPr>
        <p:spPr>
          <a:xfrm>
            <a:off x="1542432" y="5610456"/>
            <a:ext cx="3107061"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データプレーン</a:t>
            </a:r>
          </a:p>
        </p:txBody>
      </p:sp>
      <p:sp>
        <p:nvSpPr>
          <p:cNvPr id="22" name="テキスト ボックス 21">
            <a:extLst>
              <a:ext uri="{FF2B5EF4-FFF2-40B4-BE49-F238E27FC236}">
                <a16:creationId xmlns:a16="http://schemas.microsoft.com/office/drawing/2014/main" id="{B0D68AA2-3658-5495-42D1-B041D8329867}"/>
              </a:ext>
            </a:extLst>
          </p:cNvPr>
          <p:cNvSpPr txBox="1"/>
          <p:nvPr/>
        </p:nvSpPr>
        <p:spPr>
          <a:xfrm>
            <a:off x="5594555" y="2099639"/>
            <a:ext cx="5515897" cy="830997"/>
          </a:xfrm>
          <a:prstGeom prst="rect">
            <a:avLst/>
          </a:prstGeom>
          <a:noFill/>
        </p:spPr>
        <p:txBody>
          <a:bodyPr wrap="square" rtlCol="0">
            <a:spAutoFit/>
          </a:bodyPr>
          <a:lstStyle/>
          <a:p>
            <a:r>
              <a:rPr kumimoji="1" lang="ja-JP" altLang="en-US" sz="1600">
                <a:latin typeface="Yu Gothic UI" panose="020B0500000000000000" pitchFamily="34" charset="-128"/>
                <a:ea typeface="Yu Gothic UI" panose="020B0500000000000000" pitchFamily="34" charset="-128"/>
              </a:rPr>
              <a:t>コンテナイメージの格納場所。</a:t>
            </a:r>
            <a:endParaRPr kumimoji="1" lang="en-US" altLang="ja-JP" sz="1600" dirty="0">
              <a:latin typeface="Yu Gothic UI" panose="020B0500000000000000" pitchFamily="34" charset="-128"/>
              <a:ea typeface="Yu Gothic UI" panose="020B0500000000000000" pitchFamily="34" charset="-128"/>
            </a:endParaRPr>
          </a:p>
          <a:p>
            <a:r>
              <a:rPr kumimoji="1" lang="ja-JP" altLang="en-US" sz="1600">
                <a:latin typeface="Yu Gothic UI" panose="020B0500000000000000" pitchFamily="34" charset="-128"/>
                <a:ea typeface="Yu Gothic UI" panose="020B0500000000000000" pitchFamily="34" charset="-128"/>
              </a:rPr>
              <a:t>コントロールプレーンはデータプレーンに対して、レジストリからコンテナイメージを</a:t>
            </a:r>
            <a:r>
              <a:rPr kumimoji="1" lang="en-US" altLang="ja-JP" sz="1600" dirty="0">
                <a:latin typeface="Yu Gothic UI" panose="020B0500000000000000" pitchFamily="34" charset="-128"/>
                <a:ea typeface="Yu Gothic UI" panose="020B0500000000000000" pitchFamily="34" charset="-128"/>
              </a:rPr>
              <a:t> pull </a:t>
            </a:r>
            <a:r>
              <a:rPr kumimoji="1" lang="ja-JP" altLang="en-US" sz="1600">
                <a:latin typeface="Yu Gothic UI" panose="020B0500000000000000" pitchFamily="34" charset="-128"/>
                <a:ea typeface="Yu Gothic UI" panose="020B0500000000000000" pitchFamily="34" charset="-128"/>
              </a:rPr>
              <a:t>して実行することを指示する。</a:t>
            </a:r>
          </a:p>
        </p:txBody>
      </p:sp>
      <p:sp>
        <p:nvSpPr>
          <p:cNvPr id="23" name="テキスト ボックス 22">
            <a:extLst>
              <a:ext uri="{FF2B5EF4-FFF2-40B4-BE49-F238E27FC236}">
                <a16:creationId xmlns:a16="http://schemas.microsoft.com/office/drawing/2014/main" id="{8A6D7FD1-0E88-1362-BB3E-DB0DD7068A58}"/>
              </a:ext>
            </a:extLst>
          </p:cNvPr>
          <p:cNvSpPr txBox="1"/>
          <p:nvPr/>
        </p:nvSpPr>
        <p:spPr>
          <a:xfrm>
            <a:off x="5594555" y="3572336"/>
            <a:ext cx="5515897" cy="1354217"/>
          </a:xfrm>
          <a:prstGeom prst="rect">
            <a:avLst/>
          </a:prstGeom>
          <a:noFill/>
        </p:spPr>
        <p:txBody>
          <a:bodyPr wrap="square" rtlCol="0">
            <a:spAutoFit/>
          </a:bodyPr>
          <a:lstStyle/>
          <a:p>
            <a:r>
              <a:rPr kumimoji="1" lang="ja-JP" altLang="en-US" sz="1600">
                <a:latin typeface="Yu Gothic UI" panose="020B0500000000000000" pitchFamily="34" charset="-128"/>
                <a:ea typeface="Yu Gothic UI" panose="020B0500000000000000" pitchFamily="34" charset="-128"/>
              </a:rPr>
              <a:t>どのコンテナを、いつ、どのデータプレーンで、いくつ実行するかを管理する。</a:t>
            </a:r>
            <a:endParaRPr kumimoji="1" lang="en-US" altLang="ja-JP" sz="1600" dirty="0">
              <a:latin typeface="Yu Gothic UI" panose="020B0500000000000000" pitchFamily="34" charset="-128"/>
              <a:ea typeface="Yu Gothic UI" panose="020B0500000000000000" pitchFamily="34" charset="-128"/>
            </a:endParaRPr>
          </a:p>
          <a:p>
            <a:r>
              <a:rPr kumimoji="1" lang="ja-JP" altLang="en-US" sz="1600">
                <a:latin typeface="Yu Gothic UI" panose="020B0500000000000000" pitchFamily="34" charset="-128"/>
                <a:ea typeface="Yu Gothic UI" panose="020B0500000000000000" pitchFamily="34" charset="-128"/>
              </a:rPr>
              <a:t>想定外にコンテナやデータプレーンがダウンした場合に当初の指示通りの実行状況になるように回復も試みる。</a:t>
            </a:r>
            <a:endParaRPr kumimoji="1" lang="en-US" altLang="ja-JP" sz="1600" dirty="0">
              <a:latin typeface="Yu Gothic UI" panose="020B0500000000000000" pitchFamily="34" charset="-128"/>
              <a:ea typeface="Yu Gothic UI" panose="020B0500000000000000" pitchFamily="34" charset="-128"/>
            </a:endParaRPr>
          </a:p>
          <a:p>
            <a:r>
              <a:rPr kumimoji="1" lang="ja-JP" altLang="en-US" sz="1600">
                <a:latin typeface="Yu Gothic UI" panose="020B0500000000000000" pitchFamily="34" charset="-128"/>
                <a:ea typeface="Yu Gothic UI" panose="020B0500000000000000" pitchFamily="34" charset="-128"/>
              </a:rPr>
              <a:t>大規模なコンテナ実行環境の場合に利用する。</a:t>
            </a:r>
          </a:p>
        </p:txBody>
      </p:sp>
      <p:sp>
        <p:nvSpPr>
          <p:cNvPr id="24" name="テキスト ボックス 23">
            <a:extLst>
              <a:ext uri="{FF2B5EF4-FFF2-40B4-BE49-F238E27FC236}">
                <a16:creationId xmlns:a16="http://schemas.microsoft.com/office/drawing/2014/main" id="{0EFD7536-BBDA-2EC1-4192-2D3E41A8CDE2}"/>
              </a:ext>
            </a:extLst>
          </p:cNvPr>
          <p:cNvSpPr txBox="1"/>
          <p:nvPr/>
        </p:nvSpPr>
        <p:spPr>
          <a:xfrm>
            <a:off x="5594555" y="5237065"/>
            <a:ext cx="5515897" cy="830997"/>
          </a:xfrm>
          <a:prstGeom prst="rect">
            <a:avLst/>
          </a:prstGeom>
          <a:noFill/>
        </p:spPr>
        <p:txBody>
          <a:bodyPr wrap="square" rtlCol="0">
            <a:spAutoFit/>
          </a:bodyPr>
          <a:lstStyle/>
          <a:p>
            <a:r>
              <a:rPr kumimoji="1" lang="ja-JP" altLang="en-US" sz="1600">
                <a:latin typeface="Yu Gothic UI" panose="020B0500000000000000" pitchFamily="34" charset="-128"/>
                <a:ea typeface="Yu Gothic UI" panose="020B0500000000000000" pitchFamily="34" charset="-128"/>
              </a:rPr>
              <a:t>コントロールプレーンの指示に従ってコンテナアプリを実行する。</a:t>
            </a:r>
            <a:endParaRPr kumimoji="1" lang="en-US" altLang="ja-JP" sz="1600" dirty="0">
              <a:latin typeface="Yu Gothic UI" panose="020B0500000000000000" pitchFamily="34" charset="-128"/>
              <a:ea typeface="Yu Gothic UI" panose="020B0500000000000000" pitchFamily="34" charset="-128"/>
            </a:endParaRPr>
          </a:p>
          <a:p>
            <a:r>
              <a:rPr kumimoji="1" lang="ja-JP" altLang="en-US" sz="1600">
                <a:latin typeface="Yu Gothic UI" panose="020B0500000000000000" pitchFamily="34" charset="-128"/>
                <a:ea typeface="Yu Gothic UI" panose="020B0500000000000000" pitchFamily="34" charset="-128"/>
              </a:rPr>
              <a:t>コントロールプレーンがない場合は各データプレーン内のコンテナエンジンの指示に従う。</a:t>
            </a:r>
          </a:p>
        </p:txBody>
      </p:sp>
      <p:sp>
        <p:nvSpPr>
          <p:cNvPr id="25" name="テキスト ボックス 24">
            <a:extLst>
              <a:ext uri="{FF2B5EF4-FFF2-40B4-BE49-F238E27FC236}">
                <a16:creationId xmlns:a16="http://schemas.microsoft.com/office/drawing/2014/main" id="{5F81EAD5-E86A-4498-AA1C-50C9A00D8CF4}"/>
              </a:ext>
            </a:extLst>
          </p:cNvPr>
          <p:cNvSpPr txBox="1"/>
          <p:nvPr/>
        </p:nvSpPr>
        <p:spPr>
          <a:xfrm>
            <a:off x="937168" y="1472372"/>
            <a:ext cx="3107061"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コンテナ環境の主な構成要素</a:t>
            </a:r>
          </a:p>
        </p:txBody>
      </p:sp>
    </p:spTree>
    <p:extLst>
      <p:ext uri="{BB962C8B-B14F-4D97-AF65-F5344CB8AC3E}">
        <p14:creationId xmlns:p14="http://schemas.microsoft.com/office/powerpoint/2010/main" val="144624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FE764-833D-B684-3DD9-4C984EFED7FD}"/>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A9F8C4D7-7618-DAF1-B6A9-7E1E6287A33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US" altLang="ja-JP" sz="2025" b="1" dirty="0">
                <a:solidFill>
                  <a:srgbClr val="1F2937"/>
                </a:solidFill>
                <a:latin typeface="Meiryo UI"/>
                <a:ea typeface="Meiryo UI"/>
                <a:cs typeface="Meiryo UI"/>
              </a:rPr>
              <a:t>Azure </a:t>
            </a:r>
            <a:r>
              <a:rPr lang="ja-JP" altLang="en-US" sz="2025" b="1">
                <a:solidFill>
                  <a:srgbClr val="1F2937"/>
                </a:solidFill>
                <a:latin typeface="Meiryo UI"/>
                <a:ea typeface="Meiryo UI"/>
                <a:cs typeface="Meiryo UI"/>
              </a:rPr>
              <a:t>のコンテナサービスの全体像</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B477D2C9-C262-49E9-7F47-7C75532D9DC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21783991-1A6D-09F4-2FF8-D31FA0BC882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6" name="角丸四角形 15">
            <a:extLst>
              <a:ext uri="{FF2B5EF4-FFF2-40B4-BE49-F238E27FC236}">
                <a16:creationId xmlns:a16="http://schemas.microsoft.com/office/drawing/2014/main" id="{CF224980-CE0C-9FFC-1935-E5AC66ED86AF}"/>
              </a:ext>
            </a:extLst>
          </p:cNvPr>
          <p:cNvSpPr/>
          <p:nvPr/>
        </p:nvSpPr>
        <p:spPr>
          <a:xfrm>
            <a:off x="942667" y="2112246"/>
            <a:ext cx="4307760" cy="93667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3CE6296-CAFA-D15C-F137-96BDF1EA834C}"/>
              </a:ext>
            </a:extLst>
          </p:cNvPr>
          <p:cNvSpPr txBox="1"/>
          <p:nvPr/>
        </p:nvSpPr>
        <p:spPr>
          <a:xfrm>
            <a:off x="1542432" y="2387851"/>
            <a:ext cx="3107061"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レジストリ</a:t>
            </a:r>
          </a:p>
        </p:txBody>
      </p:sp>
      <p:sp>
        <p:nvSpPr>
          <p:cNvPr id="18" name="角丸四角形 17">
            <a:extLst>
              <a:ext uri="{FF2B5EF4-FFF2-40B4-BE49-F238E27FC236}">
                <a16:creationId xmlns:a16="http://schemas.microsoft.com/office/drawing/2014/main" id="{DF45563F-E799-D5E7-EF32-5CB2A7A2EEB3}"/>
              </a:ext>
            </a:extLst>
          </p:cNvPr>
          <p:cNvSpPr/>
          <p:nvPr/>
        </p:nvSpPr>
        <p:spPr>
          <a:xfrm>
            <a:off x="942667" y="3572336"/>
            <a:ext cx="4307760" cy="1141312"/>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ECDFD65-4941-D282-5E3B-440D8A8BC4AA}"/>
              </a:ext>
            </a:extLst>
          </p:cNvPr>
          <p:cNvSpPr txBox="1"/>
          <p:nvPr/>
        </p:nvSpPr>
        <p:spPr>
          <a:xfrm>
            <a:off x="1542432" y="3945727"/>
            <a:ext cx="3107061"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コントロールプレーン</a:t>
            </a:r>
          </a:p>
        </p:txBody>
      </p:sp>
      <p:sp>
        <p:nvSpPr>
          <p:cNvPr id="20" name="角丸四角形 19">
            <a:extLst>
              <a:ext uri="{FF2B5EF4-FFF2-40B4-BE49-F238E27FC236}">
                <a16:creationId xmlns:a16="http://schemas.microsoft.com/office/drawing/2014/main" id="{56BD4BFC-A463-9E29-2A4A-7E0B4BC3FD81}"/>
              </a:ext>
            </a:extLst>
          </p:cNvPr>
          <p:cNvSpPr/>
          <p:nvPr/>
        </p:nvSpPr>
        <p:spPr>
          <a:xfrm>
            <a:off x="937168" y="5237065"/>
            <a:ext cx="4307760" cy="1141312"/>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E90EF82-B776-2840-7F43-0E7042E0B18C}"/>
              </a:ext>
            </a:extLst>
          </p:cNvPr>
          <p:cNvSpPr txBox="1"/>
          <p:nvPr/>
        </p:nvSpPr>
        <p:spPr>
          <a:xfrm>
            <a:off x="1542432" y="5610456"/>
            <a:ext cx="3107061"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データプレーン</a:t>
            </a:r>
          </a:p>
        </p:txBody>
      </p:sp>
      <p:sp>
        <p:nvSpPr>
          <p:cNvPr id="25" name="テキスト ボックス 24">
            <a:extLst>
              <a:ext uri="{FF2B5EF4-FFF2-40B4-BE49-F238E27FC236}">
                <a16:creationId xmlns:a16="http://schemas.microsoft.com/office/drawing/2014/main" id="{A3849D72-010F-EB4B-02BE-2AB62F8B9CDF}"/>
              </a:ext>
            </a:extLst>
          </p:cNvPr>
          <p:cNvSpPr txBox="1"/>
          <p:nvPr/>
        </p:nvSpPr>
        <p:spPr>
          <a:xfrm>
            <a:off x="937168" y="1472372"/>
            <a:ext cx="4893361" cy="369332"/>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コンテナの構成要素に対応する</a:t>
            </a: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 Azure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のサービス</a:t>
            </a:r>
          </a:p>
        </p:txBody>
      </p:sp>
      <p:pic>
        <p:nvPicPr>
          <p:cNvPr id="5" name="グラフィックス 4">
            <a:extLst>
              <a:ext uri="{FF2B5EF4-FFF2-40B4-BE49-F238E27FC236}">
                <a16:creationId xmlns:a16="http://schemas.microsoft.com/office/drawing/2014/main" id="{43AD8C48-5542-C79C-EFDA-D9F17539B6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9255" y="3572336"/>
            <a:ext cx="557263" cy="557263"/>
          </a:xfrm>
          <a:prstGeom prst="rect">
            <a:avLst/>
          </a:prstGeom>
        </p:spPr>
      </p:pic>
      <p:pic>
        <p:nvPicPr>
          <p:cNvPr id="7" name="グラフィックス 6">
            <a:extLst>
              <a:ext uri="{FF2B5EF4-FFF2-40B4-BE49-F238E27FC236}">
                <a16:creationId xmlns:a16="http://schemas.microsoft.com/office/drawing/2014/main" id="{87DF0E83-6E03-FF67-03BA-5BF3162233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49016" y="3572337"/>
            <a:ext cx="557262" cy="557262"/>
          </a:xfrm>
          <a:prstGeom prst="rect">
            <a:avLst/>
          </a:prstGeom>
        </p:spPr>
      </p:pic>
      <p:pic>
        <p:nvPicPr>
          <p:cNvPr id="9" name="グラフィックス 8">
            <a:extLst>
              <a:ext uri="{FF2B5EF4-FFF2-40B4-BE49-F238E27FC236}">
                <a16:creationId xmlns:a16="http://schemas.microsoft.com/office/drawing/2014/main" id="{488EC7F6-F11D-64EA-6D1B-59DDFB6C67F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75655" y="5237064"/>
            <a:ext cx="557263" cy="557263"/>
          </a:xfrm>
          <a:prstGeom prst="rect">
            <a:avLst/>
          </a:prstGeom>
        </p:spPr>
      </p:pic>
      <p:pic>
        <p:nvPicPr>
          <p:cNvPr id="11" name="グラフィックス 10">
            <a:extLst>
              <a:ext uri="{FF2B5EF4-FFF2-40B4-BE49-F238E27FC236}">
                <a16:creationId xmlns:a16="http://schemas.microsoft.com/office/drawing/2014/main" id="{360DF4E6-60A3-D1CA-AA58-6C22A3C388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59255" y="2029542"/>
            <a:ext cx="542975" cy="542975"/>
          </a:xfrm>
          <a:prstGeom prst="rect">
            <a:avLst/>
          </a:prstGeom>
        </p:spPr>
      </p:pic>
      <p:pic>
        <p:nvPicPr>
          <p:cNvPr id="13" name="グラフィックス 12">
            <a:extLst>
              <a:ext uri="{FF2B5EF4-FFF2-40B4-BE49-F238E27FC236}">
                <a16:creationId xmlns:a16="http://schemas.microsoft.com/office/drawing/2014/main" id="{B9EF45C0-459F-29FD-D5FB-B30930D50B0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46714" y="5237065"/>
            <a:ext cx="557263" cy="557263"/>
          </a:xfrm>
          <a:prstGeom prst="rect">
            <a:avLst/>
          </a:prstGeom>
        </p:spPr>
      </p:pic>
      <p:pic>
        <p:nvPicPr>
          <p:cNvPr id="26" name="グラフィックス 25">
            <a:extLst>
              <a:ext uri="{FF2B5EF4-FFF2-40B4-BE49-F238E27FC236}">
                <a16:creationId xmlns:a16="http://schemas.microsoft.com/office/drawing/2014/main" id="{8EBD5DB4-016F-AE21-5296-565732EB7A9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48857" y="5271889"/>
            <a:ext cx="542975" cy="542975"/>
          </a:xfrm>
          <a:prstGeom prst="rect">
            <a:avLst/>
          </a:prstGeom>
        </p:spPr>
      </p:pic>
      <p:pic>
        <p:nvPicPr>
          <p:cNvPr id="27" name="Picture 54">
            <a:extLst>
              <a:ext uri="{FF2B5EF4-FFF2-40B4-BE49-F238E27FC236}">
                <a16:creationId xmlns:a16="http://schemas.microsoft.com/office/drawing/2014/main" id="{4D9D1D83-CD31-0BEA-D2EC-3AF8DE7423A0}"/>
              </a:ext>
            </a:extLst>
          </p:cNvPr>
          <p:cNvPicPr>
            <a:picLocks noChangeAspect="1"/>
          </p:cNvPicPr>
          <p:nvPr/>
        </p:nvPicPr>
        <p:blipFill>
          <a:blip r:embed="rId9"/>
          <a:stretch>
            <a:fillRect/>
          </a:stretch>
        </p:blipFill>
        <p:spPr>
          <a:xfrm>
            <a:off x="8834174" y="3585730"/>
            <a:ext cx="638793" cy="558148"/>
          </a:xfrm>
          <a:prstGeom prst="rect">
            <a:avLst/>
          </a:prstGeom>
        </p:spPr>
      </p:pic>
      <p:sp>
        <p:nvSpPr>
          <p:cNvPr id="28" name="TextBox 136">
            <a:extLst>
              <a:ext uri="{FF2B5EF4-FFF2-40B4-BE49-F238E27FC236}">
                <a16:creationId xmlns:a16="http://schemas.microsoft.com/office/drawing/2014/main" id="{7F8C6696-CAA4-B159-56ED-46DEE8ED60F2}"/>
              </a:ext>
            </a:extLst>
          </p:cNvPr>
          <p:cNvSpPr txBox="1"/>
          <p:nvPr/>
        </p:nvSpPr>
        <p:spPr>
          <a:xfrm>
            <a:off x="5966749" y="4250402"/>
            <a:ext cx="1019510" cy="443198"/>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Kubernetes</a:t>
            </a:r>
            <a:br>
              <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br>
            <a:r>
              <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Service</a:t>
            </a:r>
          </a:p>
        </p:txBody>
      </p:sp>
      <p:sp>
        <p:nvSpPr>
          <p:cNvPr id="29" name="TextBox 65">
            <a:extLst>
              <a:ext uri="{FF2B5EF4-FFF2-40B4-BE49-F238E27FC236}">
                <a16:creationId xmlns:a16="http://schemas.microsoft.com/office/drawing/2014/main" id="{3474B0C2-4758-E872-6FDF-5151A2AA01FB}"/>
              </a:ext>
            </a:extLst>
          </p:cNvPr>
          <p:cNvSpPr txBox="1"/>
          <p:nvPr/>
        </p:nvSpPr>
        <p:spPr>
          <a:xfrm>
            <a:off x="6964758" y="4248208"/>
            <a:ext cx="1721176" cy="452047"/>
          </a:xfrm>
          <a:prstGeom prst="rect">
            <a:avLst/>
          </a:prstGeom>
          <a:noFill/>
        </p:spPr>
        <p:txBody>
          <a:bodyPr wrap="square" lIns="0" tIns="0" rIns="0" bIns="0" rtlCol="0" anchor="ctr">
            <a:spAutoFit/>
          </a:bodyPr>
          <a:lstStyle/>
          <a:p>
            <a:pPr marL="0" marR="0" lvl="0" indent="0" algn="ctr" defTabSz="950481" rtl="0" eaLnBrk="1" fontAlgn="base" latinLnBrk="0" hangingPunct="1">
              <a:lnSpc>
                <a:spcPct val="90000"/>
              </a:lnSpc>
              <a:spcBef>
                <a:spcPct val="0"/>
              </a:spcBef>
              <a:spcAft>
                <a:spcPct val="0"/>
              </a:spcAft>
              <a:buClrTx/>
              <a:buSzTx/>
              <a:buFontTx/>
              <a:buNone/>
              <a:tabLst/>
              <a:defRPr/>
            </a:pPr>
            <a:r>
              <a:rPr kumimoji="0" lang="en-US" sz="1632"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Red Hat</a:t>
            </a:r>
          </a:p>
          <a:p>
            <a:pPr marL="0" marR="0" lvl="0" indent="0" algn="ctr" defTabSz="950481" rtl="0" eaLnBrk="1" fontAlgn="base" latinLnBrk="0" hangingPunct="1">
              <a:lnSpc>
                <a:spcPct val="90000"/>
              </a:lnSpc>
              <a:spcBef>
                <a:spcPct val="0"/>
              </a:spcBef>
              <a:spcAft>
                <a:spcPct val="0"/>
              </a:spcAft>
              <a:buClrTx/>
              <a:buSzTx/>
              <a:buFontTx/>
              <a:buNone/>
              <a:tabLst/>
              <a:defRPr/>
            </a:pPr>
            <a:r>
              <a:rPr kumimoji="0" lang="en-US" sz="1632"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OpenShift</a:t>
            </a:r>
          </a:p>
        </p:txBody>
      </p:sp>
      <p:sp>
        <p:nvSpPr>
          <p:cNvPr id="30" name="TextBox 53">
            <a:extLst>
              <a:ext uri="{FF2B5EF4-FFF2-40B4-BE49-F238E27FC236}">
                <a16:creationId xmlns:a16="http://schemas.microsoft.com/office/drawing/2014/main" id="{72D1A51A-2195-E55F-31CC-10BAAA41ECA6}"/>
              </a:ext>
            </a:extLst>
          </p:cNvPr>
          <p:cNvSpPr txBox="1"/>
          <p:nvPr/>
        </p:nvSpPr>
        <p:spPr>
          <a:xfrm>
            <a:off x="8423979" y="4242066"/>
            <a:ext cx="1459182" cy="451534"/>
          </a:xfrm>
          <a:prstGeom prst="rect">
            <a:avLst/>
          </a:prstGeom>
          <a:noFill/>
        </p:spPr>
        <p:txBody>
          <a:bodyPr wrap="square" lIns="0" tIns="0" rIns="0" bIns="0" rtlCol="0" anchor="ctr">
            <a:spAutoFit/>
          </a:bodyPr>
          <a:lstStyle/>
          <a:p>
            <a:pPr marL="0" marR="0" lvl="0" indent="0" algn="ctr" defTabSz="950481" rtl="0" eaLnBrk="1" fontAlgn="base" latinLnBrk="0" hangingPunct="1">
              <a:lnSpc>
                <a:spcPct val="90000"/>
              </a:lnSpc>
              <a:spcBef>
                <a:spcPct val="0"/>
              </a:spcBef>
              <a:spcAft>
                <a:spcPct val="0"/>
              </a:spcAft>
              <a:buClrTx/>
              <a:buSzTx/>
              <a:buFontTx/>
              <a:buNone/>
              <a:tabLst/>
              <a:defRPr/>
            </a:pPr>
            <a:r>
              <a:rPr kumimoji="0" lang="en-US" sz="163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Container</a:t>
            </a:r>
          </a:p>
          <a:p>
            <a:pPr marL="0" marR="0" lvl="0" indent="0" algn="ctr" defTabSz="950481" rtl="0" eaLnBrk="1" fontAlgn="base" latinLnBrk="0" hangingPunct="1">
              <a:lnSpc>
                <a:spcPct val="90000"/>
              </a:lnSpc>
              <a:spcBef>
                <a:spcPct val="0"/>
              </a:spcBef>
              <a:spcAft>
                <a:spcPct val="0"/>
              </a:spcAft>
              <a:buClrTx/>
              <a:buSzTx/>
              <a:buFontTx/>
              <a:buNone/>
              <a:tabLst/>
              <a:defRPr/>
            </a:pPr>
            <a:r>
              <a:rPr kumimoji="0" lang="en-US" sz="163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Apps</a:t>
            </a:r>
            <a:endParaRPr kumimoji="0" lang="en-US" sz="9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3" name="TextBox 65">
            <a:extLst>
              <a:ext uri="{FF2B5EF4-FFF2-40B4-BE49-F238E27FC236}">
                <a16:creationId xmlns:a16="http://schemas.microsoft.com/office/drawing/2014/main" id="{862AF337-2FEF-330D-D985-160EC8611E04}"/>
              </a:ext>
            </a:extLst>
          </p:cNvPr>
          <p:cNvSpPr txBox="1"/>
          <p:nvPr/>
        </p:nvSpPr>
        <p:spPr>
          <a:xfrm>
            <a:off x="5659756" y="2680640"/>
            <a:ext cx="1721176" cy="452047"/>
          </a:xfrm>
          <a:prstGeom prst="rect">
            <a:avLst/>
          </a:prstGeom>
          <a:noFill/>
        </p:spPr>
        <p:txBody>
          <a:bodyPr wrap="square" lIns="0" tIns="0" rIns="0" bIns="0" rtlCol="0" anchor="ctr">
            <a:spAutoFit/>
          </a:bodyPr>
          <a:lstStyle/>
          <a:p>
            <a:pPr marL="0" marR="0" lvl="0" indent="0" algn="ctr" defTabSz="950481" rtl="0" eaLnBrk="1" fontAlgn="base" latinLnBrk="0" hangingPunct="1">
              <a:lnSpc>
                <a:spcPct val="90000"/>
              </a:lnSpc>
              <a:spcBef>
                <a:spcPct val="0"/>
              </a:spcBef>
              <a:spcAft>
                <a:spcPct val="0"/>
              </a:spcAft>
              <a:buClrTx/>
              <a:buSzTx/>
              <a:buFontTx/>
              <a:buNone/>
              <a:tabLst/>
              <a:defRPr/>
            </a:pPr>
            <a:r>
              <a:rPr kumimoji="0" lang="en-US" sz="1632"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Container</a:t>
            </a:r>
          </a:p>
          <a:p>
            <a:pPr marL="0" marR="0" lvl="0" indent="0" algn="ctr" defTabSz="950481" rtl="0" eaLnBrk="1" fontAlgn="base" latinLnBrk="0" hangingPunct="1">
              <a:lnSpc>
                <a:spcPct val="90000"/>
              </a:lnSpc>
              <a:spcBef>
                <a:spcPct val="0"/>
              </a:spcBef>
              <a:spcAft>
                <a:spcPct val="0"/>
              </a:spcAft>
              <a:buClrTx/>
              <a:buSzTx/>
              <a:buFontTx/>
              <a:buNone/>
              <a:tabLst/>
              <a:defRPr/>
            </a:pPr>
            <a:r>
              <a:rPr lang="en-US" sz="1632"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Registry</a:t>
            </a:r>
            <a:endParaRPr kumimoji="0" lang="en-US" sz="1632"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34" name="Picture 18" descr="A close up of a sign&#10;&#10;Description automatically generated">
            <a:extLst>
              <a:ext uri="{FF2B5EF4-FFF2-40B4-BE49-F238E27FC236}">
                <a16:creationId xmlns:a16="http://schemas.microsoft.com/office/drawing/2014/main" id="{186AA981-EC7B-0A6B-3281-8F7131420F9E}"/>
              </a:ext>
            </a:extLst>
          </p:cNvPr>
          <p:cNvPicPr>
            <a:picLocks noChangeAspect="1"/>
          </p:cNvPicPr>
          <p:nvPr/>
        </p:nvPicPr>
        <p:blipFill>
          <a:blip r:embed="rId10"/>
          <a:stretch>
            <a:fillRect/>
          </a:stretch>
        </p:blipFill>
        <p:spPr>
          <a:xfrm>
            <a:off x="10405763" y="5257601"/>
            <a:ext cx="557263" cy="557263"/>
          </a:xfrm>
          <a:prstGeom prst="rect">
            <a:avLst/>
          </a:prstGeom>
        </p:spPr>
      </p:pic>
      <p:sp>
        <p:nvSpPr>
          <p:cNvPr id="35" name="TextBox 136">
            <a:extLst>
              <a:ext uri="{FF2B5EF4-FFF2-40B4-BE49-F238E27FC236}">
                <a16:creationId xmlns:a16="http://schemas.microsoft.com/office/drawing/2014/main" id="{42943E5A-AB58-CF6A-1C0F-2DEAD6589BFF}"/>
              </a:ext>
            </a:extLst>
          </p:cNvPr>
          <p:cNvSpPr txBox="1"/>
          <p:nvPr/>
        </p:nvSpPr>
        <p:spPr>
          <a:xfrm>
            <a:off x="6364051" y="6045978"/>
            <a:ext cx="312586" cy="221599"/>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VM</a:t>
            </a:r>
          </a:p>
        </p:txBody>
      </p:sp>
      <p:sp>
        <p:nvSpPr>
          <p:cNvPr id="37" name="TextBox 136">
            <a:extLst>
              <a:ext uri="{FF2B5EF4-FFF2-40B4-BE49-F238E27FC236}">
                <a16:creationId xmlns:a16="http://schemas.microsoft.com/office/drawing/2014/main" id="{16EBACCE-7AEC-C683-D919-D532F787BDCB}"/>
              </a:ext>
            </a:extLst>
          </p:cNvPr>
          <p:cNvSpPr txBox="1"/>
          <p:nvPr/>
        </p:nvSpPr>
        <p:spPr>
          <a:xfrm>
            <a:off x="7385320" y="5935178"/>
            <a:ext cx="880048" cy="443198"/>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Container</a:t>
            </a:r>
          </a:p>
          <a:p>
            <a:pPr marL="0" marR="0" lvl="0" indent="0" algn="ctr" defTabSz="931757" rtl="0" eaLnBrk="1" fontAlgn="base" latinLnBrk="0" hangingPunct="1">
              <a:lnSpc>
                <a:spcPct val="90000"/>
              </a:lnSpc>
              <a:spcBef>
                <a:spcPct val="0"/>
              </a:spcBef>
              <a:spcAft>
                <a:spcPct val="0"/>
              </a:spcAft>
              <a:buClrTx/>
              <a:buSzTx/>
              <a:buFontTx/>
              <a:buNone/>
              <a:tabLst/>
              <a:defRPr/>
            </a:pPr>
            <a:r>
              <a:rPr lang="en-US"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Instances</a:t>
            </a:r>
            <a:endPar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8" name="TextBox 136">
            <a:extLst>
              <a:ext uri="{FF2B5EF4-FFF2-40B4-BE49-F238E27FC236}">
                <a16:creationId xmlns:a16="http://schemas.microsoft.com/office/drawing/2014/main" id="{A54013A6-534E-0AAB-D3CD-EA6E78C9F385}"/>
              </a:ext>
            </a:extLst>
          </p:cNvPr>
          <p:cNvSpPr txBox="1"/>
          <p:nvPr/>
        </p:nvSpPr>
        <p:spPr>
          <a:xfrm>
            <a:off x="8720485" y="5935178"/>
            <a:ext cx="1067600" cy="443198"/>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App Service</a:t>
            </a:r>
          </a:p>
          <a:p>
            <a:pPr marL="0" marR="0" lvl="0" indent="0" algn="ctr" defTabSz="931757" rtl="0" eaLnBrk="1" fontAlgn="base" latinLnBrk="0" hangingPunct="1">
              <a:lnSpc>
                <a:spcPct val="90000"/>
              </a:lnSpc>
              <a:spcBef>
                <a:spcPct val="0"/>
              </a:spcBef>
              <a:spcAft>
                <a:spcPct val="0"/>
              </a:spcAft>
              <a:buClrTx/>
              <a:buSzTx/>
              <a:buFontTx/>
              <a:buNone/>
              <a:tabLst/>
              <a:defRPr/>
            </a:pPr>
            <a:r>
              <a:rPr lang="en-US"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(Web Apps)</a:t>
            </a:r>
            <a:endPar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9" name="TextBox 136">
            <a:extLst>
              <a:ext uri="{FF2B5EF4-FFF2-40B4-BE49-F238E27FC236}">
                <a16:creationId xmlns:a16="http://schemas.microsoft.com/office/drawing/2014/main" id="{E4B581D2-8834-E056-1FA7-7F54496D71BC}"/>
              </a:ext>
            </a:extLst>
          </p:cNvPr>
          <p:cNvSpPr txBox="1"/>
          <p:nvPr/>
        </p:nvSpPr>
        <p:spPr>
          <a:xfrm>
            <a:off x="10250781" y="5944150"/>
            <a:ext cx="867225" cy="221599"/>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Functions</a:t>
            </a:r>
          </a:p>
        </p:txBody>
      </p:sp>
      <p:sp>
        <p:nvSpPr>
          <p:cNvPr id="40" name="円/楕円 39">
            <a:extLst>
              <a:ext uri="{FF2B5EF4-FFF2-40B4-BE49-F238E27FC236}">
                <a16:creationId xmlns:a16="http://schemas.microsoft.com/office/drawing/2014/main" id="{610D0F9E-D948-898F-2507-10D15ED0DB8C}"/>
              </a:ext>
            </a:extLst>
          </p:cNvPr>
          <p:cNvSpPr/>
          <p:nvPr/>
        </p:nvSpPr>
        <p:spPr>
          <a:xfrm>
            <a:off x="5659756" y="1750142"/>
            <a:ext cx="1721176" cy="1494503"/>
          </a:xfrm>
          <a:prstGeom prst="ellipse">
            <a:avLst/>
          </a:prstGeom>
          <a:noFill/>
          <a:ln w="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a:extLst>
              <a:ext uri="{FF2B5EF4-FFF2-40B4-BE49-F238E27FC236}">
                <a16:creationId xmlns:a16="http://schemas.microsoft.com/office/drawing/2014/main" id="{78A08022-83A5-6862-CF53-33D7BD64B606}"/>
              </a:ext>
            </a:extLst>
          </p:cNvPr>
          <p:cNvSpPr/>
          <p:nvPr/>
        </p:nvSpPr>
        <p:spPr>
          <a:xfrm>
            <a:off x="8292982" y="3429000"/>
            <a:ext cx="1721176" cy="1494503"/>
          </a:xfrm>
          <a:prstGeom prst="ellipse">
            <a:avLst/>
          </a:prstGeom>
          <a:noFill/>
          <a:ln w="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a:extLst>
              <a:ext uri="{FF2B5EF4-FFF2-40B4-BE49-F238E27FC236}">
                <a16:creationId xmlns:a16="http://schemas.microsoft.com/office/drawing/2014/main" id="{E29A8708-D96C-202F-64E6-317D2398C8BF}"/>
              </a:ext>
            </a:extLst>
          </p:cNvPr>
          <p:cNvSpPr/>
          <p:nvPr/>
        </p:nvSpPr>
        <p:spPr>
          <a:xfrm>
            <a:off x="6932398" y="5133162"/>
            <a:ext cx="1721176" cy="1494503"/>
          </a:xfrm>
          <a:prstGeom prst="ellipse">
            <a:avLst/>
          </a:prstGeom>
          <a:noFill/>
          <a:ln w="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42">
            <a:extLst>
              <a:ext uri="{FF2B5EF4-FFF2-40B4-BE49-F238E27FC236}">
                <a16:creationId xmlns:a16="http://schemas.microsoft.com/office/drawing/2014/main" id="{4F3B1901-61C4-79EB-C47C-9AA8B0F4C888}"/>
              </a:ext>
            </a:extLst>
          </p:cNvPr>
          <p:cNvSpPr/>
          <p:nvPr/>
        </p:nvSpPr>
        <p:spPr>
          <a:xfrm>
            <a:off x="8494356" y="1424097"/>
            <a:ext cx="318435" cy="327714"/>
          </a:xfrm>
          <a:prstGeom prst="ellipse">
            <a:avLst/>
          </a:prstGeom>
          <a:noFill/>
          <a:ln w="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B923718B-A7D5-822C-62E6-B2AD1EFCDD6A}"/>
              </a:ext>
            </a:extLst>
          </p:cNvPr>
          <p:cNvSpPr txBox="1"/>
          <p:nvPr/>
        </p:nvSpPr>
        <p:spPr>
          <a:xfrm>
            <a:off x="8925778" y="1388366"/>
            <a:ext cx="25322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本初心者講座でコンテナ用に利用するサービス</a:t>
            </a:r>
            <a:endParaRPr kumimoji="0" lang="ja-JP" altLang="en-US"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4288531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302D8-77A2-7C43-FCC5-EDDB01A24F5F}"/>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F6A56646-06BF-B197-47DC-C45B96CD3F1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目的に応じたコンテナホスティングサービスの選択</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AB7491CA-AA86-64DD-EDE1-E7101B5E04E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B8BAC12F-3289-F222-661F-6522124962D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グラフィックス 2">
            <a:extLst>
              <a:ext uri="{FF2B5EF4-FFF2-40B4-BE49-F238E27FC236}">
                <a16:creationId xmlns:a16="http://schemas.microsoft.com/office/drawing/2014/main" id="{126B0826-4E91-EAC7-DAEE-24402AE56E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2654" y="4571119"/>
            <a:ext cx="675479" cy="675479"/>
          </a:xfrm>
          <a:prstGeom prst="rect">
            <a:avLst/>
          </a:prstGeom>
        </p:spPr>
      </p:pic>
      <p:sp>
        <p:nvSpPr>
          <p:cNvPr id="8" name="TextBox 129">
            <a:extLst>
              <a:ext uri="{FF2B5EF4-FFF2-40B4-BE49-F238E27FC236}">
                <a16:creationId xmlns:a16="http://schemas.microsoft.com/office/drawing/2014/main" id="{1703B032-760F-5475-B417-D3630875D636}"/>
              </a:ext>
            </a:extLst>
          </p:cNvPr>
          <p:cNvSpPr txBox="1"/>
          <p:nvPr/>
        </p:nvSpPr>
        <p:spPr>
          <a:xfrm>
            <a:off x="2071062" y="2781983"/>
            <a:ext cx="1296638" cy="443198"/>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Meiryo UI"/>
                <a:ea typeface="Meiryo UI"/>
                <a:cs typeface="Segoe UI" panose="020B0502040204020203" pitchFamily="34" charset="0"/>
              </a:rPr>
              <a:t>App Service</a:t>
            </a:r>
          </a:p>
          <a:p>
            <a:pPr marL="0" marR="0" lvl="0" indent="0" algn="ctr" defTabSz="931757" rtl="0" eaLnBrk="1" fontAlgn="base" latinLnBrk="0" hangingPunct="1">
              <a:lnSpc>
                <a:spcPct val="90000"/>
              </a:lnSpc>
              <a:spcBef>
                <a:spcPct val="0"/>
              </a:spcBef>
              <a:spcAft>
                <a:spcPct val="0"/>
              </a:spcAft>
              <a:buClrTx/>
              <a:buSzTx/>
              <a:buFontTx/>
              <a:buNone/>
              <a:tabLst/>
              <a:defRPr/>
            </a:pPr>
            <a:r>
              <a:rPr lang="en-US" sz="1600" dirty="0">
                <a:solidFill>
                  <a:srgbClr val="000000">
                    <a:lumMod val="85000"/>
                    <a:lumOff val="15000"/>
                  </a:srgbClr>
                </a:solidFill>
                <a:latin typeface="Meiryo UI"/>
                <a:ea typeface="Meiryo UI"/>
                <a:cs typeface="Segoe UI" panose="020B0502040204020203" pitchFamily="34" charset="0"/>
              </a:rPr>
              <a:t>（Web Apps)</a:t>
            </a:r>
            <a:endParaRPr kumimoji="0" lang="en-US" sz="1600" b="0" i="0" u="none" strike="noStrike" kern="1200" cap="none" spc="0" normalizeH="0" baseline="0" noProof="0" dirty="0">
              <a:ln>
                <a:noFill/>
              </a:ln>
              <a:solidFill>
                <a:srgbClr val="000000">
                  <a:lumMod val="85000"/>
                  <a:lumOff val="15000"/>
                </a:srgbClr>
              </a:solidFill>
              <a:effectLst/>
              <a:uLnTx/>
              <a:uFillTx/>
              <a:latin typeface="Meiryo UI"/>
              <a:ea typeface="Meiryo UI"/>
              <a:cs typeface="Segoe UI" panose="020B0502040204020203" pitchFamily="34" charset="0"/>
            </a:endParaRPr>
          </a:p>
        </p:txBody>
      </p:sp>
      <p:sp>
        <p:nvSpPr>
          <p:cNvPr id="10" name="TextBox 130">
            <a:extLst>
              <a:ext uri="{FF2B5EF4-FFF2-40B4-BE49-F238E27FC236}">
                <a16:creationId xmlns:a16="http://schemas.microsoft.com/office/drawing/2014/main" id="{E80ED804-BCF9-3218-2C53-9997331CD2F5}"/>
              </a:ext>
            </a:extLst>
          </p:cNvPr>
          <p:cNvSpPr txBox="1"/>
          <p:nvPr/>
        </p:nvSpPr>
        <p:spPr>
          <a:xfrm>
            <a:off x="1776405" y="3325200"/>
            <a:ext cx="1967680" cy="369332"/>
          </a:xfrm>
          <a:prstGeom prst="rect">
            <a:avLst/>
          </a:prstGeom>
          <a:noFill/>
        </p:spPr>
        <p:txBody>
          <a:bodyPr wrap="square" lIns="0" tIns="0" rIns="0" bIns="0" rtlCol="0">
            <a:spAutoFit/>
          </a:bodyPr>
          <a:lstStyle/>
          <a:p>
            <a:pPr marL="0" marR="0" lvl="0" indent="0" algn="ctr" defTabSz="914225" rtl="0" eaLnBrk="1" fontAlgn="auto" latinLnBrk="0" hangingPunct="1">
              <a:lnSpc>
                <a:spcPct val="100000"/>
              </a:lnSpc>
              <a:spcBef>
                <a:spcPts val="0"/>
              </a:spcBef>
              <a:spcAft>
                <a:spcPts val="600"/>
              </a:spcAft>
              <a:buClrTx/>
              <a:buSzTx/>
              <a:buFontTx/>
              <a:buNone/>
              <a:tabLst/>
              <a:defRPr/>
            </a:pP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PaaS </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環境でコンテナを使用して </a:t>
            </a: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Web </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アプリや </a:t>
            </a: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API </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をデプロイ</a:t>
            </a:r>
            <a:endParaRPr kumimoji="0" 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endParaRPr>
          </a:p>
        </p:txBody>
      </p:sp>
      <p:sp>
        <p:nvSpPr>
          <p:cNvPr id="12" name="TextBox 144">
            <a:extLst>
              <a:ext uri="{FF2B5EF4-FFF2-40B4-BE49-F238E27FC236}">
                <a16:creationId xmlns:a16="http://schemas.microsoft.com/office/drawing/2014/main" id="{A9E4D145-0371-E491-8C82-5203C10A4F87}"/>
              </a:ext>
            </a:extLst>
          </p:cNvPr>
          <p:cNvSpPr txBox="1"/>
          <p:nvPr/>
        </p:nvSpPr>
        <p:spPr>
          <a:xfrm>
            <a:off x="5135155" y="2822034"/>
            <a:ext cx="1896353" cy="221599"/>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Container Instance</a:t>
            </a:r>
          </a:p>
        </p:txBody>
      </p:sp>
      <p:sp>
        <p:nvSpPr>
          <p:cNvPr id="14" name="Rectangle 1">
            <a:extLst>
              <a:ext uri="{FF2B5EF4-FFF2-40B4-BE49-F238E27FC236}">
                <a16:creationId xmlns:a16="http://schemas.microsoft.com/office/drawing/2014/main" id="{54FD3763-B9FD-6831-FE0D-8DD20713A258}"/>
              </a:ext>
            </a:extLst>
          </p:cNvPr>
          <p:cNvSpPr/>
          <p:nvPr/>
        </p:nvSpPr>
        <p:spPr>
          <a:xfrm>
            <a:off x="1828443" y="5928156"/>
            <a:ext cx="1886400"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882"/>
              </a:spcBef>
              <a:spcAft>
                <a:spcPts val="600"/>
              </a:spcAft>
              <a:buClrTx/>
              <a:buSzTx/>
              <a:buFontTx/>
              <a:buNone/>
              <a:tabLst/>
              <a:defRPr/>
            </a:pP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Azure Kubernetes Service (AKS) </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クラスタから弾力的にバーストする</a:t>
            </a:r>
            <a:endParaRPr kumimoji="0" 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endParaRPr>
          </a:p>
        </p:txBody>
      </p:sp>
      <p:sp>
        <p:nvSpPr>
          <p:cNvPr id="22" name="TextBox 136">
            <a:extLst>
              <a:ext uri="{FF2B5EF4-FFF2-40B4-BE49-F238E27FC236}">
                <a16:creationId xmlns:a16="http://schemas.microsoft.com/office/drawing/2014/main" id="{50106FFF-3D44-BC99-3DFE-24FE1F6159CD}"/>
              </a:ext>
            </a:extLst>
          </p:cNvPr>
          <p:cNvSpPr txBox="1"/>
          <p:nvPr/>
        </p:nvSpPr>
        <p:spPr>
          <a:xfrm>
            <a:off x="5564598" y="5283959"/>
            <a:ext cx="1131592" cy="443198"/>
          </a:xfrm>
          <a:prstGeom prst="rect">
            <a:avLst/>
          </a:prstGeom>
          <a:noFill/>
        </p:spPr>
        <p:txBody>
          <a:bodyPr wrap="non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Meiryo UI"/>
                <a:ea typeface="Meiryo UI"/>
                <a:cs typeface="Segoe UI" panose="020B0502040204020203" pitchFamily="34" charset="0"/>
              </a:rPr>
              <a:t>Kubernetes</a:t>
            </a:r>
            <a:br>
              <a:rPr kumimoji="0" lang="en-US" sz="1600" b="0" i="0" u="none" strike="noStrike" kern="1200" cap="none" spc="0" normalizeH="0" baseline="0" noProof="0" dirty="0">
                <a:ln>
                  <a:noFill/>
                </a:ln>
                <a:solidFill>
                  <a:srgbClr val="000000">
                    <a:lumMod val="85000"/>
                    <a:lumOff val="15000"/>
                  </a:srgbClr>
                </a:solidFill>
                <a:effectLst/>
                <a:uLnTx/>
                <a:uFillTx/>
                <a:latin typeface="Meiryo UI"/>
                <a:ea typeface="Meiryo UI"/>
                <a:cs typeface="Segoe UI" panose="020B0502040204020203" pitchFamily="34" charset="0"/>
              </a:rPr>
            </a:br>
            <a:r>
              <a:rPr kumimoji="0" lang="en-US" sz="1600" b="0" i="0" u="none" strike="noStrike" kern="1200" cap="none" spc="0" normalizeH="0" baseline="0" noProof="0" dirty="0">
                <a:ln>
                  <a:noFill/>
                </a:ln>
                <a:solidFill>
                  <a:srgbClr val="000000">
                    <a:lumMod val="85000"/>
                    <a:lumOff val="15000"/>
                  </a:srgbClr>
                </a:solidFill>
                <a:effectLst/>
                <a:uLnTx/>
                <a:uFillTx/>
                <a:latin typeface="Meiryo UI"/>
                <a:ea typeface="Meiryo UI"/>
                <a:cs typeface="Segoe UI" panose="020B0502040204020203" pitchFamily="34" charset="0"/>
              </a:rPr>
              <a:t>Service</a:t>
            </a:r>
          </a:p>
        </p:txBody>
      </p:sp>
      <p:sp>
        <p:nvSpPr>
          <p:cNvPr id="23" name="TextBox 145">
            <a:extLst>
              <a:ext uri="{FF2B5EF4-FFF2-40B4-BE49-F238E27FC236}">
                <a16:creationId xmlns:a16="http://schemas.microsoft.com/office/drawing/2014/main" id="{BA205DD2-7F14-EAD2-CE06-DDCCA6B79388}"/>
              </a:ext>
            </a:extLst>
          </p:cNvPr>
          <p:cNvSpPr txBox="1"/>
          <p:nvPr/>
        </p:nvSpPr>
        <p:spPr>
          <a:xfrm>
            <a:off x="5187193" y="5827177"/>
            <a:ext cx="1886400"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882"/>
              </a:spcBef>
              <a:spcAft>
                <a:spcPts val="600"/>
              </a:spcAft>
              <a:buClrTx/>
              <a:buSzTx/>
              <a:buFontTx/>
              <a:buNone/>
              <a:tabLst/>
              <a:defRPr/>
            </a:pP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Kubernetes </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を使用した </a:t>
            </a: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Linux </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および </a:t>
            </a: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Windows</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　　　コンテナをデプロイ</a:t>
            </a:r>
            <a:endParaRPr kumimoji="0" 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endParaRPr>
          </a:p>
        </p:txBody>
      </p:sp>
      <p:pic>
        <p:nvPicPr>
          <p:cNvPr id="24" name="Picture 18" descr="A close up of a sign&#10;&#10;Description automatically generated">
            <a:extLst>
              <a:ext uri="{FF2B5EF4-FFF2-40B4-BE49-F238E27FC236}">
                <a16:creationId xmlns:a16="http://schemas.microsoft.com/office/drawing/2014/main" id="{B66566C8-F647-E13B-6F6E-06155DA0FA54}"/>
              </a:ext>
            </a:extLst>
          </p:cNvPr>
          <p:cNvPicPr>
            <a:picLocks noChangeAspect="1"/>
          </p:cNvPicPr>
          <p:nvPr/>
        </p:nvPicPr>
        <p:blipFill>
          <a:blip r:embed="rId4"/>
          <a:stretch>
            <a:fillRect/>
          </a:stretch>
        </p:blipFill>
        <p:spPr>
          <a:xfrm>
            <a:off x="8927198" y="2054136"/>
            <a:ext cx="764951" cy="764951"/>
          </a:xfrm>
          <a:prstGeom prst="rect">
            <a:avLst/>
          </a:prstGeom>
        </p:spPr>
      </p:pic>
      <p:sp>
        <p:nvSpPr>
          <p:cNvPr id="31" name="TextBox 58">
            <a:extLst>
              <a:ext uri="{FF2B5EF4-FFF2-40B4-BE49-F238E27FC236}">
                <a16:creationId xmlns:a16="http://schemas.microsoft.com/office/drawing/2014/main" id="{DD8B9AE9-BE8D-2187-A25D-B9FA725E4239}"/>
              </a:ext>
            </a:extLst>
          </p:cNvPr>
          <p:cNvSpPr txBox="1"/>
          <p:nvPr/>
        </p:nvSpPr>
        <p:spPr>
          <a:xfrm>
            <a:off x="8839918" y="2942182"/>
            <a:ext cx="1027364" cy="221599"/>
          </a:xfrm>
          <a:prstGeom prst="rect">
            <a:avLst/>
          </a:prstGeom>
          <a:noFill/>
        </p:spPr>
        <p:txBody>
          <a:bodyPr wrap="square" lIns="0" tIns="0" rIns="0" bIns="0" rtlCol="0" anchor="ctr">
            <a:spAutoFit/>
          </a:bodyPr>
          <a:lstStyle/>
          <a:p>
            <a:pPr marL="0" marR="0" lvl="0" indent="0" algn="ctr" defTabSz="931757"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Functions</a:t>
            </a:r>
          </a:p>
        </p:txBody>
      </p:sp>
      <p:sp>
        <p:nvSpPr>
          <p:cNvPr id="32" name="TextBox 64">
            <a:extLst>
              <a:ext uri="{FF2B5EF4-FFF2-40B4-BE49-F238E27FC236}">
                <a16:creationId xmlns:a16="http://schemas.microsoft.com/office/drawing/2014/main" id="{6E0300D0-DF3F-1697-274D-0808E023E43D}"/>
              </a:ext>
            </a:extLst>
          </p:cNvPr>
          <p:cNvSpPr txBox="1"/>
          <p:nvPr/>
        </p:nvSpPr>
        <p:spPr>
          <a:xfrm>
            <a:off x="8490695" y="3412921"/>
            <a:ext cx="1885950"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882"/>
              </a:spcBef>
              <a:spcAft>
                <a:spcPts val="600"/>
              </a:spcAft>
              <a:buClrTx/>
              <a:buSzTx/>
              <a:buFontTx/>
              <a:buNone/>
              <a:tabLst/>
              <a:defRPr/>
            </a:pP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イベント駆動にコードを</a:t>
            </a:r>
            <a:b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b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rPr>
              <a:t>実行できるサーバーレスサービス</a:t>
            </a:r>
            <a:endParaRPr kumimoji="0" 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Arial" panose="020B0604020202020204" pitchFamily="34" charset="0"/>
            </a:endParaRPr>
          </a:p>
        </p:txBody>
      </p:sp>
      <p:pic>
        <p:nvPicPr>
          <p:cNvPr id="36" name="Picture 10" descr="Image result for redhat openshift">
            <a:extLst>
              <a:ext uri="{FF2B5EF4-FFF2-40B4-BE49-F238E27FC236}">
                <a16:creationId xmlns:a16="http://schemas.microsoft.com/office/drawing/2014/main" id="{B1367470-C031-95ED-31FC-A066A56C1D4F}"/>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9028722" y="4515322"/>
            <a:ext cx="823799" cy="676704"/>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65">
            <a:extLst>
              <a:ext uri="{FF2B5EF4-FFF2-40B4-BE49-F238E27FC236}">
                <a16:creationId xmlns:a16="http://schemas.microsoft.com/office/drawing/2014/main" id="{4E21908E-ED49-E3BC-39EE-49F933CAEB93}"/>
              </a:ext>
            </a:extLst>
          </p:cNvPr>
          <p:cNvSpPr txBox="1"/>
          <p:nvPr/>
        </p:nvSpPr>
        <p:spPr>
          <a:xfrm>
            <a:off x="8580033" y="5299575"/>
            <a:ext cx="1721176" cy="452047"/>
          </a:xfrm>
          <a:prstGeom prst="rect">
            <a:avLst/>
          </a:prstGeom>
          <a:noFill/>
        </p:spPr>
        <p:txBody>
          <a:bodyPr wrap="square" lIns="0" tIns="0" rIns="0" bIns="0" rtlCol="0" anchor="ctr">
            <a:spAutoFit/>
          </a:bodyPr>
          <a:lstStyle/>
          <a:p>
            <a:pPr marL="0" marR="0" lvl="0" indent="0" algn="ctr" defTabSz="950481" rtl="0" eaLnBrk="1" fontAlgn="base" latinLnBrk="0" hangingPunct="1">
              <a:lnSpc>
                <a:spcPct val="90000"/>
              </a:lnSpc>
              <a:spcBef>
                <a:spcPct val="0"/>
              </a:spcBef>
              <a:spcAft>
                <a:spcPct val="0"/>
              </a:spcAft>
              <a:buClrTx/>
              <a:buSzTx/>
              <a:buFontTx/>
              <a:buNone/>
              <a:tabLst/>
              <a:defRPr/>
            </a:pPr>
            <a:r>
              <a:rPr kumimoji="0" lang="en-US" sz="1632"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Red Hat OpenShift</a:t>
            </a:r>
          </a:p>
        </p:txBody>
      </p:sp>
      <p:sp>
        <p:nvSpPr>
          <p:cNvPr id="41" name="Rectangle 66">
            <a:extLst>
              <a:ext uri="{FF2B5EF4-FFF2-40B4-BE49-F238E27FC236}">
                <a16:creationId xmlns:a16="http://schemas.microsoft.com/office/drawing/2014/main" id="{10CA88CE-9E04-DC80-0D01-A150E504351A}"/>
              </a:ext>
            </a:extLst>
          </p:cNvPr>
          <p:cNvSpPr/>
          <p:nvPr/>
        </p:nvSpPr>
        <p:spPr>
          <a:xfrm>
            <a:off x="7966953" y="5885538"/>
            <a:ext cx="3025301" cy="553998"/>
          </a:xfrm>
          <a:prstGeom prst="rect">
            <a:avLst/>
          </a:prstGeom>
        </p:spPr>
        <p:txBody>
          <a:bodyPr wrap="square" lIns="0" tIns="0" rIns="0" bIns="0">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OpenShift</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 をファーストパーティサービス</a:t>
            </a:r>
            <a:endPar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endParaRP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としてフルマネージドに提供し
</a:t>
            </a: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Red Hat &amp; Microsoft</a:t>
            </a: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が共同でサポート</a:t>
            </a:r>
            <a:endPar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endParaRPr>
          </a:p>
        </p:txBody>
      </p:sp>
      <p:sp>
        <p:nvSpPr>
          <p:cNvPr id="42" name="Rectangle 2">
            <a:extLst>
              <a:ext uri="{FF2B5EF4-FFF2-40B4-BE49-F238E27FC236}">
                <a16:creationId xmlns:a16="http://schemas.microsoft.com/office/drawing/2014/main" id="{E15F5688-FBE2-EB16-EAA7-86AEB442E154}"/>
              </a:ext>
            </a:extLst>
          </p:cNvPr>
          <p:cNvSpPr/>
          <p:nvPr/>
        </p:nvSpPr>
        <p:spPr>
          <a:xfrm>
            <a:off x="5140131" y="3254452"/>
            <a:ext cx="1886400" cy="553998"/>
          </a:xfrm>
          <a:prstGeom prst="rect">
            <a:avLst/>
          </a:prstGeom>
        </p:spPr>
        <p:txBody>
          <a:bodyPr wrap="square" lIns="0" tIns="0" rIns="0" bIns="0">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サーバーレスなコンテナ
言語にとらわれない
フルマネージド </a:t>
            </a:r>
            <a:r>
              <a:rPr kumimoji="0" lang="en-US" altLang="ja-JP"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rPr>
              <a:t>PaaS</a:t>
            </a:r>
            <a:endParaRPr kumimoji="0" lang="en-AU" sz="1200" b="0" i="0" u="none" strike="noStrike" kern="1200" cap="none" spc="0" normalizeH="0" baseline="0" noProof="0">
              <a:ln>
                <a:noFill/>
              </a:ln>
              <a:solidFill>
                <a:srgbClr val="000000">
                  <a:lumMod val="85000"/>
                  <a:lumOff val="15000"/>
                </a:srgbClr>
              </a:solidFill>
              <a:effectLst/>
              <a:uLnTx/>
              <a:uFillTx/>
              <a:latin typeface="Meiryo UI"/>
              <a:ea typeface="Meiryo UI"/>
              <a:cs typeface="Segoe UI" panose="020B0502040204020203" pitchFamily="34" charset="0"/>
            </a:endParaRPr>
          </a:p>
        </p:txBody>
      </p:sp>
      <p:sp>
        <p:nvSpPr>
          <p:cNvPr id="43" name="TextBox 53">
            <a:extLst>
              <a:ext uri="{FF2B5EF4-FFF2-40B4-BE49-F238E27FC236}">
                <a16:creationId xmlns:a16="http://schemas.microsoft.com/office/drawing/2014/main" id="{F5DF22F9-7C20-871F-EF69-8D94AEC227C7}"/>
              </a:ext>
            </a:extLst>
          </p:cNvPr>
          <p:cNvSpPr txBox="1"/>
          <p:nvPr/>
        </p:nvSpPr>
        <p:spPr>
          <a:xfrm>
            <a:off x="2042052" y="5342450"/>
            <a:ext cx="1459182" cy="451534"/>
          </a:xfrm>
          <a:prstGeom prst="rect">
            <a:avLst/>
          </a:prstGeom>
          <a:noFill/>
        </p:spPr>
        <p:txBody>
          <a:bodyPr wrap="square" lIns="0" tIns="0" rIns="0" bIns="0" rtlCol="0" anchor="ctr">
            <a:spAutoFit/>
          </a:bodyPr>
          <a:lstStyle/>
          <a:p>
            <a:pPr marL="0" marR="0" lvl="0" indent="0" algn="ctr" defTabSz="950481" rtl="0" eaLnBrk="1" fontAlgn="base" latinLnBrk="0" hangingPunct="1">
              <a:lnSpc>
                <a:spcPct val="90000"/>
              </a:lnSpc>
              <a:spcBef>
                <a:spcPct val="0"/>
              </a:spcBef>
              <a:spcAft>
                <a:spcPct val="0"/>
              </a:spcAft>
              <a:buClrTx/>
              <a:buSzTx/>
              <a:buFontTx/>
              <a:buNone/>
              <a:tabLst/>
              <a:defRPr/>
            </a:pPr>
            <a:r>
              <a:rPr kumimoji="0" lang="en-US" sz="1630" b="0" i="0" u="none" strike="noStrike" kern="1200" cap="none" spc="0" normalizeH="0" baseline="0" noProof="0" dirty="0">
                <a:ln>
                  <a:noFill/>
                </a:ln>
                <a:solidFill>
                  <a:srgbClr val="000000">
                    <a:lumMod val="85000"/>
                    <a:lumOff val="15000"/>
                  </a:srgbClr>
                </a:solidFill>
                <a:effectLst/>
                <a:uLnTx/>
                <a:uFillTx/>
                <a:latin typeface="Meiryo UI"/>
                <a:ea typeface="Meiryo UI"/>
                <a:cs typeface="Segoe UI" panose="020B0502040204020203" pitchFamily="34" charset="0"/>
              </a:rPr>
              <a:t>Container Apps</a:t>
            </a:r>
            <a:endParaRPr kumimoji="0" lang="en-US" sz="900" b="0" i="0" u="none" strike="noStrike" kern="1200" cap="none" spc="0" normalizeH="0" baseline="0" noProof="0" dirty="0">
              <a:ln>
                <a:noFill/>
              </a:ln>
              <a:solidFill>
                <a:srgbClr val="000000">
                  <a:lumMod val="85000"/>
                  <a:lumOff val="15000"/>
                </a:srgbClr>
              </a:solidFill>
              <a:effectLst/>
              <a:uLnTx/>
              <a:uFillTx/>
              <a:latin typeface="Meiryo UI"/>
              <a:ea typeface="Meiryo UI"/>
              <a:cs typeface="Segoe UI" panose="020B0502040204020203" pitchFamily="34" charset="0"/>
            </a:endParaRPr>
          </a:p>
        </p:txBody>
      </p:sp>
      <p:pic>
        <p:nvPicPr>
          <p:cNvPr id="44" name="Picture 54">
            <a:extLst>
              <a:ext uri="{FF2B5EF4-FFF2-40B4-BE49-F238E27FC236}">
                <a16:creationId xmlns:a16="http://schemas.microsoft.com/office/drawing/2014/main" id="{DE60C63A-9775-1CA0-EBEA-F89D18C2118D}"/>
              </a:ext>
            </a:extLst>
          </p:cNvPr>
          <p:cNvPicPr>
            <a:picLocks noChangeAspect="1"/>
          </p:cNvPicPr>
          <p:nvPr/>
        </p:nvPicPr>
        <p:blipFill>
          <a:blip r:embed="rId6"/>
          <a:stretch>
            <a:fillRect/>
          </a:stretch>
        </p:blipFill>
        <p:spPr>
          <a:xfrm>
            <a:off x="2353876" y="4515322"/>
            <a:ext cx="836936" cy="731276"/>
          </a:xfrm>
          <a:prstGeom prst="rect">
            <a:avLst/>
          </a:prstGeom>
        </p:spPr>
      </p:pic>
      <p:pic>
        <p:nvPicPr>
          <p:cNvPr id="45" name="グラフィックス 44">
            <a:extLst>
              <a:ext uri="{FF2B5EF4-FFF2-40B4-BE49-F238E27FC236}">
                <a16:creationId xmlns:a16="http://schemas.microsoft.com/office/drawing/2014/main" id="{5F42B9F6-3077-74A7-0A9B-563A4C15AA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5804" y="1998606"/>
            <a:ext cx="675054" cy="675054"/>
          </a:xfrm>
          <a:prstGeom prst="rect">
            <a:avLst/>
          </a:prstGeom>
        </p:spPr>
      </p:pic>
      <p:sp>
        <p:nvSpPr>
          <p:cNvPr id="46" name="四角形: 角を丸くする 135">
            <a:extLst>
              <a:ext uri="{FF2B5EF4-FFF2-40B4-BE49-F238E27FC236}">
                <a16:creationId xmlns:a16="http://schemas.microsoft.com/office/drawing/2014/main" id="{EDB5BDC1-A1DA-0A25-DB48-15B3F99D3A50}"/>
              </a:ext>
            </a:extLst>
          </p:cNvPr>
          <p:cNvSpPr/>
          <p:nvPr/>
        </p:nvSpPr>
        <p:spPr bwMode="auto">
          <a:xfrm>
            <a:off x="1031131" y="1799623"/>
            <a:ext cx="10136221" cy="2201340"/>
          </a:xfrm>
          <a:prstGeom prst="roundRect">
            <a:avLst>
              <a:gd name="adj" fmla="val 6573"/>
            </a:avLst>
          </a:prstGeom>
          <a:noFill/>
          <a:ln w="12700" cap="flat" cmpd="sng" algn="ctr">
            <a:solidFill>
              <a:srgbClr val="0078D7"/>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47" name="正方形/長方形 46">
            <a:extLst>
              <a:ext uri="{FF2B5EF4-FFF2-40B4-BE49-F238E27FC236}">
                <a16:creationId xmlns:a16="http://schemas.microsoft.com/office/drawing/2014/main" id="{C74F4DAA-502D-1953-C91F-957F8CEB29AF}"/>
              </a:ext>
            </a:extLst>
          </p:cNvPr>
          <p:cNvSpPr/>
          <p:nvPr/>
        </p:nvSpPr>
        <p:spPr bwMode="auto">
          <a:xfrm>
            <a:off x="506672" y="1671331"/>
            <a:ext cx="2343532" cy="369332"/>
          </a:xfrm>
          <a:prstGeom prst="rect">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Segoe UI" pitchFamily="34" charset="0"/>
              </a:rPr>
              <a:t>小規模・単一のコンテナなど</a:t>
            </a:r>
          </a:p>
        </p:txBody>
      </p:sp>
      <p:sp>
        <p:nvSpPr>
          <p:cNvPr id="48" name="正方形/長方形 47">
            <a:extLst>
              <a:ext uri="{FF2B5EF4-FFF2-40B4-BE49-F238E27FC236}">
                <a16:creationId xmlns:a16="http://schemas.microsoft.com/office/drawing/2014/main" id="{D8DBCFEC-519F-CD27-2B01-7C5CAEDBC2A4}"/>
              </a:ext>
            </a:extLst>
          </p:cNvPr>
          <p:cNvSpPr/>
          <p:nvPr/>
        </p:nvSpPr>
        <p:spPr bwMode="auto">
          <a:xfrm>
            <a:off x="506673" y="4118497"/>
            <a:ext cx="2343532" cy="369332"/>
          </a:xfrm>
          <a:prstGeom prst="rect">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Segoe UI" pitchFamily="34" charset="0"/>
              </a:rPr>
              <a:t>大規模・マイクロサービスなど</a:t>
            </a:r>
            <a:endParaRPr kumimoji="1" lang="en-US" altLang="ja-JP"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Segoe UI" pitchFamily="34" charset="0"/>
            </a:endParaRPr>
          </a:p>
        </p:txBody>
      </p:sp>
      <p:sp>
        <p:nvSpPr>
          <p:cNvPr id="49" name="四角形: 角を丸くする 11">
            <a:extLst>
              <a:ext uri="{FF2B5EF4-FFF2-40B4-BE49-F238E27FC236}">
                <a16:creationId xmlns:a16="http://schemas.microsoft.com/office/drawing/2014/main" id="{1C1E2876-CA3B-6FAE-BD4E-5C3CAC5C7336}"/>
              </a:ext>
            </a:extLst>
          </p:cNvPr>
          <p:cNvSpPr/>
          <p:nvPr/>
        </p:nvSpPr>
        <p:spPr bwMode="auto">
          <a:xfrm>
            <a:off x="1062282" y="4424928"/>
            <a:ext cx="10136221" cy="2201340"/>
          </a:xfrm>
          <a:prstGeom prst="roundRect">
            <a:avLst>
              <a:gd name="adj" fmla="val 6573"/>
            </a:avLst>
          </a:prstGeom>
          <a:noFill/>
          <a:ln w="12700" cap="flat" cmpd="sng" algn="ctr">
            <a:solidFill>
              <a:srgbClr val="0078D7"/>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50" name="グラフィックス 49">
            <a:extLst>
              <a:ext uri="{FF2B5EF4-FFF2-40B4-BE49-F238E27FC236}">
                <a16:creationId xmlns:a16="http://schemas.microsoft.com/office/drawing/2014/main" id="{56F0E3AF-1C83-8737-9FF0-AB58C4D23C0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81613" y="2061995"/>
            <a:ext cx="557263" cy="557263"/>
          </a:xfrm>
          <a:prstGeom prst="rect">
            <a:avLst/>
          </a:prstGeom>
        </p:spPr>
      </p:pic>
    </p:spTree>
    <p:extLst>
      <p:ext uri="{BB962C8B-B14F-4D97-AF65-F5344CB8AC3E}">
        <p14:creationId xmlns:p14="http://schemas.microsoft.com/office/powerpoint/2010/main" val="2560403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9FCDF-43B9-42F4-C922-488514D7949A}"/>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BEEB43F-2D5B-8E8E-E5F9-D3248BA22AD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US" altLang="ja-JP" sz="2025" b="1" dirty="0">
                <a:solidFill>
                  <a:srgbClr val="1F2937"/>
                </a:solidFill>
                <a:latin typeface="Meiryo UI"/>
                <a:ea typeface="Meiryo UI"/>
                <a:cs typeface="Meiryo UI"/>
              </a:rPr>
              <a:t>Azure </a:t>
            </a:r>
            <a:r>
              <a:rPr lang="ja-JP" altLang="en-US" sz="2025" b="1">
                <a:solidFill>
                  <a:srgbClr val="1F2937"/>
                </a:solidFill>
                <a:latin typeface="Meiryo UI"/>
                <a:ea typeface="Meiryo UI"/>
                <a:cs typeface="Meiryo UI"/>
              </a:rPr>
              <a:t>の</a:t>
            </a:r>
            <a:r>
              <a:rPr lang="en-US" altLang="ja-JP" sz="2025" b="1" dirty="0">
                <a:solidFill>
                  <a:srgbClr val="1F2937"/>
                </a:solidFill>
                <a:latin typeface="Meiryo UI"/>
                <a:ea typeface="Meiryo UI"/>
                <a:cs typeface="Meiryo UI"/>
              </a:rPr>
              <a:t> Compute </a:t>
            </a:r>
            <a:r>
              <a:rPr lang="ja-JP" altLang="en-US" sz="2025" b="1">
                <a:solidFill>
                  <a:srgbClr val="1F2937"/>
                </a:solidFill>
                <a:latin typeface="Meiryo UI"/>
                <a:ea typeface="Meiryo UI"/>
                <a:cs typeface="Meiryo UI"/>
              </a:rPr>
              <a:t>サービスの決定木</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0137832D-CB05-0EAF-6E8E-531330E8EA0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0F6C7736-B223-7279-555B-E8D63E9FC0E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pSp>
        <p:nvGrpSpPr>
          <p:cNvPr id="9" name="グループ化 8">
            <a:extLst>
              <a:ext uri="{FF2B5EF4-FFF2-40B4-BE49-F238E27FC236}">
                <a16:creationId xmlns:a16="http://schemas.microsoft.com/office/drawing/2014/main" id="{CF161FA0-1933-FCB9-2026-0B18388A0F06}"/>
              </a:ext>
            </a:extLst>
          </p:cNvPr>
          <p:cNvGrpSpPr/>
          <p:nvPr/>
        </p:nvGrpSpPr>
        <p:grpSpPr>
          <a:xfrm>
            <a:off x="2068686" y="1562100"/>
            <a:ext cx="6187727" cy="5095868"/>
            <a:chOff x="2645936" y="627048"/>
            <a:chExt cx="6900128" cy="5700051"/>
          </a:xfrm>
        </p:grpSpPr>
        <p:pic>
          <p:nvPicPr>
            <p:cNvPr id="11" name="Picture 2" descr="Azure コンピューティング サービスのデシジョン ツリーの図。">
              <a:extLst>
                <a:ext uri="{FF2B5EF4-FFF2-40B4-BE49-F238E27FC236}">
                  <a16:creationId xmlns:a16="http://schemas.microsoft.com/office/drawing/2014/main" id="{2A454B10-4D63-5214-2293-31FE818733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 t="5293" r="-1372" b="18123"/>
            <a:stretch/>
          </p:blipFill>
          <p:spPr bwMode="auto">
            <a:xfrm>
              <a:off x="2645936" y="627049"/>
              <a:ext cx="6900128" cy="5684540"/>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49298EF2-C890-DFDD-9A47-C86A754C7533}"/>
                </a:ext>
              </a:extLst>
            </p:cNvPr>
            <p:cNvSpPr txBox="1"/>
            <p:nvPr/>
          </p:nvSpPr>
          <p:spPr>
            <a:xfrm>
              <a:off x="5107878" y="767214"/>
              <a:ext cx="546410" cy="247873"/>
            </a:xfrm>
            <a:prstGeom prst="rect">
              <a:avLst/>
            </a:prstGeom>
            <a:solidFill>
              <a:srgbClr val="00B050"/>
            </a:solidFill>
          </p:spPr>
          <p:txBody>
            <a:bodyPr wrap="square" lIns="0" tIns="0" rIns="0" bIns="0" rtlCol="0" anchor="ctr" anchorCtr="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1" lang="en-US" altLang="ja-JP" sz="1600" b="0" i="0" u="none" strike="noStrike" kern="1200" cap="none" spc="0" normalizeH="0" baseline="0" noProof="0" dirty="0">
                  <a:ln>
                    <a:noFill/>
                  </a:ln>
                  <a:solidFill>
                    <a:srgbClr val="FFFFFF"/>
                  </a:solidFill>
                  <a:effectLst/>
                  <a:uLnTx/>
                  <a:uFillTx/>
                  <a:latin typeface="ＭＳ Ｐゴシック"/>
                  <a:ea typeface="ＭＳ Ｐゴシック"/>
                </a:rPr>
                <a:t>Start</a:t>
              </a:r>
              <a:endParaRPr kumimoji="1" lang="ja-JP" altLang="en-US" sz="1600" b="0" i="0" u="none" strike="noStrike" kern="1200" cap="none" spc="0" normalizeH="0" baseline="0" noProof="0" err="1">
                <a:ln>
                  <a:noFill/>
                </a:ln>
                <a:solidFill>
                  <a:srgbClr val="FFFFFF"/>
                </a:solidFill>
                <a:effectLst/>
                <a:uLnTx/>
                <a:uFillTx/>
                <a:latin typeface="ＭＳ Ｐゴシック"/>
                <a:ea typeface="ＭＳ Ｐゴシック"/>
              </a:endParaRPr>
            </a:p>
          </p:txBody>
        </p:sp>
        <p:grpSp>
          <p:nvGrpSpPr>
            <p:cNvPr id="16" name="グループ化 15">
              <a:extLst>
                <a:ext uri="{FF2B5EF4-FFF2-40B4-BE49-F238E27FC236}">
                  <a16:creationId xmlns:a16="http://schemas.microsoft.com/office/drawing/2014/main" id="{A8A69633-EB04-9C00-3880-BC8D0804FC1F}"/>
                </a:ext>
              </a:extLst>
            </p:cNvPr>
            <p:cNvGrpSpPr/>
            <p:nvPr/>
          </p:nvGrpSpPr>
          <p:grpSpPr>
            <a:xfrm>
              <a:off x="5107879" y="627048"/>
              <a:ext cx="4438184" cy="5700051"/>
              <a:chOff x="-749992" y="-1760444"/>
              <a:chExt cx="4438184" cy="5700051"/>
            </a:xfrm>
          </p:grpSpPr>
          <p:pic>
            <p:nvPicPr>
              <p:cNvPr id="18" name="Picture 2" descr="Azure コンピューティング サービスのデシジョン ツリーの図。">
                <a:extLst>
                  <a:ext uri="{FF2B5EF4-FFF2-40B4-BE49-F238E27FC236}">
                    <a16:creationId xmlns:a16="http://schemas.microsoft.com/office/drawing/2014/main" id="{604F3FBB-1044-8DE3-B356-CB5054E483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617" t="63298" r="-1372" b="10761"/>
              <a:stretch/>
            </p:blipFill>
            <p:spPr bwMode="auto">
              <a:xfrm>
                <a:off x="568713" y="1884113"/>
                <a:ext cx="3119479" cy="1925444"/>
              </a:xfrm>
              <a:prstGeom prst="rect">
                <a:avLst/>
              </a:prstGeom>
              <a:noFill/>
              <a:extLst>
                <a:ext uri="{909E8E84-426E-40DD-AFC4-6F175D3DCCD1}">
                  <a14:hiddenFill xmlns:a14="http://schemas.microsoft.com/office/drawing/2010/main">
                    <a:solidFill>
                      <a:srgbClr val="FFFFFF"/>
                    </a:solidFill>
                  </a14:hiddenFill>
                </a:ext>
              </a:extLst>
            </p:spPr>
          </p:pic>
          <p:sp>
            <p:nvSpPr>
              <p:cNvPr id="19" name="正方形/長方形 18">
                <a:extLst>
                  <a:ext uri="{FF2B5EF4-FFF2-40B4-BE49-F238E27FC236}">
                    <a16:creationId xmlns:a16="http://schemas.microsoft.com/office/drawing/2014/main" id="{6109F877-B413-6083-8268-DDF87F226C48}"/>
                  </a:ext>
                </a:extLst>
              </p:cNvPr>
              <p:cNvSpPr/>
              <p:nvPr/>
            </p:nvSpPr>
            <p:spPr bwMode="auto">
              <a:xfrm>
                <a:off x="568713" y="3809558"/>
                <a:ext cx="3007347" cy="130049"/>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1" lang="ja-JP" alt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正方形/長方形 19">
                <a:extLst>
                  <a:ext uri="{FF2B5EF4-FFF2-40B4-BE49-F238E27FC236}">
                    <a16:creationId xmlns:a16="http://schemas.microsoft.com/office/drawing/2014/main" id="{F27424A0-B6A7-FCF8-444F-4E18AA0638D1}"/>
                  </a:ext>
                </a:extLst>
              </p:cNvPr>
              <p:cNvSpPr/>
              <p:nvPr/>
            </p:nvSpPr>
            <p:spPr bwMode="auto">
              <a:xfrm>
                <a:off x="-749992" y="-1760444"/>
                <a:ext cx="546409" cy="12560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1" lang="ja-JP" alt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1" name="正方形/長方形 20">
                <a:extLst>
                  <a:ext uri="{FF2B5EF4-FFF2-40B4-BE49-F238E27FC236}">
                    <a16:creationId xmlns:a16="http://schemas.microsoft.com/office/drawing/2014/main" id="{DCE573C5-C699-75B0-173C-94AF93FAAEAB}"/>
                  </a:ext>
                </a:extLst>
              </p:cNvPr>
              <p:cNvSpPr/>
              <p:nvPr/>
            </p:nvSpPr>
            <p:spPr bwMode="auto">
              <a:xfrm>
                <a:off x="386989" y="1884113"/>
                <a:ext cx="420298" cy="19856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1" lang="ja-JP" alt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pic>
          <p:nvPicPr>
            <p:cNvPr id="17" name="Picture 2" descr="Azure コンピューティング サービスのデシジョン ツリーの図。">
              <a:extLst>
                <a:ext uri="{FF2B5EF4-FFF2-40B4-BE49-F238E27FC236}">
                  <a16:creationId xmlns:a16="http://schemas.microsoft.com/office/drawing/2014/main" id="{DCA25B56-63B9-939A-5983-D157CE5E1E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349" t="51541" r="26421" b="44345"/>
            <a:stretch/>
          </p:blipFill>
          <p:spPr bwMode="auto">
            <a:xfrm>
              <a:off x="6686796" y="4086454"/>
              <a:ext cx="970140" cy="305383"/>
            </a:xfrm>
            <a:prstGeom prst="rect">
              <a:avLst/>
            </a:prstGeom>
            <a:noFill/>
            <a:extLst>
              <a:ext uri="{909E8E84-426E-40DD-AFC4-6F175D3DCCD1}">
                <a14:hiddenFill xmlns:a14="http://schemas.microsoft.com/office/drawing/2010/main">
                  <a:solidFill>
                    <a:srgbClr val="FFFFFF"/>
                  </a:solidFill>
                </a14:hiddenFill>
              </a:ext>
            </a:extLst>
          </p:spPr>
        </p:pic>
      </p:grpSp>
      <p:sp>
        <p:nvSpPr>
          <p:cNvPr id="26" name="正方形/長方形 25">
            <a:extLst>
              <a:ext uri="{FF2B5EF4-FFF2-40B4-BE49-F238E27FC236}">
                <a16:creationId xmlns:a16="http://schemas.microsoft.com/office/drawing/2014/main" id="{0B81DB74-A197-A922-C27C-1E9DD01F953C}"/>
              </a:ext>
            </a:extLst>
          </p:cNvPr>
          <p:cNvSpPr/>
          <p:nvPr/>
        </p:nvSpPr>
        <p:spPr bwMode="auto">
          <a:xfrm>
            <a:off x="5707591" y="2971955"/>
            <a:ext cx="1154267" cy="27301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kumimoji="1" lang="en-US" altLang="ja-JP" sz="800" dirty="0">
                <a:solidFill>
                  <a:schemeClr val="tx1"/>
                </a:solidFill>
                <a:latin typeface="Yu Gothic UI" panose="020B0500000000000000" pitchFamily="34" charset="-128"/>
                <a:ea typeface="Yu Gothic UI" panose="020B0500000000000000" pitchFamily="34" charset="-128"/>
                <a:cs typeface="Segoe UI" pitchFamily="34" charset="0"/>
              </a:rPr>
              <a:t>Low code integration?</a:t>
            </a:r>
            <a:endParaRPr kumimoji="1" lang="ja-JP" altLang="en-US" sz="800" err="1">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27" name="正方形/長方形 26">
            <a:extLst>
              <a:ext uri="{FF2B5EF4-FFF2-40B4-BE49-F238E27FC236}">
                <a16:creationId xmlns:a16="http://schemas.microsoft.com/office/drawing/2014/main" id="{5B648787-19C4-0909-5CE1-EA4F46169665}"/>
              </a:ext>
            </a:extLst>
          </p:cNvPr>
          <p:cNvSpPr/>
          <p:nvPr/>
        </p:nvSpPr>
        <p:spPr bwMode="auto">
          <a:xfrm>
            <a:off x="7361924" y="2678324"/>
            <a:ext cx="616791" cy="393166"/>
          </a:xfrm>
          <a:prstGeom prst="rect">
            <a:avLst/>
          </a:prstGeom>
          <a:solidFill>
            <a:schemeClr val="tx1">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kumimoji="1" lang="en-US" altLang="ja-JP" sz="900" b="1" dirty="0">
              <a:solidFill>
                <a:schemeClr val="tx1"/>
              </a:solidFill>
              <a:ea typeface="Segoe UI" pitchFamily="34" charset="0"/>
              <a:cs typeface="Segoe UI" pitchFamily="34" charset="0"/>
            </a:endParaRPr>
          </a:p>
          <a:p>
            <a:pPr defTabSz="932472" fontAlgn="base">
              <a:lnSpc>
                <a:spcPct val="90000"/>
              </a:lnSpc>
              <a:spcBef>
                <a:spcPct val="0"/>
              </a:spcBef>
              <a:spcAft>
                <a:spcPct val="0"/>
              </a:spcAft>
            </a:pPr>
            <a:r>
              <a:rPr kumimoji="1" lang="en-US" altLang="ja-JP" sz="900" b="1" dirty="0">
                <a:solidFill>
                  <a:schemeClr val="tx1"/>
                </a:solidFill>
                <a:ea typeface="Segoe UI" pitchFamily="34" charset="0"/>
                <a:cs typeface="Segoe UI" pitchFamily="34" charset="0"/>
              </a:rPr>
              <a:t>Logic apps</a:t>
            </a:r>
            <a:endParaRPr kumimoji="1" lang="ja-JP" altLang="en-US" sz="900" b="1" err="1">
              <a:solidFill>
                <a:schemeClr val="tx1"/>
              </a:solidFill>
              <a:ea typeface="Segoe UI" pitchFamily="34" charset="0"/>
              <a:cs typeface="Segoe UI" pitchFamily="34" charset="0"/>
            </a:endParaRPr>
          </a:p>
        </p:txBody>
      </p:sp>
      <p:pic>
        <p:nvPicPr>
          <p:cNvPr id="28" name="Picture 6">
            <a:extLst>
              <a:ext uri="{FF2B5EF4-FFF2-40B4-BE49-F238E27FC236}">
                <a16:creationId xmlns:a16="http://schemas.microsoft.com/office/drawing/2014/main" id="{363BA36E-2409-6011-17B5-F8C655691ABE}"/>
              </a:ext>
            </a:extLst>
          </p:cNvPr>
          <p:cNvPicPr>
            <a:picLocks noChangeAspect="1"/>
          </p:cNvPicPr>
          <p:nvPr/>
        </p:nvPicPr>
        <p:blipFill>
          <a:blip r:embed="rId4"/>
          <a:stretch>
            <a:fillRect/>
          </a:stretch>
        </p:blipFill>
        <p:spPr>
          <a:xfrm>
            <a:off x="6983381" y="2724749"/>
            <a:ext cx="332289" cy="332289"/>
          </a:xfrm>
          <a:prstGeom prst="rect">
            <a:avLst/>
          </a:prstGeom>
        </p:spPr>
      </p:pic>
      <p:sp>
        <p:nvSpPr>
          <p:cNvPr id="29" name="テキスト ボックス 28">
            <a:extLst>
              <a:ext uri="{FF2B5EF4-FFF2-40B4-BE49-F238E27FC236}">
                <a16:creationId xmlns:a16="http://schemas.microsoft.com/office/drawing/2014/main" id="{ECBDBCA2-49AA-9319-394D-D0897B2CDC62}"/>
              </a:ext>
            </a:extLst>
          </p:cNvPr>
          <p:cNvSpPr txBox="1"/>
          <p:nvPr/>
        </p:nvSpPr>
        <p:spPr>
          <a:xfrm>
            <a:off x="8155858" y="3657604"/>
            <a:ext cx="2347260" cy="432000"/>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en-US" altLang="ja-JP" sz="1400" b="1" i="0" u="none" strike="noStrike" kern="1200" cap="none" spc="0" normalizeH="0" baseline="0" noProof="0" dirty="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PaaS</a:t>
            </a:r>
            <a:r>
              <a:rPr kumimoji="1" lang="ja-JP" altLang="en-US"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、コンテナー単体</a:t>
            </a:r>
            <a:endParaRPr kumimoji="1" lang="en-US" altLang="ja-JP" sz="1400" b="1" i="0" u="none" strike="noStrike" kern="1200" cap="none" spc="0" normalizeH="0" baseline="0" noProof="0" dirty="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p:txBody>
      </p:sp>
      <p:sp>
        <p:nvSpPr>
          <p:cNvPr id="30" name="テキスト ボックス 29">
            <a:extLst>
              <a:ext uri="{FF2B5EF4-FFF2-40B4-BE49-F238E27FC236}">
                <a16:creationId xmlns:a16="http://schemas.microsoft.com/office/drawing/2014/main" id="{6EB1EAB2-DC59-15C5-56C8-38C3426301B6}"/>
              </a:ext>
            </a:extLst>
          </p:cNvPr>
          <p:cNvSpPr txBox="1"/>
          <p:nvPr/>
        </p:nvSpPr>
        <p:spPr>
          <a:xfrm>
            <a:off x="8155858" y="4255129"/>
            <a:ext cx="2347260" cy="432000"/>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ja-JP" altLang="en-US"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コンテナー単体</a:t>
            </a:r>
            <a:endParaRPr kumimoji="1" lang="en-US" altLang="ja-JP" sz="1400" b="1" i="0" u="none" strike="noStrike" kern="1200" cap="none" spc="0" normalizeH="0" baseline="0" noProof="0" dirty="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p:txBody>
      </p:sp>
      <p:sp>
        <p:nvSpPr>
          <p:cNvPr id="33" name="テキスト ボックス 32">
            <a:extLst>
              <a:ext uri="{FF2B5EF4-FFF2-40B4-BE49-F238E27FC236}">
                <a16:creationId xmlns:a16="http://schemas.microsoft.com/office/drawing/2014/main" id="{59CF1CB8-8F5E-4D6D-9E31-CBBF1EC16597}"/>
              </a:ext>
            </a:extLst>
          </p:cNvPr>
          <p:cNvSpPr txBox="1"/>
          <p:nvPr/>
        </p:nvSpPr>
        <p:spPr>
          <a:xfrm>
            <a:off x="8155857" y="2637764"/>
            <a:ext cx="3008511" cy="432000"/>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ja-JP" altLang="en-US" sz="1400" b="1">
                <a:gradFill>
                  <a:gsLst>
                    <a:gs pos="2917">
                      <a:srgbClr val="1A1A1A"/>
                    </a:gs>
                    <a:gs pos="30000">
                      <a:srgbClr val="1A1A1A"/>
                    </a:gs>
                  </a:gsLst>
                  <a:lin ang="5400000" scaled="0"/>
                </a:gradFill>
                <a:latin typeface="Yu Gothic UI" panose="020B0500000000000000" pitchFamily="34" charset="-128"/>
                <a:ea typeface="Yu Gothic UI" panose="020B0500000000000000" pitchFamily="34" charset="-128"/>
              </a:rPr>
              <a:t>ローコード</a:t>
            </a:r>
            <a:r>
              <a:rPr kumimoji="1" lang="en-US" altLang="ja-JP" sz="1400" b="1">
                <a:gradFill>
                  <a:gsLst>
                    <a:gs pos="2917">
                      <a:srgbClr val="1A1A1A"/>
                    </a:gs>
                    <a:gs pos="30000">
                      <a:srgbClr val="1A1A1A"/>
                    </a:gs>
                  </a:gsLst>
                  <a:lin ang="5400000" scaled="0"/>
                </a:gradFill>
                <a:latin typeface="Yu Gothic UI" panose="020B0500000000000000" pitchFamily="34" charset="-128"/>
                <a:ea typeface="Yu Gothic UI" panose="020B0500000000000000" pitchFamily="34" charset="-128"/>
              </a:rPr>
              <a:t> iPaaS</a:t>
            </a:r>
            <a:endParaRPr kumimoji="1" lang="en-US" altLang="ja-JP"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p:txBody>
      </p:sp>
      <p:sp>
        <p:nvSpPr>
          <p:cNvPr id="34" name="テキスト ボックス 33">
            <a:extLst>
              <a:ext uri="{FF2B5EF4-FFF2-40B4-BE49-F238E27FC236}">
                <a16:creationId xmlns:a16="http://schemas.microsoft.com/office/drawing/2014/main" id="{21C6C0F2-2D52-99DB-0579-AC79151ACAFD}"/>
              </a:ext>
            </a:extLst>
          </p:cNvPr>
          <p:cNvSpPr txBox="1"/>
          <p:nvPr/>
        </p:nvSpPr>
        <p:spPr>
          <a:xfrm>
            <a:off x="8155857" y="3147684"/>
            <a:ext cx="2052350" cy="432000"/>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ja-JP" altLang="en-US"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サーバレスアプリ</a:t>
            </a:r>
            <a:endParaRPr kumimoji="1" lang="en-US" altLang="ja-JP" sz="1400" b="1" i="0" u="none" strike="noStrike" kern="1200" cap="none" spc="0" normalizeH="0" baseline="0" noProof="0" dirty="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p:txBody>
      </p:sp>
      <p:sp>
        <p:nvSpPr>
          <p:cNvPr id="35" name="テキスト ボックス 34">
            <a:extLst>
              <a:ext uri="{FF2B5EF4-FFF2-40B4-BE49-F238E27FC236}">
                <a16:creationId xmlns:a16="http://schemas.microsoft.com/office/drawing/2014/main" id="{BDF3221B-3E4B-D380-84CB-19ECF190F02C}"/>
              </a:ext>
            </a:extLst>
          </p:cNvPr>
          <p:cNvSpPr txBox="1"/>
          <p:nvPr/>
        </p:nvSpPr>
        <p:spPr>
          <a:xfrm>
            <a:off x="8184676" y="5426065"/>
            <a:ext cx="2642508" cy="432000"/>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en-US" altLang="ja-JP"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Kubernetes </a:t>
            </a:r>
            <a:r>
              <a:rPr kumimoji="1" lang="ja-JP" altLang="en-US"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サービス</a:t>
            </a:r>
            <a:endParaRPr kumimoji="1" lang="en-US" altLang="ja-JP"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p:txBody>
      </p:sp>
      <p:sp>
        <p:nvSpPr>
          <p:cNvPr id="37" name="テキスト ボックス 36">
            <a:extLst>
              <a:ext uri="{FF2B5EF4-FFF2-40B4-BE49-F238E27FC236}">
                <a16:creationId xmlns:a16="http://schemas.microsoft.com/office/drawing/2014/main" id="{4EADCA3C-8E05-4617-7D0C-EC8D64D248E8}"/>
              </a:ext>
            </a:extLst>
          </p:cNvPr>
          <p:cNvSpPr txBox="1"/>
          <p:nvPr/>
        </p:nvSpPr>
        <p:spPr>
          <a:xfrm>
            <a:off x="8184676" y="6010363"/>
            <a:ext cx="2347260" cy="432000"/>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ja-JP" altLang="en-US" sz="1400" b="1">
                <a:gradFill>
                  <a:gsLst>
                    <a:gs pos="2917">
                      <a:srgbClr val="1A1A1A"/>
                    </a:gs>
                    <a:gs pos="30000">
                      <a:srgbClr val="1A1A1A"/>
                    </a:gs>
                  </a:gsLst>
                  <a:lin ang="5400000" scaled="0"/>
                </a:gradFill>
                <a:latin typeface="Yu Gothic UI" panose="020B0500000000000000" pitchFamily="34" charset="-128"/>
                <a:ea typeface="Yu Gothic UI" panose="020B0500000000000000" pitchFamily="34" charset="-128"/>
              </a:rPr>
              <a:t>単体・複数コンテナー</a:t>
            </a:r>
            <a:endParaRPr kumimoji="1" lang="en-US" altLang="ja-JP"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p:txBody>
      </p:sp>
      <p:sp>
        <p:nvSpPr>
          <p:cNvPr id="38" name="テキスト ボックス 37">
            <a:extLst>
              <a:ext uri="{FF2B5EF4-FFF2-40B4-BE49-F238E27FC236}">
                <a16:creationId xmlns:a16="http://schemas.microsoft.com/office/drawing/2014/main" id="{7F0468E1-57AA-3670-D256-8F2D09B97D1A}"/>
              </a:ext>
            </a:extLst>
          </p:cNvPr>
          <p:cNvSpPr txBox="1"/>
          <p:nvPr/>
        </p:nvSpPr>
        <p:spPr>
          <a:xfrm>
            <a:off x="8184676" y="4742428"/>
            <a:ext cx="2642508" cy="432000"/>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en-US" altLang="ja-JP" sz="1400" b="1" i="0" u="none" strike="noStrike" kern="1200" cap="none" spc="0" normalizeH="0" baseline="0" noProof="0" dirty="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Kubernetes </a:t>
            </a:r>
            <a:r>
              <a:rPr kumimoji="1" lang="ja-JP" altLang="en-US" sz="1400" b="1" i="0" u="none" strike="noStrike" kern="1200" cap="none" spc="0" normalizeH="0" baseline="0" noProof="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rPr>
              <a:t>サービス</a:t>
            </a:r>
            <a:endParaRPr kumimoji="1" lang="en-US" altLang="ja-JP" sz="1400" b="1" i="0" u="none" strike="noStrike" kern="1200" cap="none" spc="0" normalizeH="0" baseline="0" noProof="0" dirty="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a:p>
            <a:pPr marL="0" marR="0" lvl="0" indent="0" algn="l" defTabSz="914400" rtl="0" eaLnBrk="1" fontAlgn="auto" latinLnBrk="0" hangingPunct="1">
              <a:lnSpc>
                <a:spcPct val="90000"/>
              </a:lnSpc>
              <a:spcBef>
                <a:spcPts val="0"/>
              </a:spcBef>
              <a:spcAft>
                <a:spcPts val="600"/>
              </a:spcAft>
              <a:buClrTx/>
              <a:buSzTx/>
              <a:buFontTx/>
              <a:buNone/>
              <a:tabLst/>
              <a:defRPr/>
            </a:pPr>
            <a:r>
              <a:rPr kumimoji="1" lang="en-US" altLang="ja-JP" sz="1100" b="1" dirty="0">
                <a:gradFill>
                  <a:gsLst>
                    <a:gs pos="2917">
                      <a:srgbClr val="1A1A1A"/>
                    </a:gs>
                    <a:gs pos="30000">
                      <a:srgbClr val="1A1A1A"/>
                    </a:gs>
                  </a:gsLst>
                  <a:lin ang="5400000" scaled="0"/>
                </a:gradFill>
                <a:latin typeface="Yu Gothic UI" panose="020B0500000000000000" pitchFamily="34" charset="-128"/>
                <a:ea typeface="Yu Gothic UI" panose="020B0500000000000000" pitchFamily="34" charset="-128"/>
              </a:rPr>
              <a:t>(Red Hat OpenShift)</a:t>
            </a:r>
            <a:endParaRPr kumimoji="1" lang="en-US" altLang="ja-JP" sz="1100" b="1" i="0" u="none" strike="noStrike" kern="1200" cap="none" spc="0" normalizeH="0" baseline="0" noProof="0" dirty="0">
              <a:ln>
                <a:noFill/>
              </a:ln>
              <a:gradFill>
                <a:gsLst>
                  <a:gs pos="2917">
                    <a:srgbClr val="1A1A1A"/>
                  </a:gs>
                  <a:gs pos="30000">
                    <a:srgbClr val="1A1A1A"/>
                  </a:gs>
                </a:gsLst>
                <a:lin ang="5400000" scaled="0"/>
              </a:gradFill>
              <a:effectLst/>
              <a:uLnTx/>
              <a:uFillTx/>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475502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BFFBC69E-FDB3-492E-8988-14F523CD6E98}"/>
              </a:ext>
            </a:extLst>
          </p:cNvPr>
          <p:cNvSpPr>
            <a:spLocks noGrp="1"/>
          </p:cNvSpPr>
          <p:nvPr/>
        </p:nvSpPr>
        <p:spPr>
          <a:xfrm>
            <a:off x="685800" y="2038350"/>
            <a:ext cx="10820400" cy="3810000"/>
          </a:xfrm>
          <a:prstGeom prst="rect">
            <a:avLst/>
          </a:prstGeom>
          <a:solidFill>
            <a:srgbClr val="FFFFFF"/>
          </a:solidFill>
          <a:ln w="9525">
            <a:solidFill>
              <a:srgbClr val="D0D5DD"/>
            </a:solidFill>
            <a:prstDash val="solid"/>
          </a:ln>
        </p:spPr>
        <p:txBody>
          <a:bodyPr/>
          <a:lstStyle/>
          <a:p>
            <a:endParaRPr lang="ja-JP" altLang="en-US"/>
          </a:p>
        </p:txBody>
      </p:sp>
      <p:sp>
        <p:nvSpPr>
          <p:cNvPr id="55" name="四角形吹き出し 54">
            <a:extLst>
              <a:ext uri="{FF2B5EF4-FFF2-40B4-BE49-F238E27FC236}">
                <a16:creationId xmlns:a16="http://schemas.microsoft.com/office/drawing/2014/main" id="{5BA0593E-D69A-F7C9-3458-3418029B3342}"/>
              </a:ext>
            </a:extLst>
          </p:cNvPr>
          <p:cNvSpPr/>
          <p:nvPr/>
        </p:nvSpPr>
        <p:spPr>
          <a:xfrm>
            <a:off x="1902557" y="4525067"/>
            <a:ext cx="2882718" cy="1064941"/>
          </a:xfrm>
          <a:prstGeom prst="wedgeRectCallout">
            <a:avLst>
              <a:gd name="adj1" fmla="val 36268"/>
              <a:gd name="adj2" fmla="val -6679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正方形/長方形 8">
            <a:extLst>
              <a:ext uri="{FF2B5EF4-FFF2-40B4-BE49-F238E27FC236}">
                <a16:creationId xmlns:a16="http://schemas.microsoft.com/office/drawing/2014/main" id="{997A2205-F44F-4504-8D12-61370B04F36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今日作るアーキテクチャ</a:t>
            </a:r>
          </a:p>
        </p:txBody>
      </p:sp>
      <p:sp>
        <p:nvSpPr>
          <p:cNvPr id="2" name="正方形/長方形 1">
            <a:extLst>
              <a:ext uri="{FF2B5EF4-FFF2-40B4-BE49-F238E27FC236}">
                <a16:creationId xmlns:a16="http://schemas.microsoft.com/office/drawing/2014/main" id="{D5FCB48E-9BA3-4A4B-98D9-59D93222F15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3" name="正方形/長方形 2">
            <a:extLst>
              <a:ext uri="{FF2B5EF4-FFF2-40B4-BE49-F238E27FC236}">
                <a16:creationId xmlns:a16="http://schemas.microsoft.com/office/drawing/2014/main" id="{7AF68106-9A92-4B72-930D-5536BF6F13C8}"/>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17</a:t>
            </a:r>
          </a:p>
        </p:txBody>
      </p:sp>
      <p:sp>
        <p:nvSpPr>
          <p:cNvPr id="4" name="正方形/長方形 3">
            <a:extLst>
              <a:ext uri="{FF2B5EF4-FFF2-40B4-BE49-F238E27FC236}">
                <a16:creationId xmlns:a16="http://schemas.microsoft.com/office/drawing/2014/main" id="{155F3A72-4DF5-46A9-832C-37B179BE21A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16E2B67-0673-4A37-B610-CA9FDA6C072D}"/>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ブラウザーから ACI の FQDN へアクセスし、ACI が共有 ACR から取得した NGINX イメージを実行してページを返します。</a:t>
            </a:r>
          </a:p>
        </p:txBody>
      </p:sp>
      <p:sp>
        <p:nvSpPr>
          <p:cNvPr id="8" name="正方形/長方形 7">
            <a:extLst>
              <a:ext uri="{FF2B5EF4-FFF2-40B4-BE49-F238E27FC236}">
                <a16:creationId xmlns:a16="http://schemas.microsoft.com/office/drawing/2014/main" id="{C1E8D2DD-A2BB-46C6-A043-028168EEB57C}"/>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17 / 47</a:t>
            </a:r>
          </a:p>
        </p:txBody>
      </p:sp>
      <p:sp>
        <p:nvSpPr>
          <p:cNvPr id="29" name="角丸四角形 28">
            <a:extLst>
              <a:ext uri="{FF2B5EF4-FFF2-40B4-BE49-F238E27FC236}">
                <a16:creationId xmlns:a16="http://schemas.microsoft.com/office/drawing/2014/main" id="{49C6D349-8ABF-22DD-0AE0-FDC2843A26E7}"/>
              </a:ext>
            </a:extLst>
          </p:cNvPr>
          <p:cNvSpPr/>
          <p:nvPr/>
        </p:nvSpPr>
        <p:spPr>
          <a:xfrm>
            <a:off x="2781298" y="3533121"/>
            <a:ext cx="1081549"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B9BAED0A-CB3B-C8A2-80D1-EA8E5B5988E4}"/>
              </a:ext>
            </a:extLst>
          </p:cNvPr>
          <p:cNvSpPr txBox="1"/>
          <p:nvPr/>
        </p:nvSpPr>
        <p:spPr>
          <a:xfrm>
            <a:off x="2841455" y="3626546"/>
            <a:ext cx="931729"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sp>
        <p:nvSpPr>
          <p:cNvPr id="31" name="角丸四角形 30">
            <a:extLst>
              <a:ext uri="{FF2B5EF4-FFF2-40B4-BE49-F238E27FC236}">
                <a16:creationId xmlns:a16="http://schemas.microsoft.com/office/drawing/2014/main" id="{064C5510-AFC5-32B0-9BAE-896EF4457FD7}"/>
              </a:ext>
            </a:extLst>
          </p:cNvPr>
          <p:cNvSpPr/>
          <p:nvPr/>
        </p:nvSpPr>
        <p:spPr>
          <a:xfrm>
            <a:off x="5034114" y="2403987"/>
            <a:ext cx="2979175" cy="3101463"/>
          </a:xfrm>
          <a:prstGeom prst="roundRect">
            <a:avLst>
              <a:gd name="adj" fmla="val 8334"/>
            </a:avLst>
          </a:prstGeom>
          <a:noFill/>
          <a:ln w="9525">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角丸四角形 31">
            <a:extLst>
              <a:ext uri="{FF2B5EF4-FFF2-40B4-BE49-F238E27FC236}">
                <a16:creationId xmlns:a16="http://schemas.microsoft.com/office/drawing/2014/main" id="{A920699F-FD0A-D26C-D017-C6D1FCD296E7}"/>
              </a:ext>
            </a:extLst>
          </p:cNvPr>
          <p:cNvSpPr/>
          <p:nvPr/>
        </p:nvSpPr>
        <p:spPr>
          <a:xfrm>
            <a:off x="5653548" y="2780226"/>
            <a:ext cx="2054942" cy="2062162"/>
          </a:xfrm>
          <a:prstGeom prst="roundRect">
            <a:avLst>
              <a:gd name="adj" fmla="val 8334"/>
            </a:avLst>
          </a:prstGeom>
          <a:noFill/>
          <a:ln w="6350">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グラフィックス 32">
            <a:extLst>
              <a:ext uri="{FF2B5EF4-FFF2-40B4-BE49-F238E27FC236}">
                <a16:creationId xmlns:a16="http://schemas.microsoft.com/office/drawing/2014/main" id="{E889ACFC-ABD5-62AE-B66A-FEF24BC851FD}"/>
              </a:ext>
            </a:extLst>
          </p:cNvPr>
          <p:cNvPicPr>
            <a:picLocks noChangeAspect="1"/>
          </p:cNvPicPr>
          <p:nvPr/>
        </p:nvPicPr>
        <p:blipFill>
          <a:blip>
            <a:grayscl/>
            <a:extLst>
              <a:ext uri="{96DAC541-7B7A-43D3-8B79-37D633B846F1}">
                <asvg:svgBlip xmlns:asvg="http://schemas.microsoft.com/office/drawing/2016/SVG/main" r:embed="rId3"/>
              </a:ext>
            </a:extLst>
          </a:blip>
          <a:stretch>
            <a:fillRect/>
          </a:stretch>
        </p:blipFill>
        <p:spPr>
          <a:xfrm>
            <a:off x="5738145" y="4485871"/>
            <a:ext cx="298415" cy="298415"/>
          </a:xfrm>
          <a:prstGeom prst="rect">
            <a:avLst/>
          </a:prstGeom>
        </p:spPr>
      </p:pic>
      <p:pic>
        <p:nvPicPr>
          <p:cNvPr id="34" name="グラフィックス 33">
            <a:extLst>
              <a:ext uri="{FF2B5EF4-FFF2-40B4-BE49-F238E27FC236}">
                <a16:creationId xmlns:a16="http://schemas.microsoft.com/office/drawing/2014/main" id="{76F6D056-B421-2361-9859-670D218A86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8129" y="2662256"/>
            <a:ext cx="298415" cy="298415"/>
          </a:xfrm>
          <a:prstGeom prst="rect">
            <a:avLst/>
          </a:prstGeom>
        </p:spPr>
      </p:pic>
      <p:pic>
        <p:nvPicPr>
          <p:cNvPr id="35" name="グラフィックス 34">
            <a:extLst>
              <a:ext uri="{FF2B5EF4-FFF2-40B4-BE49-F238E27FC236}">
                <a16:creationId xmlns:a16="http://schemas.microsoft.com/office/drawing/2014/main" id="{2B08F110-CAB2-2F4E-217A-6F215156C34B}"/>
              </a:ext>
            </a:extLst>
          </p:cNvPr>
          <p:cNvPicPr>
            <a:picLocks noChangeAspect="1"/>
          </p:cNvPicPr>
          <p:nvPr/>
        </p:nvPicPr>
        <p:blipFill>
          <a:blip>
            <a:grayscl/>
            <a:extLst>
              <a:ext uri="{96DAC541-7B7A-43D3-8B79-37D633B846F1}">
                <asvg:svgBlip xmlns:asvg="http://schemas.microsoft.com/office/drawing/2016/SVG/main" r:embed="rId5"/>
              </a:ext>
            </a:extLst>
          </a:blip>
          <a:stretch>
            <a:fillRect/>
          </a:stretch>
        </p:blipFill>
        <p:spPr>
          <a:xfrm>
            <a:off x="4548765" y="3656865"/>
            <a:ext cx="308694" cy="308694"/>
          </a:xfrm>
          <a:prstGeom prst="rect">
            <a:avLst/>
          </a:prstGeom>
        </p:spPr>
      </p:pic>
      <p:cxnSp>
        <p:nvCxnSpPr>
          <p:cNvPr id="36" name="直線コネクタ 35">
            <a:extLst>
              <a:ext uri="{FF2B5EF4-FFF2-40B4-BE49-F238E27FC236}">
                <a16:creationId xmlns:a16="http://schemas.microsoft.com/office/drawing/2014/main" id="{67781300-1D12-783C-138B-57D76FC642EB}"/>
              </a:ext>
            </a:extLst>
          </p:cNvPr>
          <p:cNvCxnSpPr>
            <a:cxnSpLocks/>
            <a:stCxn id="35" idx="3"/>
          </p:cNvCxnSpPr>
          <p:nvPr/>
        </p:nvCxnSpPr>
        <p:spPr>
          <a:xfrm flipV="1">
            <a:off x="4857459" y="3810875"/>
            <a:ext cx="1482016" cy="337"/>
          </a:xfrm>
          <a:prstGeom prst="line">
            <a:avLst/>
          </a:prstGeom>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4D65CAF2-0DE6-B2F7-E86B-4F7B4F07C5FF}"/>
              </a:ext>
            </a:extLst>
          </p:cNvPr>
          <p:cNvSpPr txBox="1"/>
          <p:nvPr/>
        </p:nvSpPr>
        <p:spPr>
          <a:xfrm>
            <a:off x="5544949" y="5135969"/>
            <a:ext cx="2054942" cy="307777"/>
          </a:xfrm>
          <a:prstGeom prst="rect">
            <a:avLst/>
          </a:prstGeom>
          <a:noFill/>
        </p:spPr>
        <p:txBody>
          <a:bodyPr wrap="square" rtlCol="0">
            <a:spAutoFit/>
          </a:bodyPr>
          <a:lstStyle/>
          <a:p>
            <a:r>
              <a:rPr kumimoji="1" lang="en-US" altLang="ja-JP" sz="1400" dirty="0">
                <a:solidFill>
                  <a:schemeClr val="bg2">
                    <a:lumMod val="90000"/>
                  </a:schemeClr>
                </a:solidFill>
                <a:latin typeface="Yu Gothic UI" panose="020B0500000000000000" pitchFamily="34" charset="-128"/>
                <a:ea typeface="Yu Gothic UI" panose="020B0500000000000000" pitchFamily="34" charset="-128"/>
              </a:rPr>
              <a:t>Virtual Network (</a:t>
            </a:r>
            <a:r>
              <a:rPr kumimoji="1" lang="en-US" altLang="ja-JP" sz="1400" dirty="0" err="1">
                <a:solidFill>
                  <a:schemeClr val="bg2">
                    <a:lumMod val="90000"/>
                  </a:schemeClr>
                </a:solidFill>
                <a:latin typeface="Yu Gothic UI" panose="020B0500000000000000" pitchFamily="34" charset="-128"/>
                <a:ea typeface="Yu Gothic UI" panose="020B0500000000000000" pitchFamily="34" charset="-128"/>
              </a:rPr>
              <a:t>VNet</a:t>
            </a:r>
            <a:r>
              <a:rPr kumimoji="1" lang="en-US" altLang="ja-JP" sz="1400" dirty="0">
                <a:solidFill>
                  <a:schemeClr val="bg2">
                    <a:lumMod val="90000"/>
                  </a:schemeClr>
                </a:solidFill>
                <a:latin typeface="Yu Gothic UI" panose="020B0500000000000000" pitchFamily="34" charset="-128"/>
                <a:ea typeface="Yu Gothic UI" panose="020B0500000000000000" pitchFamily="34" charset="-128"/>
              </a:rPr>
              <a:t>)</a:t>
            </a:r>
            <a:endParaRPr kumimoji="1" lang="ja-JP" altLang="en-US" sz="1400">
              <a:solidFill>
                <a:schemeClr val="bg2">
                  <a:lumMod val="90000"/>
                </a:schemeClr>
              </a:solidFill>
              <a:latin typeface="Yu Gothic UI" panose="020B0500000000000000" pitchFamily="34" charset="-128"/>
              <a:ea typeface="Yu Gothic UI" panose="020B0500000000000000" pitchFamily="34" charset="-128"/>
            </a:endParaRPr>
          </a:p>
        </p:txBody>
      </p:sp>
      <p:pic>
        <p:nvPicPr>
          <p:cNvPr id="38" name="グラフィックス 37">
            <a:extLst>
              <a:ext uri="{FF2B5EF4-FFF2-40B4-BE49-F238E27FC236}">
                <a16:creationId xmlns:a16="http://schemas.microsoft.com/office/drawing/2014/main" id="{6F658AF0-35D6-217A-FD15-552B06B7EFCC}"/>
              </a:ext>
            </a:extLst>
          </p:cNvPr>
          <p:cNvPicPr>
            <a:picLocks noChangeAspect="1"/>
          </p:cNvPicPr>
          <p:nvPr/>
        </p:nvPicPr>
        <p:blipFill>
          <a:blip>
            <a:grayscl/>
            <a:extLst>
              <a:ext uri="{96DAC541-7B7A-43D3-8B79-37D633B846F1}">
                <asvg:svgBlip xmlns:asvg="http://schemas.microsoft.com/office/drawing/2016/SVG/main" r:embed="rId6"/>
              </a:ext>
            </a:extLst>
          </a:blip>
          <a:stretch>
            <a:fillRect/>
          </a:stretch>
        </p:blipFill>
        <p:spPr>
          <a:xfrm>
            <a:off x="5205878" y="5120321"/>
            <a:ext cx="339071" cy="339071"/>
          </a:xfrm>
          <a:prstGeom prst="rect">
            <a:avLst/>
          </a:prstGeom>
        </p:spPr>
      </p:pic>
      <p:cxnSp>
        <p:nvCxnSpPr>
          <p:cNvPr id="39" name="直線コネクタ 38">
            <a:extLst>
              <a:ext uri="{FF2B5EF4-FFF2-40B4-BE49-F238E27FC236}">
                <a16:creationId xmlns:a16="http://schemas.microsoft.com/office/drawing/2014/main" id="{FB403422-3624-E2A9-1845-0D6D37FE5CAB}"/>
              </a:ext>
            </a:extLst>
          </p:cNvPr>
          <p:cNvCxnSpPr>
            <a:cxnSpLocks/>
          </p:cNvCxnSpPr>
          <p:nvPr/>
        </p:nvCxnSpPr>
        <p:spPr>
          <a:xfrm>
            <a:off x="3948266" y="3599837"/>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20CEEB6D-E991-F7E3-EFA7-E07801433215}"/>
              </a:ext>
            </a:extLst>
          </p:cNvPr>
          <p:cNvSpPr txBox="1"/>
          <p:nvPr/>
        </p:nvSpPr>
        <p:spPr>
          <a:xfrm>
            <a:off x="3868555" y="3100214"/>
            <a:ext cx="780530"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cxnSp>
        <p:nvCxnSpPr>
          <p:cNvPr id="41" name="直線コネクタ 40">
            <a:extLst>
              <a:ext uri="{FF2B5EF4-FFF2-40B4-BE49-F238E27FC236}">
                <a16:creationId xmlns:a16="http://schemas.microsoft.com/office/drawing/2014/main" id="{636719FD-1024-ABBC-2C7C-A6B84F3D1083}"/>
              </a:ext>
            </a:extLst>
          </p:cNvPr>
          <p:cNvCxnSpPr>
            <a:cxnSpLocks/>
          </p:cNvCxnSpPr>
          <p:nvPr/>
        </p:nvCxnSpPr>
        <p:spPr>
          <a:xfrm flipH="1">
            <a:off x="3923581" y="4002269"/>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54D9B98-A3F7-C008-C821-BB81F016C508}"/>
              </a:ext>
            </a:extLst>
          </p:cNvPr>
          <p:cNvSpPr txBox="1"/>
          <p:nvPr/>
        </p:nvSpPr>
        <p:spPr>
          <a:xfrm>
            <a:off x="5617289" y="4026221"/>
            <a:ext cx="722186"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HTTP</a:t>
            </a:r>
          </a:p>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43" name="テキスト ボックス 42">
            <a:extLst>
              <a:ext uri="{FF2B5EF4-FFF2-40B4-BE49-F238E27FC236}">
                <a16:creationId xmlns:a16="http://schemas.microsoft.com/office/drawing/2014/main" id="{D6DA35A2-CB34-EAEC-648F-0BCB8C2814D3}"/>
              </a:ext>
            </a:extLst>
          </p:cNvPr>
          <p:cNvSpPr txBox="1"/>
          <p:nvPr/>
        </p:nvSpPr>
        <p:spPr>
          <a:xfrm>
            <a:off x="6043766" y="4454873"/>
            <a:ext cx="868635" cy="307777"/>
          </a:xfrm>
          <a:prstGeom prst="rect">
            <a:avLst/>
          </a:prstGeom>
          <a:noFill/>
        </p:spPr>
        <p:txBody>
          <a:bodyPr wrap="square" rtlCol="0">
            <a:spAutoFit/>
          </a:bodyPr>
          <a:lstStyle/>
          <a:p>
            <a:r>
              <a:rPr kumimoji="1" lang="ja-JP" altLang="en-US" sz="1400">
                <a:solidFill>
                  <a:schemeClr val="bg2">
                    <a:lumMod val="90000"/>
                  </a:schemeClr>
                </a:solidFill>
                <a:latin typeface="Yu Gothic UI" panose="020B0500000000000000" pitchFamily="34" charset="-128"/>
                <a:ea typeface="Yu Gothic UI" panose="020B0500000000000000" pitchFamily="34" charset="-128"/>
              </a:rPr>
              <a:t>サブネット</a:t>
            </a:r>
          </a:p>
        </p:txBody>
      </p:sp>
      <p:sp>
        <p:nvSpPr>
          <p:cNvPr id="44" name="テキスト ボックス 43">
            <a:extLst>
              <a:ext uri="{FF2B5EF4-FFF2-40B4-BE49-F238E27FC236}">
                <a16:creationId xmlns:a16="http://schemas.microsoft.com/office/drawing/2014/main" id="{EE0DF17A-4AEB-7008-F41F-0AB5AE4EA25A}"/>
              </a:ext>
            </a:extLst>
          </p:cNvPr>
          <p:cNvSpPr txBox="1"/>
          <p:nvPr/>
        </p:nvSpPr>
        <p:spPr>
          <a:xfrm>
            <a:off x="4263742" y="4077718"/>
            <a:ext cx="914451" cy="307777"/>
          </a:xfrm>
          <a:prstGeom prst="rect">
            <a:avLst/>
          </a:prstGeom>
          <a:noFill/>
        </p:spPr>
        <p:txBody>
          <a:bodyPr wrap="square" rtlCol="0">
            <a:spAutoFit/>
          </a:bodyPr>
          <a:lstStyle/>
          <a:p>
            <a:pPr algn="ctr"/>
            <a:r>
              <a:rPr kumimoji="1" lang="en-US" altLang="ja-JP" sz="1400" dirty="0">
                <a:solidFill>
                  <a:schemeClr val="bg2">
                    <a:lumMod val="90000"/>
                  </a:schemeClr>
                </a:solidFill>
                <a:latin typeface="Yu Gothic UI" panose="020B0500000000000000" pitchFamily="34" charset="-128"/>
                <a:ea typeface="Yu Gothic UI" panose="020B0500000000000000" pitchFamily="34" charset="-128"/>
              </a:rPr>
              <a:t>Public IP</a:t>
            </a:r>
            <a:endParaRPr kumimoji="1" lang="ja-JP" altLang="en-US" sz="1400">
              <a:solidFill>
                <a:schemeClr val="bg2">
                  <a:lumMod val="90000"/>
                </a:schemeClr>
              </a:solidFill>
              <a:latin typeface="Yu Gothic UI" panose="020B0500000000000000" pitchFamily="34" charset="-128"/>
              <a:ea typeface="Yu Gothic UI" panose="020B0500000000000000" pitchFamily="34" charset="-128"/>
            </a:endParaRPr>
          </a:p>
        </p:txBody>
      </p:sp>
      <p:sp>
        <p:nvSpPr>
          <p:cNvPr id="45" name="テキスト ボックス 44">
            <a:extLst>
              <a:ext uri="{FF2B5EF4-FFF2-40B4-BE49-F238E27FC236}">
                <a16:creationId xmlns:a16="http://schemas.microsoft.com/office/drawing/2014/main" id="{0C93B863-387E-C97B-4962-A22541C766A9}"/>
              </a:ext>
            </a:extLst>
          </p:cNvPr>
          <p:cNvSpPr txBox="1"/>
          <p:nvPr/>
        </p:nvSpPr>
        <p:spPr>
          <a:xfrm>
            <a:off x="5754295" y="2466473"/>
            <a:ext cx="622054"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NSG</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46" name="グラフィックス 45">
            <a:extLst>
              <a:ext uri="{FF2B5EF4-FFF2-40B4-BE49-F238E27FC236}">
                <a16:creationId xmlns:a16="http://schemas.microsoft.com/office/drawing/2014/main" id="{BCCC493D-37D8-8364-2EE8-14A2EF9CEF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6734" y="3562271"/>
            <a:ext cx="497208" cy="497208"/>
          </a:xfrm>
          <a:prstGeom prst="rect">
            <a:avLst/>
          </a:prstGeom>
        </p:spPr>
      </p:pic>
      <p:sp>
        <p:nvSpPr>
          <p:cNvPr id="47" name="テキスト ボックス 46">
            <a:extLst>
              <a:ext uri="{FF2B5EF4-FFF2-40B4-BE49-F238E27FC236}">
                <a16:creationId xmlns:a16="http://schemas.microsoft.com/office/drawing/2014/main" id="{7D3CAC5E-45F0-B669-1001-B9BB32349E29}"/>
              </a:ext>
            </a:extLst>
          </p:cNvPr>
          <p:cNvSpPr txBox="1"/>
          <p:nvPr/>
        </p:nvSpPr>
        <p:spPr>
          <a:xfrm>
            <a:off x="6192591" y="4091285"/>
            <a:ext cx="914451"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ACI</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48" name="グラフィックス 47">
            <a:extLst>
              <a:ext uri="{FF2B5EF4-FFF2-40B4-BE49-F238E27FC236}">
                <a16:creationId xmlns:a16="http://schemas.microsoft.com/office/drawing/2014/main" id="{F39ABC7D-9CCA-9762-7013-AE740A63C8E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61234" y="3561624"/>
            <a:ext cx="542975" cy="542975"/>
          </a:xfrm>
          <a:prstGeom prst="rect">
            <a:avLst/>
          </a:prstGeom>
        </p:spPr>
      </p:pic>
      <p:sp>
        <p:nvSpPr>
          <p:cNvPr id="49" name="テキスト ボックス 48">
            <a:extLst>
              <a:ext uri="{FF2B5EF4-FFF2-40B4-BE49-F238E27FC236}">
                <a16:creationId xmlns:a16="http://schemas.microsoft.com/office/drawing/2014/main" id="{4ED6D9B1-A6ED-60EE-E82C-EFF2A566661E}"/>
              </a:ext>
            </a:extLst>
          </p:cNvPr>
          <p:cNvSpPr txBox="1"/>
          <p:nvPr/>
        </p:nvSpPr>
        <p:spPr>
          <a:xfrm>
            <a:off x="8175497" y="4146773"/>
            <a:ext cx="948325" cy="307777"/>
          </a:xfrm>
          <a:prstGeom prst="rect">
            <a:avLst/>
          </a:prstGeom>
          <a:noFill/>
        </p:spPr>
        <p:txBody>
          <a:bodyPr wrap="square"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ACR</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50" name="直線矢印コネクタ 49">
            <a:extLst>
              <a:ext uri="{FF2B5EF4-FFF2-40B4-BE49-F238E27FC236}">
                <a16:creationId xmlns:a16="http://schemas.microsoft.com/office/drawing/2014/main" id="{99FD51C7-4A99-0F00-F0F5-6B06DE3EF6D1}"/>
              </a:ext>
            </a:extLst>
          </p:cNvPr>
          <p:cNvCxnSpPr/>
          <p:nvPr/>
        </p:nvCxnSpPr>
        <p:spPr>
          <a:xfrm flipH="1">
            <a:off x="7020232" y="3810875"/>
            <a:ext cx="115526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26B70C55-B304-80DB-608B-EB8A21251804}"/>
              </a:ext>
            </a:extLst>
          </p:cNvPr>
          <p:cNvSpPr txBox="1"/>
          <p:nvPr/>
        </p:nvSpPr>
        <p:spPr>
          <a:xfrm>
            <a:off x="7202744" y="3332494"/>
            <a:ext cx="853691" cy="430887"/>
          </a:xfrm>
          <a:prstGeom prst="rect">
            <a:avLst/>
          </a:prstGeom>
          <a:noFill/>
        </p:spPr>
        <p:txBody>
          <a:bodyPr wrap="square" rtlCol="0">
            <a:spAutoFit/>
          </a:bodyPr>
          <a:lstStyle/>
          <a:p>
            <a:pPr algn="ct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コンテナイメージを</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pull</a:t>
            </a:r>
            <a:endPar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54" name="四角形吹き出し 53">
            <a:extLst>
              <a:ext uri="{FF2B5EF4-FFF2-40B4-BE49-F238E27FC236}">
                <a16:creationId xmlns:a16="http://schemas.microsoft.com/office/drawing/2014/main" id="{41CE3255-D8D7-E214-C6DE-EE46EB4C31E7}"/>
              </a:ext>
            </a:extLst>
          </p:cNvPr>
          <p:cNvSpPr/>
          <p:nvPr/>
        </p:nvSpPr>
        <p:spPr>
          <a:xfrm>
            <a:off x="1909763" y="4518844"/>
            <a:ext cx="2882718" cy="1064941"/>
          </a:xfrm>
          <a:prstGeom prst="wedgeRectCallout">
            <a:avLst>
              <a:gd name="adj1" fmla="val 60825"/>
              <a:gd name="adj2" fmla="val 2091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3" name="テキスト ボックス 52">
            <a:extLst>
              <a:ext uri="{FF2B5EF4-FFF2-40B4-BE49-F238E27FC236}">
                <a16:creationId xmlns:a16="http://schemas.microsoft.com/office/drawing/2014/main" id="{9D0E2550-D8F4-FD7F-48E5-598FE4B9A38E}"/>
              </a:ext>
            </a:extLst>
          </p:cNvPr>
          <p:cNvSpPr txBox="1"/>
          <p:nvPr/>
        </p:nvSpPr>
        <p:spPr>
          <a:xfrm>
            <a:off x="1923801" y="4568123"/>
            <a:ext cx="2767035" cy="1015663"/>
          </a:xfrm>
          <a:prstGeom prst="rect">
            <a:avLst/>
          </a:prstGeom>
          <a:noFill/>
        </p:spPr>
        <p:txBody>
          <a:bodyPr wrap="square" rtlCol="0">
            <a:spAutoFit/>
          </a:bodyP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今回の</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ACI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Internet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に公開する設定で作成する。その場合、</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ACI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MS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のマネージド</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に作成され、ユーザーは自身で作成、管理する必要がない。</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Public IP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も</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MS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マネージドで不定。</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3C3F9D1C-8176-4E5C-9923-D1C0B1C6545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ハンズオンで使う値</a:t>
            </a:r>
          </a:p>
        </p:txBody>
      </p:sp>
      <p:sp>
        <p:nvSpPr>
          <p:cNvPr id="2" name="正方形/長方形 1">
            <a:extLst>
              <a:ext uri="{FF2B5EF4-FFF2-40B4-BE49-F238E27FC236}">
                <a16:creationId xmlns:a16="http://schemas.microsoft.com/office/drawing/2014/main" id="{D7756E0D-8B52-4D48-B7AD-5D8DF3CB4AC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3" name="正方形/長方形 2">
            <a:extLst>
              <a:ext uri="{FF2B5EF4-FFF2-40B4-BE49-F238E27FC236}">
                <a16:creationId xmlns:a16="http://schemas.microsoft.com/office/drawing/2014/main" id="{54274428-67BC-42DC-BFD5-F78A2D7CE55A}"/>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18</a:t>
            </a:r>
          </a:p>
        </p:txBody>
      </p:sp>
      <p:sp>
        <p:nvSpPr>
          <p:cNvPr id="4" name="正方形/長方形 3">
            <a:extLst>
              <a:ext uri="{FF2B5EF4-FFF2-40B4-BE49-F238E27FC236}">
                <a16:creationId xmlns:a16="http://schemas.microsoft.com/office/drawing/2014/main" id="{56267C37-D80D-41B9-9E53-246CA5F9ED0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6D2DA489-AAA0-48EB-83A6-847EC44D3619}"/>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名前と DNS ラベルをそろえると、50名同時でも衝突を避けやすくなります。受講者番号は自分の番号に置き換えます。</a:t>
            </a:r>
          </a:p>
        </p:txBody>
      </p:sp>
      <p:sp>
        <p:nvSpPr>
          <p:cNvPr id="6" name="正方形/長方形 5">
            <a:extLst>
              <a:ext uri="{FF2B5EF4-FFF2-40B4-BE49-F238E27FC236}">
                <a16:creationId xmlns:a16="http://schemas.microsoft.com/office/drawing/2014/main" id="{0AC3B70F-4A2F-4BD8-8CA5-87A876BAA831}"/>
              </a:ext>
            </a:extLst>
          </p:cNvPr>
          <p:cNvSpPr>
            <a:spLocks noGrp="1"/>
          </p:cNvSpPr>
          <p:nvPr/>
        </p:nvSpPr>
        <p:spPr>
          <a:xfrm>
            <a:off x="876300" y="2038350"/>
            <a:ext cx="3479800" cy="400050"/>
          </a:xfrm>
          <a:prstGeom prst="rect">
            <a:avLst/>
          </a:prstGeom>
          <a:solidFill>
            <a:srgbClr val="244A8F"/>
          </a:solidFill>
          <a:ln w="11430">
            <a:solidFill>
              <a:srgbClr val="FFFFFF"/>
            </a:solidFill>
            <a:prstDash val="solid"/>
          </a:ln>
        </p:spPr>
        <p:txBody>
          <a:bodyPr/>
          <a:lstStyle/>
          <a:p>
            <a:endParaRPr lang="ja-JP" altLang="en-US" sz="4000"/>
          </a:p>
        </p:txBody>
      </p:sp>
      <p:sp>
        <p:nvSpPr>
          <p:cNvPr id="7" name="正方形/長方形 6">
            <a:extLst>
              <a:ext uri="{FF2B5EF4-FFF2-40B4-BE49-F238E27FC236}">
                <a16:creationId xmlns:a16="http://schemas.microsoft.com/office/drawing/2014/main" id="{2676F5B4-1290-4330-8F0D-27A0FD7F9ED4}"/>
              </a:ext>
            </a:extLst>
          </p:cNvPr>
          <p:cNvSpPr>
            <a:spLocks noGrp="1"/>
          </p:cNvSpPr>
          <p:nvPr/>
        </p:nvSpPr>
        <p:spPr>
          <a:xfrm>
            <a:off x="9525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400" b="1">
                <a:solidFill>
                  <a:srgbClr val="FFFFFF"/>
                </a:solidFill>
                <a:latin typeface="Yu Gothic UI"/>
                <a:ea typeface="Yu Gothic UI"/>
                <a:cs typeface="Yu Gothic UI"/>
              </a:rPr>
              <a:t>項目</a:t>
            </a:r>
          </a:p>
        </p:txBody>
      </p:sp>
      <p:sp>
        <p:nvSpPr>
          <p:cNvPr id="8" name="正方形/長方形 7">
            <a:extLst>
              <a:ext uri="{FF2B5EF4-FFF2-40B4-BE49-F238E27FC236}">
                <a16:creationId xmlns:a16="http://schemas.microsoft.com/office/drawing/2014/main" id="{FDF3E998-20D5-4ABB-B776-5A9B4F6E233B}"/>
              </a:ext>
            </a:extLst>
          </p:cNvPr>
          <p:cNvSpPr>
            <a:spLocks noGrp="1"/>
          </p:cNvSpPr>
          <p:nvPr/>
        </p:nvSpPr>
        <p:spPr>
          <a:xfrm>
            <a:off x="4356100" y="2038350"/>
            <a:ext cx="3479800" cy="400050"/>
          </a:xfrm>
          <a:prstGeom prst="rect">
            <a:avLst/>
          </a:prstGeom>
          <a:solidFill>
            <a:srgbClr val="244A8F"/>
          </a:solidFill>
          <a:ln w="11430">
            <a:solidFill>
              <a:srgbClr val="FFFFFF"/>
            </a:solidFill>
            <a:prstDash val="solid"/>
          </a:ln>
        </p:spPr>
        <p:txBody>
          <a:bodyPr/>
          <a:lstStyle/>
          <a:p>
            <a:endParaRPr lang="ja-JP" altLang="en-US" sz="4000"/>
          </a:p>
        </p:txBody>
      </p:sp>
      <p:sp>
        <p:nvSpPr>
          <p:cNvPr id="9" name="正方形/長方形 8">
            <a:extLst>
              <a:ext uri="{FF2B5EF4-FFF2-40B4-BE49-F238E27FC236}">
                <a16:creationId xmlns:a16="http://schemas.microsoft.com/office/drawing/2014/main" id="{8D2B2807-F7AB-432C-B3AD-C6AEFA576171}"/>
              </a:ext>
            </a:extLst>
          </p:cNvPr>
          <p:cNvSpPr>
            <a:spLocks noGrp="1"/>
          </p:cNvSpPr>
          <p:nvPr/>
        </p:nvSpPr>
        <p:spPr>
          <a:xfrm>
            <a:off x="44323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400" b="1">
                <a:solidFill>
                  <a:srgbClr val="FFFFFF"/>
                </a:solidFill>
                <a:latin typeface="Yu Gothic UI"/>
                <a:ea typeface="Yu Gothic UI"/>
                <a:cs typeface="Yu Gothic UI"/>
              </a:rPr>
              <a:t>値の例</a:t>
            </a:r>
          </a:p>
        </p:txBody>
      </p:sp>
      <p:sp>
        <p:nvSpPr>
          <p:cNvPr id="10" name="正方形/長方形 9">
            <a:extLst>
              <a:ext uri="{FF2B5EF4-FFF2-40B4-BE49-F238E27FC236}">
                <a16:creationId xmlns:a16="http://schemas.microsoft.com/office/drawing/2014/main" id="{869E98E4-548A-440A-9181-C3F31385E143}"/>
              </a:ext>
            </a:extLst>
          </p:cNvPr>
          <p:cNvSpPr>
            <a:spLocks noGrp="1"/>
          </p:cNvSpPr>
          <p:nvPr/>
        </p:nvSpPr>
        <p:spPr>
          <a:xfrm>
            <a:off x="7835900" y="2038350"/>
            <a:ext cx="3479800" cy="400050"/>
          </a:xfrm>
          <a:prstGeom prst="rect">
            <a:avLst/>
          </a:prstGeom>
          <a:solidFill>
            <a:srgbClr val="244A8F"/>
          </a:solidFill>
          <a:ln w="11430">
            <a:solidFill>
              <a:srgbClr val="FFFFFF"/>
            </a:solidFill>
            <a:prstDash val="solid"/>
          </a:ln>
        </p:spPr>
        <p:txBody>
          <a:bodyPr/>
          <a:lstStyle/>
          <a:p>
            <a:endParaRPr lang="ja-JP" altLang="en-US" sz="4000"/>
          </a:p>
        </p:txBody>
      </p:sp>
      <p:sp>
        <p:nvSpPr>
          <p:cNvPr id="11" name="正方形/長方形 10">
            <a:extLst>
              <a:ext uri="{FF2B5EF4-FFF2-40B4-BE49-F238E27FC236}">
                <a16:creationId xmlns:a16="http://schemas.microsoft.com/office/drawing/2014/main" id="{497091A3-6E7D-4F07-9EC5-5C48C4AD7D3C}"/>
              </a:ext>
            </a:extLst>
          </p:cNvPr>
          <p:cNvSpPr>
            <a:spLocks noGrp="1"/>
          </p:cNvSpPr>
          <p:nvPr/>
        </p:nvSpPr>
        <p:spPr>
          <a:xfrm>
            <a:off x="79121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400" b="1">
                <a:solidFill>
                  <a:srgbClr val="FFFFFF"/>
                </a:solidFill>
                <a:latin typeface="Yu Gothic UI"/>
                <a:ea typeface="Yu Gothic UI"/>
                <a:cs typeface="Yu Gothic UI"/>
              </a:rPr>
              <a:t>注意</a:t>
            </a:r>
          </a:p>
        </p:txBody>
      </p:sp>
      <p:sp>
        <p:nvSpPr>
          <p:cNvPr id="12" name="正方形/長方形 11">
            <a:extLst>
              <a:ext uri="{FF2B5EF4-FFF2-40B4-BE49-F238E27FC236}">
                <a16:creationId xmlns:a16="http://schemas.microsoft.com/office/drawing/2014/main" id="{8D51D9EF-6C67-4A94-B433-548234F910E1}"/>
              </a:ext>
            </a:extLst>
          </p:cNvPr>
          <p:cNvSpPr>
            <a:spLocks noGrp="1"/>
          </p:cNvSpPr>
          <p:nvPr/>
        </p:nvSpPr>
        <p:spPr>
          <a:xfrm>
            <a:off x="876300" y="2438400"/>
            <a:ext cx="3479800" cy="605790"/>
          </a:xfrm>
          <a:prstGeom prst="rect">
            <a:avLst/>
          </a:prstGeom>
          <a:solidFill>
            <a:srgbClr val="EAF1FB"/>
          </a:solidFill>
          <a:ln w="11430">
            <a:solidFill>
              <a:srgbClr val="FFFFFF"/>
            </a:solidFill>
            <a:prstDash val="solid"/>
          </a:ln>
        </p:spPr>
        <p:txBody>
          <a:bodyPr/>
          <a:lstStyle/>
          <a:p>
            <a:endParaRPr lang="ja-JP" altLang="en-US" sz="4000"/>
          </a:p>
        </p:txBody>
      </p:sp>
      <p:sp>
        <p:nvSpPr>
          <p:cNvPr id="13" name="正方形/長方形 12">
            <a:extLst>
              <a:ext uri="{FF2B5EF4-FFF2-40B4-BE49-F238E27FC236}">
                <a16:creationId xmlns:a16="http://schemas.microsoft.com/office/drawing/2014/main" id="{AD8EF900-65DF-45B1-BBC0-39FC2389EBE3}"/>
              </a:ext>
            </a:extLst>
          </p:cNvPr>
          <p:cNvSpPr>
            <a:spLocks noGrp="1"/>
          </p:cNvSpPr>
          <p:nvPr/>
        </p:nvSpPr>
        <p:spPr>
          <a:xfrm>
            <a:off x="952500" y="248602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200" b="1">
                <a:solidFill>
                  <a:srgbClr val="344054"/>
                </a:solidFill>
                <a:latin typeface="Yu Gothic UI"/>
                <a:ea typeface="Yu Gothic UI"/>
                <a:cs typeface="Yu Gothic UI"/>
              </a:rPr>
              <a:t>リソースグループ名</a:t>
            </a:r>
          </a:p>
        </p:txBody>
      </p:sp>
      <p:sp>
        <p:nvSpPr>
          <p:cNvPr id="14" name="正方形/長方形 13">
            <a:extLst>
              <a:ext uri="{FF2B5EF4-FFF2-40B4-BE49-F238E27FC236}">
                <a16:creationId xmlns:a16="http://schemas.microsoft.com/office/drawing/2014/main" id="{128F2151-FF7F-494D-AAEC-6002D4372506}"/>
              </a:ext>
            </a:extLst>
          </p:cNvPr>
          <p:cNvSpPr>
            <a:spLocks noGrp="1"/>
          </p:cNvSpPr>
          <p:nvPr/>
        </p:nvSpPr>
        <p:spPr>
          <a:xfrm>
            <a:off x="4356100" y="243840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15" name="正方形/長方形 14">
            <a:extLst>
              <a:ext uri="{FF2B5EF4-FFF2-40B4-BE49-F238E27FC236}">
                <a16:creationId xmlns:a16="http://schemas.microsoft.com/office/drawing/2014/main" id="{95A06C85-EE12-484A-84EF-EF42B2D6D6D1}"/>
              </a:ext>
            </a:extLst>
          </p:cNvPr>
          <p:cNvSpPr>
            <a:spLocks noGrp="1"/>
          </p:cNvSpPr>
          <p:nvPr/>
        </p:nvSpPr>
        <p:spPr>
          <a:xfrm>
            <a:off x="4432300" y="248602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defRPr sz="780" b="0">
                <a:solidFill>
                  <a:srgbClr val="344054"/>
                </a:solidFill>
                <a:latin typeface="Yu Gothic UI"/>
                <a:ea typeface="Yu Gothic UI"/>
                <a:cs typeface="Yu Gothic UI"/>
              </a:defRPr>
            </a:pPr>
            <a:r>
              <a:rPr sz="1200" b="0" dirty="0">
                <a:solidFill>
                  <a:srgbClr val="344054"/>
                </a:solidFill>
                <a:latin typeface="Yu Gothic UI"/>
                <a:ea typeface="Yu Gothic UI"/>
                <a:cs typeface="Yu Gothic UI"/>
              </a:rPr>
              <a:t>rg-azbeg-l04-</a:t>
            </a:r>
            <a:r>
              <a:rPr lang="en-US" altLang="ja-JP" sz="1200" dirty="0">
                <a:solidFill>
                  <a:srgbClr val="344054"/>
                </a:solidFill>
                <a:latin typeface="Yu Gothic UI"/>
                <a:ea typeface="Yu Gothic UI"/>
                <a:cs typeface="Yu Gothic UI"/>
              </a:rPr>
              <a:t>&lt;</a:t>
            </a:r>
            <a:r>
              <a:rPr lang="ja-JP" altLang="en-US" sz="1200">
                <a:solidFill>
                  <a:srgbClr val="344054"/>
                </a:solidFill>
                <a:latin typeface="Yu Gothic UI"/>
                <a:ea typeface="Yu Gothic UI"/>
                <a:cs typeface="Yu Gothic UI"/>
              </a:rPr>
              <a:t>受講者番号</a:t>
            </a:r>
            <a:r>
              <a:rPr lang="en-US" altLang="ja-JP" sz="1200" dirty="0">
                <a:solidFill>
                  <a:srgbClr val="344054"/>
                </a:solidFill>
                <a:latin typeface="Yu Gothic UI"/>
                <a:ea typeface="Yu Gothic UI"/>
                <a:cs typeface="Yu Gothic UI"/>
              </a:rPr>
              <a:t>&gt;</a:t>
            </a:r>
            <a:endParaRPr sz="1200" b="0" dirty="0">
              <a:solidFill>
                <a:srgbClr val="344054"/>
              </a:solidFill>
              <a:latin typeface="Yu Gothic UI"/>
              <a:ea typeface="Yu Gothic UI"/>
              <a:cs typeface="Yu Gothic UI"/>
            </a:endParaRPr>
          </a:p>
        </p:txBody>
      </p:sp>
      <p:sp>
        <p:nvSpPr>
          <p:cNvPr id="16" name="正方形/長方形 15">
            <a:extLst>
              <a:ext uri="{FF2B5EF4-FFF2-40B4-BE49-F238E27FC236}">
                <a16:creationId xmlns:a16="http://schemas.microsoft.com/office/drawing/2014/main" id="{19E4F196-7604-4BB4-9B3F-18733A9BFA76}"/>
              </a:ext>
            </a:extLst>
          </p:cNvPr>
          <p:cNvSpPr>
            <a:spLocks noGrp="1"/>
          </p:cNvSpPr>
          <p:nvPr/>
        </p:nvSpPr>
        <p:spPr>
          <a:xfrm>
            <a:off x="7835900" y="243840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17" name="正方形/長方形 16">
            <a:extLst>
              <a:ext uri="{FF2B5EF4-FFF2-40B4-BE49-F238E27FC236}">
                <a16:creationId xmlns:a16="http://schemas.microsoft.com/office/drawing/2014/main" id="{836FC536-CFDF-443E-97B8-628102D29EDC}"/>
              </a:ext>
            </a:extLst>
          </p:cNvPr>
          <p:cNvSpPr>
            <a:spLocks noGrp="1"/>
          </p:cNvSpPr>
          <p:nvPr/>
        </p:nvSpPr>
        <p:spPr>
          <a:xfrm>
            <a:off x="7912100" y="248602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lang="ja-JP" altLang="en-US" sz="1200" b="0">
                <a:solidFill>
                  <a:srgbClr val="344054"/>
                </a:solidFill>
                <a:latin typeface="Yu Gothic UI"/>
                <a:ea typeface="Yu Gothic UI"/>
                <a:cs typeface="Yu Gothic UI"/>
              </a:rPr>
              <a:t>受講者番号は講師が指定</a:t>
            </a:r>
            <a:endParaRPr sz="1200" b="0" dirty="0">
              <a:solidFill>
                <a:srgbClr val="344054"/>
              </a:solidFill>
              <a:latin typeface="Yu Gothic UI"/>
              <a:ea typeface="Yu Gothic UI"/>
              <a:cs typeface="Yu Gothic UI"/>
            </a:endParaRPr>
          </a:p>
        </p:txBody>
      </p:sp>
      <p:sp>
        <p:nvSpPr>
          <p:cNvPr id="18" name="正方形/長方形 17">
            <a:extLst>
              <a:ext uri="{FF2B5EF4-FFF2-40B4-BE49-F238E27FC236}">
                <a16:creationId xmlns:a16="http://schemas.microsoft.com/office/drawing/2014/main" id="{691C2C21-0670-4B07-BA6B-DE3B43519C84}"/>
              </a:ext>
            </a:extLst>
          </p:cNvPr>
          <p:cNvSpPr>
            <a:spLocks noGrp="1"/>
          </p:cNvSpPr>
          <p:nvPr/>
        </p:nvSpPr>
        <p:spPr>
          <a:xfrm>
            <a:off x="876300" y="3044190"/>
            <a:ext cx="3479800" cy="605790"/>
          </a:xfrm>
          <a:prstGeom prst="rect">
            <a:avLst/>
          </a:prstGeom>
          <a:solidFill>
            <a:srgbClr val="EAF1FB"/>
          </a:solidFill>
          <a:ln w="11430">
            <a:solidFill>
              <a:srgbClr val="FFFFFF"/>
            </a:solidFill>
            <a:prstDash val="solid"/>
          </a:ln>
        </p:spPr>
        <p:txBody>
          <a:bodyPr/>
          <a:lstStyle/>
          <a:p>
            <a:endParaRPr lang="ja-JP" altLang="en-US" sz="4000"/>
          </a:p>
        </p:txBody>
      </p:sp>
      <p:sp>
        <p:nvSpPr>
          <p:cNvPr id="19" name="正方形/長方形 18">
            <a:extLst>
              <a:ext uri="{FF2B5EF4-FFF2-40B4-BE49-F238E27FC236}">
                <a16:creationId xmlns:a16="http://schemas.microsoft.com/office/drawing/2014/main" id="{C5147C18-DAB8-43C4-AE24-05B08E586C2C}"/>
              </a:ext>
            </a:extLst>
          </p:cNvPr>
          <p:cNvSpPr>
            <a:spLocks noGrp="1"/>
          </p:cNvSpPr>
          <p:nvPr/>
        </p:nvSpPr>
        <p:spPr>
          <a:xfrm>
            <a:off x="952500" y="309181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200" b="1">
                <a:solidFill>
                  <a:srgbClr val="344054"/>
                </a:solidFill>
                <a:latin typeface="Yu Gothic UI"/>
                <a:ea typeface="Yu Gothic UI"/>
                <a:cs typeface="Yu Gothic UI"/>
              </a:rPr>
              <a:t>ACI 名</a:t>
            </a:r>
          </a:p>
        </p:txBody>
      </p:sp>
      <p:sp>
        <p:nvSpPr>
          <p:cNvPr id="20" name="正方形/長方形 19">
            <a:extLst>
              <a:ext uri="{FF2B5EF4-FFF2-40B4-BE49-F238E27FC236}">
                <a16:creationId xmlns:a16="http://schemas.microsoft.com/office/drawing/2014/main" id="{30024BCC-5B27-4149-9BDB-E709B52BF1DF}"/>
              </a:ext>
            </a:extLst>
          </p:cNvPr>
          <p:cNvSpPr>
            <a:spLocks noGrp="1"/>
          </p:cNvSpPr>
          <p:nvPr/>
        </p:nvSpPr>
        <p:spPr>
          <a:xfrm>
            <a:off x="4356100" y="304419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21" name="正方形/長方形 20">
            <a:extLst>
              <a:ext uri="{FF2B5EF4-FFF2-40B4-BE49-F238E27FC236}">
                <a16:creationId xmlns:a16="http://schemas.microsoft.com/office/drawing/2014/main" id="{27525E2E-3C7A-467D-A3C7-15121C7812EB}"/>
              </a:ext>
            </a:extLst>
          </p:cNvPr>
          <p:cNvSpPr>
            <a:spLocks noGrp="1"/>
          </p:cNvSpPr>
          <p:nvPr/>
        </p:nvSpPr>
        <p:spPr>
          <a:xfrm>
            <a:off x="4432300" y="309181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defRPr sz="780" b="0">
                <a:solidFill>
                  <a:srgbClr val="344054"/>
                </a:solidFill>
                <a:latin typeface="Yu Gothic UI"/>
                <a:ea typeface="Yu Gothic UI"/>
                <a:cs typeface="Yu Gothic UI"/>
              </a:defRPr>
            </a:pPr>
            <a:r>
              <a:rPr sz="1200" b="0" dirty="0">
                <a:solidFill>
                  <a:srgbClr val="344054"/>
                </a:solidFill>
                <a:latin typeface="Yu Gothic UI"/>
                <a:ea typeface="Yu Gothic UI"/>
                <a:cs typeface="Yu Gothic UI"/>
              </a:rPr>
              <a:t>aci-azbeg-l04-</a:t>
            </a:r>
            <a:r>
              <a:rPr lang="en-US" altLang="ja-JP" sz="1200" dirty="0">
                <a:solidFill>
                  <a:srgbClr val="344054"/>
                </a:solidFill>
                <a:latin typeface="Yu Gothic UI"/>
                <a:ea typeface="Yu Gothic UI"/>
                <a:cs typeface="Yu Gothic UI"/>
              </a:rPr>
              <a:t>&lt;</a:t>
            </a:r>
            <a:r>
              <a:rPr lang="ja-JP" altLang="en-US" sz="1200">
                <a:solidFill>
                  <a:srgbClr val="344054"/>
                </a:solidFill>
                <a:latin typeface="Yu Gothic UI"/>
                <a:ea typeface="Yu Gothic UI"/>
                <a:cs typeface="Yu Gothic UI"/>
              </a:rPr>
              <a:t>受講者番号</a:t>
            </a:r>
            <a:r>
              <a:rPr lang="en-US" altLang="ja-JP" sz="1200" dirty="0">
                <a:solidFill>
                  <a:srgbClr val="344054"/>
                </a:solidFill>
                <a:latin typeface="Yu Gothic UI"/>
                <a:ea typeface="Yu Gothic UI"/>
                <a:cs typeface="Yu Gothic UI"/>
              </a:rPr>
              <a:t>&gt;</a:t>
            </a:r>
            <a:endParaRPr sz="1200" b="0" dirty="0">
              <a:solidFill>
                <a:srgbClr val="344054"/>
              </a:solidFill>
              <a:latin typeface="Yu Gothic UI"/>
              <a:ea typeface="Yu Gothic UI"/>
              <a:cs typeface="Yu Gothic UI"/>
            </a:endParaRPr>
          </a:p>
        </p:txBody>
      </p:sp>
      <p:sp>
        <p:nvSpPr>
          <p:cNvPr id="22" name="正方形/長方形 21">
            <a:extLst>
              <a:ext uri="{FF2B5EF4-FFF2-40B4-BE49-F238E27FC236}">
                <a16:creationId xmlns:a16="http://schemas.microsoft.com/office/drawing/2014/main" id="{6E95924C-5AFA-4302-8B4E-748A9E22049A}"/>
              </a:ext>
            </a:extLst>
          </p:cNvPr>
          <p:cNvSpPr>
            <a:spLocks noGrp="1"/>
          </p:cNvSpPr>
          <p:nvPr/>
        </p:nvSpPr>
        <p:spPr>
          <a:xfrm>
            <a:off x="7835900" y="304419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23" name="正方形/長方形 22">
            <a:extLst>
              <a:ext uri="{FF2B5EF4-FFF2-40B4-BE49-F238E27FC236}">
                <a16:creationId xmlns:a16="http://schemas.microsoft.com/office/drawing/2014/main" id="{EBF0609F-148B-4DB7-A66C-918B0C180987}"/>
              </a:ext>
            </a:extLst>
          </p:cNvPr>
          <p:cNvSpPr>
            <a:spLocks noGrp="1"/>
          </p:cNvSpPr>
          <p:nvPr/>
        </p:nvSpPr>
        <p:spPr>
          <a:xfrm>
            <a:off x="7912100" y="309181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第4回のリソースだと分かる名前にします。</a:t>
            </a:r>
          </a:p>
        </p:txBody>
      </p:sp>
      <p:sp>
        <p:nvSpPr>
          <p:cNvPr id="24" name="正方形/長方形 23">
            <a:extLst>
              <a:ext uri="{FF2B5EF4-FFF2-40B4-BE49-F238E27FC236}">
                <a16:creationId xmlns:a16="http://schemas.microsoft.com/office/drawing/2014/main" id="{9F6D4240-7BF9-418A-B2D4-36F9CFCFA53A}"/>
              </a:ext>
            </a:extLst>
          </p:cNvPr>
          <p:cNvSpPr>
            <a:spLocks noGrp="1"/>
          </p:cNvSpPr>
          <p:nvPr/>
        </p:nvSpPr>
        <p:spPr>
          <a:xfrm>
            <a:off x="876300" y="3649980"/>
            <a:ext cx="3479800" cy="605790"/>
          </a:xfrm>
          <a:prstGeom prst="rect">
            <a:avLst/>
          </a:prstGeom>
          <a:solidFill>
            <a:srgbClr val="EAF1FB"/>
          </a:solidFill>
          <a:ln w="11430">
            <a:solidFill>
              <a:srgbClr val="FFFFFF"/>
            </a:solidFill>
            <a:prstDash val="solid"/>
          </a:ln>
        </p:spPr>
        <p:txBody>
          <a:bodyPr/>
          <a:lstStyle/>
          <a:p>
            <a:endParaRPr lang="ja-JP" altLang="en-US" sz="4000"/>
          </a:p>
        </p:txBody>
      </p:sp>
      <p:sp>
        <p:nvSpPr>
          <p:cNvPr id="25" name="正方形/長方形 24">
            <a:extLst>
              <a:ext uri="{FF2B5EF4-FFF2-40B4-BE49-F238E27FC236}">
                <a16:creationId xmlns:a16="http://schemas.microsoft.com/office/drawing/2014/main" id="{DC0BDFC2-7B1E-413F-B132-33471733573C}"/>
              </a:ext>
            </a:extLst>
          </p:cNvPr>
          <p:cNvSpPr>
            <a:spLocks noGrp="1"/>
          </p:cNvSpPr>
          <p:nvPr/>
        </p:nvSpPr>
        <p:spPr>
          <a:xfrm>
            <a:off x="952500" y="369760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200" b="1">
                <a:solidFill>
                  <a:srgbClr val="344054"/>
                </a:solidFill>
                <a:latin typeface="Yu Gothic UI"/>
                <a:ea typeface="Yu Gothic UI"/>
                <a:cs typeface="Yu Gothic UI"/>
              </a:rPr>
              <a:t>DNS name label</a:t>
            </a:r>
          </a:p>
        </p:txBody>
      </p:sp>
      <p:sp>
        <p:nvSpPr>
          <p:cNvPr id="26" name="正方形/長方形 25">
            <a:extLst>
              <a:ext uri="{FF2B5EF4-FFF2-40B4-BE49-F238E27FC236}">
                <a16:creationId xmlns:a16="http://schemas.microsoft.com/office/drawing/2014/main" id="{8BFC9397-8CEB-43E4-980D-8908C700EB0D}"/>
              </a:ext>
            </a:extLst>
          </p:cNvPr>
          <p:cNvSpPr>
            <a:spLocks noGrp="1"/>
          </p:cNvSpPr>
          <p:nvPr/>
        </p:nvSpPr>
        <p:spPr>
          <a:xfrm>
            <a:off x="4356100" y="364998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27" name="正方形/長方形 26">
            <a:extLst>
              <a:ext uri="{FF2B5EF4-FFF2-40B4-BE49-F238E27FC236}">
                <a16:creationId xmlns:a16="http://schemas.microsoft.com/office/drawing/2014/main" id="{7081CE3A-7444-455D-8AE2-FF214703C9D8}"/>
              </a:ext>
            </a:extLst>
          </p:cNvPr>
          <p:cNvSpPr>
            <a:spLocks noGrp="1"/>
          </p:cNvSpPr>
          <p:nvPr/>
        </p:nvSpPr>
        <p:spPr>
          <a:xfrm>
            <a:off x="4432300" y="369760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defRPr sz="780" b="0">
                <a:solidFill>
                  <a:srgbClr val="344054"/>
                </a:solidFill>
                <a:latin typeface="Yu Gothic UI"/>
                <a:ea typeface="Yu Gothic UI"/>
                <a:cs typeface="Yu Gothic UI"/>
              </a:defRPr>
            </a:pPr>
            <a:r>
              <a:rPr sz="1200" b="0" dirty="0">
                <a:solidFill>
                  <a:srgbClr val="344054"/>
                </a:solidFill>
                <a:latin typeface="Yu Gothic UI"/>
                <a:ea typeface="Yu Gothic UI"/>
                <a:cs typeface="Yu Gothic UI"/>
              </a:rPr>
              <a:t>aci-azbeg-l04-</a:t>
            </a:r>
            <a:r>
              <a:rPr lang="en-US" altLang="ja-JP" sz="1200" dirty="0">
                <a:solidFill>
                  <a:srgbClr val="344054"/>
                </a:solidFill>
                <a:latin typeface="Yu Gothic UI"/>
                <a:ea typeface="Yu Gothic UI"/>
                <a:cs typeface="Yu Gothic UI"/>
              </a:rPr>
              <a:t>&lt;</a:t>
            </a:r>
            <a:r>
              <a:rPr lang="ja-JP" altLang="en-US" sz="1200">
                <a:solidFill>
                  <a:srgbClr val="344054"/>
                </a:solidFill>
                <a:latin typeface="Yu Gothic UI"/>
                <a:ea typeface="Yu Gothic UI"/>
                <a:cs typeface="Yu Gothic UI"/>
              </a:rPr>
              <a:t>受講者番号</a:t>
            </a:r>
            <a:r>
              <a:rPr lang="en-US" altLang="ja-JP" sz="1200" dirty="0">
                <a:solidFill>
                  <a:srgbClr val="344054"/>
                </a:solidFill>
                <a:latin typeface="Yu Gothic UI"/>
                <a:ea typeface="Yu Gothic UI"/>
                <a:cs typeface="Yu Gothic UI"/>
              </a:rPr>
              <a:t>&gt;</a:t>
            </a:r>
            <a:r>
              <a:rPr sz="1200" b="0" dirty="0">
                <a:solidFill>
                  <a:srgbClr val="344054"/>
                </a:solidFill>
                <a:latin typeface="Yu Gothic UI"/>
                <a:ea typeface="Yu Gothic UI"/>
                <a:cs typeface="Yu Gothic UI"/>
              </a:rPr>
              <a:t>-&lt;</a:t>
            </a:r>
            <a:r>
              <a:rPr sz="1200" b="0" dirty="0" err="1">
                <a:solidFill>
                  <a:srgbClr val="344054"/>
                </a:solidFill>
                <a:latin typeface="Yu Gothic UI"/>
                <a:ea typeface="Yu Gothic UI"/>
                <a:cs typeface="Yu Gothic UI"/>
              </a:rPr>
              <a:t>接尾辞</a:t>
            </a:r>
            <a:r>
              <a:rPr sz="1200" b="0" dirty="0">
                <a:solidFill>
                  <a:srgbClr val="344054"/>
                </a:solidFill>
                <a:latin typeface="Yu Gothic UI"/>
                <a:ea typeface="Yu Gothic UI"/>
                <a:cs typeface="Yu Gothic UI"/>
              </a:rPr>
              <a:t>&gt;</a:t>
            </a:r>
          </a:p>
        </p:txBody>
      </p:sp>
      <p:sp>
        <p:nvSpPr>
          <p:cNvPr id="28" name="正方形/長方形 27">
            <a:extLst>
              <a:ext uri="{FF2B5EF4-FFF2-40B4-BE49-F238E27FC236}">
                <a16:creationId xmlns:a16="http://schemas.microsoft.com/office/drawing/2014/main" id="{C6201EF7-0E16-4C7D-91AD-022CEDF4356A}"/>
              </a:ext>
            </a:extLst>
          </p:cNvPr>
          <p:cNvSpPr>
            <a:spLocks noGrp="1"/>
          </p:cNvSpPr>
          <p:nvPr/>
        </p:nvSpPr>
        <p:spPr>
          <a:xfrm>
            <a:off x="7835900" y="364998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29" name="正方形/長方形 28">
            <a:extLst>
              <a:ext uri="{FF2B5EF4-FFF2-40B4-BE49-F238E27FC236}">
                <a16:creationId xmlns:a16="http://schemas.microsoft.com/office/drawing/2014/main" id="{8A10F914-B66C-404A-A241-7AA523F29DAC}"/>
              </a:ext>
            </a:extLst>
          </p:cNvPr>
          <p:cNvSpPr>
            <a:spLocks noGrp="1"/>
          </p:cNvSpPr>
          <p:nvPr/>
        </p:nvSpPr>
        <p:spPr>
          <a:xfrm>
            <a:off x="7912100" y="369760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リージョン内で一意にします。</a:t>
            </a:r>
          </a:p>
        </p:txBody>
      </p:sp>
      <p:sp>
        <p:nvSpPr>
          <p:cNvPr id="30" name="正方形/長方形 29">
            <a:extLst>
              <a:ext uri="{FF2B5EF4-FFF2-40B4-BE49-F238E27FC236}">
                <a16:creationId xmlns:a16="http://schemas.microsoft.com/office/drawing/2014/main" id="{367BDC52-ADBE-495F-81E1-E043CF8FD304}"/>
              </a:ext>
            </a:extLst>
          </p:cNvPr>
          <p:cNvSpPr>
            <a:spLocks noGrp="1"/>
          </p:cNvSpPr>
          <p:nvPr/>
        </p:nvSpPr>
        <p:spPr>
          <a:xfrm>
            <a:off x="876300" y="4255770"/>
            <a:ext cx="3479800" cy="605790"/>
          </a:xfrm>
          <a:prstGeom prst="rect">
            <a:avLst/>
          </a:prstGeom>
          <a:solidFill>
            <a:srgbClr val="EAF1FB"/>
          </a:solidFill>
          <a:ln w="11430">
            <a:solidFill>
              <a:srgbClr val="FFFFFF"/>
            </a:solidFill>
            <a:prstDash val="solid"/>
          </a:ln>
        </p:spPr>
        <p:txBody>
          <a:bodyPr/>
          <a:lstStyle/>
          <a:p>
            <a:endParaRPr lang="ja-JP" altLang="en-US" sz="4000"/>
          </a:p>
        </p:txBody>
      </p:sp>
      <p:sp>
        <p:nvSpPr>
          <p:cNvPr id="31" name="正方形/長方形 30">
            <a:extLst>
              <a:ext uri="{FF2B5EF4-FFF2-40B4-BE49-F238E27FC236}">
                <a16:creationId xmlns:a16="http://schemas.microsoft.com/office/drawing/2014/main" id="{EEA9A962-B589-485C-8364-B409F077B47E}"/>
              </a:ext>
            </a:extLst>
          </p:cNvPr>
          <p:cNvSpPr>
            <a:spLocks noGrp="1"/>
          </p:cNvSpPr>
          <p:nvPr/>
        </p:nvSpPr>
        <p:spPr>
          <a:xfrm>
            <a:off x="952500" y="430339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200" b="1">
                <a:solidFill>
                  <a:srgbClr val="344054"/>
                </a:solidFill>
                <a:latin typeface="Yu Gothic UI"/>
                <a:ea typeface="Yu Gothic UI"/>
                <a:cs typeface="Yu Gothic UI"/>
              </a:rPr>
              <a:t>イメージ</a:t>
            </a:r>
          </a:p>
        </p:txBody>
      </p:sp>
      <p:sp>
        <p:nvSpPr>
          <p:cNvPr id="32" name="正方形/長方形 31">
            <a:extLst>
              <a:ext uri="{FF2B5EF4-FFF2-40B4-BE49-F238E27FC236}">
                <a16:creationId xmlns:a16="http://schemas.microsoft.com/office/drawing/2014/main" id="{09170C8C-9AB3-4559-BFBE-D5A17C71FA2B}"/>
              </a:ext>
            </a:extLst>
          </p:cNvPr>
          <p:cNvSpPr>
            <a:spLocks noGrp="1"/>
          </p:cNvSpPr>
          <p:nvPr/>
        </p:nvSpPr>
        <p:spPr>
          <a:xfrm>
            <a:off x="4356100" y="425577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33" name="正方形/長方形 32">
            <a:extLst>
              <a:ext uri="{FF2B5EF4-FFF2-40B4-BE49-F238E27FC236}">
                <a16:creationId xmlns:a16="http://schemas.microsoft.com/office/drawing/2014/main" id="{03F6B711-541F-4969-BDD3-A91D741FC862}"/>
              </a:ext>
            </a:extLst>
          </p:cNvPr>
          <p:cNvSpPr>
            <a:spLocks noGrp="1"/>
          </p:cNvSpPr>
          <p:nvPr/>
        </p:nvSpPr>
        <p:spPr>
          <a:xfrm>
            <a:off x="4432300" y="430339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&lt;共有ACR&gt;/azbeg/nginx-l04:&lt;タグ&gt;</a:t>
            </a:r>
          </a:p>
        </p:txBody>
      </p:sp>
      <p:sp>
        <p:nvSpPr>
          <p:cNvPr id="34" name="正方形/長方形 33">
            <a:extLst>
              <a:ext uri="{FF2B5EF4-FFF2-40B4-BE49-F238E27FC236}">
                <a16:creationId xmlns:a16="http://schemas.microsoft.com/office/drawing/2014/main" id="{4487A6FF-9337-40A2-9DB7-65147402DCEA}"/>
              </a:ext>
            </a:extLst>
          </p:cNvPr>
          <p:cNvSpPr>
            <a:spLocks noGrp="1"/>
          </p:cNvSpPr>
          <p:nvPr/>
        </p:nvSpPr>
        <p:spPr>
          <a:xfrm>
            <a:off x="7835900" y="425577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35" name="正方形/長方形 34">
            <a:extLst>
              <a:ext uri="{FF2B5EF4-FFF2-40B4-BE49-F238E27FC236}">
                <a16:creationId xmlns:a16="http://schemas.microsoft.com/office/drawing/2014/main" id="{6CD1C60F-9467-48B4-848D-9B3AAFB72F2D}"/>
              </a:ext>
            </a:extLst>
          </p:cNvPr>
          <p:cNvSpPr>
            <a:spLocks noGrp="1"/>
          </p:cNvSpPr>
          <p:nvPr/>
        </p:nvSpPr>
        <p:spPr>
          <a:xfrm>
            <a:off x="7912100" y="430339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講師指定値を使います。</a:t>
            </a:r>
          </a:p>
        </p:txBody>
      </p:sp>
      <p:sp>
        <p:nvSpPr>
          <p:cNvPr id="36" name="正方形/長方形 35">
            <a:extLst>
              <a:ext uri="{FF2B5EF4-FFF2-40B4-BE49-F238E27FC236}">
                <a16:creationId xmlns:a16="http://schemas.microsoft.com/office/drawing/2014/main" id="{1F00EBE8-B974-4758-84D8-B13BD94796A8}"/>
              </a:ext>
            </a:extLst>
          </p:cNvPr>
          <p:cNvSpPr>
            <a:spLocks noGrp="1"/>
          </p:cNvSpPr>
          <p:nvPr/>
        </p:nvSpPr>
        <p:spPr>
          <a:xfrm>
            <a:off x="876300" y="4861560"/>
            <a:ext cx="3479800" cy="605790"/>
          </a:xfrm>
          <a:prstGeom prst="rect">
            <a:avLst/>
          </a:prstGeom>
          <a:solidFill>
            <a:srgbClr val="EAF1FB"/>
          </a:solidFill>
          <a:ln w="11430">
            <a:solidFill>
              <a:srgbClr val="FFFFFF"/>
            </a:solidFill>
            <a:prstDash val="solid"/>
          </a:ln>
        </p:spPr>
        <p:txBody>
          <a:bodyPr/>
          <a:lstStyle/>
          <a:p>
            <a:endParaRPr lang="ja-JP" altLang="en-US" sz="4000"/>
          </a:p>
        </p:txBody>
      </p:sp>
      <p:sp>
        <p:nvSpPr>
          <p:cNvPr id="37" name="正方形/長方形 36">
            <a:extLst>
              <a:ext uri="{FF2B5EF4-FFF2-40B4-BE49-F238E27FC236}">
                <a16:creationId xmlns:a16="http://schemas.microsoft.com/office/drawing/2014/main" id="{509837B7-2626-452F-A933-A8CA769AE77B}"/>
              </a:ext>
            </a:extLst>
          </p:cNvPr>
          <p:cNvSpPr>
            <a:spLocks noGrp="1"/>
          </p:cNvSpPr>
          <p:nvPr/>
        </p:nvSpPr>
        <p:spPr>
          <a:xfrm>
            <a:off x="952500" y="490918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200" b="1">
                <a:solidFill>
                  <a:srgbClr val="344054"/>
                </a:solidFill>
                <a:latin typeface="Yu Gothic UI"/>
                <a:ea typeface="Yu Gothic UI"/>
                <a:cs typeface="Yu Gothic UI"/>
              </a:rPr>
              <a:t>公開ポート</a:t>
            </a:r>
          </a:p>
        </p:txBody>
      </p:sp>
      <p:sp>
        <p:nvSpPr>
          <p:cNvPr id="38" name="正方形/長方形 37">
            <a:extLst>
              <a:ext uri="{FF2B5EF4-FFF2-40B4-BE49-F238E27FC236}">
                <a16:creationId xmlns:a16="http://schemas.microsoft.com/office/drawing/2014/main" id="{0D50EA5C-2D4D-428E-BF8F-BF710C7A10AE}"/>
              </a:ext>
            </a:extLst>
          </p:cNvPr>
          <p:cNvSpPr>
            <a:spLocks noGrp="1"/>
          </p:cNvSpPr>
          <p:nvPr/>
        </p:nvSpPr>
        <p:spPr>
          <a:xfrm>
            <a:off x="4356100" y="486156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39" name="正方形/長方形 38">
            <a:extLst>
              <a:ext uri="{FF2B5EF4-FFF2-40B4-BE49-F238E27FC236}">
                <a16:creationId xmlns:a16="http://schemas.microsoft.com/office/drawing/2014/main" id="{E2A4332A-2FAB-4E45-8BD7-D333FF9AEC54}"/>
              </a:ext>
            </a:extLst>
          </p:cNvPr>
          <p:cNvSpPr>
            <a:spLocks noGrp="1"/>
          </p:cNvSpPr>
          <p:nvPr/>
        </p:nvSpPr>
        <p:spPr>
          <a:xfrm>
            <a:off x="4432300" y="490918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TCP 80</a:t>
            </a:r>
          </a:p>
        </p:txBody>
      </p:sp>
      <p:sp>
        <p:nvSpPr>
          <p:cNvPr id="40" name="正方形/長方形 39">
            <a:extLst>
              <a:ext uri="{FF2B5EF4-FFF2-40B4-BE49-F238E27FC236}">
                <a16:creationId xmlns:a16="http://schemas.microsoft.com/office/drawing/2014/main" id="{F45EDE05-B279-49E5-9EA6-069CF3B0EDF3}"/>
              </a:ext>
            </a:extLst>
          </p:cNvPr>
          <p:cNvSpPr>
            <a:spLocks noGrp="1"/>
          </p:cNvSpPr>
          <p:nvPr/>
        </p:nvSpPr>
        <p:spPr>
          <a:xfrm>
            <a:off x="7835900" y="4861560"/>
            <a:ext cx="3479800" cy="605790"/>
          </a:xfrm>
          <a:prstGeom prst="rect">
            <a:avLst/>
          </a:prstGeom>
          <a:solidFill>
            <a:srgbClr val="FFFFFF"/>
          </a:solidFill>
          <a:ln w="11430">
            <a:solidFill>
              <a:srgbClr val="FFFFFF"/>
            </a:solidFill>
            <a:prstDash val="solid"/>
          </a:ln>
        </p:spPr>
        <p:txBody>
          <a:bodyPr/>
          <a:lstStyle/>
          <a:p>
            <a:endParaRPr lang="ja-JP" altLang="en-US" sz="4000"/>
          </a:p>
        </p:txBody>
      </p:sp>
      <p:sp>
        <p:nvSpPr>
          <p:cNvPr id="41" name="正方形/長方形 40">
            <a:extLst>
              <a:ext uri="{FF2B5EF4-FFF2-40B4-BE49-F238E27FC236}">
                <a16:creationId xmlns:a16="http://schemas.microsoft.com/office/drawing/2014/main" id="{51209862-C496-403F-A8EB-A6ACB69EF532}"/>
              </a:ext>
            </a:extLst>
          </p:cNvPr>
          <p:cNvSpPr>
            <a:spLocks noGrp="1"/>
          </p:cNvSpPr>
          <p:nvPr/>
        </p:nvSpPr>
        <p:spPr>
          <a:xfrm>
            <a:off x="7912100" y="490918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200" b="0" dirty="0">
                <a:solidFill>
                  <a:srgbClr val="344054"/>
                </a:solidFill>
                <a:latin typeface="Yu Gothic UI"/>
                <a:ea typeface="Yu Gothic UI"/>
                <a:cs typeface="Yu Gothic UI"/>
              </a:rPr>
              <a:t>HTTPS </a:t>
            </a:r>
            <a:r>
              <a:rPr sz="1200" b="0" dirty="0" err="1">
                <a:solidFill>
                  <a:srgbClr val="344054"/>
                </a:solidFill>
                <a:latin typeface="Yu Gothic UI"/>
                <a:ea typeface="Yu Gothic UI"/>
                <a:cs typeface="Yu Gothic UI"/>
              </a:rPr>
              <a:t>は本回では扱いません</a:t>
            </a:r>
            <a:r>
              <a:rPr sz="1200" b="0" dirty="0">
                <a:solidFill>
                  <a:srgbClr val="344054"/>
                </a:solidFill>
                <a:latin typeface="Yu Gothic UI"/>
                <a:ea typeface="Yu Gothic UI"/>
                <a:cs typeface="Yu Gothic UI"/>
              </a:rPr>
              <a:t>。</a:t>
            </a:r>
          </a:p>
        </p:txBody>
      </p:sp>
      <p:sp>
        <p:nvSpPr>
          <p:cNvPr id="42" name="正方形/長方形 41">
            <a:extLst>
              <a:ext uri="{FF2B5EF4-FFF2-40B4-BE49-F238E27FC236}">
                <a16:creationId xmlns:a16="http://schemas.microsoft.com/office/drawing/2014/main" id="{F517D769-39A6-4389-A002-48A919A1C45E}"/>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47</a:t>
            </a:r>
          </a:p>
        </p:txBody>
      </p:sp>
    </p:spTree>
    <p:extLst>
      <p:ext uri="{BB962C8B-B14F-4D97-AF65-F5344CB8AC3E}">
        <p14:creationId xmlns:p14="http://schemas.microsoft.com/office/powerpoint/2010/main" val="1186077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66D98F5-897B-471D-A006-4F90F4F5041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ハンズオンの流れ</a:t>
            </a:r>
          </a:p>
        </p:txBody>
      </p:sp>
      <p:sp>
        <p:nvSpPr>
          <p:cNvPr id="2" name="正方形/長方形 1">
            <a:extLst>
              <a:ext uri="{FF2B5EF4-FFF2-40B4-BE49-F238E27FC236}">
                <a16:creationId xmlns:a16="http://schemas.microsoft.com/office/drawing/2014/main" id="{FABAE342-F254-4D23-A7B7-5B834D09401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3" name="正方形/長方形 2">
            <a:extLst>
              <a:ext uri="{FF2B5EF4-FFF2-40B4-BE49-F238E27FC236}">
                <a16:creationId xmlns:a16="http://schemas.microsoft.com/office/drawing/2014/main" id="{EFF47203-44DA-407C-945E-14B78C3B48F6}"/>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19</a:t>
            </a:r>
          </a:p>
        </p:txBody>
      </p:sp>
      <p:sp>
        <p:nvSpPr>
          <p:cNvPr id="4" name="正方形/長方形 3">
            <a:extLst>
              <a:ext uri="{FF2B5EF4-FFF2-40B4-BE49-F238E27FC236}">
                <a16:creationId xmlns:a16="http://schemas.microsoft.com/office/drawing/2014/main" id="{B0ED3D88-FC99-4AFA-8FCC-769EA10167B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4F94FCE-F6F5-486D-9EA7-8F4B25D4FB2E}"/>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リソースグループを作り、ACI に共有 ACR のイメージを指定し、FQDN で確認します。最後に受講者リソースグループを削除します。</a:t>
            </a:r>
          </a:p>
        </p:txBody>
      </p:sp>
      <p:sp>
        <p:nvSpPr>
          <p:cNvPr id="6" name="正方形/長方形 5">
            <a:extLst>
              <a:ext uri="{FF2B5EF4-FFF2-40B4-BE49-F238E27FC236}">
                <a16:creationId xmlns:a16="http://schemas.microsoft.com/office/drawing/2014/main" id="{77C81AA4-866C-4D8F-81DB-604F4E7C1714}"/>
              </a:ext>
            </a:extLst>
          </p:cNvPr>
          <p:cNvSpPr>
            <a:spLocks noGrp="1"/>
          </p:cNvSpPr>
          <p:nvPr/>
        </p:nvSpPr>
        <p:spPr>
          <a:xfrm>
            <a:off x="685800" y="2038350"/>
            <a:ext cx="10820400" cy="3810000"/>
          </a:xfrm>
          <a:prstGeom prst="rect">
            <a:avLst/>
          </a:prstGeom>
          <a:solidFill>
            <a:srgbClr val="FFFFFF"/>
          </a:solidFill>
          <a:ln w="9525">
            <a:solidFill>
              <a:srgbClr val="D0D5DD"/>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1F113E67-C11A-44D7-BD97-5E0764E491AF}"/>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19 / 47</a:t>
            </a:r>
          </a:p>
        </p:txBody>
      </p:sp>
      <p:sp>
        <p:nvSpPr>
          <p:cNvPr id="10" name="角丸四角形 9">
            <a:extLst>
              <a:ext uri="{FF2B5EF4-FFF2-40B4-BE49-F238E27FC236}">
                <a16:creationId xmlns:a16="http://schemas.microsoft.com/office/drawing/2014/main" id="{6B2E290F-DA0B-ED82-D6B6-6057E5A9F9A0}"/>
              </a:ext>
            </a:extLst>
          </p:cNvPr>
          <p:cNvSpPr/>
          <p:nvPr/>
        </p:nvSpPr>
        <p:spPr>
          <a:xfrm>
            <a:off x="3218329" y="25761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4AB01991-FE64-FD6F-5DF5-20040478B0A3}"/>
              </a:ext>
            </a:extLst>
          </p:cNvPr>
          <p:cNvSpPr/>
          <p:nvPr/>
        </p:nvSpPr>
        <p:spPr>
          <a:xfrm>
            <a:off x="5292873" y="2580264"/>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673393D5-0E4D-7EC1-FE90-F6945D5E4B4B}"/>
              </a:ext>
            </a:extLst>
          </p:cNvPr>
          <p:cNvSpPr/>
          <p:nvPr/>
        </p:nvSpPr>
        <p:spPr>
          <a:xfrm>
            <a:off x="7443207" y="25761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6D20F8C-5A90-CC07-1ADD-89E944D16B49}"/>
              </a:ext>
            </a:extLst>
          </p:cNvPr>
          <p:cNvSpPr txBox="1"/>
          <p:nvPr/>
        </p:nvSpPr>
        <p:spPr>
          <a:xfrm>
            <a:off x="3397068" y="2666214"/>
            <a:ext cx="1366887" cy="646331"/>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リソースグループの作成</a:t>
            </a:r>
          </a:p>
        </p:txBody>
      </p:sp>
      <p:sp>
        <p:nvSpPr>
          <p:cNvPr id="16" name="テキスト ボックス 15">
            <a:extLst>
              <a:ext uri="{FF2B5EF4-FFF2-40B4-BE49-F238E27FC236}">
                <a16:creationId xmlns:a16="http://schemas.microsoft.com/office/drawing/2014/main" id="{A1D1EB7C-EEEB-F834-6065-8FC6FC436862}"/>
              </a:ext>
            </a:extLst>
          </p:cNvPr>
          <p:cNvSpPr txBox="1"/>
          <p:nvPr/>
        </p:nvSpPr>
        <p:spPr>
          <a:xfrm>
            <a:off x="3228513" y="3356369"/>
            <a:ext cx="1714181" cy="738664"/>
          </a:xfrm>
          <a:prstGeom prst="rect">
            <a:avLst/>
          </a:prstGeom>
          <a:noFill/>
        </p:spPr>
        <p:txBody>
          <a:bodyPr wrap="square" rtlCol="0">
            <a:spAutoFit/>
          </a:bodyPr>
          <a:lstStyle/>
          <a:p>
            <a:pPr algn="ctr"/>
            <a:r>
              <a:rPr kumimoji="1" lang="ja-JP" altLang="en-US" sz="1400">
                <a:latin typeface="Yu Gothic UI" panose="020B0500000000000000" pitchFamily="34" charset="-128"/>
                <a:ea typeface="Yu Gothic UI" panose="020B0500000000000000" pitchFamily="34" charset="-128"/>
              </a:rPr>
              <a:t>サブスクリプション内でリソースをグルーピングする論理的な単位</a:t>
            </a:r>
          </a:p>
        </p:txBody>
      </p:sp>
      <p:sp>
        <p:nvSpPr>
          <p:cNvPr id="17" name="テキスト ボックス 16">
            <a:extLst>
              <a:ext uri="{FF2B5EF4-FFF2-40B4-BE49-F238E27FC236}">
                <a16:creationId xmlns:a16="http://schemas.microsoft.com/office/drawing/2014/main" id="{5BD63B29-7A94-B17E-45A5-404385A36923}"/>
              </a:ext>
            </a:extLst>
          </p:cNvPr>
          <p:cNvSpPr txBox="1"/>
          <p:nvPr/>
        </p:nvSpPr>
        <p:spPr>
          <a:xfrm>
            <a:off x="5471612" y="2666214"/>
            <a:ext cx="1366887" cy="646331"/>
          </a:xfrm>
          <a:prstGeom prst="rect">
            <a:avLst/>
          </a:prstGeom>
          <a:noFill/>
        </p:spPr>
        <p:txBody>
          <a:bodyPr wrap="square" rtlCol="0">
            <a:spAutoFit/>
          </a:bodyPr>
          <a:lstStyle/>
          <a:p>
            <a:pPr algn="ctr"/>
            <a:r>
              <a:rPr kumimoji="1" lang="en-US" altLang="ja-JP" dirty="0">
                <a:latin typeface="Yu Gothic UI" panose="020B0500000000000000" pitchFamily="34" charset="-128"/>
                <a:ea typeface="Yu Gothic UI" panose="020B0500000000000000" pitchFamily="34" charset="-128"/>
              </a:rPr>
              <a:t>ACI </a:t>
            </a:r>
            <a:r>
              <a:rPr kumimoji="1" lang="ja-JP" altLang="en-US">
                <a:latin typeface="Yu Gothic UI" panose="020B0500000000000000" pitchFamily="34" charset="-128"/>
                <a:ea typeface="Yu Gothic UI" panose="020B0500000000000000" pitchFamily="34" charset="-128"/>
              </a:rPr>
              <a:t>作成</a:t>
            </a:r>
            <a:r>
              <a:rPr kumimoji="1" lang="en-US" altLang="ja-JP" dirty="0">
                <a:latin typeface="Yu Gothic UI" panose="020B0500000000000000" pitchFamily="34" charset="-128"/>
                <a:ea typeface="Yu Gothic UI" panose="020B0500000000000000" pitchFamily="34" charset="-128"/>
              </a:rPr>
              <a:t>/</a:t>
            </a:r>
            <a:r>
              <a:rPr kumimoji="1" lang="ja-JP" altLang="en-US">
                <a:latin typeface="Yu Gothic UI" panose="020B0500000000000000" pitchFamily="34" charset="-128"/>
                <a:ea typeface="Yu Gothic UI" panose="020B0500000000000000" pitchFamily="34" charset="-128"/>
              </a:rPr>
              <a:t>設定</a:t>
            </a:r>
          </a:p>
        </p:txBody>
      </p:sp>
      <p:sp>
        <p:nvSpPr>
          <p:cNvPr id="18" name="テキスト ボックス 17">
            <a:extLst>
              <a:ext uri="{FF2B5EF4-FFF2-40B4-BE49-F238E27FC236}">
                <a16:creationId xmlns:a16="http://schemas.microsoft.com/office/drawing/2014/main" id="{8CCFE074-B4AA-1444-10F2-6F0F4CC7FF89}"/>
              </a:ext>
            </a:extLst>
          </p:cNvPr>
          <p:cNvSpPr txBox="1"/>
          <p:nvPr/>
        </p:nvSpPr>
        <p:spPr>
          <a:xfrm>
            <a:off x="5303057" y="3356369"/>
            <a:ext cx="1714181" cy="738664"/>
          </a:xfrm>
          <a:prstGeom prst="rect">
            <a:avLst/>
          </a:prstGeom>
          <a:noFill/>
        </p:spPr>
        <p:txBody>
          <a:bodyPr wrap="square" rtlCol="0">
            <a:spAutoFit/>
          </a:bodyPr>
          <a:lstStyle/>
          <a:p>
            <a:pPr algn="ctr"/>
            <a:r>
              <a:rPr kumimoji="1" lang="en-US" altLang="ja-JP" sz="1400" dirty="0">
                <a:latin typeface="Yu Gothic UI" panose="020B0500000000000000" pitchFamily="34" charset="-128"/>
                <a:ea typeface="Yu Gothic UI" panose="020B0500000000000000" pitchFamily="34" charset="-128"/>
              </a:rPr>
              <a:t>ACI </a:t>
            </a:r>
            <a:r>
              <a:rPr kumimoji="1" lang="ja-JP" altLang="en-US" sz="1400">
                <a:latin typeface="Yu Gothic UI" panose="020B0500000000000000" pitchFamily="34" charset="-128"/>
                <a:ea typeface="Yu Gothic UI" panose="020B0500000000000000" pitchFamily="34" charset="-128"/>
              </a:rPr>
              <a:t>の作成。利用するコンテナリポジトリ、イメージの指定</a:t>
            </a:r>
            <a:endParaRPr kumimoji="1" lang="en-US" altLang="ja-JP" sz="1400" dirty="0">
              <a:latin typeface="Yu Gothic UI" panose="020B0500000000000000" pitchFamily="34" charset="-128"/>
              <a:ea typeface="Yu Gothic UI" panose="020B0500000000000000" pitchFamily="34" charset="-128"/>
            </a:endParaRPr>
          </a:p>
        </p:txBody>
      </p:sp>
      <p:cxnSp>
        <p:nvCxnSpPr>
          <p:cNvPr id="21" name="直線矢印コネクタ 20">
            <a:extLst>
              <a:ext uri="{FF2B5EF4-FFF2-40B4-BE49-F238E27FC236}">
                <a16:creationId xmlns:a16="http://schemas.microsoft.com/office/drawing/2014/main" id="{3089845F-A4D9-2B8C-1201-5D913325F42E}"/>
              </a:ext>
            </a:extLst>
          </p:cNvPr>
          <p:cNvCxnSpPr>
            <a:stCxn id="10" idx="3"/>
            <a:endCxn id="11" idx="1"/>
          </p:cNvCxnSpPr>
          <p:nvPr/>
        </p:nvCxnSpPr>
        <p:spPr>
          <a:xfrm>
            <a:off x="4942695" y="40407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68940A42-A9F3-12CA-DD1C-0F23C9C86E75}"/>
              </a:ext>
            </a:extLst>
          </p:cNvPr>
          <p:cNvCxnSpPr>
            <a:cxnSpLocks/>
            <a:stCxn id="11" idx="3"/>
            <a:endCxn id="14" idx="1"/>
          </p:cNvCxnSpPr>
          <p:nvPr/>
        </p:nvCxnSpPr>
        <p:spPr>
          <a:xfrm flipV="1">
            <a:off x="7017239" y="4040778"/>
            <a:ext cx="42596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774C44A5-212B-3F4B-EA9E-3203AA9CB050}"/>
              </a:ext>
            </a:extLst>
          </p:cNvPr>
          <p:cNvSpPr txBox="1"/>
          <p:nvPr/>
        </p:nvSpPr>
        <p:spPr>
          <a:xfrm>
            <a:off x="7621947" y="26662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表示確認</a:t>
            </a:r>
          </a:p>
        </p:txBody>
      </p:sp>
      <p:sp>
        <p:nvSpPr>
          <p:cNvPr id="28" name="テキスト ボックス 27">
            <a:extLst>
              <a:ext uri="{FF2B5EF4-FFF2-40B4-BE49-F238E27FC236}">
                <a16:creationId xmlns:a16="http://schemas.microsoft.com/office/drawing/2014/main" id="{90537A44-5B36-A964-1C07-4A9D9FF72476}"/>
              </a:ext>
            </a:extLst>
          </p:cNvPr>
          <p:cNvSpPr txBox="1"/>
          <p:nvPr/>
        </p:nvSpPr>
        <p:spPr>
          <a:xfrm>
            <a:off x="7443206" y="3312545"/>
            <a:ext cx="1714181" cy="954107"/>
          </a:xfrm>
          <a:prstGeom prst="rect">
            <a:avLst/>
          </a:prstGeom>
          <a:noFill/>
        </p:spPr>
        <p:txBody>
          <a:bodyPr wrap="square" rtlCol="0">
            <a:spAutoFit/>
          </a:bodyPr>
          <a:lstStyle/>
          <a:p>
            <a:pPr algn="ctr"/>
            <a:r>
              <a:rPr kumimoji="1" lang="ja-JP" altLang="en-US" sz="1400">
                <a:latin typeface="Yu Gothic UI" panose="020B0500000000000000" pitchFamily="34" charset="-128"/>
                <a:ea typeface="Yu Gothic UI" panose="020B0500000000000000" pitchFamily="34" charset="-128"/>
              </a:rPr>
              <a:t>ブラウザから</a:t>
            </a:r>
            <a:r>
              <a:rPr kumimoji="1" lang="en-US" altLang="ja-JP" sz="1400" dirty="0">
                <a:latin typeface="Yu Gothic UI" panose="020B0500000000000000" pitchFamily="34" charset="-128"/>
                <a:ea typeface="Yu Gothic UI" panose="020B0500000000000000" pitchFamily="34" charset="-128"/>
              </a:rPr>
              <a:t> Azure VM </a:t>
            </a:r>
            <a:r>
              <a:rPr kumimoji="1" lang="ja-JP" altLang="en-US" sz="1400">
                <a:latin typeface="Yu Gothic UI" panose="020B0500000000000000" pitchFamily="34" charset="-128"/>
                <a:ea typeface="Yu Gothic UI" panose="020B0500000000000000" pitchFamily="34" charset="-128"/>
              </a:rPr>
              <a:t>にアクセスし、トップページが表示されることを確認する</a:t>
            </a:r>
            <a:endParaRPr kumimoji="1" lang="en-US" altLang="ja-JP" sz="1400" dirty="0">
              <a:latin typeface="Yu Gothic UI" panose="020B0500000000000000" pitchFamily="34" charset="-128"/>
              <a:ea typeface="Yu Gothic UI" panose="020B0500000000000000" pitchFamily="34" charset="-128"/>
            </a:endParaRPr>
          </a:p>
        </p:txBody>
      </p:sp>
      <p:pic>
        <p:nvPicPr>
          <p:cNvPr id="30" name="グラフィックス 29">
            <a:extLst>
              <a:ext uri="{FF2B5EF4-FFF2-40B4-BE49-F238E27FC236}">
                <a16:creationId xmlns:a16="http://schemas.microsoft.com/office/drawing/2014/main" id="{95B32337-2DB8-9266-EDE9-C5E2CE6A69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22928" y="4649623"/>
            <a:ext cx="515169" cy="515169"/>
          </a:xfrm>
          <a:prstGeom prst="rect">
            <a:avLst/>
          </a:prstGeom>
        </p:spPr>
      </p:pic>
      <p:pic>
        <p:nvPicPr>
          <p:cNvPr id="35" name="グラフィックス 34">
            <a:extLst>
              <a:ext uri="{FF2B5EF4-FFF2-40B4-BE49-F238E27FC236}">
                <a16:creationId xmlns:a16="http://schemas.microsoft.com/office/drawing/2014/main" id="{40115F65-431E-F807-57A3-B8357B3980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451" y="4658603"/>
            <a:ext cx="497208" cy="497208"/>
          </a:xfrm>
          <a:prstGeom prst="rect">
            <a:avLst/>
          </a:prstGeom>
        </p:spPr>
      </p:pic>
    </p:spTree>
    <p:extLst>
      <p:ext uri="{BB962C8B-B14F-4D97-AF65-F5344CB8AC3E}">
        <p14:creationId xmlns:p14="http://schemas.microsoft.com/office/powerpoint/2010/main" val="1186077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6A120C77-B455-4DD2-8E0C-FEA72F2707F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Azure Portal にサインイン</a:t>
            </a:r>
          </a:p>
        </p:txBody>
      </p:sp>
      <p:sp>
        <p:nvSpPr>
          <p:cNvPr id="2" name="正方形/長方形 1">
            <a:extLst>
              <a:ext uri="{FF2B5EF4-FFF2-40B4-BE49-F238E27FC236}">
                <a16:creationId xmlns:a16="http://schemas.microsoft.com/office/drawing/2014/main" id="{4C4F68BF-7BEC-4B37-A51A-CA12435F08D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4D632244-D870-4C99-A92E-326316824DF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EF52A8E-B7A6-438C-8121-1AFC1054B2EB}"/>
              </a:ext>
            </a:extLst>
          </p:cNvPr>
          <p:cNvSpPr>
            <a:spLocks noGrp="1"/>
          </p:cNvSpPr>
          <p:nvPr/>
        </p:nvSpPr>
        <p:spPr>
          <a:xfrm>
            <a:off x="685800" y="1390650"/>
            <a:ext cx="42100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講師が案内したアカウントで Azure Portal に入り、対象サブスクリプションが見えることを確認します。</a:t>
            </a:r>
          </a:p>
        </p:txBody>
      </p:sp>
      <p:sp>
        <p:nvSpPr>
          <p:cNvPr id="16" name="正方形/長方形 15">
            <a:extLst>
              <a:ext uri="{FF2B5EF4-FFF2-40B4-BE49-F238E27FC236}">
                <a16:creationId xmlns:a16="http://schemas.microsoft.com/office/drawing/2014/main" id="{A90E9E51-C810-2BA8-EF8F-65CE675B1F33}"/>
              </a:ext>
            </a:extLst>
          </p:cNvPr>
          <p:cNvSpPr>
            <a:spLocks noGrp="1"/>
          </p:cNvSpPr>
          <p:nvPr/>
        </p:nvSpPr>
        <p:spPr>
          <a:xfrm>
            <a:off x="800100" y="4133850"/>
            <a:ext cx="4095750" cy="1428750"/>
          </a:xfrm>
          <a:prstGeom prst="rect">
            <a:avLst/>
          </a:prstGeom>
          <a:solidFill>
            <a:srgbClr val="FFFFFF"/>
          </a:solidFill>
          <a:ln w="9525">
            <a:solidFill>
              <a:srgbClr val="D0D5DD"/>
            </a:solidFill>
            <a:prstDash val="solid"/>
          </a:ln>
        </p:spPr>
        <p:txBody>
          <a:bodyPr/>
          <a:lstStyle/>
          <a:p>
            <a:endParaRPr lang="ja-JP" altLang="en-US" sz="2400"/>
          </a:p>
        </p:txBody>
      </p:sp>
      <p:sp>
        <p:nvSpPr>
          <p:cNvPr id="17" name="正方形/長方形 16">
            <a:extLst>
              <a:ext uri="{FF2B5EF4-FFF2-40B4-BE49-F238E27FC236}">
                <a16:creationId xmlns:a16="http://schemas.microsoft.com/office/drawing/2014/main" id="{EE26DE5C-7353-7CF6-D2FD-5F4243BD84BA}"/>
              </a:ext>
            </a:extLst>
          </p:cNvPr>
          <p:cNvSpPr>
            <a:spLocks noGrp="1"/>
          </p:cNvSpPr>
          <p:nvPr/>
        </p:nvSpPr>
        <p:spPr>
          <a:xfrm>
            <a:off x="800100" y="4133850"/>
            <a:ext cx="76200" cy="1428750"/>
          </a:xfrm>
          <a:prstGeom prst="rect">
            <a:avLst/>
          </a:prstGeom>
          <a:solidFill>
            <a:srgbClr val="70AD47"/>
          </a:solidFill>
          <a:ln w="0">
            <a:solidFill>
              <a:srgbClr val="70AD47"/>
            </a:solidFill>
            <a:prstDash val="solid"/>
          </a:ln>
        </p:spPr>
        <p:txBody>
          <a:bodyPr/>
          <a:lstStyle/>
          <a:p>
            <a:endParaRPr lang="ja-JP" altLang="en-US" sz="2400"/>
          </a:p>
        </p:txBody>
      </p:sp>
      <p:sp>
        <p:nvSpPr>
          <p:cNvPr id="18" name="正方形/長方形 17">
            <a:extLst>
              <a:ext uri="{FF2B5EF4-FFF2-40B4-BE49-F238E27FC236}">
                <a16:creationId xmlns:a16="http://schemas.microsoft.com/office/drawing/2014/main" id="{72B66407-F103-4A80-D8A8-49A7FC394946}"/>
              </a:ext>
            </a:extLst>
          </p:cNvPr>
          <p:cNvSpPr>
            <a:spLocks noGrp="1"/>
          </p:cNvSpPr>
          <p:nvPr/>
        </p:nvSpPr>
        <p:spPr>
          <a:xfrm>
            <a:off x="1009650" y="4286250"/>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70AD47"/>
                </a:solidFill>
                <a:latin typeface="Yu Gothic UI"/>
                <a:ea typeface="Yu Gothic UI"/>
                <a:cs typeface="Yu Gothic UI"/>
              </a:defRPr>
            </a:pPr>
            <a:r>
              <a:rPr sz="900" b="1" dirty="0" err="1">
                <a:solidFill>
                  <a:srgbClr val="70AD47"/>
                </a:solidFill>
                <a:latin typeface="Yu Gothic UI"/>
                <a:ea typeface="Yu Gothic UI"/>
                <a:cs typeface="Yu Gothic UI"/>
              </a:rPr>
              <a:t>確認</a:t>
            </a:r>
            <a:r>
              <a:rPr lang="ja-JP" altLang="en-US" sz="900" b="1">
                <a:solidFill>
                  <a:srgbClr val="70AD47"/>
                </a:solidFill>
                <a:latin typeface="Yu Gothic UI"/>
                <a:ea typeface="Yu Gothic UI"/>
                <a:cs typeface="Yu Gothic UI"/>
              </a:rPr>
              <a:t>項目</a:t>
            </a:r>
            <a:endParaRPr sz="900" b="1" dirty="0">
              <a:solidFill>
                <a:srgbClr val="70AD47"/>
              </a:solidFill>
              <a:latin typeface="Yu Gothic UI"/>
              <a:ea typeface="Yu Gothic UI"/>
              <a:cs typeface="Yu Gothic UI"/>
            </a:endParaRPr>
          </a:p>
        </p:txBody>
      </p:sp>
      <p:sp>
        <p:nvSpPr>
          <p:cNvPr id="19" name="正方形/長方形 18">
            <a:extLst>
              <a:ext uri="{FF2B5EF4-FFF2-40B4-BE49-F238E27FC236}">
                <a16:creationId xmlns:a16="http://schemas.microsoft.com/office/drawing/2014/main" id="{FB446E83-9B09-81EB-1455-4F5D95CDD6A1}"/>
              </a:ext>
            </a:extLst>
          </p:cNvPr>
          <p:cNvSpPr>
            <a:spLocks noGrp="1"/>
          </p:cNvSpPr>
          <p:nvPr/>
        </p:nvSpPr>
        <p:spPr>
          <a:xfrm>
            <a:off x="1009650" y="4533900"/>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8" b="1">
                <a:solidFill>
                  <a:srgbClr val="1F2937"/>
                </a:solidFill>
                <a:latin typeface="Meiryo UI"/>
                <a:ea typeface="Meiryo UI"/>
                <a:cs typeface="Meiryo UI"/>
              </a:defRPr>
            </a:pPr>
            <a:r>
              <a:rPr sz="1600" b="1">
                <a:solidFill>
                  <a:srgbClr val="1F2937"/>
                </a:solidFill>
                <a:latin typeface="Meiryo UI"/>
                <a:ea typeface="Meiryo UI"/>
                <a:cs typeface="Meiryo UI"/>
              </a:rPr>
              <a:t>作業するサブスクリプション</a:t>
            </a:r>
          </a:p>
        </p:txBody>
      </p:sp>
      <p:sp>
        <p:nvSpPr>
          <p:cNvPr id="20" name="正方形/長方形 19">
            <a:extLst>
              <a:ext uri="{FF2B5EF4-FFF2-40B4-BE49-F238E27FC236}">
                <a16:creationId xmlns:a16="http://schemas.microsoft.com/office/drawing/2014/main" id="{70BF39B3-C1C1-C874-93E2-CBED7091D4A7}"/>
              </a:ext>
            </a:extLst>
          </p:cNvPr>
          <p:cNvSpPr>
            <a:spLocks noGrp="1"/>
          </p:cNvSpPr>
          <p:nvPr/>
        </p:nvSpPr>
        <p:spPr>
          <a:xfrm>
            <a:off x="1009650" y="4933950"/>
            <a:ext cx="36957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70" b="0">
                <a:solidFill>
                  <a:srgbClr val="344054"/>
                </a:solidFill>
                <a:latin typeface="Yu Gothic UI"/>
                <a:ea typeface="Yu Gothic UI"/>
                <a:cs typeface="Yu Gothic UI"/>
              </a:defRPr>
            </a:pPr>
            <a:r>
              <a:rPr sz="1000" b="0">
                <a:solidFill>
                  <a:srgbClr val="344054"/>
                </a:solidFill>
                <a:latin typeface="Yu Gothic UI"/>
                <a:ea typeface="Yu Gothic UI"/>
                <a:cs typeface="Yu Gothic UI"/>
              </a:rPr>
              <a:t>個人の別アカウントで入っていないか、対象サブスクリプションが表示されているかを先に確認します。</a:t>
            </a:r>
          </a:p>
        </p:txBody>
      </p:sp>
      <p:sp>
        <p:nvSpPr>
          <p:cNvPr id="21" name="正方形/長方形 20">
            <a:extLst>
              <a:ext uri="{FF2B5EF4-FFF2-40B4-BE49-F238E27FC236}">
                <a16:creationId xmlns:a16="http://schemas.microsoft.com/office/drawing/2014/main" id="{E7F21E16-84B7-3C5B-C7E6-B04BE66E400F}"/>
              </a:ext>
            </a:extLst>
          </p:cNvPr>
          <p:cNvSpPr>
            <a:spLocks noGrp="1"/>
          </p:cNvSpPr>
          <p:nvPr/>
        </p:nvSpPr>
        <p:spPr>
          <a:xfrm>
            <a:off x="5648634" y="168485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22" name="図 21">
            <a:extLst>
              <a:ext uri="{FF2B5EF4-FFF2-40B4-BE49-F238E27FC236}">
                <a16:creationId xmlns:a16="http://schemas.microsoft.com/office/drawing/2014/main" id="{23EBCE7E-F9CF-7FF3-AD48-6F4CE5FD972E}"/>
              </a:ext>
            </a:extLst>
          </p:cNvPr>
          <p:cNvPicPr>
            <a:picLocks noChangeAspect="1"/>
          </p:cNvPicPr>
          <p:nvPr/>
        </p:nvPicPr>
        <p:blipFill>
          <a:blip r:embed="rId3"/>
          <a:stretch/>
        </p:blipFill>
        <p:spPr>
          <a:xfrm>
            <a:off x="5781984" y="1887256"/>
            <a:ext cx="5715000" cy="3214688"/>
          </a:xfrm>
          <a:prstGeom prst="rect">
            <a:avLst/>
          </a:prstGeom>
        </p:spPr>
      </p:pic>
      <p:sp>
        <p:nvSpPr>
          <p:cNvPr id="23" name="正方形/長方形 22">
            <a:extLst>
              <a:ext uri="{FF2B5EF4-FFF2-40B4-BE49-F238E27FC236}">
                <a16:creationId xmlns:a16="http://schemas.microsoft.com/office/drawing/2014/main" id="{23C6D920-8D1C-7C41-0109-77C41406CA66}"/>
              </a:ext>
            </a:extLst>
          </p:cNvPr>
          <p:cNvSpPr>
            <a:spLocks noGrp="1"/>
          </p:cNvSpPr>
          <p:nvPr/>
        </p:nvSpPr>
        <p:spPr>
          <a:xfrm>
            <a:off x="5839134" y="522815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Azure Portal で対象サブスクリプションを確認する</a:t>
            </a:r>
          </a:p>
        </p:txBody>
      </p:sp>
      <p:sp>
        <p:nvSpPr>
          <p:cNvPr id="24" name="テキスト ボックス 23">
            <a:extLst>
              <a:ext uri="{FF2B5EF4-FFF2-40B4-BE49-F238E27FC236}">
                <a16:creationId xmlns:a16="http://schemas.microsoft.com/office/drawing/2014/main" id="{9C9FE21C-70F3-EF91-645B-338C50DB013B}"/>
              </a:ext>
            </a:extLst>
          </p:cNvPr>
          <p:cNvSpPr txBox="1"/>
          <p:nvPr/>
        </p:nvSpPr>
        <p:spPr>
          <a:xfrm>
            <a:off x="561666" y="2095500"/>
            <a:ext cx="5632655" cy="646331"/>
          </a:xfrm>
          <a:prstGeom prst="rect">
            <a:avLst/>
          </a:prstGeom>
          <a:noFill/>
        </p:spPr>
        <p:txBody>
          <a:bodyPr wrap="square" rtlCol="0">
            <a:spAutoFit/>
          </a:bodyPr>
          <a:lstStyle/>
          <a:p>
            <a:r>
              <a:rPr kumimoji="1" lang="ja-JP" altLang="en-US">
                <a:latin typeface="Yu Gothic UI" panose="020B0500000000000000" pitchFamily="34" charset="-128"/>
                <a:ea typeface="Yu Gothic UI" panose="020B0500000000000000" pitchFamily="34" charset="-128"/>
              </a:rPr>
              <a:t>アクセス先</a:t>
            </a:r>
            <a:r>
              <a:rPr kumimoji="1" lang="en-US" altLang="ja-JP" dirty="0">
                <a:latin typeface="Yu Gothic UI" panose="020B0500000000000000" pitchFamily="34" charset="-128"/>
                <a:ea typeface="Yu Gothic UI" panose="020B0500000000000000" pitchFamily="34" charset="-128"/>
              </a:rPr>
              <a:t>: </a:t>
            </a:r>
            <a:r>
              <a:rPr kumimoji="1" lang="en-US" altLang="ja-JP" dirty="0">
                <a:latin typeface="Yu Gothic UI" panose="020B0500000000000000" pitchFamily="34" charset="-128"/>
                <a:ea typeface="Yu Gothic UI" panose="020B0500000000000000" pitchFamily="34" charset="-128"/>
                <a:hlinkClick r:id="rId4"/>
              </a:rPr>
              <a:t>Azure Portal</a:t>
            </a:r>
            <a:r>
              <a:rPr kumimoji="1" lang="en-US" altLang="ja-JP" dirty="0">
                <a:latin typeface="Yu Gothic UI" panose="020B0500000000000000" pitchFamily="34" charset="-128"/>
                <a:ea typeface="Yu Gothic UI" panose="020B0500000000000000" pitchFamily="34" charset="-128"/>
              </a:rPr>
              <a:t> (</a:t>
            </a:r>
            <a:r>
              <a:rPr kumimoji="1" lang="en-US" altLang="ja-JP" dirty="0">
                <a:latin typeface="Yu Gothic UI" panose="020B0500000000000000" pitchFamily="34" charset="-128"/>
                <a:ea typeface="Yu Gothic UI" panose="020B0500000000000000" pitchFamily="34" charset="-128"/>
                <a:hlinkClick r:id="rId4"/>
              </a:rPr>
              <a:t>https://portal.azure.com</a:t>
            </a:r>
            <a:r>
              <a:rPr kumimoji="1" lang="en-US" altLang="ja-JP" dirty="0">
                <a:latin typeface="Yu Gothic UI" panose="020B0500000000000000" pitchFamily="34" charset="-128"/>
                <a:ea typeface="Yu Gothic UI" panose="020B0500000000000000" pitchFamily="34" charset="-128"/>
              </a:rPr>
              <a:t>)</a:t>
            </a:r>
          </a:p>
          <a:p>
            <a:r>
              <a:rPr kumimoji="1" lang="ja-JP" altLang="en-US">
                <a:latin typeface="Yu Gothic UI" panose="020B0500000000000000" pitchFamily="34" charset="-128"/>
                <a:ea typeface="Yu Gothic UI" panose="020B0500000000000000" pitchFamily="34" charset="-128"/>
              </a:rPr>
              <a:t>ログイン</a:t>
            </a:r>
            <a:r>
              <a:rPr kumimoji="1" lang="en-US" altLang="ja-JP" dirty="0">
                <a:latin typeface="Yu Gothic UI" panose="020B0500000000000000" pitchFamily="34" charset="-128"/>
                <a:ea typeface="Yu Gothic UI" panose="020B0500000000000000" pitchFamily="34" charset="-128"/>
              </a:rPr>
              <a:t> ID/</a:t>
            </a:r>
            <a:r>
              <a:rPr kumimoji="1" lang="ja-JP" altLang="en-US">
                <a:latin typeface="Yu Gothic UI" panose="020B0500000000000000" pitchFamily="34" charset="-128"/>
                <a:ea typeface="Yu Gothic UI" panose="020B0500000000000000" pitchFamily="34" charset="-128"/>
              </a:rPr>
              <a:t>パスワードは講師の案内を参照</a:t>
            </a:r>
          </a:p>
        </p:txBody>
      </p:sp>
    </p:spTree>
    <p:extLst>
      <p:ext uri="{BB962C8B-B14F-4D97-AF65-F5344CB8AC3E}">
        <p14:creationId xmlns:p14="http://schemas.microsoft.com/office/powerpoint/2010/main" val="1186077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653194F8-0DD0-4B7A-B922-C005CB1C8208}"/>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リソースグループを作成する</a:t>
            </a:r>
          </a:p>
        </p:txBody>
      </p:sp>
      <p:sp>
        <p:nvSpPr>
          <p:cNvPr id="2" name="正方形/長方形 1">
            <a:extLst>
              <a:ext uri="{FF2B5EF4-FFF2-40B4-BE49-F238E27FC236}">
                <a16:creationId xmlns:a16="http://schemas.microsoft.com/office/drawing/2014/main" id="{F87B6B67-ABBB-4798-AC69-92B461DBCB1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4</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B5487F74-9960-4118-8311-06D27235C52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D9AB093-A099-48EB-A117-0B416510E66A}"/>
              </a:ext>
            </a:extLst>
          </p:cNvPr>
          <p:cNvSpPr>
            <a:spLocks noGrp="1"/>
          </p:cNvSpPr>
          <p:nvPr/>
        </p:nvSpPr>
        <p:spPr>
          <a:xfrm>
            <a:off x="685800" y="1390650"/>
            <a:ext cx="11280058"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本回で作る VM、ネットワーク、ディスクをまとめる入れ物として、受講者ごとのリソースグループを作成します。</a:t>
            </a:r>
          </a:p>
        </p:txBody>
      </p:sp>
      <p:sp>
        <p:nvSpPr>
          <p:cNvPr id="7" name="正方形/長方形 6">
            <a:extLst>
              <a:ext uri="{FF2B5EF4-FFF2-40B4-BE49-F238E27FC236}">
                <a16:creationId xmlns:a16="http://schemas.microsoft.com/office/drawing/2014/main" id="{336A7796-7127-43CD-A8F3-16724DAE9F11}"/>
              </a:ext>
            </a:extLst>
          </p:cNvPr>
          <p:cNvSpPr>
            <a:spLocks noGrp="1"/>
          </p:cNvSpPr>
          <p:nvPr/>
        </p:nvSpPr>
        <p:spPr>
          <a:xfrm>
            <a:off x="550606" y="2157412"/>
            <a:ext cx="10936544" cy="3886200"/>
          </a:xfrm>
          <a:prstGeom prst="rect">
            <a:avLst/>
          </a:prstGeom>
          <a:solidFill>
            <a:srgbClr val="FFFFFF"/>
          </a:solidFill>
          <a:ln w="9525">
            <a:solidFill>
              <a:srgbClr val="D0D5DD"/>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B46FF994-9442-459F-8D38-013EBD5D91AA}"/>
              </a:ext>
            </a:extLst>
          </p:cNvPr>
          <p:cNvSpPr>
            <a:spLocks noGrp="1"/>
          </p:cNvSpPr>
          <p:nvPr/>
        </p:nvSpPr>
        <p:spPr>
          <a:xfrm>
            <a:off x="5695950" y="5700712"/>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リソースグループを作成する</a:t>
            </a:r>
          </a:p>
        </p:txBody>
      </p:sp>
      <p:pic>
        <p:nvPicPr>
          <p:cNvPr id="14" name="図 13">
            <a:extLst>
              <a:ext uri="{FF2B5EF4-FFF2-40B4-BE49-F238E27FC236}">
                <a16:creationId xmlns:a16="http://schemas.microsoft.com/office/drawing/2014/main" id="{78EC4C13-54FA-2821-25FC-D67E17C3464A}"/>
              </a:ext>
            </a:extLst>
          </p:cNvPr>
          <p:cNvPicPr>
            <a:picLocks noChangeAspect="1"/>
          </p:cNvPicPr>
          <p:nvPr/>
        </p:nvPicPr>
        <p:blipFill>
          <a:blip r:embed="rId3"/>
          <a:stretch>
            <a:fillRect/>
          </a:stretch>
        </p:blipFill>
        <p:spPr>
          <a:xfrm>
            <a:off x="685800" y="2286000"/>
            <a:ext cx="5010150" cy="3131344"/>
          </a:xfrm>
          <a:prstGeom prst="rect">
            <a:avLst/>
          </a:prstGeom>
        </p:spPr>
      </p:pic>
      <p:sp>
        <p:nvSpPr>
          <p:cNvPr id="15" name="正方形/長方形 14">
            <a:extLst>
              <a:ext uri="{FF2B5EF4-FFF2-40B4-BE49-F238E27FC236}">
                <a16:creationId xmlns:a16="http://schemas.microsoft.com/office/drawing/2014/main" id="{6C0C607D-8624-9410-5E53-E9C770575369}"/>
              </a:ext>
            </a:extLst>
          </p:cNvPr>
          <p:cNvSpPr/>
          <p:nvPr/>
        </p:nvSpPr>
        <p:spPr>
          <a:xfrm>
            <a:off x="2212258" y="2247131"/>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3F098F2C-B283-D848-DF80-B7B897FF1895}"/>
              </a:ext>
            </a:extLst>
          </p:cNvPr>
          <p:cNvSpPr/>
          <p:nvPr/>
        </p:nvSpPr>
        <p:spPr>
          <a:xfrm>
            <a:off x="2212258" y="2684513"/>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E68BC299-C6BA-9535-E820-55746D1EA8E1}"/>
              </a:ext>
            </a:extLst>
          </p:cNvPr>
          <p:cNvSpPr/>
          <p:nvPr/>
        </p:nvSpPr>
        <p:spPr>
          <a:xfrm>
            <a:off x="3018503" y="1666875"/>
            <a:ext cx="2025507"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検索バーで「リソースグループ」を選択</a:t>
            </a:r>
          </a:p>
        </p:txBody>
      </p:sp>
      <p:sp>
        <p:nvSpPr>
          <p:cNvPr id="18" name="四角形吹き出し 17">
            <a:extLst>
              <a:ext uri="{FF2B5EF4-FFF2-40B4-BE49-F238E27FC236}">
                <a16:creationId xmlns:a16="http://schemas.microsoft.com/office/drawing/2014/main" id="{B7399C39-9470-13DA-33D0-5A6FDC8F66F1}"/>
              </a:ext>
            </a:extLst>
          </p:cNvPr>
          <p:cNvSpPr/>
          <p:nvPr/>
        </p:nvSpPr>
        <p:spPr>
          <a:xfrm>
            <a:off x="3387212" y="3136645"/>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「リソースグループ」を選択</a:t>
            </a:r>
          </a:p>
        </p:txBody>
      </p:sp>
      <p:pic>
        <p:nvPicPr>
          <p:cNvPr id="19" name="図 18">
            <a:extLst>
              <a:ext uri="{FF2B5EF4-FFF2-40B4-BE49-F238E27FC236}">
                <a16:creationId xmlns:a16="http://schemas.microsoft.com/office/drawing/2014/main" id="{EBBD5602-15AE-7B0C-4D8E-486753A78962}"/>
              </a:ext>
            </a:extLst>
          </p:cNvPr>
          <p:cNvPicPr>
            <a:picLocks noChangeAspect="1"/>
          </p:cNvPicPr>
          <p:nvPr/>
        </p:nvPicPr>
        <p:blipFill>
          <a:blip r:embed="rId4"/>
          <a:stretch>
            <a:fillRect/>
          </a:stretch>
        </p:blipFill>
        <p:spPr>
          <a:xfrm>
            <a:off x="6176196" y="2285924"/>
            <a:ext cx="5010152" cy="3131345"/>
          </a:xfrm>
          <a:prstGeom prst="rect">
            <a:avLst/>
          </a:prstGeom>
        </p:spPr>
      </p:pic>
      <p:sp>
        <p:nvSpPr>
          <p:cNvPr id="20" name="正方形/長方形 19">
            <a:extLst>
              <a:ext uri="{FF2B5EF4-FFF2-40B4-BE49-F238E27FC236}">
                <a16:creationId xmlns:a16="http://schemas.microsoft.com/office/drawing/2014/main" id="{9F991474-E19A-9EB6-4F88-E081B1A7D4DC}"/>
              </a:ext>
            </a:extLst>
          </p:cNvPr>
          <p:cNvSpPr/>
          <p:nvPr/>
        </p:nvSpPr>
        <p:spPr>
          <a:xfrm>
            <a:off x="7143135" y="2684514"/>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CFE5FFAF-B200-C84A-7F85-F03DD374B521}"/>
              </a:ext>
            </a:extLst>
          </p:cNvPr>
          <p:cNvSpPr/>
          <p:nvPr/>
        </p:nvSpPr>
        <p:spPr>
          <a:xfrm>
            <a:off x="6858000" y="1823348"/>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4116125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3897-5282-67A2-1C66-66B593DDEF89}"/>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37A2E39-868E-099A-E8DC-083B9E562845}"/>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リソースグループを作成する</a:t>
            </a:r>
          </a:p>
        </p:txBody>
      </p:sp>
      <p:sp>
        <p:nvSpPr>
          <p:cNvPr id="2" name="正方形/長方形 1">
            <a:extLst>
              <a:ext uri="{FF2B5EF4-FFF2-40B4-BE49-F238E27FC236}">
                <a16:creationId xmlns:a16="http://schemas.microsoft.com/office/drawing/2014/main" id="{32E4FF9D-6AFD-BE56-8B7E-3C45754AB35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4</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29D2DF52-320A-06DD-E0BA-4A8D0E3A191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D18DD0F-B123-1D80-9F73-570DD1E8BD97}"/>
              </a:ext>
            </a:extLst>
          </p:cNvPr>
          <p:cNvSpPr>
            <a:spLocks noGrp="1"/>
          </p:cNvSpPr>
          <p:nvPr/>
        </p:nvSpPr>
        <p:spPr>
          <a:xfrm>
            <a:off x="685800" y="1390650"/>
            <a:ext cx="108013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dirty="0" err="1">
                <a:solidFill>
                  <a:srgbClr val="344054"/>
                </a:solidFill>
                <a:latin typeface="Yu Gothic UI"/>
                <a:ea typeface="Yu Gothic UI"/>
                <a:cs typeface="Yu Gothic UI"/>
              </a:rPr>
              <a:t>本回で作る</a:t>
            </a:r>
            <a:r>
              <a:rPr sz="1110" b="0" dirty="0">
                <a:solidFill>
                  <a:srgbClr val="344054"/>
                </a:solidFill>
                <a:latin typeface="Yu Gothic UI"/>
                <a:ea typeface="Yu Gothic UI"/>
                <a:cs typeface="Yu Gothic UI"/>
              </a:rPr>
              <a:t> </a:t>
            </a:r>
            <a:r>
              <a:rPr lang="en-US" sz="1110" dirty="0">
                <a:solidFill>
                  <a:srgbClr val="344054"/>
                </a:solidFill>
                <a:latin typeface="Yu Gothic UI"/>
                <a:ea typeface="Yu Gothic UI"/>
                <a:cs typeface="Yu Gothic UI"/>
              </a:rPr>
              <a:t>ACI </a:t>
            </a:r>
            <a:r>
              <a:rPr lang="en-US" sz="1110" dirty="0" err="1">
                <a:solidFill>
                  <a:srgbClr val="344054"/>
                </a:solidFill>
                <a:latin typeface="Yu Gothic UI"/>
                <a:ea typeface="Yu Gothic UI"/>
                <a:cs typeface="Yu Gothic UI"/>
              </a:rPr>
              <a:t>の論理的な</a:t>
            </a:r>
            <a:r>
              <a:rPr sz="1110" b="0" dirty="0" err="1">
                <a:solidFill>
                  <a:srgbClr val="344054"/>
                </a:solidFill>
                <a:latin typeface="Yu Gothic UI"/>
                <a:ea typeface="Yu Gothic UI"/>
                <a:cs typeface="Yu Gothic UI"/>
              </a:rPr>
              <a:t>入れ物として、受講者ごとのリソースグループを作成します</a:t>
            </a:r>
            <a:r>
              <a:rPr sz="1110" b="0" dirty="0">
                <a:solidFill>
                  <a:srgbClr val="344054"/>
                </a:solidFill>
                <a:latin typeface="Yu Gothic UI"/>
                <a:ea typeface="Yu Gothic UI"/>
                <a:cs typeface="Yu Gothic UI"/>
              </a:rPr>
              <a:t>。</a:t>
            </a:r>
          </a:p>
        </p:txBody>
      </p:sp>
      <p:sp>
        <p:nvSpPr>
          <p:cNvPr id="7" name="正方形/長方形 6">
            <a:extLst>
              <a:ext uri="{FF2B5EF4-FFF2-40B4-BE49-F238E27FC236}">
                <a16:creationId xmlns:a16="http://schemas.microsoft.com/office/drawing/2014/main" id="{EC9E3CC3-F5EF-85B0-5709-6CC213545C87}"/>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C0182728-E8F1-CB8E-0FD4-CE4B7D51EC06}"/>
              </a:ext>
            </a:extLst>
          </p:cNvPr>
          <p:cNvPicPr>
            <a:picLocks noChangeAspect="1"/>
          </p:cNvPicPr>
          <p:nvPr/>
        </p:nvPicPr>
        <p:blipFill>
          <a:blip r:embed="rId3"/>
          <a:stretch/>
        </p:blipFill>
        <p:spPr>
          <a:xfrm>
            <a:off x="644256" y="2300288"/>
            <a:ext cx="5364480" cy="3352800"/>
          </a:xfrm>
          <a:prstGeom prst="rect">
            <a:avLst/>
          </a:prstGeom>
        </p:spPr>
      </p:pic>
      <p:sp>
        <p:nvSpPr>
          <p:cNvPr id="9" name="正方形/長方形 8">
            <a:extLst>
              <a:ext uri="{FF2B5EF4-FFF2-40B4-BE49-F238E27FC236}">
                <a16:creationId xmlns:a16="http://schemas.microsoft.com/office/drawing/2014/main" id="{BEC201F1-D844-20C7-A4FB-C1DC9F3839DB}"/>
              </a:ext>
            </a:extLst>
          </p:cNvPr>
          <p:cNvSpPr>
            <a:spLocks noGrp="1"/>
          </p:cNvSpPr>
          <p:nvPr/>
        </p:nvSpPr>
        <p:spPr>
          <a:xfrm>
            <a:off x="644256" y="5715000"/>
            <a:ext cx="536448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リソースグループを作成する</a:t>
            </a:r>
          </a:p>
        </p:txBody>
      </p:sp>
      <p:sp>
        <p:nvSpPr>
          <p:cNvPr id="6" name="正方形/長方形 5">
            <a:extLst>
              <a:ext uri="{FF2B5EF4-FFF2-40B4-BE49-F238E27FC236}">
                <a16:creationId xmlns:a16="http://schemas.microsoft.com/office/drawing/2014/main" id="{DB60F723-233B-21F3-A81A-B886C16DFB74}"/>
              </a:ext>
            </a:extLst>
          </p:cNvPr>
          <p:cNvSpPr/>
          <p:nvPr/>
        </p:nvSpPr>
        <p:spPr>
          <a:xfrm>
            <a:off x="1613225" y="3269380"/>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20C9F0FD-0DB8-1712-E446-57A2E56A65FE}"/>
              </a:ext>
            </a:extLst>
          </p:cNvPr>
          <p:cNvSpPr/>
          <p:nvPr/>
        </p:nvSpPr>
        <p:spPr>
          <a:xfrm>
            <a:off x="2109262" y="2510300"/>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3" name="正方形/長方形 12">
            <a:extLst>
              <a:ext uri="{FF2B5EF4-FFF2-40B4-BE49-F238E27FC236}">
                <a16:creationId xmlns:a16="http://schemas.microsoft.com/office/drawing/2014/main" id="{4F755CE0-B07E-8A75-D71C-A008EAC1C4E2}"/>
              </a:ext>
            </a:extLst>
          </p:cNvPr>
          <p:cNvSpPr/>
          <p:nvPr/>
        </p:nvSpPr>
        <p:spPr>
          <a:xfrm>
            <a:off x="1613532" y="3441444"/>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40C932BD-9473-510A-8967-AE006FBB262E}"/>
              </a:ext>
            </a:extLst>
          </p:cNvPr>
          <p:cNvSpPr/>
          <p:nvPr/>
        </p:nvSpPr>
        <p:spPr>
          <a:xfrm>
            <a:off x="3540839" y="3428827"/>
            <a:ext cx="2113936" cy="686299"/>
          </a:xfrm>
          <a:prstGeom prst="wedgeRectCallout">
            <a:avLst>
              <a:gd name="adj1" fmla="val -55293"/>
              <a:gd name="adj2" fmla="val -3772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講師から指示された参加者ごとのリソースグループ名を入力</a:t>
            </a:r>
          </a:p>
        </p:txBody>
      </p:sp>
      <p:sp>
        <p:nvSpPr>
          <p:cNvPr id="19" name="正方形/長方形 18">
            <a:extLst>
              <a:ext uri="{FF2B5EF4-FFF2-40B4-BE49-F238E27FC236}">
                <a16:creationId xmlns:a16="http://schemas.microsoft.com/office/drawing/2014/main" id="{DCA2FC75-0F8E-E743-7D1E-E9D78A549775}"/>
              </a:ext>
            </a:extLst>
          </p:cNvPr>
          <p:cNvSpPr/>
          <p:nvPr/>
        </p:nvSpPr>
        <p:spPr>
          <a:xfrm>
            <a:off x="1623057" y="3600987"/>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EC462792-2CA8-B1D3-2270-B0E412387F4E}"/>
              </a:ext>
            </a:extLst>
          </p:cNvPr>
          <p:cNvSpPr/>
          <p:nvPr/>
        </p:nvSpPr>
        <p:spPr>
          <a:xfrm>
            <a:off x="2387086" y="4252373"/>
            <a:ext cx="3267690" cy="434616"/>
          </a:xfrm>
          <a:prstGeom prst="wedgeRectCallout">
            <a:avLst>
              <a:gd name="adj1" fmla="val -42393"/>
              <a:gd name="adj2" fmla="val -1411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21" name="正方形/長方形 20">
            <a:extLst>
              <a:ext uri="{FF2B5EF4-FFF2-40B4-BE49-F238E27FC236}">
                <a16:creationId xmlns:a16="http://schemas.microsoft.com/office/drawing/2014/main" id="{BB58DDE8-A084-2BA2-1E48-C1C4A93B6732}"/>
              </a:ext>
            </a:extLst>
          </p:cNvPr>
          <p:cNvSpPr/>
          <p:nvPr/>
        </p:nvSpPr>
        <p:spPr>
          <a:xfrm>
            <a:off x="1303509" y="5444228"/>
            <a:ext cx="664906" cy="22606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EEBE620E-C496-DED0-B009-BED2A3F12C53}"/>
              </a:ext>
            </a:extLst>
          </p:cNvPr>
          <p:cNvSpPr/>
          <p:nvPr/>
        </p:nvSpPr>
        <p:spPr>
          <a:xfrm>
            <a:off x="2279975" y="4994056"/>
            <a:ext cx="2371910" cy="434616"/>
          </a:xfrm>
          <a:prstGeom prst="wedgeRectCallout">
            <a:avLst>
              <a:gd name="adj1" fmla="val -55566"/>
              <a:gd name="adj2" fmla="val 873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作成確認画面に遷移する</a:t>
            </a:r>
          </a:p>
        </p:txBody>
      </p:sp>
      <p:pic>
        <p:nvPicPr>
          <p:cNvPr id="24" name="図 23">
            <a:extLst>
              <a:ext uri="{FF2B5EF4-FFF2-40B4-BE49-F238E27FC236}">
                <a16:creationId xmlns:a16="http://schemas.microsoft.com/office/drawing/2014/main" id="{6DC81E44-5989-9039-52C6-F4CF1EA3833B}"/>
              </a:ext>
            </a:extLst>
          </p:cNvPr>
          <p:cNvPicPr>
            <a:picLocks noChangeAspect="1"/>
          </p:cNvPicPr>
          <p:nvPr/>
        </p:nvPicPr>
        <p:blipFill>
          <a:blip r:embed="rId4"/>
          <a:stretch>
            <a:fillRect/>
          </a:stretch>
        </p:blipFill>
        <p:spPr>
          <a:xfrm>
            <a:off x="6131154" y="2293684"/>
            <a:ext cx="5375046" cy="3359404"/>
          </a:xfrm>
          <a:prstGeom prst="rect">
            <a:avLst/>
          </a:prstGeom>
        </p:spPr>
      </p:pic>
      <p:sp>
        <p:nvSpPr>
          <p:cNvPr id="25" name="正方形/長方形 24">
            <a:extLst>
              <a:ext uri="{FF2B5EF4-FFF2-40B4-BE49-F238E27FC236}">
                <a16:creationId xmlns:a16="http://schemas.microsoft.com/office/drawing/2014/main" id="{0A22697D-FB04-F654-AB1B-2D9DE1B1A0F3}"/>
              </a:ext>
            </a:extLst>
          </p:cNvPr>
          <p:cNvSpPr/>
          <p:nvPr/>
        </p:nvSpPr>
        <p:spPr>
          <a:xfrm>
            <a:off x="6758083" y="5444228"/>
            <a:ext cx="664906" cy="22606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8B5C666F-CB21-9AC8-EC30-038EDF3D0D27}"/>
              </a:ext>
            </a:extLst>
          </p:cNvPr>
          <p:cNvSpPr/>
          <p:nvPr/>
        </p:nvSpPr>
        <p:spPr>
          <a:xfrm>
            <a:off x="7734549" y="4994056"/>
            <a:ext cx="1338165" cy="434616"/>
          </a:xfrm>
          <a:prstGeom prst="wedgeRectCallout">
            <a:avLst>
              <a:gd name="adj1" fmla="val -55566"/>
              <a:gd name="adj2" fmla="val 873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作成をクリック</a:t>
            </a:r>
          </a:p>
        </p:txBody>
      </p:sp>
    </p:spTree>
    <p:extLst>
      <p:ext uri="{BB962C8B-B14F-4D97-AF65-F5344CB8AC3E}">
        <p14:creationId xmlns:p14="http://schemas.microsoft.com/office/powerpoint/2010/main" val="989975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455C78B1-14B7-4C5A-93CF-5F19EF7374D1}"/>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リソースグループ作成を確認する</a:t>
            </a:r>
          </a:p>
        </p:txBody>
      </p:sp>
      <p:sp>
        <p:nvSpPr>
          <p:cNvPr id="2" name="正方形/長方形 1">
            <a:extLst>
              <a:ext uri="{FF2B5EF4-FFF2-40B4-BE49-F238E27FC236}">
                <a16:creationId xmlns:a16="http://schemas.microsoft.com/office/drawing/2014/main" id="{F9EE1852-F29B-4E05-913D-6372838D7E3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4</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339017AB-97B6-4634-B9DA-894B433CAB1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8425234-AC25-4894-AB2C-ED66DDE65E38}"/>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dirty="0" err="1">
                <a:solidFill>
                  <a:srgbClr val="344054"/>
                </a:solidFill>
                <a:latin typeface="Yu Gothic UI"/>
                <a:ea typeface="Yu Gothic UI"/>
                <a:cs typeface="Yu Gothic UI"/>
              </a:rPr>
              <a:t>作成したリソースグループの</a:t>
            </a:r>
            <a:r>
              <a:rPr sz="1110" b="0" dirty="0">
                <a:solidFill>
                  <a:srgbClr val="344054"/>
                </a:solidFill>
                <a:latin typeface="Yu Gothic UI"/>
                <a:ea typeface="Yu Gothic UI"/>
                <a:cs typeface="Yu Gothic UI"/>
              </a:rPr>
              <a:t> Overview </a:t>
            </a:r>
            <a:r>
              <a:rPr sz="1110" b="0" dirty="0" err="1">
                <a:solidFill>
                  <a:srgbClr val="344054"/>
                </a:solidFill>
                <a:latin typeface="Yu Gothic UI"/>
                <a:ea typeface="Yu Gothic UI"/>
                <a:cs typeface="Yu Gothic UI"/>
              </a:rPr>
              <a:t>を開き、場所と名前が講師指定の値になっていることを確認します</a:t>
            </a:r>
            <a:r>
              <a:rPr sz="1110"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28740068-FAC4-4BD6-B0CC-354B50AC84FF}"/>
              </a:ext>
            </a:extLst>
          </p:cNvPr>
          <p:cNvSpPr>
            <a:spLocks noGrp="1"/>
          </p:cNvSpPr>
          <p:nvPr/>
        </p:nvSpPr>
        <p:spPr>
          <a:xfrm>
            <a:off x="781050" y="2781300"/>
            <a:ext cx="4095750" cy="1428750"/>
          </a:xfrm>
          <a:prstGeom prst="rect">
            <a:avLst/>
          </a:prstGeom>
          <a:solidFill>
            <a:srgbClr val="FFFFFF"/>
          </a:solidFill>
          <a:ln w="9525">
            <a:solidFill>
              <a:srgbClr val="D0D5DD"/>
            </a:solidFill>
            <a:prstDash val="solid"/>
          </a:ln>
        </p:spPr>
        <p:txBody>
          <a:bodyPr/>
          <a:lstStyle/>
          <a:p>
            <a:endParaRPr lang="ja-JP" altLang="en-US" sz="2400"/>
          </a:p>
        </p:txBody>
      </p:sp>
      <p:sp>
        <p:nvSpPr>
          <p:cNvPr id="7" name="正方形/長方形 6">
            <a:extLst>
              <a:ext uri="{FF2B5EF4-FFF2-40B4-BE49-F238E27FC236}">
                <a16:creationId xmlns:a16="http://schemas.microsoft.com/office/drawing/2014/main" id="{468543DF-0EF0-4D9F-A816-86D60A4B7AF8}"/>
              </a:ext>
            </a:extLst>
          </p:cNvPr>
          <p:cNvSpPr>
            <a:spLocks noGrp="1"/>
          </p:cNvSpPr>
          <p:nvPr/>
        </p:nvSpPr>
        <p:spPr>
          <a:xfrm>
            <a:off x="781050" y="2781300"/>
            <a:ext cx="76200" cy="1428750"/>
          </a:xfrm>
          <a:prstGeom prst="rect">
            <a:avLst/>
          </a:prstGeom>
          <a:solidFill>
            <a:srgbClr val="4472C4"/>
          </a:solidFill>
          <a:ln w="0">
            <a:solidFill>
              <a:srgbClr val="4472C4"/>
            </a:solidFill>
            <a:prstDash val="solid"/>
          </a:ln>
        </p:spPr>
        <p:txBody>
          <a:bodyPr/>
          <a:lstStyle/>
          <a:p>
            <a:endParaRPr lang="ja-JP" altLang="en-US" sz="2400"/>
          </a:p>
        </p:txBody>
      </p:sp>
      <p:sp>
        <p:nvSpPr>
          <p:cNvPr id="8" name="正方形/長方形 7">
            <a:extLst>
              <a:ext uri="{FF2B5EF4-FFF2-40B4-BE49-F238E27FC236}">
                <a16:creationId xmlns:a16="http://schemas.microsoft.com/office/drawing/2014/main" id="{4028EE55-779F-4024-A944-81A359D9A209}"/>
              </a:ext>
            </a:extLst>
          </p:cNvPr>
          <p:cNvSpPr>
            <a:spLocks noGrp="1"/>
          </p:cNvSpPr>
          <p:nvPr/>
        </p:nvSpPr>
        <p:spPr>
          <a:xfrm>
            <a:off x="990600" y="2933700"/>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4472C4"/>
                </a:solidFill>
                <a:latin typeface="Yu Gothic UI"/>
                <a:ea typeface="Yu Gothic UI"/>
                <a:cs typeface="Yu Gothic UI"/>
              </a:defRPr>
            </a:pPr>
            <a:r>
              <a:rPr sz="900" b="1">
                <a:solidFill>
                  <a:srgbClr val="4472C4"/>
                </a:solidFill>
                <a:latin typeface="Yu Gothic UI"/>
                <a:ea typeface="Yu Gothic UI"/>
                <a:cs typeface="Yu Gothic UI"/>
              </a:rPr>
              <a:t>完了条件</a:t>
            </a:r>
          </a:p>
        </p:txBody>
      </p:sp>
      <p:sp>
        <p:nvSpPr>
          <p:cNvPr id="9" name="正方形/長方形 8">
            <a:extLst>
              <a:ext uri="{FF2B5EF4-FFF2-40B4-BE49-F238E27FC236}">
                <a16:creationId xmlns:a16="http://schemas.microsoft.com/office/drawing/2014/main" id="{FC8C0686-FD62-4170-8800-E6CDE3BFF8A7}"/>
              </a:ext>
            </a:extLst>
          </p:cNvPr>
          <p:cNvSpPr>
            <a:spLocks noGrp="1"/>
          </p:cNvSpPr>
          <p:nvPr/>
        </p:nvSpPr>
        <p:spPr>
          <a:xfrm>
            <a:off x="990600" y="3181350"/>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8" b="1">
                <a:solidFill>
                  <a:srgbClr val="1F2937"/>
                </a:solidFill>
                <a:latin typeface="Meiryo UI"/>
                <a:ea typeface="Meiryo UI"/>
                <a:cs typeface="Meiryo UI"/>
              </a:defRPr>
            </a:pPr>
            <a:r>
              <a:rPr sz="1600" b="1">
                <a:solidFill>
                  <a:srgbClr val="1F2937"/>
                </a:solidFill>
                <a:latin typeface="Meiryo UI"/>
                <a:ea typeface="Meiryo UI"/>
                <a:cs typeface="Meiryo UI"/>
              </a:rPr>
              <a:t>空の入れ物ができている</a:t>
            </a:r>
          </a:p>
        </p:txBody>
      </p:sp>
      <p:sp>
        <p:nvSpPr>
          <p:cNvPr id="10" name="正方形/長方形 9">
            <a:extLst>
              <a:ext uri="{FF2B5EF4-FFF2-40B4-BE49-F238E27FC236}">
                <a16:creationId xmlns:a16="http://schemas.microsoft.com/office/drawing/2014/main" id="{A98D067A-B3AF-4A45-BBE4-69362764DA0E}"/>
              </a:ext>
            </a:extLst>
          </p:cNvPr>
          <p:cNvSpPr>
            <a:spLocks noGrp="1"/>
          </p:cNvSpPr>
          <p:nvPr/>
        </p:nvSpPr>
        <p:spPr>
          <a:xfrm>
            <a:off x="990600" y="3581400"/>
            <a:ext cx="36957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70" b="0">
                <a:solidFill>
                  <a:srgbClr val="344054"/>
                </a:solidFill>
                <a:latin typeface="Yu Gothic UI"/>
                <a:ea typeface="Yu Gothic UI"/>
                <a:cs typeface="Yu Gothic UI"/>
              </a:defRPr>
            </a:pPr>
            <a:r>
              <a:rPr sz="1000" b="0">
                <a:solidFill>
                  <a:srgbClr val="344054"/>
                </a:solidFill>
                <a:latin typeface="Yu Gothic UI"/>
                <a:ea typeface="Yu Gothic UI"/>
                <a:cs typeface="Yu Gothic UI"/>
              </a:rPr>
              <a:t>この時点ではまだ VM はありません。ここから VM と関連リソースを追加していきます。</a:t>
            </a:r>
          </a:p>
        </p:txBody>
      </p:sp>
      <p:sp>
        <p:nvSpPr>
          <p:cNvPr id="11" name="正方形/長方形 10">
            <a:extLst>
              <a:ext uri="{FF2B5EF4-FFF2-40B4-BE49-F238E27FC236}">
                <a16:creationId xmlns:a16="http://schemas.microsoft.com/office/drawing/2014/main" id="{892A2AB6-A213-4A4F-AAAE-DD58912F2A2C}"/>
              </a:ext>
            </a:extLst>
          </p:cNvPr>
          <p:cNvSpPr>
            <a:spLocks noGrp="1"/>
          </p:cNvSpPr>
          <p:nvPr/>
        </p:nvSpPr>
        <p:spPr>
          <a:xfrm>
            <a:off x="5334000" y="167640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12" name="図 11"/>
          <p:cNvPicPr>
            <a:picLocks noChangeAspect="1"/>
          </p:cNvPicPr>
          <p:nvPr/>
        </p:nvPicPr>
        <p:blipFill>
          <a:blip r:embed="rId3"/>
          <a:stretch/>
        </p:blipFill>
        <p:spPr>
          <a:xfrm>
            <a:off x="5467350" y="1878806"/>
            <a:ext cx="5715000" cy="3214688"/>
          </a:xfrm>
          <a:prstGeom prst="rect">
            <a:avLst/>
          </a:prstGeom>
        </p:spPr>
      </p:pic>
      <p:sp>
        <p:nvSpPr>
          <p:cNvPr id="13" name="正方形/長方形 12">
            <a:extLst>
              <a:ext uri="{FF2B5EF4-FFF2-40B4-BE49-F238E27FC236}">
                <a16:creationId xmlns:a16="http://schemas.microsoft.com/office/drawing/2014/main" id="{78207808-1EB1-4AEB-88B0-41E89B9E7319}"/>
              </a:ext>
            </a:extLst>
          </p:cNvPr>
          <p:cNvSpPr>
            <a:spLocks noGrp="1"/>
          </p:cNvSpPr>
          <p:nvPr/>
        </p:nvSpPr>
        <p:spPr>
          <a:xfrm>
            <a:off x="5524500" y="521970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作成したリソースグループを確認する</a:t>
            </a:r>
          </a:p>
        </p:txBody>
      </p:sp>
      <p:sp>
        <p:nvSpPr>
          <p:cNvPr id="14" name="正方形/長方形 13">
            <a:extLst>
              <a:ext uri="{FF2B5EF4-FFF2-40B4-BE49-F238E27FC236}">
                <a16:creationId xmlns:a16="http://schemas.microsoft.com/office/drawing/2014/main" id="{2BC95170-FC60-4906-A136-B5C5DB654332}"/>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16" name="正方形/長方形 15">
            <a:extLst>
              <a:ext uri="{FF2B5EF4-FFF2-40B4-BE49-F238E27FC236}">
                <a16:creationId xmlns:a16="http://schemas.microsoft.com/office/drawing/2014/main" id="{0216DE1E-143C-5964-29F1-78388C2B5099}"/>
              </a:ext>
            </a:extLst>
          </p:cNvPr>
          <p:cNvSpPr/>
          <p:nvPr/>
        </p:nvSpPr>
        <p:spPr>
          <a:xfrm>
            <a:off x="6636282" y="2861187"/>
            <a:ext cx="610092"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D0C99BE1-226C-F43E-5D93-9B1FF78DA374}"/>
              </a:ext>
            </a:extLst>
          </p:cNvPr>
          <p:cNvSpPr/>
          <p:nvPr/>
        </p:nvSpPr>
        <p:spPr>
          <a:xfrm>
            <a:off x="7144364" y="3340817"/>
            <a:ext cx="2113936" cy="686299"/>
          </a:xfrm>
          <a:prstGeom prst="wedgeRectCallout">
            <a:avLst>
              <a:gd name="adj1" fmla="val -59479"/>
              <a:gd name="adj2" fmla="val -849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指定された名所のリソースグループが作成されていることを確認する。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 name="正方形/長方形 17">
            <a:extLst>
              <a:ext uri="{FF2B5EF4-FFF2-40B4-BE49-F238E27FC236}">
                <a16:creationId xmlns:a16="http://schemas.microsoft.com/office/drawing/2014/main" id="{5C3B10DD-E679-AB47-FAE6-BE6478C281FC}"/>
              </a:ext>
            </a:extLst>
          </p:cNvPr>
          <p:cNvSpPr/>
          <p:nvPr/>
        </p:nvSpPr>
        <p:spPr>
          <a:xfrm>
            <a:off x="9640037" y="2861187"/>
            <a:ext cx="610092"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8BA2064-77B2-7722-982E-9B68CF3FD6CB}"/>
              </a:ext>
            </a:extLst>
          </p:cNvPr>
          <p:cNvSpPr/>
          <p:nvPr/>
        </p:nvSpPr>
        <p:spPr>
          <a:xfrm>
            <a:off x="7144364" y="2357361"/>
            <a:ext cx="475636"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DF4A41CA-B8DA-77A2-0486-1424B77BDF8B}"/>
              </a:ext>
            </a:extLst>
          </p:cNvPr>
          <p:cNvSpPr/>
          <p:nvPr/>
        </p:nvSpPr>
        <p:spPr>
          <a:xfrm>
            <a:off x="7831147" y="1605674"/>
            <a:ext cx="2113936" cy="686299"/>
          </a:xfrm>
          <a:prstGeom prst="wedgeRectCallout">
            <a:avLst>
              <a:gd name="adj1" fmla="val -59479"/>
              <a:gd name="adj2" fmla="val 4680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作成してすぐにはリストに反映されないので何度かリフレッシュする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49765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D6DD9BC7-C0F5-25AA-1269-EABFC464B38D}"/>
              </a:ext>
            </a:extLst>
          </p:cNvPr>
          <p:cNvSpPr>
            <a:spLocks noGrp="1"/>
          </p:cNvSpPr>
          <p:nvPr/>
        </p:nvSpPr>
        <p:spPr>
          <a:xfrm>
            <a:off x="550605" y="2157412"/>
            <a:ext cx="11159613"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a:extLst>
              <a:ext uri="{FF2B5EF4-FFF2-40B4-BE49-F238E27FC236}">
                <a16:creationId xmlns:a16="http://schemas.microsoft.com/office/drawing/2014/main" id="{9A29C6A1-8774-7986-79B9-9720F9222369}"/>
              </a:ext>
            </a:extLst>
          </p:cNvPr>
          <p:cNvPicPr>
            <a:picLocks noChangeAspect="1"/>
          </p:cNvPicPr>
          <p:nvPr/>
        </p:nvPicPr>
        <p:blipFill>
          <a:blip r:embed="rId3"/>
          <a:stretch>
            <a:fillRect/>
          </a:stretch>
        </p:blipFill>
        <p:spPr>
          <a:xfrm>
            <a:off x="6333111" y="2263954"/>
            <a:ext cx="4836334" cy="3022709"/>
          </a:xfrm>
          <a:prstGeom prst="rect">
            <a:avLst/>
          </a:prstGeom>
        </p:spPr>
      </p:pic>
      <p:pic>
        <p:nvPicPr>
          <p:cNvPr id="3" name="図 2">
            <a:extLst>
              <a:ext uri="{FF2B5EF4-FFF2-40B4-BE49-F238E27FC236}">
                <a16:creationId xmlns:a16="http://schemas.microsoft.com/office/drawing/2014/main" id="{67497A7B-D712-6EEF-ECB8-002336FDB39D}"/>
              </a:ext>
            </a:extLst>
          </p:cNvPr>
          <p:cNvPicPr>
            <a:picLocks noChangeAspect="1"/>
          </p:cNvPicPr>
          <p:nvPr/>
        </p:nvPicPr>
        <p:blipFill>
          <a:blip r:embed="rId4"/>
          <a:stretch>
            <a:fillRect/>
          </a:stretch>
        </p:blipFill>
        <p:spPr>
          <a:xfrm>
            <a:off x="701931" y="2263954"/>
            <a:ext cx="5085735" cy="3178584"/>
          </a:xfrm>
          <a:prstGeom prst="rect">
            <a:avLst/>
          </a:prstGeom>
        </p:spPr>
      </p:pic>
      <p:sp>
        <p:nvSpPr>
          <p:cNvPr id="11" name="正方形/長方形 10">
            <a:extLst>
              <a:ext uri="{FF2B5EF4-FFF2-40B4-BE49-F238E27FC236}">
                <a16:creationId xmlns:a16="http://schemas.microsoft.com/office/drawing/2014/main" id="{688AF7A7-2372-4029-BF07-9ADFEFFB1D90}"/>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en" altLang="ja-JP" sz="2400" b="1" dirty="0">
                <a:solidFill>
                  <a:srgbClr val="1F2937"/>
                </a:solidFill>
                <a:latin typeface="Meiryo UI"/>
                <a:ea typeface="Meiryo UI"/>
                <a:cs typeface="Meiryo UI"/>
              </a:rPr>
              <a:t>Container Instances </a:t>
            </a:r>
            <a:r>
              <a:rPr lang="ja-JP" altLang="en-US" sz="2400" b="1">
                <a:solidFill>
                  <a:srgbClr val="1F2937"/>
                </a:solidFill>
                <a:latin typeface="Meiryo UI"/>
                <a:ea typeface="Meiryo UI"/>
                <a:cs typeface="Meiryo UI"/>
              </a:rPr>
              <a:t>の作成を開始する</a:t>
            </a:r>
            <a:endParaRPr lang="ja-JP" altLang="en-US" sz="24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C77BD6E3-4B35-4128-8298-1CBA7EC0598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4</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40DAF80F-4901-4483-8F80-5883C211543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F985C46-1D69-4FF9-818B-1918F8CF68CE}"/>
              </a:ext>
            </a:extLst>
          </p:cNvPr>
          <p:cNvSpPr>
            <a:spLocks noGrp="1"/>
          </p:cNvSpPr>
          <p:nvPr/>
        </p:nvSpPr>
        <p:spPr>
          <a:xfrm>
            <a:off x="685800" y="13906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095" b="0">
                <a:solidFill>
                  <a:srgbClr val="344054"/>
                </a:solidFill>
                <a:latin typeface="Yu Gothic UI"/>
                <a:ea typeface="Yu Gothic UI"/>
                <a:cs typeface="Yu Gothic UI"/>
              </a:defRPr>
            </a:pPr>
            <a:r>
              <a:rPr lang="en" altLang="ja-JP" sz="1200" dirty="0">
                <a:solidFill>
                  <a:srgbClr val="344054"/>
                </a:solidFill>
                <a:latin typeface="Yu Gothic UI"/>
                <a:ea typeface="Yu Gothic UI"/>
                <a:cs typeface="Yu Gothic UI"/>
              </a:rPr>
              <a:t>Azure Portal </a:t>
            </a:r>
            <a:r>
              <a:rPr lang="ja-JP" altLang="en-US" sz="1200">
                <a:solidFill>
                  <a:srgbClr val="344054"/>
                </a:solidFill>
                <a:latin typeface="Yu Gothic UI"/>
                <a:ea typeface="Yu Gothic UI"/>
                <a:cs typeface="Yu Gothic UI"/>
              </a:rPr>
              <a:t>から </a:t>
            </a:r>
            <a:r>
              <a:rPr lang="en" altLang="ja-JP" sz="1200" dirty="0">
                <a:solidFill>
                  <a:srgbClr val="344054"/>
                </a:solidFill>
                <a:latin typeface="Yu Gothic UI"/>
                <a:ea typeface="Yu Gothic UI"/>
                <a:cs typeface="Yu Gothic UI"/>
              </a:rPr>
              <a:t>Container Instances </a:t>
            </a:r>
            <a:r>
              <a:rPr lang="ja-JP" altLang="en-US" sz="1200">
                <a:solidFill>
                  <a:srgbClr val="344054"/>
                </a:solidFill>
                <a:latin typeface="Yu Gothic UI"/>
                <a:ea typeface="Yu Gothic UI"/>
                <a:cs typeface="Yu Gothic UI"/>
              </a:rPr>
              <a:t>の作成画面を開きます。似た名前の </a:t>
            </a:r>
            <a:r>
              <a:rPr lang="en" altLang="ja-JP" sz="1200" dirty="0">
                <a:solidFill>
                  <a:srgbClr val="344054"/>
                </a:solidFill>
                <a:latin typeface="Yu Gothic UI"/>
                <a:ea typeface="Yu Gothic UI"/>
                <a:cs typeface="Yu Gothic UI"/>
              </a:rPr>
              <a:t>Container Apps </a:t>
            </a:r>
            <a:r>
              <a:rPr lang="ja-JP" altLang="en-US" sz="1200">
                <a:solidFill>
                  <a:srgbClr val="344054"/>
                </a:solidFill>
                <a:latin typeface="Yu Gothic UI"/>
                <a:ea typeface="Yu Gothic UI"/>
                <a:cs typeface="Yu Gothic UI"/>
              </a:rPr>
              <a:t>や </a:t>
            </a:r>
            <a:r>
              <a:rPr lang="en" altLang="ja-JP" sz="1200" dirty="0">
                <a:solidFill>
                  <a:srgbClr val="344054"/>
                </a:solidFill>
                <a:latin typeface="Yu Gothic UI"/>
                <a:ea typeface="Yu Gothic UI"/>
                <a:cs typeface="Yu Gothic UI"/>
              </a:rPr>
              <a:t>AKS </a:t>
            </a:r>
            <a:r>
              <a:rPr lang="ja-JP" altLang="en-US" sz="1200">
                <a:solidFill>
                  <a:srgbClr val="344054"/>
                </a:solidFill>
                <a:latin typeface="Yu Gothic UI"/>
                <a:ea typeface="Yu Gothic UI"/>
                <a:cs typeface="Yu Gothic UI"/>
              </a:rPr>
              <a:t>を選ばないようにします。</a:t>
            </a:r>
            <a:endParaRPr lang="ja-JP" altLang="en-US" sz="1200" dirty="0">
              <a:solidFill>
                <a:srgbClr val="344054"/>
              </a:solidFill>
              <a:latin typeface="Yu Gothic UI"/>
              <a:ea typeface="Yu Gothic UI"/>
              <a:cs typeface="Yu Gothic UI"/>
            </a:endParaRPr>
          </a:p>
        </p:txBody>
      </p:sp>
      <p:sp>
        <p:nvSpPr>
          <p:cNvPr id="14" name="正方形/長方形 13">
            <a:extLst>
              <a:ext uri="{FF2B5EF4-FFF2-40B4-BE49-F238E27FC236}">
                <a16:creationId xmlns:a16="http://schemas.microsoft.com/office/drawing/2014/main" id="{5E51FFD9-F69F-DE1C-48D7-38A008A710A9}"/>
              </a:ext>
            </a:extLst>
          </p:cNvPr>
          <p:cNvSpPr/>
          <p:nvPr/>
        </p:nvSpPr>
        <p:spPr>
          <a:xfrm>
            <a:off x="2212258" y="2247131"/>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C9CEBB1-64EC-37E3-9B9D-8A3953BBD780}"/>
              </a:ext>
            </a:extLst>
          </p:cNvPr>
          <p:cNvSpPr/>
          <p:nvPr/>
        </p:nvSpPr>
        <p:spPr>
          <a:xfrm>
            <a:off x="2212258" y="2684513"/>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2CA8863C-569D-1356-54EA-50B5A1715B81}"/>
              </a:ext>
            </a:extLst>
          </p:cNvPr>
          <p:cNvSpPr/>
          <p:nvPr/>
        </p:nvSpPr>
        <p:spPr>
          <a:xfrm>
            <a:off x="3018503" y="1666875"/>
            <a:ext cx="2025507"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検索バーで「コンテナインスタンス」を選択</a:t>
            </a:r>
          </a:p>
        </p:txBody>
      </p:sp>
      <p:sp>
        <p:nvSpPr>
          <p:cNvPr id="17" name="四角形吹き出し 16">
            <a:extLst>
              <a:ext uri="{FF2B5EF4-FFF2-40B4-BE49-F238E27FC236}">
                <a16:creationId xmlns:a16="http://schemas.microsoft.com/office/drawing/2014/main" id="{03388C3E-0983-797D-CDBD-F99998B11FC4}"/>
              </a:ext>
            </a:extLst>
          </p:cNvPr>
          <p:cNvSpPr/>
          <p:nvPr/>
        </p:nvSpPr>
        <p:spPr>
          <a:xfrm>
            <a:off x="3387212" y="3136645"/>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「コンテナインスタンス」を選択</a:t>
            </a:r>
          </a:p>
        </p:txBody>
      </p:sp>
      <p:sp>
        <p:nvSpPr>
          <p:cNvPr id="18" name="正方形/長方形 17">
            <a:extLst>
              <a:ext uri="{FF2B5EF4-FFF2-40B4-BE49-F238E27FC236}">
                <a16:creationId xmlns:a16="http://schemas.microsoft.com/office/drawing/2014/main" id="{09824AE4-7E7C-CE3E-664E-8D640867EDD5}"/>
              </a:ext>
            </a:extLst>
          </p:cNvPr>
          <p:cNvSpPr/>
          <p:nvPr/>
        </p:nvSpPr>
        <p:spPr>
          <a:xfrm>
            <a:off x="6333111" y="2659702"/>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9C087A91-F439-E912-170B-3611F3E777E5}"/>
              </a:ext>
            </a:extLst>
          </p:cNvPr>
          <p:cNvSpPr/>
          <p:nvPr/>
        </p:nvSpPr>
        <p:spPr>
          <a:xfrm>
            <a:off x="6692140" y="1843087"/>
            <a:ext cx="2025507" cy="434616"/>
          </a:xfrm>
          <a:prstGeom prst="wedgeRectCallout">
            <a:avLst>
              <a:gd name="adj1" fmla="val -60638"/>
              <a:gd name="adj2" fmla="val 12358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9" name="正方形/長方形 8">
            <a:extLst>
              <a:ext uri="{FF2B5EF4-FFF2-40B4-BE49-F238E27FC236}">
                <a16:creationId xmlns:a16="http://schemas.microsoft.com/office/drawing/2014/main" id="{C8DAC6A3-B4DF-B382-A798-1FEFF4757A3E}"/>
              </a:ext>
            </a:extLst>
          </p:cNvPr>
          <p:cNvSpPr>
            <a:spLocks noGrp="1"/>
          </p:cNvSpPr>
          <p:nvPr/>
        </p:nvSpPr>
        <p:spPr>
          <a:xfrm>
            <a:off x="4168261" y="5724985"/>
            <a:ext cx="3924300" cy="532939"/>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検索またはリソース作成から Container Instances を開きます。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作成先のリソースグループを確認します。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サービス名が Container Instances であることを確認します。</a:t>
            </a:r>
          </a:p>
        </p:txBody>
      </p:sp>
    </p:spTree>
    <p:extLst>
      <p:ext uri="{BB962C8B-B14F-4D97-AF65-F5344CB8AC3E}">
        <p14:creationId xmlns:p14="http://schemas.microsoft.com/office/powerpoint/2010/main" val="4104577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156EED26-C331-4D54-8C9F-A317A0E3F63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基本情報を入力する</a:t>
            </a:r>
          </a:p>
        </p:txBody>
      </p:sp>
      <p:sp>
        <p:nvSpPr>
          <p:cNvPr id="2" name="正方形/長方形 1">
            <a:extLst>
              <a:ext uri="{FF2B5EF4-FFF2-40B4-BE49-F238E27FC236}">
                <a16:creationId xmlns:a16="http://schemas.microsoft.com/office/drawing/2014/main" id="{BAF46102-463D-4228-B58F-E9188DF6691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70991D5D-7252-44BB-9B54-1B6187D3CDA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79FEC1F-663A-4958-950B-D384B18A1A6F}"/>
              </a:ext>
            </a:extLst>
          </p:cNvPr>
          <p:cNvSpPr>
            <a:spLocks noGrp="1"/>
          </p:cNvSpPr>
          <p:nvPr/>
        </p:nvSpPr>
        <p:spPr>
          <a:xfrm>
            <a:off x="685800" y="1390650"/>
            <a:ext cx="108013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dirty="0" err="1">
                <a:solidFill>
                  <a:srgbClr val="344054"/>
                </a:solidFill>
                <a:latin typeface="Yu Gothic UI"/>
                <a:ea typeface="Yu Gothic UI"/>
                <a:cs typeface="Yu Gothic UI"/>
              </a:rPr>
              <a:t>コンテナグループ名、リージョン、OS</a:t>
            </a:r>
            <a:r>
              <a:rPr sz="1095" b="0" dirty="0">
                <a:solidFill>
                  <a:srgbClr val="344054"/>
                </a:solidFill>
                <a:latin typeface="Yu Gothic UI"/>
                <a:ea typeface="Yu Gothic UI"/>
                <a:cs typeface="Yu Gothic UI"/>
              </a:rPr>
              <a:t> </a:t>
            </a:r>
            <a:r>
              <a:rPr sz="1095" b="0" dirty="0" err="1">
                <a:solidFill>
                  <a:srgbClr val="344054"/>
                </a:solidFill>
                <a:latin typeface="Yu Gothic UI"/>
                <a:ea typeface="Yu Gothic UI"/>
                <a:cs typeface="Yu Gothic UI"/>
              </a:rPr>
              <a:t>種別、SKU</a:t>
            </a:r>
            <a:r>
              <a:rPr sz="1095" b="0" dirty="0">
                <a:solidFill>
                  <a:srgbClr val="344054"/>
                </a:solidFill>
                <a:latin typeface="Yu Gothic UI"/>
                <a:ea typeface="Yu Gothic UI"/>
                <a:cs typeface="Yu Gothic UI"/>
              </a:rPr>
              <a:t> </a:t>
            </a:r>
            <a:r>
              <a:rPr sz="1095" b="0" dirty="0" err="1">
                <a:solidFill>
                  <a:srgbClr val="344054"/>
                </a:solidFill>
                <a:latin typeface="Yu Gothic UI"/>
                <a:ea typeface="Yu Gothic UI"/>
                <a:cs typeface="Yu Gothic UI"/>
              </a:rPr>
              <a:t>を指定します。名前とリージョンは後続の確認にも関係します</a:t>
            </a:r>
            <a:r>
              <a:rPr sz="1095"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11451F22-EBC0-470C-90FE-8756B1DE0E88}"/>
              </a:ext>
            </a:extLst>
          </p:cNvPr>
          <p:cNvSpPr>
            <a:spLocks noGrp="1"/>
          </p:cNvSpPr>
          <p:nvPr/>
        </p:nvSpPr>
        <p:spPr>
          <a:xfrm>
            <a:off x="685799" y="1947862"/>
            <a:ext cx="10801349" cy="3886200"/>
          </a:xfrm>
          <a:prstGeom prst="rect">
            <a:avLst/>
          </a:prstGeom>
          <a:solidFill>
            <a:srgbClr val="FFFFFF"/>
          </a:solidFill>
          <a:ln w="9525">
            <a:solidFill>
              <a:srgbClr val="D0D5DD"/>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6023FB0A-5DA6-4948-B7B6-F76B2D396985}"/>
              </a:ext>
            </a:extLst>
          </p:cNvPr>
          <p:cNvSpPr>
            <a:spLocks noGrp="1"/>
          </p:cNvSpPr>
          <p:nvPr/>
        </p:nvSpPr>
        <p:spPr>
          <a:xfrm>
            <a:off x="3286123" y="5567362"/>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基本情報を入力する</a:t>
            </a:r>
          </a:p>
        </p:txBody>
      </p:sp>
      <p:pic>
        <p:nvPicPr>
          <p:cNvPr id="14" name="図 13">
            <a:extLst>
              <a:ext uri="{FF2B5EF4-FFF2-40B4-BE49-F238E27FC236}">
                <a16:creationId xmlns:a16="http://schemas.microsoft.com/office/drawing/2014/main" id="{CED5328D-9B7F-0906-5D79-0CD55954ED2E}"/>
              </a:ext>
            </a:extLst>
          </p:cNvPr>
          <p:cNvPicPr>
            <a:picLocks noChangeAspect="1"/>
          </p:cNvPicPr>
          <p:nvPr/>
        </p:nvPicPr>
        <p:blipFill>
          <a:blip r:embed="rId3"/>
          <a:stretch>
            <a:fillRect/>
          </a:stretch>
        </p:blipFill>
        <p:spPr>
          <a:xfrm>
            <a:off x="1032386" y="2138362"/>
            <a:ext cx="4898923" cy="3061827"/>
          </a:xfrm>
          <a:prstGeom prst="rect">
            <a:avLst/>
          </a:prstGeom>
        </p:spPr>
      </p:pic>
      <p:pic>
        <p:nvPicPr>
          <p:cNvPr id="15" name="図 14">
            <a:extLst>
              <a:ext uri="{FF2B5EF4-FFF2-40B4-BE49-F238E27FC236}">
                <a16:creationId xmlns:a16="http://schemas.microsoft.com/office/drawing/2014/main" id="{8CC7A14F-5AAD-D6D0-75F9-6A7420996EE4}"/>
              </a:ext>
            </a:extLst>
          </p:cNvPr>
          <p:cNvPicPr>
            <a:picLocks noChangeAspect="1"/>
          </p:cNvPicPr>
          <p:nvPr/>
        </p:nvPicPr>
        <p:blipFill>
          <a:blip r:embed="rId4"/>
          <a:stretch>
            <a:fillRect/>
          </a:stretch>
        </p:blipFill>
        <p:spPr>
          <a:xfrm>
            <a:off x="6277896" y="2147426"/>
            <a:ext cx="4884421" cy="3052763"/>
          </a:xfrm>
          <a:prstGeom prst="rect">
            <a:avLst/>
          </a:prstGeom>
        </p:spPr>
      </p:pic>
      <p:sp>
        <p:nvSpPr>
          <p:cNvPr id="16" name="正方形/長方形 15">
            <a:extLst>
              <a:ext uri="{FF2B5EF4-FFF2-40B4-BE49-F238E27FC236}">
                <a16:creationId xmlns:a16="http://schemas.microsoft.com/office/drawing/2014/main" id="{8614CB6B-1D5C-2241-E9FA-7C4572AA3DB0}"/>
              </a:ext>
            </a:extLst>
          </p:cNvPr>
          <p:cNvSpPr/>
          <p:nvPr/>
        </p:nvSpPr>
        <p:spPr>
          <a:xfrm>
            <a:off x="1856974" y="3272299"/>
            <a:ext cx="1879283" cy="15670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FB1AD9DB-3F91-9FEC-C794-505F1B510D86}"/>
              </a:ext>
            </a:extLst>
          </p:cNvPr>
          <p:cNvSpPr/>
          <p:nvPr/>
        </p:nvSpPr>
        <p:spPr>
          <a:xfrm>
            <a:off x="2495550" y="2587804"/>
            <a:ext cx="2833012"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ワークショップで利用するサブスクリプションであることを確認</a:t>
            </a:r>
          </a:p>
        </p:txBody>
      </p:sp>
      <p:sp>
        <p:nvSpPr>
          <p:cNvPr id="18" name="正方形/長方形 17">
            <a:extLst>
              <a:ext uri="{FF2B5EF4-FFF2-40B4-BE49-F238E27FC236}">
                <a16:creationId xmlns:a16="http://schemas.microsoft.com/office/drawing/2014/main" id="{46CA16AC-CB22-1302-9CB7-A2094FE914BD}"/>
              </a:ext>
            </a:extLst>
          </p:cNvPr>
          <p:cNvSpPr/>
          <p:nvPr/>
        </p:nvSpPr>
        <p:spPr>
          <a:xfrm>
            <a:off x="1856974" y="3455885"/>
            <a:ext cx="1879283" cy="15670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3A900821-8FF0-877D-9461-80F39A687A7C}"/>
              </a:ext>
            </a:extLst>
          </p:cNvPr>
          <p:cNvSpPr/>
          <p:nvPr/>
        </p:nvSpPr>
        <p:spPr>
          <a:xfrm>
            <a:off x="3922885" y="3172285"/>
            <a:ext cx="1879283" cy="434616"/>
          </a:xfrm>
          <a:prstGeom prst="wedgeRectCallout">
            <a:avLst>
              <a:gd name="adj1" fmla="val -57041"/>
              <a:gd name="adj2" fmla="val 285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先ほど作成したリソースグループを選択</a:t>
            </a:r>
          </a:p>
        </p:txBody>
      </p:sp>
      <p:sp>
        <p:nvSpPr>
          <p:cNvPr id="20" name="正方形/長方形 19">
            <a:extLst>
              <a:ext uri="{FF2B5EF4-FFF2-40B4-BE49-F238E27FC236}">
                <a16:creationId xmlns:a16="http://schemas.microsoft.com/office/drawing/2014/main" id="{9F497B81-FE78-F66F-2B8A-4FAFDC0FBBA9}"/>
              </a:ext>
            </a:extLst>
          </p:cNvPr>
          <p:cNvSpPr/>
          <p:nvPr/>
        </p:nvSpPr>
        <p:spPr>
          <a:xfrm>
            <a:off x="1856974" y="3767367"/>
            <a:ext cx="1879283" cy="2418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75B14547-7A33-1F54-B192-EA408E364F06}"/>
              </a:ext>
            </a:extLst>
          </p:cNvPr>
          <p:cNvSpPr/>
          <p:nvPr/>
        </p:nvSpPr>
        <p:spPr>
          <a:xfrm>
            <a:off x="3922884" y="3737871"/>
            <a:ext cx="1879283" cy="434616"/>
          </a:xfrm>
          <a:prstGeom prst="wedgeRectCallout">
            <a:avLst>
              <a:gd name="adj1" fmla="val -57041"/>
              <a:gd name="adj2" fmla="val -98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講師指定のリソース名、リージョンを入力、指定</a:t>
            </a:r>
          </a:p>
        </p:txBody>
      </p:sp>
      <p:sp>
        <p:nvSpPr>
          <p:cNvPr id="23" name="正方形/長方形 22">
            <a:extLst>
              <a:ext uri="{FF2B5EF4-FFF2-40B4-BE49-F238E27FC236}">
                <a16:creationId xmlns:a16="http://schemas.microsoft.com/office/drawing/2014/main" id="{A7D6B7BE-7538-462E-F6D4-9073541BBFFA}"/>
              </a:ext>
            </a:extLst>
          </p:cNvPr>
          <p:cNvSpPr/>
          <p:nvPr/>
        </p:nvSpPr>
        <p:spPr>
          <a:xfrm>
            <a:off x="1870307" y="4035412"/>
            <a:ext cx="1879283" cy="34101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吹き出し 23">
            <a:extLst>
              <a:ext uri="{FF2B5EF4-FFF2-40B4-BE49-F238E27FC236}">
                <a16:creationId xmlns:a16="http://schemas.microsoft.com/office/drawing/2014/main" id="{6EFB7BA4-BDB7-9A56-20D9-CAE76D0F1C92}"/>
              </a:ext>
            </a:extLst>
          </p:cNvPr>
          <p:cNvSpPr/>
          <p:nvPr/>
        </p:nvSpPr>
        <p:spPr>
          <a:xfrm>
            <a:off x="3922884" y="4224797"/>
            <a:ext cx="1879283" cy="434616"/>
          </a:xfrm>
          <a:prstGeom prst="wedgeRectCallout">
            <a:avLst>
              <a:gd name="adj1" fmla="val -57041"/>
              <a:gd name="adj2" fmla="val -3025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可用性ゾーン、</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SKU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はデフォルト値を利用</a:t>
            </a:r>
          </a:p>
        </p:txBody>
      </p:sp>
      <p:sp>
        <p:nvSpPr>
          <p:cNvPr id="25" name="正方形/長方形 24">
            <a:extLst>
              <a:ext uri="{FF2B5EF4-FFF2-40B4-BE49-F238E27FC236}">
                <a16:creationId xmlns:a16="http://schemas.microsoft.com/office/drawing/2014/main" id="{6C1653F2-BEA4-4A68-6170-C9AD5A69AC04}"/>
              </a:ext>
            </a:extLst>
          </p:cNvPr>
          <p:cNvSpPr/>
          <p:nvPr/>
        </p:nvSpPr>
        <p:spPr>
          <a:xfrm>
            <a:off x="1856973" y="4514851"/>
            <a:ext cx="1879283" cy="1107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65EF80C8-6E28-03CA-B48E-117B634E0A65}"/>
              </a:ext>
            </a:extLst>
          </p:cNvPr>
          <p:cNvSpPr/>
          <p:nvPr/>
        </p:nvSpPr>
        <p:spPr>
          <a:xfrm>
            <a:off x="3922884" y="4759041"/>
            <a:ext cx="1879283" cy="434616"/>
          </a:xfrm>
          <a:prstGeom prst="wedgeRectCallout">
            <a:avLst>
              <a:gd name="adj1" fmla="val -57041"/>
              <a:gd name="adj2" fmla="val -641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ACR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を指定</a:t>
            </a:r>
          </a:p>
        </p:txBody>
      </p:sp>
      <p:sp>
        <p:nvSpPr>
          <p:cNvPr id="27" name="正方形/長方形 26">
            <a:extLst>
              <a:ext uri="{FF2B5EF4-FFF2-40B4-BE49-F238E27FC236}">
                <a16:creationId xmlns:a16="http://schemas.microsoft.com/office/drawing/2014/main" id="{0B060782-E152-DB78-93B2-D57D32B9808E}"/>
              </a:ext>
            </a:extLst>
          </p:cNvPr>
          <p:cNvSpPr/>
          <p:nvPr/>
        </p:nvSpPr>
        <p:spPr>
          <a:xfrm>
            <a:off x="7058850" y="3876828"/>
            <a:ext cx="1879283" cy="6380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吹き出し 27">
            <a:extLst>
              <a:ext uri="{FF2B5EF4-FFF2-40B4-BE49-F238E27FC236}">
                <a16:creationId xmlns:a16="http://schemas.microsoft.com/office/drawing/2014/main" id="{104D8435-ECBF-2EEA-1A4C-9349E05ACE02}"/>
              </a:ext>
            </a:extLst>
          </p:cNvPr>
          <p:cNvSpPr/>
          <p:nvPr/>
        </p:nvSpPr>
        <p:spPr>
          <a:xfrm>
            <a:off x="9110583" y="3737871"/>
            <a:ext cx="1879283" cy="638556"/>
          </a:xfrm>
          <a:prstGeom prst="wedgeRectCallout">
            <a:avLst>
              <a:gd name="adj1" fmla="val -57041"/>
              <a:gd name="adj2" fmla="val -2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講師指定のレジストリ、イメージ、イメージタグを選択</a:t>
            </a:r>
          </a:p>
        </p:txBody>
      </p:sp>
      <p:sp>
        <p:nvSpPr>
          <p:cNvPr id="29" name="正方形/長方形 28">
            <a:extLst>
              <a:ext uri="{FF2B5EF4-FFF2-40B4-BE49-F238E27FC236}">
                <a16:creationId xmlns:a16="http://schemas.microsoft.com/office/drawing/2014/main" id="{9BB3DD4C-74C8-7057-FDB7-A196A0B73AF4}"/>
              </a:ext>
            </a:extLst>
          </p:cNvPr>
          <p:cNvSpPr/>
          <p:nvPr/>
        </p:nvSpPr>
        <p:spPr>
          <a:xfrm>
            <a:off x="7058849" y="4625579"/>
            <a:ext cx="1879283" cy="18493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吹き出し 29">
            <a:extLst>
              <a:ext uri="{FF2B5EF4-FFF2-40B4-BE49-F238E27FC236}">
                <a16:creationId xmlns:a16="http://schemas.microsoft.com/office/drawing/2014/main" id="{F3B1D7DF-4A39-0CAC-6893-D21699EFB414}"/>
              </a:ext>
            </a:extLst>
          </p:cNvPr>
          <p:cNvSpPr/>
          <p:nvPr/>
        </p:nvSpPr>
        <p:spPr>
          <a:xfrm>
            <a:off x="9110583" y="4570215"/>
            <a:ext cx="1879283" cy="638556"/>
          </a:xfrm>
          <a:prstGeom prst="wedgeRectCallout">
            <a:avLst>
              <a:gd name="adj1" fmla="val -57041"/>
              <a:gd name="adj2" fmla="val -256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CPU,</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RAM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はデフォルト値を利用</a:t>
            </a:r>
          </a:p>
        </p:txBody>
      </p:sp>
      <p:sp>
        <p:nvSpPr>
          <p:cNvPr id="31" name="正方形/長方形 30">
            <a:extLst>
              <a:ext uri="{FF2B5EF4-FFF2-40B4-BE49-F238E27FC236}">
                <a16:creationId xmlns:a16="http://schemas.microsoft.com/office/drawing/2014/main" id="{376F71DC-359E-5C3B-A78E-F46279EDD537}"/>
              </a:ext>
            </a:extLst>
          </p:cNvPr>
          <p:cNvSpPr/>
          <p:nvPr/>
        </p:nvSpPr>
        <p:spPr>
          <a:xfrm>
            <a:off x="7231299" y="5010073"/>
            <a:ext cx="850818" cy="1695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吹き出し 31">
            <a:extLst>
              <a:ext uri="{FF2B5EF4-FFF2-40B4-BE49-F238E27FC236}">
                <a16:creationId xmlns:a16="http://schemas.microsoft.com/office/drawing/2014/main" id="{7B90743A-2914-D0CC-05DB-105CFF3F8B5F}"/>
              </a:ext>
            </a:extLst>
          </p:cNvPr>
          <p:cNvSpPr/>
          <p:nvPr/>
        </p:nvSpPr>
        <p:spPr>
          <a:xfrm>
            <a:off x="8307702" y="5329560"/>
            <a:ext cx="1879283" cy="504502"/>
          </a:xfrm>
          <a:prstGeom prst="wedgeRectCallout">
            <a:avLst>
              <a:gd name="adj1" fmla="val -59657"/>
              <a:gd name="adj2" fmla="val -6572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ネットワークを選択</a:t>
            </a:r>
          </a:p>
        </p:txBody>
      </p:sp>
    </p:spTree>
    <p:extLst>
      <p:ext uri="{BB962C8B-B14F-4D97-AF65-F5344CB8AC3E}">
        <p14:creationId xmlns:p14="http://schemas.microsoft.com/office/powerpoint/2010/main" val="1186077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0055CB04-A49D-1CEA-FF52-D25551B5A630}"/>
              </a:ext>
            </a:extLst>
          </p:cNvPr>
          <p:cNvSpPr>
            <a:spLocks noGrp="1"/>
          </p:cNvSpPr>
          <p:nvPr/>
        </p:nvSpPr>
        <p:spPr>
          <a:xfrm>
            <a:off x="685799" y="1947862"/>
            <a:ext cx="10801349" cy="3886200"/>
          </a:xfrm>
          <a:prstGeom prst="rect">
            <a:avLst/>
          </a:prstGeom>
          <a:solidFill>
            <a:srgbClr val="FFFFFF"/>
          </a:solidFill>
          <a:ln w="9525">
            <a:solidFill>
              <a:srgbClr val="D0D5DD"/>
            </a:solidFill>
            <a:prstDash val="solid"/>
          </a:ln>
        </p:spPr>
        <p:txBody>
          <a:bodyPr/>
          <a:lstStyle/>
          <a:p>
            <a:endParaRPr lang="ja-JP" altLang="en-US"/>
          </a:p>
        </p:txBody>
      </p:sp>
      <p:pic>
        <p:nvPicPr>
          <p:cNvPr id="13" name="図 12">
            <a:extLst>
              <a:ext uri="{FF2B5EF4-FFF2-40B4-BE49-F238E27FC236}">
                <a16:creationId xmlns:a16="http://schemas.microsoft.com/office/drawing/2014/main" id="{8B58899C-9849-E8AA-A4BE-F48C22309CBE}"/>
              </a:ext>
            </a:extLst>
          </p:cNvPr>
          <p:cNvPicPr>
            <a:picLocks noChangeAspect="1"/>
          </p:cNvPicPr>
          <p:nvPr/>
        </p:nvPicPr>
        <p:blipFill>
          <a:blip r:embed="rId3"/>
          <a:stretch>
            <a:fillRect/>
          </a:stretch>
        </p:blipFill>
        <p:spPr>
          <a:xfrm>
            <a:off x="3295650" y="2066001"/>
            <a:ext cx="5600700" cy="3500437"/>
          </a:xfrm>
          <a:prstGeom prst="rect">
            <a:avLst/>
          </a:prstGeom>
        </p:spPr>
      </p:pic>
      <p:sp>
        <p:nvSpPr>
          <p:cNvPr id="11" name="正方形/長方形 10">
            <a:extLst>
              <a:ext uri="{FF2B5EF4-FFF2-40B4-BE49-F238E27FC236}">
                <a16:creationId xmlns:a16="http://schemas.microsoft.com/office/drawing/2014/main" id="{11F31EFC-B629-420A-9CF8-E5ED775051D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ネットワークを公開する</a:t>
            </a:r>
          </a:p>
        </p:txBody>
      </p:sp>
      <p:sp>
        <p:nvSpPr>
          <p:cNvPr id="2" name="正方形/長方形 1">
            <a:extLst>
              <a:ext uri="{FF2B5EF4-FFF2-40B4-BE49-F238E27FC236}">
                <a16:creationId xmlns:a16="http://schemas.microsoft.com/office/drawing/2014/main" id="{8E62B614-DD63-45CE-9992-87A0A4655AC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34563CE0-00EA-417C-82BA-23FE33E2364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8846F0D-C31D-4127-82EF-7D36C554B2F9}"/>
              </a:ext>
            </a:extLst>
          </p:cNvPr>
          <p:cNvSpPr>
            <a:spLocks noGrp="1"/>
          </p:cNvSpPr>
          <p:nvPr/>
        </p:nvSpPr>
        <p:spPr>
          <a:xfrm>
            <a:off x="685800" y="13906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dirty="0" err="1">
                <a:solidFill>
                  <a:srgbClr val="344054"/>
                </a:solidFill>
                <a:latin typeface="Yu Gothic UI"/>
                <a:ea typeface="Yu Gothic UI"/>
                <a:cs typeface="Yu Gothic UI"/>
              </a:rPr>
              <a:t>ブラウザーからアクセスするため、Public</a:t>
            </a:r>
            <a:r>
              <a:rPr sz="1095" b="0" dirty="0">
                <a:solidFill>
                  <a:srgbClr val="344054"/>
                </a:solidFill>
                <a:latin typeface="Yu Gothic UI"/>
                <a:ea typeface="Yu Gothic UI"/>
                <a:cs typeface="Yu Gothic UI"/>
              </a:rPr>
              <a:t> </a:t>
            </a:r>
            <a:r>
              <a:rPr sz="1095" b="0" dirty="0" err="1">
                <a:solidFill>
                  <a:srgbClr val="344054"/>
                </a:solidFill>
                <a:latin typeface="Yu Gothic UI"/>
                <a:ea typeface="Yu Gothic UI"/>
                <a:cs typeface="Yu Gothic UI"/>
              </a:rPr>
              <a:t>と</a:t>
            </a:r>
            <a:r>
              <a:rPr sz="1095" b="0" dirty="0">
                <a:solidFill>
                  <a:srgbClr val="344054"/>
                </a:solidFill>
                <a:latin typeface="Yu Gothic UI"/>
                <a:ea typeface="Yu Gothic UI"/>
                <a:cs typeface="Yu Gothic UI"/>
              </a:rPr>
              <a:t> TCP 80 </a:t>
            </a:r>
            <a:r>
              <a:rPr sz="1095" b="0" dirty="0" err="1">
                <a:solidFill>
                  <a:srgbClr val="344054"/>
                </a:solidFill>
                <a:latin typeface="Yu Gothic UI"/>
                <a:ea typeface="Yu Gothic UI"/>
                <a:cs typeface="Yu Gothic UI"/>
              </a:rPr>
              <a:t>を設定します。本回では</a:t>
            </a:r>
            <a:r>
              <a:rPr sz="1095" b="0" dirty="0">
                <a:solidFill>
                  <a:srgbClr val="344054"/>
                </a:solidFill>
                <a:latin typeface="Yu Gothic UI"/>
                <a:ea typeface="Yu Gothic UI"/>
                <a:cs typeface="Yu Gothic UI"/>
              </a:rPr>
              <a:t> HTTPS </a:t>
            </a:r>
            <a:r>
              <a:rPr sz="1095" b="0" dirty="0" err="1">
                <a:solidFill>
                  <a:srgbClr val="344054"/>
                </a:solidFill>
                <a:latin typeface="Yu Gothic UI"/>
                <a:ea typeface="Yu Gothic UI"/>
                <a:cs typeface="Yu Gothic UI"/>
              </a:rPr>
              <a:t>や独自ドメインは扱いません</a:t>
            </a:r>
            <a:r>
              <a:rPr sz="1095"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478D58F0-4793-442C-881C-547B13E7109C}"/>
              </a:ext>
            </a:extLst>
          </p:cNvPr>
          <p:cNvSpPr>
            <a:spLocks noGrp="1"/>
          </p:cNvSpPr>
          <p:nvPr/>
        </p:nvSpPr>
        <p:spPr>
          <a:xfrm>
            <a:off x="4133850" y="5956963"/>
            <a:ext cx="3924300" cy="623888"/>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公開範囲が Public になっていることを確認します。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Protocol は TCP、Port は 80 を使います。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Private を選ぶとインターネットから表示できません。</a:t>
            </a:r>
          </a:p>
        </p:txBody>
      </p:sp>
      <p:sp>
        <p:nvSpPr>
          <p:cNvPr id="9" name="正方形/長方形 8">
            <a:extLst>
              <a:ext uri="{FF2B5EF4-FFF2-40B4-BE49-F238E27FC236}">
                <a16:creationId xmlns:a16="http://schemas.microsoft.com/office/drawing/2014/main" id="{FE3B3C2B-9300-4BE1-B6B5-1A1F02CA680F}"/>
              </a:ext>
            </a:extLst>
          </p:cNvPr>
          <p:cNvSpPr>
            <a:spLocks noGrp="1"/>
          </p:cNvSpPr>
          <p:nvPr/>
        </p:nvSpPr>
        <p:spPr>
          <a:xfrm>
            <a:off x="3295650" y="5628813"/>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dirty="0">
                <a:solidFill>
                  <a:srgbClr val="667085"/>
                </a:solidFill>
                <a:latin typeface="Yu Gothic UI"/>
                <a:ea typeface="Yu Gothic UI"/>
                <a:cs typeface="Yu Gothic UI"/>
              </a:rPr>
              <a:t>Public </a:t>
            </a:r>
            <a:r>
              <a:rPr sz="638" b="0" dirty="0" err="1">
                <a:solidFill>
                  <a:srgbClr val="667085"/>
                </a:solidFill>
                <a:latin typeface="Yu Gothic UI"/>
                <a:ea typeface="Yu Gothic UI"/>
                <a:cs typeface="Yu Gothic UI"/>
              </a:rPr>
              <a:t>と</a:t>
            </a:r>
            <a:r>
              <a:rPr sz="638" b="0" dirty="0">
                <a:solidFill>
                  <a:srgbClr val="667085"/>
                </a:solidFill>
                <a:latin typeface="Yu Gothic UI"/>
                <a:ea typeface="Yu Gothic UI"/>
                <a:cs typeface="Yu Gothic UI"/>
              </a:rPr>
              <a:t> HTTP 80 </a:t>
            </a:r>
            <a:r>
              <a:rPr sz="638" b="0" dirty="0" err="1">
                <a:solidFill>
                  <a:srgbClr val="667085"/>
                </a:solidFill>
                <a:latin typeface="Yu Gothic UI"/>
                <a:ea typeface="Yu Gothic UI"/>
                <a:cs typeface="Yu Gothic UI"/>
              </a:rPr>
              <a:t>を設定する</a:t>
            </a:r>
            <a:endParaRPr sz="638" b="0" dirty="0">
              <a:solidFill>
                <a:srgbClr val="667085"/>
              </a:solidFill>
              <a:latin typeface="Yu Gothic UI"/>
              <a:ea typeface="Yu Gothic UI"/>
              <a:cs typeface="Yu Gothic UI"/>
            </a:endParaRPr>
          </a:p>
        </p:txBody>
      </p:sp>
      <p:sp>
        <p:nvSpPr>
          <p:cNvPr id="14" name="正方形/長方形 13">
            <a:extLst>
              <a:ext uri="{FF2B5EF4-FFF2-40B4-BE49-F238E27FC236}">
                <a16:creationId xmlns:a16="http://schemas.microsoft.com/office/drawing/2014/main" id="{92FAAFFC-607E-2550-7FF4-FDA98C69A839}"/>
              </a:ext>
            </a:extLst>
          </p:cNvPr>
          <p:cNvSpPr/>
          <p:nvPr/>
        </p:nvSpPr>
        <p:spPr>
          <a:xfrm>
            <a:off x="4330784" y="3229954"/>
            <a:ext cx="319875" cy="1695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3D5DBCA8-B6D6-42E4-2130-5C5D2160F781}"/>
              </a:ext>
            </a:extLst>
          </p:cNvPr>
          <p:cNvSpPr/>
          <p:nvPr/>
        </p:nvSpPr>
        <p:spPr>
          <a:xfrm>
            <a:off x="5446515" y="2676524"/>
            <a:ext cx="1879283" cy="504502"/>
          </a:xfrm>
          <a:prstGeom prst="wedgeRectCallout">
            <a:avLst>
              <a:gd name="adj1" fmla="val -85817"/>
              <a:gd name="adj2" fmla="val 6679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パブリックを選択</a:t>
            </a:r>
          </a:p>
        </p:txBody>
      </p:sp>
      <p:sp>
        <p:nvSpPr>
          <p:cNvPr id="16" name="正方形/長方形 15">
            <a:extLst>
              <a:ext uri="{FF2B5EF4-FFF2-40B4-BE49-F238E27FC236}">
                <a16:creationId xmlns:a16="http://schemas.microsoft.com/office/drawing/2014/main" id="{02985559-50FD-5D92-E79E-E880CF24BAE3}"/>
              </a:ext>
            </a:extLst>
          </p:cNvPr>
          <p:cNvSpPr/>
          <p:nvPr/>
        </p:nvSpPr>
        <p:spPr>
          <a:xfrm>
            <a:off x="4340310" y="3399504"/>
            <a:ext cx="1962167" cy="1695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B6291EF2-C629-901F-4655-AB973E64BE40}"/>
              </a:ext>
            </a:extLst>
          </p:cNvPr>
          <p:cNvSpPr/>
          <p:nvPr/>
        </p:nvSpPr>
        <p:spPr>
          <a:xfrm>
            <a:off x="6493651" y="3316803"/>
            <a:ext cx="1879283" cy="504502"/>
          </a:xfrm>
          <a:prstGeom prst="wedgeRectCallout">
            <a:avLst>
              <a:gd name="adj1" fmla="val -56518"/>
              <a:gd name="adj2" fmla="val -1115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講師指定の </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DNS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ラベルを入力</a:t>
            </a:r>
          </a:p>
        </p:txBody>
      </p:sp>
      <p:sp>
        <p:nvSpPr>
          <p:cNvPr id="18" name="正方形/長方形 17">
            <a:extLst>
              <a:ext uri="{FF2B5EF4-FFF2-40B4-BE49-F238E27FC236}">
                <a16:creationId xmlns:a16="http://schemas.microsoft.com/office/drawing/2014/main" id="{BC215EC9-8F73-ED39-8F58-302545A727F6}"/>
              </a:ext>
            </a:extLst>
          </p:cNvPr>
          <p:cNvSpPr/>
          <p:nvPr/>
        </p:nvSpPr>
        <p:spPr>
          <a:xfrm>
            <a:off x="4349836" y="3569054"/>
            <a:ext cx="1962167" cy="1695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2A648E80-B918-B395-23EE-8DECD9094CFF}"/>
              </a:ext>
            </a:extLst>
          </p:cNvPr>
          <p:cNvSpPr/>
          <p:nvPr/>
        </p:nvSpPr>
        <p:spPr>
          <a:xfrm>
            <a:off x="6493650" y="3960742"/>
            <a:ext cx="1879283" cy="504502"/>
          </a:xfrm>
          <a:prstGeom prst="wedgeRectCallout">
            <a:avLst>
              <a:gd name="adj1" fmla="val -69075"/>
              <a:gd name="adj2" fmla="val -715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Any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0" name="正方形/長方形 19">
            <a:extLst>
              <a:ext uri="{FF2B5EF4-FFF2-40B4-BE49-F238E27FC236}">
                <a16:creationId xmlns:a16="http://schemas.microsoft.com/office/drawing/2014/main" id="{74B7FDBE-3C97-E5AA-308A-EA6973B76CE6}"/>
              </a:ext>
            </a:extLst>
          </p:cNvPr>
          <p:cNvSpPr/>
          <p:nvPr/>
        </p:nvSpPr>
        <p:spPr>
          <a:xfrm>
            <a:off x="4490721" y="5292459"/>
            <a:ext cx="700711" cy="19168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A38B0A0D-8689-0B6C-1D3D-CD4FD103039F}"/>
              </a:ext>
            </a:extLst>
          </p:cNvPr>
          <p:cNvSpPr/>
          <p:nvPr/>
        </p:nvSpPr>
        <p:spPr>
          <a:xfrm>
            <a:off x="1003819" y="3670576"/>
            <a:ext cx="1879283" cy="504502"/>
          </a:xfrm>
          <a:prstGeom prst="wedgeRectCallout">
            <a:avLst>
              <a:gd name="adj1" fmla="val 62769"/>
              <a:gd name="adj2" fmla="val 4925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TCP 80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番が公開対象であることを確認</a:t>
            </a:r>
          </a:p>
        </p:txBody>
      </p:sp>
      <p:sp>
        <p:nvSpPr>
          <p:cNvPr id="22" name="正方形/長方形 21">
            <a:extLst>
              <a:ext uri="{FF2B5EF4-FFF2-40B4-BE49-F238E27FC236}">
                <a16:creationId xmlns:a16="http://schemas.microsoft.com/office/drawing/2014/main" id="{4683521B-A065-710C-FC8C-65D03BFAA24D}"/>
              </a:ext>
            </a:extLst>
          </p:cNvPr>
          <p:cNvSpPr/>
          <p:nvPr/>
        </p:nvSpPr>
        <p:spPr>
          <a:xfrm>
            <a:off x="3502100" y="4194256"/>
            <a:ext cx="2864287" cy="19168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EA4C03FE-BA50-8CE5-2A28-BF120B446BB0}"/>
              </a:ext>
            </a:extLst>
          </p:cNvPr>
          <p:cNvSpPr/>
          <p:nvPr/>
        </p:nvSpPr>
        <p:spPr>
          <a:xfrm>
            <a:off x="5547189" y="4799800"/>
            <a:ext cx="1879283" cy="504502"/>
          </a:xfrm>
          <a:prstGeom prst="wedgeRectCallout">
            <a:avLst>
              <a:gd name="adj1" fmla="val -60704"/>
              <a:gd name="adj2" fmla="val 375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監視を選択</a:t>
            </a:r>
          </a:p>
        </p:txBody>
      </p:sp>
    </p:spTree>
    <p:extLst>
      <p:ext uri="{BB962C8B-B14F-4D97-AF65-F5344CB8AC3E}">
        <p14:creationId xmlns:p14="http://schemas.microsoft.com/office/powerpoint/2010/main" val="1186077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3D03-9AE6-E9B8-714B-48A673502515}"/>
            </a:ext>
          </a:extLst>
        </p:cNvPr>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A60E36D-39C9-D41E-BC6A-B08B96EF857C}"/>
              </a:ext>
            </a:extLst>
          </p:cNvPr>
          <p:cNvSpPr>
            <a:spLocks noGrp="1"/>
          </p:cNvSpPr>
          <p:nvPr/>
        </p:nvSpPr>
        <p:spPr>
          <a:xfrm>
            <a:off x="685799" y="1947862"/>
            <a:ext cx="10801349" cy="3886200"/>
          </a:xfrm>
          <a:prstGeom prst="rect">
            <a:avLst/>
          </a:prstGeom>
          <a:solidFill>
            <a:srgbClr val="FFFFFF"/>
          </a:solidFill>
          <a:ln w="9525">
            <a:solidFill>
              <a:srgbClr val="D0D5DD"/>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5C651C1F-D4E4-4115-1BE3-1D2E964E9E6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US" sz="2025" b="1" dirty="0" err="1">
                <a:solidFill>
                  <a:srgbClr val="1F2937"/>
                </a:solidFill>
                <a:latin typeface="Meiryo UI"/>
                <a:ea typeface="Meiryo UI"/>
                <a:cs typeface="Meiryo UI"/>
              </a:rPr>
              <a:t>監視、Advanced</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783E84DF-3BAF-2CD2-09A5-2DC758D0DA2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22046262-7E9F-1B55-668D-9F7CC21A689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56FA376-DEA7-81C1-538E-9702C012D16A}"/>
              </a:ext>
            </a:extLst>
          </p:cNvPr>
          <p:cNvSpPr>
            <a:spLocks noGrp="1"/>
          </p:cNvSpPr>
          <p:nvPr/>
        </p:nvSpPr>
        <p:spPr>
          <a:xfrm>
            <a:off x="685800" y="13906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lang="ja-JP" altLang="en-US" sz="1095" b="0">
                <a:solidFill>
                  <a:srgbClr val="344054"/>
                </a:solidFill>
                <a:latin typeface="Yu Gothic UI"/>
                <a:ea typeface="Yu Gothic UI"/>
                <a:cs typeface="Yu Gothic UI"/>
              </a:rPr>
              <a:t>監視</a:t>
            </a:r>
            <a:r>
              <a:rPr lang="ja-JP" altLang="en-US" sz="1095">
                <a:solidFill>
                  <a:srgbClr val="344054"/>
                </a:solidFill>
                <a:latin typeface="Yu Gothic UI"/>
                <a:ea typeface="Yu Gothic UI"/>
                <a:cs typeface="Yu Gothic UI"/>
              </a:rPr>
              <a:t>は今回はせっていしません。</a:t>
            </a:r>
            <a:r>
              <a:rPr lang="en-US" altLang="ja-JP" sz="1095" dirty="0">
                <a:solidFill>
                  <a:srgbClr val="344054"/>
                </a:solidFill>
                <a:latin typeface="Yu Gothic UI"/>
                <a:ea typeface="Yu Gothic UI"/>
                <a:cs typeface="Yu Gothic UI"/>
              </a:rPr>
              <a:t>Advanced </a:t>
            </a:r>
            <a:r>
              <a:rPr lang="ja-JP" altLang="en-US" sz="1095">
                <a:solidFill>
                  <a:srgbClr val="344054"/>
                </a:solidFill>
                <a:latin typeface="Yu Gothic UI"/>
                <a:ea typeface="Yu Gothic UI"/>
                <a:cs typeface="Yu Gothic UI"/>
              </a:rPr>
              <a:t>はデフォルト値のままとし、スキップします</a:t>
            </a:r>
            <a:endParaRPr lang="en-US" altLang="ja-JP" sz="1095" b="0" dirty="0">
              <a:solidFill>
                <a:srgbClr val="344054"/>
              </a:solidFill>
              <a:latin typeface="Yu Gothic UI"/>
              <a:ea typeface="Yu Gothic UI"/>
              <a:cs typeface="Yu Gothic UI"/>
            </a:endParaRPr>
          </a:p>
        </p:txBody>
      </p:sp>
      <p:pic>
        <p:nvPicPr>
          <p:cNvPr id="10" name="図 9">
            <a:extLst>
              <a:ext uri="{FF2B5EF4-FFF2-40B4-BE49-F238E27FC236}">
                <a16:creationId xmlns:a16="http://schemas.microsoft.com/office/drawing/2014/main" id="{7EC91513-00D0-E9CA-4F04-C48D8A5C4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386" y="2266950"/>
            <a:ext cx="4915145" cy="3071966"/>
          </a:xfrm>
          <a:prstGeom prst="rect">
            <a:avLst/>
          </a:prstGeom>
        </p:spPr>
      </p:pic>
      <p:pic>
        <p:nvPicPr>
          <p:cNvPr id="15" name="図 14">
            <a:extLst>
              <a:ext uri="{FF2B5EF4-FFF2-40B4-BE49-F238E27FC236}">
                <a16:creationId xmlns:a16="http://schemas.microsoft.com/office/drawing/2014/main" id="{AC8F1F77-7ADA-B013-E70C-6747823083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4471" y="2266950"/>
            <a:ext cx="4915146" cy="3071966"/>
          </a:xfrm>
          <a:prstGeom prst="rect">
            <a:avLst/>
          </a:prstGeom>
        </p:spPr>
      </p:pic>
      <p:sp>
        <p:nvSpPr>
          <p:cNvPr id="16" name="正方形/長方形 15">
            <a:extLst>
              <a:ext uri="{FF2B5EF4-FFF2-40B4-BE49-F238E27FC236}">
                <a16:creationId xmlns:a16="http://schemas.microsoft.com/office/drawing/2014/main" id="{57DB2D0C-56CE-DDAE-BE3A-E0A56197F9FD}"/>
              </a:ext>
            </a:extLst>
          </p:cNvPr>
          <p:cNvSpPr/>
          <p:nvPr/>
        </p:nvSpPr>
        <p:spPr>
          <a:xfrm>
            <a:off x="1875342" y="3099865"/>
            <a:ext cx="277924" cy="20377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3C7B7A38-012B-8F3B-D70E-BD4A03EB62EA}"/>
              </a:ext>
            </a:extLst>
          </p:cNvPr>
          <p:cNvSpPr/>
          <p:nvPr/>
        </p:nvSpPr>
        <p:spPr>
          <a:xfrm>
            <a:off x="2931809" y="2607206"/>
            <a:ext cx="1879283" cy="504502"/>
          </a:xfrm>
          <a:prstGeom prst="wedgeRectCallout">
            <a:avLst>
              <a:gd name="adj1" fmla="val -90003"/>
              <a:gd name="adj2" fmla="val 3951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チェックを外し、監視を無効化</a:t>
            </a:r>
          </a:p>
        </p:txBody>
      </p:sp>
      <p:sp>
        <p:nvSpPr>
          <p:cNvPr id="18" name="正方形/長方形 17">
            <a:extLst>
              <a:ext uri="{FF2B5EF4-FFF2-40B4-BE49-F238E27FC236}">
                <a16:creationId xmlns:a16="http://schemas.microsoft.com/office/drawing/2014/main" id="{24B0BFF5-82F3-849B-665C-C7FAF8E09B2C}"/>
              </a:ext>
            </a:extLst>
          </p:cNvPr>
          <p:cNvSpPr/>
          <p:nvPr/>
        </p:nvSpPr>
        <p:spPr>
          <a:xfrm>
            <a:off x="2135897" y="5120394"/>
            <a:ext cx="567973" cy="20377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243C6618-168C-68E2-9240-A98EF8D47801}"/>
              </a:ext>
            </a:extLst>
          </p:cNvPr>
          <p:cNvSpPr/>
          <p:nvPr/>
        </p:nvSpPr>
        <p:spPr>
          <a:xfrm>
            <a:off x="2931808" y="4615892"/>
            <a:ext cx="1879283" cy="504502"/>
          </a:xfrm>
          <a:prstGeom prst="wedgeRectCallout">
            <a:avLst>
              <a:gd name="adj1" fmla="val -61227"/>
              <a:gd name="adj2" fmla="val 414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Advanced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0" name="正方形/長方形 19">
            <a:extLst>
              <a:ext uri="{FF2B5EF4-FFF2-40B4-BE49-F238E27FC236}">
                <a16:creationId xmlns:a16="http://schemas.microsoft.com/office/drawing/2014/main" id="{5033CC15-854C-0251-15B7-C3396138B95A}"/>
              </a:ext>
            </a:extLst>
          </p:cNvPr>
          <p:cNvSpPr/>
          <p:nvPr/>
        </p:nvSpPr>
        <p:spPr>
          <a:xfrm>
            <a:off x="7310592" y="5088746"/>
            <a:ext cx="567973" cy="20377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2B226E8A-2034-3B31-2F53-80749388B1B0}"/>
              </a:ext>
            </a:extLst>
          </p:cNvPr>
          <p:cNvSpPr/>
          <p:nvPr/>
        </p:nvSpPr>
        <p:spPr>
          <a:xfrm>
            <a:off x="8106503" y="4584244"/>
            <a:ext cx="1879283" cy="504502"/>
          </a:xfrm>
          <a:prstGeom prst="wedgeRectCallout">
            <a:avLst>
              <a:gd name="adj1" fmla="val -61227"/>
              <a:gd name="adj2" fmla="val 414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タグを選択</a:t>
            </a:r>
          </a:p>
        </p:txBody>
      </p:sp>
    </p:spTree>
    <p:extLst>
      <p:ext uri="{BB962C8B-B14F-4D97-AF65-F5344CB8AC3E}">
        <p14:creationId xmlns:p14="http://schemas.microsoft.com/office/powerpoint/2010/main" val="1505172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A1E62755-0139-3685-DAF5-60607D6F09DE}"/>
              </a:ext>
            </a:extLst>
          </p:cNvPr>
          <p:cNvSpPr>
            <a:spLocks noGrp="1"/>
          </p:cNvSpPr>
          <p:nvPr/>
        </p:nvSpPr>
        <p:spPr>
          <a:xfrm>
            <a:off x="685799" y="1947862"/>
            <a:ext cx="10801349" cy="3886200"/>
          </a:xfrm>
          <a:prstGeom prst="rect">
            <a:avLst/>
          </a:prstGeom>
          <a:solidFill>
            <a:srgbClr val="FFFFFF"/>
          </a:solidFill>
          <a:ln w="9525">
            <a:solidFill>
              <a:srgbClr val="D0D5DD"/>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29934049-2329-4306-8244-B21DBF348F7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タグを設定する</a:t>
            </a:r>
          </a:p>
        </p:txBody>
      </p:sp>
      <p:sp>
        <p:nvSpPr>
          <p:cNvPr id="2" name="正方形/長方形 1">
            <a:extLst>
              <a:ext uri="{FF2B5EF4-FFF2-40B4-BE49-F238E27FC236}">
                <a16:creationId xmlns:a16="http://schemas.microsoft.com/office/drawing/2014/main" id="{D02EDA40-39A9-43CC-9000-9493FBBE6A0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F45F94B7-5F62-49E9-96BD-221FABD47C2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82E8E8C-A7C1-4DA6-B722-5F50F7F75D80}"/>
              </a:ext>
            </a:extLst>
          </p:cNvPr>
          <p:cNvSpPr>
            <a:spLocks noGrp="1"/>
          </p:cNvSpPr>
          <p:nvPr/>
        </p:nvSpPr>
        <p:spPr>
          <a:xfrm>
            <a:off x="685800" y="1390650"/>
            <a:ext cx="108013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dirty="0" err="1">
                <a:solidFill>
                  <a:srgbClr val="344054"/>
                </a:solidFill>
                <a:latin typeface="Yu Gothic UI"/>
                <a:ea typeface="Yu Gothic UI"/>
                <a:cs typeface="Yu Gothic UI"/>
              </a:rPr>
              <a:t>タグを付けると、講師が用途や削除対象を確認しやすくなります。受講者番号を自分の値に置き換えます</a:t>
            </a:r>
            <a:r>
              <a:rPr sz="1095" b="0" dirty="0">
                <a:solidFill>
                  <a:srgbClr val="344054"/>
                </a:solidFill>
                <a:latin typeface="Yu Gothic UI"/>
                <a:ea typeface="Yu Gothic UI"/>
                <a:cs typeface="Yu Gothic UI"/>
              </a:rPr>
              <a:t>。</a:t>
            </a:r>
            <a:r>
              <a:rPr lang="ja-JP" altLang="en-US" sz="1095" b="0">
                <a:solidFill>
                  <a:srgbClr val="344054"/>
                </a:solidFill>
                <a:latin typeface="Yu Gothic UI"/>
                <a:ea typeface="Yu Gothic UI"/>
                <a:cs typeface="Yu Gothic UI"/>
              </a:rPr>
              <a:t>タグを設定したら、確認画面から作成を指示します。</a:t>
            </a:r>
            <a:endParaRPr sz="1095" b="0" dirty="0">
              <a:solidFill>
                <a:srgbClr val="344054"/>
              </a:solidFill>
              <a:latin typeface="Yu Gothic UI"/>
              <a:ea typeface="Yu Gothic UI"/>
              <a:cs typeface="Yu Gothic UI"/>
            </a:endParaRPr>
          </a:p>
        </p:txBody>
      </p:sp>
      <p:sp>
        <p:nvSpPr>
          <p:cNvPr id="8" name="正方形/長方形 7">
            <a:extLst>
              <a:ext uri="{FF2B5EF4-FFF2-40B4-BE49-F238E27FC236}">
                <a16:creationId xmlns:a16="http://schemas.microsoft.com/office/drawing/2014/main" id="{F3A3991E-2B70-4B16-A6E1-47E5598B7A82}"/>
              </a:ext>
            </a:extLst>
          </p:cNvPr>
          <p:cNvSpPr>
            <a:spLocks noGrp="1"/>
          </p:cNvSpPr>
          <p:nvPr/>
        </p:nvSpPr>
        <p:spPr>
          <a:xfrm>
            <a:off x="637133" y="546735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dirty="0" err="1">
                <a:solidFill>
                  <a:srgbClr val="667085"/>
                </a:solidFill>
                <a:latin typeface="Yu Gothic UI"/>
                <a:ea typeface="Yu Gothic UI"/>
                <a:cs typeface="Yu Gothic UI"/>
              </a:rPr>
              <a:t>タグを設定する</a:t>
            </a:r>
            <a:endParaRPr sz="638" b="0" dirty="0">
              <a:solidFill>
                <a:srgbClr val="667085"/>
              </a:solidFill>
              <a:latin typeface="Yu Gothic UI"/>
              <a:ea typeface="Yu Gothic UI"/>
              <a:cs typeface="Yu Gothic UI"/>
            </a:endParaRPr>
          </a:p>
        </p:txBody>
      </p:sp>
      <p:pic>
        <p:nvPicPr>
          <p:cNvPr id="14" name="図 13">
            <a:extLst>
              <a:ext uri="{FF2B5EF4-FFF2-40B4-BE49-F238E27FC236}">
                <a16:creationId xmlns:a16="http://schemas.microsoft.com/office/drawing/2014/main" id="{5F63B4D4-A11D-2BCC-0CA4-7EEB5B9B99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967" y="2138362"/>
            <a:ext cx="4995033" cy="3121895"/>
          </a:xfrm>
          <a:prstGeom prst="rect">
            <a:avLst/>
          </a:prstGeom>
        </p:spPr>
      </p:pic>
      <p:pic>
        <p:nvPicPr>
          <p:cNvPr id="15" name="図 14">
            <a:extLst>
              <a:ext uri="{FF2B5EF4-FFF2-40B4-BE49-F238E27FC236}">
                <a16:creationId xmlns:a16="http://schemas.microsoft.com/office/drawing/2014/main" id="{6C8D6B17-ED23-9EEB-E815-1E4BAF7AC261}"/>
              </a:ext>
            </a:extLst>
          </p:cNvPr>
          <p:cNvPicPr>
            <a:picLocks noChangeAspect="1"/>
          </p:cNvPicPr>
          <p:nvPr/>
        </p:nvPicPr>
        <p:blipFill>
          <a:blip r:embed="rId4"/>
          <a:stretch/>
        </p:blipFill>
        <p:spPr>
          <a:xfrm>
            <a:off x="6257001" y="2119312"/>
            <a:ext cx="5128754" cy="3205471"/>
          </a:xfrm>
          <a:prstGeom prst="rect">
            <a:avLst/>
          </a:prstGeom>
        </p:spPr>
      </p:pic>
      <p:sp>
        <p:nvSpPr>
          <p:cNvPr id="16" name="正方形/長方形 15">
            <a:extLst>
              <a:ext uri="{FF2B5EF4-FFF2-40B4-BE49-F238E27FC236}">
                <a16:creationId xmlns:a16="http://schemas.microsoft.com/office/drawing/2014/main" id="{7378FEA7-4F7D-0BCB-3ED9-305B3D8D321C}"/>
              </a:ext>
            </a:extLst>
          </p:cNvPr>
          <p:cNvSpPr>
            <a:spLocks noGrp="1"/>
          </p:cNvSpPr>
          <p:nvPr/>
        </p:nvSpPr>
        <p:spPr>
          <a:xfrm>
            <a:off x="6021028" y="5470499"/>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lang="ja-JP" altLang="en-US" sz="638">
                <a:solidFill>
                  <a:srgbClr val="667085"/>
                </a:solidFill>
                <a:latin typeface="Yu Gothic UI"/>
                <a:ea typeface="Yu Gothic UI"/>
                <a:cs typeface="Yu Gothic UI"/>
              </a:rPr>
              <a:t>リソースを作成する</a:t>
            </a:r>
            <a:endParaRPr sz="638" b="0" dirty="0">
              <a:solidFill>
                <a:srgbClr val="667085"/>
              </a:solidFill>
              <a:latin typeface="Yu Gothic UI"/>
              <a:ea typeface="Yu Gothic UI"/>
              <a:cs typeface="Yu Gothic UI"/>
            </a:endParaRPr>
          </a:p>
        </p:txBody>
      </p:sp>
      <p:sp>
        <p:nvSpPr>
          <p:cNvPr id="17" name="正方形/長方形 16">
            <a:extLst>
              <a:ext uri="{FF2B5EF4-FFF2-40B4-BE49-F238E27FC236}">
                <a16:creationId xmlns:a16="http://schemas.microsoft.com/office/drawing/2014/main" id="{75B82892-927D-5093-6F7B-57C061A2FB4A}"/>
              </a:ext>
            </a:extLst>
          </p:cNvPr>
          <p:cNvSpPr/>
          <p:nvPr/>
        </p:nvSpPr>
        <p:spPr>
          <a:xfrm>
            <a:off x="1017946" y="3173743"/>
            <a:ext cx="2452841" cy="20709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EC030F10-9CD3-A2FE-196D-BE7360FF45C6}"/>
              </a:ext>
            </a:extLst>
          </p:cNvPr>
          <p:cNvSpPr/>
          <p:nvPr/>
        </p:nvSpPr>
        <p:spPr>
          <a:xfrm>
            <a:off x="3792788" y="2676848"/>
            <a:ext cx="1879283" cy="504502"/>
          </a:xfrm>
          <a:prstGeom prst="wedgeRectCallout">
            <a:avLst>
              <a:gd name="adj1" fmla="val -61227"/>
              <a:gd name="adj2" fmla="val 414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講師指定のタグを入力</a:t>
            </a:r>
          </a:p>
        </p:txBody>
      </p:sp>
      <p:sp>
        <p:nvSpPr>
          <p:cNvPr id="19" name="正方形/長方形 18">
            <a:extLst>
              <a:ext uri="{FF2B5EF4-FFF2-40B4-BE49-F238E27FC236}">
                <a16:creationId xmlns:a16="http://schemas.microsoft.com/office/drawing/2014/main" id="{2D1EFD2F-8E5A-402B-4638-400D21E32963}"/>
              </a:ext>
            </a:extLst>
          </p:cNvPr>
          <p:cNvSpPr/>
          <p:nvPr/>
        </p:nvSpPr>
        <p:spPr>
          <a:xfrm>
            <a:off x="1986424" y="5026814"/>
            <a:ext cx="805937" cy="20709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2AC77934-346A-8185-8E91-9B81E1BF3B85}"/>
              </a:ext>
            </a:extLst>
          </p:cNvPr>
          <p:cNvSpPr/>
          <p:nvPr/>
        </p:nvSpPr>
        <p:spPr>
          <a:xfrm>
            <a:off x="3114362" y="4596136"/>
            <a:ext cx="1879283" cy="504502"/>
          </a:xfrm>
          <a:prstGeom prst="wedgeRectCallout">
            <a:avLst>
              <a:gd name="adj1" fmla="val -61227"/>
              <a:gd name="adj2" fmla="val 414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確認</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
        <p:nvSpPr>
          <p:cNvPr id="21" name="正方形/長方形 20">
            <a:extLst>
              <a:ext uri="{FF2B5EF4-FFF2-40B4-BE49-F238E27FC236}">
                <a16:creationId xmlns:a16="http://schemas.microsoft.com/office/drawing/2014/main" id="{D8803F2B-CE68-E158-2A4A-F90F52512520}"/>
              </a:ext>
            </a:extLst>
          </p:cNvPr>
          <p:cNvSpPr/>
          <p:nvPr/>
        </p:nvSpPr>
        <p:spPr>
          <a:xfrm>
            <a:off x="6257000" y="5095947"/>
            <a:ext cx="468266" cy="22883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FE71F026-7A79-F2F6-5495-BC4E4F65FA20}"/>
              </a:ext>
            </a:extLst>
          </p:cNvPr>
          <p:cNvSpPr/>
          <p:nvPr/>
        </p:nvSpPr>
        <p:spPr>
          <a:xfrm>
            <a:off x="6863828" y="5402418"/>
            <a:ext cx="1879283" cy="504502"/>
          </a:xfrm>
          <a:prstGeom prst="wedgeRectCallout">
            <a:avLst>
              <a:gd name="adj1" fmla="val -61227"/>
              <a:gd name="adj2" fmla="val -442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
        <p:nvSpPr>
          <p:cNvPr id="23" name="正方形/長方形 22">
            <a:extLst>
              <a:ext uri="{FF2B5EF4-FFF2-40B4-BE49-F238E27FC236}">
                <a16:creationId xmlns:a16="http://schemas.microsoft.com/office/drawing/2014/main" id="{B9EBDB81-2B3D-CD90-F60F-551749E8E987}"/>
              </a:ext>
            </a:extLst>
          </p:cNvPr>
          <p:cNvSpPr/>
          <p:nvPr/>
        </p:nvSpPr>
        <p:spPr>
          <a:xfrm>
            <a:off x="7146819" y="3066932"/>
            <a:ext cx="1641002" cy="19598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吹き出し 23">
            <a:extLst>
              <a:ext uri="{FF2B5EF4-FFF2-40B4-BE49-F238E27FC236}">
                <a16:creationId xmlns:a16="http://schemas.microsoft.com/office/drawing/2014/main" id="{83C268F3-8427-4FB8-1282-212D67B6B2AC}"/>
              </a:ext>
            </a:extLst>
          </p:cNvPr>
          <p:cNvSpPr/>
          <p:nvPr/>
        </p:nvSpPr>
        <p:spPr>
          <a:xfrm>
            <a:off x="9147146" y="4282740"/>
            <a:ext cx="1879283" cy="504502"/>
          </a:xfrm>
          <a:prstGeom prst="wedgeRectCallout">
            <a:avLst>
              <a:gd name="adj1" fmla="val -61227"/>
              <a:gd name="adj2" fmla="val -442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設定値を選択</a:t>
            </a:r>
          </a:p>
        </p:txBody>
      </p:sp>
    </p:spTree>
    <p:extLst>
      <p:ext uri="{BB962C8B-B14F-4D97-AF65-F5344CB8AC3E}">
        <p14:creationId xmlns:p14="http://schemas.microsoft.com/office/powerpoint/2010/main" val="1186077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36E157FE-F9C5-4D23-B054-B595BDBDEFD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デプロイ完了を待つ</a:t>
            </a:r>
          </a:p>
        </p:txBody>
      </p:sp>
      <p:sp>
        <p:nvSpPr>
          <p:cNvPr id="2" name="正方形/長方形 1">
            <a:extLst>
              <a:ext uri="{FF2B5EF4-FFF2-40B4-BE49-F238E27FC236}">
                <a16:creationId xmlns:a16="http://schemas.microsoft.com/office/drawing/2014/main" id="{156824D6-AC39-4B83-9B1C-CC908568384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3" name="正方形/長方形 2">
            <a:extLst>
              <a:ext uri="{FF2B5EF4-FFF2-40B4-BE49-F238E27FC236}">
                <a16:creationId xmlns:a16="http://schemas.microsoft.com/office/drawing/2014/main" id="{C3F152C4-0C7B-4B94-B11E-C9C7A53F9342}"/>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31</a:t>
            </a:r>
          </a:p>
        </p:txBody>
      </p:sp>
      <p:sp>
        <p:nvSpPr>
          <p:cNvPr id="4" name="正方形/長方形 3">
            <a:extLst>
              <a:ext uri="{FF2B5EF4-FFF2-40B4-BE49-F238E27FC236}">
                <a16:creationId xmlns:a16="http://schemas.microsoft.com/office/drawing/2014/main" id="{6DC6693C-A475-4BBF-9252-C9967865236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4056049-07C0-4B80-8410-77989FDECB7E}"/>
              </a:ext>
            </a:extLst>
          </p:cNvPr>
          <p:cNvSpPr>
            <a:spLocks noGrp="1"/>
          </p:cNvSpPr>
          <p:nvPr/>
        </p:nvSpPr>
        <p:spPr>
          <a:xfrm>
            <a:off x="685800" y="1390650"/>
            <a:ext cx="42100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ACI の作成とイメージ取得には少し時間がかかります。完了後は作成された Container Instance の Overview へ進みます。</a:t>
            </a:r>
          </a:p>
        </p:txBody>
      </p:sp>
      <p:sp>
        <p:nvSpPr>
          <p:cNvPr id="6" name="正方形/長方形 5">
            <a:extLst>
              <a:ext uri="{FF2B5EF4-FFF2-40B4-BE49-F238E27FC236}">
                <a16:creationId xmlns:a16="http://schemas.microsoft.com/office/drawing/2014/main" id="{0B5A9EFF-57A3-42A8-AC8B-B8B24A782B46}"/>
              </a:ext>
            </a:extLst>
          </p:cNvPr>
          <p:cNvSpPr>
            <a:spLocks noGrp="1"/>
          </p:cNvSpPr>
          <p:nvPr/>
        </p:nvSpPr>
        <p:spPr>
          <a:xfrm>
            <a:off x="819150" y="2571750"/>
            <a:ext cx="3924300" cy="1428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作成中に画面を閉じても、Portal の Deployments から確認できます。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失敗した場合はエラーメッセージの先頭を講師と確認します。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image pull の失敗は、イメージ名や権限の確認につながります。</a:t>
            </a:r>
          </a:p>
        </p:txBody>
      </p:sp>
      <p:sp>
        <p:nvSpPr>
          <p:cNvPr id="7" name="正方形/長方形 6">
            <a:extLst>
              <a:ext uri="{FF2B5EF4-FFF2-40B4-BE49-F238E27FC236}">
                <a16:creationId xmlns:a16="http://schemas.microsoft.com/office/drawing/2014/main" id="{4ED94279-415D-435D-A8BB-93C300F195B7}"/>
              </a:ext>
            </a:extLst>
          </p:cNvPr>
          <p:cNvSpPr>
            <a:spLocks noGrp="1"/>
          </p:cNvSpPr>
          <p:nvPr/>
        </p:nvSpPr>
        <p:spPr>
          <a:xfrm>
            <a:off x="5334000" y="1676400"/>
            <a:ext cx="5981700" cy="3886200"/>
          </a:xfrm>
          <a:prstGeom prst="rect">
            <a:avLst/>
          </a:prstGeom>
          <a:solidFill>
            <a:srgbClr val="FFFFFF"/>
          </a:solidFill>
          <a:ln w="9525">
            <a:solidFill>
              <a:srgbClr val="D0D5DD"/>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F434A45D-07F7-474D-93BF-C6ADFE89EA85}"/>
              </a:ext>
            </a:extLst>
          </p:cNvPr>
          <p:cNvSpPr>
            <a:spLocks noGrp="1"/>
          </p:cNvSpPr>
          <p:nvPr/>
        </p:nvSpPr>
        <p:spPr>
          <a:xfrm>
            <a:off x="5524500" y="521970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デプロイ完了を待つ</a:t>
            </a:r>
          </a:p>
        </p:txBody>
      </p:sp>
      <p:sp>
        <p:nvSpPr>
          <p:cNvPr id="10" name="正方形/長方形 9">
            <a:extLst>
              <a:ext uri="{FF2B5EF4-FFF2-40B4-BE49-F238E27FC236}">
                <a16:creationId xmlns:a16="http://schemas.microsoft.com/office/drawing/2014/main" id="{14813F10-4716-4308-A3C9-BA21DC4197D5}"/>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31 / 47</a:t>
            </a:r>
          </a:p>
        </p:txBody>
      </p:sp>
      <p:pic>
        <p:nvPicPr>
          <p:cNvPr id="13" name="図 12">
            <a:extLst>
              <a:ext uri="{FF2B5EF4-FFF2-40B4-BE49-F238E27FC236}">
                <a16:creationId xmlns:a16="http://schemas.microsoft.com/office/drawing/2014/main" id="{D7EE960E-C39A-B7A6-5134-61337299B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0587" y="1850155"/>
            <a:ext cx="5330313" cy="3331445"/>
          </a:xfrm>
          <a:prstGeom prst="rect">
            <a:avLst/>
          </a:prstGeom>
        </p:spPr>
      </p:pic>
    </p:spTree>
    <p:extLst>
      <p:ext uri="{BB962C8B-B14F-4D97-AF65-F5344CB8AC3E}">
        <p14:creationId xmlns:p14="http://schemas.microsoft.com/office/powerpoint/2010/main" val="1186077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A6F60-13E7-7B28-8D26-931A06861873}"/>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ED62085-E511-B8BB-E840-9A8A3E4A3C8C}"/>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en" altLang="ja-JP" sz="2000" b="1" dirty="0">
                <a:solidFill>
                  <a:srgbClr val="1F2937"/>
                </a:solidFill>
                <a:latin typeface="Meiryo UI"/>
                <a:ea typeface="Meiryo UI"/>
                <a:cs typeface="Meiryo UI"/>
              </a:rPr>
              <a:t>Container Instances </a:t>
            </a:r>
            <a:r>
              <a:rPr lang="ja-JP" altLang="en-US" sz="2000" b="1">
                <a:solidFill>
                  <a:srgbClr val="1F2937"/>
                </a:solidFill>
                <a:latin typeface="Meiryo UI"/>
                <a:ea typeface="Meiryo UI"/>
                <a:cs typeface="Meiryo UI"/>
              </a:rPr>
              <a:t>のステータスを確認する</a:t>
            </a:r>
            <a:endParaRPr lang="ja-JP" altLang="en-US" sz="20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97AACDB5-BE05-BE35-B363-1F7C55E29A6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dirty="0">
                <a:solidFill>
                  <a:srgbClr val="667085"/>
                </a:solidFill>
                <a:latin typeface="Yu Gothic UI"/>
                <a:ea typeface="Yu Gothic UI"/>
                <a:cs typeface="Yu Gothic UI"/>
              </a:rPr>
              <a:t>4</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373B0CE9-6FDE-A60A-5A60-FDE9FF12729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401C085-074D-01ED-F3E7-38B2E904B138}"/>
              </a:ext>
            </a:extLst>
          </p:cNvPr>
          <p:cNvSpPr>
            <a:spLocks noGrp="1"/>
          </p:cNvSpPr>
          <p:nvPr/>
        </p:nvSpPr>
        <p:spPr>
          <a:xfrm>
            <a:off x="685800" y="1390650"/>
            <a:ext cx="11280058"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lang="ja-JP" altLang="en-US" sz="1110" b="0">
                <a:solidFill>
                  <a:srgbClr val="344054"/>
                </a:solidFill>
                <a:latin typeface="Yu Gothic UI"/>
                <a:ea typeface="Yu Gothic UI"/>
                <a:cs typeface="Yu Gothic UI"/>
              </a:rPr>
              <a:t>作成した</a:t>
            </a:r>
            <a:r>
              <a:rPr lang="en-US" altLang="ja-JP" sz="1110" b="0" dirty="0">
                <a:solidFill>
                  <a:srgbClr val="344054"/>
                </a:solidFill>
                <a:latin typeface="Yu Gothic UI"/>
                <a:ea typeface="Yu Gothic UI"/>
                <a:cs typeface="Yu Gothic UI"/>
              </a:rPr>
              <a:t> Container Instances </a:t>
            </a:r>
            <a:r>
              <a:rPr lang="ja-JP" altLang="en-US" sz="1110" b="0">
                <a:solidFill>
                  <a:srgbClr val="344054"/>
                </a:solidFill>
                <a:latin typeface="Yu Gothic UI"/>
                <a:ea typeface="Yu Gothic UI"/>
                <a:cs typeface="Yu Gothic UI"/>
              </a:rPr>
              <a:t>が動作していることを確認します。</a:t>
            </a:r>
            <a:endParaRPr sz="1110" b="0" dirty="0">
              <a:solidFill>
                <a:srgbClr val="344054"/>
              </a:solidFill>
              <a:latin typeface="Yu Gothic UI"/>
              <a:ea typeface="Yu Gothic UI"/>
              <a:cs typeface="Yu Gothic UI"/>
            </a:endParaRPr>
          </a:p>
        </p:txBody>
      </p:sp>
      <p:sp>
        <p:nvSpPr>
          <p:cNvPr id="7" name="正方形/長方形 6">
            <a:extLst>
              <a:ext uri="{FF2B5EF4-FFF2-40B4-BE49-F238E27FC236}">
                <a16:creationId xmlns:a16="http://schemas.microsoft.com/office/drawing/2014/main" id="{6FE9585A-CFE3-6C05-3B50-A60869908A08}"/>
              </a:ext>
            </a:extLst>
          </p:cNvPr>
          <p:cNvSpPr>
            <a:spLocks noGrp="1"/>
          </p:cNvSpPr>
          <p:nvPr/>
        </p:nvSpPr>
        <p:spPr>
          <a:xfrm>
            <a:off x="550606" y="2157412"/>
            <a:ext cx="10936544" cy="3886200"/>
          </a:xfrm>
          <a:prstGeom prst="rect">
            <a:avLst/>
          </a:prstGeom>
          <a:solidFill>
            <a:srgbClr val="FFFFFF"/>
          </a:solidFill>
          <a:ln w="9525">
            <a:solidFill>
              <a:srgbClr val="D0D5DD"/>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947531FC-BBF2-98CC-67ED-CA312DC853CF}"/>
              </a:ext>
            </a:extLst>
          </p:cNvPr>
          <p:cNvSpPr>
            <a:spLocks noGrp="1"/>
          </p:cNvSpPr>
          <p:nvPr/>
        </p:nvSpPr>
        <p:spPr>
          <a:xfrm>
            <a:off x="5695950" y="5700712"/>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dirty="0" err="1">
                <a:solidFill>
                  <a:srgbClr val="667085"/>
                </a:solidFill>
                <a:latin typeface="Yu Gothic UI"/>
                <a:ea typeface="Yu Gothic UI"/>
                <a:cs typeface="Yu Gothic UI"/>
              </a:rPr>
              <a:t>リソースグループを</a:t>
            </a:r>
            <a:r>
              <a:rPr lang="ja-JP" altLang="en-US" sz="638" b="0">
                <a:solidFill>
                  <a:srgbClr val="667085"/>
                </a:solidFill>
                <a:latin typeface="Yu Gothic UI"/>
                <a:ea typeface="Yu Gothic UI"/>
                <a:cs typeface="Yu Gothic UI"/>
              </a:rPr>
              <a:t>選択</a:t>
            </a:r>
            <a:r>
              <a:rPr sz="638" b="0" dirty="0" err="1">
                <a:solidFill>
                  <a:srgbClr val="667085"/>
                </a:solidFill>
                <a:latin typeface="Yu Gothic UI"/>
                <a:ea typeface="Yu Gothic UI"/>
                <a:cs typeface="Yu Gothic UI"/>
              </a:rPr>
              <a:t>する</a:t>
            </a:r>
            <a:endParaRPr sz="638" b="0" dirty="0">
              <a:solidFill>
                <a:srgbClr val="667085"/>
              </a:solidFill>
              <a:latin typeface="Yu Gothic UI"/>
              <a:ea typeface="Yu Gothic UI"/>
              <a:cs typeface="Yu Gothic UI"/>
            </a:endParaRPr>
          </a:p>
        </p:txBody>
      </p:sp>
      <p:pic>
        <p:nvPicPr>
          <p:cNvPr id="14" name="図 13">
            <a:extLst>
              <a:ext uri="{FF2B5EF4-FFF2-40B4-BE49-F238E27FC236}">
                <a16:creationId xmlns:a16="http://schemas.microsoft.com/office/drawing/2014/main" id="{C80B6F36-A951-E04F-2C05-9629BD3204DB}"/>
              </a:ext>
            </a:extLst>
          </p:cNvPr>
          <p:cNvPicPr>
            <a:picLocks noChangeAspect="1"/>
          </p:cNvPicPr>
          <p:nvPr/>
        </p:nvPicPr>
        <p:blipFill>
          <a:blip r:embed="rId3"/>
          <a:stretch>
            <a:fillRect/>
          </a:stretch>
        </p:blipFill>
        <p:spPr>
          <a:xfrm>
            <a:off x="685800" y="2286000"/>
            <a:ext cx="5010150" cy="3131344"/>
          </a:xfrm>
          <a:prstGeom prst="rect">
            <a:avLst/>
          </a:prstGeom>
        </p:spPr>
      </p:pic>
      <p:sp>
        <p:nvSpPr>
          <p:cNvPr id="15" name="正方形/長方形 14">
            <a:extLst>
              <a:ext uri="{FF2B5EF4-FFF2-40B4-BE49-F238E27FC236}">
                <a16:creationId xmlns:a16="http://schemas.microsoft.com/office/drawing/2014/main" id="{FE17C319-9F6E-B398-CBB8-CC0B12FE6B45}"/>
              </a:ext>
            </a:extLst>
          </p:cNvPr>
          <p:cNvSpPr/>
          <p:nvPr/>
        </p:nvSpPr>
        <p:spPr>
          <a:xfrm>
            <a:off x="2212258" y="2247131"/>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BA06C888-EF5F-8599-9AE5-44A5CE5FD0DA}"/>
              </a:ext>
            </a:extLst>
          </p:cNvPr>
          <p:cNvSpPr/>
          <p:nvPr/>
        </p:nvSpPr>
        <p:spPr>
          <a:xfrm>
            <a:off x="2212258" y="2684513"/>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948D73AE-201A-BE59-9D5F-9C4A32609287}"/>
              </a:ext>
            </a:extLst>
          </p:cNvPr>
          <p:cNvSpPr/>
          <p:nvPr/>
        </p:nvSpPr>
        <p:spPr>
          <a:xfrm>
            <a:off x="3018503" y="1666875"/>
            <a:ext cx="2025507"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検索バーで「リソースグループ」を選択</a:t>
            </a:r>
          </a:p>
        </p:txBody>
      </p:sp>
      <p:sp>
        <p:nvSpPr>
          <p:cNvPr id="18" name="四角形吹き出し 17">
            <a:extLst>
              <a:ext uri="{FF2B5EF4-FFF2-40B4-BE49-F238E27FC236}">
                <a16:creationId xmlns:a16="http://schemas.microsoft.com/office/drawing/2014/main" id="{27E9A22C-6ADE-EAC3-DCA2-B58CDC175B09}"/>
              </a:ext>
            </a:extLst>
          </p:cNvPr>
          <p:cNvSpPr/>
          <p:nvPr/>
        </p:nvSpPr>
        <p:spPr>
          <a:xfrm>
            <a:off x="3387212" y="3136645"/>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「リソースグループ」を選択</a:t>
            </a:r>
          </a:p>
        </p:txBody>
      </p:sp>
      <p:pic>
        <p:nvPicPr>
          <p:cNvPr id="19" name="図 18">
            <a:extLst>
              <a:ext uri="{FF2B5EF4-FFF2-40B4-BE49-F238E27FC236}">
                <a16:creationId xmlns:a16="http://schemas.microsoft.com/office/drawing/2014/main" id="{E9DCC2A3-D052-4DFA-3DCB-C1A0AC2B667C}"/>
              </a:ext>
            </a:extLst>
          </p:cNvPr>
          <p:cNvPicPr>
            <a:picLocks noChangeAspect="1"/>
          </p:cNvPicPr>
          <p:nvPr/>
        </p:nvPicPr>
        <p:blipFill>
          <a:blip r:embed="rId4"/>
          <a:stretch>
            <a:fillRect/>
          </a:stretch>
        </p:blipFill>
        <p:spPr>
          <a:xfrm>
            <a:off x="6176196" y="2285924"/>
            <a:ext cx="5010152" cy="3131345"/>
          </a:xfrm>
          <a:prstGeom prst="rect">
            <a:avLst/>
          </a:prstGeom>
        </p:spPr>
      </p:pic>
      <p:sp>
        <p:nvSpPr>
          <p:cNvPr id="20" name="正方形/長方形 19">
            <a:extLst>
              <a:ext uri="{FF2B5EF4-FFF2-40B4-BE49-F238E27FC236}">
                <a16:creationId xmlns:a16="http://schemas.microsoft.com/office/drawing/2014/main" id="{23DA6884-21BE-4780-3C38-0F26C56F2E85}"/>
              </a:ext>
            </a:extLst>
          </p:cNvPr>
          <p:cNvSpPr/>
          <p:nvPr/>
        </p:nvSpPr>
        <p:spPr>
          <a:xfrm>
            <a:off x="7300451" y="3205163"/>
            <a:ext cx="988143" cy="176996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吹き出し 2">
            <a:extLst>
              <a:ext uri="{FF2B5EF4-FFF2-40B4-BE49-F238E27FC236}">
                <a16:creationId xmlns:a16="http://schemas.microsoft.com/office/drawing/2014/main" id="{5C3B7D5F-DE2D-FBE3-0BF7-0C532E8D0BE7}"/>
              </a:ext>
            </a:extLst>
          </p:cNvPr>
          <p:cNvSpPr/>
          <p:nvPr/>
        </p:nvSpPr>
        <p:spPr>
          <a:xfrm>
            <a:off x="8496300" y="5158940"/>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リストから自分のリソースグループを選択</a:t>
            </a:r>
          </a:p>
        </p:txBody>
      </p:sp>
    </p:spTree>
    <p:extLst>
      <p:ext uri="{BB962C8B-B14F-4D97-AF65-F5344CB8AC3E}">
        <p14:creationId xmlns:p14="http://schemas.microsoft.com/office/powerpoint/2010/main" val="1581669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F43EF0B7-34E2-4C51-8322-2D0AA3EE0A0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ACI の Overview を確認する</a:t>
            </a:r>
          </a:p>
        </p:txBody>
      </p:sp>
      <p:sp>
        <p:nvSpPr>
          <p:cNvPr id="2" name="正方形/長方形 1">
            <a:extLst>
              <a:ext uri="{FF2B5EF4-FFF2-40B4-BE49-F238E27FC236}">
                <a16:creationId xmlns:a16="http://schemas.microsoft.com/office/drawing/2014/main" id="{DFF76FD2-13D6-468A-A149-C39C5BBCF14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DB482DF7-3882-49CA-A096-75786C44342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DDDF546-FA29-4E2D-A048-B21345FF8479}"/>
              </a:ext>
            </a:extLst>
          </p:cNvPr>
          <p:cNvSpPr>
            <a:spLocks noGrp="1"/>
          </p:cNvSpPr>
          <p:nvPr/>
        </p:nvSpPr>
        <p:spPr>
          <a:xfrm>
            <a:off x="685800" y="13906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ACI が Running になり、FQDN または IP アドレスが表示されることを確認します。ブラウザーからアクセスする宛先はここで確認します。</a:t>
            </a:r>
          </a:p>
        </p:txBody>
      </p:sp>
      <p:sp>
        <p:nvSpPr>
          <p:cNvPr id="11" name="正方形/長方形 10">
            <a:extLst>
              <a:ext uri="{FF2B5EF4-FFF2-40B4-BE49-F238E27FC236}">
                <a16:creationId xmlns:a16="http://schemas.microsoft.com/office/drawing/2014/main" id="{DB50A73A-2C6A-4332-BDB4-4CCCA03C8918}"/>
              </a:ext>
            </a:extLst>
          </p:cNvPr>
          <p:cNvSpPr>
            <a:spLocks noGrp="1"/>
          </p:cNvSpPr>
          <p:nvPr/>
        </p:nvSpPr>
        <p:spPr>
          <a:xfrm>
            <a:off x="685800" y="2109020"/>
            <a:ext cx="10639732" cy="3886200"/>
          </a:xfrm>
          <a:prstGeom prst="rect">
            <a:avLst/>
          </a:prstGeom>
          <a:solidFill>
            <a:srgbClr val="FFFFFF"/>
          </a:solidFill>
          <a:ln w="9525">
            <a:solidFill>
              <a:srgbClr val="D0D5DD"/>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B04B26F0-DA83-437C-A6C0-4A7E1DB61754}"/>
              </a:ext>
            </a:extLst>
          </p:cNvPr>
          <p:cNvSpPr>
            <a:spLocks noGrp="1"/>
          </p:cNvSpPr>
          <p:nvPr/>
        </p:nvSpPr>
        <p:spPr>
          <a:xfrm>
            <a:off x="5534332" y="565232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ACI の状態と FQDN を確認する</a:t>
            </a:r>
          </a:p>
        </p:txBody>
      </p:sp>
      <p:sp>
        <p:nvSpPr>
          <p:cNvPr id="6" name="正方形/長方形 5">
            <a:extLst>
              <a:ext uri="{FF2B5EF4-FFF2-40B4-BE49-F238E27FC236}">
                <a16:creationId xmlns:a16="http://schemas.microsoft.com/office/drawing/2014/main" id="{DC49AA37-9047-43F6-BF67-AB250C96642A}"/>
              </a:ext>
            </a:extLst>
          </p:cNvPr>
          <p:cNvSpPr>
            <a:spLocks noGrp="1"/>
          </p:cNvSpPr>
          <p:nvPr/>
        </p:nvSpPr>
        <p:spPr>
          <a:xfrm>
            <a:off x="7667932" y="5204645"/>
            <a:ext cx="4095750" cy="1428750"/>
          </a:xfrm>
          <a:prstGeom prst="rect">
            <a:avLst/>
          </a:prstGeom>
          <a:solidFill>
            <a:srgbClr val="FFFFFF"/>
          </a:solidFill>
          <a:ln w="9525">
            <a:solidFill>
              <a:srgbClr val="D0D5DD"/>
            </a:solidFill>
            <a:prstDash val="solid"/>
          </a:ln>
        </p:spPr>
        <p:txBody>
          <a:bodyPr/>
          <a:lstStyle/>
          <a:p>
            <a:endParaRPr lang="ja-JP" altLang="en-US" sz="2400"/>
          </a:p>
        </p:txBody>
      </p:sp>
      <p:sp>
        <p:nvSpPr>
          <p:cNvPr id="7" name="正方形/長方形 6">
            <a:extLst>
              <a:ext uri="{FF2B5EF4-FFF2-40B4-BE49-F238E27FC236}">
                <a16:creationId xmlns:a16="http://schemas.microsoft.com/office/drawing/2014/main" id="{C9CFE891-7259-414D-ACB2-FDD5400094B8}"/>
              </a:ext>
            </a:extLst>
          </p:cNvPr>
          <p:cNvSpPr>
            <a:spLocks noGrp="1"/>
          </p:cNvSpPr>
          <p:nvPr/>
        </p:nvSpPr>
        <p:spPr>
          <a:xfrm>
            <a:off x="7667932" y="5204645"/>
            <a:ext cx="76200" cy="1428750"/>
          </a:xfrm>
          <a:prstGeom prst="rect">
            <a:avLst/>
          </a:prstGeom>
          <a:solidFill>
            <a:srgbClr val="ED7D31"/>
          </a:solidFill>
          <a:ln w="0">
            <a:solidFill>
              <a:srgbClr val="ED7D31"/>
            </a:solidFill>
            <a:prstDash val="solid"/>
          </a:ln>
        </p:spPr>
        <p:txBody>
          <a:bodyPr/>
          <a:lstStyle/>
          <a:p>
            <a:endParaRPr lang="ja-JP" altLang="en-US" sz="2400"/>
          </a:p>
        </p:txBody>
      </p:sp>
      <p:sp>
        <p:nvSpPr>
          <p:cNvPr id="8" name="正方形/長方形 7">
            <a:extLst>
              <a:ext uri="{FF2B5EF4-FFF2-40B4-BE49-F238E27FC236}">
                <a16:creationId xmlns:a16="http://schemas.microsoft.com/office/drawing/2014/main" id="{C717F201-4A9C-4E3B-A076-8AD68DD9B273}"/>
              </a:ext>
            </a:extLst>
          </p:cNvPr>
          <p:cNvSpPr>
            <a:spLocks noGrp="1"/>
          </p:cNvSpPr>
          <p:nvPr/>
        </p:nvSpPr>
        <p:spPr>
          <a:xfrm>
            <a:off x="7877482" y="5347520"/>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ED7D31"/>
                </a:solidFill>
                <a:latin typeface="Yu Gothic UI"/>
                <a:ea typeface="Yu Gothic UI"/>
                <a:cs typeface="Yu Gothic UI"/>
              </a:defRPr>
            </a:pPr>
            <a:r>
              <a:rPr sz="900" b="1">
                <a:solidFill>
                  <a:srgbClr val="ED7D31"/>
                </a:solidFill>
                <a:latin typeface="Yu Gothic UI"/>
                <a:ea typeface="Yu Gothic UI"/>
                <a:cs typeface="Yu Gothic UI"/>
              </a:rPr>
              <a:t>完了条件</a:t>
            </a:r>
          </a:p>
        </p:txBody>
      </p:sp>
      <p:sp>
        <p:nvSpPr>
          <p:cNvPr id="9" name="正方形/長方形 8">
            <a:extLst>
              <a:ext uri="{FF2B5EF4-FFF2-40B4-BE49-F238E27FC236}">
                <a16:creationId xmlns:a16="http://schemas.microsoft.com/office/drawing/2014/main" id="{0D46CEA0-44C8-4243-858D-14976084862C}"/>
              </a:ext>
            </a:extLst>
          </p:cNvPr>
          <p:cNvSpPr>
            <a:spLocks noGrp="1"/>
          </p:cNvSpPr>
          <p:nvPr/>
        </p:nvSpPr>
        <p:spPr>
          <a:xfrm>
            <a:off x="7877482" y="5595170"/>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600" b="1">
                <a:solidFill>
                  <a:srgbClr val="1F2937"/>
                </a:solidFill>
                <a:latin typeface="Meiryo UI"/>
                <a:ea typeface="Meiryo UI"/>
                <a:cs typeface="Meiryo UI"/>
              </a:rPr>
              <a:t>Status が Running</a:t>
            </a:r>
          </a:p>
        </p:txBody>
      </p:sp>
      <p:sp>
        <p:nvSpPr>
          <p:cNvPr id="10" name="正方形/長方形 9">
            <a:extLst>
              <a:ext uri="{FF2B5EF4-FFF2-40B4-BE49-F238E27FC236}">
                <a16:creationId xmlns:a16="http://schemas.microsoft.com/office/drawing/2014/main" id="{AD6F682F-8AF1-4AA6-A90D-D83041C95823}"/>
              </a:ext>
            </a:extLst>
          </p:cNvPr>
          <p:cNvSpPr>
            <a:spLocks noGrp="1"/>
          </p:cNvSpPr>
          <p:nvPr/>
        </p:nvSpPr>
        <p:spPr>
          <a:xfrm>
            <a:off x="7877482" y="5985695"/>
            <a:ext cx="36957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5" b="0">
                <a:solidFill>
                  <a:srgbClr val="344054"/>
                </a:solidFill>
                <a:latin typeface="Yu Gothic UI"/>
                <a:ea typeface="Yu Gothic UI"/>
                <a:cs typeface="Yu Gothic UI"/>
              </a:defRPr>
            </a:pPr>
            <a:r>
              <a:rPr sz="1000" b="0">
                <a:solidFill>
                  <a:srgbClr val="344054"/>
                </a:solidFill>
                <a:latin typeface="Yu Gothic UI"/>
                <a:ea typeface="Yu Gothic UI"/>
                <a:cs typeface="Yu Gothic UI"/>
              </a:rPr>
              <a:t>Provisioning 中にアクセスすると失敗することがあります。起動状態を確認してから進みます。</a:t>
            </a:r>
          </a:p>
        </p:txBody>
      </p:sp>
      <p:pic>
        <p:nvPicPr>
          <p:cNvPr id="18" name="図 17">
            <a:extLst>
              <a:ext uri="{FF2B5EF4-FFF2-40B4-BE49-F238E27FC236}">
                <a16:creationId xmlns:a16="http://schemas.microsoft.com/office/drawing/2014/main" id="{2C0700B2-8699-C9D3-B2AF-40123C4FD7E2}"/>
              </a:ext>
            </a:extLst>
          </p:cNvPr>
          <p:cNvPicPr>
            <a:picLocks noChangeAspect="1"/>
          </p:cNvPicPr>
          <p:nvPr/>
        </p:nvPicPr>
        <p:blipFill>
          <a:blip r:embed="rId3"/>
          <a:stretch>
            <a:fillRect/>
          </a:stretch>
        </p:blipFill>
        <p:spPr>
          <a:xfrm>
            <a:off x="1121492" y="2256120"/>
            <a:ext cx="4717640" cy="2948525"/>
          </a:xfrm>
          <a:prstGeom prst="rect">
            <a:avLst/>
          </a:prstGeom>
        </p:spPr>
      </p:pic>
      <p:pic>
        <p:nvPicPr>
          <p:cNvPr id="19" name="図 18">
            <a:extLst>
              <a:ext uri="{FF2B5EF4-FFF2-40B4-BE49-F238E27FC236}">
                <a16:creationId xmlns:a16="http://schemas.microsoft.com/office/drawing/2014/main" id="{CF0C1F42-BDB2-070A-2147-54B7F58B88A6}"/>
              </a:ext>
            </a:extLst>
          </p:cNvPr>
          <p:cNvPicPr>
            <a:picLocks noChangeAspect="1"/>
          </p:cNvPicPr>
          <p:nvPr/>
        </p:nvPicPr>
        <p:blipFill>
          <a:blip r:embed="rId4"/>
          <a:stretch>
            <a:fillRect/>
          </a:stretch>
        </p:blipFill>
        <p:spPr>
          <a:xfrm>
            <a:off x="6223511" y="2256119"/>
            <a:ext cx="4717642" cy="2948526"/>
          </a:xfrm>
          <a:prstGeom prst="rect">
            <a:avLst/>
          </a:prstGeom>
        </p:spPr>
      </p:pic>
      <p:sp>
        <p:nvSpPr>
          <p:cNvPr id="20" name="正方形/長方形 19">
            <a:extLst>
              <a:ext uri="{FF2B5EF4-FFF2-40B4-BE49-F238E27FC236}">
                <a16:creationId xmlns:a16="http://schemas.microsoft.com/office/drawing/2014/main" id="{EC19318C-B5C3-75BF-97C6-BA3656D2126A}"/>
              </a:ext>
            </a:extLst>
          </p:cNvPr>
          <p:cNvSpPr/>
          <p:nvPr/>
        </p:nvSpPr>
        <p:spPr>
          <a:xfrm>
            <a:off x="2290916" y="3716901"/>
            <a:ext cx="511278" cy="16684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2A934A77-9BC3-D5CB-00A0-765CDA3928F0}"/>
              </a:ext>
            </a:extLst>
          </p:cNvPr>
          <p:cNvSpPr/>
          <p:nvPr/>
        </p:nvSpPr>
        <p:spPr>
          <a:xfrm>
            <a:off x="2958864" y="3356564"/>
            <a:ext cx="2025507" cy="434616"/>
          </a:xfrm>
          <a:prstGeom prst="wedgeRectCallout">
            <a:avLst>
              <a:gd name="adj1" fmla="val -55784"/>
              <a:gd name="adj2" fmla="val 285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作成した</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ACI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2" name="正方形/長方形 21">
            <a:extLst>
              <a:ext uri="{FF2B5EF4-FFF2-40B4-BE49-F238E27FC236}">
                <a16:creationId xmlns:a16="http://schemas.microsoft.com/office/drawing/2014/main" id="{48CB878C-7B20-C3B0-3502-8580B0040004}"/>
              </a:ext>
            </a:extLst>
          </p:cNvPr>
          <p:cNvSpPr/>
          <p:nvPr/>
        </p:nvSpPr>
        <p:spPr>
          <a:xfrm>
            <a:off x="7621843" y="3189722"/>
            <a:ext cx="255639" cy="16684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B54CEE7A-EAD7-38B1-E750-C5BCF5DF399A}"/>
              </a:ext>
            </a:extLst>
          </p:cNvPr>
          <p:cNvSpPr/>
          <p:nvPr/>
        </p:nvSpPr>
        <p:spPr>
          <a:xfrm>
            <a:off x="5680525" y="2509223"/>
            <a:ext cx="2025507" cy="434616"/>
          </a:xfrm>
          <a:prstGeom prst="wedgeRectCallout">
            <a:avLst>
              <a:gd name="adj1" fmla="val 46640"/>
              <a:gd name="adj2" fmla="val 10095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ステータスが</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Running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であることを確認</a:t>
            </a:r>
          </a:p>
        </p:txBody>
      </p:sp>
      <p:sp>
        <p:nvSpPr>
          <p:cNvPr id="24" name="正方形/長方形 23">
            <a:extLst>
              <a:ext uri="{FF2B5EF4-FFF2-40B4-BE49-F238E27FC236}">
                <a16:creationId xmlns:a16="http://schemas.microsoft.com/office/drawing/2014/main" id="{04E3E319-4970-3ED7-E87C-9FA926720BEA}"/>
              </a:ext>
            </a:extLst>
          </p:cNvPr>
          <p:cNvSpPr/>
          <p:nvPr/>
        </p:nvSpPr>
        <p:spPr>
          <a:xfrm>
            <a:off x="9427598" y="3356564"/>
            <a:ext cx="945434" cy="16684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1C6D73F7-2631-ABE9-2071-EF71D381F378}"/>
              </a:ext>
            </a:extLst>
          </p:cNvPr>
          <p:cNvSpPr/>
          <p:nvPr/>
        </p:nvSpPr>
        <p:spPr>
          <a:xfrm>
            <a:off x="8703053" y="3773667"/>
            <a:ext cx="2025507" cy="434616"/>
          </a:xfrm>
          <a:prstGeom prst="wedgeRectCallout">
            <a:avLst>
              <a:gd name="adj1" fmla="val 10719"/>
              <a:gd name="adj2" fmla="val -913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ブラウザからアクセスするために</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FQDN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を確認</a:t>
            </a:r>
          </a:p>
        </p:txBody>
      </p:sp>
    </p:spTree>
    <p:extLst>
      <p:ext uri="{BB962C8B-B14F-4D97-AF65-F5344CB8AC3E}">
        <p14:creationId xmlns:p14="http://schemas.microsoft.com/office/powerpoint/2010/main" val="1186077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5C01CB48-C634-4E42-AD2C-41E8AA9A849D}"/>
              </a:ext>
            </a:extLst>
          </p:cNvPr>
          <p:cNvSpPr>
            <a:spLocks noGrp="1"/>
          </p:cNvSpPr>
          <p:nvPr/>
        </p:nvSpPr>
        <p:spPr>
          <a:xfrm>
            <a:off x="5334000" y="167640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19" name="図 18">
            <a:extLst>
              <a:ext uri="{FF2B5EF4-FFF2-40B4-BE49-F238E27FC236}">
                <a16:creationId xmlns:a16="http://schemas.microsoft.com/office/drawing/2014/main" id="{D356075C-9F5D-51C6-E251-CBB19691FBAB}"/>
              </a:ext>
            </a:extLst>
          </p:cNvPr>
          <p:cNvPicPr>
            <a:picLocks noChangeAspect="1"/>
          </p:cNvPicPr>
          <p:nvPr/>
        </p:nvPicPr>
        <p:blipFill>
          <a:blip r:embed="rId3"/>
          <a:stretch>
            <a:fillRect/>
          </a:stretch>
        </p:blipFill>
        <p:spPr>
          <a:xfrm>
            <a:off x="5600700" y="2014538"/>
            <a:ext cx="5602720" cy="2743200"/>
          </a:xfrm>
          <a:prstGeom prst="rect">
            <a:avLst/>
          </a:prstGeom>
        </p:spPr>
      </p:pic>
      <p:sp>
        <p:nvSpPr>
          <p:cNvPr id="15" name="正方形/長方形 14">
            <a:extLst>
              <a:ext uri="{FF2B5EF4-FFF2-40B4-BE49-F238E27FC236}">
                <a16:creationId xmlns:a16="http://schemas.microsoft.com/office/drawing/2014/main" id="{8D03D81B-B78C-4FE9-A9D1-E6D4EE78A21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ブラウザーでアクセスする</a:t>
            </a:r>
          </a:p>
        </p:txBody>
      </p:sp>
      <p:sp>
        <p:nvSpPr>
          <p:cNvPr id="2" name="正方形/長方形 1">
            <a:extLst>
              <a:ext uri="{FF2B5EF4-FFF2-40B4-BE49-F238E27FC236}">
                <a16:creationId xmlns:a16="http://schemas.microsoft.com/office/drawing/2014/main" id="{EBE184EA-12A1-4C2D-BFF9-7015B417639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B71EEC48-CCDB-49D4-BD0F-4D2B5496C94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6E05F67A-6678-4D29-9E70-4B0AD5BCE3B6}"/>
              </a:ext>
            </a:extLst>
          </p:cNvPr>
          <p:cNvSpPr>
            <a:spLocks noGrp="1"/>
          </p:cNvSpPr>
          <p:nvPr/>
        </p:nvSpPr>
        <p:spPr>
          <a:xfrm>
            <a:off x="685800" y="1390650"/>
            <a:ext cx="42100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ACI Overview で確認した FQDN に HTTP でアクセスし、NGINX のページが表示されることを確認します。</a:t>
            </a:r>
          </a:p>
        </p:txBody>
      </p:sp>
      <p:sp>
        <p:nvSpPr>
          <p:cNvPr id="6" name="正方形/長方形 5">
            <a:extLst>
              <a:ext uri="{FF2B5EF4-FFF2-40B4-BE49-F238E27FC236}">
                <a16:creationId xmlns:a16="http://schemas.microsoft.com/office/drawing/2014/main" id="{FD43BC0E-B048-4D51-8DA7-8EBABB5A26F2}"/>
              </a:ext>
            </a:extLst>
          </p:cNvPr>
          <p:cNvSpPr>
            <a:spLocks noGrp="1"/>
          </p:cNvSpPr>
          <p:nvPr/>
        </p:nvSpPr>
        <p:spPr>
          <a:xfrm>
            <a:off x="781050" y="2781300"/>
            <a:ext cx="4095750" cy="142875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41CAE19A-6FAE-4364-8288-CC58F1524FE3}"/>
              </a:ext>
            </a:extLst>
          </p:cNvPr>
          <p:cNvSpPr>
            <a:spLocks noGrp="1"/>
          </p:cNvSpPr>
          <p:nvPr/>
        </p:nvSpPr>
        <p:spPr>
          <a:xfrm>
            <a:off x="781050" y="2781300"/>
            <a:ext cx="76200" cy="1428750"/>
          </a:xfrm>
          <a:prstGeom prst="rect">
            <a:avLst/>
          </a:prstGeom>
          <a:solidFill>
            <a:srgbClr val="4472C4"/>
          </a:solidFill>
          <a:ln w="0">
            <a:solidFill>
              <a:srgbClr val="4472C4"/>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AE275F82-ADF1-4B8C-9892-D5010885706A}"/>
              </a:ext>
            </a:extLst>
          </p:cNvPr>
          <p:cNvSpPr>
            <a:spLocks noGrp="1"/>
          </p:cNvSpPr>
          <p:nvPr/>
        </p:nvSpPr>
        <p:spPr>
          <a:xfrm>
            <a:off x="990600" y="2924175"/>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4472C4"/>
                </a:solidFill>
                <a:latin typeface="Yu Gothic UI"/>
                <a:ea typeface="Yu Gothic UI"/>
                <a:cs typeface="Yu Gothic UI"/>
              </a:defRPr>
            </a:pPr>
            <a:r>
              <a:rPr sz="705" b="1">
                <a:solidFill>
                  <a:srgbClr val="4472C4"/>
                </a:solidFill>
                <a:latin typeface="Yu Gothic UI"/>
                <a:ea typeface="Yu Gothic UI"/>
                <a:cs typeface="Yu Gothic UI"/>
              </a:rPr>
              <a:t>完了条件</a:t>
            </a:r>
          </a:p>
        </p:txBody>
      </p:sp>
      <p:sp>
        <p:nvSpPr>
          <p:cNvPr id="9" name="正方形/長方形 8">
            <a:extLst>
              <a:ext uri="{FF2B5EF4-FFF2-40B4-BE49-F238E27FC236}">
                <a16:creationId xmlns:a16="http://schemas.microsoft.com/office/drawing/2014/main" id="{F7B9D7AE-2099-40F7-886E-C0B5192B095E}"/>
              </a:ext>
            </a:extLst>
          </p:cNvPr>
          <p:cNvSpPr>
            <a:spLocks noGrp="1"/>
          </p:cNvSpPr>
          <p:nvPr/>
        </p:nvSpPr>
        <p:spPr>
          <a:xfrm>
            <a:off x="990600" y="3171825"/>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NGINX のページが表示される</a:t>
            </a:r>
          </a:p>
        </p:txBody>
      </p:sp>
      <p:sp>
        <p:nvSpPr>
          <p:cNvPr id="10" name="正方形/長方形 9">
            <a:extLst>
              <a:ext uri="{FF2B5EF4-FFF2-40B4-BE49-F238E27FC236}">
                <a16:creationId xmlns:a16="http://schemas.microsoft.com/office/drawing/2014/main" id="{A2AA6ECB-C817-438C-AA54-93B6A8932AD9}"/>
              </a:ext>
            </a:extLst>
          </p:cNvPr>
          <p:cNvSpPr>
            <a:spLocks noGrp="1"/>
          </p:cNvSpPr>
          <p:nvPr/>
        </p:nvSpPr>
        <p:spPr>
          <a:xfrm>
            <a:off x="990600" y="3562350"/>
            <a:ext cx="36957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5" b="0">
                <a:solidFill>
                  <a:srgbClr val="344054"/>
                </a:solidFill>
                <a:latin typeface="Yu Gothic UI"/>
                <a:ea typeface="Yu Gothic UI"/>
                <a:cs typeface="Yu Gothic UI"/>
              </a:defRPr>
            </a:pPr>
            <a:r>
              <a:rPr sz="855" b="0">
                <a:solidFill>
                  <a:srgbClr val="344054"/>
                </a:solidFill>
                <a:latin typeface="Yu Gothic UI"/>
                <a:ea typeface="Yu Gothic UI"/>
                <a:cs typeface="Yu Gothic UI"/>
              </a:rPr>
              <a:t>表示できれば、ブラウザー、公開ポート、ACI、コンテナイメージの流れがつながっています。</a:t>
            </a:r>
          </a:p>
        </p:txBody>
      </p:sp>
      <p:sp>
        <p:nvSpPr>
          <p:cNvPr id="13" name="正方形/長方形 12">
            <a:extLst>
              <a:ext uri="{FF2B5EF4-FFF2-40B4-BE49-F238E27FC236}">
                <a16:creationId xmlns:a16="http://schemas.microsoft.com/office/drawing/2014/main" id="{BA730307-0DE6-44F1-BB35-BFF36E63192C}"/>
              </a:ext>
            </a:extLst>
          </p:cNvPr>
          <p:cNvSpPr>
            <a:spLocks noGrp="1"/>
          </p:cNvSpPr>
          <p:nvPr/>
        </p:nvSpPr>
        <p:spPr>
          <a:xfrm>
            <a:off x="5524500" y="521970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ブラウザーで NGINX のページを確認する</a:t>
            </a:r>
          </a:p>
        </p:txBody>
      </p:sp>
      <p:sp>
        <p:nvSpPr>
          <p:cNvPr id="17" name="正方形/長方形 16">
            <a:extLst>
              <a:ext uri="{FF2B5EF4-FFF2-40B4-BE49-F238E27FC236}">
                <a16:creationId xmlns:a16="http://schemas.microsoft.com/office/drawing/2014/main" id="{7153182E-9996-3455-AAC8-39916BEC7C56}"/>
              </a:ext>
            </a:extLst>
          </p:cNvPr>
          <p:cNvSpPr/>
          <p:nvPr/>
        </p:nvSpPr>
        <p:spPr>
          <a:xfrm>
            <a:off x="6566411" y="2014538"/>
            <a:ext cx="3472324" cy="11906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0F6873E1-48FE-16A0-4A9B-37B6357E136B}"/>
              </a:ext>
            </a:extLst>
          </p:cNvPr>
          <p:cNvSpPr/>
          <p:nvPr/>
        </p:nvSpPr>
        <p:spPr>
          <a:xfrm>
            <a:off x="5600701" y="1397180"/>
            <a:ext cx="3200738" cy="434616"/>
          </a:xfrm>
          <a:prstGeom prst="wedgeRectCallout">
            <a:avLst>
              <a:gd name="adj1" fmla="val 33534"/>
              <a:gd name="adj2" fmla="val 8059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ブラウザから</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http://&lt;ACI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FQDN&gt;/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にアクセス</a:t>
            </a:r>
          </a:p>
        </p:txBody>
      </p:sp>
      <p:sp>
        <p:nvSpPr>
          <p:cNvPr id="20" name="正方形/長方形 19">
            <a:extLst>
              <a:ext uri="{FF2B5EF4-FFF2-40B4-BE49-F238E27FC236}">
                <a16:creationId xmlns:a16="http://schemas.microsoft.com/office/drawing/2014/main" id="{612FE132-E6AA-759D-8A46-03F717F833A5}"/>
              </a:ext>
            </a:extLst>
          </p:cNvPr>
          <p:cNvSpPr/>
          <p:nvPr/>
        </p:nvSpPr>
        <p:spPr>
          <a:xfrm>
            <a:off x="5755248" y="2267181"/>
            <a:ext cx="5446151" cy="245722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84B838DB-E8DB-A89A-15E9-1F785378B02A}"/>
              </a:ext>
            </a:extLst>
          </p:cNvPr>
          <p:cNvSpPr/>
          <p:nvPr/>
        </p:nvSpPr>
        <p:spPr>
          <a:xfrm>
            <a:off x="3365673" y="4948776"/>
            <a:ext cx="3200738" cy="434616"/>
          </a:xfrm>
          <a:prstGeom prst="wedgeRectCallout">
            <a:avLst>
              <a:gd name="adj1" fmla="val 33534"/>
              <a:gd name="adj2" fmla="val -7549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カスタマイズした</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NGINX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のトップページが表示される</a:t>
            </a:r>
          </a:p>
        </p:txBody>
      </p:sp>
    </p:spTree>
    <p:extLst>
      <p:ext uri="{BB962C8B-B14F-4D97-AF65-F5344CB8AC3E}">
        <p14:creationId xmlns:p14="http://schemas.microsoft.com/office/powerpoint/2010/main" val="1186077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655D1FDE-6C45-4626-9006-375926957FF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表示されないときの見方</a:t>
            </a:r>
          </a:p>
        </p:txBody>
      </p:sp>
      <p:sp>
        <p:nvSpPr>
          <p:cNvPr id="2" name="正方形/長方形 1">
            <a:extLst>
              <a:ext uri="{FF2B5EF4-FFF2-40B4-BE49-F238E27FC236}">
                <a16:creationId xmlns:a16="http://schemas.microsoft.com/office/drawing/2014/main" id="{490EFF68-BF8B-426D-813B-554FAB216B5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3DF64093-F4C1-497A-93FF-AEDED4E9B29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E76CFC4-A232-47A8-AAFF-FB2808250217}"/>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画面が出ない場合は、状態、宛先、アクセス方法、ポート、イメージ取得の順に確認します。焦って設定を増やさず、手前から切り分けます。</a:t>
            </a:r>
          </a:p>
        </p:txBody>
      </p:sp>
      <p:sp>
        <p:nvSpPr>
          <p:cNvPr id="6" name="正方形/長方形 5">
            <a:extLst>
              <a:ext uri="{FF2B5EF4-FFF2-40B4-BE49-F238E27FC236}">
                <a16:creationId xmlns:a16="http://schemas.microsoft.com/office/drawing/2014/main" id="{65BA9DBD-49F8-474A-BD98-FA328D6CB635}"/>
              </a:ext>
            </a:extLst>
          </p:cNvPr>
          <p:cNvSpPr>
            <a:spLocks noGrp="1"/>
          </p:cNvSpPr>
          <p:nvPr/>
        </p:nvSpPr>
        <p:spPr>
          <a:xfrm>
            <a:off x="2381250" y="2190750"/>
            <a:ext cx="7429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4472C4"/>
                </a:solidFill>
                <a:latin typeface="Yu Gothic UI"/>
                <a:ea typeface="Yu Gothic UI"/>
                <a:cs typeface="Yu Gothic UI"/>
              </a:defRPr>
            </a:pPr>
            <a:r>
              <a:rPr sz="1350" b="1">
                <a:solidFill>
                  <a:srgbClr val="4472C4"/>
                </a:solidFill>
                <a:latin typeface="Yu Gothic UI"/>
                <a:ea typeface="Yu Gothic UI"/>
                <a:cs typeface="Yu Gothic UI"/>
              </a:rPr>
              <a:t>表示されないときは、手前から順に確認する</a:t>
            </a:r>
          </a:p>
        </p:txBody>
      </p:sp>
      <p:sp>
        <p:nvSpPr>
          <p:cNvPr id="7" name="正方形/長方形 6">
            <a:extLst>
              <a:ext uri="{FF2B5EF4-FFF2-40B4-BE49-F238E27FC236}">
                <a16:creationId xmlns:a16="http://schemas.microsoft.com/office/drawing/2014/main" id="{13062BC0-DE67-478B-93AC-403271B01D6C}"/>
              </a:ext>
            </a:extLst>
          </p:cNvPr>
          <p:cNvSpPr>
            <a:spLocks noGrp="1"/>
          </p:cNvSpPr>
          <p:nvPr/>
        </p:nvSpPr>
        <p:spPr>
          <a:xfrm>
            <a:off x="1143000" y="2876550"/>
            <a:ext cx="2857500" cy="2038350"/>
          </a:xfrm>
          <a:prstGeom prst="rect">
            <a:avLst/>
          </a:prstGeom>
          <a:solidFill>
            <a:srgbClr val="E7F5F2"/>
          </a:solidFill>
          <a:ln w="13335">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4999B892-63E3-469E-8101-93131DE9BF0F}"/>
              </a:ext>
            </a:extLst>
          </p:cNvPr>
          <p:cNvSpPr>
            <a:spLocks noGrp="1"/>
          </p:cNvSpPr>
          <p:nvPr/>
        </p:nvSpPr>
        <p:spPr>
          <a:xfrm>
            <a:off x="1314450" y="3048000"/>
            <a:ext cx="2514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F2937"/>
                </a:solidFill>
                <a:latin typeface="Yu Gothic UI"/>
                <a:ea typeface="Yu Gothic UI"/>
                <a:cs typeface="Yu Gothic UI"/>
              </a:defRPr>
            </a:pPr>
            <a:r>
              <a:rPr sz="1125" b="1">
                <a:solidFill>
                  <a:srgbClr val="1F2937"/>
                </a:solidFill>
                <a:latin typeface="Yu Gothic UI"/>
                <a:ea typeface="Yu Gothic UI"/>
                <a:cs typeface="Yu Gothic UI"/>
              </a:rPr>
              <a:t>ACI 側</a:t>
            </a:r>
          </a:p>
        </p:txBody>
      </p:sp>
      <p:sp>
        <p:nvSpPr>
          <p:cNvPr id="9" name="正方形/長方形 8">
            <a:extLst>
              <a:ext uri="{FF2B5EF4-FFF2-40B4-BE49-F238E27FC236}">
                <a16:creationId xmlns:a16="http://schemas.microsoft.com/office/drawing/2014/main" id="{7BAB8A50-9F6C-4F51-ACD9-DDFD6AC02AC8}"/>
              </a:ext>
            </a:extLst>
          </p:cNvPr>
          <p:cNvSpPr>
            <a:spLocks noGrp="1"/>
          </p:cNvSpPr>
          <p:nvPr/>
        </p:nvSpPr>
        <p:spPr>
          <a:xfrm>
            <a:off x="1447800" y="3448050"/>
            <a:ext cx="2247900" cy="266700"/>
          </a:xfrm>
          <a:prstGeom prst="rect">
            <a:avLst/>
          </a:prstGeom>
          <a:solidFill>
            <a:srgbClr val="FFFFFF"/>
          </a:solidFill>
          <a:ln w="7620">
            <a:solidFill>
              <a:srgbClr val="D0D5DD"/>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82BE0E47-4ECF-477B-A6CD-17F7524E9CE1}"/>
              </a:ext>
            </a:extLst>
          </p:cNvPr>
          <p:cNvSpPr>
            <a:spLocks noGrp="1"/>
          </p:cNvSpPr>
          <p:nvPr/>
        </p:nvSpPr>
        <p:spPr>
          <a:xfrm>
            <a:off x="1543050" y="3495675"/>
            <a:ext cx="20574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0">
                <a:solidFill>
                  <a:srgbClr val="344054"/>
                </a:solidFill>
                <a:latin typeface="Yu Gothic UI"/>
                <a:ea typeface="Yu Gothic UI"/>
                <a:cs typeface="Yu Gothic UI"/>
              </a:defRPr>
            </a:pPr>
            <a:r>
              <a:rPr sz="900" b="0">
                <a:solidFill>
                  <a:srgbClr val="344054"/>
                </a:solidFill>
                <a:latin typeface="Yu Gothic UI"/>
                <a:ea typeface="Yu Gothic UI"/>
                <a:cs typeface="Yu Gothic UI"/>
              </a:rPr>
              <a:t>1. Running か</a:t>
            </a:r>
          </a:p>
        </p:txBody>
      </p:sp>
      <p:sp>
        <p:nvSpPr>
          <p:cNvPr id="11" name="正方形/長方形 10">
            <a:extLst>
              <a:ext uri="{FF2B5EF4-FFF2-40B4-BE49-F238E27FC236}">
                <a16:creationId xmlns:a16="http://schemas.microsoft.com/office/drawing/2014/main" id="{A8266469-324F-4F19-8ECE-63BA2A993764}"/>
              </a:ext>
            </a:extLst>
          </p:cNvPr>
          <p:cNvSpPr>
            <a:spLocks noGrp="1"/>
          </p:cNvSpPr>
          <p:nvPr/>
        </p:nvSpPr>
        <p:spPr>
          <a:xfrm>
            <a:off x="1447800" y="3790950"/>
            <a:ext cx="2247900" cy="266700"/>
          </a:xfrm>
          <a:prstGeom prst="rect">
            <a:avLst/>
          </a:prstGeom>
          <a:solidFill>
            <a:srgbClr val="FFFFFF"/>
          </a:solidFill>
          <a:ln w="7620">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8CFD8634-9AC4-420A-9540-1D7BB4E6BC0F}"/>
              </a:ext>
            </a:extLst>
          </p:cNvPr>
          <p:cNvSpPr>
            <a:spLocks noGrp="1"/>
          </p:cNvSpPr>
          <p:nvPr/>
        </p:nvSpPr>
        <p:spPr>
          <a:xfrm>
            <a:off x="1543050" y="3838575"/>
            <a:ext cx="20574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0">
                <a:solidFill>
                  <a:srgbClr val="344054"/>
                </a:solidFill>
                <a:latin typeface="Yu Gothic UI"/>
                <a:ea typeface="Yu Gothic UI"/>
                <a:cs typeface="Yu Gothic UI"/>
              </a:defRPr>
            </a:pPr>
            <a:r>
              <a:rPr sz="900" b="0">
                <a:solidFill>
                  <a:srgbClr val="344054"/>
                </a:solidFill>
                <a:latin typeface="Yu Gothic UI"/>
                <a:ea typeface="Yu Gothic UI"/>
                <a:cs typeface="Yu Gothic UI"/>
              </a:rPr>
              <a:t>2. FQDN か</a:t>
            </a:r>
          </a:p>
        </p:txBody>
      </p:sp>
      <p:sp>
        <p:nvSpPr>
          <p:cNvPr id="13" name="正方形/長方形 12">
            <a:extLst>
              <a:ext uri="{FF2B5EF4-FFF2-40B4-BE49-F238E27FC236}">
                <a16:creationId xmlns:a16="http://schemas.microsoft.com/office/drawing/2014/main" id="{E4FFF903-0344-4FE7-A23A-725115D7B64B}"/>
              </a:ext>
            </a:extLst>
          </p:cNvPr>
          <p:cNvSpPr>
            <a:spLocks noGrp="1"/>
          </p:cNvSpPr>
          <p:nvPr/>
        </p:nvSpPr>
        <p:spPr>
          <a:xfrm>
            <a:off x="1447800" y="4133850"/>
            <a:ext cx="2247900" cy="266700"/>
          </a:xfrm>
          <a:prstGeom prst="rect">
            <a:avLst/>
          </a:prstGeom>
          <a:solidFill>
            <a:srgbClr val="FFFFFF"/>
          </a:solidFill>
          <a:ln w="7620">
            <a:solidFill>
              <a:srgbClr val="D0D5DD"/>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751A3AD8-4AE4-44D5-A0E2-CF545AA5B9C3}"/>
              </a:ext>
            </a:extLst>
          </p:cNvPr>
          <p:cNvSpPr>
            <a:spLocks noGrp="1"/>
          </p:cNvSpPr>
          <p:nvPr/>
        </p:nvSpPr>
        <p:spPr>
          <a:xfrm>
            <a:off x="1543050" y="4181475"/>
            <a:ext cx="20574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0">
                <a:solidFill>
                  <a:srgbClr val="344054"/>
                </a:solidFill>
                <a:latin typeface="Yu Gothic UI"/>
                <a:ea typeface="Yu Gothic UI"/>
                <a:cs typeface="Yu Gothic UI"/>
              </a:defRPr>
            </a:pPr>
            <a:r>
              <a:rPr sz="900" b="0">
                <a:solidFill>
                  <a:srgbClr val="344054"/>
                </a:solidFill>
                <a:latin typeface="Yu Gothic UI"/>
                <a:ea typeface="Yu Gothic UI"/>
                <a:cs typeface="Yu Gothic UI"/>
              </a:rPr>
              <a:t>3. HTTP か</a:t>
            </a:r>
          </a:p>
        </p:txBody>
      </p:sp>
      <p:sp>
        <p:nvSpPr>
          <p:cNvPr id="15" name="正方形/長方形 14">
            <a:extLst>
              <a:ext uri="{FF2B5EF4-FFF2-40B4-BE49-F238E27FC236}">
                <a16:creationId xmlns:a16="http://schemas.microsoft.com/office/drawing/2014/main" id="{D78E6CA4-05E0-4991-AF74-C9477085B85F}"/>
              </a:ext>
            </a:extLst>
          </p:cNvPr>
          <p:cNvSpPr>
            <a:spLocks noGrp="1"/>
          </p:cNvSpPr>
          <p:nvPr/>
        </p:nvSpPr>
        <p:spPr>
          <a:xfrm>
            <a:off x="1447800" y="4476750"/>
            <a:ext cx="2247900" cy="266700"/>
          </a:xfrm>
          <a:prstGeom prst="rect">
            <a:avLst/>
          </a:prstGeom>
          <a:solidFill>
            <a:srgbClr val="FFFFFF"/>
          </a:solidFill>
          <a:ln w="7620">
            <a:solidFill>
              <a:srgbClr val="D0D5DD"/>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DB5BA032-D36F-44F6-8F8E-0C8575582B63}"/>
              </a:ext>
            </a:extLst>
          </p:cNvPr>
          <p:cNvSpPr>
            <a:spLocks noGrp="1"/>
          </p:cNvSpPr>
          <p:nvPr/>
        </p:nvSpPr>
        <p:spPr>
          <a:xfrm>
            <a:off x="1543050" y="4524375"/>
            <a:ext cx="20574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0">
                <a:solidFill>
                  <a:srgbClr val="344054"/>
                </a:solidFill>
                <a:latin typeface="Yu Gothic UI"/>
                <a:ea typeface="Yu Gothic UI"/>
                <a:cs typeface="Yu Gothic UI"/>
              </a:defRPr>
            </a:pPr>
            <a:r>
              <a:rPr sz="900" b="0">
                <a:solidFill>
                  <a:srgbClr val="344054"/>
                </a:solidFill>
                <a:latin typeface="Yu Gothic UI"/>
                <a:ea typeface="Yu Gothic UI"/>
                <a:cs typeface="Yu Gothic UI"/>
              </a:rPr>
              <a:t>4. TCP 80 か</a:t>
            </a:r>
          </a:p>
        </p:txBody>
      </p:sp>
      <p:sp>
        <p:nvSpPr>
          <p:cNvPr id="17" name="正方形/長方形 16">
            <a:extLst>
              <a:ext uri="{FF2B5EF4-FFF2-40B4-BE49-F238E27FC236}">
                <a16:creationId xmlns:a16="http://schemas.microsoft.com/office/drawing/2014/main" id="{0371E711-4FF1-4F00-8307-AE1055F61AB4}"/>
              </a:ext>
            </a:extLst>
          </p:cNvPr>
          <p:cNvSpPr>
            <a:spLocks noGrp="1"/>
          </p:cNvSpPr>
          <p:nvPr/>
        </p:nvSpPr>
        <p:spPr>
          <a:xfrm>
            <a:off x="4171950" y="3762375"/>
            <a:ext cx="4191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800" b="0">
                <a:solidFill>
                  <a:srgbClr val="4472C4"/>
                </a:solidFill>
                <a:latin typeface="Yu Gothic UI"/>
                <a:ea typeface="Yu Gothic UI"/>
                <a:cs typeface="Yu Gothic UI"/>
              </a:defRPr>
            </a:pPr>
            <a:r>
              <a:rPr sz="1800" b="0">
                <a:solidFill>
                  <a:srgbClr val="4472C4"/>
                </a:solidFill>
                <a:latin typeface="Yu Gothic UI"/>
                <a:ea typeface="Yu Gothic UI"/>
                <a:cs typeface="Yu Gothic UI"/>
              </a:rPr>
              <a:t>→</a:t>
            </a:r>
          </a:p>
        </p:txBody>
      </p:sp>
      <p:sp>
        <p:nvSpPr>
          <p:cNvPr id="18" name="正方形/長方形 17">
            <a:extLst>
              <a:ext uri="{FF2B5EF4-FFF2-40B4-BE49-F238E27FC236}">
                <a16:creationId xmlns:a16="http://schemas.microsoft.com/office/drawing/2014/main" id="{823B2E0B-DF25-4741-9962-319E3A57525E}"/>
              </a:ext>
            </a:extLst>
          </p:cNvPr>
          <p:cNvSpPr>
            <a:spLocks noGrp="1"/>
          </p:cNvSpPr>
          <p:nvPr/>
        </p:nvSpPr>
        <p:spPr>
          <a:xfrm>
            <a:off x="4781550" y="3143250"/>
            <a:ext cx="2857500" cy="1428750"/>
          </a:xfrm>
          <a:prstGeom prst="rect">
            <a:avLst/>
          </a:prstGeom>
          <a:solidFill>
            <a:srgbClr val="EAF1FB"/>
          </a:solidFill>
          <a:ln w="13335">
            <a:solidFill>
              <a:srgbClr val="4472C4"/>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7CEA7AFB-0831-485F-828E-9D472E563A64}"/>
              </a:ext>
            </a:extLst>
          </p:cNvPr>
          <p:cNvSpPr>
            <a:spLocks noGrp="1"/>
          </p:cNvSpPr>
          <p:nvPr/>
        </p:nvSpPr>
        <p:spPr>
          <a:xfrm>
            <a:off x="4953000" y="3314700"/>
            <a:ext cx="2514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F2937"/>
                </a:solidFill>
                <a:latin typeface="Yu Gothic UI"/>
                <a:ea typeface="Yu Gothic UI"/>
                <a:cs typeface="Yu Gothic UI"/>
              </a:defRPr>
            </a:pPr>
            <a:r>
              <a:rPr sz="1125" b="1">
                <a:solidFill>
                  <a:srgbClr val="1F2937"/>
                </a:solidFill>
                <a:latin typeface="Yu Gothic UI"/>
                <a:ea typeface="Yu Gothic UI"/>
                <a:cs typeface="Yu Gothic UI"/>
              </a:rPr>
              <a:t>ACR / イメージ側</a:t>
            </a:r>
          </a:p>
        </p:txBody>
      </p:sp>
      <p:sp>
        <p:nvSpPr>
          <p:cNvPr id="20" name="正方形/長方形 19">
            <a:extLst>
              <a:ext uri="{FF2B5EF4-FFF2-40B4-BE49-F238E27FC236}">
                <a16:creationId xmlns:a16="http://schemas.microsoft.com/office/drawing/2014/main" id="{B28C2860-66EC-402F-B32B-3380546EBEE7}"/>
              </a:ext>
            </a:extLst>
          </p:cNvPr>
          <p:cNvSpPr>
            <a:spLocks noGrp="1"/>
          </p:cNvSpPr>
          <p:nvPr/>
        </p:nvSpPr>
        <p:spPr>
          <a:xfrm>
            <a:off x="5086350" y="3714750"/>
            <a:ext cx="2247900" cy="266700"/>
          </a:xfrm>
          <a:prstGeom prst="rect">
            <a:avLst/>
          </a:prstGeom>
          <a:solidFill>
            <a:srgbClr val="FFFFFF"/>
          </a:solidFill>
          <a:ln w="7620">
            <a:solidFill>
              <a:srgbClr val="D0D5DD"/>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7730CF80-09A4-488C-B6B4-95157DDFB01F}"/>
              </a:ext>
            </a:extLst>
          </p:cNvPr>
          <p:cNvSpPr>
            <a:spLocks noGrp="1"/>
          </p:cNvSpPr>
          <p:nvPr/>
        </p:nvSpPr>
        <p:spPr>
          <a:xfrm>
            <a:off x="5181600" y="3762375"/>
            <a:ext cx="20574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0">
                <a:solidFill>
                  <a:srgbClr val="344054"/>
                </a:solidFill>
                <a:latin typeface="Yu Gothic UI"/>
                <a:ea typeface="Yu Gothic UI"/>
                <a:cs typeface="Yu Gothic UI"/>
              </a:defRPr>
            </a:pPr>
            <a:r>
              <a:rPr sz="900" b="0">
                <a:solidFill>
                  <a:srgbClr val="344054"/>
                </a:solidFill>
                <a:latin typeface="Yu Gothic UI"/>
                <a:ea typeface="Yu Gothic UI"/>
                <a:cs typeface="Yu Gothic UI"/>
              </a:rPr>
              <a:t>5. イメージ名とタグ</a:t>
            </a:r>
          </a:p>
        </p:txBody>
      </p:sp>
      <p:sp>
        <p:nvSpPr>
          <p:cNvPr id="22" name="正方形/長方形 21">
            <a:extLst>
              <a:ext uri="{FF2B5EF4-FFF2-40B4-BE49-F238E27FC236}">
                <a16:creationId xmlns:a16="http://schemas.microsoft.com/office/drawing/2014/main" id="{D45740CF-798A-433C-8543-64E7BEA95438}"/>
              </a:ext>
            </a:extLst>
          </p:cNvPr>
          <p:cNvSpPr>
            <a:spLocks noGrp="1"/>
          </p:cNvSpPr>
          <p:nvPr/>
        </p:nvSpPr>
        <p:spPr>
          <a:xfrm>
            <a:off x="5086350" y="4057650"/>
            <a:ext cx="2247900" cy="266700"/>
          </a:xfrm>
          <a:prstGeom prst="rect">
            <a:avLst/>
          </a:prstGeom>
          <a:solidFill>
            <a:srgbClr val="FFFFFF"/>
          </a:solidFill>
          <a:ln w="7620">
            <a:solidFill>
              <a:srgbClr val="D0D5DD"/>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132B0249-E0D6-452C-9C40-1EAA4B4E953E}"/>
              </a:ext>
            </a:extLst>
          </p:cNvPr>
          <p:cNvSpPr>
            <a:spLocks noGrp="1"/>
          </p:cNvSpPr>
          <p:nvPr/>
        </p:nvSpPr>
        <p:spPr>
          <a:xfrm>
            <a:off x="5181600" y="4105275"/>
            <a:ext cx="20574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0">
                <a:solidFill>
                  <a:srgbClr val="344054"/>
                </a:solidFill>
                <a:latin typeface="Yu Gothic UI"/>
                <a:ea typeface="Yu Gothic UI"/>
                <a:cs typeface="Yu Gothic UI"/>
              </a:defRPr>
            </a:pPr>
            <a:r>
              <a:rPr sz="900" b="0">
                <a:solidFill>
                  <a:srgbClr val="344054"/>
                </a:solidFill>
                <a:latin typeface="Yu Gothic UI"/>
                <a:ea typeface="Yu Gothic UI"/>
                <a:cs typeface="Yu Gothic UI"/>
              </a:rPr>
              <a:t>6. pull 権限</a:t>
            </a:r>
          </a:p>
        </p:txBody>
      </p:sp>
      <p:sp>
        <p:nvSpPr>
          <p:cNvPr id="24" name="正方形/長方形 23">
            <a:extLst>
              <a:ext uri="{FF2B5EF4-FFF2-40B4-BE49-F238E27FC236}">
                <a16:creationId xmlns:a16="http://schemas.microsoft.com/office/drawing/2014/main" id="{3D9B573F-3A15-4B20-B6A1-0863AC070950}"/>
              </a:ext>
            </a:extLst>
          </p:cNvPr>
          <p:cNvSpPr>
            <a:spLocks noGrp="1"/>
          </p:cNvSpPr>
          <p:nvPr/>
        </p:nvSpPr>
        <p:spPr>
          <a:xfrm>
            <a:off x="7810500" y="3762375"/>
            <a:ext cx="4191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800" b="0">
                <a:solidFill>
                  <a:srgbClr val="4472C4"/>
                </a:solidFill>
                <a:latin typeface="Yu Gothic UI"/>
                <a:ea typeface="Yu Gothic UI"/>
                <a:cs typeface="Yu Gothic UI"/>
              </a:defRPr>
            </a:pPr>
            <a:r>
              <a:rPr sz="1800" b="0">
                <a:solidFill>
                  <a:srgbClr val="4472C4"/>
                </a:solidFill>
                <a:latin typeface="Yu Gothic UI"/>
                <a:ea typeface="Yu Gothic UI"/>
                <a:cs typeface="Yu Gothic UI"/>
              </a:rPr>
              <a:t>→</a:t>
            </a:r>
          </a:p>
        </p:txBody>
      </p:sp>
      <p:sp>
        <p:nvSpPr>
          <p:cNvPr id="25" name="正方形/長方形 24">
            <a:extLst>
              <a:ext uri="{FF2B5EF4-FFF2-40B4-BE49-F238E27FC236}">
                <a16:creationId xmlns:a16="http://schemas.microsoft.com/office/drawing/2014/main" id="{6420B85B-B6A6-4430-9AC1-340A484BB3A2}"/>
              </a:ext>
            </a:extLst>
          </p:cNvPr>
          <p:cNvSpPr>
            <a:spLocks noGrp="1"/>
          </p:cNvSpPr>
          <p:nvPr/>
        </p:nvSpPr>
        <p:spPr>
          <a:xfrm>
            <a:off x="8420100" y="3314700"/>
            <a:ext cx="2476500" cy="1066800"/>
          </a:xfrm>
          <a:prstGeom prst="rect">
            <a:avLst/>
          </a:prstGeom>
          <a:solidFill>
            <a:srgbClr val="FFF4E8"/>
          </a:solidFill>
          <a:ln w="13335">
            <a:solidFill>
              <a:srgbClr val="ED7D31"/>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06286E35-5AAA-485C-9011-E8EA3A12C2E1}"/>
              </a:ext>
            </a:extLst>
          </p:cNvPr>
          <p:cNvSpPr>
            <a:spLocks noGrp="1"/>
          </p:cNvSpPr>
          <p:nvPr/>
        </p:nvSpPr>
        <p:spPr>
          <a:xfrm>
            <a:off x="8591550" y="3486150"/>
            <a:ext cx="2133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F2937"/>
                </a:solidFill>
                <a:latin typeface="Yu Gothic UI"/>
                <a:ea typeface="Yu Gothic UI"/>
                <a:cs typeface="Yu Gothic UI"/>
              </a:defRPr>
            </a:pPr>
            <a:r>
              <a:rPr sz="1125" b="1">
                <a:solidFill>
                  <a:srgbClr val="1F2937"/>
                </a:solidFill>
                <a:latin typeface="Yu Gothic UI"/>
                <a:ea typeface="Yu Gothic UI"/>
                <a:cs typeface="Yu Gothic UI"/>
              </a:rPr>
              <a:t>時間内に戻れない</a:t>
            </a:r>
          </a:p>
        </p:txBody>
      </p:sp>
      <p:sp>
        <p:nvSpPr>
          <p:cNvPr id="27" name="正方形/長方形 26">
            <a:extLst>
              <a:ext uri="{FF2B5EF4-FFF2-40B4-BE49-F238E27FC236}">
                <a16:creationId xmlns:a16="http://schemas.microsoft.com/office/drawing/2014/main" id="{6C9D4FA6-8B57-4F37-BD14-A665CB268A75}"/>
              </a:ext>
            </a:extLst>
          </p:cNvPr>
          <p:cNvSpPr>
            <a:spLocks noGrp="1"/>
          </p:cNvSpPr>
          <p:nvPr/>
        </p:nvSpPr>
        <p:spPr>
          <a:xfrm>
            <a:off x="8724900" y="3886200"/>
            <a:ext cx="1866900" cy="266700"/>
          </a:xfrm>
          <a:prstGeom prst="rect">
            <a:avLst/>
          </a:prstGeom>
          <a:solidFill>
            <a:srgbClr val="FFFFFF"/>
          </a:solidFill>
          <a:ln w="7620">
            <a:solidFill>
              <a:srgbClr val="D0D5DD"/>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6CCDC85B-0EAF-4B12-B04B-89EFDB704562}"/>
              </a:ext>
            </a:extLst>
          </p:cNvPr>
          <p:cNvSpPr>
            <a:spLocks noGrp="1"/>
          </p:cNvSpPr>
          <p:nvPr/>
        </p:nvSpPr>
        <p:spPr>
          <a:xfrm>
            <a:off x="8820150" y="3933825"/>
            <a:ext cx="1676400" cy="1714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0">
                <a:solidFill>
                  <a:srgbClr val="344054"/>
                </a:solidFill>
                <a:latin typeface="Yu Gothic UI"/>
                <a:ea typeface="Yu Gothic UI"/>
                <a:cs typeface="Yu Gothic UI"/>
              </a:defRPr>
            </a:pPr>
            <a:r>
              <a:rPr sz="900" b="0">
                <a:solidFill>
                  <a:srgbClr val="344054"/>
                </a:solidFill>
                <a:latin typeface="Yu Gothic UI"/>
                <a:ea typeface="Yu Gothic UI"/>
                <a:cs typeface="Yu Gothic UI"/>
              </a:rPr>
              <a:t>7. 講師デモへ切替</a:t>
            </a:r>
          </a:p>
        </p:txBody>
      </p:sp>
      <p:sp>
        <p:nvSpPr>
          <p:cNvPr id="29" name="正方形/長方形 28">
            <a:extLst>
              <a:ext uri="{FF2B5EF4-FFF2-40B4-BE49-F238E27FC236}">
                <a16:creationId xmlns:a16="http://schemas.microsoft.com/office/drawing/2014/main" id="{5861657D-A323-4D53-858E-3495A82922B4}"/>
              </a:ext>
            </a:extLst>
          </p:cNvPr>
          <p:cNvSpPr>
            <a:spLocks noGrp="1"/>
          </p:cNvSpPr>
          <p:nvPr/>
        </p:nvSpPr>
        <p:spPr>
          <a:xfrm>
            <a:off x="2857500" y="5295900"/>
            <a:ext cx="6477000" cy="323850"/>
          </a:xfrm>
          <a:prstGeom prst="rect">
            <a:avLst/>
          </a:prstGeom>
          <a:solidFill>
            <a:srgbClr val="EAF1FB"/>
          </a:solidFill>
          <a:ln w="7620">
            <a:solidFill>
              <a:srgbClr val="D0D5DD"/>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A14BF792-D8B7-4C21-A22C-F5395E606705}"/>
              </a:ext>
            </a:extLst>
          </p:cNvPr>
          <p:cNvSpPr>
            <a:spLocks noGrp="1"/>
          </p:cNvSpPr>
          <p:nvPr/>
        </p:nvSpPr>
        <p:spPr>
          <a:xfrm>
            <a:off x="3009900" y="5372100"/>
            <a:ext cx="6172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3" b="0">
                <a:solidFill>
                  <a:srgbClr val="344054"/>
                </a:solidFill>
                <a:latin typeface="Yu Gothic UI"/>
                <a:ea typeface="Yu Gothic UI"/>
                <a:cs typeface="Yu Gothic UI"/>
              </a:defRPr>
            </a:pPr>
            <a:r>
              <a:rPr sz="863" b="0">
                <a:solidFill>
                  <a:srgbClr val="344054"/>
                </a:solidFill>
                <a:latin typeface="Yu Gothic UI"/>
                <a:ea typeface="Yu Gothic UI"/>
                <a:cs typeface="Yu Gothic UI"/>
              </a:rPr>
              <a:t>直せない場合も、作成途中リソースの削除確認は最後に行う</a:t>
            </a:r>
          </a:p>
        </p:txBody>
      </p:sp>
    </p:spTree>
    <p:extLst>
      <p:ext uri="{BB962C8B-B14F-4D97-AF65-F5344CB8AC3E}">
        <p14:creationId xmlns:p14="http://schemas.microsoft.com/office/powerpoint/2010/main" val="1186077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CC9FA4F-C99A-46EA-A489-C8F9C487A1E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ログとイベントを確認する</a:t>
            </a:r>
          </a:p>
        </p:txBody>
      </p:sp>
      <p:sp>
        <p:nvSpPr>
          <p:cNvPr id="2" name="正方形/長方形 1">
            <a:extLst>
              <a:ext uri="{FF2B5EF4-FFF2-40B4-BE49-F238E27FC236}">
                <a16:creationId xmlns:a16="http://schemas.microsoft.com/office/drawing/2014/main" id="{1860B4CA-E18E-492D-A29B-5C03E1CDEED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B4EF56F6-D3AA-4126-8635-BC18911DBC2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CF538C7-0145-453F-90A5-D4F31E9CAD16}"/>
              </a:ext>
            </a:extLst>
          </p:cNvPr>
          <p:cNvSpPr>
            <a:spLocks noGrp="1"/>
          </p:cNvSpPr>
          <p:nvPr/>
        </p:nvSpPr>
        <p:spPr>
          <a:xfrm>
            <a:off x="685800" y="1390650"/>
            <a:ext cx="42100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ACI では、コンテナのログやイベントから起動状態を確認できます。Image pull やコンテナ開始のイベントは切り分けの入口になります。</a:t>
            </a:r>
          </a:p>
        </p:txBody>
      </p:sp>
      <p:sp>
        <p:nvSpPr>
          <p:cNvPr id="6" name="正方形/長方形 5">
            <a:extLst>
              <a:ext uri="{FF2B5EF4-FFF2-40B4-BE49-F238E27FC236}">
                <a16:creationId xmlns:a16="http://schemas.microsoft.com/office/drawing/2014/main" id="{40E842F3-F39A-4CBB-83A1-30E0F1054F33}"/>
              </a:ext>
            </a:extLst>
          </p:cNvPr>
          <p:cNvSpPr>
            <a:spLocks noGrp="1"/>
          </p:cNvSpPr>
          <p:nvPr/>
        </p:nvSpPr>
        <p:spPr>
          <a:xfrm>
            <a:off x="819150" y="2571750"/>
            <a:ext cx="3924300" cy="1428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ブラウザー表示だけでなく Portal 側の状態も確認します。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Image pull の失敗は ACR やタグの確認につながります。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ログに秘密情報が含まれる場合は公開資料に残しません。</a:t>
            </a:r>
          </a:p>
        </p:txBody>
      </p:sp>
      <p:sp>
        <p:nvSpPr>
          <p:cNvPr id="7" name="正方形/長方形 6">
            <a:extLst>
              <a:ext uri="{FF2B5EF4-FFF2-40B4-BE49-F238E27FC236}">
                <a16:creationId xmlns:a16="http://schemas.microsoft.com/office/drawing/2014/main" id="{DC448040-7EF4-4A10-9D9E-17BFBA5914A2}"/>
              </a:ext>
            </a:extLst>
          </p:cNvPr>
          <p:cNvSpPr>
            <a:spLocks noGrp="1"/>
          </p:cNvSpPr>
          <p:nvPr/>
        </p:nvSpPr>
        <p:spPr>
          <a:xfrm>
            <a:off x="5334000" y="167640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p:cNvPicPr>
            <a:picLocks noChangeAspect="1"/>
          </p:cNvPicPr>
          <p:nvPr/>
        </p:nvPicPr>
        <p:blipFill>
          <a:blip r:embed="rId3"/>
          <a:stretch/>
        </p:blipFill>
        <p:spPr>
          <a:xfrm>
            <a:off x="5467350" y="1878806"/>
            <a:ext cx="5715000" cy="3214688"/>
          </a:xfrm>
          <a:prstGeom prst="rect">
            <a:avLst/>
          </a:prstGeom>
        </p:spPr>
      </p:pic>
      <p:sp>
        <p:nvSpPr>
          <p:cNvPr id="9" name="正方形/長方形 8">
            <a:extLst>
              <a:ext uri="{FF2B5EF4-FFF2-40B4-BE49-F238E27FC236}">
                <a16:creationId xmlns:a16="http://schemas.microsoft.com/office/drawing/2014/main" id="{B9E89006-8FAA-44BD-8A6E-D4FF45FBE22D}"/>
              </a:ext>
            </a:extLst>
          </p:cNvPr>
          <p:cNvSpPr>
            <a:spLocks noGrp="1"/>
          </p:cNvSpPr>
          <p:nvPr/>
        </p:nvSpPr>
        <p:spPr>
          <a:xfrm>
            <a:off x="5524500" y="521970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ログまたはイベントを確認する</a:t>
            </a:r>
          </a:p>
        </p:txBody>
      </p:sp>
      <p:sp>
        <p:nvSpPr>
          <p:cNvPr id="12" name="正方形/長方形 11">
            <a:extLst>
              <a:ext uri="{FF2B5EF4-FFF2-40B4-BE49-F238E27FC236}">
                <a16:creationId xmlns:a16="http://schemas.microsoft.com/office/drawing/2014/main" id="{0AC98525-7A26-774A-5669-7153D37B6B64}"/>
              </a:ext>
            </a:extLst>
          </p:cNvPr>
          <p:cNvSpPr/>
          <p:nvPr/>
        </p:nvSpPr>
        <p:spPr>
          <a:xfrm>
            <a:off x="501445" y="5495926"/>
            <a:ext cx="4562168" cy="866774"/>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rgbClr val="FF0000"/>
                </a:solidFill>
                <a:latin typeface="Yu Gothic UI" panose="020B0500000000000000" pitchFamily="34" charset="-128"/>
                <a:ea typeface="Yu Gothic UI" panose="020B0500000000000000" pitchFamily="34" charset="-128"/>
              </a:rPr>
              <a:t>どうしてもうまくいかない場合はログ設定を追加して</a:t>
            </a:r>
            <a:r>
              <a:rPr kumimoji="1" lang="en-US" altLang="ja-JP" dirty="0">
                <a:solidFill>
                  <a:srgbClr val="FF0000"/>
                </a:solidFill>
                <a:latin typeface="Yu Gothic UI" panose="020B0500000000000000" pitchFamily="34" charset="-128"/>
                <a:ea typeface="Yu Gothic UI" panose="020B0500000000000000" pitchFamily="34" charset="-128"/>
              </a:rPr>
              <a:t> ACI </a:t>
            </a:r>
            <a:r>
              <a:rPr kumimoji="1" lang="ja-JP" altLang="en-US">
                <a:solidFill>
                  <a:srgbClr val="FF0000"/>
                </a:solidFill>
                <a:latin typeface="Yu Gothic UI" panose="020B0500000000000000" pitchFamily="34" charset="-128"/>
                <a:ea typeface="Yu Gothic UI" panose="020B0500000000000000" pitchFamily="34" charset="-128"/>
              </a:rPr>
              <a:t>を構築し直し、解析を試みます</a:t>
            </a:r>
          </a:p>
        </p:txBody>
      </p:sp>
    </p:spTree>
    <p:extLst>
      <p:ext uri="{BB962C8B-B14F-4D97-AF65-F5344CB8AC3E}">
        <p14:creationId xmlns:p14="http://schemas.microsoft.com/office/powerpoint/2010/main" val="11860771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4B9EDF04-458B-45D7-B2FF-44EB35BD527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VM 構成と ACI 構成を比べる</a:t>
            </a:r>
          </a:p>
        </p:txBody>
      </p:sp>
      <p:sp>
        <p:nvSpPr>
          <p:cNvPr id="2" name="正方形/長方形 1">
            <a:extLst>
              <a:ext uri="{FF2B5EF4-FFF2-40B4-BE49-F238E27FC236}">
                <a16:creationId xmlns:a16="http://schemas.microsoft.com/office/drawing/2014/main" id="{8FBF4B7D-F0CE-4A39-B0BA-1DD9D92BCA7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A139EF3E-91FA-4E18-A115-3CB179AC123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83D52101-779A-4CF5-8F09-A83266DD437D}"/>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同じ NGINX 表示でも、利用者が意識する管理対象は変わります。第3回と第4回の体験を、実行単位と作成物で比較します。</a:t>
            </a:r>
          </a:p>
        </p:txBody>
      </p:sp>
      <p:sp>
        <p:nvSpPr>
          <p:cNvPr id="6" name="正方形/長方形 5">
            <a:extLst>
              <a:ext uri="{FF2B5EF4-FFF2-40B4-BE49-F238E27FC236}">
                <a16:creationId xmlns:a16="http://schemas.microsoft.com/office/drawing/2014/main" id="{EBBBE02B-B9E2-4313-8816-D892E92F217F}"/>
              </a:ext>
            </a:extLst>
          </p:cNvPr>
          <p:cNvSpPr>
            <a:spLocks noGrp="1"/>
          </p:cNvSpPr>
          <p:nvPr/>
        </p:nvSpPr>
        <p:spPr>
          <a:xfrm>
            <a:off x="876300" y="2038350"/>
            <a:ext cx="3479800" cy="400050"/>
          </a:xfrm>
          <a:prstGeom prst="rect">
            <a:avLst/>
          </a:prstGeom>
          <a:solidFill>
            <a:srgbClr val="244A8F"/>
          </a:solidFill>
          <a:ln w="11430">
            <a:solidFill>
              <a:srgbClr val="FFFFFF"/>
            </a:solidFill>
            <a:prstDash val="solid"/>
          </a:ln>
        </p:spPr>
        <p:txBody>
          <a:bodyPr/>
          <a:lstStyle/>
          <a:p>
            <a:endParaRPr lang="ja-JP" altLang="en-US" sz="3600"/>
          </a:p>
        </p:txBody>
      </p:sp>
      <p:sp>
        <p:nvSpPr>
          <p:cNvPr id="7" name="正方形/長方形 6">
            <a:extLst>
              <a:ext uri="{FF2B5EF4-FFF2-40B4-BE49-F238E27FC236}">
                <a16:creationId xmlns:a16="http://schemas.microsoft.com/office/drawing/2014/main" id="{A450D932-BC47-459F-99AE-F7B16BBC1D49}"/>
              </a:ext>
            </a:extLst>
          </p:cNvPr>
          <p:cNvSpPr>
            <a:spLocks noGrp="1"/>
          </p:cNvSpPr>
          <p:nvPr/>
        </p:nvSpPr>
        <p:spPr>
          <a:xfrm>
            <a:off x="9525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200" b="1">
                <a:solidFill>
                  <a:srgbClr val="FFFFFF"/>
                </a:solidFill>
                <a:latin typeface="Yu Gothic UI"/>
                <a:ea typeface="Yu Gothic UI"/>
                <a:cs typeface="Yu Gothic UI"/>
              </a:rPr>
              <a:t>観点</a:t>
            </a:r>
          </a:p>
        </p:txBody>
      </p:sp>
      <p:sp>
        <p:nvSpPr>
          <p:cNvPr id="8" name="正方形/長方形 7">
            <a:extLst>
              <a:ext uri="{FF2B5EF4-FFF2-40B4-BE49-F238E27FC236}">
                <a16:creationId xmlns:a16="http://schemas.microsoft.com/office/drawing/2014/main" id="{A6C199A0-5E3C-4ACD-913D-B4F3979E77F9}"/>
              </a:ext>
            </a:extLst>
          </p:cNvPr>
          <p:cNvSpPr>
            <a:spLocks noGrp="1"/>
          </p:cNvSpPr>
          <p:nvPr/>
        </p:nvSpPr>
        <p:spPr>
          <a:xfrm>
            <a:off x="4356100" y="2038350"/>
            <a:ext cx="3479800" cy="400050"/>
          </a:xfrm>
          <a:prstGeom prst="rect">
            <a:avLst/>
          </a:prstGeom>
          <a:solidFill>
            <a:srgbClr val="244A8F"/>
          </a:solidFill>
          <a:ln w="11430">
            <a:solidFill>
              <a:srgbClr val="FFFFFF"/>
            </a:solidFill>
            <a:prstDash val="solid"/>
          </a:ln>
        </p:spPr>
        <p:txBody>
          <a:bodyPr/>
          <a:lstStyle/>
          <a:p>
            <a:endParaRPr lang="ja-JP" altLang="en-US" sz="3600"/>
          </a:p>
        </p:txBody>
      </p:sp>
      <p:sp>
        <p:nvSpPr>
          <p:cNvPr id="9" name="正方形/長方形 8">
            <a:extLst>
              <a:ext uri="{FF2B5EF4-FFF2-40B4-BE49-F238E27FC236}">
                <a16:creationId xmlns:a16="http://schemas.microsoft.com/office/drawing/2014/main" id="{88551272-DAA4-4FF7-B47A-0121D2EF1AEE}"/>
              </a:ext>
            </a:extLst>
          </p:cNvPr>
          <p:cNvSpPr>
            <a:spLocks noGrp="1"/>
          </p:cNvSpPr>
          <p:nvPr/>
        </p:nvSpPr>
        <p:spPr>
          <a:xfrm>
            <a:off x="44323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200" b="1">
                <a:solidFill>
                  <a:srgbClr val="FFFFFF"/>
                </a:solidFill>
                <a:latin typeface="Yu Gothic UI"/>
                <a:ea typeface="Yu Gothic UI"/>
                <a:cs typeface="Yu Gothic UI"/>
              </a:rPr>
              <a:t>第3回: VM</a:t>
            </a:r>
          </a:p>
        </p:txBody>
      </p:sp>
      <p:sp>
        <p:nvSpPr>
          <p:cNvPr id="10" name="正方形/長方形 9">
            <a:extLst>
              <a:ext uri="{FF2B5EF4-FFF2-40B4-BE49-F238E27FC236}">
                <a16:creationId xmlns:a16="http://schemas.microsoft.com/office/drawing/2014/main" id="{784FEB99-4C7E-4D3A-BDF8-1582B92B3CEF}"/>
              </a:ext>
            </a:extLst>
          </p:cNvPr>
          <p:cNvSpPr>
            <a:spLocks noGrp="1"/>
          </p:cNvSpPr>
          <p:nvPr/>
        </p:nvSpPr>
        <p:spPr>
          <a:xfrm>
            <a:off x="7835900" y="2038350"/>
            <a:ext cx="3479800" cy="400050"/>
          </a:xfrm>
          <a:prstGeom prst="rect">
            <a:avLst/>
          </a:prstGeom>
          <a:solidFill>
            <a:srgbClr val="244A8F"/>
          </a:solidFill>
          <a:ln w="11430">
            <a:solidFill>
              <a:srgbClr val="FFFFFF"/>
            </a:solidFill>
            <a:prstDash val="solid"/>
          </a:ln>
        </p:spPr>
        <p:txBody>
          <a:bodyPr/>
          <a:lstStyle/>
          <a:p>
            <a:endParaRPr lang="ja-JP" altLang="en-US" sz="3600"/>
          </a:p>
        </p:txBody>
      </p:sp>
      <p:sp>
        <p:nvSpPr>
          <p:cNvPr id="11" name="正方形/長方形 10">
            <a:extLst>
              <a:ext uri="{FF2B5EF4-FFF2-40B4-BE49-F238E27FC236}">
                <a16:creationId xmlns:a16="http://schemas.microsoft.com/office/drawing/2014/main" id="{F1D28D91-DC12-4EE6-A17C-8802FA711136}"/>
              </a:ext>
            </a:extLst>
          </p:cNvPr>
          <p:cNvSpPr>
            <a:spLocks noGrp="1"/>
          </p:cNvSpPr>
          <p:nvPr/>
        </p:nvSpPr>
        <p:spPr>
          <a:xfrm>
            <a:off x="79121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200" b="1">
                <a:solidFill>
                  <a:srgbClr val="FFFFFF"/>
                </a:solidFill>
                <a:latin typeface="Yu Gothic UI"/>
                <a:ea typeface="Yu Gothic UI"/>
                <a:cs typeface="Yu Gothic UI"/>
              </a:rPr>
              <a:t>第4回: ACI</a:t>
            </a:r>
          </a:p>
        </p:txBody>
      </p:sp>
      <p:sp>
        <p:nvSpPr>
          <p:cNvPr id="12" name="正方形/長方形 11">
            <a:extLst>
              <a:ext uri="{FF2B5EF4-FFF2-40B4-BE49-F238E27FC236}">
                <a16:creationId xmlns:a16="http://schemas.microsoft.com/office/drawing/2014/main" id="{07B746F3-628C-4FF1-BC4E-A39D9CA2F104}"/>
              </a:ext>
            </a:extLst>
          </p:cNvPr>
          <p:cNvSpPr>
            <a:spLocks noGrp="1"/>
          </p:cNvSpPr>
          <p:nvPr/>
        </p:nvSpPr>
        <p:spPr>
          <a:xfrm>
            <a:off x="876300" y="2438400"/>
            <a:ext cx="3479800" cy="605790"/>
          </a:xfrm>
          <a:prstGeom prst="rect">
            <a:avLst/>
          </a:prstGeom>
          <a:solidFill>
            <a:srgbClr val="EAF1FB"/>
          </a:solidFill>
          <a:ln w="11430">
            <a:solidFill>
              <a:srgbClr val="FFFFFF"/>
            </a:solidFill>
            <a:prstDash val="solid"/>
          </a:ln>
        </p:spPr>
        <p:txBody>
          <a:bodyPr/>
          <a:lstStyle/>
          <a:p>
            <a:endParaRPr lang="ja-JP" altLang="en-US" sz="3600"/>
          </a:p>
        </p:txBody>
      </p:sp>
      <p:sp>
        <p:nvSpPr>
          <p:cNvPr id="13" name="正方形/長方形 12">
            <a:extLst>
              <a:ext uri="{FF2B5EF4-FFF2-40B4-BE49-F238E27FC236}">
                <a16:creationId xmlns:a16="http://schemas.microsoft.com/office/drawing/2014/main" id="{613219DE-2E73-4A84-8E4B-1726033DFFDD}"/>
              </a:ext>
            </a:extLst>
          </p:cNvPr>
          <p:cNvSpPr>
            <a:spLocks noGrp="1"/>
          </p:cNvSpPr>
          <p:nvPr/>
        </p:nvSpPr>
        <p:spPr>
          <a:xfrm>
            <a:off x="952500" y="248602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100" b="1">
                <a:solidFill>
                  <a:srgbClr val="344054"/>
                </a:solidFill>
                <a:latin typeface="Yu Gothic UI"/>
                <a:ea typeface="Yu Gothic UI"/>
                <a:cs typeface="Yu Gothic UI"/>
              </a:rPr>
              <a:t>実行単位</a:t>
            </a:r>
          </a:p>
        </p:txBody>
      </p:sp>
      <p:sp>
        <p:nvSpPr>
          <p:cNvPr id="14" name="正方形/長方形 13">
            <a:extLst>
              <a:ext uri="{FF2B5EF4-FFF2-40B4-BE49-F238E27FC236}">
                <a16:creationId xmlns:a16="http://schemas.microsoft.com/office/drawing/2014/main" id="{99D608C9-01C8-4021-AF1F-CA52113B40AB}"/>
              </a:ext>
            </a:extLst>
          </p:cNvPr>
          <p:cNvSpPr>
            <a:spLocks noGrp="1"/>
          </p:cNvSpPr>
          <p:nvPr/>
        </p:nvSpPr>
        <p:spPr>
          <a:xfrm>
            <a:off x="4356100" y="243840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15" name="正方形/長方形 14">
            <a:extLst>
              <a:ext uri="{FF2B5EF4-FFF2-40B4-BE49-F238E27FC236}">
                <a16:creationId xmlns:a16="http://schemas.microsoft.com/office/drawing/2014/main" id="{B7D27874-CC35-43BD-81AD-AD55C1C0957D}"/>
              </a:ext>
            </a:extLst>
          </p:cNvPr>
          <p:cNvSpPr>
            <a:spLocks noGrp="1"/>
          </p:cNvSpPr>
          <p:nvPr/>
        </p:nvSpPr>
        <p:spPr>
          <a:xfrm>
            <a:off x="4432300" y="248602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VM 上の OS と NGINX</a:t>
            </a:r>
          </a:p>
        </p:txBody>
      </p:sp>
      <p:sp>
        <p:nvSpPr>
          <p:cNvPr id="16" name="正方形/長方形 15">
            <a:extLst>
              <a:ext uri="{FF2B5EF4-FFF2-40B4-BE49-F238E27FC236}">
                <a16:creationId xmlns:a16="http://schemas.microsoft.com/office/drawing/2014/main" id="{CAE54C60-FD71-45CE-B5C3-6D1D11F0CADD}"/>
              </a:ext>
            </a:extLst>
          </p:cNvPr>
          <p:cNvSpPr>
            <a:spLocks noGrp="1"/>
          </p:cNvSpPr>
          <p:nvPr/>
        </p:nvSpPr>
        <p:spPr>
          <a:xfrm>
            <a:off x="7835900" y="243840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17" name="正方形/長方形 16">
            <a:extLst>
              <a:ext uri="{FF2B5EF4-FFF2-40B4-BE49-F238E27FC236}">
                <a16:creationId xmlns:a16="http://schemas.microsoft.com/office/drawing/2014/main" id="{39A5BA8E-9F79-411B-83C3-060C4653108D}"/>
              </a:ext>
            </a:extLst>
          </p:cNvPr>
          <p:cNvSpPr>
            <a:spLocks noGrp="1"/>
          </p:cNvSpPr>
          <p:nvPr/>
        </p:nvSpPr>
        <p:spPr>
          <a:xfrm>
            <a:off x="7912100" y="248602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コンテナイメージから起動した NGINX コンテナ</a:t>
            </a:r>
          </a:p>
        </p:txBody>
      </p:sp>
      <p:sp>
        <p:nvSpPr>
          <p:cNvPr id="18" name="正方形/長方形 17">
            <a:extLst>
              <a:ext uri="{FF2B5EF4-FFF2-40B4-BE49-F238E27FC236}">
                <a16:creationId xmlns:a16="http://schemas.microsoft.com/office/drawing/2014/main" id="{4E70D16C-D1F1-4BEB-A121-57AB6FC0052F}"/>
              </a:ext>
            </a:extLst>
          </p:cNvPr>
          <p:cNvSpPr>
            <a:spLocks noGrp="1"/>
          </p:cNvSpPr>
          <p:nvPr/>
        </p:nvSpPr>
        <p:spPr>
          <a:xfrm>
            <a:off x="876300" y="3044190"/>
            <a:ext cx="3479800" cy="605790"/>
          </a:xfrm>
          <a:prstGeom prst="rect">
            <a:avLst/>
          </a:prstGeom>
          <a:solidFill>
            <a:srgbClr val="EAF1FB"/>
          </a:solidFill>
          <a:ln w="11430">
            <a:solidFill>
              <a:srgbClr val="FFFFFF"/>
            </a:solidFill>
            <a:prstDash val="solid"/>
          </a:ln>
        </p:spPr>
        <p:txBody>
          <a:bodyPr/>
          <a:lstStyle/>
          <a:p>
            <a:endParaRPr lang="ja-JP" altLang="en-US" sz="3600"/>
          </a:p>
        </p:txBody>
      </p:sp>
      <p:sp>
        <p:nvSpPr>
          <p:cNvPr id="19" name="正方形/長方形 18">
            <a:extLst>
              <a:ext uri="{FF2B5EF4-FFF2-40B4-BE49-F238E27FC236}">
                <a16:creationId xmlns:a16="http://schemas.microsoft.com/office/drawing/2014/main" id="{64E1310D-0B1D-40FF-A4D1-6F689C5E57F3}"/>
              </a:ext>
            </a:extLst>
          </p:cNvPr>
          <p:cNvSpPr>
            <a:spLocks noGrp="1"/>
          </p:cNvSpPr>
          <p:nvPr/>
        </p:nvSpPr>
        <p:spPr>
          <a:xfrm>
            <a:off x="952500" y="309181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100" b="1">
                <a:solidFill>
                  <a:srgbClr val="344054"/>
                </a:solidFill>
                <a:latin typeface="Yu Gothic UI"/>
                <a:ea typeface="Yu Gothic UI"/>
                <a:cs typeface="Yu Gothic UI"/>
              </a:rPr>
              <a:t>作成時に意識したもの</a:t>
            </a:r>
          </a:p>
        </p:txBody>
      </p:sp>
      <p:sp>
        <p:nvSpPr>
          <p:cNvPr id="20" name="正方形/長方形 19">
            <a:extLst>
              <a:ext uri="{FF2B5EF4-FFF2-40B4-BE49-F238E27FC236}">
                <a16:creationId xmlns:a16="http://schemas.microsoft.com/office/drawing/2014/main" id="{28D914CF-07C6-4276-8BD6-D30D845CF426}"/>
              </a:ext>
            </a:extLst>
          </p:cNvPr>
          <p:cNvSpPr>
            <a:spLocks noGrp="1"/>
          </p:cNvSpPr>
          <p:nvPr/>
        </p:nvSpPr>
        <p:spPr>
          <a:xfrm>
            <a:off x="4356100" y="304419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21" name="正方形/長方形 20">
            <a:extLst>
              <a:ext uri="{FF2B5EF4-FFF2-40B4-BE49-F238E27FC236}">
                <a16:creationId xmlns:a16="http://schemas.microsoft.com/office/drawing/2014/main" id="{3FEC8281-CF09-40BD-BC26-A63031F67992}"/>
              </a:ext>
            </a:extLst>
          </p:cNvPr>
          <p:cNvSpPr>
            <a:spLocks noGrp="1"/>
          </p:cNvSpPr>
          <p:nvPr/>
        </p:nvSpPr>
        <p:spPr>
          <a:xfrm>
            <a:off x="4432300" y="309181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dirty="0" err="1">
                <a:solidFill>
                  <a:srgbClr val="344054"/>
                </a:solidFill>
                <a:latin typeface="Yu Gothic UI"/>
                <a:ea typeface="Yu Gothic UI"/>
                <a:cs typeface="Yu Gothic UI"/>
              </a:rPr>
              <a:t>VM、Disk、NIC、Public</a:t>
            </a:r>
            <a:r>
              <a:rPr sz="1100" b="0" dirty="0">
                <a:solidFill>
                  <a:srgbClr val="344054"/>
                </a:solidFill>
                <a:latin typeface="Yu Gothic UI"/>
                <a:ea typeface="Yu Gothic UI"/>
                <a:cs typeface="Yu Gothic UI"/>
              </a:rPr>
              <a:t> IP、NSG</a:t>
            </a:r>
          </a:p>
        </p:txBody>
      </p:sp>
      <p:sp>
        <p:nvSpPr>
          <p:cNvPr id="22" name="正方形/長方形 21">
            <a:extLst>
              <a:ext uri="{FF2B5EF4-FFF2-40B4-BE49-F238E27FC236}">
                <a16:creationId xmlns:a16="http://schemas.microsoft.com/office/drawing/2014/main" id="{D61C8DAA-9CC3-4E48-9449-8CE8EE37313F}"/>
              </a:ext>
            </a:extLst>
          </p:cNvPr>
          <p:cNvSpPr>
            <a:spLocks noGrp="1"/>
          </p:cNvSpPr>
          <p:nvPr/>
        </p:nvSpPr>
        <p:spPr>
          <a:xfrm>
            <a:off x="7835900" y="304419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23" name="正方形/長方形 22">
            <a:extLst>
              <a:ext uri="{FF2B5EF4-FFF2-40B4-BE49-F238E27FC236}">
                <a16:creationId xmlns:a16="http://schemas.microsoft.com/office/drawing/2014/main" id="{4E5AA844-BCDD-4146-AB1A-3F88EEB45E3A}"/>
              </a:ext>
            </a:extLst>
          </p:cNvPr>
          <p:cNvSpPr>
            <a:spLocks noGrp="1"/>
          </p:cNvSpPr>
          <p:nvPr/>
        </p:nvSpPr>
        <p:spPr>
          <a:xfrm>
            <a:off x="7912100" y="309181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ACI、イメージ、公開ポート、FQDN</a:t>
            </a:r>
          </a:p>
        </p:txBody>
      </p:sp>
      <p:sp>
        <p:nvSpPr>
          <p:cNvPr id="24" name="正方形/長方形 23">
            <a:extLst>
              <a:ext uri="{FF2B5EF4-FFF2-40B4-BE49-F238E27FC236}">
                <a16:creationId xmlns:a16="http://schemas.microsoft.com/office/drawing/2014/main" id="{02E6EB60-3C6E-433C-9ECE-5DE3DAD29368}"/>
              </a:ext>
            </a:extLst>
          </p:cNvPr>
          <p:cNvSpPr>
            <a:spLocks noGrp="1"/>
          </p:cNvSpPr>
          <p:nvPr/>
        </p:nvSpPr>
        <p:spPr>
          <a:xfrm>
            <a:off x="876300" y="3649980"/>
            <a:ext cx="3479800" cy="605790"/>
          </a:xfrm>
          <a:prstGeom prst="rect">
            <a:avLst/>
          </a:prstGeom>
          <a:solidFill>
            <a:srgbClr val="EAF1FB"/>
          </a:solidFill>
          <a:ln w="11430">
            <a:solidFill>
              <a:srgbClr val="FFFFFF"/>
            </a:solidFill>
            <a:prstDash val="solid"/>
          </a:ln>
        </p:spPr>
        <p:txBody>
          <a:bodyPr/>
          <a:lstStyle/>
          <a:p>
            <a:endParaRPr lang="ja-JP" altLang="en-US" sz="3600"/>
          </a:p>
        </p:txBody>
      </p:sp>
      <p:sp>
        <p:nvSpPr>
          <p:cNvPr id="25" name="正方形/長方形 24">
            <a:extLst>
              <a:ext uri="{FF2B5EF4-FFF2-40B4-BE49-F238E27FC236}">
                <a16:creationId xmlns:a16="http://schemas.microsoft.com/office/drawing/2014/main" id="{6F621DBA-82FF-4C98-869F-6E2379EC0A0D}"/>
              </a:ext>
            </a:extLst>
          </p:cNvPr>
          <p:cNvSpPr>
            <a:spLocks noGrp="1"/>
          </p:cNvSpPr>
          <p:nvPr/>
        </p:nvSpPr>
        <p:spPr>
          <a:xfrm>
            <a:off x="952500" y="369760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100" b="1">
                <a:solidFill>
                  <a:srgbClr val="344054"/>
                </a:solidFill>
                <a:latin typeface="Yu Gothic UI"/>
                <a:ea typeface="Yu Gothic UI"/>
                <a:cs typeface="Yu Gothic UI"/>
              </a:rPr>
              <a:t>NGINX の準備</a:t>
            </a:r>
          </a:p>
        </p:txBody>
      </p:sp>
      <p:sp>
        <p:nvSpPr>
          <p:cNvPr id="26" name="正方形/長方形 25">
            <a:extLst>
              <a:ext uri="{FF2B5EF4-FFF2-40B4-BE49-F238E27FC236}">
                <a16:creationId xmlns:a16="http://schemas.microsoft.com/office/drawing/2014/main" id="{4FB8CFFA-C3DA-405F-BBE6-9415A0D8F8F3}"/>
              </a:ext>
            </a:extLst>
          </p:cNvPr>
          <p:cNvSpPr>
            <a:spLocks noGrp="1"/>
          </p:cNvSpPr>
          <p:nvPr/>
        </p:nvSpPr>
        <p:spPr>
          <a:xfrm>
            <a:off x="4356100" y="364998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27" name="正方形/長方形 26">
            <a:extLst>
              <a:ext uri="{FF2B5EF4-FFF2-40B4-BE49-F238E27FC236}">
                <a16:creationId xmlns:a16="http://schemas.microsoft.com/office/drawing/2014/main" id="{DB0AFDAA-8546-433B-A114-C1CBF981A245}"/>
              </a:ext>
            </a:extLst>
          </p:cNvPr>
          <p:cNvSpPr>
            <a:spLocks noGrp="1"/>
          </p:cNvSpPr>
          <p:nvPr/>
        </p:nvSpPr>
        <p:spPr>
          <a:xfrm>
            <a:off x="4432300" y="369760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カスタムデータでインストール</a:t>
            </a:r>
          </a:p>
        </p:txBody>
      </p:sp>
      <p:sp>
        <p:nvSpPr>
          <p:cNvPr id="28" name="正方形/長方形 27">
            <a:extLst>
              <a:ext uri="{FF2B5EF4-FFF2-40B4-BE49-F238E27FC236}">
                <a16:creationId xmlns:a16="http://schemas.microsoft.com/office/drawing/2014/main" id="{6011F55A-EFF6-4F2D-96BB-DD43C98C7B6B}"/>
              </a:ext>
            </a:extLst>
          </p:cNvPr>
          <p:cNvSpPr>
            <a:spLocks noGrp="1"/>
          </p:cNvSpPr>
          <p:nvPr/>
        </p:nvSpPr>
        <p:spPr>
          <a:xfrm>
            <a:off x="7835900" y="364998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29" name="正方形/長方形 28">
            <a:extLst>
              <a:ext uri="{FF2B5EF4-FFF2-40B4-BE49-F238E27FC236}">
                <a16:creationId xmlns:a16="http://schemas.microsoft.com/office/drawing/2014/main" id="{41963F12-9223-4603-8C06-1AD24610BF0D}"/>
              </a:ext>
            </a:extLst>
          </p:cNvPr>
          <p:cNvSpPr>
            <a:spLocks noGrp="1"/>
          </p:cNvSpPr>
          <p:nvPr/>
        </p:nvSpPr>
        <p:spPr>
          <a:xfrm>
            <a:off x="7912100" y="369760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イメージに含まれるものを実行</a:t>
            </a:r>
          </a:p>
        </p:txBody>
      </p:sp>
      <p:sp>
        <p:nvSpPr>
          <p:cNvPr id="30" name="正方形/長方形 29">
            <a:extLst>
              <a:ext uri="{FF2B5EF4-FFF2-40B4-BE49-F238E27FC236}">
                <a16:creationId xmlns:a16="http://schemas.microsoft.com/office/drawing/2014/main" id="{AC4B56FE-CF41-4C02-8DFD-CCEFDAC8D2B8}"/>
              </a:ext>
            </a:extLst>
          </p:cNvPr>
          <p:cNvSpPr>
            <a:spLocks noGrp="1"/>
          </p:cNvSpPr>
          <p:nvPr/>
        </p:nvSpPr>
        <p:spPr>
          <a:xfrm>
            <a:off x="876300" y="4255770"/>
            <a:ext cx="3479800" cy="605790"/>
          </a:xfrm>
          <a:prstGeom prst="rect">
            <a:avLst/>
          </a:prstGeom>
          <a:solidFill>
            <a:srgbClr val="EAF1FB"/>
          </a:solidFill>
          <a:ln w="11430">
            <a:solidFill>
              <a:srgbClr val="FFFFFF"/>
            </a:solidFill>
            <a:prstDash val="solid"/>
          </a:ln>
        </p:spPr>
        <p:txBody>
          <a:bodyPr/>
          <a:lstStyle/>
          <a:p>
            <a:endParaRPr lang="ja-JP" altLang="en-US" sz="3600"/>
          </a:p>
        </p:txBody>
      </p:sp>
      <p:sp>
        <p:nvSpPr>
          <p:cNvPr id="31" name="正方形/長方形 30">
            <a:extLst>
              <a:ext uri="{FF2B5EF4-FFF2-40B4-BE49-F238E27FC236}">
                <a16:creationId xmlns:a16="http://schemas.microsoft.com/office/drawing/2014/main" id="{52C5F1E1-8B7D-4E31-BD91-6C9C0FA418ED}"/>
              </a:ext>
            </a:extLst>
          </p:cNvPr>
          <p:cNvSpPr>
            <a:spLocks noGrp="1"/>
          </p:cNvSpPr>
          <p:nvPr/>
        </p:nvSpPr>
        <p:spPr>
          <a:xfrm>
            <a:off x="952500" y="430339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100" b="1">
                <a:solidFill>
                  <a:srgbClr val="344054"/>
                </a:solidFill>
                <a:latin typeface="Yu Gothic UI"/>
                <a:ea typeface="Yu Gothic UI"/>
                <a:cs typeface="Yu Gothic UI"/>
              </a:rPr>
              <a:t>OS 管理</a:t>
            </a:r>
          </a:p>
        </p:txBody>
      </p:sp>
      <p:sp>
        <p:nvSpPr>
          <p:cNvPr id="32" name="正方形/長方形 31">
            <a:extLst>
              <a:ext uri="{FF2B5EF4-FFF2-40B4-BE49-F238E27FC236}">
                <a16:creationId xmlns:a16="http://schemas.microsoft.com/office/drawing/2014/main" id="{EF170D29-33C5-4AB0-9A30-4BE5F8223FE9}"/>
              </a:ext>
            </a:extLst>
          </p:cNvPr>
          <p:cNvSpPr>
            <a:spLocks noGrp="1"/>
          </p:cNvSpPr>
          <p:nvPr/>
        </p:nvSpPr>
        <p:spPr>
          <a:xfrm>
            <a:off x="4356100" y="425577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33" name="正方形/長方形 32">
            <a:extLst>
              <a:ext uri="{FF2B5EF4-FFF2-40B4-BE49-F238E27FC236}">
                <a16:creationId xmlns:a16="http://schemas.microsoft.com/office/drawing/2014/main" id="{5AB97625-3A62-4666-9D26-16B6A5986B60}"/>
              </a:ext>
            </a:extLst>
          </p:cNvPr>
          <p:cNvSpPr>
            <a:spLocks noGrp="1"/>
          </p:cNvSpPr>
          <p:nvPr/>
        </p:nvSpPr>
        <p:spPr>
          <a:xfrm>
            <a:off x="4432300" y="430339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利用者が意識する範囲が広い</a:t>
            </a:r>
          </a:p>
        </p:txBody>
      </p:sp>
      <p:sp>
        <p:nvSpPr>
          <p:cNvPr id="34" name="正方形/長方形 33">
            <a:extLst>
              <a:ext uri="{FF2B5EF4-FFF2-40B4-BE49-F238E27FC236}">
                <a16:creationId xmlns:a16="http://schemas.microsoft.com/office/drawing/2014/main" id="{85585AF3-07E6-44A5-B55D-0994EB7BEE83}"/>
              </a:ext>
            </a:extLst>
          </p:cNvPr>
          <p:cNvSpPr>
            <a:spLocks noGrp="1"/>
          </p:cNvSpPr>
          <p:nvPr/>
        </p:nvSpPr>
        <p:spPr>
          <a:xfrm>
            <a:off x="7835900" y="425577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35" name="正方形/長方形 34">
            <a:extLst>
              <a:ext uri="{FF2B5EF4-FFF2-40B4-BE49-F238E27FC236}">
                <a16:creationId xmlns:a16="http://schemas.microsoft.com/office/drawing/2014/main" id="{A64EC4C4-E0ED-4FA6-9A71-50BB8D8F2301}"/>
              </a:ext>
            </a:extLst>
          </p:cNvPr>
          <p:cNvSpPr>
            <a:spLocks noGrp="1"/>
          </p:cNvSpPr>
          <p:nvPr/>
        </p:nvSpPr>
        <p:spPr>
          <a:xfrm>
            <a:off x="7912100" y="430339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VM より意識する範囲が小さい</a:t>
            </a:r>
          </a:p>
        </p:txBody>
      </p:sp>
      <p:sp>
        <p:nvSpPr>
          <p:cNvPr id="36" name="正方形/長方形 35">
            <a:extLst>
              <a:ext uri="{FF2B5EF4-FFF2-40B4-BE49-F238E27FC236}">
                <a16:creationId xmlns:a16="http://schemas.microsoft.com/office/drawing/2014/main" id="{4493599E-3C3A-4BBC-81E0-0480147E7AE7}"/>
              </a:ext>
            </a:extLst>
          </p:cNvPr>
          <p:cNvSpPr>
            <a:spLocks noGrp="1"/>
          </p:cNvSpPr>
          <p:nvPr/>
        </p:nvSpPr>
        <p:spPr>
          <a:xfrm>
            <a:off x="876300" y="4861560"/>
            <a:ext cx="3479800" cy="605790"/>
          </a:xfrm>
          <a:prstGeom prst="rect">
            <a:avLst/>
          </a:prstGeom>
          <a:solidFill>
            <a:srgbClr val="EAF1FB"/>
          </a:solidFill>
          <a:ln w="11430">
            <a:solidFill>
              <a:srgbClr val="FFFFFF"/>
            </a:solidFill>
            <a:prstDash val="solid"/>
          </a:ln>
        </p:spPr>
        <p:txBody>
          <a:bodyPr/>
          <a:lstStyle/>
          <a:p>
            <a:endParaRPr lang="ja-JP" altLang="en-US" sz="3600"/>
          </a:p>
        </p:txBody>
      </p:sp>
      <p:sp>
        <p:nvSpPr>
          <p:cNvPr id="37" name="正方形/長方形 36">
            <a:extLst>
              <a:ext uri="{FF2B5EF4-FFF2-40B4-BE49-F238E27FC236}">
                <a16:creationId xmlns:a16="http://schemas.microsoft.com/office/drawing/2014/main" id="{393C8F68-59D3-48A6-86A0-A81206D53AE7}"/>
              </a:ext>
            </a:extLst>
          </p:cNvPr>
          <p:cNvSpPr>
            <a:spLocks noGrp="1"/>
          </p:cNvSpPr>
          <p:nvPr/>
        </p:nvSpPr>
        <p:spPr>
          <a:xfrm>
            <a:off x="952500" y="490918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100" b="1">
                <a:solidFill>
                  <a:srgbClr val="344054"/>
                </a:solidFill>
                <a:latin typeface="Yu Gothic UI"/>
                <a:ea typeface="Yu Gothic UI"/>
                <a:cs typeface="Yu Gothic UI"/>
              </a:rPr>
              <a:t>削除</a:t>
            </a:r>
          </a:p>
        </p:txBody>
      </p:sp>
      <p:sp>
        <p:nvSpPr>
          <p:cNvPr id="38" name="正方形/長方形 37">
            <a:extLst>
              <a:ext uri="{FF2B5EF4-FFF2-40B4-BE49-F238E27FC236}">
                <a16:creationId xmlns:a16="http://schemas.microsoft.com/office/drawing/2014/main" id="{3F176CFA-05A9-4D06-8F47-07F67CE2B556}"/>
              </a:ext>
            </a:extLst>
          </p:cNvPr>
          <p:cNvSpPr>
            <a:spLocks noGrp="1"/>
          </p:cNvSpPr>
          <p:nvPr/>
        </p:nvSpPr>
        <p:spPr>
          <a:xfrm>
            <a:off x="4356100" y="486156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39" name="正方形/長方形 38">
            <a:extLst>
              <a:ext uri="{FF2B5EF4-FFF2-40B4-BE49-F238E27FC236}">
                <a16:creationId xmlns:a16="http://schemas.microsoft.com/office/drawing/2014/main" id="{9DCB2FAB-C338-487C-AB72-870755CC31A0}"/>
              </a:ext>
            </a:extLst>
          </p:cNvPr>
          <p:cNvSpPr>
            <a:spLocks noGrp="1"/>
          </p:cNvSpPr>
          <p:nvPr/>
        </p:nvSpPr>
        <p:spPr>
          <a:xfrm>
            <a:off x="4432300" y="490918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受講者リソースグループ削除</a:t>
            </a:r>
          </a:p>
        </p:txBody>
      </p:sp>
      <p:sp>
        <p:nvSpPr>
          <p:cNvPr id="40" name="正方形/長方形 39">
            <a:extLst>
              <a:ext uri="{FF2B5EF4-FFF2-40B4-BE49-F238E27FC236}">
                <a16:creationId xmlns:a16="http://schemas.microsoft.com/office/drawing/2014/main" id="{A38ECE58-68C8-4318-83EA-53577B0746D7}"/>
              </a:ext>
            </a:extLst>
          </p:cNvPr>
          <p:cNvSpPr>
            <a:spLocks noGrp="1"/>
          </p:cNvSpPr>
          <p:nvPr/>
        </p:nvSpPr>
        <p:spPr>
          <a:xfrm>
            <a:off x="7835900" y="4861560"/>
            <a:ext cx="3479800" cy="605790"/>
          </a:xfrm>
          <a:prstGeom prst="rect">
            <a:avLst/>
          </a:prstGeom>
          <a:solidFill>
            <a:srgbClr val="FFFFFF"/>
          </a:solidFill>
          <a:ln w="11430">
            <a:solidFill>
              <a:srgbClr val="FFFFFF"/>
            </a:solidFill>
            <a:prstDash val="solid"/>
          </a:ln>
        </p:spPr>
        <p:txBody>
          <a:bodyPr/>
          <a:lstStyle/>
          <a:p>
            <a:endParaRPr lang="ja-JP" altLang="en-US" sz="3600"/>
          </a:p>
        </p:txBody>
      </p:sp>
      <p:sp>
        <p:nvSpPr>
          <p:cNvPr id="41" name="正方形/長方形 40">
            <a:extLst>
              <a:ext uri="{FF2B5EF4-FFF2-40B4-BE49-F238E27FC236}">
                <a16:creationId xmlns:a16="http://schemas.microsoft.com/office/drawing/2014/main" id="{2155CD88-397C-4135-889B-5AEFC6FF50F9}"/>
              </a:ext>
            </a:extLst>
          </p:cNvPr>
          <p:cNvSpPr>
            <a:spLocks noGrp="1"/>
          </p:cNvSpPr>
          <p:nvPr/>
        </p:nvSpPr>
        <p:spPr>
          <a:xfrm>
            <a:off x="7912100" y="4909185"/>
            <a:ext cx="332740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受講者リソースグループ削除</a:t>
            </a:r>
          </a:p>
        </p:txBody>
      </p:sp>
    </p:spTree>
    <p:extLst>
      <p:ext uri="{BB962C8B-B14F-4D97-AF65-F5344CB8AC3E}">
        <p14:creationId xmlns:p14="http://schemas.microsoft.com/office/powerpoint/2010/main" val="1186077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9FDD723B-CCA4-4F10-A5F2-EE56F880820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省略された管理対象</a:t>
            </a:r>
          </a:p>
        </p:txBody>
      </p:sp>
      <p:sp>
        <p:nvSpPr>
          <p:cNvPr id="2" name="正方形/長方形 1">
            <a:extLst>
              <a:ext uri="{FF2B5EF4-FFF2-40B4-BE49-F238E27FC236}">
                <a16:creationId xmlns:a16="http://schemas.microsoft.com/office/drawing/2014/main" id="{EC82C5DE-B096-4953-A0EA-1FB432A2075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02AA0C2C-265A-4B55-BBE9-55797D95ACB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317C7C1-23C4-4844-B6E8-6DE37DCE0F7E}"/>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ACI では OS ディスクや NIC を個別に作らず、NGINX のインストール手順も書きません。コンテナ実行に集中しやすくなります。</a:t>
            </a:r>
          </a:p>
        </p:txBody>
      </p:sp>
      <p:sp>
        <p:nvSpPr>
          <p:cNvPr id="6" name="正方形/長方形 5">
            <a:extLst>
              <a:ext uri="{FF2B5EF4-FFF2-40B4-BE49-F238E27FC236}">
                <a16:creationId xmlns:a16="http://schemas.microsoft.com/office/drawing/2014/main" id="{D149E6CA-DDE0-4ABC-932E-E087496C9712}"/>
              </a:ext>
            </a:extLst>
          </p:cNvPr>
          <p:cNvSpPr>
            <a:spLocks noGrp="1"/>
          </p:cNvSpPr>
          <p:nvPr/>
        </p:nvSpPr>
        <p:spPr>
          <a:xfrm>
            <a:off x="8953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CF4B3E43-7755-49DF-8B9F-9EA95FEEB65A}"/>
              </a:ext>
            </a:extLst>
          </p:cNvPr>
          <p:cNvSpPr>
            <a:spLocks noGrp="1"/>
          </p:cNvSpPr>
          <p:nvPr/>
        </p:nvSpPr>
        <p:spPr>
          <a:xfrm>
            <a:off x="895350" y="2114550"/>
            <a:ext cx="76200" cy="129540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EDD30CCD-F34D-4E14-9D95-139350C0E138}"/>
              </a:ext>
            </a:extLst>
          </p:cNvPr>
          <p:cNvSpPr>
            <a:spLocks noGrp="1"/>
          </p:cNvSpPr>
          <p:nvPr/>
        </p:nvSpPr>
        <p:spPr>
          <a:xfrm>
            <a:off x="1104900" y="22574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0F766E"/>
                </a:solidFill>
                <a:latin typeface="Yu Gothic UI"/>
                <a:ea typeface="Yu Gothic UI"/>
                <a:cs typeface="Yu Gothic UI"/>
              </a:defRPr>
            </a:pPr>
            <a:r>
              <a:rPr sz="705" b="1">
                <a:solidFill>
                  <a:srgbClr val="0F766E"/>
                </a:solidFill>
                <a:latin typeface="Yu Gothic UI"/>
                <a:ea typeface="Yu Gothic UI"/>
                <a:cs typeface="Yu Gothic UI"/>
              </a:rPr>
              <a:t>Disk</a:t>
            </a:r>
          </a:p>
        </p:txBody>
      </p:sp>
      <p:sp>
        <p:nvSpPr>
          <p:cNvPr id="9" name="正方形/長方形 8">
            <a:extLst>
              <a:ext uri="{FF2B5EF4-FFF2-40B4-BE49-F238E27FC236}">
                <a16:creationId xmlns:a16="http://schemas.microsoft.com/office/drawing/2014/main" id="{FCA58996-A87B-46D9-A5AB-7F2496852FFB}"/>
              </a:ext>
            </a:extLst>
          </p:cNvPr>
          <p:cNvSpPr>
            <a:spLocks noGrp="1"/>
          </p:cNvSpPr>
          <p:nvPr/>
        </p:nvSpPr>
        <p:spPr>
          <a:xfrm>
            <a:off x="1104900" y="25050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OS ディスクを作らない</a:t>
            </a:r>
          </a:p>
        </p:txBody>
      </p:sp>
      <p:sp>
        <p:nvSpPr>
          <p:cNvPr id="10" name="正方形/長方形 9">
            <a:extLst>
              <a:ext uri="{FF2B5EF4-FFF2-40B4-BE49-F238E27FC236}">
                <a16:creationId xmlns:a16="http://schemas.microsoft.com/office/drawing/2014/main" id="{979AA71F-76B5-45BC-8844-8A667FBD0313}"/>
              </a:ext>
            </a:extLst>
          </p:cNvPr>
          <p:cNvSpPr>
            <a:spLocks noGrp="1"/>
          </p:cNvSpPr>
          <p:nvPr/>
        </p:nvSpPr>
        <p:spPr>
          <a:xfrm>
            <a:off x="1104900" y="28956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VM のような OS ディスクを個別に確認しません。</a:t>
            </a:r>
          </a:p>
        </p:txBody>
      </p:sp>
      <p:sp>
        <p:nvSpPr>
          <p:cNvPr id="11" name="正方形/長方形 10">
            <a:extLst>
              <a:ext uri="{FF2B5EF4-FFF2-40B4-BE49-F238E27FC236}">
                <a16:creationId xmlns:a16="http://schemas.microsoft.com/office/drawing/2014/main" id="{71A22443-B7FC-4503-A387-69A4FF4CCA87}"/>
              </a:ext>
            </a:extLst>
          </p:cNvPr>
          <p:cNvSpPr>
            <a:spLocks noGrp="1"/>
          </p:cNvSpPr>
          <p:nvPr/>
        </p:nvSpPr>
        <p:spPr>
          <a:xfrm>
            <a:off x="61150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43603146-79CB-4ACA-B7FD-86C98015D68B}"/>
              </a:ext>
            </a:extLst>
          </p:cNvPr>
          <p:cNvSpPr>
            <a:spLocks noGrp="1"/>
          </p:cNvSpPr>
          <p:nvPr/>
        </p:nvSpPr>
        <p:spPr>
          <a:xfrm>
            <a:off x="6115050" y="2114550"/>
            <a:ext cx="76200" cy="129540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C49E58F1-FEA9-4323-AC09-15C43F523E7D}"/>
              </a:ext>
            </a:extLst>
          </p:cNvPr>
          <p:cNvSpPr>
            <a:spLocks noGrp="1"/>
          </p:cNvSpPr>
          <p:nvPr/>
        </p:nvSpPr>
        <p:spPr>
          <a:xfrm>
            <a:off x="6324600" y="22574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70AD47"/>
                </a:solidFill>
                <a:latin typeface="Yu Gothic UI"/>
                <a:ea typeface="Yu Gothic UI"/>
                <a:cs typeface="Yu Gothic UI"/>
              </a:defRPr>
            </a:pPr>
            <a:r>
              <a:rPr sz="705" b="1">
                <a:solidFill>
                  <a:srgbClr val="70AD47"/>
                </a:solidFill>
                <a:latin typeface="Yu Gothic UI"/>
                <a:ea typeface="Yu Gothic UI"/>
                <a:cs typeface="Yu Gothic UI"/>
              </a:rPr>
              <a:t>NIC</a:t>
            </a:r>
          </a:p>
        </p:txBody>
      </p:sp>
      <p:sp>
        <p:nvSpPr>
          <p:cNvPr id="14" name="正方形/長方形 13">
            <a:extLst>
              <a:ext uri="{FF2B5EF4-FFF2-40B4-BE49-F238E27FC236}">
                <a16:creationId xmlns:a16="http://schemas.microsoft.com/office/drawing/2014/main" id="{B9298A67-0848-438B-90CA-2E3427B89AFD}"/>
              </a:ext>
            </a:extLst>
          </p:cNvPr>
          <p:cNvSpPr>
            <a:spLocks noGrp="1"/>
          </p:cNvSpPr>
          <p:nvPr/>
        </p:nvSpPr>
        <p:spPr>
          <a:xfrm>
            <a:off x="6324600" y="25050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NIC を作らない</a:t>
            </a:r>
          </a:p>
        </p:txBody>
      </p:sp>
      <p:sp>
        <p:nvSpPr>
          <p:cNvPr id="15" name="正方形/長方形 14">
            <a:extLst>
              <a:ext uri="{FF2B5EF4-FFF2-40B4-BE49-F238E27FC236}">
                <a16:creationId xmlns:a16="http://schemas.microsoft.com/office/drawing/2014/main" id="{0F057184-0CCF-429B-887D-9A4A3B5207E5}"/>
              </a:ext>
            </a:extLst>
          </p:cNvPr>
          <p:cNvSpPr>
            <a:spLocks noGrp="1"/>
          </p:cNvSpPr>
          <p:nvPr/>
        </p:nvSpPr>
        <p:spPr>
          <a:xfrm>
            <a:off x="6324600" y="28956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ネットワークの細部より、公開設定と FQDN に注目します。</a:t>
            </a:r>
          </a:p>
        </p:txBody>
      </p:sp>
      <p:sp>
        <p:nvSpPr>
          <p:cNvPr id="16" name="正方形/長方形 15">
            <a:extLst>
              <a:ext uri="{FF2B5EF4-FFF2-40B4-BE49-F238E27FC236}">
                <a16:creationId xmlns:a16="http://schemas.microsoft.com/office/drawing/2014/main" id="{CAA8F5A9-18E2-43BB-B1A0-175DAA0B7E08}"/>
              </a:ext>
            </a:extLst>
          </p:cNvPr>
          <p:cNvSpPr>
            <a:spLocks noGrp="1"/>
          </p:cNvSpPr>
          <p:nvPr/>
        </p:nvSpPr>
        <p:spPr>
          <a:xfrm>
            <a:off x="8953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E10243DF-B4A8-4CCC-8F04-9981BC08B94E}"/>
              </a:ext>
            </a:extLst>
          </p:cNvPr>
          <p:cNvSpPr>
            <a:spLocks noGrp="1"/>
          </p:cNvSpPr>
          <p:nvPr/>
        </p:nvSpPr>
        <p:spPr>
          <a:xfrm>
            <a:off x="895350" y="3714750"/>
            <a:ext cx="76200" cy="129540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7D05985F-37B1-4E70-A5A6-A59ADB430B85}"/>
              </a:ext>
            </a:extLst>
          </p:cNvPr>
          <p:cNvSpPr>
            <a:spLocks noGrp="1"/>
          </p:cNvSpPr>
          <p:nvPr/>
        </p:nvSpPr>
        <p:spPr>
          <a:xfrm>
            <a:off x="1104900" y="38576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ED7D31"/>
                </a:solidFill>
                <a:latin typeface="Yu Gothic UI"/>
                <a:ea typeface="Yu Gothic UI"/>
                <a:cs typeface="Yu Gothic UI"/>
              </a:defRPr>
            </a:pPr>
            <a:r>
              <a:rPr sz="705" b="1">
                <a:solidFill>
                  <a:srgbClr val="ED7D31"/>
                </a:solidFill>
                <a:latin typeface="Yu Gothic UI"/>
                <a:ea typeface="Yu Gothic UI"/>
                <a:cs typeface="Yu Gothic UI"/>
              </a:rPr>
              <a:t>Install</a:t>
            </a:r>
          </a:p>
        </p:txBody>
      </p:sp>
      <p:sp>
        <p:nvSpPr>
          <p:cNvPr id="19" name="正方形/長方形 18">
            <a:extLst>
              <a:ext uri="{FF2B5EF4-FFF2-40B4-BE49-F238E27FC236}">
                <a16:creationId xmlns:a16="http://schemas.microsoft.com/office/drawing/2014/main" id="{07F2F615-164D-4BD4-9AD6-02F4F06DFAF2}"/>
              </a:ext>
            </a:extLst>
          </p:cNvPr>
          <p:cNvSpPr>
            <a:spLocks noGrp="1"/>
          </p:cNvSpPr>
          <p:nvPr/>
        </p:nvSpPr>
        <p:spPr>
          <a:xfrm>
            <a:off x="1104900" y="41052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NGINX を手で入れない</a:t>
            </a:r>
          </a:p>
        </p:txBody>
      </p:sp>
      <p:sp>
        <p:nvSpPr>
          <p:cNvPr id="20" name="正方形/長方形 19">
            <a:extLst>
              <a:ext uri="{FF2B5EF4-FFF2-40B4-BE49-F238E27FC236}">
                <a16:creationId xmlns:a16="http://schemas.microsoft.com/office/drawing/2014/main" id="{DACE3DC1-F6D7-40E5-933E-D1EEDFB078EB}"/>
              </a:ext>
            </a:extLst>
          </p:cNvPr>
          <p:cNvSpPr>
            <a:spLocks noGrp="1"/>
          </p:cNvSpPr>
          <p:nvPr/>
        </p:nvSpPr>
        <p:spPr>
          <a:xfrm>
            <a:off x="1104900" y="44958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イメージに含まれている NGINX を実行します。</a:t>
            </a:r>
          </a:p>
        </p:txBody>
      </p:sp>
      <p:sp>
        <p:nvSpPr>
          <p:cNvPr id="21" name="正方形/長方形 20">
            <a:extLst>
              <a:ext uri="{FF2B5EF4-FFF2-40B4-BE49-F238E27FC236}">
                <a16:creationId xmlns:a16="http://schemas.microsoft.com/office/drawing/2014/main" id="{070B7CC3-CDF4-42BD-B01A-BE5F52326730}"/>
              </a:ext>
            </a:extLst>
          </p:cNvPr>
          <p:cNvSpPr>
            <a:spLocks noGrp="1"/>
          </p:cNvSpPr>
          <p:nvPr/>
        </p:nvSpPr>
        <p:spPr>
          <a:xfrm>
            <a:off x="61150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F11E833C-8970-487A-8144-ACDEC2D665BB}"/>
              </a:ext>
            </a:extLst>
          </p:cNvPr>
          <p:cNvSpPr>
            <a:spLocks noGrp="1"/>
          </p:cNvSpPr>
          <p:nvPr/>
        </p:nvSpPr>
        <p:spPr>
          <a:xfrm>
            <a:off x="6115050" y="3714750"/>
            <a:ext cx="76200" cy="1295400"/>
          </a:xfrm>
          <a:prstGeom prst="rect">
            <a:avLst/>
          </a:prstGeom>
          <a:solidFill>
            <a:srgbClr val="4472C4"/>
          </a:solidFill>
          <a:ln w="0">
            <a:solidFill>
              <a:srgbClr val="4472C4"/>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C59BAE59-524B-424C-91C0-D3D7BACCA9C7}"/>
              </a:ext>
            </a:extLst>
          </p:cNvPr>
          <p:cNvSpPr>
            <a:spLocks noGrp="1"/>
          </p:cNvSpPr>
          <p:nvPr/>
        </p:nvSpPr>
        <p:spPr>
          <a:xfrm>
            <a:off x="6324600" y="38576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4472C4"/>
                </a:solidFill>
                <a:latin typeface="Yu Gothic UI"/>
                <a:ea typeface="Yu Gothic UI"/>
                <a:cs typeface="Yu Gothic UI"/>
              </a:defRPr>
            </a:pPr>
            <a:r>
              <a:rPr sz="705" b="1">
                <a:solidFill>
                  <a:srgbClr val="4472C4"/>
                </a:solidFill>
                <a:latin typeface="Yu Gothic UI"/>
                <a:ea typeface="Yu Gothic UI"/>
                <a:cs typeface="Yu Gothic UI"/>
              </a:rPr>
              <a:t>Patch</a:t>
            </a:r>
          </a:p>
        </p:txBody>
      </p:sp>
      <p:sp>
        <p:nvSpPr>
          <p:cNvPr id="24" name="正方形/長方形 23">
            <a:extLst>
              <a:ext uri="{FF2B5EF4-FFF2-40B4-BE49-F238E27FC236}">
                <a16:creationId xmlns:a16="http://schemas.microsoft.com/office/drawing/2014/main" id="{EFC333F0-9199-41C8-8020-88EB47D0CA68}"/>
              </a:ext>
            </a:extLst>
          </p:cNvPr>
          <p:cNvSpPr>
            <a:spLocks noGrp="1"/>
          </p:cNvSpPr>
          <p:nvPr/>
        </p:nvSpPr>
        <p:spPr>
          <a:xfrm>
            <a:off x="6324600" y="41052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OS パッチの見え方が違う</a:t>
            </a:r>
          </a:p>
        </p:txBody>
      </p:sp>
      <p:sp>
        <p:nvSpPr>
          <p:cNvPr id="25" name="正方形/長方形 24">
            <a:extLst>
              <a:ext uri="{FF2B5EF4-FFF2-40B4-BE49-F238E27FC236}">
                <a16:creationId xmlns:a16="http://schemas.microsoft.com/office/drawing/2014/main" id="{94B474FD-38A7-4102-BABF-33D7B4D552B7}"/>
              </a:ext>
            </a:extLst>
          </p:cNvPr>
          <p:cNvSpPr>
            <a:spLocks noGrp="1"/>
          </p:cNvSpPr>
          <p:nvPr/>
        </p:nvSpPr>
        <p:spPr>
          <a:xfrm>
            <a:off x="6324600" y="44958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ただしイメージの更新責任は別途残ります。</a:t>
            </a:r>
          </a:p>
        </p:txBody>
      </p:sp>
    </p:spTree>
    <p:extLst>
      <p:ext uri="{BB962C8B-B14F-4D97-AF65-F5344CB8AC3E}">
        <p14:creationId xmlns:p14="http://schemas.microsoft.com/office/powerpoint/2010/main" val="1186077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69CFF88D-C04A-45FE-97D6-23BF10A76A9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省略されない設計対象</a:t>
            </a:r>
          </a:p>
        </p:txBody>
      </p:sp>
      <p:sp>
        <p:nvSpPr>
          <p:cNvPr id="2" name="正方形/長方形 1">
            <a:extLst>
              <a:ext uri="{FF2B5EF4-FFF2-40B4-BE49-F238E27FC236}">
                <a16:creationId xmlns:a16="http://schemas.microsoft.com/office/drawing/2014/main" id="{8236C2C6-614C-48B2-9AD8-880A45C9968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5B37C222-842E-44E2-A4FC-06B2DE91DCF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7DFFA6D-E637-4F36-B5A7-3F3F0D1E98B2}"/>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ACI でも設計が不要になるわけではありません。どのイメージを使い、どこから取得し、どのポートを公開し、どう削除するかは考えます。</a:t>
            </a:r>
          </a:p>
        </p:txBody>
      </p:sp>
      <p:sp>
        <p:nvSpPr>
          <p:cNvPr id="6" name="正方形/長方形 5">
            <a:extLst>
              <a:ext uri="{FF2B5EF4-FFF2-40B4-BE49-F238E27FC236}">
                <a16:creationId xmlns:a16="http://schemas.microsoft.com/office/drawing/2014/main" id="{182B1E5E-6DD4-4106-A114-AE2855797030}"/>
              </a:ext>
            </a:extLst>
          </p:cNvPr>
          <p:cNvSpPr>
            <a:spLocks noGrp="1"/>
          </p:cNvSpPr>
          <p:nvPr/>
        </p:nvSpPr>
        <p:spPr>
          <a:xfrm>
            <a:off x="876300" y="2400300"/>
            <a:ext cx="3276600" cy="200025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E4936E35-8B52-463E-90C4-3B9FF69942CB}"/>
              </a:ext>
            </a:extLst>
          </p:cNvPr>
          <p:cNvSpPr>
            <a:spLocks noGrp="1"/>
          </p:cNvSpPr>
          <p:nvPr/>
        </p:nvSpPr>
        <p:spPr>
          <a:xfrm>
            <a:off x="876300" y="2400300"/>
            <a:ext cx="76200" cy="200025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302796BB-8463-495A-9A7A-CBCB3CF18912}"/>
              </a:ext>
            </a:extLst>
          </p:cNvPr>
          <p:cNvSpPr>
            <a:spLocks noGrp="1"/>
          </p:cNvSpPr>
          <p:nvPr/>
        </p:nvSpPr>
        <p:spPr>
          <a:xfrm>
            <a:off x="1085850" y="2543175"/>
            <a:ext cx="2876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0F766E"/>
                </a:solidFill>
                <a:latin typeface="Yu Gothic UI"/>
                <a:ea typeface="Yu Gothic UI"/>
                <a:cs typeface="Yu Gothic UI"/>
              </a:defRPr>
            </a:pPr>
            <a:r>
              <a:rPr sz="705" b="1">
                <a:solidFill>
                  <a:srgbClr val="0F766E"/>
                </a:solidFill>
                <a:latin typeface="Yu Gothic UI"/>
                <a:ea typeface="Yu Gothic UI"/>
                <a:cs typeface="Yu Gothic UI"/>
              </a:rPr>
              <a:t>Image</a:t>
            </a:r>
          </a:p>
        </p:txBody>
      </p:sp>
      <p:sp>
        <p:nvSpPr>
          <p:cNvPr id="9" name="正方形/長方形 8">
            <a:extLst>
              <a:ext uri="{FF2B5EF4-FFF2-40B4-BE49-F238E27FC236}">
                <a16:creationId xmlns:a16="http://schemas.microsoft.com/office/drawing/2014/main" id="{A2E5C83E-DE55-4E42-89B2-AF3EB25220E2}"/>
              </a:ext>
            </a:extLst>
          </p:cNvPr>
          <p:cNvSpPr>
            <a:spLocks noGrp="1"/>
          </p:cNvSpPr>
          <p:nvPr/>
        </p:nvSpPr>
        <p:spPr>
          <a:xfrm>
            <a:off x="1085850" y="2790825"/>
            <a:ext cx="28765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どのイメージか</a:t>
            </a:r>
          </a:p>
        </p:txBody>
      </p:sp>
      <p:sp>
        <p:nvSpPr>
          <p:cNvPr id="10" name="正方形/長方形 9">
            <a:extLst>
              <a:ext uri="{FF2B5EF4-FFF2-40B4-BE49-F238E27FC236}">
                <a16:creationId xmlns:a16="http://schemas.microsoft.com/office/drawing/2014/main" id="{03200564-0B1F-4EEC-8903-AC265346F85B}"/>
              </a:ext>
            </a:extLst>
          </p:cNvPr>
          <p:cNvSpPr>
            <a:spLocks noGrp="1"/>
          </p:cNvSpPr>
          <p:nvPr/>
        </p:nvSpPr>
        <p:spPr>
          <a:xfrm>
            <a:off x="1085850" y="3181350"/>
            <a:ext cx="287655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344054"/>
                </a:solidFill>
                <a:latin typeface="Yu Gothic UI"/>
                <a:ea typeface="Yu Gothic UI"/>
                <a:cs typeface="Yu Gothic UI"/>
              </a:defRPr>
            </a:pPr>
            <a:r>
              <a:rPr sz="863" b="0">
                <a:solidFill>
                  <a:srgbClr val="344054"/>
                </a:solidFill>
                <a:latin typeface="Yu Gothic UI"/>
                <a:ea typeface="Yu Gothic UI"/>
                <a:cs typeface="Yu Gothic UI"/>
              </a:rPr>
              <a:t>タグ、更新、脆弱性、由来を確認する必要があります。</a:t>
            </a:r>
          </a:p>
        </p:txBody>
      </p:sp>
      <p:sp>
        <p:nvSpPr>
          <p:cNvPr id="11" name="正方形/長方形 10">
            <a:extLst>
              <a:ext uri="{FF2B5EF4-FFF2-40B4-BE49-F238E27FC236}">
                <a16:creationId xmlns:a16="http://schemas.microsoft.com/office/drawing/2014/main" id="{AFC6F0D1-BD0A-4751-BB8F-7A9474951BF4}"/>
              </a:ext>
            </a:extLst>
          </p:cNvPr>
          <p:cNvSpPr>
            <a:spLocks noGrp="1"/>
          </p:cNvSpPr>
          <p:nvPr/>
        </p:nvSpPr>
        <p:spPr>
          <a:xfrm>
            <a:off x="4438650" y="2400300"/>
            <a:ext cx="3276600" cy="200025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8DD07DC0-0BA4-42B0-AF55-C1824C6A7829}"/>
              </a:ext>
            </a:extLst>
          </p:cNvPr>
          <p:cNvSpPr>
            <a:spLocks noGrp="1"/>
          </p:cNvSpPr>
          <p:nvPr/>
        </p:nvSpPr>
        <p:spPr>
          <a:xfrm>
            <a:off x="4438650" y="2400300"/>
            <a:ext cx="76200" cy="200025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11EF7E8D-E4C1-46DF-9259-9F0E8AD56ABC}"/>
              </a:ext>
            </a:extLst>
          </p:cNvPr>
          <p:cNvSpPr>
            <a:spLocks noGrp="1"/>
          </p:cNvSpPr>
          <p:nvPr/>
        </p:nvSpPr>
        <p:spPr>
          <a:xfrm>
            <a:off x="4648200" y="2543175"/>
            <a:ext cx="2876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70AD47"/>
                </a:solidFill>
                <a:latin typeface="Yu Gothic UI"/>
                <a:ea typeface="Yu Gothic UI"/>
                <a:cs typeface="Yu Gothic UI"/>
              </a:defRPr>
            </a:pPr>
            <a:r>
              <a:rPr sz="705" b="1">
                <a:solidFill>
                  <a:srgbClr val="70AD47"/>
                </a:solidFill>
                <a:latin typeface="Yu Gothic UI"/>
                <a:ea typeface="Yu Gothic UI"/>
                <a:cs typeface="Yu Gothic UI"/>
              </a:rPr>
              <a:t>Access</a:t>
            </a:r>
          </a:p>
        </p:txBody>
      </p:sp>
      <p:sp>
        <p:nvSpPr>
          <p:cNvPr id="14" name="正方形/長方形 13">
            <a:extLst>
              <a:ext uri="{FF2B5EF4-FFF2-40B4-BE49-F238E27FC236}">
                <a16:creationId xmlns:a16="http://schemas.microsoft.com/office/drawing/2014/main" id="{D71E59EE-F53E-491E-B34D-53C6B493100C}"/>
              </a:ext>
            </a:extLst>
          </p:cNvPr>
          <p:cNvSpPr>
            <a:spLocks noGrp="1"/>
          </p:cNvSpPr>
          <p:nvPr/>
        </p:nvSpPr>
        <p:spPr>
          <a:xfrm>
            <a:off x="4648200" y="2790825"/>
            <a:ext cx="28765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どこへ公開するか</a:t>
            </a:r>
          </a:p>
        </p:txBody>
      </p:sp>
      <p:sp>
        <p:nvSpPr>
          <p:cNvPr id="15" name="正方形/長方形 14">
            <a:extLst>
              <a:ext uri="{FF2B5EF4-FFF2-40B4-BE49-F238E27FC236}">
                <a16:creationId xmlns:a16="http://schemas.microsoft.com/office/drawing/2014/main" id="{2D37DCBD-DBED-440B-905D-320A25C12104}"/>
              </a:ext>
            </a:extLst>
          </p:cNvPr>
          <p:cNvSpPr>
            <a:spLocks noGrp="1"/>
          </p:cNvSpPr>
          <p:nvPr/>
        </p:nvSpPr>
        <p:spPr>
          <a:xfrm>
            <a:off x="4648200" y="3181350"/>
            <a:ext cx="287655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344054"/>
                </a:solidFill>
                <a:latin typeface="Yu Gothic UI"/>
                <a:ea typeface="Yu Gothic UI"/>
                <a:cs typeface="Yu Gothic UI"/>
              </a:defRPr>
            </a:pPr>
            <a:r>
              <a:rPr sz="863" b="0">
                <a:solidFill>
                  <a:srgbClr val="344054"/>
                </a:solidFill>
                <a:latin typeface="Yu Gothic UI"/>
                <a:ea typeface="Yu Gothic UI"/>
                <a:cs typeface="Yu Gothic UI"/>
              </a:rPr>
              <a:t>Public、FQDN、ポート、HTTPS の扱いを判断します。</a:t>
            </a:r>
          </a:p>
        </p:txBody>
      </p:sp>
      <p:sp>
        <p:nvSpPr>
          <p:cNvPr id="16" name="正方形/長方形 15">
            <a:extLst>
              <a:ext uri="{FF2B5EF4-FFF2-40B4-BE49-F238E27FC236}">
                <a16:creationId xmlns:a16="http://schemas.microsoft.com/office/drawing/2014/main" id="{845B5061-C85C-4407-95AE-AE9C746D2F1A}"/>
              </a:ext>
            </a:extLst>
          </p:cNvPr>
          <p:cNvSpPr>
            <a:spLocks noGrp="1"/>
          </p:cNvSpPr>
          <p:nvPr/>
        </p:nvSpPr>
        <p:spPr>
          <a:xfrm>
            <a:off x="8001000" y="2400300"/>
            <a:ext cx="3276600" cy="200025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5FCD134C-0F78-46F9-B7DC-D58B6B7BFEB4}"/>
              </a:ext>
            </a:extLst>
          </p:cNvPr>
          <p:cNvSpPr>
            <a:spLocks noGrp="1"/>
          </p:cNvSpPr>
          <p:nvPr/>
        </p:nvSpPr>
        <p:spPr>
          <a:xfrm>
            <a:off x="8001000" y="2400300"/>
            <a:ext cx="76200" cy="200025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1808C5EF-C9B0-4367-98BC-4619A17C6DF1}"/>
              </a:ext>
            </a:extLst>
          </p:cNvPr>
          <p:cNvSpPr>
            <a:spLocks noGrp="1"/>
          </p:cNvSpPr>
          <p:nvPr/>
        </p:nvSpPr>
        <p:spPr>
          <a:xfrm>
            <a:off x="8210550" y="2543175"/>
            <a:ext cx="2876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ED7D31"/>
                </a:solidFill>
                <a:latin typeface="Yu Gothic UI"/>
                <a:ea typeface="Yu Gothic UI"/>
                <a:cs typeface="Yu Gothic UI"/>
              </a:defRPr>
            </a:pPr>
            <a:r>
              <a:rPr sz="705" b="1">
                <a:solidFill>
                  <a:srgbClr val="ED7D31"/>
                </a:solidFill>
                <a:latin typeface="Yu Gothic UI"/>
                <a:ea typeface="Yu Gothic UI"/>
                <a:cs typeface="Yu Gothic UI"/>
              </a:rPr>
              <a:t>Operation</a:t>
            </a:r>
          </a:p>
        </p:txBody>
      </p:sp>
      <p:sp>
        <p:nvSpPr>
          <p:cNvPr id="19" name="正方形/長方形 18">
            <a:extLst>
              <a:ext uri="{FF2B5EF4-FFF2-40B4-BE49-F238E27FC236}">
                <a16:creationId xmlns:a16="http://schemas.microsoft.com/office/drawing/2014/main" id="{C17A8763-4249-4BB0-895E-7D1EE240933B}"/>
              </a:ext>
            </a:extLst>
          </p:cNvPr>
          <p:cNvSpPr>
            <a:spLocks noGrp="1"/>
          </p:cNvSpPr>
          <p:nvPr/>
        </p:nvSpPr>
        <p:spPr>
          <a:xfrm>
            <a:off x="8210550" y="2790825"/>
            <a:ext cx="28765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ログと削除</a:t>
            </a:r>
          </a:p>
        </p:txBody>
      </p:sp>
      <p:sp>
        <p:nvSpPr>
          <p:cNvPr id="20" name="正方形/長方形 19">
            <a:extLst>
              <a:ext uri="{FF2B5EF4-FFF2-40B4-BE49-F238E27FC236}">
                <a16:creationId xmlns:a16="http://schemas.microsoft.com/office/drawing/2014/main" id="{71C85D8B-E0EB-4C72-A683-2C23066EEB87}"/>
              </a:ext>
            </a:extLst>
          </p:cNvPr>
          <p:cNvSpPr>
            <a:spLocks noGrp="1"/>
          </p:cNvSpPr>
          <p:nvPr/>
        </p:nvSpPr>
        <p:spPr>
          <a:xfrm>
            <a:off x="8210550" y="3181350"/>
            <a:ext cx="287655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344054"/>
                </a:solidFill>
                <a:latin typeface="Yu Gothic UI"/>
                <a:ea typeface="Yu Gothic UI"/>
                <a:cs typeface="Yu Gothic UI"/>
              </a:defRPr>
            </a:pPr>
            <a:r>
              <a:rPr sz="863" b="0">
                <a:solidFill>
                  <a:srgbClr val="344054"/>
                </a:solidFill>
                <a:latin typeface="Yu Gothic UI"/>
                <a:ea typeface="Yu Gothic UI"/>
                <a:cs typeface="Yu Gothic UI"/>
              </a:rPr>
              <a:t>状態確認、トラブル時のログ、コストを残さない削除が必要です。</a:t>
            </a:r>
          </a:p>
        </p:txBody>
      </p:sp>
    </p:spTree>
    <p:extLst>
      <p:ext uri="{BB962C8B-B14F-4D97-AF65-F5344CB8AC3E}">
        <p14:creationId xmlns:p14="http://schemas.microsoft.com/office/powerpoint/2010/main" val="1186077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7AE61EDF-8282-4127-A466-3D150FC84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コストが発生する場所</a:t>
            </a:r>
          </a:p>
        </p:txBody>
      </p:sp>
      <p:sp>
        <p:nvSpPr>
          <p:cNvPr id="2" name="正方形/長方形 1">
            <a:extLst>
              <a:ext uri="{FF2B5EF4-FFF2-40B4-BE49-F238E27FC236}">
                <a16:creationId xmlns:a16="http://schemas.microsoft.com/office/drawing/2014/main" id="{D7677EB3-081C-42AA-9707-28DB7229452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436C1143-8B25-402E-A5CC-89A95A3A606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48676B6-792D-4E7B-8631-174F357A1629}"/>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ACI は実行中の CPU/メモリ時間などが課金対象になります。本回では最後に受講者リソースグループを削除し、作成した課金対象を残しません。</a:t>
            </a:r>
          </a:p>
        </p:txBody>
      </p:sp>
      <p:sp>
        <p:nvSpPr>
          <p:cNvPr id="6" name="正方形/長方形 5">
            <a:extLst>
              <a:ext uri="{FF2B5EF4-FFF2-40B4-BE49-F238E27FC236}">
                <a16:creationId xmlns:a16="http://schemas.microsoft.com/office/drawing/2014/main" id="{B47441EC-55D9-49EE-AF7A-EBE92FA0CC1C}"/>
              </a:ext>
            </a:extLst>
          </p:cNvPr>
          <p:cNvSpPr>
            <a:spLocks noGrp="1"/>
          </p:cNvSpPr>
          <p:nvPr/>
        </p:nvSpPr>
        <p:spPr>
          <a:xfrm>
            <a:off x="876300" y="2038350"/>
            <a:ext cx="3479800" cy="400050"/>
          </a:xfrm>
          <a:prstGeom prst="rect">
            <a:avLst/>
          </a:prstGeom>
          <a:solidFill>
            <a:srgbClr val="244A8F"/>
          </a:solidFill>
          <a:ln w="11430">
            <a:solidFill>
              <a:srgbClr val="FFFFFF"/>
            </a:solidFill>
            <a:prstDash val="solid"/>
          </a:ln>
        </p:spPr>
        <p:txBody>
          <a:bodyPr/>
          <a:lstStyle/>
          <a:p>
            <a:endParaRPr lang="ja-JP" altLang="en-US" sz="3200"/>
          </a:p>
        </p:txBody>
      </p:sp>
      <p:sp>
        <p:nvSpPr>
          <p:cNvPr id="7" name="正方形/長方形 6">
            <a:extLst>
              <a:ext uri="{FF2B5EF4-FFF2-40B4-BE49-F238E27FC236}">
                <a16:creationId xmlns:a16="http://schemas.microsoft.com/office/drawing/2014/main" id="{D533FD11-1687-4CFE-9CEB-E1368BC2FFAD}"/>
              </a:ext>
            </a:extLst>
          </p:cNvPr>
          <p:cNvSpPr>
            <a:spLocks noGrp="1"/>
          </p:cNvSpPr>
          <p:nvPr/>
        </p:nvSpPr>
        <p:spPr>
          <a:xfrm>
            <a:off x="9525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100" b="1">
                <a:solidFill>
                  <a:srgbClr val="FFFFFF"/>
                </a:solidFill>
                <a:latin typeface="Yu Gothic UI"/>
                <a:ea typeface="Yu Gothic UI"/>
                <a:cs typeface="Yu Gothic UI"/>
              </a:rPr>
              <a:t>リソース</a:t>
            </a:r>
          </a:p>
        </p:txBody>
      </p:sp>
      <p:sp>
        <p:nvSpPr>
          <p:cNvPr id="8" name="正方形/長方形 7">
            <a:extLst>
              <a:ext uri="{FF2B5EF4-FFF2-40B4-BE49-F238E27FC236}">
                <a16:creationId xmlns:a16="http://schemas.microsoft.com/office/drawing/2014/main" id="{199917DB-DF93-4216-87A3-5671DAF206EF}"/>
              </a:ext>
            </a:extLst>
          </p:cNvPr>
          <p:cNvSpPr>
            <a:spLocks noGrp="1"/>
          </p:cNvSpPr>
          <p:nvPr/>
        </p:nvSpPr>
        <p:spPr>
          <a:xfrm>
            <a:off x="4356100" y="2038350"/>
            <a:ext cx="3479800" cy="400050"/>
          </a:xfrm>
          <a:prstGeom prst="rect">
            <a:avLst/>
          </a:prstGeom>
          <a:solidFill>
            <a:srgbClr val="244A8F"/>
          </a:solidFill>
          <a:ln w="11430">
            <a:solidFill>
              <a:srgbClr val="FFFFFF"/>
            </a:solidFill>
            <a:prstDash val="solid"/>
          </a:ln>
        </p:spPr>
        <p:txBody>
          <a:bodyPr/>
          <a:lstStyle/>
          <a:p>
            <a:endParaRPr lang="ja-JP" altLang="en-US" sz="3200"/>
          </a:p>
        </p:txBody>
      </p:sp>
      <p:sp>
        <p:nvSpPr>
          <p:cNvPr id="9" name="正方形/長方形 8">
            <a:extLst>
              <a:ext uri="{FF2B5EF4-FFF2-40B4-BE49-F238E27FC236}">
                <a16:creationId xmlns:a16="http://schemas.microsoft.com/office/drawing/2014/main" id="{62E2819E-AD15-4D91-A06C-4F522E03F198}"/>
              </a:ext>
            </a:extLst>
          </p:cNvPr>
          <p:cNvSpPr>
            <a:spLocks noGrp="1"/>
          </p:cNvSpPr>
          <p:nvPr/>
        </p:nvSpPr>
        <p:spPr>
          <a:xfrm>
            <a:off x="44323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100" b="1">
                <a:solidFill>
                  <a:srgbClr val="FFFFFF"/>
                </a:solidFill>
                <a:latin typeface="Yu Gothic UI"/>
                <a:ea typeface="Yu Gothic UI"/>
                <a:cs typeface="Yu Gothic UI"/>
              </a:rPr>
              <a:t>課金注意</a:t>
            </a:r>
          </a:p>
        </p:txBody>
      </p:sp>
      <p:sp>
        <p:nvSpPr>
          <p:cNvPr id="10" name="正方形/長方形 9">
            <a:extLst>
              <a:ext uri="{FF2B5EF4-FFF2-40B4-BE49-F238E27FC236}">
                <a16:creationId xmlns:a16="http://schemas.microsoft.com/office/drawing/2014/main" id="{29EEAAA3-0A77-4774-9DE3-28CBE88D362F}"/>
              </a:ext>
            </a:extLst>
          </p:cNvPr>
          <p:cNvSpPr>
            <a:spLocks noGrp="1"/>
          </p:cNvSpPr>
          <p:nvPr/>
        </p:nvSpPr>
        <p:spPr>
          <a:xfrm>
            <a:off x="7835900" y="2038350"/>
            <a:ext cx="3479800" cy="400050"/>
          </a:xfrm>
          <a:prstGeom prst="rect">
            <a:avLst/>
          </a:prstGeom>
          <a:solidFill>
            <a:srgbClr val="244A8F"/>
          </a:solidFill>
          <a:ln w="11430">
            <a:solidFill>
              <a:srgbClr val="FFFFFF"/>
            </a:solidFill>
            <a:prstDash val="solid"/>
          </a:ln>
        </p:spPr>
        <p:txBody>
          <a:bodyPr/>
          <a:lstStyle/>
          <a:p>
            <a:endParaRPr lang="ja-JP" altLang="en-US" sz="3200"/>
          </a:p>
        </p:txBody>
      </p:sp>
      <p:sp>
        <p:nvSpPr>
          <p:cNvPr id="11" name="正方形/長方形 10">
            <a:extLst>
              <a:ext uri="{FF2B5EF4-FFF2-40B4-BE49-F238E27FC236}">
                <a16:creationId xmlns:a16="http://schemas.microsoft.com/office/drawing/2014/main" id="{D3198B39-7855-4C9C-A47B-745ECAA28499}"/>
              </a:ext>
            </a:extLst>
          </p:cNvPr>
          <p:cNvSpPr>
            <a:spLocks noGrp="1"/>
          </p:cNvSpPr>
          <p:nvPr/>
        </p:nvSpPr>
        <p:spPr>
          <a:xfrm>
            <a:off x="7912100" y="2085975"/>
            <a:ext cx="332740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100" b="1">
                <a:solidFill>
                  <a:srgbClr val="FFFFFF"/>
                </a:solidFill>
                <a:latin typeface="Yu Gothic UI"/>
                <a:ea typeface="Yu Gothic UI"/>
                <a:cs typeface="Yu Gothic UI"/>
              </a:rPr>
              <a:t>本回の扱い</a:t>
            </a:r>
          </a:p>
        </p:txBody>
      </p:sp>
      <p:sp>
        <p:nvSpPr>
          <p:cNvPr id="12" name="正方形/長方形 11">
            <a:extLst>
              <a:ext uri="{FF2B5EF4-FFF2-40B4-BE49-F238E27FC236}">
                <a16:creationId xmlns:a16="http://schemas.microsoft.com/office/drawing/2014/main" id="{BA5CD0A5-E585-4FC9-8F75-3D9CFDB53400}"/>
              </a:ext>
            </a:extLst>
          </p:cNvPr>
          <p:cNvSpPr>
            <a:spLocks noGrp="1"/>
          </p:cNvSpPr>
          <p:nvPr/>
        </p:nvSpPr>
        <p:spPr>
          <a:xfrm>
            <a:off x="876300" y="2438400"/>
            <a:ext cx="3479800" cy="757238"/>
          </a:xfrm>
          <a:prstGeom prst="rect">
            <a:avLst/>
          </a:prstGeom>
          <a:solidFill>
            <a:srgbClr val="EAF1FB"/>
          </a:solidFill>
          <a:ln w="11430">
            <a:solidFill>
              <a:srgbClr val="FFFFFF"/>
            </a:solidFill>
            <a:prstDash val="solid"/>
          </a:ln>
        </p:spPr>
        <p:txBody>
          <a:bodyPr/>
          <a:lstStyle/>
          <a:p>
            <a:endParaRPr lang="ja-JP" altLang="en-US" sz="3200"/>
          </a:p>
        </p:txBody>
      </p:sp>
      <p:sp>
        <p:nvSpPr>
          <p:cNvPr id="13" name="正方形/長方形 12">
            <a:extLst>
              <a:ext uri="{FF2B5EF4-FFF2-40B4-BE49-F238E27FC236}">
                <a16:creationId xmlns:a16="http://schemas.microsoft.com/office/drawing/2014/main" id="{9E183806-116E-4818-AC0E-50EC7B80FCFA}"/>
              </a:ext>
            </a:extLst>
          </p:cNvPr>
          <p:cNvSpPr>
            <a:spLocks noGrp="1"/>
          </p:cNvSpPr>
          <p:nvPr/>
        </p:nvSpPr>
        <p:spPr>
          <a:xfrm>
            <a:off x="952500" y="2486025"/>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Azure Container Instances</a:t>
            </a:r>
          </a:p>
        </p:txBody>
      </p:sp>
      <p:sp>
        <p:nvSpPr>
          <p:cNvPr id="14" name="正方形/長方形 13">
            <a:extLst>
              <a:ext uri="{FF2B5EF4-FFF2-40B4-BE49-F238E27FC236}">
                <a16:creationId xmlns:a16="http://schemas.microsoft.com/office/drawing/2014/main" id="{F6068C6F-2E74-4A6D-BA27-AF41099E4CC8}"/>
              </a:ext>
            </a:extLst>
          </p:cNvPr>
          <p:cNvSpPr>
            <a:spLocks noGrp="1"/>
          </p:cNvSpPr>
          <p:nvPr/>
        </p:nvSpPr>
        <p:spPr>
          <a:xfrm>
            <a:off x="4356100" y="2438400"/>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15" name="正方形/長方形 14">
            <a:extLst>
              <a:ext uri="{FF2B5EF4-FFF2-40B4-BE49-F238E27FC236}">
                <a16:creationId xmlns:a16="http://schemas.microsoft.com/office/drawing/2014/main" id="{1D463ADE-6D0A-454F-A1D9-9F71CD1A0B34}"/>
              </a:ext>
            </a:extLst>
          </p:cNvPr>
          <p:cNvSpPr>
            <a:spLocks noGrp="1"/>
          </p:cNvSpPr>
          <p:nvPr/>
        </p:nvSpPr>
        <p:spPr>
          <a:xfrm>
            <a:off x="4432300" y="2486025"/>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実行中の CPU/メモリ時間が課金対象になります。</a:t>
            </a:r>
          </a:p>
        </p:txBody>
      </p:sp>
      <p:sp>
        <p:nvSpPr>
          <p:cNvPr id="16" name="正方形/長方形 15">
            <a:extLst>
              <a:ext uri="{FF2B5EF4-FFF2-40B4-BE49-F238E27FC236}">
                <a16:creationId xmlns:a16="http://schemas.microsoft.com/office/drawing/2014/main" id="{9073AC70-A056-44F0-8B66-B303EE9DEAEB}"/>
              </a:ext>
            </a:extLst>
          </p:cNvPr>
          <p:cNvSpPr>
            <a:spLocks noGrp="1"/>
          </p:cNvSpPr>
          <p:nvPr/>
        </p:nvSpPr>
        <p:spPr>
          <a:xfrm>
            <a:off x="7835900" y="2438400"/>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17" name="正方形/長方形 16">
            <a:extLst>
              <a:ext uri="{FF2B5EF4-FFF2-40B4-BE49-F238E27FC236}">
                <a16:creationId xmlns:a16="http://schemas.microsoft.com/office/drawing/2014/main" id="{2CD307BC-4EBC-422D-A77D-B554BF1645AF}"/>
              </a:ext>
            </a:extLst>
          </p:cNvPr>
          <p:cNvSpPr>
            <a:spLocks noGrp="1"/>
          </p:cNvSpPr>
          <p:nvPr/>
        </p:nvSpPr>
        <p:spPr>
          <a:xfrm>
            <a:off x="7912100" y="2486025"/>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最後に削除します。</a:t>
            </a:r>
          </a:p>
        </p:txBody>
      </p:sp>
      <p:sp>
        <p:nvSpPr>
          <p:cNvPr id="18" name="正方形/長方形 17">
            <a:extLst>
              <a:ext uri="{FF2B5EF4-FFF2-40B4-BE49-F238E27FC236}">
                <a16:creationId xmlns:a16="http://schemas.microsoft.com/office/drawing/2014/main" id="{A1B31E7F-8D18-48BE-934D-63272F1920F4}"/>
              </a:ext>
            </a:extLst>
          </p:cNvPr>
          <p:cNvSpPr>
            <a:spLocks noGrp="1"/>
          </p:cNvSpPr>
          <p:nvPr/>
        </p:nvSpPr>
        <p:spPr>
          <a:xfrm>
            <a:off x="876300" y="3195638"/>
            <a:ext cx="3479800" cy="757238"/>
          </a:xfrm>
          <a:prstGeom prst="rect">
            <a:avLst/>
          </a:prstGeom>
          <a:solidFill>
            <a:srgbClr val="EAF1FB"/>
          </a:solidFill>
          <a:ln w="11430">
            <a:solidFill>
              <a:srgbClr val="FFFFFF"/>
            </a:solidFill>
            <a:prstDash val="solid"/>
          </a:ln>
        </p:spPr>
        <p:txBody>
          <a:bodyPr/>
          <a:lstStyle/>
          <a:p>
            <a:endParaRPr lang="ja-JP" altLang="en-US" sz="3200"/>
          </a:p>
        </p:txBody>
      </p:sp>
      <p:sp>
        <p:nvSpPr>
          <p:cNvPr id="19" name="正方形/長方形 18">
            <a:extLst>
              <a:ext uri="{FF2B5EF4-FFF2-40B4-BE49-F238E27FC236}">
                <a16:creationId xmlns:a16="http://schemas.microsoft.com/office/drawing/2014/main" id="{261074B0-846D-440C-90B8-2F866CC58669}"/>
              </a:ext>
            </a:extLst>
          </p:cNvPr>
          <p:cNvSpPr>
            <a:spLocks noGrp="1"/>
          </p:cNvSpPr>
          <p:nvPr/>
        </p:nvSpPr>
        <p:spPr>
          <a:xfrm>
            <a:off x="952500" y="3243263"/>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Log/診断関連</a:t>
            </a:r>
          </a:p>
        </p:txBody>
      </p:sp>
      <p:sp>
        <p:nvSpPr>
          <p:cNvPr id="20" name="正方形/長方形 19">
            <a:extLst>
              <a:ext uri="{FF2B5EF4-FFF2-40B4-BE49-F238E27FC236}">
                <a16:creationId xmlns:a16="http://schemas.microsoft.com/office/drawing/2014/main" id="{923E808F-F52D-4993-8E35-F4EE11D4C4CF}"/>
              </a:ext>
            </a:extLst>
          </p:cNvPr>
          <p:cNvSpPr>
            <a:spLocks noGrp="1"/>
          </p:cNvSpPr>
          <p:nvPr/>
        </p:nvSpPr>
        <p:spPr>
          <a:xfrm>
            <a:off x="4356100" y="3195638"/>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21" name="正方形/長方形 20">
            <a:extLst>
              <a:ext uri="{FF2B5EF4-FFF2-40B4-BE49-F238E27FC236}">
                <a16:creationId xmlns:a16="http://schemas.microsoft.com/office/drawing/2014/main" id="{614A59D8-535E-4828-8E4A-5A227044ED68}"/>
              </a:ext>
            </a:extLst>
          </p:cNvPr>
          <p:cNvSpPr>
            <a:spLocks noGrp="1"/>
          </p:cNvSpPr>
          <p:nvPr/>
        </p:nvSpPr>
        <p:spPr>
          <a:xfrm>
            <a:off x="4432300" y="3243263"/>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有効化した場合に課金が発生することがあります。</a:t>
            </a:r>
          </a:p>
        </p:txBody>
      </p:sp>
      <p:sp>
        <p:nvSpPr>
          <p:cNvPr id="22" name="正方形/長方形 21">
            <a:extLst>
              <a:ext uri="{FF2B5EF4-FFF2-40B4-BE49-F238E27FC236}">
                <a16:creationId xmlns:a16="http://schemas.microsoft.com/office/drawing/2014/main" id="{181EDBF5-DFE5-4239-B3B2-D48D9944055A}"/>
              </a:ext>
            </a:extLst>
          </p:cNvPr>
          <p:cNvSpPr>
            <a:spLocks noGrp="1"/>
          </p:cNvSpPr>
          <p:nvPr/>
        </p:nvSpPr>
        <p:spPr>
          <a:xfrm>
            <a:off x="7835900" y="3195638"/>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23" name="正方形/長方形 22">
            <a:extLst>
              <a:ext uri="{FF2B5EF4-FFF2-40B4-BE49-F238E27FC236}">
                <a16:creationId xmlns:a16="http://schemas.microsoft.com/office/drawing/2014/main" id="{90785349-B2AA-4B61-8813-30281899798F}"/>
              </a:ext>
            </a:extLst>
          </p:cNvPr>
          <p:cNvSpPr>
            <a:spLocks noGrp="1"/>
          </p:cNvSpPr>
          <p:nvPr/>
        </p:nvSpPr>
        <p:spPr>
          <a:xfrm>
            <a:off x="7912100" y="3243263"/>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本回では詳細に扱いません。</a:t>
            </a:r>
          </a:p>
        </p:txBody>
      </p:sp>
      <p:sp>
        <p:nvSpPr>
          <p:cNvPr id="24" name="正方形/長方形 23">
            <a:extLst>
              <a:ext uri="{FF2B5EF4-FFF2-40B4-BE49-F238E27FC236}">
                <a16:creationId xmlns:a16="http://schemas.microsoft.com/office/drawing/2014/main" id="{8A5FAFE7-3CAE-4EE8-8191-DF77797ABB6C}"/>
              </a:ext>
            </a:extLst>
          </p:cNvPr>
          <p:cNvSpPr>
            <a:spLocks noGrp="1"/>
          </p:cNvSpPr>
          <p:nvPr/>
        </p:nvSpPr>
        <p:spPr>
          <a:xfrm>
            <a:off x="876300" y="3952875"/>
            <a:ext cx="3479800" cy="757238"/>
          </a:xfrm>
          <a:prstGeom prst="rect">
            <a:avLst/>
          </a:prstGeom>
          <a:solidFill>
            <a:srgbClr val="EAF1FB"/>
          </a:solidFill>
          <a:ln w="11430">
            <a:solidFill>
              <a:srgbClr val="FFFFFF"/>
            </a:solidFill>
            <a:prstDash val="solid"/>
          </a:ln>
        </p:spPr>
        <p:txBody>
          <a:bodyPr/>
          <a:lstStyle/>
          <a:p>
            <a:endParaRPr lang="ja-JP" altLang="en-US" sz="3200"/>
          </a:p>
        </p:txBody>
      </p:sp>
      <p:sp>
        <p:nvSpPr>
          <p:cNvPr id="25" name="正方形/長方形 24">
            <a:extLst>
              <a:ext uri="{FF2B5EF4-FFF2-40B4-BE49-F238E27FC236}">
                <a16:creationId xmlns:a16="http://schemas.microsoft.com/office/drawing/2014/main" id="{3921BA1E-390D-4A01-A772-DB8E788133E6}"/>
              </a:ext>
            </a:extLst>
          </p:cNvPr>
          <p:cNvSpPr>
            <a:spLocks noGrp="1"/>
          </p:cNvSpPr>
          <p:nvPr/>
        </p:nvSpPr>
        <p:spPr>
          <a:xfrm>
            <a:off x="952500" y="4000500"/>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共有 ACR</a:t>
            </a:r>
          </a:p>
        </p:txBody>
      </p:sp>
      <p:sp>
        <p:nvSpPr>
          <p:cNvPr id="26" name="正方形/長方形 25">
            <a:extLst>
              <a:ext uri="{FF2B5EF4-FFF2-40B4-BE49-F238E27FC236}">
                <a16:creationId xmlns:a16="http://schemas.microsoft.com/office/drawing/2014/main" id="{F0DCE7DE-EC02-470E-81E6-3A6365565EEF}"/>
              </a:ext>
            </a:extLst>
          </p:cNvPr>
          <p:cNvSpPr>
            <a:spLocks noGrp="1"/>
          </p:cNvSpPr>
          <p:nvPr/>
        </p:nvSpPr>
        <p:spPr>
          <a:xfrm>
            <a:off x="4356100" y="3952875"/>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27" name="正方形/長方形 26">
            <a:extLst>
              <a:ext uri="{FF2B5EF4-FFF2-40B4-BE49-F238E27FC236}">
                <a16:creationId xmlns:a16="http://schemas.microsoft.com/office/drawing/2014/main" id="{2BCBE0F6-B196-4AE4-AA51-7A15985E5224}"/>
              </a:ext>
            </a:extLst>
          </p:cNvPr>
          <p:cNvSpPr>
            <a:spLocks noGrp="1"/>
          </p:cNvSpPr>
          <p:nvPr/>
        </p:nvSpPr>
        <p:spPr>
          <a:xfrm>
            <a:off x="4432300" y="4000500"/>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講師管理の共有リソースです。</a:t>
            </a:r>
          </a:p>
        </p:txBody>
      </p:sp>
      <p:sp>
        <p:nvSpPr>
          <p:cNvPr id="28" name="正方形/長方形 27">
            <a:extLst>
              <a:ext uri="{FF2B5EF4-FFF2-40B4-BE49-F238E27FC236}">
                <a16:creationId xmlns:a16="http://schemas.microsoft.com/office/drawing/2014/main" id="{0771407F-16AF-4174-9F03-D9DE33A63805}"/>
              </a:ext>
            </a:extLst>
          </p:cNvPr>
          <p:cNvSpPr>
            <a:spLocks noGrp="1"/>
          </p:cNvSpPr>
          <p:nvPr/>
        </p:nvSpPr>
        <p:spPr>
          <a:xfrm>
            <a:off x="7835900" y="3952875"/>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29" name="正方形/長方形 28">
            <a:extLst>
              <a:ext uri="{FF2B5EF4-FFF2-40B4-BE49-F238E27FC236}">
                <a16:creationId xmlns:a16="http://schemas.microsoft.com/office/drawing/2014/main" id="{F61624C6-2C38-41A7-AFAA-549089C8D3B4}"/>
              </a:ext>
            </a:extLst>
          </p:cNvPr>
          <p:cNvSpPr>
            <a:spLocks noGrp="1"/>
          </p:cNvSpPr>
          <p:nvPr/>
        </p:nvSpPr>
        <p:spPr>
          <a:xfrm>
            <a:off x="7912100" y="4000500"/>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受講者は削除しません。</a:t>
            </a:r>
          </a:p>
        </p:txBody>
      </p:sp>
      <p:sp>
        <p:nvSpPr>
          <p:cNvPr id="30" name="正方形/長方形 29">
            <a:extLst>
              <a:ext uri="{FF2B5EF4-FFF2-40B4-BE49-F238E27FC236}">
                <a16:creationId xmlns:a16="http://schemas.microsoft.com/office/drawing/2014/main" id="{A97E20DC-27E4-4128-9582-A9F65CEE0EA7}"/>
              </a:ext>
            </a:extLst>
          </p:cNvPr>
          <p:cNvSpPr>
            <a:spLocks noGrp="1"/>
          </p:cNvSpPr>
          <p:nvPr/>
        </p:nvSpPr>
        <p:spPr>
          <a:xfrm>
            <a:off x="876300" y="4710113"/>
            <a:ext cx="3479800" cy="757238"/>
          </a:xfrm>
          <a:prstGeom prst="rect">
            <a:avLst/>
          </a:prstGeom>
          <a:solidFill>
            <a:srgbClr val="EAF1FB"/>
          </a:solidFill>
          <a:ln w="11430">
            <a:solidFill>
              <a:srgbClr val="FFFFFF"/>
            </a:solidFill>
            <a:prstDash val="solid"/>
          </a:ln>
        </p:spPr>
        <p:txBody>
          <a:bodyPr/>
          <a:lstStyle/>
          <a:p>
            <a:endParaRPr lang="ja-JP" altLang="en-US" sz="3200"/>
          </a:p>
        </p:txBody>
      </p:sp>
      <p:sp>
        <p:nvSpPr>
          <p:cNvPr id="31" name="正方形/長方形 30">
            <a:extLst>
              <a:ext uri="{FF2B5EF4-FFF2-40B4-BE49-F238E27FC236}">
                <a16:creationId xmlns:a16="http://schemas.microsoft.com/office/drawing/2014/main" id="{7919E9C4-D5A3-4E71-B380-593E5B019216}"/>
              </a:ext>
            </a:extLst>
          </p:cNvPr>
          <p:cNvSpPr>
            <a:spLocks noGrp="1"/>
          </p:cNvSpPr>
          <p:nvPr/>
        </p:nvSpPr>
        <p:spPr>
          <a:xfrm>
            <a:off x="952500" y="4757738"/>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DNS label/FQDN</a:t>
            </a:r>
          </a:p>
        </p:txBody>
      </p:sp>
      <p:sp>
        <p:nvSpPr>
          <p:cNvPr id="32" name="正方形/長方形 31">
            <a:extLst>
              <a:ext uri="{FF2B5EF4-FFF2-40B4-BE49-F238E27FC236}">
                <a16:creationId xmlns:a16="http://schemas.microsoft.com/office/drawing/2014/main" id="{100D987A-F2FD-45EF-B7A2-EAC208AFDD30}"/>
              </a:ext>
            </a:extLst>
          </p:cNvPr>
          <p:cNvSpPr>
            <a:spLocks noGrp="1"/>
          </p:cNvSpPr>
          <p:nvPr/>
        </p:nvSpPr>
        <p:spPr>
          <a:xfrm>
            <a:off x="4356100" y="4710113"/>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33" name="正方形/長方形 32">
            <a:extLst>
              <a:ext uri="{FF2B5EF4-FFF2-40B4-BE49-F238E27FC236}">
                <a16:creationId xmlns:a16="http://schemas.microsoft.com/office/drawing/2014/main" id="{92DA2270-92DB-4726-87F4-B96EA0A03A3D}"/>
              </a:ext>
            </a:extLst>
          </p:cNvPr>
          <p:cNvSpPr>
            <a:spLocks noGrp="1"/>
          </p:cNvSpPr>
          <p:nvPr/>
        </p:nvSpPr>
        <p:spPr>
          <a:xfrm>
            <a:off x="4432300" y="4757738"/>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ACI に付随します。</a:t>
            </a:r>
          </a:p>
        </p:txBody>
      </p:sp>
      <p:sp>
        <p:nvSpPr>
          <p:cNvPr id="34" name="正方形/長方形 33">
            <a:extLst>
              <a:ext uri="{FF2B5EF4-FFF2-40B4-BE49-F238E27FC236}">
                <a16:creationId xmlns:a16="http://schemas.microsoft.com/office/drawing/2014/main" id="{638825DF-FE6B-45BF-BDC2-844235E7A4FF}"/>
              </a:ext>
            </a:extLst>
          </p:cNvPr>
          <p:cNvSpPr>
            <a:spLocks noGrp="1"/>
          </p:cNvSpPr>
          <p:nvPr/>
        </p:nvSpPr>
        <p:spPr>
          <a:xfrm>
            <a:off x="7835900" y="4710113"/>
            <a:ext cx="3479800" cy="757238"/>
          </a:xfrm>
          <a:prstGeom prst="rect">
            <a:avLst/>
          </a:prstGeom>
          <a:solidFill>
            <a:srgbClr val="FFFFFF"/>
          </a:solidFill>
          <a:ln w="11430">
            <a:solidFill>
              <a:srgbClr val="FFFFFF"/>
            </a:solidFill>
            <a:prstDash val="solid"/>
          </a:ln>
        </p:spPr>
        <p:txBody>
          <a:bodyPr/>
          <a:lstStyle/>
          <a:p>
            <a:endParaRPr lang="ja-JP" altLang="en-US" sz="3200"/>
          </a:p>
        </p:txBody>
      </p:sp>
      <p:sp>
        <p:nvSpPr>
          <p:cNvPr id="35" name="正方形/長方形 34">
            <a:extLst>
              <a:ext uri="{FF2B5EF4-FFF2-40B4-BE49-F238E27FC236}">
                <a16:creationId xmlns:a16="http://schemas.microsoft.com/office/drawing/2014/main" id="{7C78ED8A-6E33-41C4-A32A-7966A0874DE5}"/>
              </a:ext>
            </a:extLst>
          </p:cNvPr>
          <p:cNvSpPr>
            <a:spLocks noGrp="1"/>
          </p:cNvSpPr>
          <p:nvPr/>
        </p:nvSpPr>
        <p:spPr>
          <a:xfrm>
            <a:off x="7912100" y="4757738"/>
            <a:ext cx="3327400" cy="661988"/>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ACI 削除で解放されます。</a:t>
            </a:r>
          </a:p>
        </p:txBody>
      </p:sp>
    </p:spTree>
    <p:extLst>
      <p:ext uri="{BB962C8B-B14F-4D97-AF65-F5344CB8AC3E}">
        <p14:creationId xmlns:p14="http://schemas.microsoft.com/office/powerpoint/2010/main" val="1186077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C409F406-1870-4653-8290-C75F4A10EEC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リソースグループを削除する</a:t>
            </a:r>
          </a:p>
        </p:txBody>
      </p:sp>
      <p:sp>
        <p:nvSpPr>
          <p:cNvPr id="2" name="正方形/長方形 1">
            <a:extLst>
              <a:ext uri="{FF2B5EF4-FFF2-40B4-BE49-F238E27FC236}">
                <a16:creationId xmlns:a16="http://schemas.microsoft.com/office/drawing/2014/main" id="{B65D7433-772D-4195-9533-760B872238E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B7FC3001-52AB-488C-A662-31F7D9D14B4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0497536-09B2-4B13-A2A6-0821A9830018}"/>
              </a:ext>
            </a:extLst>
          </p:cNvPr>
          <p:cNvSpPr>
            <a:spLocks noGrp="1"/>
          </p:cNvSpPr>
          <p:nvPr/>
        </p:nvSpPr>
        <p:spPr>
          <a:xfrm>
            <a:off x="685799" y="1390650"/>
            <a:ext cx="10820399"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受講者が作成したリソースグループだけを削除します。共有 ACR や講師共有リソースグループは削除対象ではありません。</a:t>
            </a:r>
          </a:p>
        </p:txBody>
      </p:sp>
      <p:sp>
        <p:nvSpPr>
          <p:cNvPr id="16" name="正方形/長方形 15">
            <a:extLst>
              <a:ext uri="{FF2B5EF4-FFF2-40B4-BE49-F238E27FC236}">
                <a16:creationId xmlns:a16="http://schemas.microsoft.com/office/drawing/2014/main" id="{C1E44587-027E-4F81-A0F4-5E5F75D6FA7A}"/>
              </a:ext>
            </a:extLst>
          </p:cNvPr>
          <p:cNvSpPr>
            <a:spLocks noGrp="1"/>
          </p:cNvSpPr>
          <p:nvPr/>
        </p:nvSpPr>
        <p:spPr>
          <a:xfrm>
            <a:off x="685800" y="1676400"/>
            <a:ext cx="10801350" cy="5024744"/>
          </a:xfrm>
          <a:prstGeom prst="rect">
            <a:avLst/>
          </a:prstGeom>
          <a:solidFill>
            <a:srgbClr val="FFFFFF"/>
          </a:solidFill>
          <a:ln w="9525">
            <a:solidFill>
              <a:srgbClr val="D0D5DD"/>
            </a:solidFill>
            <a:prstDash val="solid"/>
          </a:ln>
        </p:spPr>
        <p:txBody>
          <a:bodyPr/>
          <a:lstStyle/>
          <a:p>
            <a:endParaRPr lang="ja-JP" altLang="en-US"/>
          </a:p>
        </p:txBody>
      </p:sp>
      <p:pic>
        <p:nvPicPr>
          <p:cNvPr id="17" name="図 16">
            <a:extLst>
              <a:ext uri="{FF2B5EF4-FFF2-40B4-BE49-F238E27FC236}">
                <a16:creationId xmlns:a16="http://schemas.microsoft.com/office/drawing/2014/main" id="{9FF9B3DA-6450-9EDA-3E43-F0BEA11C8844}"/>
              </a:ext>
            </a:extLst>
          </p:cNvPr>
          <p:cNvPicPr>
            <a:picLocks noChangeAspect="1"/>
          </p:cNvPicPr>
          <p:nvPr/>
        </p:nvPicPr>
        <p:blipFill>
          <a:blip r:embed="rId3"/>
          <a:stretch/>
        </p:blipFill>
        <p:spPr>
          <a:xfrm>
            <a:off x="6288745" y="4308913"/>
            <a:ext cx="3976132" cy="2236575"/>
          </a:xfrm>
          <a:prstGeom prst="rect">
            <a:avLst/>
          </a:prstGeom>
        </p:spPr>
      </p:pic>
      <p:pic>
        <p:nvPicPr>
          <p:cNvPr id="18" name="図 17">
            <a:extLst>
              <a:ext uri="{FF2B5EF4-FFF2-40B4-BE49-F238E27FC236}">
                <a16:creationId xmlns:a16="http://schemas.microsoft.com/office/drawing/2014/main" id="{9ADE9AE7-A1CC-67C5-827D-7D1094698982}"/>
              </a:ext>
            </a:extLst>
          </p:cNvPr>
          <p:cNvPicPr>
            <a:picLocks noChangeAspect="1"/>
          </p:cNvPicPr>
          <p:nvPr/>
        </p:nvPicPr>
        <p:blipFill>
          <a:blip r:embed="rId4"/>
          <a:stretch/>
        </p:blipFill>
        <p:spPr>
          <a:xfrm>
            <a:off x="876300" y="1798687"/>
            <a:ext cx="4345244" cy="2444200"/>
          </a:xfrm>
          <a:prstGeom prst="rect">
            <a:avLst/>
          </a:prstGeom>
        </p:spPr>
      </p:pic>
      <p:sp>
        <p:nvSpPr>
          <p:cNvPr id="19" name="正方形/長方形 18">
            <a:extLst>
              <a:ext uri="{FF2B5EF4-FFF2-40B4-BE49-F238E27FC236}">
                <a16:creationId xmlns:a16="http://schemas.microsoft.com/office/drawing/2014/main" id="{129C7ECA-F3A9-F880-2D94-3AE5637265CC}"/>
              </a:ext>
            </a:extLst>
          </p:cNvPr>
          <p:cNvSpPr/>
          <p:nvPr/>
        </p:nvSpPr>
        <p:spPr>
          <a:xfrm>
            <a:off x="1648872" y="2514905"/>
            <a:ext cx="610092"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F077B4C9-D1B7-6ED8-4AF8-8E13CDD60262}"/>
              </a:ext>
            </a:extLst>
          </p:cNvPr>
          <p:cNvSpPr/>
          <p:nvPr/>
        </p:nvSpPr>
        <p:spPr>
          <a:xfrm>
            <a:off x="2169855" y="3009493"/>
            <a:ext cx="2113936" cy="686299"/>
          </a:xfrm>
          <a:prstGeom prst="wedgeRectCallout">
            <a:avLst>
              <a:gd name="adj1" fmla="val -59479"/>
              <a:gd name="adj2" fmla="val -849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自身のリソースグループを選択</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1" name="図 20">
            <a:extLst>
              <a:ext uri="{FF2B5EF4-FFF2-40B4-BE49-F238E27FC236}">
                <a16:creationId xmlns:a16="http://schemas.microsoft.com/office/drawing/2014/main" id="{AFBD7046-4385-8864-179B-CF23C7CBEBBB}"/>
              </a:ext>
            </a:extLst>
          </p:cNvPr>
          <p:cNvPicPr>
            <a:picLocks noChangeAspect="1"/>
          </p:cNvPicPr>
          <p:nvPr/>
        </p:nvPicPr>
        <p:blipFill>
          <a:blip r:embed="rId5"/>
          <a:stretch>
            <a:fillRect/>
          </a:stretch>
        </p:blipFill>
        <p:spPr>
          <a:xfrm>
            <a:off x="6247660" y="1737276"/>
            <a:ext cx="4017217" cy="2510761"/>
          </a:xfrm>
          <a:prstGeom prst="rect">
            <a:avLst/>
          </a:prstGeom>
        </p:spPr>
      </p:pic>
      <p:sp>
        <p:nvSpPr>
          <p:cNvPr id="22" name="正方形/長方形 21">
            <a:extLst>
              <a:ext uri="{FF2B5EF4-FFF2-40B4-BE49-F238E27FC236}">
                <a16:creationId xmlns:a16="http://schemas.microsoft.com/office/drawing/2014/main" id="{6D6FF1D7-EEB4-9C1D-DE95-2AE9497EBF86}"/>
              </a:ext>
            </a:extLst>
          </p:cNvPr>
          <p:cNvSpPr/>
          <p:nvPr/>
        </p:nvSpPr>
        <p:spPr>
          <a:xfrm>
            <a:off x="7679730" y="2119312"/>
            <a:ext cx="569535" cy="1095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ABF49AFA-83DE-3125-9E4D-06134FBC9F68}"/>
              </a:ext>
            </a:extLst>
          </p:cNvPr>
          <p:cNvSpPr/>
          <p:nvPr/>
        </p:nvSpPr>
        <p:spPr>
          <a:xfrm>
            <a:off x="8429192" y="2588072"/>
            <a:ext cx="2113936" cy="686299"/>
          </a:xfrm>
          <a:prstGeom prst="wedgeRectCallout">
            <a:avLst>
              <a:gd name="adj1" fmla="val -59479"/>
              <a:gd name="adj2" fmla="val -849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リソースグループを削除を選択</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4" name="正方形/長方形 23">
            <a:extLst>
              <a:ext uri="{FF2B5EF4-FFF2-40B4-BE49-F238E27FC236}">
                <a16:creationId xmlns:a16="http://schemas.microsoft.com/office/drawing/2014/main" id="{5417C866-32CD-3588-3FB5-3BE635DEDE5B}"/>
              </a:ext>
            </a:extLst>
          </p:cNvPr>
          <p:cNvSpPr/>
          <p:nvPr/>
        </p:nvSpPr>
        <p:spPr>
          <a:xfrm>
            <a:off x="8144424" y="6213987"/>
            <a:ext cx="2120453" cy="13949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4704394C-4011-06CC-175F-A09E47438B2A}"/>
              </a:ext>
            </a:extLst>
          </p:cNvPr>
          <p:cNvSpPr/>
          <p:nvPr/>
        </p:nvSpPr>
        <p:spPr>
          <a:xfrm>
            <a:off x="8144423" y="6405993"/>
            <a:ext cx="399809" cy="13949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20D3DE30-3A71-7806-F09F-9E32F6D07AC2}"/>
              </a:ext>
            </a:extLst>
          </p:cNvPr>
          <p:cNvSpPr/>
          <p:nvPr/>
        </p:nvSpPr>
        <p:spPr>
          <a:xfrm>
            <a:off x="8429192" y="5296707"/>
            <a:ext cx="2113936" cy="686299"/>
          </a:xfrm>
          <a:prstGeom prst="wedgeRectCallout">
            <a:avLst>
              <a:gd name="adj1" fmla="val -31572"/>
              <a:gd name="adj2" fmla="val 6399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リソースグループ名を入力</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7" name="四角形吹き出し 26">
            <a:extLst>
              <a:ext uri="{FF2B5EF4-FFF2-40B4-BE49-F238E27FC236}">
                <a16:creationId xmlns:a16="http://schemas.microsoft.com/office/drawing/2014/main" id="{30832BA1-EC2A-9085-8AC8-7F8C3B88C1C7}"/>
              </a:ext>
            </a:extLst>
          </p:cNvPr>
          <p:cNvSpPr/>
          <p:nvPr/>
        </p:nvSpPr>
        <p:spPr>
          <a:xfrm>
            <a:off x="5793222" y="5983006"/>
            <a:ext cx="2113936" cy="405427"/>
          </a:xfrm>
          <a:prstGeom prst="wedgeRectCallout">
            <a:avLst>
              <a:gd name="adj1" fmla="val 56335"/>
              <a:gd name="adj2" fmla="val 6642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活性化した削除を選択</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FFF4BE9-3DA0-4092-AC1D-293D27D6D0C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削除完了を確認する</a:t>
            </a:r>
          </a:p>
        </p:txBody>
      </p:sp>
      <p:sp>
        <p:nvSpPr>
          <p:cNvPr id="2" name="正方形/長方形 1">
            <a:extLst>
              <a:ext uri="{FF2B5EF4-FFF2-40B4-BE49-F238E27FC236}">
                <a16:creationId xmlns:a16="http://schemas.microsoft.com/office/drawing/2014/main" id="{8663BA85-DA3C-44C8-9237-E5178161D4C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D27F6E34-3702-4DF4-B385-9FE0031BD1A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89FC6A5C-94BA-4F1E-8F73-C29DCEED6686}"/>
              </a:ext>
            </a:extLst>
          </p:cNvPr>
          <p:cNvSpPr>
            <a:spLocks noGrp="1"/>
          </p:cNvSpPr>
          <p:nvPr/>
        </p:nvSpPr>
        <p:spPr>
          <a:xfrm>
            <a:off x="685800" y="1390650"/>
            <a:ext cx="42100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対象リソースグループが一覧から消えたこと、または削除中になっていることを確認します。ここまでが本回のハンズオン完了です。</a:t>
            </a:r>
          </a:p>
        </p:txBody>
      </p:sp>
      <p:sp>
        <p:nvSpPr>
          <p:cNvPr id="6" name="正方形/長方形 5">
            <a:extLst>
              <a:ext uri="{FF2B5EF4-FFF2-40B4-BE49-F238E27FC236}">
                <a16:creationId xmlns:a16="http://schemas.microsoft.com/office/drawing/2014/main" id="{834803D4-F1FF-4589-B7EE-37AB1F705268}"/>
              </a:ext>
            </a:extLst>
          </p:cNvPr>
          <p:cNvSpPr>
            <a:spLocks noGrp="1"/>
          </p:cNvSpPr>
          <p:nvPr/>
        </p:nvSpPr>
        <p:spPr>
          <a:xfrm>
            <a:off x="819150" y="2571750"/>
            <a:ext cx="3924300" cy="1428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削除には反映待ちが発生する場合があります。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別のリソースグループを削除しないよう名前を確認します。</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講師は最後に全員の削除状況を確認します。</a:t>
            </a:r>
          </a:p>
        </p:txBody>
      </p:sp>
      <p:sp>
        <p:nvSpPr>
          <p:cNvPr id="7" name="正方形/長方形 6">
            <a:extLst>
              <a:ext uri="{FF2B5EF4-FFF2-40B4-BE49-F238E27FC236}">
                <a16:creationId xmlns:a16="http://schemas.microsoft.com/office/drawing/2014/main" id="{CE2E30FC-DD6C-4A4D-AF8E-3CC3F14559C3}"/>
              </a:ext>
            </a:extLst>
          </p:cNvPr>
          <p:cNvSpPr>
            <a:spLocks noGrp="1"/>
          </p:cNvSpPr>
          <p:nvPr/>
        </p:nvSpPr>
        <p:spPr>
          <a:xfrm>
            <a:off x="5334000" y="1676400"/>
            <a:ext cx="5981700" cy="3886200"/>
          </a:xfrm>
          <a:prstGeom prst="rect">
            <a:avLst/>
          </a:prstGeom>
          <a:solidFill>
            <a:srgbClr val="FFFFFF"/>
          </a:solidFill>
          <a:ln w="9525">
            <a:solidFill>
              <a:srgbClr val="D0D5DD"/>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D25B1814-A24A-4107-83CC-4F92146B05D7}"/>
              </a:ext>
            </a:extLst>
          </p:cNvPr>
          <p:cNvSpPr>
            <a:spLocks noGrp="1"/>
          </p:cNvSpPr>
          <p:nvPr/>
        </p:nvSpPr>
        <p:spPr>
          <a:xfrm>
            <a:off x="5524500" y="521970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削除完了または削除中であることを確認する</a:t>
            </a:r>
          </a:p>
        </p:txBody>
      </p:sp>
      <p:pic>
        <p:nvPicPr>
          <p:cNvPr id="12" name="図 11">
            <a:extLst>
              <a:ext uri="{FF2B5EF4-FFF2-40B4-BE49-F238E27FC236}">
                <a16:creationId xmlns:a16="http://schemas.microsoft.com/office/drawing/2014/main" id="{AF175584-46D8-6540-8D63-408F9766BBDD}"/>
              </a:ext>
            </a:extLst>
          </p:cNvPr>
          <p:cNvPicPr>
            <a:picLocks noChangeAspect="1"/>
          </p:cNvPicPr>
          <p:nvPr/>
        </p:nvPicPr>
        <p:blipFill>
          <a:blip r:embed="rId3"/>
          <a:stretch/>
        </p:blipFill>
        <p:spPr>
          <a:xfrm>
            <a:off x="5467350" y="1878806"/>
            <a:ext cx="5715000" cy="3214688"/>
          </a:xfrm>
          <a:prstGeom prst="rect">
            <a:avLst/>
          </a:prstGeom>
        </p:spPr>
      </p:pic>
      <p:sp>
        <p:nvSpPr>
          <p:cNvPr id="13" name="四角形吹き出し 12">
            <a:extLst>
              <a:ext uri="{FF2B5EF4-FFF2-40B4-BE49-F238E27FC236}">
                <a16:creationId xmlns:a16="http://schemas.microsoft.com/office/drawing/2014/main" id="{3D852CE3-E0D9-F3E7-5EC9-3075F8648A77}"/>
              </a:ext>
            </a:extLst>
          </p:cNvPr>
          <p:cNvSpPr/>
          <p:nvPr/>
        </p:nvSpPr>
        <p:spPr>
          <a:xfrm>
            <a:off x="3153389" y="3904228"/>
            <a:ext cx="2113936" cy="686299"/>
          </a:xfrm>
          <a:prstGeom prst="wedgeRectCallout">
            <a:avLst>
              <a:gd name="adj1" fmla="val 102381"/>
              <a:gd name="adj2" fmla="val -577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リソースグループの一覧画面から自身のリソースグループが消える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F1E2B5F9-4F4A-432C-B793-BB03BC2BD30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よくある失敗</a:t>
            </a:r>
          </a:p>
        </p:txBody>
      </p:sp>
      <p:sp>
        <p:nvSpPr>
          <p:cNvPr id="2" name="正方形/長方形 1">
            <a:extLst>
              <a:ext uri="{FF2B5EF4-FFF2-40B4-BE49-F238E27FC236}">
                <a16:creationId xmlns:a16="http://schemas.microsoft.com/office/drawing/2014/main" id="{F02539E9-06EE-43A1-BBA8-8CF3EEF9E67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DEC338E5-A748-4DE2-BCDA-E08614DC0CC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C631B31-C2FE-4EB9-9F7A-53DA978E1D0D}"/>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イメージ名、タグ、DNS ラベル、ACR 参照権限、ポート設定は特につまずきやすいポイントです。症状から確認箇所へ短く戻ります。</a:t>
            </a:r>
          </a:p>
        </p:txBody>
      </p:sp>
      <p:sp>
        <p:nvSpPr>
          <p:cNvPr id="6" name="正方形/長方形 5">
            <a:extLst>
              <a:ext uri="{FF2B5EF4-FFF2-40B4-BE49-F238E27FC236}">
                <a16:creationId xmlns:a16="http://schemas.microsoft.com/office/drawing/2014/main" id="{FE349D78-ED04-4E48-8396-B6EF859BBD38}"/>
              </a:ext>
            </a:extLst>
          </p:cNvPr>
          <p:cNvSpPr>
            <a:spLocks noGrp="1"/>
          </p:cNvSpPr>
          <p:nvPr/>
        </p:nvSpPr>
        <p:spPr>
          <a:xfrm>
            <a:off x="876300" y="2038350"/>
            <a:ext cx="2609850" cy="400050"/>
          </a:xfrm>
          <a:prstGeom prst="rect">
            <a:avLst/>
          </a:prstGeom>
          <a:solidFill>
            <a:srgbClr val="244A8F"/>
          </a:solidFill>
          <a:ln w="11430">
            <a:solidFill>
              <a:srgbClr val="FFFFFF"/>
            </a:solidFill>
            <a:prstDash val="solid"/>
          </a:ln>
        </p:spPr>
        <p:txBody>
          <a:bodyPr/>
          <a:lstStyle/>
          <a:p>
            <a:endParaRPr lang="ja-JP" altLang="en-US" sz="3200"/>
          </a:p>
        </p:txBody>
      </p:sp>
      <p:sp>
        <p:nvSpPr>
          <p:cNvPr id="7" name="正方形/長方形 6">
            <a:extLst>
              <a:ext uri="{FF2B5EF4-FFF2-40B4-BE49-F238E27FC236}">
                <a16:creationId xmlns:a16="http://schemas.microsoft.com/office/drawing/2014/main" id="{9DCF3D4E-38ED-46B7-9885-08677B99F4D3}"/>
              </a:ext>
            </a:extLst>
          </p:cNvPr>
          <p:cNvSpPr>
            <a:spLocks noGrp="1"/>
          </p:cNvSpPr>
          <p:nvPr/>
        </p:nvSpPr>
        <p:spPr>
          <a:xfrm>
            <a:off x="952500" y="2085975"/>
            <a:ext cx="245745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100" b="1">
                <a:solidFill>
                  <a:srgbClr val="FFFFFF"/>
                </a:solidFill>
                <a:latin typeface="Yu Gothic UI"/>
                <a:ea typeface="Yu Gothic UI"/>
                <a:cs typeface="Yu Gothic UI"/>
              </a:rPr>
              <a:t>失敗</a:t>
            </a:r>
          </a:p>
        </p:txBody>
      </p:sp>
      <p:sp>
        <p:nvSpPr>
          <p:cNvPr id="8" name="正方形/長方形 7">
            <a:extLst>
              <a:ext uri="{FF2B5EF4-FFF2-40B4-BE49-F238E27FC236}">
                <a16:creationId xmlns:a16="http://schemas.microsoft.com/office/drawing/2014/main" id="{21079A87-A6F5-4C8C-8643-DFFAE96603BF}"/>
              </a:ext>
            </a:extLst>
          </p:cNvPr>
          <p:cNvSpPr>
            <a:spLocks noGrp="1"/>
          </p:cNvSpPr>
          <p:nvPr/>
        </p:nvSpPr>
        <p:spPr>
          <a:xfrm>
            <a:off x="3486150" y="2038350"/>
            <a:ext cx="2609850" cy="400050"/>
          </a:xfrm>
          <a:prstGeom prst="rect">
            <a:avLst/>
          </a:prstGeom>
          <a:solidFill>
            <a:srgbClr val="244A8F"/>
          </a:solidFill>
          <a:ln w="11430">
            <a:solidFill>
              <a:srgbClr val="FFFFFF"/>
            </a:solidFill>
            <a:prstDash val="solid"/>
          </a:ln>
        </p:spPr>
        <p:txBody>
          <a:bodyPr/>
          <a:lstStyle/>
          <a:p>
            <a:endParaRPr lang="ja-JP" altLang="en-US" sz="3200"/>
          </a:p>
        </p:txBody>
      </p:sp>
      <p:sp>
        <p:nvSpPr>
          <p:cNvPr id="9" name="正方形/長方形 8">
            <a:extLst>
              <a:ext uri="{FF2B5EF4-FFF2-40B4-BE49-F238E27FC236}">
                <a16:creationId xmlns:a16="http://schemas.microsoft.com/office/drawing/2014/main" id="{B7A426A8-2DFC-4CAF-AF04-4C1353C15665}"/>
              </a:ext>
            </a:extLst>
          </p:cNvPr>
          <p:cNvSpPr>
            <a:spLocks noGrp="1"/>
          </p:cNvSpPr>
          <p:nvPr/>
        </p:nvSpPr>
        <p:spPr>
          <a:xfrm>
            <a:off x="3562350" y="2085975"/>
            <a:ext cx="245745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100" b="1">
                <a:solidFill>
                  <a:srgbClr val="FFFFFF"/>
                </a:solidFill>
                <a:latin typeface="Yu Gothic UI"/>
                <a:ea typeface="Yu Gothic UI"/>
                <a:cs typeface="Yu Gothic UI"/>
              </a:rPr>
              <a:t>症状</a:t>
            </a:r>
          </a:p>
        </p:txBody>
      </p:sp>
      <p:sp>
        <p:nvSpPr>
          <p:cNvPr id="10" name="正方形/長方形 9">
            <a:extLst>
              <a:ext uri="{FF2B5EF4-FFF2-40B4-BE49-F238E27FC236}">
                <a16:creationId xmlns:a16="http://schemas.microsoft.com/office/drawing/2014/main" id="{60FD2840-C101-4C36-9D63-CDDF96E5C380}"/>
              </a:ext>
            </a:extLst>
          </p:cNvPr>
          <p:cNvSpPr>
            <a:spLocks noGrp="1"/>
          </p:cNvSpPr>
          <p:nvPr/>
        </p:nvSpPr>
        <p:spPr>
          <a:xfrm>
            <a:off x="6096000" y="2038350"/>
            <a:ext cx="2609850" cy="400050"/>
          </a:xfrm>
          <a:prstGeom prst="rect">
            <a:avLst/>
          </a:prstGeom>
          <a:solidFill>
            <a:srgbClr val="244A8F"/>
          </a:solidFill>
          <a:ln w="11430">
            <a:solidFill>
              <a:srgbClr val="FFFFFF"/>
            </a:solidFill>
            <a:prstDash val="solid"/>
          </a:ln>
        </p:spPr>
        <p:txBody>
          <a:bodyPr/>
          <a:lstStyle/>
          <a:p>
            <a:endParaRPr lang="ja-JP" altLang="en-US" sz="3200"/>
          </a:p>
        </p:txBody>
      </p:sp>
      <p:sp>
        <p:nvSpPr>
          <p:cNvPr id="11" name="正方形/長方形 10">
            <a:extLst>
              <a:ext uri="{FF2B5EF4-FFF2-40B4-BE49-F238E27FC236}">
                <a16:creationId xmlns:a16="http://schemas.microsoft.com/office/drawing/2014/main" id="{C4EDC829-DE4D-41C8-AC1F-D28EBB4BB97C}"/>
              </a:ext>
            </a:extLst>
          </p:cNvPr>
          <p:cNvSpPr>
            <a:spLocks noGrp="1"/>
          </p:cNvSpPr>
          <p:nvPr/>
        </p:nvSpPr>
        <p:spPr>
          <a:xfrm>
            <a:off x="6172200" y="2085975"/>
            <a:ext cx="245745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100" b="1">
                <a:solidFill>
                  <a:srgbClr val="FFFFFF"/>
                </a:solidFill>
                <a:latin typeface="Yu Gothic UI"/>
                <a:ea typeface="Yu Gothic UI"/>
                <a:cs typeface="Yu Gothic UI"/>
              </a:rPr>
              <a:t>確認箇所</a:t>
            </a:r>
          </a:p>
        </p:txBody>
      </p:sp>
      <p:sp>
        <p:nvSpPr>
          <p:cNvPr id="12" name="正方形/長方形 11">
            <a:extLst>
              <a:ext uri="{FF2B5EF4-FFF2-40B4-BE49-F238E27FC236}">
                <a16:creationId xmlns:a16="http://schemas.microsoft.com/office/drawing/2014/main" id="{278D6C1F-9CD1-48B4-A1CB-B2A30B326C94}"/>
              </a:ext>
            </a:extLst>
          </p:cNvPr>
          <p:cNvSpPr>
            <a:spLocks noGrp="1"/>
          </p:cNvSpPr>
          <p:nvPr/>
        </p:nvSpPr>
        <p:spPr>
          <a:xfrm>
            <a:off x="8705850" y="2038350"/>
            <a:ext cx="2609850" cy="400050"/>
          </a:xfrm>
          <a:prstGeom prst="rect">
            <a:avLst/>
          </a:prstGeom>
          <a:solidFill>
            <a:srgbClr val="244A8F"/>
          </a:solidFill>
          <a:ln w="11430">
            <a:solidFill>
              <a:srgbClr val="FFFFFF"/>
            </a:solidFill>
            <a:prstDash val="solid"/>
          </a:ln>
        </p:spPr>
        <p:txBody>
          <a:bodyPr/>
          <a:lstStyle/>
          <a:p>
            <a:endParaRPr lang="ja-JP" altLang="en-US" sz="3200"/>
          </a:p>
        </p:txBody>
      </p:sp>
      <p:sp>
        <p:nvSpPr>
          <p:cNvPr id="13" name="正方形/長方形 12">
            <a:extLst>
              <a:ext uri="{FF2B5EF4-FFF2-40B4-BE49-F238E27FC236}">
                <a16:creationId xmlns:a16="http://schemas.microsoft.com/office/drawing/2014/main" id="{D374CB18-86CB-4D17-A1D5-5347CDC0710D}"/>
              </a:ext>
            </a:extLst>
          </p:cNvPr>
          <p:cNvSpPr>
            <a:spLocks noGrp="1"/>
          </p:cNvSpPr>
          <p:nvPr/>
        </p:nvSpPr>
        <p:spPr>
          <a:xfrm>
            <a:off x="8782050" y="2085975"/>
            <a:ext cx="2457450" cy="3048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40" b="1">
                <a:solidFill>
                  <a:srgbClr val="FFFFFF"/>
                </a:solidFill>
                <a:latin typeface="Yu Gothic UI"/>
                <a:ea typeface="Yu Gothic UI"/>
                <a:cs typeface="Yu Gothic UI"/>
              </a:defRPr>
            </a:pPr>
            <a:r>
              <a:rPr sz="1100" b="1">
                <a:solidFill>
                  <a:srgbClr val="FFFFFF"/>
                </a:solidFill>
                <a:latin typeface="Yu Gothic UI"/>
                <a:ea typeface="Yu Gothic UI"/>
                <a:cs typeface="Yu Gothic UI"/>
              </a:rPr>
              <a:t>対応</a:t>
            </a:r>
          </a:p>
        </p:txBody>
      </p:sp>
      <p:sp>
        <p:nvSpPr>
          <p:cNvPr id="14" name="正方形/長方形 13">
            <a:extLst>
              <a:ext uri="{FF2B5EF4-FFF2-40B4-BE49-F238E27FC236}">
                <a16:creationId xmlns:a16="http://schemas.microsoft.com/office/drawing/2014/main" id="{4FDBA9C7-F230-4E11-8F8B-7D4B193A4073}"/>
              </a:ext>
            </a:extLst>
          </p:cNvPr>
          <p:cNvSpPr>
            <a:spLocks noGrp="1"/>
          </p:cNvSpPr>
          <p:nvPr/>
        </p:nvSpPr>
        <p:spPr>
          <a:xfrm>
            <a:off x="876300" y="2438400"/>
            <a:ext cx="2609850" cy="605790"/>
          </a:xfrm>
          <a:prstGeom prst="rect">
            <a:avLst/>
          </a:prstGeom>
          <a:solidFill>
            <a:srgbClr val="EAF1FB"/>
          </a:solidFill>
          <a:ln w="11430">
            <a:solidFill>
              <a:srgbClr val="FFFFFF"/>
            </a:solidFill>
            <a:prstDash val="solid"/>
          </a:ln>
        </p:spPr>
        <p:txBody>
          <a:bodyPr/>
          <a:lstStyle/>
          <a:p>
            <a:endParaRPr lang="ja-JP" altLang="en-US" sz="3200"/>
          </a:p>
        </p:txBody>
      </p:sp>
      <p:sp>
        <p:nvSpPr>
          <p:cNvPr id="15" name="正方形/長方形 14">
            <a:extLst>
              <a:ext uri="{FF2B5EF4-FFF2-40B4-BE49-F238E27FC236}">
                <a16:creationId xmlns:a16="http://schemas.microsoft.com/office/drawing/2014/main" id="{8C3C4CF4-A3F9-4DF1-B71A-1AEC9EC81ED4}"/>
              </a:ext>
            </a:extLst>
          </p:cNvPr>
          <p:cNvSpPr>
            <a:spLocks noGrp="1"/>
          </p:cNvSpPr>
          <p:nvPr/>
        </p:nvSpPr>
        <p:spPr>
          <a:xfrm>
            <a:off x="952500" y="248602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サービス選択ミス</a:t>
            </a:r>
          </a:p>
        </p:txBody>
      </p:sp>
      <p:sp>
        <p:nvSpPr>
          <p:cNvPr id="16" name="正方形/長方形 15">
            <a:extLst>
              <a:ext uri="{FF2B5EF4-FFF2-40B4-BE49-F238E27FC236}">
                <a16:creationId xmlns:a16="http://schemas.microsoft.com/office/drawing/2014/main" id="{43027796-206A-4AD6-A2F3-81242F86AC52}"/>
              </a:ext>
            </a:extLst>
          </p:cNvPr>
          <p:cNvSpPr>
            <a:spLocks noGrp="1"/>
          </p:cNvSpPr>
          <p:nvPr/>
        </p:nvSpPr>
        <p:spPr>
          <a:xfrm>
            <a:off x="3486150" y="243840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17" name="正方形/長方形 16">
            <a:extLst>
              <a:ext uri="{FF2B5EF4-FFF2-40B4-BE49-F238E27FC236}">
                <a16:creationId xmlns:a16="http://schemas.microsoft.com/office/drawing/2014/main" id="{BD74ECDA-281A-4E8E-8E1D-199404EB7ED5}"/>
              </a:ext>
            </a:extLst>
          </p:cNvPr>
          <p:cNvSpPr>
            <a:spLocks noGrp="1"/>
          </p:cNvSpPr>
          <p:nvPr/>
        </p:nvSpPr>
        <p:spPr>
          <a:xfrm>
            <a:off x="3562350" y="248602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Container Apps や AKS の画面にいる</a:t>
            </a:r>
          </a:p>
        </p:txBody>
      </p:sp>
      <p:sp>
        <p:nvSpPr>
          <p:cNvPr id="18" name="正方形/長方形 17">
            <a:extLst>
              <a:ext uri="{FF2B5EF4-FFF2-40B4-BE49-F238E27FC236}">
                <a16:creationId xmlns:a16="http://schemas.microsoft.com/office/drawing/2014/main" id="{09577BFD-0196-4719-BE90-D0C845E2D2F5}"/>
              </a:ext>
            </a:extLst>
          </p:cNvPr>
          <p:cNvSpPr>
            <a:spLocks noGrp="1"/>
          </p:cNvSpPr>
          <p:nvPr/>
        </p:nvSpPr>
        <p:spPr>
          <a:xfrm>
            <a:off x="6096000" y="243840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19" name="正方形/長方形 18">
            <a:extLst>
              <a:ext uri="{FF2B5EF4-FFF2-40B4-BE49-F238E27FC236}">
                <a16:creationId xmlns:a16="http://schemas.microsoft.com/office/drawing/2014/main" id="{84F96758-F253-4172-986A-E9D315826B8A}"/>
              </a:ext>
            </a:extLst>
          </p:cNvPr>
          <p:cNvSpPr>
            <a:spLocks noGrp="1"/>
          </p:cNvSpPr>
          <p:nvPr/>
        </p:nvSpPr>
        <p:spPr>
          <a:xfrm>
            <a:off x="6172200" y="248602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作成画面のサービス名</a:t>
            </a:r>
          </a:p>
        </p:txBody>
      </p:sp>
      <p:sp>
        <p:nvSpPr>
          <p:cNvPr id="20" name="正方形/長方形 19">
            <a:extLst>
              <a:ext uri="{FF2B5EF4-FFF2-40B4-BE49-F238E27FC236}">
                <a16:creationId xmlns:a16="http://schemas.microsoft.com/office/drawing/2014/main" id="{1DE0E70E-F37D-4D7E-B43E-4D3D791450AD}"/>
              </a:ext>
            </a:extLst>
          </p:cNvPr>
          <p:cNvSpPr>
            <a:spLocks noGrp="1"/>
          </p:cNvSpPr>
          <p:nvPr/>
        </p:nvSpPr>
        <p:spPr>
          <a:xfrm>
            <a:off x="8705850" y="243840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21" name="正方形/長方形 20">
            <a:extLst>
              <a:ext uri="{FF2B5EF4-FFF2-40B4-BE49-F238E27FC236}">
                <a16:creationId xmlns:a16="http://schemas.microsoft.com/office/drawing/2014/main" id="{7FB40050-8E20-4668-BD0D-B0BBA5580E5C}"/>
              </a:ext>
            </a:extLst>
          </p:cNvPr>
          <p:cNvSpPr>
            <a:spLocks noGrp="1"/>
          </p:cNvSpPr>
          <p:nvPr/>
        </p:nvSpPr>
        <p:spPr>
          <a:xfrm>
            <a:off x="8782050" y="248602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Container Instances に戻ります。</a:t>
            </a:r>
          </a:p>
        </p:txBody>
      </p:sp>
      <p:sp>
        <p:nvSpPr>
          <p:cNvPr id="22" name="正方形/長方形 21">
            <a:extLst>
              <a:ext uri="{FF2B5EF4-FFF2-40B4-BE49-F238E27FC236}">
                <a16:creationId xmlns:a16="http://schemas.microsoft.com/office/drawing/2014/main" id="{B0E4DFBE-E972-477A-914F-5DD67D292589}"/>
              </a:ext>
            </a:extLst>
          </p:cNvPr>
          <p:cNvSpPr>
            <a:spLocks noGrp="1"/>
          </p:cNvSpPr>
          <p:nvPr/>
        </p:nvSpPr>
        <p:spPr>
          <a:xfrm>
            <a:off x="876300" y="3044190"/>
            <a:ext cx="2609850" cy="605790"/>
          </a:xfrm>
          <a:prstGeom prst="rect">
            <a:avLst/>
          </a:prstGeom>
          <a:solidFill>
            <a:srgbClr val="EAF1FB"/>
          </a:solidFill>
          <a:ln w="11430">
            <a:solidFill>
              <a:srgbClr val="FFFFFF"/>
            </a:solidFill>
            <a:prstDash val="solid"/>
          </a:ln>
        </p:spPr>
        <p:txBody>
          <a:bodyPr/>
          <a:lstStyle/>
          <a:p>
            <a:endParaRPr lang="ja-JP" altLang="en-US" sz="3200"/>
          </a:p>
        </p:txBody>
      </p:sp>
      <p:sp>
        <p:nvSpPr>
          <p:cNvPr id="23" name="正方形/長方形 22">
            <a:extLst>
              <a:ext uri="{FF2B5EF4-FFF2-40B4-BE49-F238E27FC236}">
                <a16:creationId xmlns:a16="http://schemas.microsoft.com/office/drawing/2014/main" id="{8CF4C292-DDA0-4F27-A900-46B9D6D7E8EA}"/>
              </a:ext>
            </a:extLst>
          </p:cNvPr>
          <p:cNvSpPr>
            <a:spLocks noGrp="1"/>
          </p:cNvSpPr>
          <p:nvPr/>
        </p:nvSpPr>
        <p:spPr>
          <a:xfrm>
            <a:off x="952500" y="309181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イメージ名ミス</a:t>
            </a:r>
          </a:p>
        </p:txBody>
      </p:sp>
      <p:sp>
        <p:nvSpPr>
          <p:cNvPr id="24" name="正方形/長方形 23">
            <a:extLst>
              <a:ext uri="{FF2B5EF4-FFF2-40B4-BE49-F238E27FC236}">
                <a16:creationId xmlns:a16="http://schemas.microsoft.com/office/drawing/2014/main" id="{F9F91A78-CC93-4436-A445-04A3D255EB9F}"/>
              </a:ext>
            </a:extLst>
          </p:cNvPr>
          <p:cNvSpPr>
            <a:spLocks noGrp="1"/>
          </p:cNvSpPr>
          <p:nvPr/>
        </p:nvSpPr>
        <p:spPr>
          <a:xfrm>
            <a:off x="3486150" y="304419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25" name="正方形/長方形 24">
            <a:extLst>
              <a:ext uri="{FF2B5EF4-FFF2-40B4-BE49-F238E27FC236}">
                <a16:creationId xmlns:a16="http://schemas.microsoft.com/office/drawing/2014/main" id="{695E162B-7D7E-4B91-9620-0C3274D1C248}"/>
              </a:ext>
            </a:extLst>
          </p:cNvPr>
          <p:cNvSpPr>
            <a:spLocks noGrp="1"/>
          </p:cNvSpPr>
          <p:nvPr/>
        </p:nvSpPr>
        <p:spPr>
          <a:xfrm>
            <a:off x="3562350" y="309181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Image pull で失敗する</a:t>
            </a:r>
          </a:p>
        </p:txBody>
      </p:sp>
      <p:sp>
        <p:nvSpPr>
          <p:cNvPr id="26" name="正方形/長方形 25">
            <a:extLst>
              <a:ext uri="{FF2B5EF4-FFF2-40B4-BE49-F238E27FC236}">
                <a16:creationId xmlns:a16="http://schemas.microsoft.com/office/drawing/2014/main" id="{78474009-71BA-483A-B348-740A31397C40}"/>
              </a:ext>
            </a:extLst>
          </p:cNvPr>
          <p:cNvSpPr>
            <a:spLocks noGrp="1"/>
          </p:cNvSpPr>
          <p:nvPr/>
        </p:nvSpPr>
        <p:spPr>
          <a:xfrm>
            <a:off x="6096000" y="304419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27" name="正方形/長方形 26">
            <a:extLst>
              <a:ext uri="{FF2B5EF4-FFF2-40B4-BE49-F238E27FC236}">
                <a16:creationId xmlns:a16="http://schemas.microsoft.com/office/drawing/2014/main" id="{BFA71BE5-41F0-47FA-800B-1452D1066E6E}"/>
              </a:ext>
            </a:extLst>
          </p:cNvPr>
          <p:cNvSpPr>
            <a:spLocks noGrp="1"/>
          </p:cNvSpPr>
          <p:nvPr/>
        </p:nvSpPr>
        <p:spPr>
          <a:xfrm>
            <a:off x="6172200" y="309181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イメージ名、タグ、ACR ログインサーバー</a:t>
            </a:r>
          </a:p>
        </p:txBody>
      </p:sp>
      <p:sp>
        <p:nvSpPr>
          <p:cNvPr id="28" name="正方形/長方形 27">
            <a:extLst>
              <a:ext uri="{FF2B5EF4-FFF2-40B4-BE49-F238E27FC236}">
                <a16:creationId xmlns:a16="http://schemas.microsoft.com/office/drawing/2014/main" id="{DBE05B66-E3E2-4B13-AD10-462C2C284953}"/>
              </a:ext>
            </a:extLst>
          </p:cNvPr>
          <p:cNvSpPr>
            <a:spLocks noGrp="1"/>
          </p:cNvSpPr>
          <p:nvPr/>
        </p:nvSpPr>
        <p:spPr>
          <a:xfrm>
            <a:off x="8705850" y="304419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29" name="正方形/長方形 28">
            <a:extLst>
              <a:ext uri="{FF2B5EF4-FFF2-40B4-BE49-F238E27FC236}">
                <a16:creationId xmlns:a16="http://schemas.microsoft.com/office/drawing/2014/main" id="{CE678728-24B4-459F-A09A-643D47E6A59C}"/>
              </a:ext>
            </a:extLst>
          </p:cNvPr>
          <p:cNvSpPr>
            <a:spLocks noGrp="1"/>
          </p:cNvSpPr>
          <p:nvPr/>
        </p:nvSpPr>
        <p:spPr>
          <a:xfrm>
            <a:off x="8782050" y="309181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講師指定値と照合します。</a:t>
            </a:r>
          </a:p>
        </p:txBody>
      </p:sp>
      <p:sp>
        <p:nvSpPr>
          <p:cNvPr id="30" name="正方形/長方形 29">
            <a:extLst>
              <a:ext uri="{FF2B5EF4-FFF2-40B4-BE49-F238E27FC236}">
                <a16:creationId xmlns:a16="http://schemas.microsoft.com/office/drawing/2014/main" id="{ADF40D2D-2204-4A50-A1FC-C8E57E579A8E}"/>
              </a:ext>
            </a:extLst>
          </p:cNvPr>
          <p:cNvSpPr>
            <a:spLocks noGrp="1"/>
          </p:cNvSpPr>
          <p:nvPr/>
        </p:nvSpPr>
        <p:spPr>
          <a:xfrm>
            <a:off x="876300" y="3649980"/>
            <a:ext cx="2609850" cy="605790"/>
          </a:xfrm>
          <a:prstGeom prst="rect">
            <a:avLst/>
          </a:prstGeom>
          <a:solidFill>
            <a:srgbClr val="EAF1FB"/>
          </a:solidFill>
          <a:ln w="11430">
            <a:solidFill>
              <a:srgbClr val="FFFFFF"/>
            </a:solidFill>
            <a:prstDash val="solid"/>
          </a:ln>
        </p:spPr>
        <p:txBody>
          <a:bodyPr/>
          <a:lstStyle/>
          <a:p>
            <a:endParaRPr lang="ja-JP" altLang="en-US" sz="3200"/>
          </a:p>
        </p:txBody>
      </p:sp>
      <p:sp>
        <p:nvSpPr>
          <p:cNvPr id="31" name="正方形/長方形 30">
            <a:extLst>
              <a:ext uri="{FF2B5EF4-FFF2-40B4-BE49-F238E27FC236}">
                <a16:creationId xmlns:a16="http://schemas.microsoft.com/office/drawing/2014/main" id="{2B8C87DB-CEEB-42CF-AAE3-54CE5EF8A6BC}"/>
              </a:ext>
            </a:extLst>
          </p:cNvPr>
          <p:cNvSpPr>
            <a:spLocks noGrp="1"/>
          </p:cNvSpPr>
          <p:nvPr/>
        </p:nvSpPr>
        <p:spPr>
          <a:xfrm>
            <a:off x="952500" y="369760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DNS ラベル重複</a:t>
            </a:r>
          </a:p>
        </p:txBody>
      </p:sp>
      <p:sp>
        <p:nvSpPr>
          <p:cNvPr id="32" name="正方形/長方形 31">
            <a:extLst>
              <a:ext uri="{FF2B5EF4-FFF2-40B4-BE49-F238E27FC236}">
                <a16:creationId xmlns:a16="http://schemas.microsoft.com/office/drawing/2014/main" id="{223476B5-170E-47AC-BE8E-2E12414306F3}"/>
              </a:ext>
            </a:extLst>
          </p:cNvPr>
          <p:cNvSpPr>
            <a:spLocks noGrp="1"/>
          </p:cNvSpPr>
          <p:nvPr/>
        </p:nvSpPr>
        <p:spPr>
          <a:xfrm>
            <a:off x="3486150" y="364998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33" name="正方形/長方形 32">
            <a:extLst>
              <a:ext uri="{FF2B5EF4-FFF2-40B4-BE49-F238E27FC236}">
                <a16:creationId xmlns:a16="http://schemas.microsoft.com/office/drawing/2014/main" id="{7E42D393-95CE-4F55-962E-370775FC356F}"/>
              </a:ext>
            </a:extLst>
          </p:cNvPr>
          <p:cNvSpPr>
            <a:spLocks noGrp="1"/>
          </p:cNvSpPr>
          <p:nvPr/>
        </p:nvSpPr>
        <p:spPr>
          <a:xfrm>
            <a:off x="3562350" y="369760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DNS label の検証に失敗する</a:t>
            </a:r>
          </a:p>
        </p:txBody>
      </p:sp>
      <p:sp>
        <p:nvSpPr>
          <p:cNvPr id="34" name="正方形/長方形 33">
            <a:extLst>
              <a:ext uri="{FF2B5EF4-FFF2-40B4-BE49-F238E27FC236}">
                <a16:creationId xmlns:a16="http://schemas.microsoft.com/office/drawing/2014/main" id="{EBEBE5E7-EB75-4127-B7A5-B35631F0DB6B}"/>
              </a:ext>
            </a:extLst>
          </p:cNvPr>
          <p:cNvSpPr>
            <a:spLocks noGrp="1"/>
          </p:cNvSpPr>
          <p:nvPr/>
        </p:nvSpPr>
        <p:spPr>
          <a:xfrm>
            <a:off x="6096000" y="364998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35" name="正方形/長方形 34">
            <a:extLst>
              <a:ext uri="{FF2B5EF4-FFF2-40B4-BE49-F238E27FC236}">
                <a16:creationId xmlns:a16="http://schemas.microsoft.com/office/drawing/2014/main" id="{7D245879-4CD2-406B-A3D4-1837C9C68936}"/>
              </a:ext>
            </a:extLst>
          </p:cNvPr>
          <p:cNvSpPr>
            <a:spLocks noGrp="1"/>
          </p:cNvSpPr>
          <p:nvPr/>
        </p:nvSpPr>
        <p:spPr>
          <a:xfrm>
            <a:off x="6172200" y="369760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Networking の DNS name label</a:t>
            </a:r>
          </a:p>
        </p:txBody>
      </p:sp>
      <p:sp>
        <p:nvSpPr>
          <p:cNvPr id="36" name="正方形/長方形 35">
            <a:extLst>
              <a:ext uri="{FF2B5EF4-FFF2-40B4-BE49-F238E27FC236}">
                <a16:creationId xmlns:a16="http://schemas.microsoft.com/office/drawing/2014/main" id="{25E59B63-8059-4BBC-90CB-111EF653296E}"/>
              </a:ext>
            </a:extLst>
          </p:cNvPr>
          <p:cNvSpPr>
            <a:spLocks noGrp="1"/>
          </p:cNvSpPr>
          <p:nvPr/>
        </p:nvSpPr>
        <p:spPr>
          <a:xfrm>
            <a:off x="8705850" y="364998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37" name="正方形/長方形 36">
            <a:extLst>
              <a:ext uri="{FF2B5EF4-FFF2-40B4-BE49-F238E27FC236}">
                <a16:creationId xmlns:a16="http://schemas.microsoft.com/office/drawing/2014/main" id="{48F4E8F1-7D99-4D6F-A35A-946797CC3E92}"/>
              </a:ext>
            </a:extLst>
          </p:cNvPr>
          <p:cNvSpPr>
            <a:spLocks noGrp="1"/>
          </p:cNvSpPr>
          <p:nvPr/>
        </p:nvSpPr>
        <p:spPr>
          <a:xfrm>
            <a:off x="8782050" y="369760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接尾辞を追加します。</a:t>
            </a:r>
          </a:p>
        </p:txBody>
      </p:sp>
      <p:sp>
        <p:nvSpPr>
          <p:cNvPr id="38" name="正方形/長方形 37">
            <a:extLst>
              <a:ext uri="{FF2B5EF4-FFF2-40B4-BE49-F238E27FC236}">
                <a16:creationId xmlns:a16="http://schemas.microsoft.com/office/drawing/2014/main" id="{31746A52-34FC-4070-8FEA-66DE57E45E8C}"/>
              </a:ext>
            </a:extLst>
          </p:cNvPr>
          <p:cNvSpPr>
            <a:spLocks noGrp="1"/>
          </p:cNvSpPr>
          <p:nvPr/>
        </p:nvSpPr>
        <p:spPr>
          <a:xfrm>
            <a:off x="876300" y="4255770"/>
            <a:ext cx="2609850" cy="605790"/>
          </a:xfrm>
          <a:prstGeom prst="rect">
            <a:avLst/>
          </a:prstGeom>
          <a:solidFill>
            <a:srgbClr val="EAF1FB"/>
          </a:solidFill>
          <a:ln w="11430">
            <a:solidFill>
              <a:srgbClr val="FFFFFF"/>
            </a:solidFill>
            <a:prstDash val="solid"/>
          </a:ln>
        </p:spPr>
        <p:txBody>
          <a:bodyPr/>
          <a:lstStyle/>
          <a:p>
            <a:endParaRPr lang="ja-JP" altLang="en-US" sz="3200"/>
          </a:p>
        </p:txBody>
      </p:sp>
      <p:sp>
        <p:nvSpPr>
          <p:cNvPr id="39" name="正方形/長方形 38">
            <a:extLst>
              <a:ext uri="{FF2B5EF4-FFF2-40B4-BE49-F238E27FC236}">
                <a16:creationId xmlns:a16="http://schemas.microsoft.com/office/drawing/2014/main" id="{8CA29B31-801C-425A-9620-07AB49D97258}"/>
              </a:ext>
            </a:extLst>
          </p:cNvPr>
          <p:cNvSpPr>
            <a:spLocks noGrp="1"/>
          </p:cNvSpPr>
          <p:nvPr/>
        </p:nvSpPr>
        <p:spPr>
          <a:xfrm>
            <a:off x="952500" y="430339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HTTP 表示失敗</a:t>
            </a:r>
          </a:p>
        </p:txBody>
      </p:sp>
      <p:sp>
        <p:nvSpPr>
          <p:cNvPr id="40" name="正方形/長方形 39">
            <a:extLst>
              <a:ext uri="{FF2B5EF4-FFF2-40B4-BE49-F238E27FC236}">
                <a16:creationId xmlns:a16="http://schemas.microsoft.com/office/drawing/2014/main" id="{A4B5925F-E072-4EB0-9285-74440D609571}"/>
              </a:ext>
            </a:extLst>
          </p:cNvPr>
          <p:cNvSpPr>
            <a:spLocks noGrp="1"/>
          </p:cNvSpPr>
          <p:nvPr/>
        </p:nvSpPr>
        <p:spPr>
          <a:xfrm>
            <a:off x="3486150" y="425577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41" name="正方形/長方形 40">
            <a:extLst>
              <a:ext uri="{FF2B5EF4-FFF2-40B4-BE49-F238E27FC236}">
                <a16:creationId xmlns:a16="http://schemas.microsoft.com/office/drawing/2014/main" id="{EB8B9625-B1E5-4B97-95E2-82B7BC3EF088}"/>
              </a:ext>
            </a:extLst>
          </p:cNvPr>
          <p:cNvSpPr>
            <a:spLocks noGrp="1"/>
          </p:cNvSpPr>
          <p:nvPr/>
        </p:nvSpPr>
        <p:spPr>
          <a:xfrm>
            <a:off x="3562350" y="430339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ブラウザーで表示できない</a:t>
            </a:r>
          </a:p>
        </p:txBody>
      </p:sp>
      <p:sp>
        <p:nvSpPr>
          <p:cNvPr id="42" name="正方形/長方形 41">
            <a:extLst>
              <a:ext uri="{FF2B5EF4-FFF2-40B4-BE49-F238E27FC236}">
                <a16:creationId xmlns:a16="http://schemas.microsoft.com/office/drawing/2014/main" id="{46370C45-5F73-4FC0-9F73-60188727A1D6}"/>
              </a:ext>
            </a:extLst>
          </p:cNvPr>
          <p:cNvSpPr>
            <a:spLocks noGrp="1"/>
          </p:cNvSpPr>
          <p:nvPr/>
        </p:nvSpPr>
        <p:spPr>
          <a:xfrm>
            <a:off x="6096000" y="425577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43" name="正方形/長方形 42">
            <a:extLst>
              <a:ext uri="{FF2B5EF4-FFF2-40B4-BE49-F238E27FC236}">
                <a16:creationId xmlns:a16="http://schemas.microsoft.com/office/drawing/2014/main" id="{F0ADAD7E-7FEE-4568-A9F9-EC035B1FC79B}"/>
              </a:ext>
            </a:extLst>
          </p:cNvPr>
          <p:cNvSpPr>
            <a:spLocks noGrp="1"/>
          </p:cNvSpPr>
          <p:nvPr/>
        </p:nvSpPr>
        <p:spPr>
          <a:xfrm>
            <a:off x="6172200" y="430339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Running 状態、FQDN、TCP 80</a:t>
            </a:r>
          </a:p>
        </p:txBody>
      </p:sp>
      <p:sp>
        <p:nvSpPr>
          <p:cNvPr id="44" name="正方形/長方形 43">
            <a:extLst>
              <a:ext uri="{FF2B5EF4-FFF2-40B4-BE49-F238E27FC236}">
                <a16:creationId xmlns:a16="http://schemas.microsoft.com/office/drawing/2014/main" id="{DB201A81-0F08-4415-A71D-E77AFA5F5664}"/>
              </a:ext>
            </a:extLst>
          </p:cNvPr>
          <p:cNvSpPr>
            <a:spLocks noGrp="1"/>
          </p:cNvSpPr>
          <p:nvPr/>
        </p:nvSpPr>
        <p:spPr>
          <a:xfrm>
            <a:off x="8705850" y="425577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45" name="正方形/長方形 44">
            <a:extLst>
              <a:ext uri="{FF2B5EF4-FFF2-40B4-BE49-F238E27FC236}">
                <a16:creationId xmlns:a16="http://schemas.microsoft.com/office/drawing/2014/main" id="{10E546BC-98D2-4411-BEFF-763B34E1AD26}"/>
              </a:ext>
            </a:extLst>
          </p:cNvPr>
          <p:cNvSpPr>
            <a:spLocks noGrp="1"/>
          </p:cNvSpPr>
          <p:nvPr/>
        </p:nvSpPr>
        <p:spPr>
          <a:xfrm>
            <a:off x="8782050" y="430339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確認順に切り分けます。</a:t>
            </a:r>
          </a:p>
        </p:txBody>
      </p:sp>
      <p:sp>
        <p:nvSpPr>
          <p:cNvPr id="46" name="正方形/長方形 45">
            <a:extLst>
              <a:ext uri="{FF2B5EF4-FFF2-40B4-BE49-F238E27FC236}">
                <a16:creationId xmlns:a16="http://schemas.microsoft.com/office/drawing/2014/main" id="{CD493F56-CDBA-404B-BA0C-C72377586570}"/>
              </a:ext>
            </a:extLst>
          </p:cNvPr>
          <p:cNvSpPr>
            <a:spLocks noGrp="1"/>
          </p:cNvSpPr>
          <p:nvPr/>
        </p:nvSpPr>
        <p:spPr>
          <a:xfrm>
            <a:off x="876300" y="4861560"/>
            <a:ext cx="2609850" cy="605790"/>
          </a:xfrm>
          <a:prstGeom prst="rect">
            <a:avLst/>
          </a:prstGeom>
          <a:solidFill>
            <a:srgbClr val="EAF1FB"/>
          </a:solidFill>
          <a:ln w="11430">
            <a:solidFill>
              <a:srgbClr val="FFFFFF"/>
            </a:solidFill>
            <a:prstDash val="solid"/>
          </a:ln>
        </p:spPr>
        <p:txBody>
          <a:bodyPr/>
          <a:lstStyle/>
          <a:p>
            <a:endParaRPr lang="ja-JP" altLang="en-US" sz="3200"/>
          </a:p>
        </p:txBody>
      </p:sp>
      <p:sp>
        <p:nvSpPr>
          <p:cNvPr id="47" name="正方形/長方形 46">
            <a:extLst>
              <a:ext uri="{FF2B5EF4-FFF2-40B4-BE49-F238E27FC236}">
                <a16:creationId xmlns:a16="http://schemas.microsoft.com/office/drawing/2014/main" id="{6FBF87C3-CB78-4795-96B4-3C6D604D15F5}"/>
              </a:ext>
            </a:extLst>
          </p:cNvPr>
          <p:cNvSpPr>
            <a:spLocks noGrp="1"/>
          </p:cNvSpPr>
          <p:nvPr/>
        </p:nvSpPr>
        <p:spPr>
          <a:xfrm>
            <a:off x="952500" y="490918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1">
                <a:solidFill>
                  <a:srgbClr val="344054"/>
                </a:solidFill>
                <a:latin typeface="Yu Gothic UI"/>
                <a:ea typeface="Yu Gothic UI"/>
                <a:cs typeface="Yu Gothic UI"/>
              </a:defRPr>
            </a:pPr>
            <a:r>
              <a:rPr sz="1050" b="1">
                <a:solidFill>
                  <a:srgbClr val="344054"/>
                </a:solidFill>
                <a:latin typeface="Yu Gothic UI"/>
                <a:ea typeface="Yu Gothic UI"/>
                <a:cs typeface="Yu Gothic UI"/>
              </a:rPr>
              <a:t>削除対象の誤解</a:t>
            </a:r>
          </a:p>
        </p:txBody>
      </p:sp>
      <p:sp>
        <p:nvSpPr>
          <p:cNvPr id="48" name="正方形/長方形 47">
            <a:extLst>
              <a:ext uri="{FF2B5EF4-FFF2-40B4-BE49-F238E27FC236}">
                <a16:creationId xmlns:a16="http://schemas.microsoft.com/office/drawing/2014/main" id="{611ABC1D-A331-4BBB-A08C-A687B9DDDA4F}"/>
              </a:ext>
            </a:extLst>
          </p:cNvPr>
          <p:cNvSpPr>
            <a:spLocks noGrp="1"/>
          </p:cNvSpPr>
          <p:nvPr/>
        </p:nvSpPr>
        <p:spPr>
          <a:xfrm>
            <a:off x="3486150" y="486156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49" name="正方形/長方形 48">
            <a:extLst>
              <a:ext uri="{FF2B5EF4-FFF2-40B4-BE49-F238E27FC236}">
                <a16:creationId xmlns:a16="http://schemas.microsoft.com/office/drawing/2014/main" id="{F2B4A21B-0CD1-440B-BDC0-97C3D472403A}"/>
              </a:ext>
            </a:extLst>
          </p:cNvPr>
          <p:cNvSpPr>
            <a:spLocks noGrp="1"/>
          </p:cNvSpPr>
          <p:nvPr/>
        </p:nvSpPr>
        <p:spPr>
          <a:xfrm>
            <a:off x="3562350" y="490918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共有 ACR を削除しようとする</a:t>
            </a:r>
          </a:p>
        </p:txBody>
      </p:sp>
      <p:sp>
        <p:nvSpPr>
          <p:cNvPr id="50" name="正方形/長方形 49">
            <a:extLst>
              <a:ext uri="{FF2B5EF4-FFF2-40B4-BE49-F238E27FC236}">
                <a16:creationId xmlns:a16="http://schemas.microsoft.com/office/drawing/2014/main" id="{BD3CA66F-6F0B-4231-8A68-DFDD85B74192}"/>
              </a:ext>
            </a:extLst>
          </p:cNvPr>
          <p:cNvSpPr>
            <a:spLocks noGrp="1"/>
          </p:cNvSpPr>
          <p:nvPr/>
        </p:nvSpPr>
        <p:spPr>
          <a:xfrm>
            <a:off x="6096000" y="486156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51" name="正方形/長方形 50">
            <a:extLst>
              <a:ext uri="{FF2B5EF4-FFF2-40B4-BE49-F238E27FC236}">
                <a16:creationId xmlns:a16="http://schemas.microsoft.com/office/drawing/2014/main" id="{464340D9-1582-4573-9A33-F5CC5A4CE212}"/>
              </a:ext>
            </a:extLst>
          </p:cNvPr>
          <p:cNvSpPr>
            <a:spLocks noGrp="1"/>
          </p:cNvSpPr>
          <p:nvPr/>
        </p:nvSpPr>
        <p:spPr>
          <a:xfrm>
            <a:off x="6172200" y="490918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リソースグループ名</a:t>
            </a:r>
          </a:p>
        </p:txBody>
      </p:sp>
      <p:sp>
        <p:nvSpPr>
          <p:cNvPr id="52" name="正方形/長方形 51">
            <a:extLst>
              <a:ext uri="{FF2B5EF4-FFF2-40B4-BE49-F238E27FC236}">
                <a16:creationId xmlns:a16="http://schemas.microsoft.com/office/drawing/2014/main" id="{EC168D29-8E3E-4B22-A61F-993E3A8B670A}"/>
              </a:ext>
            </a:extLst>
          </p:cNvPr>
          <p:cNvSpPr>
            <a:spLocks noGrp="1"/>
          </p:cNvSpPr>
          <p:nvPr/>
        </p:nvSpPr>
        <p:spPr>
          <a:xfrm>
            <a:off x="8705850" y="4861560"/>
            <a:ext cx="2609850" cy="605790"/>
          </a:xfrm>
          <a:prstGeom prst="rect">
            <a:avLst/>
          </a:prstGeom>
          <a:solidFill>
            <a:srgbClr val="FFFFFF"/>
          </a:solidFill>
          <a:ln w="11430">
            <a:solidFill>
              <a:srgbClr val="FFFFFF"/>
            </a:solidFill>
            <a:prstDash val="solid"/>
          </a:ln>
        </p:spPr>
        <p:txBody>
          <a:bodyPr/>
          <a:lstStyle/>
          <a:p>
            <a:endParaRPr lang="ja-JP" altLang="en-US" sz="3200"/>
          </a:p>
        </p:txBody>
      </p:sp>
      <p:sp>
        <p:nvSpPr>
          <p:cNvPr id="53" name="正方形/長方形 52">
            <a:extLst>
              <a:ext uri="{FF2B5EF4-FFF2-40B4-BE49-F238E27FC236}">
                <a16:creationId xmlns:a16="http://schemas.microsoft.com/office/drawing/2014/main" id="{104A35DE-43E2-4ACF-B0A9-18512A6DBC77}"/>
              </a:ext>
            </a:extLst>
          </p:cNvPr>
          <p:cNvSpPr>
            <a:spLocks noGrp="1"/>
          </p:cNvSpPr>
          <p:nvPr/>
        </p:nvSpPr>
        <p:spPr>
          <a:xfrm>
            <a:off x="8782050" y="4909185"/>
            <a:ext cx="2457450" cy="51054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78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受講者 RG だけ削除します。</a:t>
            </a:r>
          </a:p>
        </p:txBody>
      </p:sp>
    </p:spTree>
    <p:extLst>
      <p:ext uri="{BB962C8B-B14F-4D97-AF65-F5344CB8AC3E}">
        <p14:creationId xmlns:p14="http://schemas.microsoft.com/office/powerpoint/2010/main" val="1186077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FE51910E-ED6D-4175-85F8-92B8E4237A1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今日のまとめ</a:t>
            </a:r>
          </a:p>
        </p:txBody>
      </p:sp>
      <p:sp>
        <p:nvSpPr>
          <p:cNvPr id="2" name="正方形/長方形 1">
            <a:extLst>
              <a:ext uri="{FF2B5EF4-FFF2-40B4-BE49-F238E27FC236}">
                <a16:creationId xmlns:a16="http://schemas.microsoft.com/office/drawing/2014/main" id="{E4765412-0A07-4048-A99A-7B4C4473092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CE311C42-A5C5-4F2E-A942-2154BE89860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A7C4065-7421-4752-BE43-478BDCA648E1}"/>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コンテナは VM を置き換える魔法ではなく、配布と実行の単位を変える技術です。ACR は保管場所、ACI は実行場所として整理します。</a:t>
            </a:r>
          </a:p>
        </p:txBody>
      </p:sp>
      <p:sp>
        <p:nvSpPr>
          <p:cNvPr id="6" name="正方形/長方形 5">
            <a:extLst>
              <a:ext uri="{FF2B5EF4-FFF2-40B4-BE49-F238E27FC236}">
                <a16:creationId xmlns:a16="http://schemas.microsoft.com/office/drawing/2014/main" id="{B70EB21F-113A-4A85-BBE0-03694D1811BF}"/>
              </a:ext>
            </a:extLst>
          </p:cNvPr>
          <p:cNvSpPr>
            <a:spLocks noGrp="1"/>
          </p:cNvSpPr>
          <p:nvPr/>
        </p:nvSpPr>
        <p:spPr>
          <a:xfrm>
            <a:off x="8953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9862E81C-86E3-4C91-AB52-95B75534C238}"/>
              </a:ext>
            </a:extLst>
          </p:cNvPr>
          <p:cNvSpPr>
            <a:spLocks noGrp="1"/>
          </p:cNvSpPr>
          <p:nvPr/>
        </p:nvSpPr>
        <p:spPr>
          <a:xfrm>
            <a:off x="895350" y="2114550"/>
            <a:ext cx="76200" cy="129540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6E2B9EFB-E5D7-4B9B-81DC-E74E4219C923}"/>
              </a:ext>
            </a:extLst>
          </p:cNvPr>
          <p:cNvSpPr>
            <a:spLocks noGrp="1"/>
          </p:cNvSpPr>
          <p:nvPr/>
        </p:nvSpPr>
        <p:spPr>
          <a:xfrm>
            <a:off x="1104900" y="22574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0F766E"/>
                </a:solidFill>
                <a:latin typeface="Yu Gothic UI"/>
                <a:ea typeface="Yu Gothic UI"/>
                <a:cs typeface="Yu Gothic UI"/>
              </a:defRPr>
            </a:pPr>
            <a:r>
              <a:rPr sz="705" b="1">
                <a:solidFill>
                  <a:srgbClr val="0F766E"/>
                </a:solidFill>
                <a:latin typeface="Yu Gothic UI"/>
                <a:ea typeface="Yu Gothic UI"/>
                <a:cs typeface="Yu Gothic UI"/>
              </a:rPr>
              <a:t>1</a:t>
            </a:r>
          </a:p>
        </p:txBody>
      </p:sp>
      <p:sp>
        <p:nvSpPr>
          <p:cNvPr id="9" name="正方形/長方形 8">
            <a:extLst>
              <a:ext uri="{FF2B5EF4-FFF2-40B4-BE49-F238E27FC236}">
                <a16:creationId xmlns:a16="http://schemas.microsoft.com/office/drawing/2014/main" id="{FCDB9535-874B-4999-92F6-26AF5842ADCC}"/>
              </a:ext>
            </a:extLst>
          </p:cNvPr>
          <p:cNvSpPr>
            <a:spLocks noGrp="1"/>
          </p:cNvSpPr>
          <p:nvPr/>
        </p:nvSpPr>
        <p:spPr>
          <a:xfrm>
            <a:off x="1104900" y="25050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イメージは配布単位</a:t>
            </a:r>
          </a:p>
        </p:txBody>
      </p:sp>
      <p:sp>
        <p:nvSpPr>
          <p:cNvPr id="10" name="正方形/長方形 9">
            <a:extLst>
              <a:ext uri="{FF2B5EF4-FFF2-40B4-BE49-F238E27FC236}">
                <a16:creationId xmlns:a16="http://schemas.microsoft.com/office/drawing/2014/main" id="{DDE02827-A1C6-49FB-AAA0-56BDA3FD7510}"/>
              </a:ext>
            </a:extLst>
          </p:cNvPr>
          <p:cNvSpPr>
            <a:spLocks noGrp="1"/>
          </p:cNvSpPr>
          <p:nvPr/>
        </p:nvSpPr>
        <p:spPr>
          <a:xfrm>
            <a:off x="1104900" y="28956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NGINX の実行に必要な内容を、コンテナイメージとして扱いました。</a:t>
            </a:r>
          </a:p>
        </p:txBody>
      </p:sp>
      <p:sp>
        <p:nvSpPr>
          <p:cNvPr id="11" name="正方形/長方形 10">
            <a:extLst>
              <a:ext uri="{FF2B5EF4-FFF2-40B4-BE49-F238E27FC236}">
                <a16:creationId xmlns:a16="http://schemas.microsoft.com/office/drawing/2014/main" id="{5C156354-FB1B-4CA9-8145-C0BD78A71B0C}"/>
              </a:ext>
            </a:extLst>
          </p:cNvPr>
          <p:cNvSpPr>
            <a:spLocks noGrp="1"/>
          </p:cNvSpPr>
          <p:nvPr/>
        </p:nvSpPr>
        <p:spPr>
          <a:xfrm>
            <a:off x="61150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08FD8472-D284-4FFE-A4E6-308610148906}"/>
              </a:ext>
            </a:extLst>
          </p:cNvPr>
          <p:cNvSpPr>
            <a:spLocks noGrp="1"/>
          </p:cNvSpPr>
          <p:nvPr/>
        </p:nvSpPr>
        <p:spPr>
          <a:xfrm>
            <a:off x="6115050" y="2114550"/>
            <a:ext cx="76200" cy="129540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2EFD44D4-FA7F-4358-804A-990133930913}"/>
              </a:ext>
            </a:extLst>
          </p:cNvPr>
          <p:cNvSpPr>
            <a:spLocks noGrp="1"/>
          </p:cNvSpPr>
          <p:nvPr/>
        </p:nvSpPr>
        <p:spPr>
          <a:xfrm>
            <a:off x="6324600" y="22574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70AD47"/>
                </a:solidFill>
                <a:latin typeface="Yu Gothic UI"/>
                <a:ea typeface="Yu Gothic UI"/>
                <a:cs typeface="Yu Gothic UI"/>
              </a:defRPr>
            </a:pPr>
            <a:r>
              <a:rPr sz="705" b="1">
                <a:solidFill>
                  <a:srgbClr val="70AD47"/>
                </a:solidFill>
                <a:latin typeface="Yu Gothic UI"/>
                <a:ea typeface="Yu Gothic UI"/>
                <a:cs typeface="Yu Gothic UI"/>
              </a:rPr>
              <a:t>2</a:t>
            </a:r>
          </a:p>
        </p:txBody>
      </p:sp>
      <p:sp>
        <p:nvSpPr>
          <p:cNvPr id="14" name="正方形/長方形 13">
            <a:extLst>
              <a:ext uri="{FF2B5EF4-FFF2-40B4-BE49-F238E27FC236}">
                <a16:creationId xmlns:a16="http://schemas.microsoft.com/office/drawing/2014/main" id="{E5670072-B1C4-4889-9DCB-FCC64F873CFE}"/>
              </a:ext>
            </a:extLst>
          </p:cNvPr>
          <p:cNvSpPr>
            <a:spLocks noGrp="1"/>
          </p:cNvSpPr>
          <p:nvPr/>
        </p:nvSpPr>
        <p:spPr>
          <a:xfrm>
            <a:off x="6324600" y="25050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ACR は保管場所</a:t>
            </a:r>
          </a:p>
        </p:txBody>
      </p:sp>
      <p:sp>
        <p:nvSpPr>
          <p:cNvPr id="15" name="正方形/長方形 14">
            <a:extLst>
              <a:ext uri="{FF2B5EF4-FFF2-40B4-BE49-F238E27FC236}">
                <a16:creationId xmlns:a16="http://schemas.microsoft.com/office/drawing/2014/main" id="{37B4DBDC-B3B1-4D0D-8CF8-B302177DB65C}"/>
              </a:ext>
            </a:extLst>
          </p:cNvPr>
          <p:cNvSpPr>
            <a:spLocks noGrp="1"/>
          </p:cNvSpPr>
          <p:nvPr/>
        </p:nvSpPr>
        <p:spPr>
          <a:xfrm>
            <a:off x="6324600" y="28956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本回では講師共有 ACR のイメージを ACI から取得しました。</a:t>
            </a:r>
          </a:p>
        </p:txBody>
      </p:sp>
      <p:sp>
        <p:nvSpPr>
          <p:cNvPr id="16" name="正方形/長方形 15">
            <a:extLst>
              <a:ext uri="{FF2B5EF4-FFF2-40B4-BE49-F238E27FC236}">
                <a16:creationId xmlns:a16="http://schemas.microsoft.com/office/drawing/2014/main" id="{C42ECA55-01DB-49D8-A0B7-D6AA8DEEC7E9}"/>
              </a:ext>
            </a:extLst>
          </p:cNvPr>
          <p:cNvSpPr>
            <a:spLocks noGrp="1"/>
          </p:cNvSpPr>
          <p:nvPr/>
        </p:nvSpPr>
        <p:spPr>
          <a:xfrm>
            <a:off x="8953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94623858-6EEF-4C31-A5CF-91AA714126C4}"/>
              </a:ext>
            </a:extLst>
          </p:cNvPr>
          <p:cNvSpPr>
            <a:spLocks noGrp="1"/>
          </p:cNvSpPr>
          <p:nvPr/>
        </p:nvSpPr>
        <p:spPr>
          <a:xfrm>
            <a:off x="895350" y="3714750"/>
            <a:ext cx="76200" cy="129540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D58C98E7-A975-4A15-9B88-26DAC2147F0C}"/>
              </a:ext>
            </a:extLst>
          </p:cNvPr>
          <p:cNvSpPr>
            <a:spLocks noGrp="1"/>
          </p:cNvSpPr>
          <p:nvPr/>
        </p:nvSpPr>
        <p:spPr>
          <a:xfrm>
            <a:off x="1104900" y="38576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ED7D31"/>
                </a:solidFill>
                <a:latin typeface="Yu Gothic UI"/>
                <a:ea typeface="Yu Gothic UI"/>
                <a:cs typeface="Yu Gothic UI"/>
              </a:defRPr>
            </a:pPr>
            <a:r>
              <a:rPr sz="705" b="1">
                <a:solidFill>
                  <a:srgbClr val="ED7D31"/>
                </a:solidFill>
                <a:latin typeface="Yu Gothic UI"/>
                <a:ea typeface="Yu Gothic UI"/>
                <a:cs typeface="Yu Gothic UI"/>
              </a:rPr>
              <a:t>3</a:t>
            </a:r>
          </a:p>
        </p:txBody>
      </p:sp>
      <p:sp>
        <p:nvSpPr>
          <p:cNvPr id="19" name="正方形/長方形 18">
            <a:extLst>
              <a:ext uri="{FF2B5EF4-FFF2-40B4-BE49-F238E27FC236}">
                <a16:creationId xmlns:a16="http://schemas.microsoft.com/office/drawing/2014/main" id="{4C3C1737-752F-4486-88B1-BC917C1FADE7}"/>
              </a:ext>
            </a:extLst>
          </p:cNvPr>
          <p:cNvSpPr>
            <a:spLocks noGrp="1"/>
          </p:cNvSpPr>
          <p:nvPr/>
        </p:nvSpPr>
        <p:spPr>
          <a:xfrm>
            <a:off x="1104900" y="41052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ACI は実行場所</a:t>
            </a:r>
          </a:p>
        </p:txBody>
      </p:sp>
      <p:sp>
        <p:nvSpPr>
          <p:cNvPr id="20" name="正方形/長方形 19">
            <a:extLst>
              <a:ext uri="{FF2B5EF4-FFF2-40B4-BE49-F238E27FC236}">
                <a16:creationId xmlns:a16="http://schemas.microsoft.com/office/drawing/2014/main" id="{D5D2D572-ABA9-4C0C-8AAB-9E25EED5B30A}"/>
              </a:ext>
            </a:extLst>
          </p:cNvPr>
          <p:cNvSpPr>
            <a:spLocks noGrp="1"/>
          </p:cNvSpPr>
          <p:nvPr/>
        </p:nvSpPr>
        <p:spPr>
          <a:xfrm>
            <a:off x="1104900" y="44958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Public、TCP 80、FQDN を設定し、ブラウザーから確認しました。</a:t>
            </a:r>
          </a:p>
        </p:txBody>
      </p:sp>
      <p:sp>
        <p:nvSpPr>
          <p:cNvPr id="21" name="正方形/長方形 20">
            <a:extLst>
              <a:ext uri="{FF2B5EF4-FFF2-40B4-BE49-F238E27FC236}">
                <a16:creationId xmlns:a16="http://schemas.microsoft.com/office/drawing/2014/main" id="{BDF6CE61-0A88-45C2-A4BF-44A317CDF737}"/>
              </a:ext>
            </a:extLst>
          </p:cNvPr>
          <p:cNvSpPr>
            <a:spLocks noGrp="1"/>
          </p:cNvSpPr>
          <p:nvPr/>
        </p:nvSpPr>
        <p:spPr>
          <a:xfrm>
            <a:off x="61150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01D2A10E-8597-4130-8EE6-F3DCFF66583F}"/>
              </a:ext>
            </a:extLst>
          </p:cNvPr>
          <p:cNvSpPr>
            <a:spLocks noGrp="1"/>
          </p:cNvSpPr>
          <p:nvPr/>
        </p:nvSpPr>
        <p:spPr>
          <a:xfrm>
            <a:off x="6115050" y="3714750"/>
            <a:ext cx="76200" cy="1295400"/>
          </a:xfrm>
          <a:prstGeom prst="rect">
            <a:avLst/>
          </a:prstGeom>
          <a:solidFill>
            <a:srgbClr val="4472C4"/>
          </a:solidFill>
          <a:ln w="0">
            <a:solidFill>
              <a:srgbClr val="4472C4"/>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47D62136-AFD5-40B9-A3CB-F2894C2F7904}"/>
              </a:ext>
            </a:extLst>
          </p:cNvPr>
          <p:cNvSpPr>
            <a:spLocks noGrp="1"/>
          </p:cNvSpPr>
          <p:nvPr/>
        </p:nvSpPr>
        <p:spPr>
          <a:xfrm>
            <a:off x="6324600" y="38576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4472C4"/>
                </a:solidFill>
                <a:latin typeface="Yu Gothic UI"/>
                <a:ea typeface="Yu Gothic UI"/>
                <a:cs typeface="Yu Gothic UI"/>
              </a:defRPr>
            </a:pPr>
            <a:r>
              <a:rPr sz="705" b="1">
                <a:solidFill>
                  <a:srgbClr val="4472C4"/>
                </a:solidFill>
                <a:latin typeface="Yu Gothic UI"/>
                <a:ea typeface="Yu Gothic UI"/>
                <a:cs typeface="Yu Gothic UI"/>
              </a:rPr>
              <a:t>4</a:t>
            </a:r>
          </a:p>
        </p:txBody>
      </p:sp>
      <p:sp>
        <p:nvSpPr>
          <p:cNvPr id="24" name="正方形/長方形 23">
            <a:extLst>
              <a:ext uri="{FF2B5EF4-FFF2-40B4-BE49-F238E27FC236}">
                <a16:creationId xmlns:a16="http://schemas.microsoft.com/office/drawing/2014/main" id="{E5D3EE37-4D5D-45C5-BC6D-E525163C5331}"/>
              </a:ext>
            </a:extLst>
          </p:cNvPr>
          <p:cNvSpPr>
            <a:spLocks noGrp="1"/>
          </p:cNvSpPr>
          <p:nvPr/>
        </p:nvSpPr>
        <p:spPr>
          <a:xfrm>
            <a:off x="6324600" y="41052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sz="1200" b="1">
                <a:solidFill>
                  <a:srgbClr val="1F2937"/>
                </a:solidFill>
                <a:latin typeface="Meiryo UI"/>
                <a:ea typeface="Meiryo UI"/>
                <a:cs typeface="Meiryo UI"/>
              </a:rPr>
              <a:t>削除までが完了</a:t>
            </a:r>
          </a:p>
        </p:txBody>
      </p:sp>
      <p:sp>
        <p:nvSpPr>
          <p:cNvPr id="25" name="正方形/長方形 24">
            <a:extLst>
              <a:ext uri="{FF2B5EF4-FFF2-40B4-BE49-F238E27FC236}">
                <a16:creationId xmlns:a16="http://schemas.microsoft.com/office/drawing/2014/main" id="{A5DE0085-07FE-413F-82AD-957B60630AAB}"/>
              </a:ext>
            </a:extLst>
          </p:cNvPr>
          <p:cNvSpPr>
            <a:spLocks noGrp="1"/>
          </p:cNvSpPr>
          <p:nvPr/>
        </p:nvSpPr>
        <p:spPr>
          <a:xfrm>
            <a:off x="6324600" y="44958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sz="885" b="0">
                <a:solidFill>
                  <a:srgbClr val="344054"/>
                </a:solidFill>
                <a:latin typeface="Yu Gothic UI"/>
                <a:ea typeface="Yu Gothic UI"/>
                <a:cs typeface="Yu Gothic UI"/>
              </a:rPr>
              <a:t>受講者リソースグループだけを削除し、共有 ACR は残します。</a:t>
            </a:r>
          </a:p>
        </p:txBody>
      </p:sp>
    </p:spTree>
    <p:extLst>
      <p:ext uri="{BB962C8B-B14F-4D97-AF65-F5344CB8AC3E}">
        <p14:creationId xmlns:p14="http://schemas.microsoft.com/office/powerpoint/2010/main" val="1186077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2B5CEDFE-18E8-4C71-B03E-64052F6A89F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確認クイズと QA</a:t>
            </a:r>
          </a:p>
        </p:txBody>
      </p:sp>
      <p:sp>
        <p:nvSpPr>
          <p:cNvPr id="2" name="正方形/長方形 1">
            <a:extLst>
              <a:ext uri="{FF2B5EF4-FFF2-40B4-BE49-F238E27FC236}">
                <a16:creationId xmlns:a16="http://schemas.microsoft.com/office/drawing/2014/main" id="{2FFC578C-10A4-498D-B378-7F841C5A8CA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6D824549-2447-4D8C-B634-CF55FAD1DD8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09404AC-CAAC-4335-8B91-8E6A0CF34E3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sz="1155" b="0">
                <a:solidFill>
                  <a:srgbClr val="344054"/>
                </a:solidFill>
                <a:latin typeface="Yu Gothic UI"/>
                <a:ea typeface="Yu Gothic UI"/>
                <a:cs typeface="Yu Gothic UI"/>
              </a:rPr>
              <a:t>操作で詰まった点と、VM との違いで分からない点を確認します。最後に、ACR、ACI、公開ポート、削除対象を短く言葉にします。</a:t>
            </a:r>
          </a:p>
        </p:txBody>
      </p:sp>
      <p:sp>
        <p:nvSpPr>
          <p:cNvPr id="6" name="正方形/長方形 5">
            <a:extLst>
              <a:ext uri="{FF2B5EF4-FFF2-40B4-BE49-F238E27FC236}">
                <a16:creationId xmlns:a16="http://schemas.microsoft.com/office/drawing/2014/main" id="{533E5B4A-F997-4C0C-AC0C-532F0A4A977A}"/>
              </a:ext>
            </a:extLst>
          </p:cNvPr>
          <p:cNvSpPr>
            <a:spLocks noGrp="1"/>
          </p:cNvSpPr>
          <p:nvPr/>
        </p:nvSpPr>
        <p:spPr>
          <a:xfrm>
            <a:off x="685800" y="2247900"/>
            <a:ext cx="5105400" cy="161925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DC0775B4-009B-4479-8322-0C7F79836243}"/>
              </a:ext>
            </a:extLst>
          </p:cNvPr>
          <p:cNvSpPr>
            <a:spLocks noGrp="1"/>
          </p:cNvSpPr>
          <p:nvPr/>
        </p:nvSpPr>
        <p:spPr>
          <a:xfrm>
            <a:off x="685800" y="2247900"/>
            <a:ext cx="76200" cy="161925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B9C75EAA-8C1E-4A01-B53A-CDA26FB22542}"/>
              </a:ext>
            </a:extLst>
          </p:cNvPr>
          <p:cNvSpPr>
            <a:spLocks noGrp="1"/>
          </p:cNvSpPr>
          <p:nvPr/>
        </p:nvSpPr>
        <p:spPr>
          <a:xfrm>
            <a:off x="895350" y="24193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F766E"/>
                </a:solidFill>
                <a:latin typeface="Yu Gothic UI"/>
                <a:ea typeface="Yu Gothic UI"/>
                <a:cs typeface="Yu Gothic UI"/>
              </a:defRPr>
            </a:pPr>
            <a:r>
              <a:rPr sz="750" b="1">
                <a:solidFill>
                  <a:srgbClr val="0F766E"/>
                </a:solidFill>
                <a:latin typeface="Yu Gothic UI"/>
                <a:ea typeface="Yu Gothic UI"/>
                <a:cs typeface="Yu Gothic UI"/>
              </a:rPr>
              <a:t>問1</a:t>
            </a:r>
          </a:p>
        </p:txBody>
      </p:sp>
      <p:sp>
        <p:nvSpPr>
          <p:cNvPr id="9" name="正方形/長方形 8">
            <a:extLst>
              <a:ext uri="{FF2B5EF4-FFF2-40B4-BE49-F238E27FC236}">
                <a16:creationId xmlns:a16="http://schemas.microsoft.com/office/drawing/2014/main" id="{7823E2AE-3A9C-47F8-A942-04FE34C154B3}"/>
              </a:ext>
            </a:extLst>
          </p:cNvPr>
          <p:cNvSpPr>
            <a:spLocks noGrp="1"/>
          </p:cNvSpPr>
          <p:nvPr/>
        </p:nvSpPr>
        <p:spPr>
          <a:xfrm>
            <a:off x="895350" y="2743200"/>
            <a:ext cx="4476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F2937"/>
                </a:solidFill>
                <a:latin typeface="Yu Gothic UI"/>
                <a:ea typeface="Yu Gothic UI"/>
                <a:cs typeface="Yu Gothic UI"/>
              </a:defRPr>
            </a:pPr>
            <a:r>
              <a:rPr sz="1088" b="1">
                <a:solidFill>
                  <a:srgbClr val="1F2937"/>
                </a:solidFill>
                <a:latin typeface="Yu Gothic UI"/>
                <a:ea typeface="Yu Gothic UI"/>
                <a:cs typeface="Yu Gothic UI"/>
              </a:rPr>
              <a:t>イメージを保管する場所は?</a:t>
            </a:r>
          </a:p>
        </p:txBody>
      </p:sp>
      <p:sp>
        <p:nvSpPr>
          <p:cNvPr id="10" name="正方形/長方形 9">
            <a:extLst>
              <a:ext uri="{FF2B5EF4-FFF2-40B4-BE49-F238E27FC236}">
                <a16:creationId xmlns:a16="http://schemas.microsoft.com/office/drawing/2014/main" id="{62F09CDA-00AA-4362-9ABE-F61A729B7D21}"/>
              </a:ext>
            </a:extLst>
          </p:cNvPr>
          <p:cNvSpPr>
            <a:spLocks noGrp="1"/>
          </p:cNvSpPr>
          <p:nvPr/>
        </p:nvSpPr>
        <p:spPr>
          <a:xfrm>
            <a:off x="895350" y="3352800"/>
            <a:ext cx="4476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766E"/>
                </a:solidFill>
                <a:latin typeface="Yu Gothic UI"/>
                <a:ea typeface="Yu Gothic UI"/>
                <a:cs typeface="Yu Gothic UI"/>
              </a:defRPr>
            </a:pPr>
            <a:r>
              <a:rPr sz="900" b="1">
                <a:solidFill>
                  <a:srgbClr val="0F766E"/>
                </a:solidFill>
                <a:latin typeface="Yu Gothic UI"/>
                <a:ea typeface="Yu Gothic UI"/>
                <a:cs typeface="Yu Gothic UI"/>
              </a:rPr>
              <a:t>Azure Container Registry</a:t>
            </a:r>
          </a:p>
        </p:txBody>
      </p:sp>
      <p:sp>
        <p:nvSpPr>
          <p:cNvPr id="11" name="正方形/長方形 10">
            <a:extLst>
              <a:ext uri="{FF2B5EF4-FFF2-40B4-BE49-F238E27FC236}">
                <a16:creationId xmlns:a16="http://schemas.microsoft.com/office/drawing/2014/main" id="{3E0987A5-99AE-41ED-8B03-A49DA6F5DF9E}"/>
              </a:ext>
            </a:extLst>
          </p:cNvPr>
          <p:cNvSpPr>
            <a:spLocks noGrp="1"/>
          </p:cNvSpPr>
          <p:nvPr/>
        </p:nvSpPr>
        <p:spPr>
          <a:xfrm>
            <a:off x="6210300" y="2247900"/>
            <a:ext cx="5105400" cy="161925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6C400D70-02EA-4F42-9765-5552E5620575}"/>
              </a:ext>
            </a:extLst>
          </p:cNvPr>
          <p:cNvSpPr>
            <a:spLocks noGrp="1"/>
          </p:cNvSpPr>
          <p:nvPr/>
        </p:nvSpPr>
        <p:spPr>
          <a:xfrm>
            <a:off x="6210300" y="2247900"/>
            <a:ext cx="76200" cy="161925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B85C8600-3968-480C-A859-B21914218A02}"/>
              </a:ext>
            </a:extLst>
          </p:cNvPr>
          <p:cNvSpPr>
            <a:spLocks noGrp="1"/>
          </p:cNvSpPr>
          <p:nvPr/>
        </p:nvSpPr>
        <p:spPr>
          <a:xfrm>
            <a:off x="6419850" y="24193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70AD47"/>
                </a:solidFill>
                <a:latin typeface="Yu Gothic UI"/>
                <a:ea typeface="Yu Gothic UI"/>
                <a:cs typeface="Yu Gothic UI"/>
              </a:defRPr>
            </a:pPr>
            <a:r>
              <a:rPr sz="750" b="1">
                <a:solidFill>
                  <a:srgbClr val="70AD47"/>
                </a:solidFill>
                <a:latin typeface="Yu Gothic UI"/>
                <a:ea typeface="Yu Gothic UI"/>
                <a:cs typeface="Yu Gothic UI"/>
              </a:rPr>
              <a:t>問2</a:t>
            </a:r>
          </a:p>
        </p:txBody>
      </p:sp>
      <p:sp>
        <p:nvSpPr>
          <p:cNvPr id="14" name="正方形/長方形 13">
            <a:extLst>
              <a:ext uri="{FF2B5EF4-FFF2-40B4-BE49-F238E27FC236}">
                <a16:creationId xmlns:a16="http://schemas.microsoft.com/office/drawing/2014/main" id="{309DEEC6-0720-4CCA-B85F-A097F4B723F5}"/>
              </a:ext>
            </a:extLst>
          </p:cNvPr>
          <p:cNvSpPr>
            <a:spLocks noGrp="1"/>
          </p:cNvSpPr>
          <p:nvPr/>
        </p:nvSpPr>
        <p:spPr>
          <a:xfrm>
            <a:off x="6419850" y="2743200"/>
            <a:ext cx="4476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F2937"/>
                </a:solidFill>
                <a:latin typeface="Yu Gothic UI"/>
                <a:ea typeface="Yu Gothic UI"/>
                <a:cs typeface="Yu Gothic UI"/>
              </a:defRPr>
            </a:pPr>
            <a:r>
              <a:rPr sz="1088" b="1">
                <a:solidFill>
                  <a:srgbClr val="1F2937"/>
                </a:solidFill>
                <a:latin typeface="Yu Gothic UI"/>
                <a:ea typeface="Yu Gothic UI"/>
                <a:cs typeface="Yu Gothic UI"/>
              </a:rPr>
              <a:t>本回で作成した実行サービスは?</a:t>
            </a:r>
          </a:p>
        </p:txBody>
      </p:sp>
      <p:sp>
        <p:nvSpPr>
          <p:cNvPr id="15" name="正方形/長方形 14">
            <a:extLst>
              <a:ext uri="{FF2B5EF4-FFF2-40B4-BE49-F238E27FC236}">
                <a16:creationId xmlns:a16="http://schemas.microsoft.com/office/drawing/2014/main" id="{1F252E0A-CEFD-4C50-A2DF-1258DD28F5BF}"/>
              </a:ext>
            </a:extLst>
          </p:cNvPr>
          <p:cNvSpPr>
            <a:spLocks noGrp="1"/>
          </p:cNvSpPr>
          <p:nvPr/>
        </p:nvSpPr>
        <p:spPr>
          <a:xfrm>
            <a:off x="6419850" y="3352800"/>
            <a:ext cx="4476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70AD47"/>
                </a:solidFill>
                <a:latin typeface="Yu Gothic UI"/>
                <a:ea typeface="Yu Gothic UI"/>
                <a:cs typeface="Yu Gothic UI"/>
              </a:defRPr>
            </a:pPr>
            <a:r>
              <a:rPr sz="900" b="1">
                <a:solidFill>
                  <a:srgbClr val="70AD47"/>
                </a:solidFill>
                <a:latin typeface="Yu Gothic UI"/>
                <a:ea typeface="Yu Gothic UI"/>
                <a:cs typeface="Yu Gothic UI"/>
              </a:rPr>
              <a:t>Azure Container Instances</a:t>
            </a:r>
          </a:p>
        </p:txBody>
      </p:sp>
      <p:sp>
        <p:nvSpPr>
          <p:cNvPr id="16" name="正方形/長方形 15">
            <a:extLst>
              <a:ext uri="{FF2B5EF4-FFF2-40B4-BE49-F238E27FC236}">
                <a16:creationId xmlns:a16="http://schemas.microsoft.com/office/drawing/2014/main" id="{681437DD-49C0-4C9D-993A-A41E428B378F}"/>
              </a:ext>
            </a:extLst>
          </p:cNvPr>
          <p:cNvSpPr>
            <a:spLocks noGrp="1"/>
          </p:cNvSpPr>
          <p:nvPr/>
        </p:nvSpPr>
        <p:spPr>
          <a:xfrm>
            <a:off x="685800" y="4419600"/>
            <a:ext cx="5105400" cy="161925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A0B70A13-0633-4C34-9857-FD5D88BDCFB9}"/>
              </a:ext>
            </a:extLst>
          </p:cNvPr>
          <p:cNvSpPr>
            <a:spLocks noGrp="1"/>
          </p:cNvSpPr>
          <p:nvPr/>
        </p:nvSpPr>
        <p:spPr>
          <a:xfrm>
            <a:off x="685800" y="4419600"/>
            <a:ext cx="76200" cy="161925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9DE7C44D-B2D1-4A54-BD12-0589C1FF1268}"/>
              </a:ext>
            </a:extLst>
          </p:cNvPr>
          <p:cNvSpPr>
            <a:spLocks noGrp="1"/>
          </p:cNvSpPr>
          <p:nvPr/>
        </p:nvSpPr>
        <p:spPr>
          <a:xfrm>
            <a:off x="895350" y="45910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D7D31"/>
                </a:solidFill>
                <a:latin typeface="Yu Gothic UI"/>
                <a:ea typeface="Yu Gothic UI"/>
                <a:cs typeface="Yu Gothic UI"/>
              </a:defRPr>
            </a:pPr>
            <a:r>
              <a:rPr sz="750" b="1">
                <a:solidFill>
                  <a:srgbClr val="ED7D31"/>
                </a:solidFill>
                <a:latin typeface="Yu Gothic UI"/>
                <a:ea typeface="Yu Gothic UI"/>
                <a:cs typeface="Yu Gothic UI"/>
              </a:rPr>
              <a:t>問3</a:t>
            </a:r>
          </a:p>
        </p:txBody>
      </p:sp>
      <p:sp>
        <p:nvSpPr>
          <p:cNvPr id="19" name="正方形/長方形 18">
            <a:extLst>
              <a:ext uri="{FF2B5EF4-FFF2-40B4-BE49-F238E27FC236}">
                <a16:creationId xmlns:a16="http://schemas.microsoft.com/office/drawing/2014/main" id="{9E735936-1EBE-47E6-9FBA-AD38AA0AEDEA}"/>
              </a:ext>
            </a:extLst>
          </p:cNvPr>
          <p:cNvSpPr>
            <a:spLocks noGrp="1"/>
          </p:cNvSpPr>
          <p:nvPr/>
        </p:nvSpPr>
        <p:spPr>
          <a:xfrm>
            <a:off x="895350" y="4914900"/>
            <a:ext cx="4476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F2937"/>
                </a:solidFill>
                <a:latin typeface="Yu Gothic UI"/>
                <a:ea typeface="Yu Gothic UI"/>
                <a:cs typeface="Yu Gothic UI"/>
              </a:defRPr>
            </a:pPr>
            <a:r>
              <a:rPr sz="1088" b="1">
                <a:solidFill>
                  <a:srgbClr val="1F2937"/>
                </a:solidFill>
                <a:latin typeface="Yu Gothic UI"/>
                <a:ea typeface="Yu Gothic UI"/>
                <a:cs typeface="Yu Gothic UI"/>
              </a:rPr>
              <a:t>公開した代表的なポートは?</a:t>
            </a:r>
          </a:p>
        </p:txBody>
      </p:sp>
      <p:sp>
        <p:nvSpPr>
          <p:cNvPr id="20" name="正方形/長方形 19">
            <a:extLst>
              <a:ext uri="{FF2B5EF4-FFF2-40B4-BE49-F238E27FC236}">
                <a16:creationId xmlns:a16="http://schemas.microsoft.com/office/drawing/2014/main" id="{51052D05-DA42-40F4-B749-187B602DF7C8}"/>
              </a:ext>
            </a:extLst>
          </p:cNvPr>
          <p:cNvSpPr>
            <a:spLocks noGrp="1"/>
          </p:cNvSpPr>
          <p:nvPr/>
        </p:nvSpPr>
        <p:spPr>
          <a:xfrm>
            <a:off x="895350" y="5524500"/>
            <a:ext cx="4476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D7D31"/>
                </a:solidFill>
                <a:latin typeface="Yu Gothic UI"/>
                <a:ea typeface="Yu Gothic UI"/>
                <a:cs typeface="Yu Gothic UI"/>
              </a:defRPr>
            </a:pPr>
            <a:r>
              <a:rPr sz="900" b="1">
                <a:solidFill>
                  <a:srgbClr val="ED7D31"/>
                </a:solidFill>
                <a:latin typeface="Yu Gothic UI"/>
                <a:ea typeface="Yu Gothic UI"/>
                <a:cs typeface="Yu Gothic UI"/>
              </a:rPr>
              <a:t>TCP 80</a:t>
            </a:r>
          </a:p>
        </p:txBody>
      </p:sp>
      <p:sp>
        <p:nvSpPr>
          <p:cNvPr id="21" name="正方形/長方形 20">
            <a:extLst>
              <a:ext uri="{FF2B5EF4-FFF2-40B4-BE49-F238E27FC236}">
                <a16:creationId xmlns:a16="http://schemas.microsoft.com/office/drawing/2014/main" id="{F3738C5B-F2B3-4528-B47B-A51D0F814BAF}"/>
              </a:ext>
            </a:extLst>
          </p:cNvPr>
          <p:cNvSpPr>
            <a:spLocks noGrp="1"/>
          </p:cNvSpPr>
          <p:nvPr/>
        </p:nvSpPr>
        <p:spPr>
          <a:xfrm>
            <a:off x="6210300" y="4419600"/>
            <a:ext cx="5105400" cy="1619250"/>
          </a:xfrm>
          <a:prstGeom prst="rect">
            <a:avLst/>
          </a:prstGeom>
          <a:solidFill>
            <a:srgbClr val="FFFFFF"/>
          </a:solidFill>
          <a:ln w="9525">
            <a:solidFill>
              <a:srgbClr val="D0D5DD"/>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1E94765C-1072-4094-B655-EFA67A73BD4E}"/>
              </a:ext>
            </a:extLst>
          </p:cNvPr>
          <p:cNvSpPr>
            <a:spLocks noGrp="1"/>
          </p:cNvSpPr>
          <p:nvPr/>
        </p:nvSpPr>
        <p:spPr>
          <a:xfrm>
            <a:off x="6210300" y="4419600"/>
            <a:ext cx="76200" cy="1619250"/>
          </a:xfrm>
          <a:prstGeom prst="rect">
            <a:avLst/>
          </a:prstGeom>
          <a:solidFill>
            <a:srgbClr val="4472C4"/>
          </a:solidFill>
          <a:ln w="0">
            <a:solidFill>
              <a:srgbClr val="4472C4"/>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522647A5-55AC-441E-971F-8922444330A2}"/>
              </a:ext>
            </a:extLst>
          </p:cNvPr>
          <p:cNvSpPr>
            <a:spLocks noGrp="1"/>
          </p:cNvSpPr>
          <p:nvPr/>
        </p:nvSpPr>
        <p:spPr>
          <a:xfrm>
            <a:off x="6419850" y="45910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4472C4"/>
                </a:solidFill>
                <a:latin typeface="Yu Gothic UI"/>
                <a:ea typeface="Yu Gothic UI"/>
                <a:cs typeface="Yu Gothic UI"/>
              </a:defRPr>
            </a:pPr>
            <a:r>
              <a:rPr sz="750" b="1">
                <a:solidFill>
                  <a:srgbClr val="4472C4"/>
                </a:solidFill>
                <a:latin typeface="Yu Gothic UI"/>
                <a:ea typeface="Yu Gothic UI"/>
                <a:cs typeface="Yu Gothic UI"/>
              </a:rPr>
              <a:t>問4</a:t>
            </a:r>
          </a:p>
        </p:txBody>
      </p:sp>
      <p:sp>
        <p:nvSpPr>
          <p:cNvPr id="24" name="正方形/長方形 23">
            <a:extLst>
              <a:ext uri="{FF2B5EF4-FFF2-40B4-BE49-F238E27FC236}">
                <a16:creationId xmlns:a16="http://schemas.microsoft.com/office/drawing/2014/main" id="{019AD4BC-60B8-4000-B953-0B44A2EF7943}"/>
              </a:ext>
            </a:extLst>
          </p:cNvPr>
          <p:cNvSpPr>
            <a:spLocks noGrp="1"/>
          </p:cNvSpPr>
          <p:nvPr/>
        </p:nvSpPr>
        <p:spPr>
          <a:xfrm>
            <a:off x="6419850" y="4914900"/>
            <a:ext cx="4476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F2937"/>
                </a:solidFill>
                <a:latin typeface="Yu Gothic UI"/>
                <a:ea typeface="Yu Gothic UI"/>
                <a:cs typeface="Yu Gothic UI"/>
              </a:defRPr>
            </a:pPr>
            <a:r>
              <a:rPr sz="1088" b="1">
                <a:solidFill>
                  <a:srgbClr val="1F2937"/>
                </a:solidFill>
                <a:latin typeface="Yu Gothic UI"/>
                <a:ea typeface="Yu Gothic UI"/>
                <a:cs typeface="Yu Gothic UI"/>
              </a:rPr>
              <a:t>最後に削除する対象は?</a:t>
            </a:r>
          </a:p>
        </p:txBody>
      </p:sp>
      <p:sp>
        <p:nvSpPr>
          <p:cNvPr id="25" name="正方形/長方形 24">
            <a:extLst>
              <a:ext uri="{FF2B5EF4-FFF2-40B4-BE49-F238E27FC236}">
                <a16:creationId xmlns:a16="http://schemas.microsoft.com/office/drawing/2014/main" id="{213E75EE-4FDB-48B0-AC45-23E85FAEA738}"/>
              </a:ext>
            </a:extLst>
          </p:cNvPr>
          <p:cNvSpPr>
            <a:spLocks noGrp="1"/>
          </p:cNvSpPr>
          <p:nvPr/>
        </p:nvSpPr>
        <p:spPr>
          <a:xfrm>
            <a:off x="6419850" y="5524500"/>
            <a:ext cx="4476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4472C4"/>
                </a:solidFill>
                <a:latin typeface="Yu Gothic UI"/>
                <a:ea typeface="Yu Gothic UI"/>
                <a:cs typeface="Yu Gothic UI"/>
              </a:defRPr>
            </a:pPr>
            <a:r>
              <a:rPr sz="900" b="1">
                <a:solidFill>
                  <a:srgbClr val="4472C4"/>
                </a:solidFill>
                <a:latin typeface="Yu Gothic UI"/>
                <a:ea typeface="Yu Gothic UI"/>
                <a:cs typeface="Yu Gothic UI"/>
              </a:rPr>
              <a:t>受講者ごとのリソースグループ</a:t>
            </a:r>
          </a:p>
        </p:txBody>
      </p:sp>
    </p:spTree>
    <p:extLst>
      <p:ext uri="{BB962C8B-B14F-4D97-AF65-F5344CB8AC3E}">
        <p14:creationId xmlns:p14="http://schemas.microsoft.com/office/powerpoint/2010/main" val="1186077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9F5E-CCAF-CA65-014A-6DACA9032765}"/>
            </a:ext>
          </a:extLst>
        </p:cNvPr>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BB992865-9495-35DB-3567-584803B15B9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講師向け</a:t>
            </a:r>
            <a:r>
              <a:rPr lang="en-US" altLang="ja-JP" sz="2025" b="1" dirty="0">
                <a:solidFill>
                  <a:srgbClr val="1F2937"/>
                </a:solidFill>
                <a:latin typeface="Meiryo UI"/>
                <a:ea typeface="Meiryo UI"/>
                <a:cs typeface="Meiryo UI"/>
              </a:rPr>
              <a:t> ACR </a:t>
            </a:r>
            <a:r>
              <a:rPr lang="ja-JP" altLang="en-US" sz="2025" b="1">
                <a:solidFill>
                  <a:srgbClr val="1F2937"/>
                </a:solidFill>
                <a:latin typeface="Meiryo UI"/>
                <a:ea typeface="Meiryo UI"/>
                <a:cs typeface="Meiryo UI"/>
              </a:rPr>
              <a:t>作成手順</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34BF437A-5E64-73E7-F3D0-66177D84A46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5A24EED0-7E46-17A7-EF52-082343AED48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9639740-62C3-184F-9103-89FC45C7115A}"/>
              </a:ext>
            </a:extLst>
          </p:cNvPr>
          <p:cNvSpPr>
            <a:spLocks noGrp="1"/>
          </p:cNvSpPr>
          <p:nvPr/>
        </p:nvSpPr>
        <p:spPr>
          <a:xfrm>
            <a:off x="685800" y="1352550"/>
            <a:ext cx="10820400" cy="3181042"/>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55" b="0">
                <a:solidFill>
                  <a:srgbClr val="344054"/>
                </a:solidFill>
                <a:latin typeface="Yu Gothic UI"/>
                <a:ea typeface="Yu Gothic UI"/>
                <a:cs typeface="Yu Gothic UI"/>
              </a:defRPr>
            </a:pPr>
            <a:r>
              <a:rPr lang="ja-JP" altLang="en-US" sz="1600" b="0">
                <a:solidFill>
                  <a:srgbClr val="344054"/>
                </a:solidFill>
                <a:latin typeface="Yu Gothic UI"/>
                <a:ea typeface="Yu Gothic UI"/>
                <a:cs typeface="Yu Gothic UI"/>
              </a:rPr>
              <a:t>今回、受講者が利用する</a:t>
            </a:r>
            <a:r>
              <a:rPr lang="en-US" altLang="ja-JP" sz="1600" b="0" dirty="0">
                <a:solidFill>
                  <a:srgbClr val="344054"/>
                </a:solidFill>
                <a:latin typeface="Yu Gothic UI"/>
                <a:ea typeface="Yu Gothic UI"/>
                <a:cs typeface="Yu Gothic UI"/>
              </a:rPr>
              <a:t> ACR </a:t>
            </a:r>
            <a:r>
              <a:rPr lang="ja-JP" altLang="en-US" sz="1600">
                <a:solidFill>
                  <a:srgbClr val="344054"/>
                </a:solidFill>
                <a:latin typeface="Yu Gothic UI"/>
                <a:ea typeface="Yu Gothic UI"/>
                <a:cs typeface="Yu Gothic UI"/>
              </a:rPr>
              <a:t>は共有</a:t>
            </a:r>
            <a:r>
              <a:rPr lang="en-US" altLang="ja-JP" sz="1600" dirty="0">
                <a:solidFill>
                  <a:srgbClr val="344054"/>
                </a:solidFill>
                <a:latin typeface="Yu Gothic UI"/>
                <a:ea typeface="Yu Gothic UI"/>
                <a:cs typeface="Yu Gothic UI"/>
              </a:rPr>
              <a:t>ACR </a:t>
            </a:r>
            <a:r>
              <a:rPr lang="ja-JP" altLang="en-US" sz="1600">
                <a:solidFill>
                  <a:srgbClr val="344054"/>
                </a:solidFill>
                <a:latin typeface="Yu Gothic UI"/>
                <a:ea typeface="Yu Gothic UI"/>
                <a:cs typeface="Yu Gothic UI"/>
              </a:rPr>
              <a:t>として、講師が事前に準備してください。</a:t>
            </a:r>
            <a:endParaRPr lang="en-US" altLang="ja-JP" sz="1600" dirty="0">
              <a:solidFill>
                <a:srgbClr val="344054"/>
              </a:solidFill>
              <a:latin typeface="Yu Gothic UI"/>
              <a:ea typeface="Yu Gothic UI"/>
              <a:cs typeface="Yu Gothic UI"/>
            </a:endParaRPr>
          </a:p>
          <a:p>
            <a:pPr algn="l">
              <a:defRPr sz="1155" b="0">
                <a:solidFill>
                  <a:srgbClr val="344054"/>
                </a:solidFill>
                <a:latin typeface="Yu Gothic UI"/>
                <a:ea typeface="Yu Gothic UI"/>
                <a:cs typeface="Yu Gothic UI"/>
              </a:defRPr>
            </a:pPr>
            <a:r>
              <a:rPr lang="ja-JP" altLang="en-US" sz="1600" b="0">
                <a:solidFill>
                  <a:srgbClr val="344054"/>
                </a:solidFill>
                <a:latin typeface="Yu Gothic UI"/>
                <a:ea typeface="Yu Gothic UI"/>
                <a:cs typeface="Yu Gothic UI"/>
              </a:rPr>
              <a:t>デプロイ方法は以下を参照してください。</a:t>
            </a:r>
            <a:endParaRPr lang="en-US" altLang="ja-JP" sz="1600" b="0" dirty="0">
              <a:solidFill>
                <a:srgbClr val="344054"/>
              </a:solidFill>
              <a:latin typeface="Yu Gothic UI"/>
              <a:ea typeface="Yu Gothic UI"/>
              <a:cs typeface="Yu Gothic UI"/>
            </a:endParaRPr>
          </a:p>
          <a:p>
            <a:pPr>
              <a:defRPr sz="1155" b="0">
                <a:solidFill>
                  <a:srgbClr val="344054"/>
                </a:solidFill>
                <a:latin typeface="Yu Gothic UI"/>
                <a:ea typeface="Yu Gothic UI"/>
                <a:cs typeface="Yu Gothic UI"/>
              </a:defRPr>
            </a:pPr>
            <a:r>
              <a:rPr lang="en-US" altLang="ja-JP" sz="1600" dirty="0">
                <a:solidFill>
                  <a:srgbClr val="344054"/>
                </a:solidFill>
                <a:latin typeface="Yu Gothic UI"/>
                <a:ea typeface="Yu Gothic UI"/>
                <a:cs typeface="Yu Gothic UI"/>
                <a:hlinkClick r:id="rId3"/>
              </a:rPr>
              <a:t>https://</a:t>
            </a:r>
            <a:r>
              <a:rPr lang="en-US" altLang="ja-JP" sz="1600" dirty="0" err="1">
                <a:solidFill>
                  <a:srgbClr val="344054"/>
                </a:solidFill>
                <a:latin typeface="Yu Gothic UI"/>
                <a:ea typeface="Yu Gothic UI"/>
                <a:cs typeface="Yu Gothic UI"/>
                <a:hlinkClick r:id="rId3"/>
              </a:rPr>
              <a:t>github.com</a:t>
            </a:r>
            <a:r>
              <a:rPr lang="en-US" altLang="ja-JP" sz="1600" dirty="0">
                <a:solidFill>
                  <a:srgbClr val="344054"/>
                </a:solidFill>
                <a:latin typeface="Yu Gothic UI"/>
                <a:ea typeface="Yu Gothic UI"/>
                <a:cs typeface="Yu Gothic UI"/>
                <a:hlinkClick r:id="rId3"/>
              </a:rPr>
              <a:t>/</a:t>
            </a:r>
            <a:r>
              <a:rPr lang="en-US" altLang="ja-JP" sz="1600" dirty="0" err="1">
                <a:solidFill>
                  <a:srgbClr val="344054"/>
                </a:solidFill>
                <a:latin typeface="Yu Gothic UI"/>
                <a:ea typeface="Yu Gothic UI"/>
                <a:cs typeface="Yu Gothic UI"/>
                <a:hlinkClick r:id="rId3"/>
              </a:rPr>
              <a:t>hironariy</a:t>
            </a:r>
            <a:r>
              <a:rPr lang="en-US" altLang="ja-JP" sz="1600" dirty="0">
                <a:solidFill>
                  <a:srgbClr val="344054"/>
                </a:solidFill>
                <a:latin typeface="Yu Gothic UI"/>
                <a:ea typeface="Yu Gothic UI"/>
                <a:cs typeface="Yu Gothic UI"/>
                <a:hlinkClick r:id="rId3"/>
              </a:rPr>
              <a:t>/</a:t>
            </a:r>
            <a:r>
              <a:rPr lang="en-US" altLang="ja-JP" sz="1600" dirty="0" err="1">
                <a:solidFill>
                  <a:srgbClr val="344054"/>
                </a:solidFill>
                <a:latin typeface="Yu Gothic UI"/>
                <a:ea typeface="Yu Gothic UI"/>
                <a:cs typeface="Yu Gothic UI"/>
                <a:hlinkClick r:id="rId3"/>
              </a:rPr>
              <a:t>AzureWorkshopForBeginners</a:t>
            </a:r>
            <a:r>
              <a:rPr lang="en-US" altLang="ja-JP" sz="1600" dirty="0">
                <a:solidFill>
                  <a:srgbClr val="344054"/>
                </a:solidFill>
                <a:latin typeface="Yu Gothic UI"/>
                <a:ea typeface="Yu Gothic UI"/>
                <a:cs typeface="Yu Gothic UI"/>
                <a:hlinkClick r:id="rId3"/>
              </a:rPr>
              <a:t>/blob/main/materials/scripts/lesson-04/</a:t>
            </a:r>
            <a:r>
              <a:rPr lang="en-US" altLang="ja-JP" sz="1600" dirty="0" err="1">
                <a:solidFill>
                  <a:srgbClr val="344054"/>
                </a:solidFill>
                <a:latin typeface="Yu Gothic UI"/>
                <a:ea typeface="Yu Gothic UI"/>
                <a:cs typeface="Yu Gothic UI"/>
                <a:hlinkClick r:id="rId3"/>
              </a:rPr>
              <a:t>acr</a:t>
            </a:r>
            <a:r>
              <a:rPr lang="en-US" altLang="ja-JP" sz="1600" dirty="0">
                <a:solidFill>
                  <a:srgbClr val="344054"/>
                </a:solidFill>
                <a:latin typeface="Yu Gothic UI"/>
                <a:ea typeface="Yu Gothic UI"/>
                <a:cs typeface="Yu Gothic UI"/>
                <a:hlinkClick r:id="rId3"/>
              </a:rPr>
              <a:t>-nginx-image-</a:t>
            </a:r>
            <a:r>
              <a:rPr lang="en-US" altLang="ja-JP" sz="1600" dirty="0" err="1">
                <a:solidFill>
                  <a:srgbClr val="344054"/>
                </a:solidFill>
                <a:latin typeface="Yu Gothic UI"/>
                <a:ea typeface="Yu Gothic UI"/>
                <a:cs typeface="Yu Gothic UI"/>
                <a:hlinkClick r:id="rId3"/>
              </a:rPr>
              <a:t>preparation.md</a:t>
            </a:r>
            <a:endParaRPr lang="en-US" altLang="ja-JP" sz="1600" dirty="0">
              <a:solidFill>
                <a:srgbClr val="344054"/>
              </a:solidFill>
              <a:latin typeface="Yu Gothic UI"/>
              <a:ea typeface="Yu Gothic UI"/>
              <a:cs typeface="Yu Gothic UI"/>
            </a:endParaRPr>
          </a:p>
          <a:p>
            <a:pPr algn="l">
              <a:defRPr sz="1155" b="0">
                <a:solidFill>
                  <a:srgbClr val="344054"/>
                </a:solidFill>
                <a:latin typeface="Yu Gothic UI"/>
                <a:ea typeface="Yu Gothic UI"/>
                <a:cs typeface="Yu Gothic UI"/>
              </a:defRPr>
            </a:pPr>
            <a:endParaRPr lang="en-US" sz="1600" dirty="0">
              <a:solidFill>
                <a:srgbClr val="344054"/>
              </a:solidFill>
              <a:latin typeface="Yu Gothic UI"/>
              <a:ea typeface="Yu Gothic UI"/>
              <a:cs typeface="Yu Gothic UI"/>
            </a:endParaRPr>
          </a:p>
          <a:p>
            <a:pPr algn="l">
              <a:defRPr sz="1155" b="0">
                <a:solidFill>
                  <a:srgbClr val="344054"/>
                </a:solidFill>
                <a:latin typeface="Yu Gothic UI"/>
                <a:ea typeface="Yu Gothic UI"/>
                <a:cs typeface="Yu Gothic UI"/>
              </a:defRPr>
            </a:pPr>
            <a:r>
              <a:rPr lang="en-US" sz="1600" b="0" dirty="0" err="1">
                <a:solidFill>
                  <a:srgbClr val="344054"/>
                </a:solidFill>
                <a:latin typeface="Yu Gothic UI"/>
                <a:ea typeface="Yu Gothic UI"/>
                <a:cs typeface="Yu Gothic UI"/>
              </a:rPr>
              <a:t>受講者が</a:t>
            </a:r>
            <a:r>
              <a:rPr lang="en-US" sz="1600" b="0" dirty="0">
                <a:solidFill>
                  <a:srgbClr val="344054"/>
                </a:solidFill>
                <a:latin typeface="Yu Gothic UI"/>
                <a:ea typeface="Yu Gothic UI"/>
                <a:cs typeface="Yu Gothic UI"/>
              </a:rPr>
              <a:t> ACI </a:t>
            </a:r>
            <a:r>
              <a:rPr lang="en-US" sz="1600" dirty="0" err="1">
                <a:solidFill>
                  <a:srgbClr val="344054"/>
                </a:solidFill>
                <a:latin typeface="Yu Gothic UI"/>
                <a:ea typeface="Yu Gothic UI"/>
                <a:cs typeface="Yu Gothic UI"/>
              </a:rPr>
              <a:t>構築時に</a:t>
            </a:r>
            <a:r>
              <a:rPr lang="en-US" sz="1600" dirty="0">
                <a:solidFill>
                  <a:srgbClr val="344054"/>
                </a:solidFill>
                <a:latin typeface="Yu Gothic UI"/>
                <a:ea typeface="Yu Gothic UI"/>
                <a:cs typeface="Yu Gothic UI"/>
              </a:rPr>
              <a:t> ACR </a:t>
            </a:r>
            <a:r>
              <a:rPr lang="en-US" sz="1600" dirty="0" err="1">
                <a:solidFill>
                  <a:srgbClr val="344054"/>
                </a:solidFill>
                <a:latin typeface="Yu Gothic UI"/>
                <a:ea typeface="Yu Gothic UI"/>
                <a:cs typeface="Yu Gothic UI"/>
              </a:rPr>
              <a:t>を参照できず、うまく構築できない場合は、ACR</a:t>
            </a:r>
            <a:r>
              <a:rPr lang="en-US" sz="1600" dirty="0">
                <a:solidFill>
                  <a:srgbClr val="344054"/>
                </a:solidFill>
                <a:latin typeface="Yu Gothic UI"/>
                <a:ea typeface="Yu Gothic UI"/>
                <a:cs typeface="Yu Gothic UI"/>
              </a:rPr>
              <a:t> </a:t>
            </a:r>
            <a:r>
              <a:rPr lang="en-US" sz="1600" dirty="0" err="1">
                <a:solidFill>
                  <a:srgbClr val="344054"/>
                </a:solidFill>
                <a:latin typeface="Yu Gothic UI"/>
                <a:ea typeface="Yu Gothic UI"/>
                <a:cs typeface="Yu Gothic UI"/>
              </a:rPr>
              <a:t>をスコープに各受講者に対して、AcrPull</a:t>
            </a:r>
            <a:r>
              <a:rPr lang="en-US" sz="1600" dirty="0">
                <a:solidFill>
                  <a:srgbClr val="344054"/>
                </a:solidFill>
                <a:latin typeface="Yu Gothic UI"/>
                <a:ea typeface="Yu Gothic UI"/>
                <a:cs typeface="Yu Gothic UI"/>
              </a:rPr>
              <a:t> </a:t>
            </a:r>
            <a:r>
              <a:rPr lang="en-US" sz="1600" dirty="0" err="1">
                <a:solidFill>
                  <a:srgbClr val="344054"/>
                </a:solidFill>
                <a:latin typeface="Yu Gothic UI"/>
                <a:ea typeface="Yu Gothic UI"/>
                <a:cs typeface="Yu Gothic UI"/>
              </a:rPr>
              <a:t>のロールを付与して下さい</a:t>
            </a:r>
            <a:r>
              <a:rPr lang="en-US" sz="1600" dirty="0">
                <a:solidFill>
                  <a:srgbClr val="344054"/>
                </a:solidFill>
                <a:latin typeface="Yu Gothic UI"/>
                <a:ea typeface="Yu Gothic UI"/>
                <a:cs typeface="Yu Gothic UI"/>
              </a:rPr>
              <a:t>。</a:t>
            </a:r>
            <a:endParaRPr sz="1600" b="0" dirty="0">
              <a:solidFill>
                <a:srgbClr val="344054"/>
              </a:solidFill>
              <a:latin typeface="Yu Gothic UI"/>
              <a:ea typeface="Yu Gothic UI"/>
              <a:cs typeface="Yu Gothic UI"/>
            </a:endParaRPr>
          </a:p>
        </p:txBody>
      </p:sp>
    </p:spTree>
    <p:extLst>
      <p:ext uri="{BB962C8B-B14F-4D97-AF65-F5344CB8AC3E}">
        <p14:creationId xmlns:p14="http://schemas.microsoft.com/office/powerpoint/2010/main" val="119558550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4422</Words>
  <Application>Microsoft Macintosh PowerPoint</Application>
  <DocSecurity>0</DocSecurity>
  <PresentationFormat>ワイド画面</PresentationFormat>
  <Paragraphs>727</Paragraphs>
  <Slides>41</Slides>
  <Notes>41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41</vt:i4>
      </vt:variant>
    </vt:vector>
  </HeadingPairs>
  <TitlesOfParts>
    <vt:vector size="49" baseType="lpstr">
      <vt:lpstr>Meiryo UI</vt:lpstr>
      <vt:lpstr>ＭＳ Ｐゴシック</vt:lpstr>
      <vt:lpstr>Yu Gothic UI</vt:lpstr>
      <vt:lpstr>游ゴシック</vt:lpstr>
      <vt:lpstr>Arial</vt:lpstr>
      <vt:lpstr>Segoe UI</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hiyam_EX_Tenant_admin</cp:lastModifiedBy>
  <cp:revision>2</cp:revision>
  <dcterms:created xsi:type="dcterms:W3CDTF">2026-05-27T01:15:34Z</dcterms:created>
  <dcterms:modified xsi:type="dcterms:W3CDTF">2026-06-03T04:37:16Z</dcterms:modified>
</cp:coreProperties>
</file>