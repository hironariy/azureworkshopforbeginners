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62" r:id="rId3"/>
    <p:sldId id="257" r:id="rId4"/>
    <p:sldId id="2076138975" r:id="rId5"/>
    <p:sldId id="2076139062" r:id="rId6"/>
    <p:sldId id="2076139066" r:id="rId7"/>
    <p:sldId id="2076139067" r:id="rId8"/>
    <p:sldId id="2076139068" r:id="rId9"/>
    <p:sldId id="2076139069" r:id="rId10"/>
    <p:sldId id="2076139070" r:id="rId11"/>
    <p:sldId id="2076139071" r:id="rId12"/>
    <p:sldId id="2076139072" r:id="rId13"/>
    <p:sldId id="2076139073" r:id="rId14"/>
    <p:sldId id="2076139074" r:id="rId15"/>
    <p:sldId id="2076139075" r:id="rId16"/>
    <p:sldId id="2076139042" r:id="rId17"/>
    <p:sldId id="2076139061" r:id="rId18"/>
    <p:sldId id="2076139076" r:id="rId19"/>
    <p:sldId id="2076139077" r:id="rId20"/>
    <p:sldId id="2076139078" r:id="rId21"/>
    <p:sldId id="2076139079" r:id="rId22"/>
    <p:sldId id="2076139080" r:id="rId23"/>
    <p:sldId id="2076139054" r:id="rId24"/>
    <p:sldId id="2076139063" r:id="rId25"/>
    <p:sldId id="2076139081" r:id="rId26"/>
    <p:sldId id="2076139082" r:id="rId27"/>
    <p:sldId id="2076139083" r:id="rId28"/>
    <p:sldId id="2076139084" r:id="rId29"/>
    <p:sldId id="2076139088" r:id="rId30"/>
    <p:sldId id="2076139089" r:id="rId31"/>
    <p:sldId id="2076139090" r:id="rId32"/>
    <p:sldId id="2076139085" r:id="rId33"/>
    <p:sldId id="2076139091" r:id="rId34"/>
    <p:sldId id="2076139086" r:id="rId35"/>
    <p:sldId id="2076139092" r:id="rId3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78CA2B2-9711-034F-A366-FB669B9845B9}">
          <p14:sldIdLst>
            <p14:sldId id="256"/>
            <p14:sldId id="262"/>
            <p14:sldId id="257"/>
          </p14:sldIdLst>
        </p14:section>
        <p14:section name="Section 1" id="{B8EAF6B5-498F-D04D-A0FC-6F269AF9709F}">
          <p14:sldIdLst>
            <p14:sldId id="2076138975"/>
            <p14:sldId id="2076139062"/>
            <p14:sldId id="2076139066"/>
            <p14:sldId id="2076139067"/>
            <p14:sldId id="2076139068"/>
            <p14:sldId id="2076139069"/>
            <p14:sldId id="2076139070"/>
            <p14:sldId id="2076139071"/>
            <p14:sldId id="2076139072"/>
            <p14:sldId id="2076139073"/>
            <p14:sldId id="2076139074"/>
            <p14:sldId id="2076139075"/>
          </p14:sldIdLst>
        </p14:section>
        <p14:section name="Section 2" id="{CD15DF56-14BE-F040-AC45-0A3E37AD338D}">
          <p14:sldIdLst>
            <p14:sldId id="2076139042"/>
            <p14:sldId id="2076139061"/>
            <p14:sldId id="2076139076"/>
            <p14:sldId id="2076139077"/>
            <p14:sldId id="2076139078"/>
            <p14:sldId id="2076139079"/>
            <p14:sldId id="2076139080"/>
          </p14:sldIdLst>
        </p14:section>
        <p14:section name="Section 3" id="{AF8A8B4B-FAAA-354A-AA8D-37AE8FE58BF6}">
          <p14:sldIdLst>
            <p14:sldId id="2076139054"/>
            <p14:sldId id="2076139063"/>
            <p14:sldId id="2076139081"/>
            <p14:sldId id="2076139082"/>
            <p14:sldId id="2076139083"/>
            <p14:sldId id="2076139084"/>
            <p14:sldId id="2076139088"/>
            <p14:sldId id="2076139089"/>
            <p14:sldId id="2076139090"/>
            <p14:sldId id="2076139085"/>
            <p14:sldId id="2076139091"/>
            <p14:sldId id="2076139086"/>
            <p14:sldId id="20761390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C8D6"/>
    <a:srgbClr val="334155"/>
    <a:srgbClr val="4472C4"/>
    <a:srgbClr val="70AD47"/>
    <a:srgbClr val="3D74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856D62-BE42-1D47-8DD0-B2000E346D6A}" v="147" dt="2026-08-14T07:17:23.95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04"/>
    <p:restoredTop sz="83047"/>
  </p:normalViewPr>
  <p:slideViewPr>
    <p:cSldViewPr snapToGrid="0">
      <p:cViewPr varScale="1">
        <p:scale>
          <a:sx n="122" d="100"/>
          <a:sy n="122" d="100"/>
        </p:scale>
        <p:origin x="13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undo redo custSel addSld delSld modSld sldOrd addSection delSection modSection modNotesMaster">
      <pc:chgData name="Hironari Yamada" userId="e57621f8-ec3c-449e-bb19-001fffcc008e" providerId="ADAL" clId="{BC0BD879-F267-5CCA-8DEA-E3B2DD07DA4E}" dt="2026-08-14T07:17:38.885" v="19152" actId="2696"/>
      <pc:docMkLst>
        <pc:docMk/>
      </pc:docMkLst>
      <pc:sldChg chg="modSp mod modNotes">
        <pc:chgData name="Hironari Yamada" userId="e57621f8-ec3c-449e-bb19-001fffcc008e" providerId="ADAL" clId="{BC0BD879-F267-5CCA-8DEA-E3B2DD07DA4E}" dt="2026-08-14T00:27:22.915" v="14764" actId="20577"/>
        <pc:sldMkLst>
          <pc:docMk/>
          <pc:sldMk cId="188169028" sldId="256"/>
        </pc:sldMkLst>
        <pc:spChg chg="mod">
          <ac:chgData name="Hironari Yamada" userId="e57621f8-ec3c-449e-bb19-001fffcc008e" providerId="ADAL" clId="{BC0BD879-F267-5CCA-8DEA-E3B2DD07DA4E}" dt="2026-08-14T00:24:47.066" v="14613" actId="20577"/>
          <ac:spMkLst>
            <pc:docMk/>
            <pc:sldMk cId="188169028" sldId="256"/>
            <ac:spMk id="5" creationId="{9DBD5B95-C9F5-4638-96D9-A8CE4A155095}"/>
          </ac:spMkLst>
        </pc:spChg>
        <pc:spChg chg="mod">
          <ac:chgData name="Hironari Yamada" userId="e57621f8-ec3c-449e-bb19-001fffcc008e" providerId="ADAL" clId="{BC0BD879-F267-5CCA-8DEA-E3B2DD07DA4E}" dt="2026-08-14T00:25:18.614" v="14737" actId="20577"/>
          <ac:spMkLst>
            <pc:docMk/>
            <pc:sldMk cId="188169028" sldId="256"/>
            <ac:spMk id="6" creationId="{2769FC6D-0B0A-4C37-8C6D-9B70639859DC}"/>
          </ac:spMkLst>
        </pc:spChg>
        <pc:spChg chg="mod">
          <ac:chgData name="Hironari Yamada" userId="e57621f8-ec3c-449e-bb19-001fffcc008e" providerId="ADAL" clId="{BC0BD879-F267-5CCA-8DEA-E3B2DD07DA4E}" dt="2026-08-14T00:25:28.702" v="14753" actId="20577"/>
          <ac:spMkLst>
            <pc:docMk/>
            <pc:sldMk cId="188169028" sldId="256"/>
            <ac:spMk id="7" creationId="{DFE36B7A-5E3C-45E7-B5C6-DD919C94A7E7}"/>
          </ac:spMkLst>
        </pc:spChg>
        <pc:spChg chg="mod">
          <ac:chgData name="Hironari Yamada" userId="e57621f8-ec3c-449e-bb19-001fffcc008e" providerId="ADAL" clId="{BC0BD879-F267-5CCA-8DEA-E3B2DD07DA4E}" dt="2026-08-14T00:25:24.401" v="14751" actId="20577"/>
          <ac:spMkLst>
            <pc:docMk/>
            <pc:sldMk cId="188169028" sldId="256"/>
            <ac:spMk id="8" creationId="{BFE25AC2-4ACC-4216-8714-96B55FB68F91}"/>
          </ac:spMkLst>
        </pc:spChg>
        <pc:spChg chg="mod">
          <ac:chgData name="Hironari Yamada" userId="e57621f8-ec3c-449e-bb19-001fffcc008e" providerId="ADAL" clId="{BC0BD879-F267-5CCA-8DEA-E3B2DD07DA4E}" dt="2026-08-14T00:27:22.915" v="14764" actId="20577"/>
          <ac:spMkLst>
            <pc:docMk/>
            <pc:sldMk cId="188169028" sldId="256"/>
            <ac:spMk id="10" creationId="{E22E1A59-BBE7-499C-B63A-23D32A401642}"/>
          </ac:spMkLst>
        </pc:spChg>
      </pc:sldChg>
      <pc:sldChg chg="modSp mod modNotes">
        <pc:chgData name="Hironari Yamada" userId="e57621f8-ec3c-449e-bb19-001fffcc008e" providerId="ADAL" clId="{BC0BD879-F267-5CCA-8DEA-E3B2DD07DA4E}" dt="2026-08-14T01:05:41.562" v="15342"/>
        <pc:sldMkLst>
          <pc:docMk/>
          <pc:sldMk cId="1186077149" sldId="257"/>
        </pc:sldMkLst>
        <pc:spChg chg="mod">
          <ac:chgData name="Hironari Yamada" userId="e57621f8-ec3c-449e-bb19-001fffcc008e" providerId="ADAL" clId="{BC0BD879-F267-5CCA-8DEA-E3B2DD07DA4E}" dt="2026-08-14T01:05:41.562" v="15342"/>
          <ac:spMkLst>
            <pc:docMk/>
            <pc:sldMk cId="1186077149" sldId="257"/>
            <ac:spMk id="2" creationId="{09603FD4-D301-438E-8486-12311D034221}"/>
          </ac:spMkLst>
        </pc:spChg>
        <pc:spChg chg="mod">
          <ac:chgData name="Hironari Yamada" userId="e57621f8-ec3c-449e-bb19-001fffcc008e" providerId="ADAL" clId="{BC0BD879-F267-5CCA-8DEA-E3B2DD07DA4E}" dt="2026-08-14T00:42:56.416" v="15218" actId="12"/>
          <ac:spMkLst>
            <pc:docMk/>
            <pc:sldMk cId="1186077149" sldId="257"/>
            <ac:spMk id="6" creationId="{BA5730E2-5407-A714-1228-8D8DE092CA2A}"/>
          </ac:spMkLst>
        </pc:spChg>
      </pc:sldChg>
      <pc:sldChg chg="modSp mod modNotes">
        <pc:chgData name="Hironari Yamada" userId="e57621f8-ec3c-449e-bb19-001fffcc008e" providerId="ADAL" clId="{BC0BD879-F267-5CCA-8DEA-E3B2DD07DA4E}" dt="2026-08-14T01:05:41.562" v="15342"/>
        <pc:sldMkLst>
          <pc:docMk/>
          <pc:sldMk cId="355900499" sldId="262"/>
        </pc:sldMkLst>
        <pc:spChg chg="mod">
          <ac:chgData name="Hironari Yamada" userId="e57621f8-ec3c-449e-bb19-001fffcc008e" providerId="ADAL" clId="{BC0BD879-F267-5CCA-8DEA-E3B2DD07DA4E}" dt="2026-08-14T01:05:41.562" v="15342"/>
          <ac:spMkLst>
            <pc:docMk/>
            <pc:sldMk cId="355900499" sldId="262"/>
            <ac:spMk id="2" creationId="{4FE21A59-58EA-A527-EEA9-DF81F838E9C2}"/>
          </ac:spMkLst>
        </pc:spChg>
        <pc:spChg chg="mod">
          <ac:chgData name="Hironari Yamada" userId="e57621f8-ec3c-449e-bb19-001fffcc008e" providerId="ADAL" clId="{BC0BD879-F267-5CCA-8DEA-E3B2DD07DA4E}" dt="2026-08-14T00:36:25.915" v="14891" actId="20577"/>
          <ac:spMkLst>
            <pc:docMk/>
            <pc:sldMk cId="355900499" sldId="262"/>
            <ac:spMk id="6" creationId="{3CD4F1C1-B153-1649-DE13-A602B7064ABE}"/>
          </ac:spMkLst>
        </pc:spChg>
      </pc:sldChg>
      <pc:sldChg chg="modSp mod">
        <pc:chgData name="Hironari Yamada" userId="e57621f8-ec3c-449e-bb19-001fffcc008e" providerId="ADAL" clId="{BC0BD879-F267-5CCA-8DEA-E3B2DD07DA4E}" dt="2026-08-14T00:37:42.944" v="15189" actId="20577"/>
        <pc:sldMkLst>
          <pc:docMk/>
          <pc:sldMk cId="0" sldId="2076138975"/>
        </pc:sldMkLst>
        <pc:spChg chg="mod">
          <ac:chgData name="Hironari Yamada" userId="e57621f8-ec3c-449e-bb19-001fffcc008e" providerId="ADAL" clId="{BC0BD879-F267-5CCA-8DEA-E3B2DD07DA4E}" dt="2026-08-14T00:37:42.944" v="15189" actId="20577"/>
          <ac:spMkLst>
            <pc:docMk/>
            <pc:sldMk cId="0" sldId="2076138975"/>
            <ac:spMk id="2" creationId="{00000000-0000-0000-0000-000000000000}"/>
          </ac:spMkLst>
        </pc:spChg>
      </pc:sldChg>
      <pc:sldChg chg="addSp delSp modSp del mod ord modNotes">
        <pc:chgData name="Hironari Yamada" userId="e57621f8-ec3c-449e-bb19-001fffcc008e" providerId="ADAL" clId="{BC0BD879-F267-5CCA-8DEA-E3B2DD07DA4E}" dt="2026-08-14T00:42:28.682" v="15190" actId="2696"/>
        <pc:sldMkLst>
          <pc:docMk/>
          <pc:sldMk cId="3202806209" sldId="2076139038"/>
        </pc:sldMkLst>
      </pc:sldChg>
      <pc:sldChg chg="modSp mod">
        <pc:chgData name="Hironari Yamada" userId="e57621f8-ec3c-449e-bb19-001fffcc008e" providerId="ADAL" clId="{BC0BD879-F267-5CCA-8DEA-E3B2DD07DA4E}" dt="2026-08-14T04:18:55.348" v="15595" actId="20577"/>
        <pc:sldMkLst>
          <pc:docMk/>
          <pc:sldMk cId="2917774611" sldId="2076139042"/>
        </pc:sldMkLst>
        <pc:spChg chg="mod">
          <ac:chgData name="Hironari Yamada" userId="e57621f8-ec3c-449e-bb19-001fffcc008e" providerId="ADAL" clId="{BC0BD879-F267-5CCA-8DEA-E3B2DD07DA4E}" dt="2026-08-14T04:18:55.348" v="15595" actId="20577"/>
          <ac:spMkLst>
            <pc:docMk/>
            <pc:sldMk cId="2917774611" sldId="2076139042"/>
            <ac:spMk id="2" creationId="{F685047F-90B5-CBAF-0168-76FD01BEBC32}"/>
          </ac:spMkLst>
        </pc:spChg>
      </pc:sldChg>
      <pc:sldChg chg="modSp add mod">
        <pc:chgData name="Hironari Yamada" userId="e57621f8-ec3c-449e-bb19-001fffcc008e" providerId="ADAL" clId="{BC0BD879-F267-5CCA-8DEA-E3B2DD07DA4E}" dt="2026-08-14T04:35:58.598" v="16208" actId="20577"/>
        <pc:sldMkLst>
          <pc:docMk/>
          <pc:sldMk cId="2926534364" sldId="2076139054"/>
        </pc:sldMkLst>
        <pc:spChg chg="mod">
          <ac:chgData name="Hironari Yamada" userId="e57621f8-ec3c-449e-bb19-001fffcc008e" providerId="ADAL" clId="{BC0BD879-F267-5CCA-8DEA-E3B2DD07DA4E}" dt="2026-08-14T04:35:58.598" v="16208" actId="20577"/>
          <ac:spMkLst>
            <pc:docMk/>
            <pc:sldMk cId="2926534364" sldId="2076139054"/>
            <ac:spMk id="2" creationId="{E1A7741D-B468-C39F-5D47-87E5E790D0B2}"/>
          </ac:spMkLst>
        </pc:spChg>
      </pc:sldChg>
      <pc:sldChg chg="addSp delSp modSp add del mod ord modNotes modNotesTx">
        <pc:chgData name="Hironari Yamada" userId="e57621f8-ec3c-449e-bb19-001fffcc008e" providerId="ADAL" clId="{BC0BD879-F267-5CCA-8DEA-E3B2DD07DA4E}" dt="2026-08-14T01:28:22.178" v="15545" actId="20577"/>
        <pc:sldMkLst>
          <pc:docMk/>
          <pc:sldMk cId="3214495952" sldId="2076139061"/>
        </pc:sldMkLst>
        <pc:spChg chg="mod">
          <ac:chgData name="Hironari Yamada" userId="e57621f8-ec3c-449e-bb19-001fffcc008e" providerId="ADAL" clId="{BC0BD879-F267-5CCA-8DEA-E3B2DD07DA4E}" dt="2026-08-14T01:05:41.562" v="15342"/>
          <ac:spMkLst>
            <pc:docMk/>
            <pc:sldMk cId="3214495952" sldId="2076139061"/>
            <ac:spMk id="2" creationId="{277A8706-B791-7F42-0431-13B06FEB15B4}"/>
          </ac:spMkLst>
        </pc:spChg>
        <pc:spChg chg="mod">
          <ac:chgData name="Hironari Yamada" userId="e57621f8-ec3c-449e-bb19-001fffcc008e" providerId="ADAL" clId="{BC0BD879-F267-5CCA-8DEA-E3B2DD07DA4E}" dt="2026-08-14T01:27:31.611" v="15493" actId="948"/>
          <ac:spMkLst>
            <pc:docMk/>
            <pc:sldMk cId="3214495952" sldId="2076139061"/>
            <ac:spMk id="3" creationId="{96845FA8-0DD9-B3D9-E100-E05F636986C4}"/>
          </ac:spMkLst>
        </pc:spChg>
        <pc:spChg chg="add del mod">
          <ac:chgData name="Hironari Yamada" userId="e57621f8-ec3c-449e-bb19-001fffcc008e" providerId="ADAL" clId="{BC0BD879-F267-5CCA-8DEA-E3B2DD07DA4E}" dt="2026-08-14T01:22:50.969" v="15388" actId="478"/>
          <ac:spMkLst>
            <pc:docMk/>
            <pc:sldMk cId="3214495952" sldId="2076139061"/>
            <ac:spMk id="5" creationId="{045B1B69-234B-BEEC-826F-328104B979BC}"/>
          </ac:spMkLst>
        </pc:spChg>
        <pc:spChg chg="add del mod">
          <ac:chgData name="Hironari Yamada" userId="e57621f8-ec3c-449e-bb19-001fffcc008e" providerId="ADAL" clId="{BC0BD879-F267-5CCA-8DEA-E3B2DD07DA4E}" dt="2026-08-14T01:22:50.969" v="15388" actId="478"/>
          <ac:spMkLst>
            <pc:docMk/>
            <pc:sldMk cId="3214495952" sldId="2076139061"/>
            <ac:spMk id="7" creationId="{EA4BD00D-791F-5757-1099-7E8C543358BE}"/>
          </ac:spMkLst>
        </pc:spChg>
        <pc:spChg chg="add del mod">
          <ac:chgData name="Hironari Yamada" userId="e57621f8-ec3c-449e-bb19-001fffcc008e" providerId="ADAL" clId="{BC0BD879-F267-5CCA-8DEA-E3B2DD07DA4E}" dt="2026-08-14T01:27:57.115" v="15500"/>
          <ac:spMkLst>
            <pc:docMk/>
            <pc:sldMk cId="3214495952" sldId="2076139061"/>
            <ac:spMk id="8" creationId="{E1FA2D95-5A84-F126-2ADD-9D78EE464F69}"/>
          </ac:spMkLst>
        </pc:spChg>
        <pc:spChg chg="mod">
          <ac:chgData name="Hironari Yamada" userId="e57621f8-ec3c-449e-bb19-001fffcc008e" providerId="ADAL" clId="{BC0BD879-F267-5CCA-8DEA-E3B2DD07DA4E}" dt="2026-08-14T01:24:37.235" v="15483"/>
          <ac:spMkLst>
            <pc:docMk/>
            <pc:sldMk cId="3214495952" sldId="2076139061"/>
            <ac:spMk id="9" creationId="{EBB6C5CF-CCEC-1FA2-EAB2-40E988EBD932}"/>
          </ac:spMkLst>
        </pc:spChg>
        <pc:spChg chg="add del mod">
          <ac:chgData name="Hironari Yamada" userId="e57621f8-ec3c-449e-bb19-001fffcc008e" providerId="ADAL" clId="{BC0BD879-F267-5CCA-8DEA-E3B2DD07DA4E}" dt="2026-08-14T01:22:50.969" v="15388" actId="478"/>
          <ac:spMkLst>
            <pc:docMk/>
            <pc:sldMk cId="3214495952" sldId="2076139061"/>
            <ac:spMk id="10" creationId="{C69A1058-C8A8-5122-B817-8DE4534F1536}"/>
          </ac:spMkLst>
        </pc:spChg>
        <pc:spChg chg="add mod">
          <ac:chgData name="Hironari Yamada" userId="e57621f8-ec3c-449e-bb19-001fffcc008e" providerId="ADAL" clId="{BC0BD879-F267-5CCA-8DEA-E3B2DD07DA4E}" dt="2026-08-14T01:27:56.403" v="15498" actId="1076"/>
          <ac:spMkLst>
            <pc:docMk/>
            <pc:sldMk cId="3214495952" sldId="2076139061"/>
            <ac:spMk id="11" creationId="{E31ADAC9-838C-22B9-BD72-FBC47C9CCEA7}"/>
          </ac:spMkLst>
        </pc:spChg>
        <pc:spChg chg="add mod">
          <ac:chgData name="Hironari Yamada" userId="e57621f8-ec3c-449e-bb19-001fffcc008e" providerId="ADAL" clId="{BC0BD879-F267-5CCA-8DEA-E3B2DD07DA4E}" dt="2026-08-14T01:27:56.403" v="15498" actId="1076"/>
          <ac:spMkLst>
            <pc:docMk/>
            <pc:sldMk cId="3214495952" sldId="2076139061"/>
            <ac:spMk id="12" creationId="{FE5253A6-1649-F76A-654F-954685039D6A}"/>
          </ac:spMkLst>
        </pc:spChg>
        <pc:spChg chg="add mod">
          <ac:chgData name="Hironari Yamada" userId="e57621f8-ec3c-449e-bb19-001fffcc008e" providerId="ADAL" clId="{BC0BD879-F267-5CCA-8DEA-E3B2DD07DA4E}" dt="2026-08-14T01:27:56.403" v="15498" actId="1076"/>
          <ac:spMkLst>
            <pc:docMk/>
            <pc:sldMk cId="3214495952" sldId="2076139061"/>
            <ac:spMk id="13" creationId="{4ABA034C-4F19-0DC8-1BB3-693EC0A9E692}"/>
          </ac:spMkLst>
        </pc:spChg>
        <pc:spChg chg="add mod">
          <ac:chgData name="Hironari Yamada" userId="e57621f8-ec3c-449e-bb19-001fffcc008e" providerId="ADAL" clId="{BC0BD879-F267-5CCA-8DEA-E3B2DD07DA4E}" dt="2026-08-14T01:27:56.403" v="15498" actId="1076"/>
          <ac:spMkLst>
            <pc:docMk/>
            <pc:sldMk cId="3214495952" sldId="2076139061"/>
            <ac:spMk id="15" creationId="{6B584B43-13E3-73A6-5FCF-BB21DF8A4DE8}"/>
          </ac:spMkLst>
        </pc:spChg>
        <pc:spChg chg="add del mod">
          <ac:chgData name="Hironari Yamada" userId="e57621f8-ec3c-449e-bb19-001fffcc008e" providerId="ADAL" clId="{BC0BD879-F267-5CCA-8DEA-E3B2DD07DA4E}" dt="2026-08-14T01:22:50.969" v="15388" actId="478"/>
          <ac:spMkLst>
            <pc:docMk/>
            <pc:sldMk cId="3214495952" sldId="2076139061"/>
            <ac:spMk id="19" creationId="{FEB2A220-8547-E584-2DD6-D63923DCF393}"/>
          </ac:spMkLst>
        </pc:spChg>
        <pc:picChg chg="add mod">
          <ac:chgData name="Hironari Yamada" userId="e57621f8-ec3c-449e-bb19-001fffcc008e" providerId="ADAL" clId="{BC0BD879-F267-5CCA-8DEA-E3B2DD07DA4E}" dt="2026-08-14T01:27:56.403" v="15498" actId="1076"/>
          <ac:picMkLst>
            <pc:docMk/>
            <pc:sldMk cId="3214495952" sldId="2076139061"/>
            <ac:picMk id="14" creationId="{F7F8FEFD-4972-709F-F02C-1DD2EC0D74B0}"/>
          </ac:picMkLst>
        </pc:picChg>
        <pc:picChg chg="add del mod">
          <ac:chgData name="Hironari Yamada" userId="e57621f8-ec3c-449e-bb19-001fffcc008e" providerId="ADAL" clId="{BC0BD879-F267-5CCA-8DEA-E3B2DD07DA4E}" dt="2026-08-14T01:22:50.969" v="15388" actId="478"/>
          <ac:picMkLst>
            <pc:docMk/>
            <pc:sldMk cId="3214495952" sldId="2076139061"/>
            <ac:picMk id="20" creationId="{9B06C4AA-A4ED-3FE4-398E-D03AF61FDE93}"/>
          </ac:picMkLst>
        </pc:picChg>
      </pc:sldChg>
      <pc:sldChg chg="addSp delSp modSp add mod delAnim modAnim modNotes">
        <pc:chgData name="Hironari Yamada" userId="e57621f8-ec3c-449e-bb19-001fffcc008e" providerId="ADAL" clId="{BC0BD879-F267-5CCA-8DEA-E3B2DD07DA4E}" dt="2026-08-14T01:05:41.562" v="15342"/>
        <pc:sldMkLst>
          <pc:docMk/>
          <pc:sldMk cId="1339200608" sldId="2076139062"/>
        </pc:sldMkLst>
        <pc:spChg chg="mod">
          <ac:chgData name="Hironari Yamada" userId="e57621f8-ec3c-449e-bb19-001fffcc008e" providerId="ADAL" clId="{BC0BD879-F267-5CCA-8DEA-E3B2DD07DA4E}" dt="2026-08-14T01:05:41.562" v="15342"/>
          <ac:spMkLst>
            <pc:docMk/>
            <pc:sldMk cId="1339200608" sldId="2076139062"/>
            <ac:spMk id="2" creationId="{D3DE2243-2F69-B4DF-85B5-B127635FDEEB}"/>
          </ac:spMkLst>
        </pc:spChg>
        <pc:spChg chg="mod">
          <ac:chgData name="Hironari Yamada" userId="e57621f8-ec3c-449e-bb19-001fffcc008e" providerId="ADAL" clId="{BC0BD879-F267-5CCA-8DEA-E3B2DD07DA4E}" dt="2026-08-14T00:49:28.448" v="15220"/>
          <ac:spMkLst>
            <pc:docMk/>
            <pc:sldMk cId="1339200608" sldId="2076139062"/>
            <ac:spMk id="3" creationId="{1E4969C0-EEBA-E58A-3093-FD4815FF0B27}"/>
          </ac:spMkLst>
        </pc:spChg>
        <pc:spChg chg="mod">
          <ac:chgData name="Hironari Yamada" userId="e57621f8-ec3c-449e-bb19-001fffcc008e" providerId="ADAL" clId="{BC0BD879-F267-5CCA-8DEA-E3B2DD07DA4E}" dt="2026-07-30T01:24:41.061" v="11198" actId="1076"/>
          <ac:spMkLst>
            <pc:docMk/>
            <pc:sldMk cId="1339200608" sldId="2076139062"/>
            <ac:spMk id="6" creationId="{4FE11E49-3D99-DADB-8351-66BB40F88189}"/>
          </ac:spMkLst>
        </pc:spChg>
        <pc:spChg chg="add del mod">
          <ac:chgData name="Hironari Yamada" userId="e57621f8-ec3c-449e-bb19-001fffcc008e" providerId="ADAL" clId="{BC0BD879-F267-5CCA-8DEA-E3B2DD07DA4E}" dt="2026-08-14T00:50:06.357" v="15225" actId="478"/>
          <ac:spMkLst>
            <pc:docMk/>
            <pc:sldMk cId="1339200608" sldId="2076139062"/>
            <ac:spMk id="7" creationId="{B534891D-6AA1-7E5D-1FA6-7681B9FA0632}"/>
          </ac:spMkLst>
        </pc:spChg>
        <pc:spChg chg="mod">
          <ac:chgData name="Hironari Yamada" userId="e57621f8-ec3c-449e-bb19-001fffcc008e" providerId="ADAL" clId="{BC0BD879-F267-5CCA-8DEA-E3B2DD07DA4E}" dt="2026-08-14T00:49:53.880" v="15224" actId="113"/>
          <ac:spMkLst>
            <pc:docMk/>
            <pc:sldMk cId="1339200608" sldId="2076139062"/>
            <ac:spMk id="9" creationId="{F198F681-BA5F-42DD-D6D2-350DDD876BFB}"/>
          </ac:spMkLst>
        </pc:spChg>
        <pc:spChg chg="add del mod">
          <ac:chgData name="Hironari Yamada" userId="e57621f8-ec3c-449e-bb19-001fffcc008e" providerId="ADAL" clId="{BC0BD879-F267-5CCA-8DEA-E3B2DD07DA4E}" dt="2026-08-14T00:50:06.357" v="15225" actId="478"/>
          <ac:spMkLst>
            <pc:docMk/>
            <pc:sldMk cId="1339200608" sldId="2076139062"/>
            <ac:spMk id="11" creationId="{E42AA55B-2AB5-290F-03D4-12CE7F9D24B8}"/>
          </ac:spMkLst>
        </pc:spChg>
        <pc:spChg chg="add mod">
          <ac:chgData name="Hironari Yamada" userId="e57621f8-ec3c-449e-bb19-001fffcc008e" providerId="ADAL" clId="{BC0BD879-F267-5CCA-8DEA-E3B2DD07DA4E}" dt="2026-08-14T00:50:06.780" v="15226"/>
          <ac:spMkLst>
            <pc:docMk/>
            <pc:sldMk cId="1339200608" sldId="2076139062"/>
            <ac:spMk id="12" creationId="{13F8ADC8-661B-61C1-474E-90B12CE527B2}"/>
          </ac:spMkLst>
        </pc:spChg>
        <pc:spChg chg="add del mod">
          <ac:chgData name="Hironari Yamada" userId="e57621f8-ec3c-449e-bb19-001fffcc008e" providerId="ADAL" clId="{BC0BD879-F267-5CCA-8DEA-E3B2DD07DA4E}" dt="2026-08-14T00:50:06.357" v="15225" actId="478"/>
          <ac:spMkLst>
            <pc:docMk/>
            <pc:sldMk cId="1339200608" sldId="2076139062"/>
            <ac:spMk id="13" creationId="{1563DB8D-58E1-0937-2CE5-66903EC8774C}"/>
          </ac:spMkLst>
        </pc:spChg>
        <pc:spChg chg="add mod">
          <ac:chgData name="Hironari Yamada" userId="e57621f8-ec3c-449e-bb19-001fffcc008e" providerId="ADAL" clId="{BC0BD879-F267-5CCA-8DEA-E3B2DD07DA4E}" dt="2026-08-14T00:50:06.780" v="15226"/>
          <ac:spMkLst>
            <pc:docMk/>
            <pc:sldMk cId="1339200608" sldId="2076139062"/>
            <ac:spMk id="15" creationId="{969DF942-804A-832C-4C1E-E048F2190154}"/>
          </ac:spMkLst>
        </pc:spChg>
        <pc:spChg chg="add del mod">
          <ac:chgData name="Hironari Yamada" userId="e57621f8-ec3c-449e-bb19-001fffcc008e" providerId="ADAL" clId="{BC0BD879-F267-5CCA-8DEA-E3B2DD07DA4E}" dt="2026-08-14T00:50:06.357" v="15225" actId="478"/>
          <ac:spMkLst>
            <pc:docMk/>
            <pc:sldMk cId="1339200608" sldId="2076139062"/>
            <ac:spMk id="18" creationId="{0DC38AA3-01EF-5782-52BC-33F5DC6C73D9}"/>
          </ac:spMkLst>
        </pc:spChg>
        <pc:spChg chg="add del mod">
          <ac:chgData name="Hironari Yamada" userId="e57621f8-ec3c-449e-bb19-001fffcc008e" providerId="ADAL" clId="{BC0BD879-F267-5CCA-8DEA-E3B2DD07DA4E}" dt="2026-08-14T00:50:06.357" v="15225" actId="478"/>
          <ac:spMkLst>
            <pc:docMk/>
            <pc:sldMk cId="1339200608" sldId="2076139062"/>
            <ac:spMk id="20" creationId="{22D0737C-69D0-D7A4-3297-556B009AF8F7}"/>
          </ac:spMkLst>
        </pc:spChg>
        <pc:spChg chg="add del mod">
          <ac:chgData name="Hironari Yamada" userId="e57621f8-ec3c-449e-bb19-001fffcc008e" providerId="ADAL" clId="{BC0BD879-F267-5CCA-8DEA-E3B2DD07DA4E}" dt="2026-08-14T00:50:06.357" v="15225" actId="478"/>
          <ac:spMkLst>
            <pc:docMk/>
            <pc:sldMk cId="1339200608" sldId="2076139062"/>
            <ac:spMk id="21" creationId="{08CC6F04-8F99-2BE7-87CD-19C2D4282060}"/>
          </ac:spMkLst>
        </pc:spChg>
        <pc:spChg chg="add mod">
          <ac:chgData name="Hironari Yamada" userId="e57621f8-ec3c-449e-bb19-001fffcc008e" providerId="ADAL" clId="{BC0BD879-F267-5CCA-8DEA-E3B2DD07DA4E}" dt="2026-08-14T00:50:06.780" v="15226"/>
          <ac:spMkLst>
            <pc:docMk/>
            <pc:sldMk cId="1339200608" sldId="2076139062"/>
            <ac:spMk id="29" creationId="{8F94A91B-A903-036B-8B39-44A6651C7191}"/>
          </ac:spMkLst>
        </pc:spChg>
        <pc:spChg chg="add mod">
          <ac:chgData name="Hironari Yamada" userId="e57621f8-ec3c-449e-bb19-001fffcc008e" providerId="ADAL" clId="{BC0BD879-F267-5CCA-8DEA-E3B2DD07DA4E}" dt="2026-08-14T00:50:06.780" v="15226"/>
          <ac:spMkLst>
            <pc:docMk/>
            <pc:sldMk cId="1339200608" sldId="2076139062"/>
            <ac:spMk id="32" creationId="{01F6F918-CDF8-A739-C1DC-19C413DD6A73}"/>
          </ac:spMkLst>
        </pc:spChg>
        <pc:spChg chg="add mod">
          <ac:chgData name="Hironari Yamada" userId="e57621f8-ec3c-449e-bb19-001fffcc008e" providerId="ADAL" clId="{BC0BD879-F267-5CCA-8DEA-E3B2DD07DA4E}" dt="2026-08-14T00:50:06.780" v="15226"/>
          <ac:spMkLst>
            <pc:docMk/>
            <pc:sldMk cId="1339200608" sldId="2076139062"/>
            <ac:spMk id="38" creationId="{54DF2EFF-EEE6-64F5-9BA9-FEEF1CD75D7D}"/>
          </ac:spMkLst>
        </pc:spChg>
        <pc:spChg chg="add mod">
          <ac:chgData name="Hironari Yamada" userId="e57621f8-ec3c-449e-bb19-001fffcc008e" providerId="ADAL" clId="{BC0BD879-F267-5CCA-8DEA-E3B2DD07DA4E}" dt="2026-08-14T00:50:06.780" v="15226"/>
          <ac:spMkLst>
            <pc:docMk/>
            <pc:sldMk cId="1339200608" sldId="2076139062"/>
            <ac:spMk id="41" creationId="{06097946-3589-E844-F395-C328ED18A828}"/>
          </ac:spMkLst>
        </pc:spChg>
        <pc:spChg chg="add mod">
          <ac:chgData name="Hironari Yamada" userId="e57621f8-ec3c-449e-bb19-001fffcc008e" providerId="ADAL" clId="{BC0BD879-F267-5CCA-8DEA-E3B2DD07DA4E}" dt="2026-08-14T00:50:06.780" v="15226"/>
          <ac:spMkLst>
            <pc:docMk/>
            <pc:sldMk cId="1339200608" sldId="2076139062"/>
            <ac:spMk id="42" creationId="{D095AF5C-1281-77E6-AC61-8071ED16102D}"/>
          </ac:spMkLst>
        </pc:spChg>
        <pc:spChg chg="add mod">
          <ac:chgData name="Hironari Yamada" userId="e57621f8-ec3c-449e-bb19-001fffcc008e" providerId="ADAL" clId="{BC0BD879-F267-5CCA-8DEA-E3B2DD07DA4E}" dt="2026-08-14T00:50:06.780" v="15226"/>
          <ac:spMkLst>
            <pc:docMk/>
            <pc:sldMk cId="1339200608" sldId="2076139062"/>
            <ac:spMk id="43" creationId="{1BF3CD43-5850-1A88-45B2-54166CD5A17D}"/>
          </ac:spMkLst>
        </pc:spChg>
        <pc:spChg chg="add mod">
          <ac:chgData name="Hironari Yamada" userId="e57621f8-ec3c-449e-bb19-001fffcc008e" providerId="ADAL" clId="{BC0BD879-F267-5CCA-8DEA-E3B2DD07DA4E}" dt="2026-08-14T00:50:06.780" v="15226"/>
          <ac:spMkLst>
            <pc:docMk/>
            <pc:sldMk cId="1339200608" sldId="2076139062"/>
            <ac:spMk id="45" creationId="{F72D0F77-6DC0-1507-744D-308C599839FE}"/>
          </ac:spMkLst>
        </pc:spChg>
        <pc:spChg chg="add mod">
          <ac:chgData name="Hironari Yamada" userId="e57621f8-ec3c-449e-bb19-001fffcc008e" providerId="ADAL" clId="{BC0BD879-F267-5CCA-8DEA-E3B2DD07DA4E}" dt="2026-08-14T00:50:06.780" v="15226"/>
          <ac:spMkLst>
            <pc:docMk/>
            <pc:sldMk cId="1339200608" sldId="2076139062"/>
            <ac:spMk id="46" creationId="{C67DC6E0-0B96-E03D-D719-60975BBDD562}"/>
          </ac:spMkLst>
        </pc:spChg>
        <pc:picChg chg="add del mod">
          <ac:chgData name="Hironari Yamada" userId="e57621f8-ec3c-449e-bb19-001fffcc008e" providerId="ADAL" clId="{BC0BD879-F267-5CCA-8DEA-E3B2DD07DA4E}" dt="2026-08-14T00:50:06.357" v="15225" actId="478"/>
          <ac:picMkLst>
            <pc:docMk/>
            <pc:sldMk cId="1339200608" sldId="2076139062"/>
            <ac:picMk id="5" creationId="{C12FC1E6-19CB-3483-F723-77302A3D22A3}"/>
          </ac:picMkLst>
        </pc:picChg>
        <pc:picChg chg="add del mod">
          <ac:chgData name="Hironari Yamada" userId="e57621f8-ec3c-449e-bb19-001fffcc008e" providerId="ADAL" clId="{BC0BD879-F267-5CCA-8DEA-E3B2DD07DA4E}" dt="2026-08-14T00:50:06.357" v="15225" actId="478"/>
          <ac:picMkLst>
            <pc:docMk/>
            <pc:sldMk cId="1339200608" sldId="2076139062"/>
            <ac:picMk id="17" creationId="{57E1E059-5578-9C81-AFF5-22EB27CC19C0}"/>
          </ac:picMkLst>
        </pc:picChg>
        <pc:picChg chg="add del mod">
          <ac:chgData name="Hironari Yamada" userId="e57621f8-ec3c-449e-bb19-001fffcc008e" providerId="ADAL" clId="{BC0BD879-F267-5CCA-8DEA-E3B2DD07DA4E}" dt="2026-08-14T00:50:06.357" v="15225" actId="478"/>
          <ac:picMkLst>
            <pc:docMk/>
            <pc:sldMk cId="1339200608" sldId="2076139062"/>
            <ac:picMk id="19" creationId="{8FEA0CE2-8601-1C32-1729-DADE8407FE0E}"/>
          </ac:picMkLst>
        </pc:picChg>
        <pc:picChg chg="add del mod">
          <ac:chgData name="Hironari Yamada" userId="e57621f8-ec3c-449e-bb19-001fffcc008e" providerId="ADAL" clId="{BC0BD879-F267-5CCA-8DEA-E3B2DD07DA4E}" dt="2026-08-14T00:50:06.357" v="15225" actId="478"/>
          <ac:picMkLst>
            <pc:docMk/>
            <pc:sldMk cId="1339200608" sldId="2076139062"/>
            <ac:picMk id="22" creationId="{EE39BA91-DBA2-4964-77BC-121EF5E0FC18}"/>
          </ac:picMkLst>
        </pc:picChg>
      </pc:sldChg>
      <pc:sldChg chg="addSp delSp modSp add mod modNotes">
        <pc:chgData name="Hironari Yamada" userId="e57621f8-ec3c-449e-bb19-001fffcc008e" providerId="ADAL" clId="{BC0BD879-F267-5CCA-8DEA-E3B2DD07DA4E}" dt="2026-08-14T06:21:31.094" v="16368" actId="692"/>
        <pc:sldMkLst>
          <pc:docMk/>
          <pc:sldMk cId="2147572453" sldId="2076139063"/>
        </pc:sldMkLst>
        <pc:spChg chg="mod">
          <ac:chgData name="Hironari Yamada" userId="e57621f8-ec3c-449e-bb19-001fffcc008e" providerId="ADAL" clId="{BC0BD879-F267-5CCA-8DEA-E3B2DD07DA4E}" dt="2026-08-14T01:05:41.562" v="15342"/>
          <ac:spMkLst>
            <pc:docMk/>
            <pc:sldMk cId="2147572453" sldId="2076139063"/>
            <ac:spMk id="2" creationId="{2182DA41-2220-A6CF-7891-5AB68694E9D6}"/>
          </ac:spMkLst>
        </pc:spChg>
        <pc:spChg chg="mod">
          <ac:chgData name="Hironari Yamada" userId="e57621f8-ec3c-449e-bb19-001fffcc008e" providerId="ADAL" clId="{BC0BD879-F267-5CCA-8DEA-E3B2DD07DA4E}" dt="2026-08-14T06:21:13.266" v="16362" actId="20577"/>
          <ac:spMkLst>
            <pc:docMk/>
            <pc:sldMk cId="2147572453" sldId="2076139063"/>
            <ac:spMk id="3" creationId="{1F5A3252-651C-A034-B5D4-DB69C3FF198D}"/>
          </ac:spMkLst>
        </pc:spChg>
        <pc:spChg chg="mod">
          <ac:chgData name="Hironari Yamada" userId="e57621f8-ec3c-449e-bb19-001fffcc008e" providerId="ADAL" clId="{BC0BD879-F267-5CCA-8DEA-E3B2DD07DA4E}" dt="2026-08-14T06:20:39.962" v="16256" actId="5793"/>
          <ac:spMkLst>
            <pc:docMk/>
            <pc:sldMk cId="2147572453" sldId="2076139063"/>
            <ac:spMk id="6" creationId="{EDF5F05C-2744-FED0-7B5B-872F65626708}"/>
          </ac:spMkLst>
        </pc:spChg>
        <pc:spChg chg="mod">
          <ac:chgData name="Hironari Yamada" userId="e57621f8-ec3c-449e-bb19-001fffcc008e" providerId="ADAL" clId="{BC0BD879-F267-5CCA-8DEA-E3B2DD07DA4E}" dt="2026-08-14T06:19:19.144" v="16246" actId="20577"/>
          <ac:spMkLst>
            <pc:docMk/>
            <pc:sldMk cId="2147572453" sldId="2076139063"/>
            <ac:spMk id="9" creationId="{18DA3F20-13F4-05B6-6472-F4C12A1DB356}"/>
          </ac:spMkLst>
        </pc:spChg>
        <pc:spChg chg="add mod">
          <ac:chgData name="Hironari Yamada" userId="e57621f8-ec3c-449e-bb19-001fffcc008e" providerId="ADAL" clId="{BC0BD879-F267-5CCA-8DEA-E3B2DD07DA4E}" dt="2026-08-14T06:21:31.094" v="16368" actId="692"/>
          <ac:spMkLst>
            <pc:docMk/>
            <pc:sldMk cId="2147572453" sldId="2076139063"/>
            <ac:spMk id="10" creationId="{A9857026-6D05-8802-2BBC-B83635E60332}"/>
          </ac:spMkLst>
        </pc:spChg>
        <pc:spChg chg="add del">
          <ac:chgData name="Hironari Yamada" userId="e57621f8-ec3c-449e-bb19-001fffcc008e" providerId="ADAL" clId="{BC0BD879-F267-5CCA-8DEA-E3B2DD07DA4E}" dt="2026-08-14T04:38:05.515" v="16209" actId="478"/>
          <ac:spMkLst>
            <pc:docMk/>
            <pc:sldMk cId="2147572453" sldId="2076139063"/>
            <ac:spMk id="15" creationId="{00000000-0000-0000-0000-000000000000}"/>
          </ac:spMkLst>
        </pc:spChg>
        <pc:spChg chg="add del">
          <ac:chgData name="Hironari Yamada" userId="e57621f8-ec3c-449e-bb19-001fffcc008e" providerId="ADAL" clId="{BC0BD879-F267-5CCA-8DEA-E3B2DD07DA4E}" dt="2026-08-14T04:38:05.515" v="16209" actId="478"/>
          <ac:spMkLst>
            <pc:docMk/>
            <pc:sldMk cId="2147572453" sldId="2076139063"/>
            <ac:spMk id="16" creationId="{00000000-0000-0000-0000-000000000000}"/>
          </ac:spMkLst>
        </pc:spChg>
        <pc:spChg chg="add del">
          <ac:chgData name="Hironari Yamada" userId="e57621f8-ec3c-449e-bb19-001fffcc008e" providerId="ADAL" clId="{BC0BD879-F267-5CCA-8DEA-E3B2DD07DA4E}" dt="2026-08-14T04:38:05.515" v="16209" actId="478"/>
          <ac:spMkLst>
            <pc:docMk/>
            <pc:sldMk cId="2147572453" sldId="2076139063"/>
            <ac:spMk id="17" creationId="{00000000-0000-0000-0000-000000000000}"/>
          </ac:spMkLst>
        </pc:spChg>
        <pc:spChg chg="del mod">
          <ac:chgData name="Hironari Yamada" userId="e57621f8-ec3c-449e-bb19-001fffcc008e" providerId="ADAL" clId="{BC0BD879-F267-5CCA-8DEA-E3B2DD07DA4E}" dt="2026-08-14T04:38:05.515" v="16209" actId="478"/>
          <ac:spMkLst>
            <pc:docMk/>
            <pc:sldMk cId="2147572453" sldId="2076139063"/>
            <ac:spMk id="19" creationId="{78641A0D-4448-AA93-F807-240D971C4B84}"/>
          </ac:spMkLst>
        </pc:spChg>
        <pc:picChg chg="add del mod">
          <ac:chgData name="Hironari Yamada" userId="e57621f8-ec3c-449e-bb19-001fffcc008e" providerId="ADAL" clId="{BC0BD879-F267-5CCA-8DEA-E3B2DD07DA4E}" dt="2026-08-14T06:19:52.443" v="16249" actId="478"/>
          <ac:picMkLst>
            <pc:docMk/>
            <pc:sldMk cId="2147572453" sldId="2076139063"/>
            <ac:picMk id="7" creationId="{528502EE-4BA0-6C4F-893F-67C19556D26D}"/>
          </ac:picMkLst>
        </pc:picChg>
        <pc:picChg chg="add mod">
          <ac:chgData name="Hironari Yamada" userId="e57621f8-ec3c-449e-bb19-001fffcc008e" providerId="ADAL" clId="{BC0BD879-F267-5CCA-8DEA-E3B2DD07DA4E}" dt="2026-08-14T06:20:37.945" v="16253" actId="1076"/>
          <ac:picMkLst>
            <pc:docMk/>
            <pc:sldMk cId="2147572453" sldId="2076139063"/>
            <ac:picMk id="8" creationId="{843C7C94-F00A-A511-4A0B-283651017E81}"/>
          </ac:picMkLst>
        </pc:picChg>
        <pc:picChg chg="add del mod">
          <ac:chgData name="Hironari Yamada" userId="e57621f8-ec3c-449e-bb19-001fffcc008e" providerId="ADAL" clId="{BC0BD879-F267-5CCA-8DEA-E3B2DD07DA4E}" dt="2026-08-14T04:38:05.515" v="16209" actId="478"/>
          <ac:picMkLst>
            <pc:docMk/>
            <pc:sldMk cId="2147572453" sldId="2076139063"/>
            <ac:picMk id="11" creationId="{C34DC404-C444-5F43-154A-D7FE8BDC74A2}"/>
          </ac:picMkLst>
        </pc:picChg>
      </pc:sldChg>
      <pc:sldChg chg="addSp delSp modSp add del mod">
        <pc:chgData name="Hironari Yamada" userId="e57621f8-ec3c-449e-bb19-001fffcc008e" providerId="ADAL" clId="{BC0BD879-F267-5CCA-8DEA-E3B2DD07DA4E}" dt="2026-08-14T04:34:56.317" v="16146" actId="2696"/>
        <pc:sldMkLst>
          <pc:docMk/>
          <pc:sldMk cId="3472070720" sldId="2076139064"/>
        </pc:sldMkLst>
      </pc:sldChg>
      <pc:sldChg chg="addSp delSp modSp add del mod modNotes">
        <pc:chgData name="Hironari Yamada" userId="e57621f8-ec3c-449e-bb19-001fffcc008e" providerId="ADAL" clId="{BC0BD879-F267-5CCA-8DEA-E3B2DD07DA4E}" dt="2026-08-14T04:34:56.328" v="16147" actId="2696"/>
        <pc:sldMkLst>
          <pc:docMk/>
          <pc:sldMk cId="1603823980" sldId="2076139065"/>
        </pc:sldMkLst>
        <pc:spChg chg="mod">
          <ac:chgData name="Hironari Yamada" userId="e57621f8-ec3c-449e-bb19-001fffcc008e" providerId="ADAL" clId="{BC0BD879-F267-5CCA-8DEA-E3B2DD07DA4E}" dt="2026-08-14T01:05:41.562" v="15342"/>
          <ac:spMkLst>
            <pc:docMk/>
            <pc:sldMk cId="1603823980" sldId="2076139065"/>
            <ac:spMk id="2" creationId="{EAFD93CA-615D-520A-1A5C-22E93DCB6B78}"/>
          </ac:spMkLst>
        </pc:spChg>
      </pc:sldChg>
      <pc:sldChg chg="addSp delSp modSp add mod">
        <pc:chgData name="Hironari Yamada" userId="e57621f8-ec3c-449e-bb19-001fffcc008e" providerId="ADAL" clId="{BC0BD879-F267-5CCA-8DEA-E3B2DD07DA4E}" dt="2026-08-14T01:05:41.562" v="15342"/>
        <pc:sldMkLst>
          <pc:docMk/>
          <pc:sldMk cId="1441680104" sldId="2076139066"/>
        </pc:sldMkLst>
        <pc:spChg chg="mod">
          <ac:chgData name="Hironari Yamada" userId="e57621f8-ec3c-449e-bb19-001fffcc008e" providerId="ADAL" clId="{BC0BD879-F267-5CCA-8DEA-E3B2DD07DA4E}" dt="2026-08-14T01:05:41.562" v="15342"/>
          <ac:spMkLst>
            <pc:docMk/>
            <pc:sldMk cId="1441680104" sldId="2076139066"/>
            <ac:spMk id="2" creationId="{3F18954C-5299-8BE0-A273-2F2FEBBF11D8}"/>
          </ac:spMkLst>
        </pc:spChg>
        <pc:spChg chg="mod">
          <ac:chgData name="Hironari Yamada" userId="e57621f8-ec3c-449e-bb19-001fffcc008e" providerId="ADAL" clId="{BC0BD879-F267-5CCA-8DEA-E3B2DD07DA4E}" dt="2026-08-14T00:51:01.351" v="15234" actId="20577"/>
          <ac:spMkLst>
            <pc:docMk/>
            <pc:sldMk cId="1441680104" sldId="2076139066"/>
            <ac:spMk id="3" creationId="{34279969-6D57-DC1A-DE97-95461FB281A4}"/>
          </ac:spMkLst>
        </pc:spChg>
        <pc:spChg chg="add mod">
          <ac:chgData name="Hironari Yamada" userId="e57621f8-ec3c-449e-bb19-001fffcc008e" providerId="ADAL" clId="{BC0BD879-F267-5CCA-8DEA-E3B2DD07DA4E}" dt="2026-08-14T00:51:10.885" v="15236" actId="1076"/>
          <ac:spMkLst>
            <pc:docMk/>
            <pc:sldMk cId="1441680104" sldId="2076139066"/>
            <ac:spMk id="5" creationId="{CD34A0A1-37A9-6F5E-C67F-25B4828C8F4C}"/>
          </ac:spMkLst>
        </pc:spChg>
        <pc:spChg chg="add mod">
          <ac:chgData name="Hironari Yamada" userId="e57621f8-ec3c-449e-bb19-001fffcc008e" providerId="ADAL" clId="{BC0BD879-F267-5CCA-8DEA-E3B2DD07DA4E}" dt="2026-08-14T00:51:10.885" v="15236" actId="1076"/>
          <ac:spMkLst>
            <pc:docMk/>
            <pc:sldMk cId="1441680104" sldId="2076139066"/>
            <ac:spMk id="7" creationId="{2D0BED80-A64C-EBF2-D6BF-757963DF58E1}"/>
          </ac:spMkLst>
        </pc:spChg>
        <pc:spChg chg="mod">
          <ac:chgData name="Hironari Yamada" userId="e57621f8-ec3c-449e-bb19-001fffcc008e" providerId="ADAL" clId="{BC0BD879-F267-5CCA-8DEA-E3B2DD07DA4E}" dt="2026-08-14T00:50:49.068" v="15231"/>
          <ac:spMkLst>
            <pc:docMk/>
            <pc:sldMk cId="1441680104" sldId="2076139066"/>
            <ac:spMk id="9" creationId="{6D0FCA5D-55B0-EDDB-F46D-286E07076A60}"/>
          </ac:spMkLst>
        </pc:spChg>
        <pc:spChg chg="add mod">
          <ac:chgData name="Hironari Yamada" userId="e57621f8-ec3c-449e-bb19-001fffcc008e" providerId="ADAL" clId="{BC0BD879-F267-5CCA-8DEA-E3B2DD07DA4E}" dt="2026-08-14T00:51:10.885" v="15236" actId="1076"/>
          <ac:spMkLst>
            <pc:docMk/>
            <pc:sldMk cId="1441680104" sldId="2076139066"/>
            <ac:spMk id="10" creationId="{84CF3D6C-0BAF-4F13-696D-B058B5CACDF6}"/>
          </ac:spMkLst>
        </pc:spChg>
        <pc:spChg chg="add mod">
          <ac:chgData name="Hironari Yamada" userId="e57621f8-ec3c-449e-bb19-001fffcc008e" providerId="ADAL" clId="{BC0BD879-F267-5CCA-8DEA-E3B2DD07DA4E}" dt="2026-08-14T00:51:10.885" v="15236" actId="1076"/>
          <ac:spMkLst>
            <pc:docMk/>
            <pc:sldMk cId="1441680104" sldId="2076139066"/>
            <ac:spMk id="11" creationId="{64499532-3C3A-C10F-20ED-611EBABF6678}"/>
          </ac:spMkLst>
        </pc:spChg>
        <pc:spChg chg="add mod">
          <ac:chgData name="Hironari Yamada" userId="e57621f8-ec3c-449e-bb19-001fffcc008e" providerId="ADAL" clId="{BC0BD879-F267-5CCA-8DEA-E3B2DD07DA4E}" dt="2026-08-14T00:51:10.885" v="15236" actId="1076"/>
          <ac:spMkLst>
            <pc:docMk/>
            <pc:sldMk cId="1441680104" sldId="2076139066"/>
            <ac:spMk id="13" creationId="{ACB81DEF-68E5-D8D8-0FC0-E871DC7DE467}"/>
          </ac:spMkLst>
        </pc:spChg>
        <pc:spChg chg="add mod">
          <ac:chgData name="Hironari Yamada" userId="e57621f8-ec3c-449e-bb19-001fffcc008e" providerId="ADAL" clId="{BC0BD879-F267-5CCA-8DEA-E3B2DD07DA4E}" dt="2026-08-14T00:51:10.885" v="15236" actId="1076"/>
          <ac:spMkLst>
            <pc:docMk/>
            <pc:sldMk cId="1441680104" sldId="2076139066"/>
            <ac:spMk id="14" creationId="{D96B461C-325A-6D6E-1BF2-5FAFE6A94CD8}"/>
          </ac:spMkLst>
        </pc:spChg>
        <pc:spChg chg="del">
          <ac:chgData name="Hironari Yamada" userId="e57621f8-ec3c-449e-bb19-001fffcc008e" providerId="ADAL" clId="{BC0BD879-F267-5CCA-8DEA-E3B2DD07DA4E}" dt="2026-08-14T00:50:19.465" v="15228" actId="478"/>
          <ac:spMkLst>
            <pc:docMk/>
            <pc:sldMk cId="1441680104" sldId="2076139066"/>
            <ac:spMk id="23" creationId="{4542850E-9C7C-B12F-94D8-636B7221C4F8}"/>
          </ac:spMkLst>
        </pc:spChg>
        <pc:spChg chg="del">
          <ac:chgData name="Hironari Yamada" userId="e57621f8-ec3c-449e-bb19-001fffcc008e" providerId="ADAL" clId="{BC0BD879-F267-5CCA-8DEA-E3B2DD07DA4E}" dt="2026-08-14T00:50:19.465" v="15228" actId="478"/>
          <ac:spMkLst>
            <pc:docMk/>
            <pc:sldMk cId="1441680104" sldId="2076139066"/>
            <ac:spMk id="26" creationId="{3C8D0E97-1850-74D0-3DE0-4442D1B7F811}"/>
          </ac:spMkLst>
        </pc:spChg>
        <pc:spChg chg="del">
          <ac:chgData name="Hironari Yamada" userId="e57621f8-ec3c-449e-bb19-001fffcc008e" providerId="ADAL" clId="{BC0BD879-F267-5CCA-8DEA-E3B2DD07DA4E}" dt="2026-08-14T00:50:19.465" v="15228" actId="478"/>
          <ac:spMkLst>
            <pc:docMk/>
            <pc:sldMk cId="1441680104" sldId="2076139066"/>
            <ac:spMk id="30" creationId="{3DD1ECB1-E3CF-A88D-854A-D6D9F5F7CC20}"/>
          </ac:spMkLst>
        </pc:spChg>
        <pc:spChg chg="del">
          <ac:chgData name="Hironari Yamada" userId="e57621f8-ec3c-449e-bb19-001fffcc008e" providerId="ADAL" clId="{BC0BD879-F267-5CCA-8DEA-E3B2DD07DA4E}" dt="2026-08-14T00:50:19.465" v="15228" actId="478"/>
          <ac:spMkLst>
            <pc:docMk/>
            <pc:sldMk cId="1441680104" sldId="2076139066"/>
            <ac:spMk id="35" creationId="{2B73C169-282A-CC52-AA5A-6394E0BCFBFB}"/>
          </ac:spMkLst>
        </pc:spChg>
        <pc:spChg chg="del">
          <ac:chgData name="Hironari Yamada" userId="e57621f8-ec3c-449e-bb19-001fffcc008e" providerId="ADAL" clId="{BC0BD879-F267-5CCA-8DEA-E3B2DD07DA4E}" dt="2026-08-14T00:50:19.465" v="15228" actId="478"/>
          <ac:spMkLst>
            <pc:docMk/>
            <pc:sldMk cId="1441680104" sldId="2076139066"/>
            <ac:spMk id="36" creationId="{ED5EC1AF-F480-07E8-D88B-703326D8906F}"/>
          </ac:spMkLst>
        </pc:spChg>
        <pc:spChg chg="del">
          <ac:chgData name="Hironari Yamada" userId="e57621f8-ec3c-449e-bb19-001fffcc008e" providerId="ADAL" clId="{BC0BD879-F267-5CCA-8DEA-E3B2DD07DA4E}" dt="2026-08-14T00:50:19.465" v="15228" actId="478"/>
          <ac:spMkLst>
            <pc:docMk/>
            <pc:sldMk cId="1441680104" sldId="2076139066"/>
            <ac:spMk id="41" creationId="{F2006132-90A2-6A06-6110-DB5AE6DDBA52}"/>
          </ac:spMkLst>
        </pc:spChg>
        <pc:spChg chg="del">
          <ac:chgData name="Hironari Yamada" userId="e57621f8-ec3c-449e-bb19-001fffcc008e" providerId="ADAL" clId="{BC0BD879-F267-5CCA-8DEA-E3B2DD07DA4E}" dt="2026-08-14T00:50:19.465" v="15228" actId="478"/>
          <ac:spMkLst>
            <pc:docMk/>
            <pc:sldMk cId="1441680104" sldId="2076139066"/>
            <ac:spMk id="42" creationId="{841D4DDF-BFBD-3226-FD28-F66FCFC86F48}"/>
          </ac:spMkLst>
        </pc:spChg>
        <pc:spChg chg="del">
          <ac:chgData name="Hironari Yamada" userId="e57621f8-ec3c-449e-bb19-001fffcc008e" providerId="ADAL" clId="{BC0BD879-F267-5CCA-8DEA-E3B2DD07DA4E}" dt="2026-08-14T00:50:19.465" v="15228" actId="478"/>
          <ac:spMkLst>
            <pc:docMk/>
            <pc:sldMk cId="1441680104" sldId="2076139066"/>
            <ac:spMk id="43" creationId="{CBB853A6-BDCA-3958-1A24-9290EC345643}"/>
          </ac:spMkLst>
        </pc:spChg>
        <pc:spChg chg="del">
          <ac:chgData name="Hironari Yamada" userId="e57621f8-ec3c-449e-bb19-001fffcc008e" providerId="ADAL" clId="{BC0BD879-F267-5CCA-8DEA-E3B2DD07DA4E}" dt="2026-08-14T00:50:19.465" v="15228" actId="478"/>
          <ac:spMkLst>
            <pc:docMk/>
            <pc:sldMk cId="1441680104" sldId="2076139066"/>
            <ac:spMk id="44" creationId="{E77F200E-9F6C-D3D8-A24E-67C507F124B3}"/>
          </ac:spMkLst>
        </pc:spChg>
        <pc:spChg chg="del">
          <ac:chgData name="Hironari Yamada" userId="e57621f8-ec3c-449e-bb19-001fffcc008e" providerId="ADAL" clId="{BC0BD879-F267-5CCA-8DEA-E3B2DD07DA4E}" dt="2026-08-14T00:50:19.465" v="15228" actId="478"/>
          <ac:spMkLst>
            <pc:docMk/>
            <pc:sldMk cId="1441680104" sldId="2076139066"/>
            <ac:spMk id="46" creationId="{484A8658-EAB3-8740-72DE-36D7331D7239}"/>
          </ac:spMkLst>
        </pc:spChg>
        <pc:picChg chg="add mod">
          <ac:chgData name="Hironari Yamada" userId="e57621f8-ec3c-449e-bb19-001fffcc008e" providerId="ADAL" clId="{BC0BD879-F267-5CCA-8DEA-E3B2DD07DA4E}" dt="2026-08-14T00:51:10.885" v="15236" actId="1076"/>
          <ac:picMkLst>
            <pc:docMk/>
            <pc:sldMk cId="1441680104" sldId="2076139066"/>
            <ac:picMk id="17" creationId="{D6A68FD6-C209-7D0E-6942-A37427766AC9}"/>
          </ac:picMkLst>
        </pc:picChg>
      </pc:sldChg>
      <pc:sldChg chg="addSp delSp modSp add del mod modNotes">
        <pc:chgData name="Hironari Yamada" userId="e57621f8-ec3c-449e-bb19-001fffcc008e" providerId="ADAL" clId="{BC0BD879-F267-5CCA-8DEA-E3B2DD07DA4E}" dt="2026-08-14T00:42:37.879" v="15216" actId="2696"/>
        <pc:sldMkLst>
          <pc:docMk/>
          <pc:sldMk cId="4250544099" sldId="2076139066"/>
        </pc:sldMkLst>
      </pc:sldChg>
      <pc:sldChg chg="addSp delSp modSp add del mod modNotes">
        <pc:chgData name="Hironari Yamada" userId="e57621f8-ec3c-449e-bb19-001fffcc008e" providerId="ADAL" clId="{BC0BD879-F267-5CCA-8DEA-E3B2DD07DA4E}" dt="2026-08-14T00:42:37.847" v="15213" actId="2696"/>
        <pc:sldMkLst>
          <pc:docMk/>
          <pc:sldMk cId="825355656" sldId="2076139067"/>
        </pc:sldMkLst>
      </pc:sldChg>
      <pc:sldChg chg="addSp modSp add mod">
        <pc:chgData name="Hironari Yamada" userId="e57621f8-ec3c-449e-bb19-001fffcc008e" providerId="ADAL" clId="{BC0BD879-F267-5CCA-8DEA-E3B2DD07DA4E}" dt="2026-08-14T01:05:41.562" v="15342"/>
        <pc:sldMkLst>
          <pc:docMk/>
          <pc:sldMk cId="1680986636" sldId="2076139067"/>
        </pc:sldMkLst>
        <pc:spChg chg="mod">
          <ac:chgData name="Hironari Yamada" userId="e57621f8-ec3c-449e-bb19-001fffcc008e" providerId="ADAL" clId="{BC0BD879-F267-5CCA-8DEA-E3B2DD07DA4E}" dt="2026-08-14T01:05:41.562" v="15342"/>
          <ac:spMkLst>
            <pc:docMk/>
            <pc:sldMk cId="1680986636" sldId="2076139067"/>
            <ac:spMk id="2" creationId="{80652A4A-9C78-B4AB-A43D-4A62DFA69F87}"/>
          </ac:spMkLst>
        </pc:spChg>
        <pc:spChg chg="mod">
          <ac:chgData name="Hironari Yamada" userId="e57621f8-ec3c-449e-bb19-001fffcc008e" providerId="ADAL" clId="{BC0BD879-F267-5CCA-8DEA-E3B2DD07DA4E}" dt="2026-08-14T00:54:59.181" v="15246" actId="20577"/>
          <ac:spMkLst>
            <pc:docMk/>
            <pc:sldMk cId="1680986636" sldId="2076139067"/>
            <ac:spMk id="3" creationId="{466398B7-5E7B-2CA9-BAD8-BC645E85F939}"/>
          </ac:spMkLst>
        </pc:spChg>
        <pc:spChg chg="add mod">
          <ac:chgData name="Hironari Yamada" userId="e57621f8-ec3c-449e-bb19-001fffcc008e" providerId="ADAL" clId="{BC0BD879-F267-5CCA-8DEA-E3B2DD07DA4E}" dt="2026-08-14T00:55:06.852" v="15247"/>
          <ac:spMkLst>
            <pc:docMk/>
            <pc:sldMk cId="1680986636" sldId="2076139067"/>
            <ac:spMk id="7" creationId="{7AA5CBB3-7C9B-08EC-EAA8-865BC56D3592}"/>
          </ac:spMkLst>
        </pc:spChg>
        <pc:spChg chg="add mod">
          <ac:chgData name="Hironari Yamada" userId="e57621f8-ec3c-449e-bb19-001fffcc008e" providerId="ADAL" clId="{BC0BD879-F267-5CCA-8DEA-E3B2DD07DA4E}" dt="2026-08-14T00:55:06.852" v="15247"/>
          <ac:spMkLst>
            <pc:docMk/>
            <pc:sldMk cId="1680986636" sldId="2076139067"/>
            <ac:spMk id="8" creationId="{B1DF1BCA-FD11-4963-487B-262F6FA5835F}"/>
          </ac:spMkLst>
        </pc:spChg>
        <pc:spChg chg="mod">
          <ac:chgData name="Hironari Yamada" userId="e57621f8-ec3c-449e-bb19-001fffcc008e" providerId="ADAL" clId="{BC0BD879-F267-5CCA-8DEA-E3B2DD07DA4E}" dt="2026-08-14T00:55:14.196" v="15249" actId="2711"/>
          <ac:spMkLst>
            <pc:docMk/>
            <pc:sldMk cId="1680986636" sldId="2076139067"/>
            <ac:spMk id="9" creationId="{430D6AFA-E087-A721-0004-462B5412B8AE}"/>
          </ac:spMkLst>
        </pc:spChg>
        <pc:spChg chg="add mod">
          <ac:chgData name="Hironari Yamada" userId="e57621f8-ec3c-449e-bb19-001fffcc008e" providerId="ADAL" clId="{BC0BD879-F267-5CCA-8DEA-E3B2DD07DA4E}" dt="2026-08-14T00:55:06.852" v="15247"/>
          <ac:spMkLst>
            <pc:docMk/>
            <pc:sldMk cId="1680986636" sldId="2076139067"/>
            <ac:spMk id="12" creationId="{E57F4D37-1706-2A6F-8BE3-9E50F9777FE1}"/>
          </ac:spMkLst>
        </pc:spChg>
        <pc:spChg chg="add mod">
          <ac:chgData name="Hironari Yamada" userId="e57621f8-ec3c-449e-bb19-001fffcc008e" providerId="ADAL" clId="{BC0BD879-F267-5CCA-8DEA-E3B2DD07DA4E}" dt="2026-08-14T00:55:06.852" v="15247"/>
          <ac:spMkLst>
            <pc:docMk/>
            <pc:sldMk cId="1680986636" sldId="2076139067"/>
            <ac:spMk id="13" creationId="{3981FCA6-4AAB-7262-8BDE-E0FA5160D270}"/>
          </ac:spMkLst>
        </pc:spChg>
        <pc:spChg chg="add mod">
          <ac:chgData name="Hironari Yamada" userId="e57621f8-ec3c-449e-bb19-001fffcc008e" providerId="ADAL" clId="{BC0BD879-F267-5CCA-8DEA-E3B2DD07DA4E}" dt="2026-08-14T00:55:06.852" v="15247"/>
          <ac:spMkLst>
            <pc:docMk/>
            <pc:sldMk cId="1680986636" sldId="2076139067"/>
            <ac:spMk id="15" creationId="{5BF42A10-BED4-F9BF-9C57-AF66F8640E71}"/>
          </ac:spMkLst>
        </pc:spChg>
        <pc:spChg chg="add mod">
          <ac:chgData name="Hironari Yamada" userId="e57621f8-ec3c-449e-bb19-001fffcc008e" providerId="ADAL" clId="{BC0BD879-F267-5CCA-8DEA-E3B2DD07DA4E}" dt="2026-08-14T00:55:06.852" v="15247"/>
          <ac:spMkLst>
            <pc:docMk/>
            <pc:sldMk cId="1680986636" sldId="2076139067"/>
            <ac:spMk id="16" creationId="{60FB9DAB-BE48-DEC8-E7B5-4C93B474272A}"/>
          </ac:spMkLst>
        </pc:spChg>
        <pc:spChg chg="add mod">
          <ac:chgData name="Hironari Yamada" userId="e57621f8-ec3c-449e-bb19-001fffcc008e" providerId="ADAL" clId="{BC0BD879-F267-5CCA-8DEA-E3B2DD07DA4E}" dt="2026-08-14T00:55:06.852" v="15247"/>
          <ac:spMkLst>
            <pc:docMk/>
            <pc:sldMk cId="1680986636" sldId="2076139067"/>
            <ac:spMk id="17" creationId="{18E61183-0664-54AB-145A-9CE7D16BEA34}"/>
          </ac:spMkLst>
        </pc:spChg>
        <pc:spChg chg="add mod">
          <ac:chgData name="Hironari Yamada" userId="e57621f8-ec3c-449e-bb19-001fffcc008e" providerId="ADAL" clId="{BC0BD879-F267-5CCA-8DEA-E3B2DD07DA4E}" dt="2026-08-14T00:55:06.852" v="15247"/>
          <ac:spMkLst>
            <pc:docMk/>
            <pc:sldMk cId="1680986636" sldId="2076139067"/>
            <ac:spMk id="22" creationId="{F521E84F-E1BB-D525-3DFB-E0C178B3D52B}"/>
          </ac:spMkLst>
        </pc:spChg>
        <pc:spChg chg="add mod">
          <ac:chgData name="Hironari Yamada" userId="e57621f8-ec3c-449e-bb19-001fffcc008e" providerId="ADAL" clId="{BC0BD879-F267-5CCA-8DEA-E3B2DD07DA4E}" dt="2026-08-14T00:55:06.852" v="15247"/>
          <ac:spMkLst>
            <pc:docMk/>
            <pc:sldMk cId="1680986636" sldId="2076139067"/>
            <ac:spMk id="23" creationId="{B178218D-0AAF-0CC4-AE3D-1B20DFD161CA}"/>
          </ac:spMkLst>
        </pc:spChg>
        <pc:spChg chg="add mod">
          <ac:chgData name="Hironari Yamada" userId="e57621f8-ec3c-449e-bb19-001fffcc008e" providerId="ADAL" clId="{BC0BD879-F267-5CCA-8DEA-E3B2DD07DA4E}" dt="2026-08-14T00:55:06.852" v="15247"/>
          <ac:spMkLst>
            <pc:docMk/>
            <pc:sldMk cId="1680986636" sldId="2076139067"/>
            <ac:spMk id="30" creationId="{C35FAC1C-A1C3-D259-6E8B-D054EC9EE327}"/>
          </ac:spMkLst>
        </pc:spChg>
      </pc:sldChg>
      <pc:sldChg chg="addSp delSp modSp add del mod modNotes">
        <pc:chgData name="Hironari Yamada" userId="e57621f8-ec3c-449e-bb19-001fffcc008e" providerId="ADAL" clId="{BC0BD879-F267-5CCA-8DEA-E3B2DD07DA4E}" dt="2026-08-14T00:42:37.868" v="15214" actId="2696"/>
        <pc:sldMkLst>
          <pc:docMk/>
          <pc:sldMk cId="584411926" sldId="2076139068"/>
        </pc:sldMkLst>
      </pc:sldChg>
      <pc:sldChg chg="addSp modSp add mod">
        <pc:chgData name="Hironari Yamada" userId="e57621f8-ec3c-449e-bb19-001fffcc008e" providerId="ADAL" clId="{BC0BD879-F267-5CCA-8DEA-E3B2DD07DA4E}" dt="2026-08-14T01:05:41.562" v="15342"/>
        <pc:sldMkLst>
          <pc:docMk/>
          <pc:sldMk cId="2244970627" sldId="2076139068"/>
        </pc:sldMkLst>
        <pc:spChg chg="mod">
          <ac:chgData name="Hironari Yamada" userId="e57621f8-ec3c-449e-bb19-001fffcc008e" providerId="ADAL" clId="{BC0BD879-F267-5CCA-8DEA-E3B2DD07DA4E}" dt="2026-08-14T01:05:41.562" v="15342"/>
          <ac:spMkLst>
            <pc:docMk/>
            <pc:sldMk cId="2244970627" sldId="2076139068"/>
            <ac:spMk id="2" creationId="{518C718F-E710-EA15-3872-2866E5F34C05}"/>
          </ac:spMkLst>
        </pc:spChg>
        <pc:spChg chg="mod">
          <ac:chgData name="Hironari Yamada" userId="e57621f8-ec3c-449e-bb19-001fffcc008e" providerId="ADAL" clId="{BC0BD879-F267-5CCA-8DEA-E3B2DD07DA4E}" dt="2026-08-14T01:03:08.294" v="15253" actId="12"/>
          <ac:spMkLst>
            <pc:docMk/>
            <pc:sldMk cId="2244970627" sldId="2076139068"/>
            <ac:spMk id="3" creationId="{961DF98E-190D-C6CC-9680-DD8CD709C79C}"/>
          </ac:spMkLst>
        </pc:spChg>
        <pc:spChg chg="add mod">
          <ac:chgData name="Hironari Yamada" userId="e57621f8-ec3c-449e-bb19-001fffcc008e" providerId="ADAL" clId="{BC0BD879-F267-5CCA-8DEA-E3B2DD07DA4E}" dt="2026-08-14T01:03:23.058" v="15255" actId="1076"/>
          <ac:spMkLst>
            <pc:docMk/>
            <pc:sldMk cId="2244970627" sldId="2076139068"/>
            <ac:spMk id="5" creationId="{D0BDF437-6C85-FCFF-06A5-1F52C4A1635B}"/>
          </ac:spMkLst>
        </pc:spChg>
        <pc:spChg chg="mod">
          <ac:chgData name="Hironari Yamada" userId="e57621f8-ec3c-449e-bb19-001fffcc008e" providerId="ADAL" clId="{BC0BD879-F267-5CCA-8DEA-E3B2DD07DA4E}" dt="2026-08-14T01:02:59.724" v="15251"/>
          <ac:spMkLst>
            <pc:docMk/>
            <pc:sldMk cId="2244970627" sldId="2076139068"/>
            <ac:spMk id="9" creationId="{E3B3FA10-6653-A10C-D420-220CCD701EE3}"/>
          </ac:spMkLst>
        </pc:spChg>
        <pc:graphicFrameChg chg="add mod">
          <ac:chgData name="Hironari Yamada" userId="e57621f8-ec3c-449e-bb19-001fffcc008e" providerId="ADAL" clId="{BC0BD879-F267-5CCA-8DEA-E3B2DD07DA4E}" dt="2026-08-14T01:03:23.058" v="15255" actId="1076"/>
          <ac:graphicFrameMkLst>
            <pc:docMk/>
            <pc:sldMk cId="2244970627" sldId="2076139068"/>
            <ac:graphicFrameMk id="7" creationId="{EA518D02-0B13-F185-AFE5-88EE5774C19C}"/>
          </ac:graphicFrameMkLst>
        </pc:graphicFrameChg>
      </pc:sldChg>
      <pc:sldChg chg="addSp delSp modSp add mod">
        <pc:chgData name="Hironari Yamada" userId="e57621f8-ec3c-449e-bb19-001fffcc008e" providerId="ADAL" clId="{BC0BD879-F267-5CCA-8DEA-E3B2DD07DA4E}" dt="2026-08-14T01:05:41.562" v="15342"/>
        <pc:sldMkLst>
          <pc:docMk/>
          <pc:sldMk cId="232864089" sldId="2076139069"/>
        </pc:sldMkLst>
        <pc:spChg chg="mod">
          <ac:chgData name="Hironari Yamada" userId="e57621f8-ec3c-449e-bb19-001fffcc008e" providerId="ADAL" clId="{BC0BD879-F267-5CCA-8DEA-E3B2DD07DA4E}" dt="2026-08-14T01:05:41.562" v="15342"/>
          <ac:spMkLst>
            <pc:docMk/>
            <pc:sldMk cId="232864089" sldId="2076139069"/>
            <ac:spMk id="2" creationId="{FA335975-78DC-46B4-8EA4-49A9DC1187B8}"/>
          </ac:spMkLst>
        </pc:spChg>
        <pc:spChg chg="mod">
          <ac:chgData name="Hironari Yamada" userId="e57621f8-ec3c-449e-bb19-001fffcc008e" providerId="ADAL" clId="{BC0BD879-F267-5CCA-8DEA-E3B2DD07DA4E}" dt="2026-08-14T01:05:04.211" v="15341" actId="20577"/>
          <ac:spMkLst>
            <pc:docMk/>
            <pc:sldMk cId="232864089" sldId="2076139069"/>
            <ac:spMk id="3" creationId="{D8C5E04C-1CBF-557E-AFCF-0D80FB883491}"/>
          </ac:spMkLst>
        </pc:spChg>
        <pc:spChg chg="add del mod">
          <ac:chgData name="Hironari Yamada" userId="e57621f8-ec3c-449e-bb19-001fffcc008e" providerId="ADAL" clId="{BC0BD879-F267-5CCA-8DEA-E3B2DD07DA4E}" dt="2026-08-14T01:04:24.122" v="15267"/>
          <ac:spMkLst>
            <pc:docMk/>
            <pc:sldMk cId="232864089" sldId="2076139069"/>
            <ac:spMk id="5" creationId="{B84B19BF-7A03-DA32-942C-BEAA1ADF6262}"/>
          </ac:spMkLst>
        </pc:spChg>
        <pc:spChg chg="add mod">
          <ac:chgData name="Hironari Yamada" userId="e57621f8-ec3c-449e-bb19-001fffcc008e" providerId="ADAL" clId="{BC0BD879-F267-5CCA-8DEA-E3B2DD07DA4E}" dt="2026-08-14T01:04:29.568" v="15269" actId="1076"/>
          <ac:spMkLst>
            <pc:docMk/>
            <pc:sldMk cId="232864089" sldId="2076139069"/>
            <ac:spMk id="7" creationId="{DA1DA2A0-8597-0624-58F6-0D4E9AB059F7}"/>
          </ac:spMkLst>
        </pc:spChg>
        <pc:spChg chg="mod">
          <ac:chgData name="Hironari Yamada" userId="e57621f8-ec3c-449e-bb19-001fffcc008e" providerId="ADAL" clId="{BC0BD879-F267-5CCA-8DEA-E3B2DD07DA4E}" dt="2026-08-14T01:03:43.117" v="15257"/>
          <ac:spMkLst>
            <pc:docMk/>
            <pc:sldMk cId="232864089" sldId="2076139069"/>
            <ac:spMk id="9" creationId="{EA31664B-63D5-FA74-E532-4F56DD902958}"/>
          </ac:spMkLst>
        </pc:spChg>
        <pc:picChg chg="add mod">
          <ac:chgData name="Hironari Yamada" userId="e57621f8-ec3c-449e-bb19-001fffcc008e" providerId="ADAL" clId="{BC0BD879-F267-5CCA-8DEA-E3B2DD07DA4E}" dt="2026-08-14T01:04:25.262" v="15268" actId="1076"/>
          <ac:picMkLst>
            <pc:docMk/>
            <pc:sldMk cId="232864089" sldId="2076139069"/>
            <ac:picMk id="8" creationId="{28F64167-97A7-BFEA-2B93-C418DC55782E}"/>
          </ac:picMkLst>
        </pc:picChg>
        <pc:picChg chg="add mod">
          <ac:chgData name="Hironari Yamada" userId="e57621f8-ec3c-449e-bb19-001fffcc008e" providerId="ADAL" clId="{BC0BD879-F267-5CCA-8DEA-E3B2DD07DA4E}" dt="2026-08-14T01:04:23.552" v="15265" actId="1076"/>
          <ac:picMkLst>
            <pc:docMk/>
            <pc:sldMk cId="232864089" sldId="2076139069"/>
            <ac:picMk id="10" creationId="{39C0D030-27EB-1F4E-57DB-A268159C06F5}"/>
          </ac:picMkLst>
        </pc:picChg>
      </pc:sldChg>
      <pc:sldChg chg="addSp delSp modSp add del mod modNotes modNotesTx">
        <pc:chgData name="Hironari Yamada" userId="e57621f8-ec3c-449e-bb19-001fffcc008e" providerId="ADAL" clId="{BC0BD879-F267-5CCA-8DEA-E3B2DD07DA4E}" dt="2026-08-14T00:42:37.889" v="15217" actId="2696"/>
        <pc:sldMkLst>
          <pc:docMk/>
          <pc:sldMk cId="3367072631" sldId="2076139069"/>
        </pc:sldMkLst>
      </pc:sldChg>
      <pc:sldChg chg="addSp modSp add mod">
        <pc:chgData name="Hironari Yamada" userId="e57621f8-ec3c-449e-bb19-001fffcc008e" providerId="ADAL" clId="{BC0BD879-F267-5CCA-8DEA-E3B2DD07DA4E}" dt="2026-08-14T01:09:59.282" v="15350" actId="1076"/>
        <pc:sldMkLst>
          <pc:docMk/>
          <pc:sldMk cId="510877897" sldId="2076139070"/>
        </pc:sldMkLst>
        <pc:spChg chg="mod">
          <ac:chgData name="Hironari Yamada" userId="e57621f8-ec3c-449e-bb19-001fffcc008e" providerId="ADAL" clId="{BC0BD879-F267-5CCA-8DEA-E3B2DD07DA4E}" dt="2026-08-14T01:05:41.562" v="15342"/>
          <ac:spMkLst>
            <pc:docMk/>
            <pc:sldMk cId="510877897" sldId="2076139070"/>
            <ac:spMk id="2" creationId="{2A73433C-CBA0-2C7A-774D-002CF1594D97}"/>
          </ac:spMkLst>
        </pc:spChg>
        <pc:spChg chg="mod">
          <ac:chgData name="Hironari Yamada" userId="e57621f8-ec3c-449e-bb19-001fffcc008e" providerId="ADAL" clId="{BC0BD879-F267-5CCA-8DEA-E3B2DD07DA4E}" dt="2026-08-14T01:09:49.601" v="15348" actId="12"/>
          <ac:spMkLst>
            <pc:docMk/>
            <pc:sldMk cId="510877897" sldId="2076139070"/>
            <ac:spMk id="3" creationId="{AC88EBB0-E98F-80AC-B41B-0F7985268FAF}"/>
          </ac:spMkLst>
        </pc:spChg>
        <pc:spChg chg="add mod">
          <ac:chgData name="Hironari Yamada" userId="e57621f8-ec3c-449e-bb19-001fffcc008e" providerId="ADAL" clId="{BC0BD879-F267-5CCA-8DEA-E3B2DD07DA4E}" dt="2026-08-14T01:09:59.282" v="15350" actId="1076"/>
          <ac:spMkLst>
            <pc:docMk/>
            <pc:sldMk cId="510877897" sldId="2076139070"/>
            <ac:spMk id="5" creationId="{65704674-3427-E967-F60B-F2CC8DCB0F91}"/>
          </ac:spMkLst>
        </pc:spChg>
        <pc:spChg chg="add mod">
          <ac:chgData name="Hironari Yamada" userId="e57621f8-ec3c-449e-bb19-001fffcc008e" providerId="ADAL" clId="{BC0BD879-F267-5CCA-8DEA-E3B2DD07DA4E}" dt="2026-08-14T01:09:59.282" v="15350" actId="1076"/>
          <ac:spMkLst>
            <pc:docMk/>
            <pc:sldMk cId="510877897" sldId="2076139070"/>
            <ac:spMk id="8" creationId="{04B58BDB-F3D8-575B-888E-47416A819330}"/>
          </ac:spMkLst>
        </pc:spChg>
        <pc:spChg chg="mod">
          <ac:chgData name="Hironari Yamada" userId="e57621f8-ec3c-449e-bb19-001fffcc008e" providerId="ADAL" clId="{BC0BD879-F267-5CCA-8DEA-E3B2DD07DA4E}" dt="2026-08-14T01:09:37.230" v="15344"/>
          <ac:spMkLst>
            <pc:docMk/>
            <pc:sldMk cId="510877897" sldId="2076139070"/>
            <ac:spMk id="9" creationId="{16869FD1-42D2-DA44-21CE-D2BDEDD618AF}"/>
          </ac:spMkLst>
        </pc:spChg>
        <pc:spChg chg="add mod">
          <ac:chgData name="Hironari Yamada" userId="e57621f8-ec3c-449e-bb19-001fffcc008e" providerId="ADAL" clId="{BC0BD879-F267-5CCA-8DEA-E3B2DD07DA4E}" dt="2026-08-14T01:09:59.282" v="15350" actId="1076"/>
          <ac:spMkLst>
            <pc:docMk/>
            <pc:sldMk cId="510877897" sldId="2076139070"/>
            <ac:spMk id="10" creationId="{3E63752A-45E3-BE9D-A6B1-5B1E22BFEDDB}"/>
          </ac:spMkLst>
        </pc:spChg>
        <pc:spChg chg="add mod">
          <ac:chgData name="Hironari Yamada" userId="e57621f8-ec3c-449e-bb19-001fffcc008e" providerId="ADAL" clId="{BC0BD879-F267-5CCA-8DEA-E3B2DD07DA4E}" dt="2026-08-14T01:09:59.282" v="15350" actId="1076"/>
          <ac:spMkLst>
            <pc:docMk/>
            <pc:sldMk cId="510877897" sldId="2076139070"/>
            <ac:spMk id="11" creationId="{1B584C11-9E81-F97E-C2A8-D8EC1CFDAC6B}"/>
          </ac:spMkLst>
        </pc:spChg>
        <pc:spChg chg="add mod">
          <ac:chgData name="Hironari Yamada" userId="e57621f8-ec3c-449e-bb19-001fffcc008e" providerId="ADAL" clId="{BC0BD879-F267-5CCA-8DEA-E3B2DD07DA4E}" dt="2026-08-14T01:09:59.282" v="15350" actId="1076"/>
          <ac:spMkLst>
            <pc:docMk/>
            <pc:sldMk cId="510877897" sldId="2076139070"/>
            <ac:spMk id="19" creationId="{F6CCF1A9-BA16-6932-AA21-77437D4B92F5}"/>
          </ac:spMkLst>
        </pc:spChg>
        <pc:spChg chg="add mod">
          <ac:chgData name="Hironari Yamada" userId="e57621f8-ec3c-449e-bb19-001fffcc008e" providerId="ADAL" clId="{BC0BD879-F267-5CCA-8DEA-E3B2DD07DA4E}" dt="2026-08-14T01:09:59.282" v="15350" actId="1076"/>
          <ac:spMkLst>
            <pc:docMk/>
            <pc:sldMk cId="510877897" sldId="2076139070"/>
            <ac:spMk id="22" creationId="{207CBE04-5188-F577-9B1C-850D00ACECAE}"/>
          </ac:spMkLst>
        </pc:spChg>
        <pc:spChg chg="add mod">
          <ac:chgData name="Hironari Yamada" userId="e57621f8-ec3c-449e-bb19-001fffcc008e" providerId="ADAL" clId="{BC0BD879-F267-5CCA-8DEA-E3B2DD07DA4E}" dt="2026-08-14T01:09:59.282" v="15350" actId="1076"/>
          <ac:spMkLst>
            <pc:docMk/>
            <pc:sldMk cId="510877897" sldId="2076139070"/>
            <ac:spMk id="24" creationId="{836BD345-608C-3ACF-6DAF-3436CF68D963}"/>
          </ac:spMkLst>
        </pc:spChg>
        <pc:spChg chg="add mod">
          <ac:chgData name="Hironari Yamada" userId="e57621f8-ec3c-449e-bb19-001fffcc008e" providerId="ADAL" clId="{BC0BD879-F267-5CCA-8DEA-E3B2DD07DA4E}" dt="2026-08-14T01:09:59.282" v="15350" actId="1076"/>
          <ac:spMkLst>
            <pc:docMk/>
            <pc:sldMk cId="510877897" sldId="2076139070"/>
            <ac:spMk id="25" creationId="{16C2C039-E2D6-D99B-8455-ADF64681CA6A}"/>
          </ac:spMkLst>
        </pc:spChg>
        <pc:spChg chg="add mod">
          <ac:chgData name="Hironari Yamada" userId="e57621f8-ec3c-449e-bb19-001fffcc008e" providerId="ADAL" clId="{BC0BD879-F267-5CCA-8DEA-E3B2DD07DA4E}" dt="2026-08-14T01:09:59.282" v="15350" actId="1076"/>
          <ac:spMkLst>
            <pc:docMk/>
            <pc:sldMk cId="510877897" sldId="2076139070"/>
            <ac:spMk id="26" creationId="{66D27255-069A-E078-470C-3EBD0E42D046}"/>
          </ac:spMkLst>
        </pc:spChg>
        <pc:spChg chg="add mod">
          <ac:chgData name="Hironari Yamada" userId="e57621f8-ec3c-449e-bb19-001fffcc008e" providerId="ADAL" clId="{BC0BD879-F267-5CCA-8DEA-E3B2DD07DA4E}" dt="2026-08-14T01:09:59.282" v="15350" actId="1076"/>
          <ac:spMkLst>
            <pc:docMk/>
            <pc:sldMk cId="510877897" sldId="2076139070"/>
            <ac:spMk id="35" creationId="{2260796E-79BB-94AE-C9C7-8C3ED7CB99C0}"/>
          </ac:spMkLst>
        </pc:spChg>
      </pc:sldChg>
      <pc:sldChg chg="addSp delSp modSp add del mod modNotes">
        <pc:chgData name="Hironari Yamada" userId="e57621f8-ec3c-449e-bb19-001fffcc008e" providerId="ADAL" clId="{BC0BD879-F267-5CCA-8DEA-E3B2DD07DA4E}" dt="2026-08-14T00:42:37.872" v="15215" actId="2696"/>
        <pc:sldMkLst>
          <pc:docMk/>
          <pc:sldMk cId="3981964425" sldId="2076139070"/>
        </pc:sldMkLst>
      </pc:sldChg>
      <pc:sldChg chg="addSp modSp add mod">
        <pc:chgData name="Hironari Yamada" userId="e57621f8-ec3c-449e-bb19-001fffcc008e" providerId="ADAL" clId="{BC0BD879-F267-5CCA-8DEA-E3B2DD07DA4E}" dt="2026-08-14T01:10:48.062" v="15356" actId="1076"/>
        <pc:sldMkLst>
          <pc:docMk/>
          <pc:sldMk cId="978090570" sldId="2076139071"/>
        </pc:sldMkLst>
        <pc:spChg chg="mod">
          <ac:chgData name="Hironari Yamada" userId="e57621f8-ec3c-449e-bb19-001fffcc008e" providerId="ADAL" clId="{BC0BD879-F267-5CCA-8DEA-E3B2DD07DA4E}" dt="2026-08-14T01:05:41.562" v="15342"/>
          <ac:spMkLst>
            <pc:docMk/>
            <pc:sldMk cId="978090570" sldId="2076139071"/>
            <ac:spMk id="2" creationId="{9322A6ED-6EC9-1305-F047-893FBC79F45E}"/>
          </ac:spMkLst>
        </pc:spChg>
        <pc:spChg chg="mod">
          <ac:chgData name="Hironari Yamada" userId="e57621f8-ec3c-449e-bb19-001fffcc008e" providerId="ADAL" clId="{BC0BD879-F267-5CCA-8DEA-E3B2DD07DA4E}" dt="2026-08-14T01:10:38.832" v="15354" actId="12"/>
          <ac:spMkLst>
            <pc:docMk/>
            <pc:sldMk cId="978090570" sldId="2076139071"/>
            <ac:spMk id="3" creationId="{CC408416-608D-8522-AB5F-9377D771BCA6}"/>
          </ac:spMkLst>
        </pc:spChg>
        <pc:spChg chg="add mod">
          <ac:chgData name="Hironari Yamada" userId="e57621f8-ec3c-449e-bb19-001fffcc008e" providerId="ADAL" clId="{BC0BD879-F267-5CCA-8DEA-E3B2DD07DA4E}" dt="2026-08-14T01:10:48.062" v="15356" actId="1076"/>
          <ac:spMkLst>
            <pc:docMk/>
            <pc:sldMk cId="978090570" sldId="2076139071"/>
            <ac:spMk id="5" creationId="{DC384EE1-1CCD-1748-B588-785A072AA92D}"/>
          </ac:spMkLst>
        </pc:spChg>
        <pc:spChg chg="add mod">
          <ac:chgData name="Hironari Yamada" userId="e57621f8-ec3c-449e-bb19-001fffcc008e" providerId="ADAL" clId="{BC0BD879-F267-5CCA-8DEA-E3B2DD07DA4E}" dt="2026-08-14T01:10:48.062" v="15356" actId="1076"/>
          <ac:spMkLst>
            <pc:docMk/>
            <pc:sldMk cId="978090570" sldId="2076139071"/>
            <ac:spMk id="7" creationId="{7EC5D1C0-81F7-F53C-ED21-989F3AB49DA3}"/>
          </ac:spMkLst>
        </pc:spChg>
        <pc:spChg chg="add mod">
          <ac:chgData name="Hironari Yamada" userId="e57621f8-ec3c-449e-bb19-001fffcc008e" providerId="ADAL" clId="{BC0BD879-F267-5CCA-8DEA-E3B2DD07DA4E}" dt="2026-08-14T01:10:48.062" v="15356" actId="1076"/>
          <ac:spMkLst>
            <pc:docMk/>
            <pc:sldMk cId="978090570" sldId="2076139071"/>
            <ac:spMk id="8" creationId="{02794747-61F2-866D-D975-162D4E9CFD52}"/>
          </ac:spMkLst>
        </pc:spChg>
        <pc:spChg chg="mod">
          <ac:chgData name="Hironari Yamada" userId="e57621f8-ec3c-449e-bb19-001fffcc008e" providerId="ADAL" clId="{BC0BD879-F267-5CCA-8DEA-E3B2DD07DA4E}" dt="2026-08-14T01:10:31.896" v="15352"/>
          <ac:spMkLst>
            <pc:docMk/>
            <pc:sldMk cId="978090570" sldId="2076139071"/>
            <ac:spMk id="9" creationId="{AE4596C1-5549-1F88-521B-0CE44866E293}"/>
          </ac:spMkLst>
        </pc:spChg>
        <pc:spChg chg="add mod">
          <ac:chgData name="Hironari Yamada" userId="e57621f8-ec3c-449e-bb19-001fffcc008e" providerId="ADAL" clId="{BC0BD879-F267-5CCA-8DEA-E3B2DD07DA4E}" dt="2026-08-14T01:10:48.062" v="15356" actId="1076"/>
          <ac:spMkLst>
            <pc:docMk/>
            <pc:sldMk cId="978090570" sldId="2076139071"/>
            <ac:spMk id="10" creationId="{CB1B7B0A-06D7-72DB-A98E-86D6480641B4}"/>
          </ac:spMkLst>
        </pc:spChg>
        <pc:spChg chg="add mod">
          <ac:chgData name="Hironari Yamada" userId="e57621f8-ec3c-449e-bb19-001fffcc008e" providerId="ADAL" clId="{BC0BD879-F267-5CCA-8DEA-E3B2DD07DA4E}" dt="2026-08-14T01:10:48.062" v="15356" actId="1076"/>
          <ac:spMkLst>
            <pc:docMk/>
            <pc:sldMk cId="978090570" sldId="2076139071"/>
            <ac:spMk id="11" creationId="{0D269CD1-8996-1DB7-3D77-851195BC8974}"/>
          </ac:spMkLst>
        </pc:spChg>
        <pc:spChg chg="add mod">
          <ac:chgData name="Hironari Yamada" userId="e57621f8-ec3c-449e-bb19-001fffcc008e" providerId="ADAL" clId="{BC0BD879-F267-5CCA-8DEA-E3B2DD07DA4E}" dt="2026-08-14T01:10:48.062" v="15356" actId="1076"/>
          <ac:spMkLst>
            <pc:docMk/>
            <pc:sldMk cId="978090570" sldId="2076139071"/>
            <ac:spMk id="12" creationId="{0B227A42-7650-91F8-8DB2-67682AAE6F4D}"/>
          </ac:spMkLst>
        </pc:spChg>
        <pc:picChg chg="add mod">
          <ac:chgData name="Hironari Yamada" userId="e57621f8-ec3c-449e-bb19-001fffcc008e" providerId="ADAL" clId="{BC0BD879-F267-5CCA-8DEA-E3B2DD07DA4E}" dt="2026-08-14T01:10:48.062" v="15356" actId="1076"/>
          <ac:picMkLst>
            <pc:docMk/>
            <pc:sldMk cId="978090570" sldId="2076139071"/>
            <ac:picMk id="13" creationId="{C0282FFF-F03A-25FA-3B56-9FD837B51578}"/>
          </ac:picMkLst>
        </pc:picChg>
      </pc:sldChg>
      <pc:sldChg chg="addSp delSp modSp add del mod modNotes">
        <pc:chgData name="Hironari Yamada" userId="e57621f8-ec3c-449e-bb19-001fffcc008e" providerId="ADAL" clId="{BC0BD879-F267-5CCA-8DEA-E3B2DD07DA4E}" dt="2026-08-14T00:42:34.286" v="15200" actId="2696"/>
        <pc:sldMkLst>
          <pc:docMk/>
          <pc:sldMk cId="1424119382" sldId="2076139072"/>
        </pc:sldMkLst>
      </pc:sldChg>
      <pc:sldChg chg="addSp modSp add mod">
        <pc:chgData name="Hironari Yamada" userId="e57621f8-ec3c-449e-bb19-001fffcc008e" providerId="ADAL" clId="{BC0BD879-F267-5CCA-8DEA-E3B2DD07DA4E}" dt="2026-08-14T01:12:35.281" v="15362" actId="113"/>
        <pc:sldMkLst>
          <pc:docMk/>
          <pc:sldMk cId="2063530077" sldId="2076139072"/>
        </pc:sldMkLst>
        <pc:spChg chg="mod">
          <ac:chgData name="Hironari Yamada" userId="e57621f8-ec3c-449e-bb19-001fffcc008e" providerId="ADAL" clId="{BC0BD879-F267-5CCA-8DEA-E3B2DD07DA4E}" dt="2026-08-14T01:05:41.562" v="15342"/>
          <ac:spMkLst>
            <pc:docMk/>
            <pc:sldMk cId="2063530077" sldId="2076139072"/>
            <ac:spMk id="2" creationId="{EA40AE98-1250-65D9-1092-7806138B6C14}"/>
          </ac:spMkLst>
        </pc:spChg>
        <pc:spChg chg="mod">
          <ac:chgData name="Hironari Yamada" userId="e57621f8-ec3c-449e-bb19-001fffcc008e" providerId="ADAL" clId="{BC0BD879-F267-5CCA-8DEA-E3B2DD07DA4E}" dt="2026-08-14T01:12:25.414" v="15359" actId="12"/>
          <ac:spMkLst>
            <pc:docMk/>
            <pc:sldMk cId="2063530077" sldId="2076139072"/>
            <ac:spMk id="3" creationId="{A5E547CB-9DF3-E3F5-CBCF-32A621F140BB}"/>
          </ac:spMkLst>
        </pc:spChg>
        <pc:spChg chg="add mod">
          <ac:chgData name="Hironari Yamada" userId="e57621f8-ec3c-449e-bb19-001fffcc008e" providerId="ADAL" clId="{BC0BD879-F267-5CCA-8DEA-E3B2DD07DA4E}" dt="2026-08-14T01:12:32.289" v="15361" actId="1076"/>
          <ac:spMkLst>
            <pc:docMk/>
            <pc:sldMk cId="2063530077" sldId="2076139072"/>
            <ac:spMk id="7" creationId="{78953E51-2F82-B3C3-E362-0B4CF0FC5FF6}"/>
          </ac:spMkLst>
        </pc:spChg>
        <pc:spChg chg="mod">
          <ac:chgData name="Hironari Yamada" userId="e57621f8-ec3c-449e-bb19-001fffcc008e" providerId="ADAL" clId="{BC0BD879-F267-5CCA-8DEA-E3B2DD07DA4E}" dt="2026-08-14T01:12:35.281" v="15362" actId="113"/>
          <ac:spMkLst>
            <pc:docMk/>
            <pc:sldMk cId="2063530077" sldId="2076139072"/>
            <ac:spMk id="9" creationId="{81A710B3-DD79-6C11-56C4-1477686B3555}"/>
          </ac:spMkLst>
        </pc:spChg>
        <pc:graphicFrameChg chg="add mod">
          <ac:chgData name="Hironari Yamada" userId="e57621f8-ec3c-449e-bb19-001fffcc008e" providerId="ADAL" clId="{BC0BD879-F267-5CCA-8DEA-E3B2DD07DA4E}" dt="2026-08-14T01:12:32.289" v="15361" actId="1076"/>
          <ac:graphicFrameMkLst>
            <pc:docMk/>
            <pc:sldMk cId="2063530077" sldId="2076139072"/>
            <ac:graphicFrameMk id="5" creationId="{0F9813CA-5354-F314-0DAE-31A8F88C286E}"/>
          </ac:graphicFrameMkLst>
        </pc:graphicFrameChg>
      </pc:sldChg>
      <pc:sldChg chg="addSp modSp add mod">
        <pc:chgData name="Hironari Yamada" userId="e57621f8-ec3c-449e-bb19-001fffcc008e" providerId="ADAL" clId="{BC0BD879-F267-5CCA-8DEA-E3B2DD07DA4E}" dt="2026-08-14T01:27:35.174" v="15495" actId="113"/>
        <pc:sldMkLst>
          <pc:docMk/>
          <pc:sldMk cId="2647346849" sldId="2076139073"/>
        </pc:sldMkLst>
        <pc:spChg chg="mod">
          <ac:chgData name="Hironari Yamada" userId="e57621f8-ec3c-449e-bb19-001fffcc008e" providerId="ADAL" clId="{BC0BD879-F267-5CCA-8DEA-E3B2DD07DA4E}" dt="2026-08-14T01:05:41.562" v="15342"/>
          <ac:spMkLst>
            <pc:docMk/>
            <pc:sldMk cId="2647346849" sldId="2076139073"/>
            <ac:spMk id="2" creationId="{AE54C5D1-E2B8-EC16-D085-834458570F7F}"/>
          </ac:spMkLst>
        </pc:spChg>
        <pc:spChg chg="mod">
          <ac:chgData name="Hironari Yamada" userId="e57621f8-ec3c-449e-bb19-001fffcc008e" providerId="ADAL" clId="{BC0BD879-F267-5CCA-8DEA-E3B2DD07DA4E}" dt="2026-08-14T01:13:07.443" v="15370" actId="12"/>
          <ac:spMkLst>
            <pc:docMk/>
            <pc:sldMk cId="2647346849" sldId="2076139073"/>
            <ac:spMk id="3" creationId="{A9C30F85-9592-AC7C-89CB-8FC0F367B5E3}"/>
          </ac:spMkLst>
        </pc:spChg>
        <pc:spChg chg="add mod">
          <ac:chgData name="Hironari Yamada" userId="e57621f8-ec3c-449e-bb19-001fffcc008e" providerId="ADAL" clId="{BC0BD879-F267-5CCA-8DEA-E3B2DD07DA4E}" dt="2026-08-14T01:13:18.758" v="15372" actId="1076"/>
          <ac:spMkLst>
            <pc:docMk/>
            <pc:sldMk cId="2647346849" sldId="2076139073"/>
            <ac:spMk id="5" creationId="{AC78311F-78D8-29B8-006B-BDF8DEA3B862}"/>
          </ac:spMkLst>
        </pc:spChg>
        <pc:spChg chg="add mod">
          <ac:chgData name="Hironari Yamada" userId="e57621f8-ec3c-449e-bb19-001fffcc008e" providerId="ADAL" clId="{BC0BD879-F267-5CCA-8DEA-E3B2DD07DA4E}" dt="2026-08-14T01:13:18.758" v="15372" actId="1076"/>
          <ac:spMkLst>
            <pc:docMk/>
            <pc:sldMk cId="2647346849" sldId="2076139073"/>
            <ac:spMk id="8" creationId="{F8273818-D43D-4898-0DE6-2FB6701C8F39}"/>
          </ac:spMkLst>
        </pc:spChg>
        <pc:spChg chg="mod">
          <ac:chgData name="Hironari Yamada" userId="e57621f8-ec3c-449e-bb19-001fffcc008e" providerId="ADAL" clId="{BC0BD879-F267-5CCA-8DEA-E3B2DD07DA4E}" dt="2026-08-14T01:27:35.174" v="15495" actId="113"/>
          <ac:spMkLst>
            <pc:docMk/>
            <pc:sldMk cId="2647346849" sldId="2076139073"/>
            <ac:spMk id="9" creationId="{AB624F75-BC62-6986-EECF-54AF0CBE32EC}"/>
          </ac:spMkLst>
        </pc:spChg>
        <pc:spChg chg="add mod">
          <ac:chgData name="Hironari Yamada" userId="e57621f8-ec3c-449e-bb19-001fffcc008e" providerId="ADAL" clId="{BC0BD879-F267-5CCA-8DEA-E3B2DD07DA4E}" dt="2026-08-14T01:13:18.758" v="15372" actId="1076"/>
          <ac:spMkLst>
            <pc:docMk/>
            <pc:sldMk cId="2647346849" sldId="2076139073"/>
            <ac:spMk id="11" creationId="{1356FF2D-8AEA-4A73-50A5-85D618D2EC65}"/>
          </ac:spMkLst>
        </pc:spChg>
        <pc:spChg chg="add mod">
          <ac:chgData name="Hironari Yamada" userId="e57621f8-ec3c-449e-bb19-001fffcc008e" providerId="ADAL" clId="{BC0BD879-F267-5CCA-8DEA-E3B2DD07DA4E}" dt="2026-08-14T01:13:18.758" v="15372" actId="1076"/>
          <ac:spMkLst>
            <pc:docMk/>
            <pc:sldMk cId="2647346849" sldId="2076139073"/>
            <ac:spMk id="12" creationId="{88FB84FB-2840-1A56-1030-AB63773A4657}"/>
          </ac:spMkLst>
        </pc:spChg>
        <pc:spChg chg="add mod">
          <ac:chgData name="Hironari Yamada" userId="e57621f8-ec3c-449e-bb19-001fffcc008e" providerId="ADAL" clId="{BC0BD879-F267-5CCA-8DEA-E3B2DD07DA4E}" dt="2026-08-14T01:13:18.758" v="15372" actId="1076"/>
          <ac:spMkLst>
            <pc:docMk/>
            <pc:sldMk cId="2647346849" sldId="2076139073"/>
            <ac:spMk id="13" creationId="{5EE3ED0B-6867-8C6E-9DD5-8B18CE83D3CD}"/>
          </ac:spMkLst>
        </pc:spChg>
        <pc:picChg chg="add mod">
          <ac:chgData name="Hironari Yamada" userId="e57621f8-ec3c-449e-bb19-001fffcc008e" providerId="ADAL" clId="{BC0BD879-F267-5CCA-8DEA-E3B2DD07DA4E}" dt="2026-08-14T01:13:18.758" v="15372" actId="1076"/>
          <ac:picMkLst>
            <pc:docMk/>
            <pc:sldMk cId="2647346849" sldId="2076139073"/>
            <ac:picMk id="7" creationId="{EAE2A4E3-9093-40BE-F625-0F4BB45A3A8F}"/>
          </ac:picMkLst>
        </pc:picChg>
        <pc:picChg chg="add mod">
          <ac:chgData name="Hironari Yamada" userId="e57621f8-ec3c-449e-bb19-001fffcc008e" providerId="ADAL" clId="{BC0BD879-F267-5CCA-8DEA-E3B2DD07DA4E}" dt="2026-08-14T01:13:18.758" v="15372" actId="1076"/>
          <ac:picMkLst>
            <pc:docMk/>
            <pc:sldMk cId="2647346849" sldId="2076139073"/>
            <ac:picMk id="10" creationId="{3C866E3A-418D-6A58-7ADA-29531AE1CDD2}"/>
          </ac:picMkLst>
        </pc:picChg>
      </pc:sldChg>
      <pc:sldChg chg="addSp delSp modSp add del mod modNotes">
        <pc:chgData name="Hironari Yamada" userId="e57621f8-ec3c-449e-bb19-001fffcc008e" providerId="ADAL" clId="{BC0BD879-F267-5CCA-8DEA-E3B2DD07DA4E}" dt="2026-08-14T00:42:34.321" v="15212" actId="2696"/>
        <pc:sldMkLst>
          <pc:docMk/>
          <pc:sldMk cId="3220896456" sldId="2076139073"/>
        </pc:sldMkLst>
      </pc:sldChg>
      <pc:sldChg chg="addSp modSp add mod">
        <pc:chgData name="Hironari Yamada" userId="e57621f8-ec3c-449e-bb19-001fffcc008e" providerId="ADAL" clId="{BC0BD879-F267-5CCA-8DEA-E3B2DD07DA4E}" dt="2026-08-14T01:21:14.142" v="15378" actId="1076"/>
        <pc:sldMkLst>
          <pc:docMk/>
          <pc:sldMk cId="140491717" sldId="2076139074"/>
        </pc:sldMkLst>
        <pc:spChg chg="mod">
          <ac:chgData name="Hironari Yamada" userId="e57621f8-ec3c-449e-bb19-001fffcc008e" providerId="ADAL" clId="{BC0BD879-F267-5CCA-8DEA-E3B2DD07DA4E}" dt="2026-08-14T01:21:02.019" v="15376" actId="12"/>
          <ac:spMkLst>
            <pc:docMk/>
            <pc:sldMk cId="140491717" sldId="2076139074"/>
            <ac:spMk id="3" creationId="{F3E5B594-2E25-BE31-9A0C-52516564B5E3}"/>
          </ac:spMkLst>
        </pc:spChg>
        <pc:spChg chg="add mod">
          <ac:chgData name="Hironari Yamada" userId="e57621f8-ec3c-449e-bb19-001fffcc008e" providerId="ADAL" clId="{BC0BD879-F267-5CCA-8DEA-E3B2DD07DA4E}" dt="2026-08-14T01:21:14.142" v="15378" actId="1076"/>
          <ac:spMkLst>
            <pc:docMk/>
            <pc:sldMk cId="140491717" sldId="2076139074"/>
            <ac:spMk id="7" creationId="{B129EEA3-6294-8386-ABA1-B7749A8798FC}"/>
          </ac:spMkLst>
        </pc:spChg>
        <pc:spChg chg="mod">
          <ac:chgData name="Hironari Yamada" userId="e57621f8-ec3c-449e-bb19-001fffcc008e" providerId="ADAL" clId="{BC0BD879-F267-5CCA-8DEA-E3B2DD07DA4E}" dt="2026-08-14T01:20:53.890" v="15374"/>
          <ac:spMkLst>
            <pc:docMk/>
            <pc:sldMk cId="140491717" sldId="2076139074"/>
            <ac:spMk id="9" creationId="{035D4B98-D264-FA82-E378-3947C9D299AF}"/>
          </ac:spMkLst>
        </pc:spChg>
        <pc:graphicFrameChg chg="add mod">
          <ac:chgData name="Hironari Yamada" userId="e57621f8-ec3c-449e-bb19-001fffcc008e" providerId="ADAL" clId="{BC0BD879-F267-5CCA-8DEA-E3B2DD07DA4E}" dt="2026-08-14T01:21:14.142" v="15378" actId="1076"/>
          <ac:graphicFrameMkLst>
            <pc:docMk/>
            <pc:sldMk cId="140491717" sldId="2076139074"/>
            <ac:graphicFrameMk id="5" creationId="{DD2B8F43-E2EC-8587-3A36-68E14E78887D}"/>
          </ac:graphicFrameMkLst>
        </pc:graphicFrameChg>
      </pc:sldChg>
      <pc:sldChg chg="addSp delSp modSp add del mod modNotes">
        <pc:chgData name="Hironari Yamada" userId="e57621f8-ec3c-449e-bb19-001fffcc008e" providerId="ADAL" clId="{BC0BD879-F267-5CCA-8DEA-E3B2DD07DA4E}" dt="2026-08-14T00:42:34.304" v="15208" actId="2696"/>
        <pc:sldMkLst>
          <pc:docMk/>
          <pc:sldMk cId="236483319" sldId="2076139074"/>
        </pc:sldMkLst>
      </pc:sldChg>
      <pc:sldChg chg="addSp modSp add mod">
        <pc:chgData name="Hironari Yamada" userId="e57621f8-ec3c-449e-bb19-001fffcc008e" providerId="ADAL" clId="{BC0BD879-F267-5CCA-8DEA-E3B2DD07DA4E}" dt="2026-08-14T01:21:56.532" v="15384" actId="1076"/>
        <pc:sldMkLst>
          <pc:docMk/>
          <pc:sldMk cId="1689664476" sldId="2076139075"/>
        </pc:sldMkLst>
        <pc:spChg chg="mod">
          <ac:chgData name="Hironari Yamada" userId="e57621f8-ec3c-449e-bb19-001fffcc008e" providerId="ADAL" clId="{BC0BD879-F267-5CCA-8DEA-E3B2DD07DA4E}" dt="2026-08-14T01:21:48.098" v="15382" actId="12"/>
          <ac:spMkLst>
            <pc:docMk/>
            <pc:sldMk cId="1689664476" sldId="2076139075"/>
            <ac:spMk id="3" creationId="{2B3E10D5-B212-0A16-872A-E7B34DF90153}"/>
          </ac:spMkLst>
        </pc:spChg>
        <pc:spChg chg="add mod">
          <ac:chgData name="Hironari Yamada" userId="e57621f8-ec3c-449e-bb19-001fffcc008e" providerId="ADAL" clId="{BC0BD879-F267-5CCA-8DEA-E3B2DD07DA4E}" dt="2026-08-14T01:21:56.532" v="15384" actId="1076"/>
          <ac:spMkLst>
            <pc:docMk/>
            <pc:sldMk cId="1689664476" sldId="2076139075"/>
            <ac:spMk id="5" creationId="{E16B7D61-4E1A-33C6-D832-9AEAF426464D}"/>
          </ac:spMkLst>
        </pc:spChg>
        <pc:spChg chg="add mod">
          <ac:chgData name="Hironari Yamada" userId="e57621f8-ec3c-449e-bb19-001fffcc008e" providerId="ADAL" clId="{BC0BD879-F267-5CCA-8DEA-E3B2DD07DA4E}" dt="2026-08-14T01:21:56.532" v="15384" actId="1076"/>
          <ac:spMkLst>
            <pc:docMk/>
            <pc:sldMk cId="1689664476" sldId="2076139075"/>
            <ac:spMk id="7" creationId="{90268B1A-60CC-A28F-B8DE-947521E8FE55}"/>
          </ac:spMkLst>
        </pc:spChg>
        <pc:spChg chg="add mod">
          <ac:chgData name="Hironari Yamada" userId="e57621f8-ec3c-449e-bb19-001fffcc008e" providerId="ADAL" clId="{BC0BD879-F267-5CCA-8DEA-E3B2DD07DA4E}" dt="2026-08-14T01:21:56.532" v="15384" actId="1076"/>
          <ac:spMkLst>
            <pc:docMk/>
            <pc:sldMk cId="1689664476" sldId="2076139075"/>
            <ac:spMk id="8" creationId="{1C365BDE-578F-287C-E423-98600F2F0978}"/>
          </ac:spMkLst>
        </pc:spChg>
        <pc:spChg chg="mod">
          <ac:chgData name="Hironari Yamada" userId="e57621f8-ec3c-449e-bb19-001fffcc008e" providerId="ADAL" clId="{BC0BD879-F267-5CCA-8DEA-E3B2DD07DA4E}" dt="2026-08-14T01:21:34.777" v="15380" actId="113"/>
          <ac:spMkLst>
            <pc:docMk/>
            <pc:sldMk cId="1689664476" sldId="2076139075"/>
            <ac:spMk id="9" creationId="{F5B069F0-6B10-1FE8-9D28-8AB0063CA73F}"/>
          </ac:spMkLst>
        </pc:spChg>
        <pc:spChg chg="add mod">
          <ac:chgData name="Hironari Yamada" userId="e57621f8-ec3c-449e-bb19-001fffcc008e" providerId="ADAL" clId="{BC0BD879-F267-5CCA-8DEA-E3B2DD07DA4E}" dt="2026-08-14T01:21:56.532" v="15384" actId="1076"/>
          <ac:spMkLst>
            <pc:docMk/>
            <pc:sldMk cId="1689664476" sldId="2076139075"/>
            <ac:spMk id="12" creationId="{667AC29C-90D5-9DE6-1539-E376FC768FDC}"/>
          </ac:spMkLst>
        </pc:spChg>
        <pc:spChg chg="add mod">
          <ac:chgData name="Hironari Yamada" userId="e57621f8-ec3c-449e-bb19-001fffcc008e" providerId="ADAL" clId="{BC0BD879-F267-5CCA-8DEA-E3B2DD07DA4E}" dt="2026-08-14T01:21:56.532" v="15384" actId="1076"/>
          <ac:spMkLst>
            <pc:docMk/>
            <pc:sldMk cId="1689664476" sldId="2076139075"/>
            <ac:spMk id="13" creationId="{1C7E7322-F39D-EDA6-3199-011060545354}"/>
          </ac:spMkLst>
        </pc:spChg>
        <pc:spChg chg="add mod">
          <ac:chgData name="Hironari Yamada" userId="e57621f8-ec3c-449e-bb19-001fffcc008e" providerId="ADAL" clId="{BC0BD879-F267-5CCA-8DEA-E3B2DD07DA4E}" dt="2026-08-14T01:21:56.532" v="15384" actId="1076"/>
          <ac:spMkLst>
            <pc:docMk/>
            <pc:sldMk cId="1689664476" sldId="2076139075"/>
            <ac:spMk id="14" creationId="{D8A6D4EA-B3A7-F2A1-A04F-D9AAC4F77F8F}"/>
          </ac:spMkLst>
        </pc:spChg>
        <pc:spChg chg="add mod">
          <ac:chgData name="Hironari Yamada" userId="e57621f8-ec3c-449e-bb19-001fffcc008e" providerId="ADAL" clId="{BC0BD879-F267-5CCA-8DEA-E3B2DD07DA4E}" dt="2026-08-14T01:21:56.532" v="15384" actId="1076"/>
          <ac:spMkLst>
            <pc:docMk/>
            <pc:sldMk cId="1689664476" sldId="2076139075"/>
            <ac:spMk id="15" creationId="{C4D88457-A974-FBF6-CB24-4FBE9582287C}"/>
          </ac:spMkLst>
        </pc:spChg>
        <pc:spChg chg="add mod">
          <ac:chgData name="Hironari Yamada" userId="e57621f8-ec3c-449e-bb19-001fffcc008e" providerId="ADAL" clId="{BC0BD879-F267-5CCA-8DEA-E3B2DD07DA4E}" dt="2026-08-14T01:21:56.532" v="15384" actId="1076"/>
          <ac:spMkLst>
            <pc:docMk/>
            <pc:sldMk cId="1689664476" sldId="2076139075"/>
            <ac:spMk id="16" creationId="{8BAD0346-7821-0B48-838E-B32E7452A2E4}"/>
          </ac:spMkLst>
        </pc:spChg>
        <pc:spChg chg="add mod">
          <ac:chgData name="Hironari Yamada" userId="e57621f8-ec3c-449e-bb19-001fffcc008e" providerId="ADAL" clId="{BC0BD879-F267-5CCA-8DEA-E3B2DD07DA4E}" dt="2026-08-14T01:21:56.532" v="15384" actId="1076"/>
          <ac:spMkLst>
            <pc:docMk/>
            <pc:sldMk cId="1689664476" sldId="2076139075"/>
            <ac:spMk id="17" creationId="{D342358C-668A-F957-E1C1-574050D2C59C}"/>
          </ac:spMkLst>
        </pc:spChg>
        <pc:spChg chg="add mod">
          <ac:chgData name="Hironari Yamada" userId="e57621f8-ec3c-449e-bb19-001fffcc008e" providerId="ADAL" clId="{BC0BD879-F267-5CCA-8DEA-E3B2DD07DA4E}" dt="2026-08-14T01:21:56.532" v="15384" actId="1076"/>
          <ac:spMkLst>
            <pc:docMk/>
            <pc:sldMk cId="1689664476" sldId="2076139075"/>
            <ac:spMk id="18" creationId="{B272EAA3-E474-0A0A-9BDE-9AC6035A439F}"/>
          </ac:spMkLst>
        </pc:spChg>
      </pc:sldChg>
      <pc:sldChg chg="addSp delSp modSp add del mod">
        <pc:chgData name="Hironari Yamada" userId="e57621f8-ec3c-449e-bb19-001fffcc008e" providerId="ADAL" clId="{BC0BD879-F267-5CCA-8DEA-E3B2DD07DA4E}" dt="2026-08-14T00:42:34.295" v="15204" actId="2696"/>
        <pc:sldMkLst>
          <pc:docMk/>
          <pc:sldMk cId="3696074111" sldId="2076139075"/>
        </pc:sldMkLst>
      </pc:sldChg>
      <pc:sldChg chg="add del">
        <pc:chgData name="Hironari Yamada" userId="e57621f8-ec3c-449e-bb19-001fffcc008e" providerId="ADAL" clId="{BC0BD879-F267-5CCA-8DEA-E3B2DD07DA4E}" dt="2026-08-14T01:22:46.775" v="15385" actId="2696"/>
        <pc:sldMkLst>
          <pc:docMk/>
          <pc:sldMk cId="253012555" sldId="2076139076"/>
        </pc:sldMkLst>
      </pc:sldChg>
      <pc:sldChg chg="addSp modSp add mod">
        <pc:chgData name="Hironari Yamada" userId="e57621f8-ec3c-449e-bb19-001fffcc008e" providerId="ADAL" clId="{BC0BD879-F267-5CCA-8DEA-E3B2DD07DA4E}" dt="2026-08-14T01:29:40.476" v="15551" actId="1076"/>
        <pc:sldMkLst>
          <pc:docMk/>
          <pc:sldMk cId="1072552182" sldId="2076139076"/>
        </pc:sldMkLst>
        <pc:spChg chg="mod">
          <ac:chgData name="Hironari Yamada" userId="e57621f8-ec3c-449e-bb19-001fffcc008e" providerId="ADAL" clId="{BC0BD879-F267-5CCA-8DEA-E3B2DD07DA4E}" dt="2026-08-14T01:29:31.336" v="15549" actId="12"/>
          <ac:spMkLst>
            <pc:docMk/>
            <pc:sldMk cId="1072552182" sldId="2076139076"/>
            <ac:spMk id="3" creationId="{62EF5D55-FCA8-1DC3-D71A-B0E441AB00F3}"/>
          </ac:spMkLst>
        </pc:spChg>
        <pc:spChg chg="add mod">
          <ac:chgData name="Hironari Yamada" userId="e57621f8-ec3c-449e-bb19-001fffcc008e" providerId="ADAL" clId="{BC0BD879-F267-5CCA-8DEA-E3B2DD07DA4E}" dt="2026-08-14T01:29:40.476" v="15551" actId="1076"/>
          <ac:spMkLst>
            <pc:docMk/>
            <pc:sldMk cId="1072552182" sldId="2076139076"/>
            <ac:spMk id="5" creationId="{A7B31F08-C5D7-DCF1-863D-24685D8A36C7}"/>
          </ac:spMkLst>
        </pc:spChg>
        <pc:spChg chg="add mod">
          <ac:chgData name="Hironari Yamada" userId="e57621f8-ec3c-449e-bb19-001fffcc008e" providerId="ADAL" clId="{BC0BD879-F267-5CCA-8DEA-E3B2DD07DA4E}" dt="2026-08-14T01:29:40.476" v="15551" actId="1076"/>
          <ac:spMkLst>
            <pc:docMk/>
            <pc:sldMk cId="1072552182" sldId="2076139076"/>
            <ac:spMk id="7" creationId="{021768F7-22DA-0FC5-356E-11FF02654429}"/>
          </ac:spMkLst>
        </pc:spChg>
        <pc:spChg chg="add mod">
          <ac:chgData name="Hironari Yamada" userId="e57621f8-ec3c-449e-bb19-001fffcc008e" providerId="ADAL" clId="{BC0BD879-F267-5CCA-8DEA-E3B2DD07DA4E}" dt="2026-08-14T01:29:40.476" v="15551" actId="1076"/>
          <ac:spMkLst>
            <pc:docMk/>
            <pc:sldMk cId="1072552182" sldId="2076139076"/>
            <ac:spMk id="8" creationId="{4AA740EC-F1CD-3C31-F05B-A5A0AB38248D}"/>
          </ac:spMkLst>
        </pc:spChg>
        <pc:spChg chg="mod">
          <ac:chgData name="Hironari Yamada" userId="e57621f8-ec3c-449e-bb19-001fffcc008e" providerId="ADAL" clId="{BC0BD879-F267-5CCA-8DEA-E3B2DD07DA4E}" dt="2026-08-14T01:29:23.238" v="15547" actId="113"/>
          <ac:spMkLst>
            <pc:docMk/>
            <pc:sldMk cId="1072552182" sldId="2076139076"/>
            <ac:spMk id="9" creationId="{854CC0A0-2115-C86F-FBE3-4EEFD3797073}"/>
          </ac:spMkLst>
        </pc:spChg>
        <pc:spChg chg="add mod">
          <ac:chgData name="Hironari Yamada" userId="e57621f8-ec3c-449e-bb19-001fffcc008e" providerId="ADAL" clId="{BC0BD879-F267-5CCA-8DEA-E3B2DD07DA4E}" dt="2026-08-14T01:29:40.476" v="15551" actId="1076"/>
          <ac:spMkLst>
            <pc:docMk/>
            <pc:sldMk cId="1072552182" sldId="2076139076"/>
            <ac:spMk id="11" creationId="{70475408-A941-8C48-BCAB-9823A521EE84}"/>
          </ac:spMkLst>
        </pc:spChg>
        <pc:picChg chg="add mod">
          <ac:chgData name="Hironari Yamada" userId="e57621f8-ec3c-449e-bb19-001fffcc008e" providerId="ADAL" clId="{BC0BD879-F267-5CCA-8DEA-E3B2DD07DA4E}" dt="2026-08-14T01:29:40.476" v="15551" actId="1076"/>
          <ac:picMkLst>
            <pc:docMk/>
            <pc:sldMk cId="1072552182" sldId="2076139076"/>
            <ac:picMk id="10" creationId="{7D46B4C9-3C84-FA76-EB18-29025E466AD4}"/>
          </ac:picMkLst>
        </pc:picChg>
      </pc:sldChg>
      <pc:sldChg chg="addSp delSp modSp add del mod ord">
        <pc:chgData name="Hironari Yamada" userId="e57621f8-ec3c-449e-bb19-001fffcc008e" providerId="ADAL" clId="{BC0BD879-F267-5CCA-8DEA-E3B2DD07DA4E}" dt="2026-08-14T00:42:34.311" v="15211" actId="2696"/>
        <pc:sldMkLst>
          <pc:docMk/>
          <pc:sldMk cId="3227163676" sldId="2076139076"/>
        </pc:sldMkLst>
      </pc:sldChg>
      <pc:sldChg chg="add del">
        <pc:chgData name="Hironari Yamada" userId="e57621f8-ec3c-449e-bb19-001fffcc008e" providerId="ADAL" clId="{BC0BD879-F267-5CCA-8DEA-E3B2DD07DA4E}" dt="2026-08-14T01:22:46.780" v="15387" actId="2696"/>
        <pc:sldMkLst>
          <pc:docMk/>
          <pc:sldMk cId="1272435079" sldId="2076139077"/>
        </pc:sldMkLst>
      </pc:sldChg>
      <pc:sldChg chg="addSp modSp add mod">
        <pc:chgData name="Hironari Yamada" userId="e57621f8-ec3c-449e-bb19-001fffcc008e" providerId="ADAL" clId="{BC0BD879-F267-5CCA-8DEA-E3B2DD07DA4E}" dt="2026-08-14T01:30:12.487" v="15557" actId="1076"/>
        <pc:sldMkLst>
          <pc:docMk/>
          <pc:sldMk cId="1893368043" sldId="2076139077"/>
        </pc:sldMkLst>
        <pc:spChg chg="mod">
          <ac:chgData name="Hironari Yamada" userId="e57621f8-ec3c-449e-bb19-001fffcc008e" providerId="ADAL" clId="{BC0BD879-F267-5CCA-8DEA-E3B2DD07DA4E}" dt="2026-08-14T01:30:02.387" v="15555" actId="12"/>
          <ac:spMkLst>
            <pc:docMk/>
            <pc:sldMk cId="1893368043" sldId="2076139077"/>
            <ac:spMk id="3" creationId="{80468DF8-261E-FCBF-4247-981F5BB15B2F}"/>
          </ac:spMkLst>
        </pc:spChg>
        <pc:spChg chg="add mod">
          <ac:chgData name="Hironari Yamada" userId="e57621f8-ec3c-449e-bb19-001fffcc008e" providerId="ADAL" clId="{BC0BD879-F267-5CCA-8DEA-E3B2DD07DA4E}" dt="2026-08-14T01:30:12.487" v="15557" actId="1076"/>
          <ac:spMkLst>
            <pc:docMk/>
            <pc:sldMk cId="1893368043" sldId="2076139077"/>
            <ac:spMk id="5" creationId="{CCE4A061-206A-4BDF-C4A4-00AF8B68EC29}"/>
          </ac:spMkLst>
        </pc:spChg>
        <pc:spChg chg="add mod">
          <ac:chgData name="Hironari Yamada" userId="e57621f8-ec3c-449e-bb19-001fffcc008e" providerId="ADAL" clId="{BC0BD879-F267-5CCA-8DEA-E3B2DD07DA4E}" dt="2026-08-14T01:30:12.487" v="15557" actId="1076"/>
          <ac:spMkLst>
            <pc:docMk/>
            <pc:sldMk cId="1893368043" sldId="2076139077"/>
            <ac:spMk id="7" creationId="{375F2119-7E03-5A96-E317-C44E748669C8}"/>
          </ac:spMkLst>
        </pc:spChg>
        <pc:spChg chg="add mod">
          <ac:chgData name="Hironari Yamada" userId="e57621f8-ec3c-449e-bb19-001fffcc008e" providerId="ADAL" clId="{BC0BD879-F267-5CCA-8DEA-E3B2DD07DA4E}" dt="2026-08-14T01:30:12.487" v="15557" actId="1076"/>
          <ac:spMkLst>
            <pc:docMk/>
            <pc:sldMk cId="1893368043" sldId="2076139077"/>
            <ac:spMk id="8" creationId="{E670D3D9-0E86-37DE-D16E-EEEEFADEEE5A}"/>
          </ac:spMkLst>
        </pc:spChg>
        <pc:spChg chg="mod">
          <ac:chgData name="Hironari Yamada" userId="e57621f8-ec3c-449e-bb19-001fffcc008e" providerId="ADAL" clId="{BC0BD879-F267-5CCA-8DEA-E3B2DD07DA4E}" dt="2026-08-14T01:29:54.257" v="15553" actId="113"/>
          <ac:spMkLst>
            <pc:docMk/>
            <pc:sldMk cId="1893368043" sldId="2076139077"/>
            <ac:spMk id="9" creationId="{52638412-EF3B-5A89-CF94-E73AC6153758}"/>
          </ac:spMkLst>
        </pc:spChg>
        <pc:spChg chg="add mod">
          <ac:chgData name="Hironari Yamada" userId="e57621f8-ec3c-449e-bb19-001fffcc008e" providerId="ADAL" clId="{BC0BD879-F267-5CCA-8DEA-E3B2DD07DA4E}" dt="2026-08-14T01:30:12.487" v="15557" actId="1076"/>
          <ac:spMkLst>
            <pc:docMk/>
            <pc:sldMk cId="1893368043" sldId="2076139077"/>
            <ac:spMk id="11" creationId="{FCAFD0DC-6CBF-2FBC-69D9-6D50736661F6}"/>
          </ac:spMkLst>
        </pc:spChg>
        <pc:picChg chg="add mod">
          <ac:chgData name="Hironari Yamada" userId="e57621f8-ec3c-449e-bb19-001fffcc008e" providerId="ADAL" clId="{BC0BD879-F267-5CCA-8DEA-E3B2DD07DA4E}" dt="2026-08-14T01:30:12.487" v="15557" actId="1076"/>
          <ac:picMkLst>
            <pc:docMk/>
            <pc:sldMk cId="1893368043" sldId="2076139077"/>
            <ac:picMk id="10" creationId="{E4C1BDD1-4505-A1DD-1809-27E918924729}"/>
          </ac:picMkLst>
        </pc:picChg>
      </pc:sldChg>
      <pc:sldChg chg="addSp modSp add del mod">
        <pc:chgData name="Hironari Yamada" userId="e57621f8-ec3c-449e-bb19-001fffcc008e" providerId="ADAL" clId="{BC0BD879-F267-5CCA-8DEA-E3B2DD07DA4E}" dt="2026-08-14T00:42:34.293" v="15203" actId="2696"/>
        <pc:sldMkLst>
          <pc:docMk/>
          <pc:sldMk cId="2027983538" sldId="2076139077"/>
        </pc:sldMkLst>
      </pc:sldChg>
      <pc:sldChg chg="addSp modSp add mod">
        <pc:chgData name="Hironari Yamada" userId="e57621f8-ec3c-449e-bb19-001fffcc008e" providerId="ADAL" clId="{BC0BD879-F267-5CCA-8DEA-E3B2DD07DA4E}" dt="2026-08-14T01:30:58.286" v="15563" actId="1076"/>
        <pc:sldMkLst>
          <pc:docMk/>
          <pc:sldMk cId="231491437" sldId="2076139078"/>
        </pc:sldMkLst>
        <pc:spChg chg="mod">
          <ac:chgData name="Hironari Yamada" userId="e57621f8-ec3c-449e-bb19-001fffcc008e" providerId="ADAL" clId="{BC0BD879-F267-5CCA-8DEA-E3B2DD07DA4E}" dt="2026-08-14T01:30:49.623" v="15561" actId="12"/>
          <ac:spMkLst>
            <pc:docMk/>
            <pc:sldMk cId="231491437" sldId="2076139078"/>
            <ac:spMk id="3" creationId="{3D599E97-C84A-F8C7-BCA1-01330CD8EF42}"/>
          </ac:spMkLst>
        </pc:spChg>
        <pc:spChg chg="add mod">
          <ac:chgData name="Hironari Yamada" userId="e57621f8-ec3c-449e-bb19-001fffcc008e" providerId="ADAL" clId="{BC0BD879-F267-5CCA-8DEA-E3B2DD07DA4E}" dt="2026-08-14T01:30:58.286" v="15563" actId="1076"/>
          <ac:spMkLst>
            <pc:docMk/>
            <pc:sldMk cId="231491437" sldId="2076139078"/>
            <ac:spMk id="7" creationId="{59B3FCD5-3AB6-1BC4-44D2-1B2983973A04}"/>
          </ac:spMkLst>
        </pc:spChg>
        <pc:spChg chg="add mod">
          <ac:chgData name="Hironari Yamada" userId="e57621f8-ec3c-449e-bb19-001fffcc008e" providerId="ADAL" clId="{BC0BD879-F267-5CCA-8DEA-E3B2DD07DA4E}" dt="2026-08-14T01:30:58.286" v="15563" actId="1076"/>
          <ac:spMkLst>
            <pc:docMk/>
            <pc:sldMk cId="231491437" sldId="2076139078"/>
            <ac:spMk id="8" creationId="{7AA2F69D-2F60-C90F-99D1-9CB9B38615FF}"/>
          </ac:spMkLst>
        </pc:spChg>
        <pc:spChg chg="mod">
          <ac:chgData name="Hironari Yamada" userId="e57621f8-ec3c-449e-bb19-001fffcc008e" providerId="ADAL" clId="{BC0BD879-F267-5CCA-8DEA-E3B2DD07DA4E}" dt="2026-08-14T01:30:42.875" v="15559"/>
          <ac:spMkLst>
            <pc:docMk/>
            <pc:sldMk cId="231491437" sldId="2076139078"/>
            <ac:spMk id="9" creationId="{845FCF64-CA6F-95F9-0D23-528A0A482B8F}"/>
          </ac:spMkLst>
        </pc:spChg>
        <pc:spChg chg="add mod">
          <ac:chgData name="Hironari Yamada" userId="e57621f8-ec3c-449e-bb19-001fffcc008e" providerId="ADAL" clId="{BC0BD879-F267-5CCA-8DEA-E3B2DD07DA4E}" dt="2026-08-14T01:30:58.286" v="15563" actId="1076"/>
          <ac:spMkLst>
            <pc:docMk/>
            <pc:sldMk cId="231491437" sldId="2076139078"/>
            <ac:spMk id="12" creationId="{199DEA75-0189-DFB4-042D-AFF0FF8F1120}"/>
          </ac:spMkLst>
        </pc:spChg>
        <pc:spChg chg="add mod">
          <ac:chgData name="Hironari Yamada" userId="e57621f8-ec3c-449e-bb19-001fffcc008e" providerId="ADAL" clId="{BC0BD879-F267-5CCA-8DEA-E3B2DD07DA4E}" dt="2026-08-14T01:30:58.286" v="15563" actId="1076"/>
          <ac:spMkLst>
            <pc:docMk/>
            <pc:sldMk cId="231491437" sldId="2076139078"/>
            <ac:spMk id="16" creationId="{83DB96B4-63E7-48A4-B9FF-7CDDCDD9B4BE}"/>
          </ac:spMkLst>
        </pc:spChg>
        <pc:spChg chg="add mod">
          <ac:chgData name="Hironari Yamada" userId="e57621f8-ec3c-449e-bb19-001fffcc008e" providerId="ADAL" clId="{BC0BD879-F267-5CCA-8DEA-E3B2DD07DA4E}" dt="2026-08-14T01:30:58.286" v="15563" actId="1076"/>
          <ac:spMkLst>
            <pc:docMk/>
            <pc:sldMk cId="231491437" sldId="2076139078"/>
            <ac:spMk id="18" creationId="{31DF1627-B733-1475-73A6-98849B172B23}"/>
          </ac:spMkLst>
        </pc:spChg>
        <pc:spChg chg="add mod">
          <ac:chgData name="Hironari Yamada" userId="e57621f8-ec3c-449e-bb19-001fffcc008e" providerId="ADAL" clId="{BC0BD879-F267-5CCA-8DEA-E3B2DD07DA4E}" dt="2026-08-14T01:30:58.286" v="15563" actId="1076"/>
          <ac:spMkLst>
            <pc:docMk/>
            <pc:sldMk cId="231491437" sldId="2076139078"/>
            <ac:spMk id="19" creationId="{CC2C87D5-A873-DA6A-7CEB-54C647BDB42F}"/>
          </ac:spMkLst>
        </pc:spChg>
        <pc:spChg chg="add mod">
          <ac:chgData name="Hironari Yamada" userId="e57621f8-ec3c-449e-bb19-001fffcc008e" providerId="ADAL" clId="{BC0BD879-F267-5CCA-8DEA-E3B2DD07DA4E}" dt="2026-08-14T01:30:58.286" v="15563" actId="1076"/>
          <ac:spMkLst>
            <pc:docMk/>
            <pc:sldMk cId="231491437" sldId="2076139078"/>
            <ac:spMk id="22" creationId="{0278F0CA-1EE0-4EC5-4DEA-D967883CC88A}"/>
          </ac:spMkLst>
        </pc:spChg>
        <pc:spChg chg="add mod">
          <ac:chgData name="Hironari Yamada" userId="e57621f8-ec3c-449e-bb19-001fffcc008e" providerId="ADAL" clId="{BC0BD879-F267-5CCA-8DEA-E3B2DD07DA4E}" dt="2026-08-14T01:30:58.286" v="15563" actId="1076"/>
          <ac:spMkLst>
            <pc:docMk/>
            <pc:sldMk cId="231491437" sldId="2076139078"/>
            <ac:spMk id="27" creationId="{4339C1A4-4079-C468-26EE-487798C0F799}"/>
          </ac:spMkLst>
        </pc:spChg>
        <pc:spChg chg="add mod">
          <ac:chgData name="Hironari Yamada" userId="e57621f8-ec3c-449e-bb19-001fffcc008e" providerId="ADAL" clId="{BC0BD879-F267-5CCA-8DEA-E3B2DD07DA4E}" dt="2026-08-14T01:30:58.286" v="15563" actId="1076"/>
          <ac:spMkLst>
            <pc:docMk/>
            <pc:sldMk cId="231491437" sldId="2076139078"/>
            <ac:spMk id="30" creationId="{AA018766-7659-1623-C7BC-A46C4CDDC48F}"/>
          </ac:spMkLst>
        </pc:spChg>
        <pc:spChg chg="add mod">
          <ac:chgData name="Hironari Yamada" userId="e57621f8-ec3c-449e-bb19-001fffcc008e" providerId="ADAL" clId="{BC0BD879-F267-5CCA-8DEA-E3B2DD07DA4E}" dt="2026-08-14T01:30:58.286" v="15563" actId="1076"/>
          <ac:spMkLst>
            <pc:docMk/>
            <pc:sldMk cId="231491437" sldId="2076139078"/>
            <ac:spMk id="31" creationId="{9B9E692D-E9F0-9DD8-AC4D-2998F8B60CC5}"/>
          </ac:spMkLst>
        </pc:spChg>
      </pc:sldChg>
      <pc:sldChg chg="add del">
        <pc:chgData name="Hironari Yamada" userId="e57621f8-ec3c-449e-bb19-001fffcc008e" providerId="ADAL" clId="{BC0BD879-F267-5CCA-8DEA-E3B2DD07DA4E}" dt="2026-08-14T01:22:46.777" v="15386" actId="2696"/>
        <pc:sldMkLst>
          <pc:docMk/>
          <pc:sldMk cId="772384878" sldId="2076139078"/>
        </pc:sldMkLst>
      </pc:sldChg>
      <pc:sldChg chg="addSp modSp add del mod">
        <pc:chgData name="Hironari Yamada" userId="e57621f8-ec3c-449e-bb19-001fffcc008e" providerId="ADAL" clId="{BC0BD879-F267-5CCA-8DEA-E3B2DD07DA4E}" dt="2026-08-14T00:42:34.296" v="15205" actId="2696"/>
        <pc:sldMkLst>
          <pc:docMk/>
          <pc:sldMk cId="2757518928" sldId="2076139078"/>
        </pc:sldMkLst>
      </pc:sldChg>
      <pc:sldChg chg="addSp delSp modSp add del mod">
        <pc:chgData name="Hironari Yamada" userId="e57621f8-ec3c-449e-bb19-001fffcc008e" providerId="ADAL" clId="{BC0BD879-F267-5CCA-8DEA-E3B2DD07DA4E}" dt="2026-08-14T00:42:34.306" v="15209" actId="2696"/>
        <pc:sldMkLst>
          <pc:docMk/>
          <pc:sldMk cId="2049357670" sldId="2076139079"/>
        </pc:sldMkLst>
      </pc:sldChg>
      <pc:sldChg chg="addSp modSp add mod">
        <pc:chgData name="Hironari Yamada" userId="e57621f8-ec3c-449e-bb19-001fffcc008e" providerId="ADAL" clId="{BC0BD879-F267-5CCA-8DEA-E3B2DD07DA4E}" dt="2026-08-14T04:14:41.159" v="15582" actId="113"/>
        <pc:sldMkLst>
          <pc:docMk/>
          <pc:sldMk cId="3900250627" sldId="2076139079"/>
        </pc:sldMkLst>
        <pc:spChg chg="mod">
          <ac:chgData name="Hironari Yamada" userId="e57621f8-ec3c-449e-bb19-001fffcc008e" providerId="ADAL" clId="{BC0BD879-F267-5CCA-8DEA-E3B2DD07DA4E}" dt="2026-08-14T04:13:36.853" v="15567" actId="12"/>
          <ac:spMkLst>
            <pc:docMk/>
            <pc:sldMk cId="3900250627" sldId="2076139079"/>
            <ac:spMk id="3" creationId="{AE3AABCD-5DBD-F777-89AB-59D6015DF3DE}"/>
          </ac:spMkLst>
        </pc:spChg>
        <pc:spChg chg="add mod">
          <ac:chgData name="Hironari Yamada" userId="e57621f8-ec3c-449e-bb19-001fffcc008e" providerId="ADAL" clId="{BC0BD879-F267-5CCA-8DEA-E3B2DD07DA4E}" dt="2026-08-14T04:13:44.466" v="15568"/>
          <ac:spMkLst>
            <pc:docMk/>
            <pc:sldMk cId="3900250627" sldId="2076139079"/>
            <ac:spMk id="7" creationId="{D461D739-25AC-0DB4-6CC8-25370F5CCB00}"/>
          </ac:spMkLst>
        </pc:spChg>
        <pc:spChg chg="mod">
          <ac:chgData name="Hironari Yamada" userId="e57621f8-ec3c-449e-bb19-001fffcc008e" providerId="ADAL" clId="{BC0BD879-F267-5CCA-8DEA-E3B2DD07DA4E}" dt="2026-08-14T01:31:21.903" v="15565"/>
          <ac:spMkLst>
            <pc:docMk/>
            <pc:sldMk cId="3900250627" sldId="2076139079"/>
            <ac:spMk id="9" creationId="{149B5C37-9190-FAD0-164F-7AE2A105D033}"/>
          </ac:spMkLst>
        </pc:spChg>
        <pc:spChg chg="add mod">
          <ac:chgData name="Hironari Yamada" userId="e57621f8-ec3c-449e-bb19-001fffcc008e" providerId="ADAL" clId="{BC0BD879-F267-5CCA-8DEA-E3B2DD07DA4E}" dt="2026-08-14T04:14:00.310" v="15572" actId="113"/>
          <ac:spMkLst>
            <pc:docMk/>
            <pc:sldMk cId="3900250627" sldId="2076139079"/>
            <ac:spMk id="10" creationId="{084F94F7-2B69-A2E9-D701-1A78A405459F}"/>
          </ac:spMkLst>
        </pc:spChg>
        <pc:spChg chg="add mod">
          <ac:chgData name="Hironari Yamada" userId="e57621f8-ec3c-449e-bb19-001fffcc008e" providerId="ADAL" clId="{BC0BD879-F267-5CCA-8DEA-E3B2DD07DA4E}" dt="2026-08-14T04:13:44.466" v="15568"/>
          <ac:spMkLst>
            <pc:docMk/>
            <pc:sldMk cId="3900250627" sldId="2076139079"/>
            <ac:spMk id="11" creationId="{E22D11F9-F5F3-8F5F-F669-D33D1C0E3E17}"/>
          </ac:spMkLst>
        </pc:spChg>
        <pc:spChg chg="add mod">
          <ac:chgData name="Hironari Yamada" userId="e57621f8-ec3c-449e-bb19-001fffcc008e" providerId="ADAL" clId="{BC0BD879-F267-5CCA-8DEA-E3B2DD07DA4E}" dt="2026-08-14T04:13:44.466" v="15568"/>
          <ac:spMkLst>
            <pc:docMk/>
            <pc:sldMk cId="3900250627" sldId="2076139079"/>
            <ac:spMk id="12" creationId="{CB485CCB-8BF5-F17F-ED2F-45CC8708648A}"/>
          </ac:spMkLst>
        </pc:spChg>
        <pc:spChg chg="add mod">
          <ac:chgData name="Hironari Yamada" userId="e57621f8-ec3c-449e-bb19-001fffcc008e" providerId="ADAL" clId="{BC0BD879-F267-5CCA-8DEA-E3B2DD07DA4E}" dt="2026-08-14T04:13:44.466" v="15568"/>
          <ac:spMkLst>
            <pc:docMk/>
            <pc:sldMk cId="3900250627" sldId="2076139079"/>
            <ac:spMk id="13" creationId="{23A75A3C-ABF8-9D51-9B8A-0C76F26261DD}"/>
          </ac:spMkLst>
        </pc:spChg>
        <pc:spChg chg="add mod">
          <ac:chgData name="Hironari Yamada" userId="e57621f8-ec3c-449e-bb19-001fffcc008e" providerId="ADAL" clId="{BC0BD879-F267-5CCA-8DEA-E3B2DD07DA4E}" dt="2026-08-14T04:14:27.368" v="15580" actId="207"/>
          <ac:spMkLst>
            <pc:docMk/>
            <pc:sldMk cId="3900250627" sldId="2076139079"/>
            <ac:spMk id="14" creationId="{E98226E3-19F4-CE20-5883-6E1ECB6B848B}"/>
          </ac:spMkLst>
        </pc:spChg>
        <pc:spChg chg="add mod">
          <ac:chgData name="Hironari Yamada" userId="e57621f8-ec3c-449e-bb19-001fffcc008e" providerId="ADAL" clId="{BC0BD879-F267-5CCA-8DEA-E3B2DD07DA4E}" dt="2026-08-14T04:13:44.466" v="15568"/>
          <ac:spMkLst>
            <pc:docMk/>
            <pc:sldMk cId="3900250627" sldId="2076139079"/>
            <ac:spMk id="15" creationId="{80F2B58E-3070-5D5F-F7EE-999F85153A26}"/>
          </ac:spMkLst>
        </pc:spChg>
        <pc:spChg chg="add mod">
          <ac:chgData name="Hironari Yamada" userId="e57621f8-ec3c-449e-bb19-001fffcc008e" providerId="ADAL" clId="{BC0BD879-F267-5CCA-8DEA-E3B2DD07DA4E}" dt="2026-08-14T04:13:44.466" v="15568"/>
          <ac:spMkLst>
            <pc:docMk/>
            <pc:sldMk cId="3900250627" sldId="2076139079"/>
            <ac:spMk id="16" creationId="{F57872E9-FC73-18A1-16C7-162DE3EB4D8D}"/>
          </ac:spMkLst>
        </pc:spChg>
        <pc:spChg chg="add mod">
          <ac:chgData name="Hironari Yamada" userId="e57621f8-ec3c-449e-bb19-001fffcc008e" providerId="ADAL" clId="{BC0BD879-F267-5CCA-8DEA-E3B2DD07DA4E}" dt="2026-08-14T04:13:44.466" v="15568"/>
          <ac:spMkLst>
            <pc:docMk/>
            <pc:sldMk cId="3900250627" sldId="2076139079"/>
            <ac:spMk id="17" creationId="{A16B3DDE-347E-4C41-DE21-0A58BD8253CB}"/>
          </ac:spMkLst>
        </pc:spChg>
        <pc:spChg chg="add mod">
          <ac:chgData name="Hironari Yamada" userId="e57621f8-ec3c-449e-bb19-001fffcc008e" providerId="ADAL" clId="{BC0BD879-F267-5CCA-8DEA-E3B2DD07DA4E}" dt="2026-08-14T04:14:41.159" v="15582" actId="113"/>
          <ac:spMkLst>
            <pc:docMk/>
            <pc:sldMk cId="3900250627" sldId="2076139079"/>
            <ac:spMk id="18" creationId="{4D5044D8-B05D-224C-EC4F-68DA1D02A26C}"/>
          </ac:spMkLst>
        </pc:spChg>
      </pc:sldChg>
      <pc:sldChg chg="addSp delSp modSp add del mod ord">
        <pc:chgData name="Hironari Yamada" userId="e57621f8-ec3c-449e-bb19-001fffcc008e" providerId="ADAL" clId="{BC0BD879-F267-5CCA-8DEA-E3B2DD07DA4E}" dt="2026-08-14T00:42:34.289" v="15201" actId="2696"/>
        <pc:sldMkLst>
          <pc:docMk/>
          <pc:sldMk cId="1055582850" sldId="2076139080"/>
        </pc:sldMkLst>
      </pc:sldChg>
      <pc:sldChg chg="modSp add mod">
        <pc:chgData name="Hironari Yamada" userId="e57621f8-ec3c-449e-bb19-001fffcc008e" providerId="ADAL" clId="{BC0BD879-F267-5CCA-8DEA-E3B2DD07DA4E}" dt="2026-08-14T04:23:32.776" v="16145" actId="207"/>
        <pc:sldMkLst>
          <pc:docMk/>
          <pc:sldMk cId="3388540527" sldId="2076139080"/>
        </pc:sldMkLst>
        <pc:spChg chg="mod">
          <ac:chgData name="Hironari Yamada" userId="e57621f8-ec3c-449e-bb19-001fffcc008e" providerId="ADAL" clId="{BC0BD879-F267-5CCA-8DEA-E3B2DD07DA4E}" dt="2026-08-14T04:23:32.776" v="16145" actId="207"/>
          <ac:spMkLst>
            <pc:docMk/>
            <pc:sldMk cId="3388540527" sldId="2076139080"/>
            <ac:spMk id="3" creationId="{C001F014-92FC-1352-8AB6-05946D1C3435}"/>
          </ac:spMkLst>
        </pc:spChg>
        <pc:spChg chg="mod">
          <ac:chgData name="Hironari Yamada" userId="e57621f8-ec3c-449e-bb19-001fffcc008e" providerId="ADAL" clId="{BC0BD879-F267-5CCA-8DEA-E3B2DD07DA4E}" dt="2026-08-14T04:19:57.521" v="15620" actId="20577"/>
          <ac:spMkLst>
            <pc:docMk/>
            <pc:sldMk cId="3388540527" sldId="2076139080"/>
            <ac:spMk id="9" creationId="{C4CB65FE-6F7F-DD06-DBB7-797C9F0DC736}"/>
          </ac:spMkLst>
        </pc:spChg>
      </pc:sldChg>
      <pc:sldChg chg="add del">
        <pc:chgData name="Hironari Yamada" userId="e57621f8-ec3c-449e-bb19-001fffcc008e" providerId="ADAL" clId="{BC0BD879-F267-5CCA-8DEA-E3B2DD07DA4E}" dt="2026-08-14T04:19:49.140" v="15596" actId="2696"/>
        <pc:sldMkLst>
          <pc:docMk/>
          <pc:sldMk cId="5104766" sldId="2076139081"/>
        </pc:sldMkLst>
      </pc:sldChg>
      <pc:sldChg chg="addSp delSp modSp add del mod ord">
        <pc:chgData name="Hironari Yamada" userId="e57621f8-ec3c-449e-bb19-001fffcc008e" providerId="ADAL" clId="{BC0BD879-F267-5CCA-8DEA-E3B2DD07DA4E}" dt="2026-08-14T00:42:34.291" v="15202" actId="2696"/>
        <pc:sldMkLst>
          <pc:docMk/>
          <pc:sldMk cId="1949906395" sldId="2076139081"/>
        </pc:sldMkLst>
      </pc:sldChg>
      <pc:sldChg chg="addSp delSp modSp add mod">
        <pc:chgData name="Hironari Yamada" userId="e57621f8-ec3c-449e-bb19-001fffcc008e" providerId="ADAL" clId="{BC0BD879-F267-5CCA-8DEA-E3B2DD07DA4E}" dt="2026-08-14T06:31:34.777" v="16900" actId="14100"/>
        <pc:sldMkLst>
          <pc:docMk/>
          <pc:sldMk cId="3539353373" sldId="2076139081"/>
        </pc:sldMkLst>
        <pc:spChg chg="mod">
          <ac:chgData name="Hironari Yamada" userId="e57621f8-ec3c-449e-bb19-001fffcc008e" providerId="ADAL" clId="{BC0BD879-F267-5CCA-8DEA-E3B2DD07DA4E}" dt="2026-08-14T06:30:03.462" v="16891" actId="20577"/>
          <ac:spMkLst>
            <pc:docMk/>
            <pc:sldMk cId="3539353373" sldId="2076139081"/>
            <ac:spMk id="3" creationId="{CE4F1D2E-0FE0-2E6F-1A01-71E7EFEB4FE6}"/>
          </ac:spMkLst>
        </pc:spChg>
        <pc:spChg chg="del">
          <ac:chgData name="Hironari Yamada" userId="e57621f8-ec3c-449e-bb19-001fffcc008e" providerId="ADAL" clId="{BC0BD879-F267-5CCA-8DEA-E3B2DD07DA4E}" dt="2026-08-14T06:21:45.463" v="16371" actId="478"/>
          <ac:spMkLst>
            <pc:docMk/>
            <pc:sldMk cId="3539353373" sldId="2076139081"/>
            <ac:spMk id="10" creationId="{BDBDADCA-8816-2B59-21C8-1F5FDE4FA29D}"/>
          </ac:spMkLst>
        </pc:spChg>
        <pc:picChg chg="add del mod">
          <ac:chgData name="Hironari Yamada" userId="e57621f8-ec3c-449e-bb19-001fffcc008e" providerId="ADAL" clId="{BC0BD879-F267-5CCA-8DEA-E3B2DD07DA4E}" dt="2026-08-14T06:29:41.274" v="16830" actId="478"/>
          <ac:picMkLst>
            <pc:docMk/>
            <pc:sldMk cId="3539353373" sldId="2076139081"/>
            <ac:picMk id="5" creationId="{96A6EB6C-A98B-C944-FD66-3AED64E6C24E}"/>
          </ac:picMkLst>
        </pc:picChg>
        <pc:picChg chg="add mod">
          <ac:chgData name="Hironari Yamada" userId="e57621f8-ec3c-449e-bb19-001fffcc008e" providerId="ADAL" clId="{BC0BD879-F267-5CCA-8DEA-E3B2DD07DA4E}" dt="2026-08-14T06:31:34.777" v="16900" actId="14100"/>
          <ac:picMkLst>
            <pc:docMk/>
            <pc:sldMk cId="3539353373" sldId="2076139081"/>
            <ac:picMk id="7" creationId="{21530112-389F-2C10-CC15-8E4BD2A6FD35}"/>
          </ac:picMkLst>
        </pc:picChg>
        <pc:picChg chg="del">
          <ac:chgData name="Hironari Yamada" userId="e57621f8-ec3c-449e-bb19-001fffcc008e" providerId="ADAL" clId="{BC0BD879-F267-5CCA-8DEA-E3B2DD07DA4E}" dt="2026-08-14T06:21:43.899" v="16370" actId="478"/>
          <ac:picMkLst>
            <pc:docMk/>
            <pc:sldMk cId="3539353373" sldId="2076139081"/>
            <ac:picMk id="8" creationId="{6FF9A4AC-6499-44D4-2586-F1FCE1572225}"/>
          </ac:picMkLst>
        </pc:picChg>
      </pc:sldChg>
      <pc:sldChg chg="add del">
        <pc:chgData name="Hironari Yamada" userId="e57621f8-ec3c-449e-bb19-001fffcc008e" providerId="ADAL" clId="{BC0BD879-F267-5CCA-8DEA-E3B2DD07DA4E}" dt="2026-08-14T04:19:49.147" v="15598" actId="2696"/>
        <pc:sldMkLst>
          <pc:docMk/>
          <pc:sldMk cId="1815075371" sldId="2076139082"/>
        </pc:sldMkLst>
      </pc:sldChg>
      <pc:sldChg chg="addSp delSp modSp add mod">
        <pc:chgData name="Hironari Yamada" userId="e57621f8-ec3c-449e-bb19-001fffcc008e" providerId="ADAL" clId="{BC0BD879-F267-5CCA-8DEA-E3B2DD07DA4E}" dt="2026-08-14T06:31:50.196" v="16901" actId="14100"/>
        <pc:sldMkLst>
          <pc:docMk/>
          <pc:sldMk cId="2737410352" sldId="2076139082"/>
        </pc:sldMkLst>
        <pc:spChg chg="mod">
          <ac:chgData name="Hironari Yamada" userId="e57621f8-ec3c-449e-bb19-001fffcc008e" providerId="ADAL" clId="{BC0BD879-F267-5CCA-8DEA-E3B2DD07DA4E}" dt="2026-08-14T06:25:08.783" v="16819" actId="20577"/>
          <ac:spMkLst>
            <pc:docMk/>
            <pc:sldMk cId="2737410352" sldId="2076139082"/>
            <ac:spMk id="3" creationId="{D16DB154-FBB3-1EE3-63C9-C90DFAC536A6}"/>
          </ac:spMkLst>
        </pc:spChg>
        <pc:picChg chg="del">
          <ac:chgData name="Hironari Yamada" userId="e57621f8-ec3c-449e-bb19-001fffcc008e" providerId="ADAL" clId="{BC0BD879-F267-5CCA-8DEA-E3B2DD07DA4E}" dt="2026-08-14T06:25:46.956" v="16822" actId="478"/>
          <ac:picMkLst>
            <pc:docMk/>
            <pc:sldMk cId="2737410352" sldId="2076139082"/>
            <ac:picMk id="5" creationId="{4962E274-7489-E0DC-EF75-A175E856A5E3}"/>
          </ac:picMkLst>
        </pc:picChg>
        <pc:picChg chg="add del mod">
          <ac:chgData name="Hironari Yamada" userId="e57621f8-ec3c-449e-bb19-001fffcc008e" providerId="ADAL" clId="{BC0BD879-F267-5CCA-8DEA-E3B2DD07DA4E}" dt="2026-08-14T06:30:37.165" v="16892" actId="478"/>
          <ac:picMkLst>
            <pc:docMk/>
            <pc:sldMk cId="2737410352" sldId="2076139082"/>
            <ac:picMk id="7" creationId="{FC79BC5C-3BD1-35BE-CD8A-6BA6511D41BC}"/>
          </ac:picMkLst>
        </pc:picChg>
        <pc:picChg chg="add mod">
          <ac:chgData name="Hironari Yamada" userId="e57621f8-ec3c-449e-bb19-001fffcc008e" providerId="ADAL" clId="{BC0BD879-F267-5CCA-8DEA-E3B2DD07DA4E}" dt="2026-08-14T06:31:50.196" v="16901" actId="14100"/>
          <ac:picMkLst>
            <pc:docMk/>
            <pc:sldMk cId="2737410352" sldId="2076139082"/>
            <ac:picMk id="8" creationId="{5CEFD95F-246D-3810-DE82-09FDBD40AA09}"/>
          </ac:picMkLst>
        </pc:picChg>
      </pc:sldChg>
      <pc:sldChg chg="add del">
        <pc:chgData name="Hironari Yamada" userId="e57621f8-ec3c-449e-bb19-001fffcc008e" providerId="ADAL" clId="{BC0BD879-F267-5CCA-8DEA-E3B2DD07DA4E}" dt="2026-08-14T04:19:49.153" v="15599" actId="2696"/>
        <pc:sldMkLst>
          <pc:docMk/>
          <pc:sldMk cId="20973947" sldId="2076139083"/>
        </pc:sldMkLst>
      </pc:sldChg>
      <pc:sldChg chg="addSp delSp modSp add mod">
        <pc:chgData name="Hironari Yamada" userId="e57621f8-ec3c-449e-bb19-001fffcc008e" providerId="ADAL" clId="{BC0BD879-F267-5CCA-8DEA-E3B2DD07DA4E}" dt="2026-08-14T06:34:52.419" v="17301" actId="20577"/>
        <pc:sldMkLst>
          <pc:docMk/>
          <pc:sldMk cId="880095091" sldId="2076139083"/>
        </pc:sldMkLst>
        <pc:spChg chg="mod">
          <ac:chgData name="Hironari Yamada" userId="e57621f8-ec3c-449e-bb19-001fffcc008e" providerId="ADAL" clId="{BC0BD879-F267-5CCA-8DEA-E3B2DD07DA4E}" dt="2026-08-14T06:34:52.419" v="17301" actId="20577"/>
          <ac:spMkLst>
            <pc:docMk/>
            <pc:sldMk cId="880095091" sldId="2076139083"/>
            <ac:spMk id="3" creationId="{AB600E7E-6E72-1649-5FD6-DC7A8AF2E724}"/>
          </ac:spMkLst>
        </pc:spChg>
        <pc:picChg chg="add mod">
          <ac:chgData name="Hironari Yamada" userId="e57621f8-ec3c-449e-bb19-001fffcc008e" providerId="ADAL" clId="{BC0BD879-F267-5CCA-8DEA-E3B2DD07DA4E}" dt="2026-08-14T06:33:58.604" v="17132" actId="1076"/>
          <ac:picMkLst>
            <pc:docMk/>
            <pc:sldMk cId="880095091" sldId="2076139083"/>
            <ac:picMk id="5" creationId="{97AF8C67-B176-D3B5-A7E9-D2FC23E68A7E}"/>
          </ac:picMkLst>
        </pc:picChg>
        <pc:picChg chg="del">
          <ac:chgData name="Hironari Yamada" userId="e57621f8-ec3c-449e-bb19-001fffcc008e" providerId="ADAL" clId="{BC0BD879-F267-5CCA-8DEA-E3B2DD07DA4E}" dt="2026-08-14T06:32:33.431" v="16902" actId="478"/>
          <ac:picMkLst>
            <pc:docMk/>
            <pc:sldMk cId="880095091" sldId="2076139083"/>
            <ac:picMk id="7" creationId="{55C2A46B-E73C-BF62-6990-F58E728CBEFB}"/>
          </ac:picMkLst>
        </pc:picChg>
      </pc:sldChg>
      <pc:sldChg chg="addSp delSp modSp add del mod">
        <pc:chgData name="Hironari Yamada" userId="e57621f8-ec3c-449e-bb19-001fffcc008e" providerId="ADAL" clId="{BC0BD879-F267-5CCA-8DEA-E3B2DD07DA4E}" dt="2026-08-14T00:42:34.301" v="15206" actId="2696"/>
        <pc:sldMkLst>
          <pc:docMk/>
          <pc:sldMk cId="1082158554" sldId="2076139083"/>
        </pc:sldMkLst>
      </pc:sldChg>
      <pc:sldChg chg="add del">
        <pc:chgData name="Hironari Yamada" userId="e57621f8-ec3c-449e-bb19-001fffcc008e" providerId="ADAL" clId="{BC0BD879-F267-5CCA-8DEA-E3B2DD07DA4E}" dt="2026-08-14T04:19:49.157" v="15600" actId="2696"/>
        <pc:sldMkLst>
          <pc:docMk/>
          <pc:sldMk cId="246554358" sldId="2076139084"/>
        </pc:sldMkLst>
      </pc:sldChg>
      <pc:sldChg chg="addSp delSp modSp add mod">
        <pc:chgData name="Hironari Yamada" userId="e57621f8-ec3c-449e-bb19-001fffcc008e" providerId="ADAL" clId="{BC0BD879-F267-5CCA-8DEA-E3B2DD07DA4E}" dt="2026-08-14T06:38:17.244" v="17486" actId="14100"/>
        <pc:sldMkLst>
          <pc:docMk/>
          <pc:sldMk cId="3034451150" sldId="2076139084"/>
        </pc:sldMkLst>
        <pc:spChg chg="del mod">
          <ac:chgData name="Hironari Yamada" userId="e57621f8-ec3c-449e-bb19-001fffcc008e" providerId="ADAL" clId="{BC0BD879-F267-5CCA-8DEA-E3B2DD07DA4E}" dt="2026-08-14T06:36:00.375" v="17435" actId="478"/>
          <ac:spMkLst>
            <pc:docMk/>
            <pc:sldMk cId="3034451150" sldId="2076139084"/>
            <ac:spMk id="3" creationId="{7BB3A89A-D2E2-92B0-087C-37024360A25E}"/>
          </ac:spMkLst>
        </pc:spChg>
        <pc:spChg chg="add mod">
          <ac:chgData name="Hironari Yamada" userId="e57621f8-ec3c-449e-bb19-001fffcc008e" providerId="ADAL" clId="{BC0BD879-F267-5CCA-8DEA-E3B2DD07DA4E}" dt="2026-08-14T06:36:11.002" v="17463" actId="20577"/>
          <ac:spMkLst>
            <pc:docMk/>
            <pc:sldMk cId="3034451150" sldId="2076139084"/>
            <ac:spMk id="5" creationId="{9210A74F-C156-0871-803F-D6B9E7717EE8}"/>
          </ac:spMkLst>
        </pc:spChg>
        <pc:spChg chg="mod">
          <ac:chgData name="Hironari Yamada" userId="e57621f8-ec3c-449e-bb19-001fffcc008e" providerId="ADAL" clId="{BC0BD879-F267-5CCA-8DEA-E3B2DD07DA4E}" dt="2026-08-14T06:35:25.115" v="17324" actId="20577"/>
          <ac:spMkLst>
            <pc:docMk/>
            <pc:sldMk cId="3034451150" sldId="2076139084"/>
            <ac:spMk id="9" creationId="{DB6F320B-6A32-3C98-15C1-93526C027A9E}"/>
          </ac:spMkLst>
        </pc:spChg>
        <pc:spChg chg="add del">
          <ac:chgData name="Hironari Yamada" userId="e57621f8-ec3c-449e-bb19-001fffcc008e" providerId="ADAL" clId="{BC0BD879-F267-5CCA-8DEA-E3B2DD07DA4E}" dt="2026-08-14T06:36:02.863" v="17437" actId="22"/>
          <ac:spMkLst>
            <pc:docMk/>
            <pc:sldMk cId="3034451150" sldId="2076139084"/>
            <ac:spMk id="10" creationId="{FD969A97-2F23-C17F-C880-ECA45319915A}"/>
          </ac:spMkLst>
        </pc:spChg>
        <pc:spChg chg="add mod">
          <ac:chgData name="Hironari Yamada" userId="e57621f8-ec3c-449e-bb19-001fffcc008e" providerId="ADAL" clId="{BC0BD879-F267-5CCA-8DEA-E3B2DD07DA4E}" dt="2026-08-14T06:38:12.117" v="17484" actId="1076"/>
          <ac:spMkLst>
            <pc:docMk/>
            <pc:sldMk cId="3034451150" sldId="2076139084"/>
            <ac:spMk id="12" creationId="{8A7682D9-25EA-67E1-B5EE-A2CCE08A8EBD}"/>
          </ac:spMkLst>
        </pc:spChg>
        <pc:spChg chg="add mod">
          <ac:chgData name="Hironari Yamada" userId="e57621f8-ec3c-449e-bb19-001fffcc008e" providerId="ADAL" clId="{BC0BD879-F267-5CCA-8DEA-E3B2DD07DA4E}" dt="2026-08-14T06:38:17.244" v="17486" actId="14100"/>
          <ac:spMkLst>
            <pc:docMk/>
            <pc:sldMk cId="3034451150" sldId="2076139084"/>
            <ac:spMk id="13" creationId="{0A07B854-74D0-A1FA-921E-142628B4E3CD}"/>
          </ac:spMkLst>
        </pc:spChg>
        <pc:picChg chg="del">
          <ac:chgData name="Hironari Yamada" userId="e57621f8-ec3c-449e-bb19-001fffcc008e" providerId="ADAL" clId="{BC0BD879-F267-5CCA-8DEA-E3B2DD07DA4E}" dt="2026-08-14T06:32:35.854" v="16903" actId="478"/>
          <ac:picMkLst>
            <pc:docMk/>
            <pc:sldMk cId="3034451150" sldId="2076139084"/>
            <ac:picMk id="7" creationId="{02B4A6DE-8660-8BE5-4906-5664ED9D8CE4}"/>
          </ac:picMkLst>
        </pc:picChg>
        <pc:picChg chg="add del mod">
          <ac:chgData name="Hironari Yamada" userId="e57621f8-ec3c-449e-bb19-001fffcc008e" providerId="ADAL" clId="{BC0BD879-F267-5CCA-8DEA-E3B2DD07DA4E}" dt="2026-08-14T06:37:31.889" v="17480" actId="478"/>
          <ac:picMkLst>
            <pc:docMk/>
            <pc:sldMk cId="3034451150" sldId="2076139084"/>
            <ac:picMk id="11" creationId="{93559CD9-1DC1-933E-9F12-8925A6B6EBE6}"/>
          </ac:picMkLst>
        </pc:picChg>
        <pc:picChg chg="add mod">
          <ac:chgData name="Hironari Yamada" userId="e57621f8-ec3c-449e-bb19-001fffcc008e" providerId="ADAL" clId="{BC0BD879-F267-5CCA-8DEA-E3B2DD07DA4E}" dt="2026-08-14T06:38:09.136" v="17483" actId="1076"/>
          <ac:picMkLst>
            <pc:docMk/>
            <pc:sldMk cId="3034451150" sldId="2076139084"/>
            <ac:picMk id="14" creationId="{EBD34AC2-714B-218D-6400-AB65EFC8A8C1}"/>
          </ac:picMkLst>
        </pc:picChg>
      </pc:sldChg>
      <pc:sldChg chg="addSp delSp modSp add del mod">
        <pc:chgData name="Hironari Yamada" userId="e57621f8-ec3c-449e-bb19-001fffcc008e" providerId="ADAL" clId="{BC0BD879-F267-5CCA-8DEA-E3B2DD07DA4E}" dt="2026-08-14T00:42:34.309" v="15210" actId="2696"/>
        <pc:sldMkLst>
          <pc:docMk/>
          <pc:sldMk cId="3766043883" sldId="2076139084"/>
        </pc:sldMkLst>
      </pc:sldChg>
      <pc:sldChg chg="add del">
        <pc:chgData name="Hironari Yamada" userId="e57621f8-ec3c-449e-bb19-001fffcc008e" providerId="ADAL" clId="{BC0BD879-F267-5CCA-8DEA-E3B2DD07DA4E}" dt="2026-08-14T04:19:49.161" v="15602" actId="2696"/>
        <pc:sldMkLst>
          <pc:docMk/>
          <pc:sldMk cId="2292644427" sldId="2076139085"/>
        </pc:sldMkLst>
      </pc:sldChg>
      <pc:sldChg chg="addSp delSp modSp add mod">
        <pc:chgData name="Hironari Yamada" userId="e57621f8-ec3c-449e-bb19-001fffcc008e" providerId="ADAL" clId="{BC0BD879-F267-5CCA-8DEA-E3B2DD07DA4E}" dt="2026-08-14T07:10:48.964" v="18470"/>
        <pc:sldMkLst>
          <pc:docMk/>
          <pc:sldMk cId="2695607359" sldId="2076139085"/>
        </pc:sldMkLst>
        <pc:spChg chg="del mod">
          <ac:chgData name="Hironari Yamada" userId="e57621f8-ec3c-449e-bb19-001fffcc008e" providerId="ADAL" clId="{BC0BD879-F267-5CCA-8DEA-E3B2DD07DA4E}" dt="2026-08-14T07:08:30.088" v="18154" actId="478"/>
          <ac:spMkLst>
            <pc:docMk/>
            <pc:sldMk cId="2695607359" sldId="2076139085"/>
            <ac:spMk id="3" creationId="{B8D56D94-CE88-03C5-0D02-F0E957DDC884}"/>
          </ac:spMkLst>
        </pc:spChg>
        <pc:spChg chg="add mod">
          <ac:chgData name="Hironari Yamada" userId="e57621f8-ec3c-449e-bb19-001fffcc008e" providerId="ADAL" clId="{BC0BD879-F267-5CCA-8DEA-E3B2DD07DA4E}" dt="2026-08-14T07:08:42.941" v="18222" actId="20577"/>
          <ac:spMkLst>
            <pc:docMk/>
            <pc:sldMk cId="2695607359" sldId="2076139085"/>
            <ac:spMk id="5" creationId="{650B14A4-C704-50F7-E65F-FF0E2AC62A9F}"/>
          </ac:spMkLst>
        </pc:spChg>
        <pc:spChg chg="add mod">
          <ac:chgData name="Hironari Yamada" userId="e57621f8-ec3c-449e-bb19-001fffcc008e" providerId="ADAL" clId="{BC0BD879-F267-5CCA-8DEA-E3B2DD07DA4E}" dt="2026-08-14T07:10:16.355" v="18468" actId="1076"/>
          <ac:spMkLst>
            <pc:docMk/>
            <pc:sldMk cId="2695607359" sldId="2076139085"/>
            <ac:spMk id="8" creationId="{C5DB864D-51BD-731F-4F9F-7C39A7F6045D}"/>
          </ac:spMkLst>
        </pc:spChg>
        <pc:spChg chg="mod">
          <ac:chgData name="Hironari Yamada" userId="e57621f8-ec3c-449e-bb19-001fffcc008e" providerId="ADAL" clId="{BC0BD879-F267-5CCA-8DEA-E3B2DD07DA4E}" dt="2026-08-14T07:07:14.625" v="18092" actId="20577"/>
          <ac:spMkLst>
            <pc:docMk/>
            <pc:sldMk cId="2695607359" sldId="2076139085"/>
            <ac:spMk id="9" creationId="{A6F06C84-8A30-06E6-28B9-89D36756DF52}"/>
          </ac:spMkLst>
        </pc:spChg>
        <pc:picChg chg="add mod">
          <ac:chgData name="Hironari Yamada" userId="e57621f8-ec3c-449e-bb19-001fffcc008e" providerId="ADAL" clId="{BC0BD879-F267-5CCA-8DEA-E3B2DD07DA4E}" dt="2026-08-14T07:09:05.995" v="18227" actId="1076"/>
          <ac:picMkLst>
            <pc:docMk/>
            <pc:sldMk cId="2695607359" sldId="2076139085"/>
            <ac:picMk id="7" creationId="{9792B5E3-0E64-65EB-82FC-E3A022A8BCFE}"/>
          </ac:picMkLst>
        </pc:picChg>
        <pc:picChg chg="add mod">
          <ac:chgData name="Hironari Yamada" userId="e57621f8-ec3c-449e-bb19-001fffcc008e" providerId="ADAL" clId="{BC0BD879-F267-5CCA-8DEA-E3B2DD07DA4E}" dt="2026-08-14T07:10:48.964" v="18470"/>
          <ac:picMkLst>
            <pc:docMk/>
            <pc:sldMk cId="2695607359" sldId="2076139085"/>
            <ac:picMk id="10" creationId="{1EA3BC59-F9B8-AEAA-84A6-36563B0876D7}"/>
          </ac:picMkLst>
        </pc:picChg>
      </pc:sldChg>
      <pc:sldChg chg="addSp delSp modSp add del mod">
        <pc:chgData name="Hironari Yamada" userId="e57621f8-ec3c-449e-bb19-001fffcc008e" providerId="ADAL" clId="{BC0BD879-F267-5CCA-8DEA-E3B2DD07DA4E}" dt="2026-08-14T00:42:34.303" v="15207" actId="2696"/>
        <pc:sldMkLst>
          <pc:docMk/>
          <pc:sldMk cId="3791916653" sldId="2076139085"/>
        </pc:sldMkLst>
      </pc:sldChg>
      <pc:sldChg chg="addSp modSp add mod">
        <pc:chgData name="Hironari Yamada" userId="e57621f8-ec3c-449e-bb19-001fffcc008e" providerId="ADAL" clId="{BC0BD879-F267-5CCA-8DEA-E3B2DD07DA4E}" dt="2026-08-14T07:14:05.677" v="18759" actId="14100"/>
        <pc:sldMkLst>
          <pc:docMk/>
          <pc:sldMk cId="606426832" sldId="2076139086"/>
        </pc:sldMkLst>
        <pc:spChg chg="mod">
          <ac:chgData name="Hironari Yamada" userId="e57621f8-ec3c-449e-bb19-001fffcc008e" providerId="ADAL" clId="{BC0BD879-F267-5CCA-8DEA-E3B2DD07DA4E}" dt="2026-08-14T07:12:46.989" v="18747" actId="20577"/>
          <ac:spMkLst>
            <pc:docMk/>
            <pc:sldMk cId="606426832" sldId="2076139086"/>
            <ac:spMk id="3" creationId="{6BFBF916-1661-714B-14AA-B1285BE4B8EE}"/>
          </ac:spMkLst>
        </pc:spChg>
        <pc:spChg chg="add mod">
          <ac:chgData name="Hironari Yamada" userId="e57621f8-ec3c-449e-bb19-001fffcc008e" providerId="ADAL" clId="{BC0BD879-F267-5CCA-8DEA-E3B2DD07DA4E}" dt="2026-08-14T07:13:20.932" v="18755" actId="14100"/>
          <ac:spMkLst>
            <pc:docMk/>
            <pc:sldMk cId="606426832" sldId="2076139086"/>
            <ac:spMk id="7" creationId="{5C2550F3-B69C-5C7E-9ECB-D301944ADBB2}"/>
          </ac:spMkLst>
        </pc:spChg>
        <pc:spChg chg="mod">
          <ac:chgData name="Hironari Yamada" userId="e57621f8-ec3c-449e-bb19-001fffcc008e" providerId="ADAL" clId="{BC0BD879-F267-5CCA-8DEA-E3B2DD07DA4E}" dt="2026-08-14T07:12:18.011" v="18643" actId="20577"/>
          <ac:spMkLst>
            <pc:docMk/>
            <pc:sldMk cId="606426832" sldId="2076139086"/>
            <ac:spMk id="9" creationId="{E1031959-F190-011E-5891-B1A5100BC9DB}"/>
          </ac:spMkLst>
        </pc:spChg>
        <pc:picChg chg="add mod">
          <ac:chgData name="Hironari Yamada" userId="e57621f8-ec3c-449e-bb19-001fffcc008e" providerId="ADAL" clId="{BC0BD879-F267-5CCA-8DEA-E3B2DD07DA4E}" dt="2026-08-14T07:13:10.132" v="18752" actId="14100"/>
          <ac:picMkLst>
            <pc:docMk/>
            <pc:sldMk cId="606426832" sldId="2076139086"/>
            <ac:picMk id="5" creationId="{8E989745-C312-4C48-B933-4EB9C5C3A61C}"/>
          </ac:picMkLst>
        </pc:picChg>
        <pc:picChg chg="add mod">
          <ac:chgData name="Hironari Yamada" userId="e57621f8-ec3c-449e-bb19-001fffcc008e" providerId="ADAL" clId="{BC0BD879-F267-5CCA-8DEA-E3B2DD07DA4E}" dt="2026-08-14T07:14:05.677" v="18759" actId="14100"/>
          <ac:picMkLst>
            <pc:docMk/>
            <pc:sldMk cId="606426832" sldId="2076139086"/>
            <ac:picMk id="8" creationId="{097A630B-CB06-ADDC-F7A4-DE289F801AC0}"/>
          </ac:picMkLst>
        </pc:picChg>
      </pc:sldChg>
      <pc:sldChg chg="addSp delSp modSp add del mod">
        <pc:chgData name="Hironari Yamada" userId="e57621f8-ec3c-449e-bb19-001fffcc008e" providerId="ADAL" clId="{BC0BD879-F267-5CCA-8DEA-E3B2DD07DA4E}" dt="2026-08-14T00:42:28.753" v="15194" actId="2696"/>
        <pc:sldMkLst>
          <pc:docMk/>
          <pc:sldMk cId="1705926158" sldId="2076139086"/>
        </pc:sldMkLst>
      </pc:sldChg>
      <pc:sldChg chg="add del">
        <pc:chgData name="Hironari Yamada" userId="e57621f8-ec3c-449e-bb19-001fffcc008e" providerId="ADAL" clId="{BC0BD879-F267-5CCA-8DEA-E3B2DD07DA4E}" dt="2026-08-14T04:19:49.164" v="15603" actId="2696"/>
        <pc:sldMkLst>
          <pc:docMk/>
          <pc:sldMk cId="3519008577" sldId="2076139086"/>
        </pc:sldMkLst>
      </pc:sldChg>
      <pc:sldChg chg="add del">
        <pc:chgData name="Hironari Yamada" userId="e57621f8-ec3c-449e-bb19-001fffcc008e" providerId="ADAL" clId="{BC0BD879-F267-5CCA-8DEA-E3B2DD07DA4E}" dt="2026-08-14T04:19:49.158" v="15601" actId="2696"/>
        <pc:sldMkLst>
          <pc:docMk/>
          <pc:sldMk cId="2327577101" sldId="2076139087"/>
        </pc:sldMkLst>
      </pc:sldChg>
      <pc:sldChg chg="add del">
        <pc:chgData name="Hironari Yamada" userId="e57621f8-ec3c-449e-bb19-001fffcc008e" providerId="ADAL" clId="{BC0BD879-F267-5CCA-8DEA-E3B2DD07DA4E}" dt="2026-08-14T07:17:38.885" v="19152" actId="2696"/>
        <pc:sldMkLst>
          <pc:docMk/>
          <pc:sldMk cId="3271602228" sldId="2076139087"/>
        </pc:sldMkLst>
      </pc:sldChg>
      <pc:sldChg chg="addSp delSp modSp add del mod">
        <pc:chgData name="Hironari Yamada" userId="e57621f8-ec3c-449e-bb19-001fffcc008e" providerId="ADAL" clId="{BC0BD879-F267-5CCA-8DEA-E3B2DD07DA4E}" dt="2026-08-14T00:42:28.789" v="15196" actId="2696"/>
        <pc:sldMkLst>
          <pc:docMk/>
          <pc:sldMk cId="4110195139" sldId="2076139087"/>
        </pc:sldMkLst>
      </pc:sldChg>
      <pc:sldChg chg="add del">
        <pc:chgData name="Hironari Yamada" userId="e57621f8-ec3c-449e-bb19-001fffcc008e" providerId="ADAL" clId="{BC0BD879-F267-5CCA-8DEA-E3B2DD07DA4E}" dt="2026-08-14T04:19:49.142" v="15597" actId="2696"/>
        <pc:sldMkLst>
          <pc:docMk/>
          <pc:sldMk cId="448229277" sldId="2076139088"/>
        </pc:sldMkLst>
      </pc:sldChg>
      <pc:sldChg chg="addSp delSp modSp add mod">
        <pc:chgData name="Hironari Yamada" userId="e57621f8-ec3c-449e-bb19-001fffcc008e" providerId="ADAL" clId="{BC0BD879-F267-5CCA-8DEA-E3B2DD07DA4E}" dt="2026-08-14T06:47:11.733" v="17580" actId="14100"/>
        <pc:sldMkLst>
          <pc:docMk/>
          <pc:sldMk cId="1792441407" sldId="2076139088"/>
        </pc:sldMkLst>
        <pc:spChg chg="mod">
          <ac:chgData name="Hironari Yamada" userId="e57621f8-ec3c-449e-bb19-001fffcc008e" providerId="ADAL" clId="{BC0BD879-F267-5CCA-8DEA-E3B2DD07DA4E}" dt="2026-08-14T06:46:42.332" v="17571" actId="20577"/>
          <ac:spMkLst>
            <pc:docMk/>
            <pc:sldMk cId="1792441407" sldId="2076139088"/>
            <ac:spMk id="5" creationId="{1EE800C3-0A8E-672C-57B6-827D5FA8DCB5}"/>
          </ac:spMkLst>
        </pc:spChg>
        <pc:spChg chg="add mod">
          <ac:chgData name="Hironari Yamada" userId="e57621f8-ec3c-449e-bb19-001fffcc008e" providerId="ADAL" clId="{BC0BD879-F267-5CCA-8DEA-E3B2DD07DA4E}" dt="2026-08-14T06:47:00.914" v="17574" actId="14100"/>
          <ac:spMkLst>
            <pc:docMk/>
            <pc:sldMk cId="1792441407" sldId="2076139088"/>
            <ac:spMk id="7" creationId="{190C3928-C13F-18F4-4245-50CF75170648}"/>
          </ac:spMkLst>
        </pc:spChg>
        <pc:spChg chg="add mod">
          <ac:chgData name="Hironari Yamada" userId="e57621f8-ec3c-449e-bb19-001fffcc008e" providerId="ADAL" clId="{BC0BD879-F267-5CCA-8DEA-E3B2DD07DA4E}" dt="2026-08-14T06:47:06.508" v="17577" actId="14100"/>
          <ac:spMkLst>
            <pc:docMk/>
            <pc:sldMk cId="1792441407" sldId="2076139088"/>
            <ac:spMk id="8" creationId="{B86B0253-8716-8EA9-AF09-62DFF94D8056}"/>
          </ac:spMkLst>
        </pc:spChg>
        <pc:spChg chg="add mod">
          <ac:chgData name="Hironari Yamada" userId="e57621f8-ec3c-449e-bb19-001fffcc008e" providerId="ADAL" clId="{BC0BD879-F267-5CCA-8DEA-E3B2DD07DA4E}" dt="2026-08-14T06:47:11.733" v="17580" actId="14100"/>
          <ac:spMkLst>
            <pc:docMk/>
            <pc:sldMk cId="1792441407" sldId="2076139088"/>
            <ac:spMk id="10" creationId="{0697C642-FA0F-BDF2-91BF-782B1ACD07B3}"/>
          </ac:spMkLst>
        </pc:spChg>
        <pc:spChg chg="del">
          <ac:chgData name="Hironari Yamada" userId="e57621f8-ec3c-449e-bb19-001fffcc008e" providerId="ADAL" clId="{BC0BD879-F267-5CCA-8DEA-E3B2DD07DA4E}" dt="2026-08-14T06:38:35.925" v="17488" actId="478"/>
          <ac:spMkLst>
            <pc:docMk/>
            <pc:sldMk cId="1792441407" sldId="2076139088"/>
            <ac:spMk id="12" creationId="{B288C72C-3251-28E2-0227-30DFB95574D2}"/>
          </ac:spMkLst>
        </pc:spChg>
        <pc:spChg chg="del">
          <ac:chgData name="Hironari Yamada" userId="e57621f8-ec3c-449e-bb19-001fffcc008e" providerId="ADAL" clId="{BC0BD879-F267-5CCA-8DEA-E3B2DD07DA4E}" dt="2026-08-14T06:38:35.925" v="17488" actId="478"/>
          <ac:spMkLst>
            <pc:docMk/>
            <pc:sldMk cId="1792441407" sldId="2076139088"/>
            <ac:spMk id="13" creationId="{7326236C-EFA4-294F-09B2-6E6A724AD299}"/>
          </ac:spMkLst>
        </pc:spChg>
        <pc:picChg chg="add mod">
          <ac:chgData name="Hironari Yamada" userId="e57621f8-ec3c-449e-bb19-001fffcc008e" providerId="ADAL" clId="{BC0BD879-F267-5CCA-8DEA-E3B2DD07DA4E}" dt="2026-08-14T06:46:25.198" v="17492" actId="1076"/>
          <ac:picMkLst>
            <pc:docMk/>
            <pc:sldMk cId="1792441407" sldId="2076139088"/>
            <ac:picMk id="3" creationId="{7819ECE5-C5DD-9CF1-ECB4-084660F8C2FC}"/>
          </ac:picMkLst>
        </pc:picChg>
        <pc:picChg chg="del">
          <ac:chgData name="Hironari Yamada" userId="e57621f8-ec3c-449e-bb19-001fffcc008e" providerId="ADAL" clId="{BC0BD879-F267-5CCA-8DEA-E3B2DD07DA4E}" dt="2026-08-14T06:38:35.925" v="17488" actId="478"/>
          <ac:picMkLst>
            <pc:docMk/>
            <pc:sldMk cId="1792441407" sldId="2076139088"/>
            <ac:picMk id="14" creationId="{ADB2CB63-E8FE-FD44-0EB5-C3D9BDAC4399}"/>
          </ac:picMkLst>
        </pc:picChg>
      </pc:sldChg>
      <pc:sldChg chg="addSp delSp modSp add del mod">
        <pc:chgData name="Hironari Yamada" userId="e57621f8-ec3c-449e-bb19-001fffcc008e" providerId="ADAL" clId="{BC0BD879-F267-5CCA-8DEA-E3B2DD07DA4E}" dt="2026-08-14T00:42:28.730" v="15193" actId="2696"/>
        <pc:sldMkLst>
          <pc:docMk/>
          <pc:sldMk cId="4254724708" sldId="2076139088"/>
        </pc:sldMkLst>
      </pc:sldChg>
      <pc:sldChg chg="addSp delSp modSp add mod">
        <pc:chgData name="Hironari Yamada" userId="e57621f8-ec3c-449e-bb19-001fffcc008e" providerId="ADAL" clId="{BC0BD879-F267-5CCA-8DEA-E3B2DD07DA4E}" dt="2026-08-14T06:48:37.414" v="17646" actId="14100"/>
        <pc:sldMkLst>
          <pc:docMk/>
          <pc:sldMk cId="1468296431" sldId="2076139089"/>
        </pc:sldMkLst>
        <pc:spChg chg="mod">
          <ac:chgData name="Hironari Yamada" userId="e57621f8-ec3c-449e-bb19-001fffcc008e" providerId="ADAL" clId="{BC0BD879-F267-5CCA-8DEA-E3B2DD07DA4E}" dt="2026-08-14T06:47:37.187" v="17636" actId="20577"/>
          <ac:spMkLst>
            <pc:docMk/>
            <pc:sldMk cId="1468296431" sldId="2076139089"/>
            <ac:spMk id="5" creationId="{38C60605-EBCD-C63B-16F1-F8E930BFCDE7}"/>
          </ac:spMkLst>
        </pc:spChg>
        <pc:spChg chg="del">
          <ac:chgData name="Hironari Yamada" userId="e57621f8-ec3c-449e-bb19-001fffcc008e" providerId="ADAL" clId="{BC0BD879-F267-5CCA-8DEA-E3B2DD07DA4E}" dt="2026-08-14T06:47:19.102" v="17582" actId="478"/>
          <ac:spMkLst>
            <pc:docMk/>
            <pc:sldMk cId="1468296431" sldId="2076139089"/>
            <ac:spMk id="7" creationId="{964DF8FB-21BB-241A-E4FF-08255995FB30}"/>
          </ac:spMkLst>
        </pc:spChg>
        <pc:spChg chg="del">
          <ac:chgData name="Hironari Yamada" userId="e57621f8-ec3c-449e-bb19-001fffcc008e" providerId="ADAL" clId="{BC0BD879-F267-5CCA-8DEA-E3B2DD07DA4E}" dt="2026-08-14T06:47:19.102" v="17582" actId="478"/>
          <ac:spMkLst>
            <pc:docMk/>
            <pc:sldMk cId="1468296431" sldId="2076139089"/>
            <ac:spMk id="8" creationId="{52F1E56F-854D-810B-EBE2-DC0F2C2A5DBC}"/>
          </ac:spMkLst>
        </pc:spChg>
        <pc:spChg chg="del">
          <ac:chgData name="Hironari Yamada" userId="e57621f8-ec3c-449e-bb19-001fffcc008e" providerId="ADAL" clId="{BC0BD879-F267-5CCA-8DEA-E3B2DD07DA4E}" dt="2026-08-14T06:47:19.102" v="17582" actId="478"/>
          <ac:spMkLst>
            <pc:docMk/>
            <pc:sldMk cId="1468296431" sldId="2076139089"/>
            <ac:spMk id="10" creationId="{A8D0B2C7-588B-452F-004F-A0C1E666CE2B}"/>
          </ac:spMkLst>
        </pc:spChg>
        <pc:spChg chg="add mod">
          <ac:chgData name="Hironari Yamada" userId="e57621f8-ec3c-449e-bb19-001fffcc008e" providerId="ADAL" clId="{BC0BD879-F267-5CCA-8DEA-E3B2DD07DA4E}" dt="2026-08-14T06:48:37.414" v="17646" actId="14100"/>
          <ac:spMkLst>
            <pc:docMk/>
            <pc:sldMk cId="1468296431" sldId="2076139089"/>
            <ac:spMk id="12" creationId="{D3FCB086-FD16-C472-47D0-9CB122FEC047}"/>
          </ac:spMkLst>
        </pc:spChg>
        <pc:picChg chg="del">
          <ac:chgData name="Hironari Yamada" userId="e57621f8-ec3c-449e-bb19-001fffcc008e" providerId="ADAL" clId="{BC0BD879-F267-5CCA-8DEA-E3B2DD07DA4E}" dt="2026-08-14T06:47:19.102" v="17582" actId="478"/>
          <ac:picMkLst>
            <pc:docMk/>
            <pc:sldMk cId="1468296431" sldId="2076139089"/>
            <ac:picMk id="3" creationId="{888B7103-E781-0D77-1368-C415350F6EE5}"/>
          </ac:picMkLst>
        </pc:picChg>
        <pc:picChg chg="add mod">
          <ac:chgData name="Hironari Yamada" userId="e57621f8-ec3c-449e-bb19-001fffcc008e" providerId="ADAL" clId="{BC0BD879-F267-5CCA-8DEA-E3B2DD07DA4E}" dt="2026-08-14T06:48:12.014" v="17643" actId="1076"/>
          <ac:picMkLst>
            <pc:docMk/>
            <pc:sldMk cId="1468296431" sldId="2076139089"/>
            <ac:picMk id="11" creationId="{0E2D24D7-B705-73A5-9C78-6EBC7A572A4C}"/>
          </ac:picMkLst>
        </pc:picChg>
      </pc:sldChg>
      <pc:sldChg chg="addSp delSp modSp add del mod modAnim">
        <pc:chgData name="Hironari Yamada" userId="e57621f8-ec3c-449e-bb19-001fffcc008e" providerId="ADAL" clId="{BC0BD879-F267-5CCA-8DEA-E3B2DD07DA4E}" dt="2026-08-14T00:42:28.807" v="15198" actId="2696"/>
        <pc:sldMkLst>
          <pc:docMk/>
          <pc:sldMk cId="3957655119" sldId="2076139089"/>
        </pc:sldMkLst>
      </pc:sldChg>
      <pc:sldChg chg="addSp delSp modSp add mod">
        <pc:chgData name="Hironari Yamada" userId="e57621f8-ec3c-449e-bb19-001fffcc008e" providerId="ADAL" clId="{BC0BD879-F267-5CCA-8DEA-E3B2DD07DA4E}" dt="2026-08-14T07:07:01.958" v="18063" actId="20577"/>
        <pc:sldMkLst>
          <pc:docMk/>
          <pc:sldMk cId="43098167" sldId="2076139090"/>
        </pc:sldMkLst>
        <pc:spChg chg="mod">
          <ac:chgData name="Hironari Yamada" userId="e57621f8-ec3c-449e-bb19-001fffcc008e" providerId="ADAL" clId="{BC0BD879-F267-5CCA-8DEA-E3B2DD07DA4E}" dt="2026-08-14T06:50:10.187" v="17878" actId="20577"/>
          <ac:spMkLst>
            <pc:docMk/>
            <pc:sldMk cId="43098167" sldId="2076139090"/>
            <ac:spMk id="5" creationId="{DCDE1EE3-CECD-9E8E-D6AC-FB4750B29AAB}"/>
          </ac:spMkLst>
        </pc:spChg>
        <pc:spChg chg="add mod">
          <ac:chgData name="Hironari Yamada" userId="e57621f8-ec3c-449e-bb19-001fffcc008e" providerId="ADAL" clId="{BC0BD879-F267-5CCA-8DEA-E3B2DD07DA4E}" dt="2026-08-14T07:03:09.025" v="17885" actId="14100"/>
          <ac:spMkLst>
            <pc:docMk/>
            <pc:sldMk cId="43098167" sldId="2076139090"/>
            <ac:spMk id="7" creationId="{A63F27FE-7AC5-B32C-0DDD-82637B22B221}"/>
          </ac:spMkLst>
        </pc:spChg>
        <pc:spChg chg="add mod">
          <ac:chgData name="Hironari Yamada" userId="e57621f8-ec3c-449e-bb19-001fffcc008e" providerId="ADAL" clId="{BC0BD879-F267-5CCA-8DEA-E3B2DD07DA4E}" dt="2026-08-14T07:03:20.614" v="17889" actId="14100"/>
          <ac:spMkLst>
            <pc:docMk/>
            <pc:sldMk cId="43098167" sldId="2076139090"/>
            <ac:spMk id="8" creationId="{79568D3E-0726-1B58-59D9-5E22AA494150}"/>
          </ac:spMkLst>
        </pc:spChg>
        <pc:spChg chg="add mod">
          <ac:chgData name="Hironari Yamada" userId="e57621f8-ec3c-449e-bb19-001fffcc008e" providerId="ADAL" clId="{BC0BD879-F267-5CCA-8DEA-E3B2DD07DA4E}" dt="2026-08-14T07:06:14.105" v="17992" actId="14100"/>
          <ac:spMkLst>
            <pc:docMk/>
            <pc:sldMk cId="43098167" sldId="2076139090"/>
            <ac:spMk id="10" creationId="{17CA58E6-C439-1C0B-2BFA-B39B1A7531EB}"/>
          </ac:spMkLst>
        </pc:spChg>
        <pc:spChg chg="del">
          <ac:chgData name="Hironari Yamada" userId="e57621f8-ec3c-449e-bb19-001fffcc008e" providerId="ADAL" clId="{BC0BD879-F267-5CCA-8DEA-E3B2DD07DA4E}" dt="2026-08-14T06:49:23.057" v="17809" actId="478"/>
          <ac:spMkLst>
            <pc:docMk/>
            <pc:sldMk cId="43098167" sldId="2076139090"/>
            <ac:spMk id="12" creationId="{A8E272D4-3D39-C0C9-F5CD-E9CC15AB043E}"/>
          </ac:spMkLst>
        </pc:spChg>
        <pc:spChg chg="add mod">
          <ac:chgData name="Hironari Yamada" userId="e57621f8-ec3c-449e-bb19-001fffcc008e" providerId="ADAL" clId="{BC0BD879-F267-5CCA-8DEA-E3B2DD07DA4E}" dt="2026-08-14T07:06:20.780" v="17995" actId="14100"/>
          <ac:spMkLst>
            <pc:docMk/>
            <pc:sldMk cId="43098167" sldId="2076139090"/>
            <ac:spMk id="13" creationId="{269241EA-55FD-1EBA-8638-EA06C513D535}"/>
          </ac:spMkLst>
        </pc:spChg>
        <pc:spChg chg="add mod">
          <ac:chgData name="Hironari Yamada" userId="e57621f8-ec3c-449e-bb19-001fffcc008e" providerId="ADAL" clId="{BC0BD879-F267-5CCA-8DEA-E3B2DD07DA4E}" dt="2026-08-14T07:06:26.045" v="17998" actId="14100"/>
          <ac:spMkLst>
            <pc:docMk/>
            <pc:sldMk cId="43098167" sldId="2076139090"/>
            <ac:spMk id="14" creationId="{7C961316-4E4F-6E8D-C6B6-DCA3D2926C52}"/>
          </ac:spMkLst>
        </pc:spChg>
        <pc:spChg chg="add mod">
          <ac:chgData name="Hironari Yamada" userId="e57621f8-ec3c-449e-bb19-001fffcc008e" providerId="ADAL" clId="{BC0BD879-F267-5CCA-8DEA-E3B2DD07DA4E}" dt="2026-08-14T07:06:52.081" v="18052" actId="20577"/>
          <ac:spMkLst>
            <pc:docMk/>
            <pc:sldMk cId="43098167" sldId="2076139090"/>
            <ac:spMk id="15" creationId="{AA1A50A5-B379-AF10-BEB8-B2C905DE3559}"/>
          </ac:spMkLst>
        </pc:spChg>
        <pc:spChg chg="add mod">
          <ac:chgData name="Hironari Yamada" userId="e57621f8-ec3c-449e-bb19-001fffcc008e" providerId="ADAL" clId="{BC0BD879-F267-5CCA-8DEA-E3B2DD07DA4E}" dt="2026-08-14T07:07:01.958" v="18063" actId="20577"/>
          <ac:spMkLst>
            <pc:docMk/>
            <pc:sldMk cId="43098167" sldId="2076139090"/>
            <ac:spMk id="16" creationId="{9FAAB1AE-8300-0724-A3A9-EC8CB924AFD2}"/>
          </ac:spMkLst>
        </pc:spChg>
        <pc:picChg chg="add mod">
          <ac:chgData name="Hironari Yamada" userId="e57621f8-ec3c-449e-bb19-001fffcc008e" providerId="ADAL" clId="{BC0BD879-F267-5CCA-8DEA-E3B2DD07DA4E}" dt="2026-08-14T06:50:20.157" v="17882" actId="1076"/>
          <ac:picMkLst>
            <pc:docMk/>
            <pc:sldMk cId="43098167" sldId="2076139090"/>
            <ac:picMk id="3" creationId="{76A918B7-291C-166E-1778-24C0A582951F}"/>
          </ac:picMkLst>
        </pc:picChg>
        <pc:picChg chg="del">
          <ac:chgData name="Hironari Yamada" userId="e57621f8-ec3c-449e-bb19-001fffcc008e" providerId="ADAL" clId="{BC0BD879-F267-5CCA-8DEA-E3B2DD07DA4E}" dt="2026-08-14T06:48:45.750" v="17648" actId="478"/>
          <ac:picMkLst>
            <pc:docMk/>
            <pc:sldMk cId="43098167" sldId="2076139090"/>
            <ac:picMk id="11" creationId="{DDF6416D-3FAE-4E68-206F-4F31D48D564D}"/>
          </ac:picMkLst>
        </pc:picChg>
      </pc:sldChg>
      <pc:sldChg chg="addSp delSp modSp add del mod delAnim">
        <pc:chgData name="Hironari Yamada" userId="e57621f8-ec3c-449e-bb19-001fffcc008e" providerId="ADAL" clId="{BC0BD879-F267-5CCA-8DEA-E3B2DD07DA4E}" dt="2026-08-14T00:42:28.811" v="15199" actId="2696"/>
        <pc:sldMkLst>
          <pc:docMk/>
          <pc:sldMk cId="796148317" sldId="2076139090"/>
        </pc:sldMkLst>
      </pc:sldChg>
      <pc:sldChg chg="addSp delSp modSp add del mod">
        <pc:chgData name="Hironari Yamada" userId="e57621f8-ec3c-449e-bb19-001fffcc008e" providerId="ADAL" clId="{BC0BD879-F267-5CCA-8DEA-E3B2DD07DA4E}" dt="2026-08-14T00:42:28.790" v="15197" actId="2696"/>
        <pc:sldMkLst>
          <pc:docMk/>
          <pc:sldMk cId="3516945219" sldId="2076139091"/>
        </pc:sldMkLst>
      </pc:sldChg>
      <pc:sldChg chg="addSp delSp modSp add mod">
        <pc:chgData name="Hironari Yamada" userId="e57621f8-ec3c-449e-bb19-001fffcc008e" providerId="ADAL" clId="{BC0BD879-F267-5CCA-8DEA-E3B2DD07DA4E}" dt="2026-08-14T07:12:01.431" v="18617" actId="14100"/>
        <pc:sldMkLst>
          <pc:docMk/>
          <pc:sldMk cId="3968162185" sldId="2076139091"/>
        </pc:sldMkLst>
        <pc:spChg chg="mod">
          <ac:chgData name="Hironari Yamada" userId="e57621f8-ec3c-449e-bb19-001fffcc008e" providerId="ADAL" clId="{BC0BD879-F267-5CCA-8DEA-E3B2DD07DA4E}" dt="2026-08-14T07:11:23.545" v="18608" actId="20577"/>
          <ac:spMkLst>
            <pc:docMk/>
            <pc:sldMk cId="3968162185" sldId="2076139091"/>
            <ac:spMk id="5" creationId="{71B14BAA-FBB5-1164-F6FC-CAFA494D79F5}"/>
          </ac:spMkLst>
        </pc:spChg>
        <pc:spChg chg="del">
          <ac:chgData name="Hironari Yamada" userId="e57621f8-ec3c-449e-bb19-001fffcc008e" providerId="ADAL" clId="{BC0BD879-F267-5CCA-8DEA-E3B2DD07DA4E}" dt="2026-08-14T07:11:02.010" v="18506" actId="478"/>
          <ac:spMkLst>
            <pc:docMk/>
            <pc:sldMk cId="3968162185" sldId="2076139091"/>
            <ac:spMk id="8" creationId="{FD5A1493-B692-89AC-C5DA-DA3A038129CB}"/>
          </ac:spMkLst>
        </pc:spChg>
        <pc:spChg chg="mod">
          <ac:chgData name="Hironari Yamada" userId="e57621f8-ec3c-449e-bb19-001fffcc008e" providerId="ADAL" clId="{BC0BD879-F267-5CCA-8DEA-E3B2DD07DA4E}" dt="2026-08-14T07:10:58.712" v="18505" actId="20577"/>
          <ac:spMkLst>
            <pc:docMk/>
            <pc:sldMk cId="3968162185" sldId="2076139091"/>
            <ac:spMk id="9" creationId="{AD6C18EC-F027-C61B-6503-A21E48A7003A}"/>
          </ac:spMkLst>
        </pc:spChg>
        <pc:spChg chg="add mod">
          <ac:chgData name="Hironari Yamada" userId="e57621f8-ec3c-449e-bb19-001fffcc008e" providerId="ADAL" clId="{BC0BD879-F267-5CCA-8DEA-E3B2DD07DA4E}" dt="2026-08-14T07:11:55.775" v="18614" actId="1076"/>
          <ac:spMkLst>
            <pc:docMk/>
            <pc:sldMk cId="3968162185" sldId="2076139091"/>
            <ac:spMk id="10" creationId="{11D7C844-77BB-03FD-BE73-2FBA3D64E1F4}"/>
          </ac:spMkLst>
        </pc:spChg>
        <pc:spChg chg="add mod">
          <ac:chgData name="Hironari Yamada" userId="e57621f8-ec3c-449e-bb19-001fffcc008e" providerId="ADAL" clId="{BC0BD879-F267-5CCA-8DEA-E3B2DD07DA4E}" dt="2026-08-14T07:12:01.431" v="18617" actId="14100"/>
          <ac:spMkLst>
            <pc:docMk/>
            <pc:sldMk cId="3968162185" sldId="2076139091"/>
            <ac:spMk id="11" creationId="{BC7ACC4B-8B98-3AC6-2F32-2E2273DDADB2}"/>
          </ac:spMkLst>
        </pc:spChg>
        <pc:picChg chg="add mod">
          <ac:chgData name="Hironari Yamada" userId="e57621f8-ec3c-449e-bb19-001fffcc008e" providerId="ADAL" clId="{BC0BD879-F267-5CCA-8DEA-E3B2DD07DA4E}" dt="2026-08-14T07:11:45.394" v="18612" actId="1076"/>
          <ac:picMkLst>
            <pc:docMk/>
            <pc:sldMk cId="3968162185" sldId="2076139091"/>
            <ac:picMk id="3" creationId="{EA9930DA-954C-E9EC-E829-0331B6064A5B}"/>
          </ac:picMkLst>
        </pc:picChg>
        <pc:picChg chg="del">
          <ac:chgData name="Hironari Yamada" userId="e57621f8-ec3c-449e-bb19-001fffcc008e" providerId="ADAL" clId="{BC0BD879-F267-5CCA-8DEA-E3B2DD07DA4E}" dt="2026-08-14T07:11:02.010" v="18506" actId="478"/>
          <ac:picMkLst>
            <pc:docMk/>
            <pc:sldMk cId="3968162185" sldId="2076139091"/>
            <ac:picMk id="7" creationId="{077D0E9D-6DF2-3961-0E2E-8FC1FEA6B0B7}"/>
          </ac:picMkLst>
        </pc:picChg>
      </pc:sldChg>
      <pc:sldChg chg="addSp delSp modSp add del mod">
        <pc:chgData name="Hironari Yamada" userId="e57621f8-ec3c-449e-bb19-001fffcc008e" providerId="ADAL" clId="{BC0BD879-F267-5CCA-8DEA-E3B2DD07DA4E}" dt="2026-08-14T00:42:28.685" v="15191" actId="2696"/>
        <pc:sldMkLst>
          <pc:docMk/>
          <pc:sldMk cId="644917657" sldId="2076139092"/>
        </pc:sldMkLst>
      </pc:sldChg>
      <pc:sldChg chg="addSp delSp modSp add mod">
        <pc:chgData name="Hironari Yamada" userId="e57621f8-ec3c-449e-bb19-001fffcc008e" providerId="ADAL" clId="{BC0BD879-F267-5CCA-8DEA-E3B2DD07DA4E}" dt="2026-08-14T07:17:30.861" v="19151" actId="1076"/>
        <pc:sldMkLst>
          <pc:docMk/>
          <pc:sldMk cId="651604475" sldId="2076139092"/>
        </pc:sldMkLst>
        <pc:spChg chg="mod">
          <ac:chgData name="Hironari Yamada" userId="e57621f8-ec3c-449e-bb19-001fffcc008e" providerId="ADAL" clId="{BC0BD879-F267-5CCA-8DEA-E3B2DD07DA4E}" dt="2026-08-14T07:14:51.460" v="18942" actId="20577"/>
          <ac:spMkLst>
            <pc:docMk/>
            <pc:sldMk cId="651604475" sldId="2076139092"/>
            <ac:spMk id="3" creationId="{65C95121-1C6E-6788-C16D-9ABD3D5BEB49}"/>
          </ac:spMkLst>
        </pc:spChg>
        <pc:spChg chg="del">
          <ac:chgData name="Hironari Yamada" userId="e57621f8-ec3c-449e-bb19-001fffcc008e" providerId="ADAL" clId="{BC0BD879-F267-5CCA-8DEA-E3B2DD07DA4E}" dt="2026-08-14T07:14:13.770" v="18761" actId="478"/>
          <ac:spMkLst>
            <pc:docMk/>
            <pc:sldMk cId="651604475" sldId="2076139092"/>
            <ac:spMk id="7" creationId="{D4E274D6-E87F-EB4C-AB8F-E3062C78CDF0}"/>
          </ac:spMkLst>
        </pc:spChg>
        <pc:spChg chg="mod">
          <ac:chgData name="Hironari Yamada" userId="e57621f8-ec3c-449e-bb19-001fffcc008e" providerId="ADAL" clId="{BC0BD879-F267-5CCA-8DEA-E3B2DD07DA4E}" dt="2026-08-14T07:14:23.543" v="18806" actId="20577"/>
          <ac:spMkLst>
            <pc:docMk/>
            <pc:sldMk cId="651604475" sldId="2076139092"/>
            <ac:spMk id="9" creationId="{0B757A43-9165-2470-4013-E453A218B589}"/>
          </ac:spMkLst>
        </pc:spChg>
        <pc:spChg chg="add mod">
          <ac:chgData name="Hironari Yamada" userId="e57621f8-ec3c-449e-bb19-001fffcc008e" providerId="ADAL" clId="{BC0BD879-F267-5CCA-8DEA-E3B2DD07DA4E}" dt="2026-08-14T07:16:32.827" v="19145" actId="14100"/>
          <ac:spMkLst>
            <pc:docMk/>
            <pc:sldMk cId="651604475" sldId="2076139092"/>
            <ac:spMk id="11" creationId="{86D049F8-2C49-E22F-CC94-CC0097A9BFFC}"/>
          </ac:spMkLst>
        </pc:spChg>
        <pc:picChg chg="del">
          <ac:chgData name="Hironari Yamada" userId="e57621f8-ec3c-449e-bb19-001fffcc008e" providerId="ADAL" clId="{BC0BD879-F267-5CCA-8DEA-E3B2DD07DA4E}" dt="2026-08-14T07:14:13.770" v="18761" actId="478"/>
          <ac:picMkLst>
            <pc:docMk/>
            <pc:sldMk cId="651604475" sldId="2076139092"/>
            <ac:picMk id="5" creationId="{39FC4DE4-B622-BFD2-AC09-5C3D96E62A6E}"/>
          </ac:picMkLst>
        </pc:picChg>
        <pc:picChg chg="del">
          <ac:chgData name="Hironari Yamada" userId="e57621f8-ec3c-449e-bb19-001fffcc008e" providerId="ADAL" clId="{BC0BD879-F267-5CCA-8DEA-E3B2DD07DA4E}" dt="2026-08-14T07:14:13.770" v="18761" actId="478"/>
          <ac:picMkLst>
            <pc:docMk/>
            <pc:sldMk cId="651604475" sldId="2076139092"/>
            <ac:picMk id="8" creationId="{EA446DDD-83E0-F47C-8BA1-74339C497E2C}"/>
          </ac:picMkLst>
        </pc:picChg>
        <pc:picChg chg="add del mod">
          <ac:chgData name="Hironari Yamada" userId="e57621f8-ec3c-449e-bb19-001fffcc008e" providerId="ADAL" clId="{BC0BD879-F267-5CCA-8DEA-E3B2DD07DA4E}" dt="2026-08-14T07:17:00.857" v="19147" actId="478"/>
          <ac:picMkLst>
            <pc:docMk/>
            <pc:sldMk cId="651604475" sldId="2076139092"/>
            <ac:picMk id="10" creationId="{6CF4F916-B320-B71B-A172-6B5A1B36E4EA}"/>
          </ac:picMkLst>
        </pc:picChg>
        <pc:picChg chg="add mod">
          <ac:chgData name="Hironari Yamada" userId="e57621f8-ec3c-449e-bb19-001fffcc008e" providerId="ADAL" clId="{BC0BD879-F267-5CCA-8DEA-E3B2DD07DA4E}" dt="2026-08-14T07:17:30.861" v="19151" actId="1076"/>
          <ac:picMkLst>
            <pc:docMk/>
            <pc:sldMk cId="651604475" sldId="2076139092"/>
            <ac:picMk id="12" creationId="{FE770E0D-FA49-8C6B-D31E-D8E4BB36D68D}"/>
          </ac:picMkLst>
        </pc:picChg>
      </pc:sldChg>
      <pc:sldChg chg="addSp delSp modSp add del mod">
        <pc:chgData name="Hironari Yamada" userId="e57621f8-ec3c-449e-bb19-001fffcc008e" providerId="ADAL" clId="{BC0BD879-F267-5CCA-8DEA-E3B2DD07DA4E}" dt="2026-08-14T00:42:28.759" v="15195" actId="2696"/>
        <pc:sldMkLst>
          <pc:docMk/>
          <pc:sldMk cId="2068297814" sldId="2076139093"/>
        </pc:sldMkLst>
      </pc:sldChg>
      <pc:sldChg chg="addSp delSp modSp add del mod">
        <pc:chgData name="Hironari Yamada" userId="e57621f8-ec3c-449e-bb19-001fffcc008e" providerId="ADAL" clId="{BC0BD879-F267-5CCA-8DEA-E3B2DD07DA4E}" dt="2026-08-14T00:42:28.707" v="15192" actId="2696"/>
        <pc:sldMkLst>
          <pc:docMk/>
          <pc:sldMk cId="827699989" sldId="20761390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0779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9C67-DBF2-0228-79E6-4C4220185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6B8E6-2D8B-D8A5-41A7-5056422F6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128AB-179F-8D53-3933-98BDCDE1896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7BD6765-33F6-3994-137E-6F80FA73BF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9279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7EBF6-E088-8525-ACC3-B6A80F1CB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82267-119C-42E4-DC6C-C8EEAF5249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0E212-A87F-41C8-5350-C24B736E551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err="1"/>
              <a:t>まず</a:t>
            </a:r>
            <a:r>
              <a:rPr lang="en-US" altLang="ja-JP" dirty="0"/>
              <a:t> Azure Monitor </a:t>
            </a:r>
            <a:r>
              <a:rPr lang="en-US" altLang="ja-JP" dirty="0" err="1"/>
              <a:t>の全体像です。左側がデータソースで、Azure</a:t>
            </a:r>
            <a:r>
              <a:rPr lang="en-US" altLang="ja-JP" dirty="0"/>
              <a:t> </a:t>
            </a:r>
            <a:r>
              <a:rPr lang="en-US" altLang="ja-JP" dirty="0" err="1"/>
              <a:t>リソースそのもの、OS</a:t>
            </a:r>
            <a:r>
              <a:rPr lang="en-US" altLang="ja-JP" dirty="0"/>
              <a:t> </a:t>
            </a:r>
            <a:r>
              <a:rPr lang="en-US" altLang="ja-JP" dirty="0" err="1"/>
              <a:t>のゲストレベルのデータ、アプリケーション、カスタムソースからデータが集まります</a:t>
            </a:r>
            <a:r>
              <a:rPr lang="en-US" altLang="ja-JP" dirty="0"/>
              <a:t>。
中央がデータプラットフォームで、数値の時系列データであるメトリクスと、テキストや構造化データであるログの2種類に分かれます。
</a:t>
            </a:r>
            <a:r>
              <a:rPr lang="en-US" altLang="ja-JP" dirty="0" err="1"/>
              <a:t>そして右側で可視化、分析、アラート、外部エクスポートといった形で活用します</a:t>
            </a:r>
            <a:r>
              <a:rPr lang="en-US" altLang="ja-JP" dirty="0"/>
              <a:t>。
</a:t>
            </a:r>
            <a:r>
              <a:rPr lang="en-US" altLang="ja-JP" dirty="0" err="1"/>
              <a:t>この「収集</a:t>
            </a:r>
            <a:r>
              <a:rPr lang="en-US" altLang="ja-JP" dirty="0"/>
              <a:t> → </a:t>
            </a:r>
            <a:r>
              <a:rPr lang="en-US" altLang="ja-JP" dirty="0" err="1"/>
              <a:t>蓄積</a:t>
            </a:r>
            <a:r>
              <a:rPr lang="en-US" altLang="ja-JP" dirty="0"/>
              <a:t> → </a:t>
            </a:r>
            <a:r>
              <a:rPr lang="en-US" altLang="ja-JP" dirty="0" err="1"/>
              <a:t>活用」の流れを理解しておくことが、効果的な監視設計の第一歩です</a:t>
            </a:r>
            <a:r>
              <a:rPr lang="en-US" altLang="ja-JP" dirty="0"/>
              <a:t>。</a:t>
            </a:r>
          </a:p>
          <a:p>
            <a:endParaRPr kumimoji="1" lang="ja-JP" altLang="en-US"/>
          </a:p>
          <a:p>
            <a:endParaRPr dirty="0"/>
          </a:p>
        </p:txBody>
      </p:sp>
      <p:sp>
        <p:nvSpPr>
          <p:cNvPr id="4" name="Slide Number Placeholder 3">
            <a:extLst>
              <a:ext uri="{FF2B5EF4-FFF2-40B4-BE49-F238E27FC236}">
                <a16:creationId xmlns:a16="http://schemas.microsoft.com/office/drawing/2014/main" id="{DC8DFB80-83D8-4836-C0A4-115F6854892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31080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0EFC4-B0D1-3465-042A-D705809D63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B95B1-1EBF-E349-525B-0B1B5724D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67426-E13A-1B70-17A7-3B70D9D75C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では収集対象のデータの形式ごとにどのような仕組みで収集するのか見てみましょう。</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最初は数値の時系列データであるメトリクスです。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基本的なメトリクス、プラットフォームメトリクス、例えば</a:t>
            </a:r>
            <a:r>
              <a:rPr lang="en-US" altLang="ja-JP" dirty="0"/>
              <a:t> CPU </a:t>
            </a:r>
            <a:r>
              <a:rPr lang="ja-JP" altLang="en-US"/>
              <a:t>使用率などは何も設定せずに</a:t>
            </a:r>
            <a:r>
              <a:rPr lang="en-US" altLang="ja-JP" dirty="0"/>
              <a:t> Azure Monitor </a:t>
            </a:r>
            <a:r>
              <a:rPr lang="ja-JP" altLang="en-US"/>
              <a:t>メトリクス</a:t>
            </a:r>
            <a:r>
              <a:rPr lang="en-US" altLang="ja-JP" dirty="0"/>
              <a:t> </a:t>
            </a:r>
            <a:r>
              <a:rPr lang="ja-JP" altLang="en-US"/>
              <a:t>で収集可能です。</a:t>
            </a:r>
            <a:r>
              <a:rPr lang="en-US" altLang="ja-JP" dirty="0"/>
              <a:t>
VM </a:t>
            </a:r>
            <a:r>
              <a:rPr lang="en-US" altLang="ja-JP" dirty="0" err="1"/>
              <a:t>であれば</a:t>
            </a:r>
            <a:r>
              <a:rPr lang="en-US" altLang="ja-JP" dirty="0"/>
              <a:t> CPU </a:t>
            </a:r>
            <a:r>
              <a:rPr lang="en-US" altLang="ja-JP" dirty="0" err="1"/>
              <a:t>使用率、ディスク</a:t>
            </a:r>
            <a:r>
              <a:rPr lang="en-US" altLang="ja-JP" dirty="0"/>
              <a:t> </a:t>
            </a:r>
            <a:r>
              <a:rPr lang="en-US" altLang="ja-JP" dirty="0" err="1"/>
              <a:t>IOPS、ネットワークの</a:t>
            </a:r>
            <a:r>
              <a:rPr lang="en-US" altLang="ja-JP" dirty="0"/>
              <a:t> In/Out などが追加設定なしで取得されます。1分間隔で最大93日間保持されます。
一方、カスタムメトリクスはアプリケーションやエージェント経由で独自の指標を送信するもので、業務固有の指標を追跡したい場合に使います。
</a:t>
            </a:r>
            <a:r>
              <a:rPr lang="en-US" altLang="ja-JP" dirty="0" err="1"/>
              <a:t>右側はメトリクスエクスプローラーの画面イメージです。ポータルから簡単にグラフを作成して状況を確認できます</a:t>
            </a:r>
            <a:r>
              <a:rPr lang="en-US" altLang="ja-JP" dirty="0"/>
              <a:t>。</a:t>
            </a:r>
          </a:p>
          <a:p>
            <a:endParaRPr kumimoji="1" lang="ja-JP" altLang="en-US"/>
          </a:p>
        </p:txBody>
      </p:sp>
      <p:sp>
        <p:nvSpPr>
          <p:cNvPr id="4" name="Slide Number Placeholder 3">
            <a:extLst>
              <a:ext uri="{FF2B5EF4-FFF2-40B4-BE49-F238E27FC236}">
                <a16:creationId xmlns:a16="http://schemas.microsoft.com/office/drawing/2014/main" id="{CD3A8FD8-8D3C-167C-FCA6-F5FAB16C25B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97557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6ADFE-69D9-1B2C-6397-30E07D3CB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336997-D6A9-5249-BDB8-AB60FB110F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9CD2A-26B4-B036-ACCA-FC0052F330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err="1"/>
              <a:t>メトリクスの値に基づいてアラートを生成</a:t>
            </a:r>
            <a:r>
              <a:rPr lang="ja-JP" altLang="en-US"/>
              <a:t>したり、なにかのアクションを起こさせることも可能です。</a:t>
            </a:r>
            <a:r>
              <a:rPr lang="en-US" altLang="ja-JP" dirty="0"/>
              <a:t>
フローとしては、まず条件を定義し、定期的に評価され、条件を満たすとアクショングループに通知が飛びます。通知先はメール、SMS、Webhook、Logic App </a:t>
            </a:r>
            <a:r>
              <a:rPr lang="en-US" altLang="ja-JP" dirty="0" err="1"/>
              <a:t>など柔軟に設定可能です</a:t>
            </a:r>
            <a:r>
              <a:rPr lang="en-US" altLang="ja-JP" dirty="0"/>
              <a:t>。
しきい値は2種類あります。静的しきい値は「CPU が80%を超えたら」のように固定値を設定するもの。動的しきい値は機械学習が過去のパターンを学習し、通常と異なる挙動を異常として検知します。
</a:t>
            </a:r>
            <a:r>
              <a:rPr lang="en-US" altLang="ja-JP" dirty="0" err="1"/>
              <a:t>負荷パターンが安定している環境では静的、日中と夜間で負荷が大きく変わるような環境では動的がお勧めです</a:t>
            </a:r>
            <a:r>
              <a:rPr lang="en-US" altLang="ja-JP" dirty="0"/>
              <a:t>。</a:t>
            </a:r>
          </a:p>
          <a:p>
            <a:endParaRPr kumimoji="1" lang="ja-JP" altLang="en-US"/>
          </a:p>
        </p:txBody>
      </p:sp>
      <p:sp>
        <p:nvSpPr>
          <p:cNvPr id="4" name="Slide Number Placeholder 3">
            <a:extLst>
              <a:ext uri="{FF2B5EF4-FFF2-40B4-BE49-F238E27FC236}">
                <a16:creationId xmlns:a16="http://schemas.microsoft.com/office/drawing/2014/main" id="{E00D0670-5B50-B6E7-1671-25C1E09438B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54740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67DA3-A7A9-D1A7-6CD5-32B7E6EF1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8DEE35-6160-3B55-4059-AAB12AD1D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C339B-FF3B-6B5F-C81C-39A485071A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では、つぎにログはどう収集するのかを見てみましょう。</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Azure VM </a:t>
            </a:r>
            <a:r>
              <a:rPr lang="ja-JP" altLang="en-US" sz="1200"/>
              <a:t>のゲスト</a:t>
            </a:r>
            <a:r>
              <a:rPr lang="en-US" altLang="ja-JP" sz="1200" dirty="0"/>
              <a:t> OS </a:t>
            </a:r>
            <a:r>
              <a:rPr lang="ja-JP" altLang="en-US" sz="1200"/>
              <a:t>の監視には</a:t>
            </a:r>
            <a:r>
              <a:rPr lang="en-US" altLang="ja-JP" sz="1200" dirty="0"/>
              <a:t> Azure Monitor Agent </a:t>
            </a:r>
            <a:r>
              <a:rPr lang="ja-JP" altLang="en-US" sz="1200"/>
              <a:t>と</a:t>
            </a:r>
            <a:r>
              <a:rPr lang="en-US" altLang="ja-JP" sz="1200" dirty="0"/>
              <a:t> Data Collection Rule</a:t>
            </a:r>
            <a:r>
              <a:rPr lang="ja-JP" altLang="en-US" sz="1200"/>
              <a:t>、</a:t>
            </a:r>
            <a:r>
              <a:rPr lang="en-US" altLang="ja-JP" sz="1200" dirty="0"/>
              <a:t>Log Analytics </a:t>
            </a:r>
            <a:r>
              <a:rPr lang="ja-JP" altLang="en-US" sz="1200"/>
              <a:t>ワークスペースを組み合わせて監視設定を行います。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ログは基本的にに</a:t>
            </a:r>
            <a:r>
              <a:rPr lang="en-US" altLang="ja-JP" dirty="0"/>
              <a:t> Log Analytics </a:t>
            </a:r>
            <a:r>
              <a:rPr lang="en-US" altLang="ja-JP" dirty="0" err="1"/>
              <a:t>ワークスペースに</a:t>
            </a:r>
            <a:r>
              <a:rPr lang="ja-JP" altLang="en-US"/>
              <a:t>収集されます。</a:t>
            </a:r>
            <a:r>
              <a:rPr lang="en-US" altLang="ja-JP" dirty="0"/>
              <a:t>
データ保持期間は既定30日間が無料、対話型保持は最大2年間、アーカイブとしては最大12年間保持できます。コンプライアンス要件に応じて設定してください。
料金モデルは従量課金とコミットメントレベルの2つがあります。日次のデータ量が100GB を超える大規模環境では、コミットメントレベルで最大30%の割引が適用されます。
</a:t>
            </a:r>
            <a:endParaRPr kumimoji="1" lang="ja-JP" altLang="en-US"/>
          </a:p>
        </p:txBody>
      </p:sp>
      <p:sp>
        <p:nvSpPr>
          <p:cNvPr id="4" name="Slide Number Placeholder 3">
            <a:extLst>
              <a:ext uri="{FF2B5EF4-FFF2-40B4-BE49-F238E27FC236}">
                <a16:creationId xmlns:a16="http://schemas.microsoft.com/office/drawing/2014/main" id="{A32C7994-E523-1BBD-440D-ADD904653F5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96826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D4AEF-9B5E-BF8D-5622-15A994C29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0F412-EEC2-22D3-C657-706C80CFD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554F9-BCB1-68AC-B4AE-ED64D306F0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err="1"/>
              <a:t>データ収集の設定方法です。VM</a:t>
            </a:r>
            <a:r>
              <a:rPr lang="en-US" altLang="ja-JP" dirty="0"/>
              <a:t> </a:t>
            </a:r>
            <a:r>
              <a:rPr lang="ja-JP" altLang="en-US"/>
              <a:t>に対しては、</a:t>
            </a:r>
            <a:r>
              <a:rPr lang="en-US" altLang="ja-JP" dirty="0" err="1"/>
              <a:t>現在の推奨は</a:t>
            </a:r>
            <a:r>
              <a:rPr lang="en-US" altLang="ja-JP" dirty="0"/>
              <a:t> Azure Monitor </a:t>
            </a:r>
            <a:r>
              <a:rPr lang="en-US" altLang="ja-JP" dirty="0" err="1"/>
              <a:t>Agent、略して</a:t>
            </a:r>
            <a:r>
              <a:rPr lang="en-US" altLang="ja-JP" dirty="0"/>
              <a:t> AMA </a:t>
            </a:r>
            <a:r>
              <a:rPr lang="en-US" altLang="ja-JP" dirty="0" err="1"/>
              <a:t>を使うことです。旧来の</a:t>
            </a:r>
            <a:r>
              <a:rPr lang="en-US" altLang="ja-JP" dirty="0"/>
              <a:t> MMA/OMS エージェントは2024年8月に廃止されていますので、まだお使いの場合は AMA </a:t>
            </a:r>
            <a:r>
              <a:rPr lang="en-US" altLang="ja-JP" dirty="0" err="1"/>
              <a:t>への移行をお勧めします</a:t>
            </a:r>
            <a:r>
              <a:rPr lang="en-US" altLang="ja-JP" dirty="0"/>
              <a:t>。
AMA </a:t>
            </a:r>
            <a:r>
              <a:rPr lang="en-US" altLang="ja-JP" dirty="0" err="1"/>
              <a:t>ではデータ収集ルール、DCR</a:t>
            </a:r>
            <a:r>
              <a:rPr lang="en-US" altLang="ja-JP" dirty="0"/>
              <a:t> </a:t>
            </a:r>
            <a:r>
              <a:rPr lang="en-US" altLang="ja-JP" dirty="0" err="1"/>
              <a:t>を使って「何を</a:t>
            </a:r>
            <a:r>
              <a:rPr lang="en-US" altLang="ja-JP" dirty="0"/>
              <a:t>」「</a:t>
            </a:r>
            <a:r>
              <a:rPr lang="en-US" altLang="ja-JP" dirty="0" err="1"/>
              <a:t>どう変換して</a:t>
            </a:r>
            <a:r>
              <a:rPr lang="en-US" altLang="ja-JP" dirty="0"/>
              <a:t>」「</a:t>
            </a:r>
            <a:r>
              <a:rPr lang="en-US" altLang="ja-JP" dirty="0" err="1"/>
              <a:t>どこに送るか」を宣言的に定義します</a:t>
            </a:r>
            <a:r>
              <a:rPr lang="en-US" altLang="ja-JP" dirty="0"/>
              <a:t>。
大きなメリットは3つあります。まず、不要なデータを収集前にフィルタリングしてコスト削減できること。次に、複数の VM </a:t>
            </a:r>
            <a:r>
              <a:rPr lang="en-US" altLang="ja-JP" dirty="0" err="1"/>
              <a:t>に同一ルールを一括適用できること。そして</a:t>
            </a:r>
            <a:r>
              <a:rPr lang="en-US" altLang="ja-JP" dirty="0"/>
              <a:t> ARM </a:t>
            </a:r>
            <a:r>
              <a:rPr lang="en-US" altLang="ja-JP" dirty="0" err="1"/>
              <a:t>テンプレートや</a:t>
            </a:r>
            <a:r>
              <a:rPr lang="en-US" altLang="ja-JP" dirty="0"/>
              <a:t> Bicep </a:t>
            </a:r>
            <a:r>
              <a:rPr lang="en-US" altLang="ja-JP" dirty="0" err="1"/>
              <a:t>でコード管理できることです</a:t>
            </a:r>
            <a:r>
              <a:rPr lang="en-US" altLang="ja-JP" dirty="0"/>
              <a:t>。</a:t>
            </a:r>
          </a:p>
          <a:p>
            <a:endParaRPr kumimoji="1" lang="ja-JP" altLang="en-US"/>
          </a:p>
        </p:txBody>
      </p:sp>
      <p:sp>
        <p:nvSpPr>
          <p:cNvPr id="4" name="Slide Number Placeholder 3">
            <a:extLst>
              <a:ext uri="{FF2B5EF4-FFF2-40B4-BE49-F238E27FC236}">
                <a16:creationId xmlns:a16="http://schemas.microsoft.com/office/drawing/2014/main" id="{5C44497B-7C92-5083-F8F3-82B4148EF54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73634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DA88A-E06A-17F8-C1B2-FBDB6C3A2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CA1243-DFB2-C792-7253-6383317BC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5BD3B-064F-CDCD-2D4E-A7EA24A452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ログがたまったら、次は分析です。</a:t>
            </a:r>
            <a:r>
              <a:rPr lang="en-US" altLang="ja-JP" dirty="0"/>
              <a:t>Log Analytics </a:t>
            </a:r>
            <a:r>
              <a:rPr lang="ja-JP" altLang="en-US"/>
              <a:t>ワークスペースで分析を行うことができるのですが、その際に</a:t>
            </a:r>
            <a:r>
              <a:rPr lang="en-US" altLang="ja-JP" dirty="0"/>
              <a:t> KQL </a:t>
            </a:r>
            <a:r>
              <a:rPr lang="ja-JP" altLang="en-US"/>
              <a:t>というクエリ言語を利用して行います。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err="1"/>
              <a:t>KQL、Kusto</a:t>
            </a:r>
            <a:r>
              <a:rPr lang="en-US" altLang="ja-JP" dirty="0"/>
              <a:t> Query Language </a:t>
            </a:r>
            <a:r>
              <a:rPr lang="en-US" altLang="ja-JP" dirty="0" err="1"/>
              <a:t>の基本構文をご紹介します</a:t>
            </a:r>
            <a:r>
              <a:rPr lang="en-US" altLang="ja-JP" dirty="0"/>
              <a:t>。
SQL </a:t>
            </a:r>
            <a:r>
              <a:rPr lang="en-US" altLang="ja-JP" dirty="0" err="1"/>
              <a:t>に似ているので、SELECT</a:t>
            </a:r>
            <a:r>
              <a:rPr lang="en-US" altLang="ja-JP" dirty="0"/>
              <a:t> </a:t>
            </a:r>
            <a:r>
              <a:rPr lang="en-US" altLang="ja-JP" dirty="0" err="1"/>
              <a:t>文を書いたことがある方なら馴染みやすいと思います</a:t>
            </a:r>
            <a:r>
              <a:rPr lang="en-US" altLang="ja-JP" dirty="0"/>
              <a:t>。
</a:t>
            </a:r>
            <a:r>
              <a:rPr lang="en-US" altLang="ja-JP" dirty="0" err="1"/>
              <a:t>まずテーブル名でデータソースを指定し、パイプ記号で各処理を繋いでいきます。where</a:t>
            </a:r>
            <a:r>
              <a:rPr lang="en-US" altLang="ja-JP" dirty="0"/>
              <a:t> </a:t>
            </a:r>
            <a:r>
              <a:rPr lang="en-US" altLang="ja-JP" dirty="0" err="1"/>
              <a:t>で条件フィルタ、summarize</a:t>
            </a:r>
            <a:r>
              <a:rPr lang="en-US" altLang="ja-JP" dirty="0"/>
              <a:t> </a:t>
            </a:r>
            <a:r>
              <a:rPr lang="en-US" altLang="ja-JP" dirty="0" err="1"/>
              <a:t>で集計、project</a:t>
            </a:r>
            <a:r>
              <a:rPr lang="en-US" altLang="ja-JP" dirty="0"/>
              <a:t> </a:t>
            </a:r>
            <a:r>
              <a:rPr lang="en-US" altLang="ja-JP" dirty="0" err="1"/>
              <a:t>で列選択、sort</a:t>
            </a:r>
            <a:r>
              <a:rPr lang="en-US" altLang="ja-JP" dirty="0"/>
              <a:t> by </a:t>
            </a:r>
            <a:r>
              <a:rPr lang="en-US" altLang="ja-JP" dirty="0" err="1"/>
              <a:t>で並べ替え、render</a:t>
            </a:r>
            <a:r>
              <a:rPr lang="en-US" altLang="ja-JP" dirty="0"/>
              <a:t> </a:t>
            </a:r>
            <a:r>
              <a:rPr lang="en-US" altLang="ja-JP" dirty="0" err="1"/>
              <a:t>でグラフ化です</a:t>
            </a:r>
            <a:r>
              <a:rPr lang="en-US" altLang="ja-JP" dirty="0"/>
              <a:t>。
</a:t>
            </a:r>
            <a:r>
              <a:rPr lang="en-US" altLang="ja-JP" dirty="0" err="1"/>
              <a:t>重要なポイントとして、Log</a:t>
            </a:r>
            <a:r>
              <a:rPr lang="en-US" altLang="ja-JP" dirty="0"/>
              <a:t> Analytics </a:t>
            </a:r>
            <a:r>
              <a:rPr lang="en-US" altLang="ja-JP" dirty="0" err="1"/>
              <a:t>のクエリエディタには</a:t>
            </a:r>
            <a:r>
              <a:rPr lang="en-US" altLang="ja-JP" dirty="0"/>
              <a:t> IntelliSense（入力補完）が搭載されていますので、全コマンドを暗記する必要はありません。まずはこの基本構文を覚えて、実際に触ってみてください。</a:t>
            </a:r>
          </a:p>
          <a:p>
            <a:endParaRPr kumimoji="1" lang="ja-JP" altLang="en-US"/>
          </a:p>
        </p:txBody>
      </p:sp>
      <p:sp>
        <p:nvSpPr>
          <p:cNvPr id="4" name="Slide Number Placeholder 3">
            <a:extLst>
              <a:ext uri="{FF2B5EF4-FFF2-40B4-BE49-F238E27FC236}">
                <a16:creationId xmlns:a16="http://schemas.microsoft.com/office/drawing/2014/main" id="{8519E0B5-D330-D125-F2C8-E104B4891C5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3782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13EFB-B2BA-D963-7806-1D2E1FB09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A8CBD-7FBD-191C-15A3-0BE8F5DDAC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2341A-6787-1A74-4D85-3FF8858B5B0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実際に使えるクエリ例を2つご紹介します。
</a:t>
            </a:r>
            <a:r>
              <a:rPr lang="ja-JP" altLang="en-US"/>
              <a:t>上</a:t>
            </a:r>
            <a:r>
              <a:rPr lang="en-US" altLang="ja-JP" dirty="0"/>
              <a:t>の例は、直近1時間で CPU 使用率が80%を超えている VM </a:t>
            </a:r>
            <a:r>
              <a:rPr lang="en-US" altLang="ja-JP" dirty="0" err="1"/>
              <a:t>を特定するクエリです。Perf</a:t>
            </a:r>
            <a:r>
              <a:rPr lang="en-US" altLang="ja-JP" dirty="0"/>
              <a:t> </a:t>
            </a:r>
            <a:r>
              <a:rPr lang="en-US" altLang="ja-JP" dirty="0" err="1"/>
              <a:t>テーブルから</a:t>
            </a:r>
            <a:r>
              <a:rPr lang="en-US" altLang="ja-JP" dirty="0"/>
              <a:t> % Processor Time </a:t>
            </a:r>
            <a:r>
              <a:rPr lang="en-US" altLang="ja-JP" dirty="0" err="1"/>
              <a:t>をフィルタし、Computer</a:t>
            </a:r>
            <a:r>
              <a:rPr lang="en-US" altLang="ja-JP" dirty="0"/>
              <a:t> ごとに平均を取り、80%超のものを降順で表示しています。
</a:t>
            </a:r>
            <a:r>
              <a:rPr lang="ja-JP" altLang="en-US"/>
              <a:t>下</a:t>
            </a:r>
            <a:r>
              <a:rPr lang="en-US" altLang="ja-JP" dirty="0"/>
              <a:t>の例はエラーイベントの傾向分析です。直近24時間のエラー数を1時間ごとに集計し、タイムチャートで可視化しています。エラーが急増した時間帯が一目でわかります。
</a:t>
            </a:r>
            <a:r>
              <a:rPr lang="en-US" altLang="ja-JP" dirty="0" err="1"/>
              <a:t>スクリーンショットを配置しますが、実際の画面ではこのようにクエリを入力して実行ボタンを押すだけで結果が表示されます</a:t>
            </a:r>
            <a:r>
              <a:rPr lang="en-US" altLang="ja-JP" dirty="0"/>
              <a:t>。
</a:t>
            </a:r>
            <a:r>
              <a:rPr lang="en-US" altLang="ja-JP" dirty="0" err="1"/>
              <a:t>これらのクエリをベースにカスタマイズして使ってみてください</a:t>
            </a:r>
            <a:r>
              <a:rPr lang="en-US" altLang="ja-JP" dirty="0"/>
              <a:t>。</a:t>
            </a:r>
          </a:p>
          <a:p>
            <a:endParaRPr kumimoji="1" lang="ja-JP" altLang="en-US"/>
          </a:p>
        </p:txBody>
      </p:sp>
      <p:sp>
        <p:nvSpPr>
          <p:cNvPr id="4" name="Slide Number Placeholder 3">
            <a:extLst>
              <a:ext uri="{FF2B5EF4-FFF2-40B4-BE49-F238E27FC236}">
                <a16:creationId xmlns:a16="http://schemas.microsoft.com/office/drawing/2014/main" id="{0D52C743-2189-23EC-3C0B-A3E542CD145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86964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E3FEF-C784-7618-3BF7-01C48B2B4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645928-8065-B5FC-4F42-0E5C00A7E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7A65C-0387-9E47-86AE-4E428A10406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err="1"/>
              <a:t>ログ検索アラートについてです。メトリックアラートとの比較表をご覧ください</a:t>
            </a:r>
            <a:r>
              <a:rPr lang="en-US" altLang="ja-JP" dirty="0"/>
              <a:t>。
メトリックアラートは数値指標の単純な監視に向いており、評価頻度も1分からと高速です。コストも低めです。
</a:t>
            </a:r>
            <a:r>
              <a:rPr lang="en-US" altLang="ja-JP" dirty="0" err="1"/>
              <a:t>ログ検索アラートは</a:t>
            </a:r>
            <a:r>
              <a:rPr lang="en-US" altLang="ja-JP" dirty="0"/>
              <a:t> KQL </a:t>
            </a:r>
            <a:r>
              <a:rPr lang="en-US" altLang="ja-JP" dirty="0" err="1"/>
              <a:t>クエリの結果に基づくので</a:t>
            </a:r>
            <a:r>
              <a:rPr lang="en-US" altLang="ja-JP" dirty="0"/>
              <a:t>、「特定のエラーが5分間に10回以上発生したら」のような複合条件を設定できます。ただしクエリ実行のオーバーヘッドがある分、レイテンシはやや高くなります。
</a:t>
            </a:r>
            <a:r>
              <a:rPr lang="en-US" altLang="ja-JP" dirty="0" err="1"/>
              <a:t>使い分けとしては、CPU</a:t>
            </a:r>
            <a:r>
              <a:rPr lang="en-US" altLang="ja-JP" dirty="0"/>
              <a:t> </a:t>
            </a:r>
            <a:r>
              <a:rPr lang="en-US" altLang="ja-JP" dirty="0" err="1"/>
              <a:t>やメモリなど単一指標の監視にはメトリックアラート、複数条件の組み合わせやログパターンの検知にはログ検索アラートがお勧めです</a:t>
            </a:r>
            <a:r>
              <a:rPr lang="en-US" altLang="ja-JP" dirty="0"/>
              <a:t>。</a:t>
            </a:r>
          </a:p>
          <a:p>
            <a:endParaRPr kumimoji="1" lang="ja-JP" altLang="en-US"/>
          </a:p>
        </p:txBody>
      </p:sp>
      <p:sp>
        <p:nvSpPr>
          <p:cNvPr id="4" name="Slide Number Placeholder 3">
            <a:extLst>
              <a:ext uri="{FF2B5EF4-FFF2-40B4-BE49-F238E27FC236}">
                <a16:creationId xmlns:a16="http://schemas.microsoft.com/office/drawing/2014/main" id="{66E12A2A-9817-3DFE-0325-37FF18CE7F1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08780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08048-EAB4-3E2A-15C6-70B2A8405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8B5B2-BC47-11E5-C78F-F598C089D2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41AAC-AA14-DCDB-9C17-89A80E27AA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t>収集した監視データの宛先について整理します</a:t>
            </a:r>
            <a:r>
              <a:rPr lang="en-US" altLang="ja-JP" sz="1200" dirty="0"/>
              <a:t>。
Azure VM </a:t>
            </a:r>
            <a:r>
              <a:rPr lang="ja-JP" altLang="en-US" sz="1200"/>
              <a:t>のゲスト</a:t>
            </a:r>
            <a:r>
              <a:rPr lang="en-US" altLang="ja-JP" sz="1200" dirty="0"/>
              <a:t> OS </a:t>
            </a:r>
            <a:r>
              <a:rPr lang="ja-JP" altLang="en-US" sz="1200"/>
              <a:t>の監視には</a:t>
            </a:r>
            <a:r>
              <a:rPr lang="en-US" altLang="ja-JP" sz="1200" dirty="0"/>
              <a:t> Azure Monitor Agent </a:t>
            </a:r>
            <a:r>
              <a:rPr lang="ja-JP" altLang="en-US" sz="1200"/>
              <a:t>と</a:t>
            </a:r>
            <a:r>
              <a:rPr lang="en-US" altLang="ja-JP" sz="1200" dirty="0"/>
              <a:t> Data Collection Rule </a:t>
            </a:r>
            <a:r>
              <a:rPr lang="ja-JP" altLang="en-US" sz="1200"/>
              <a:t>を組み合わせて監視設定を行います。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データの送信先として</a:t>
            </a:r>
            <a:r>
              <a:rPr lang="en-US" altLang="ja-JP" sz="1200" dirty="0"/>
              <a:t> Log Analytics Workspace </a:t>
            </a:r>
            <a:r>
              <a:rPr lang="ja-JP" altLang="en-US" sz="1200"/>
              <a:t>を指定し、さらに必要に応じて、</a:t>
            </a:r>
            <a:r>
              <a:rPr lang="en-US" altLang="ja-JP" sz="1200" dirty="0"/>
              <a:t> Blob Storage </a:t>
            </a:r>
            <a:r>
              <a:rPr lang="ja-JP" altLang="en-US" sz="1200"/>
              <a:t>や</a:t>
            </a:r>
            <a:r>
              <a:rPr lang="en-US" altLang="ja-JP" sz="1200" dirty="0"/>
              <a:t> Event Hubs </a:t>
            </a:r>
            <a:r>
              <a:rPr lang="ja-JP" altLang="en-US" sz="1200"/>
              <a:t>にエクスポートすることも可能です。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Azure VM </a:t>
            </a:r>
            <a:r>
              <a:rPr lang="ja-JP" altLang="en-US" sz="1200"/>
              <a:t>のホストや</a:t>
            </a:r>
            <a:r>
              <a:rPr lang="en-US" altLang="ja-JP" sz="1200" dirty="0"/>
              <a:t> PaaS </a:t>
            </a:r>
            <a:r>
              <a:rPr lang="ja-JP" altLang="en-US" sz="1200"/>
              <a:t>などのマイクロソフト側で管理する領域のログやメトリックは診断設定をつかって、送信先を選択します。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こちらも宛先として</a:t>
            </a:r>
            <a:r>
              <a:rPr kumimoji="1" lang="en-US" altLang="ja-JP" sz="1200" dirty="0"/>
              <a:t> Log Analytics Workspace </a:t>
            </a:r>
            <a:r>
              <a:rPr kumimoji="1" lang="ja-JP" altLang="en-US" sz="1200"/>
              <a:t>や</a:t>
            </a:r>
            <a:r>
              <a:rPr kumimoji="1" lang="en-US" altLang="ja-JP" sz="1200" dirty="0"/>
              <a:t> Blob Storage</a:t>
            </a:r>
            <a:r>
              <a:rPr kumimoji="1" lang="ja-JP" altLang="en-US" sz="1200"/>
              <a:t>、</a:t>
            </a:r>
            <a:r>
              <a:rPr kumimoji="1" lang="en-US" altLang="ja-JP" sz="1200" dirty="0"/>
              <a:t>Event Hubs </a:t>
            </a:r>
            <a:r>
              <a:rPr kumimoji="1" lang="ja-JP" altLang="en-US" sz="1200"/>
              <a:t>を利用可能で、さらに</a:t>
            </a:r>
            <a:r>
              <a:rPr kumimoji="1" lang="en-US" altLang="ja-JP" sz="1200" dirty="0"/>
              <a:t> Datadog </a:t>
            </a:r>
            <a:r>
              <a:rPr kumimoji="1" lang="ja-JP" altLang="en-US" sz="1200"/>
              <a:t>や</a:t>
            </a:r>
            <a:r>
              <a:rPr kumimoji="1" lang="en-US" altLang="ja-JP" sz="1200" dirty="0"/>
              <a:t> New Relic </a:t>
            </a:r>
            <a:r>
              <a:rPr kumimoji="1" lang="ja-JP" altLang="en-US" sz="1200"/>
              <a:t>など</a:t>
            </a:r>
            <a:r>
              <a:rPr kumimoji="1" lang="en-US" altLang="ja-JP" sz="1200" dirty="0"/>
              <a:t> 3rd party </a:t>
            </a:r>
            <a:r>
              <a:rPr kumimoji="1" lang="ja-JP" altLang="en-US" sz="1200"/>
              <a:t>のパートナーソリューションに直接送信することも可能です。</a:t>
            </a:r>
          </a:p>
        </p:txBody>
      </p:sp>
      <p:sp>
        <p:nvSpPr>
          <p:cNvPr id="4" name="Slide Number Placeholder 3">
            <a:extLst>
              <a:ext uri="{FF2B5EF4-FFF2-40B4-BE49-F238E27FC236}">
                <a16:creationId xmlns:a16="http://schemas.microsoft.com/office/drawing/2014/main" id="{1E9B3E4A-9BA5-1CE6-42B5-C8E47D15C36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73203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B6F61-94AA-ED9B-3038-7A4A19512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67558-26C9-054E-C6B0-153006C086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6A07A9-3B85-E59B-BBB0-2F5D632D01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err="1"/>
              <a:t>各宛先のユースケースを比較した表です</a:t>
            </a:r>
            <a:r>
              <a:rPr lang="en-US" altLang="ja-JP" dirty="0"/>
              <a:t>。
Log Analytics </a:t>
            </a:r>
            <a:r>
              <a:rPr lang="en-US" altLang="ja-JP" dirty="0" err="1"/>
              <a:t>はリアルタイムの</a:t>
            </a:r>
            <a:r>
              <a:rPr lang="en-US" altLang="ja-JP" dirty="0"/>
              <a:t> KQL </a:t>
            </a:r>
            <a:r>
              <a:rPr lang="en-US" altLang="ja-JP" dirty="0" err="1"/>
              <a:t>クエリ分析やアラート設定に最適ですが、コストは中〜高です</a:t>
            </a:r>
            <a:r>
              <a:rPr lang="en-US" altLang="ja-JP" dirty="0"/>
              <a:t>。
Storage Account </a:t>
            </a:r>
            <a:r>
              <a:rPr lang="en-US" altLang="ja-JP" dirty="0" err="1"/>
              <a:t>は最もコストが低く、コンプライアンスや監査ログの長期保管に向いています</a:t>
            </a:r>
            <a:r>
              <a:rPr lang="en-US" altLang="ja-JP" dirty="0"/>
              <a:t>。
Event Hubs </a:t>
            </a:r>
            <a:r>
              <a:rPr lang="en-US" altLang="ja-JP" dirty="0" err="1"/>
              <a:t>は</a:t>
            </a:r>
            <a:r>
              <a:rPr lang="en-US" altLang="ja-JP" dirty="0"/>
              <a:t> Splunk </a:t>
            </a:r>
            <a:r>
              <a:rPr lang="en-US" altLang="ja-JP" dirty="0" err="1"/>
              <a:t>や</a:t>
            </a:r>
            <a:r>
              <a:rPr lang="en-US" altLang="ja-JP" dirty="0"/>
              <a:t> Sentinel </a:t>
            </a:r>
            <a:r>
              <a:rPr lang="en-US" altLang="ja-JP" dirty="0" err="1"/>
              <a:t>などの外部</a:t>
            </a:r>
            <a:r>
              <a:rPr lang="en-US" altLang="ja-JP" dirty="0"/>
              <a:t> SIEM </a:t>
            </a:r>
            <a:r>
              <a:rPr lang="en-US" altLang="ja-JP" dirty="0" err="1"/>
              <a:t>とリアルタイム連携したい場合に使います</a:t>
            </a:r>
            <a:r>
              <a:rPr lang="en-US" altLang="ja-JP" dirty="0"/>
              <a:t>。
</a:t>
            </a:r>
            <a:r>
              <a:rPr lang="en-US" altLang="ja-JP" dirty="0" err="1"/>
              <a:t>パートナーソリューションは</a:t>
            </a:r>
            <a:r>
              <a:rPr lang="en-US" altLang="ja-JP" dirty="0"/>
              <a:t> Datadog </a:t>
            </a:r>
            <a:r>
              <a:rPr lang="en-US" altLang="ja-JP" dirty="0" err="1"/>
              <a:t>や</a:t>
            </a:r>
            <a:r>
              <a:rPr lang="en-US" altLang="ja-JP" dirty="0"/>
              <a:t> Elastic </a:t>
            </a:r>
            <a:r>
              <a:rPr lang="en-US" altLang="ja-JP" dirty="0" err="1"/>
              <a:t>など、既存の監視投資を活かしたい場合に有効です</a:t>
            </a:r>
            <a:r>
              <a:rPr lang="en-US" altLang="ja-JP" dirty="0"/>
              <a:t>。
</a:t>
            </a:r>
            <a:r>
              <a:rPr lang="en-US" altLang="ja-JP" dirty="0" err="1"/>
              <a:t>皆さんの環境に合った組み合わせを検討してみてください</a:t>
            </a:r>
            <a:r>
              <a:rPr lang="en-US" altLang="ja-JP" dirty="0"/>
              <a:t>。</a:t>
            </a:r>
          </a:p>
          <a:p>
            <a:endParaRPr kumimoji="1" lang="ja-JP" altLang="en-US"/>
          </a:p>
        </p:txBody>
      </p:sp>
      <p:sp>
        <p:nvSpPr>
          <p:cNvPr id="4" name="Slide Number Placeholder 3">
            <a:extLst>
              <a:ext uri="{FF2B5EF4-FFF2-40B4-BE49-F238E27FC236}">
                <a16:creationId xmlns:a16="http://schemas.microsoft.com/office/drawing/2014/main" id="{3312939B-4C8C-0773-5E7D-1D895B23DD6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30036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1745A-B4BF-35F6-1F94-CC168CBFC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C293F-E380-6B75-A633-2E6DE7D0D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378590-5A53-0558-7000-23A904713F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監視のベストプラクティスを3つの観点でまとめました。
</a:t>
            </a:r>
            <a:r>
              <a:rPr lang="en-US" altLang="ja-JP" dirty="0" err="1"/>
              <a:t>左の推奨監視項目として、VM</a:t>
            </a:r>
            <a:r>
              <a:rPr lang="en-US" altLang="ja-JP" dirty="0"/>
              <a:t> </a:t>
            </a:r>
            <a:r>
              <a:rPr lang="en-US" altLang="ja-JP" dirty="0" err="1"/>
              <a:t>では最低限</a:t>
            </a:r>
            <a:r>
              <a:rPr lang="en-US" altLang="ja-JP" dirty="0"/>
              <a:t> </a:t>
            </a:r>
            <a:r>
              <a:rPr lang="en-US" altLang="ja-JP" dirty="0" err="1"/>
              <a:t>CPU、メモリ、ディスク容量、ネットワーク、OS</a:t>
            </a:r>
            <a:r>
              <a:rPr lang="en-US" altLang="ja-JP" dirty="0"/>
              <a:t> </a:t>
            </a:r>
            <a:r>
              <a:rPr lang="en-US" altLang="ja-JP" dirty="0" err="1"/>
              <a:t>イベントは監視しましょう。ここに示した閾値は目安ですので、実際の運用に合わせて調整してください</a:t>
            </a:r>
            <a:r>
              <a:rPr lang="en-US" altLang="ja-JP" dirty="0"/>
              <a:t>。
</a:t>
            </a:r>
            <a:r>
              <a:rPr lang="en-US" altLang="ja-JP" dirty="0" err="1"/>
              <a:t>中央のアラート設計では、重大度の適切な分類とアラート疲れの防止が特に重要です。すべてを</a:t>
            </a:r>
            <a:r>
              <a:rPr lang="en-US" altLang="ja-JP" dirty="0"/>
              <a:t> Sev 0 </a:t>
            </a:r>
            <a:r>
              <a:rPr lang="en-US" altLang="ja-JP" dirty="0" err="1"/>
              <a:t>にするのではなく、本当にすぐ対応が必要なものだけに絞りましょう。動的しきい値や自動修復の活用も検討してください</a:t>
            </a:r>
            <a:r>
              <a:rPr lang="en-US" altLang="ja-JP" dirty="0"/>
              <a:t>。
右のよくある落とし穴では、エージェントの設定漏れやデータ保持期間の管理不足が実際によく見られます。特に全データを無条件で収集するとコストが想定以上になることがあるので、DCR </a:t>
            </a:r>
            <a:r>
              <a:rPr lang="en-US" altLang="ja-JP" dirty="0" err="1"/>
              <a:t>でのフィルタリングを活用してください</a:t>
            </a:r>
            <a:r>
              <a:rPr lang="en-US" altLang="ja-JP" dirty="0"/>
              <a:t>。
</a:t>
            </a:r>
            <a:r>
              <a:rPr lang="en-US" altLang="ja-JP" dirty="0" err="1"/>
              <a:t>以上で監視セクションは終了です</a:t>
            </a:r>
            <a:r>
              <a:rPr lang="en-US" altLang="ja-JP" dirty="0"/>
              <a:t>。</a:t>
            </a:r>
          </a:p>
          <a:p>
            <a:endParaRPr kumimoji="1" lang="ja-JP" altLang="en-US"/>
          </a:p>
        </p:txBody>
      </p:sp>
      <p:sp>
        <p:nvSpPr>
          <p:cNvPr id="4" name="Slide Number Placeholder 3">
            <a:extLst>
              <a:ext uri="{FF2B5EF4-FFF2-40B4-BE49-F238E27FC236}">
                <a16:creationId xmlns:a16="http://schemas.microsoft.com/office/drawing/2014/main" id="{6E686949-7E88-8DDD-97DC-BD670F18AF4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239479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75AB8-3F14-C978-655C-72F0B3999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AF7A5-B193-B98E-B6EB-A1D70C45A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C7114-41BA-9257-2B18-E0A198DC6B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Serial Console </a:t>
            </a:r>
            <a:r>
              <a:rPr lang="ja-JP" altLang="en-US"/>
              <a:t>接続は</a:t>
            </a:r>
            <a:r>
              <a:rPr lang="en-US" altLang="ja-JP" dirty="0" err="1"/>
              <a:t>ネットワーク障害で</a:t>
            </a:r>
            <a:r>
              <a:rPr lang="en-US" altLang="ja-JP" dirty="0"/>
              <a:t> SSH </a:t>
            </a:r>
            <a:r>
              <a:rPr lang="en-US" altLang="ja-JP" dirty="0" err="1"/>
              <a:t>や</a:t>
            </a:r>
            <a:r>
              <a:rPr lang="en-US" altLang="ja-JP" dirty="0"/>
              <a:t> RDP </a:t>
            </a:r>
            <a:r>
              <a:rPr lang="en-US" altLang="ja-JP" dirty="0" err="1"/>
              <a:t>が使えない状況でも、Azure</a:t>
            </a:r>
            <a:r>
              <a:rPr lang="en-US" altLang="ja-JP" dirty="0"/>
              <a:t> </a:t>
            </a:r>
            <a:r>
              <a:rPr lang="en-US" altLang="ja-JP" dirty="0" err="1"/>
              <a:t>ポータルから直接</a:t>
            </a:r>
            <a:r>
              <a:rPr lang="en-US" altLang="ja-JP" dirty="0"/>
              <a:t> VM </a:t>
            </a:r>
            <a:r>
              <a:rPr lang="en-US" altLang="ja-JP" dirty="0" err="1"/>
              <a:t>にアクセスできるテキストベースのコンソールです</a:t>
            </a:r>
            <a:r>
              <a:rPr lang="en-US" altLang="ja-JP" dirty="0"/>
              <a:t>。
</a:t>
            </a:r>
            <a:r>
              <a:rPr lang="en-US" altLang="ja-JP" dirty="0" err="1"/>
              <a:t>例えば</a:t>
            </a:r>
            <a:r>
              <a:rPr lang="en-US" altLang="ja-JP" dirty="0"/>
              <a:t> NSG </a:t>
            </a:r>
            <a:r>
              <a:rPr lang="en-US" altLang="ja-JP" dirty="0" err="1"/>
              <a:t>やファイアウォールの設定を誤って</a:t>
            </a:r>
            <a:r>
              <a:rPr lang="en-US" altLang="ja-JP" dirty="0"/>
              <a:t> SSH </a:t>
            </a:r>
            <a:r>
              <a:rPr lang="en-US" altLang="ja-JP" dirty="0" err="1"/>
              <a:t>接続できなくなった場合、通常はお手上げですが、Serial</a:t>
            </a:r>
            <a:r>
              <a:rPr lang="en-US" altLang="ja-JP" dirty="0"/>
              <a:t> Console </a:t>
            </a:r>
            <a:r>
              <a:rPr lang="en-US" altLang="ja-JP" dirty="0" err="1"/>
              <a:t>があればポータルからログインして設定を修正できます</a:t>
            </a:r>
            <a:r>
              <a:rPr lang="en-US" altLang="ja-JP" dirty="0"/>
              <a:t>。
</a:t>
            </a:r>
            <a:r>
              <a:rPr lang="en-US" altLang="ja-JP" dirty="0" err="1"/>
              <a:t>前提条件として、ブート診断が有効であること、VM</a:t>
            </a:r>
            <a:r>
              <a:rPr lang="en-US" altLang="ja-JP" dirty="0"/>
              <a:t> </a:t>
            </a:r>
            <a:r>
              <a:rPr lang="en-US" altLang="ja-JP" dirty="0" err="1"/>
              <a:t>内にパスワード認証可能なアカウントが必要です。SSH</a:t>
            </a:r>
            <a:r>
              <a:rPr lang="en-US" altLang="ja-JP" dirty="0"/>
              <a:t> </a:t>
            </a:r>
            <a:r>
              <a:rPr lang="en-US" altLang="ja-JP" dirty="0" err="1"/>
              <a:t>鍵認証のみの設定だと</a:t>
            </a:r>
            <a:r>
              <a:rPr lang="en-US" altLang="ja-JP" dirty="0"/>
              <a:t> Serial Console </a:t>
            </a:r>
            <a:r>
              <a:rPr lang="en-US" altLang="ja-JP" dirty="0" err="1"/>
              <a:t>からログインできないので、緊急用のパスワード認証アカウントを用意しておくことをお勧めします</a:t>
            </a:r>
            <a:r>
              <a:rPr lang="en-US" altLang="ja-JP" dirty="0"/>
              <a:t>。</a:t>
            </a:r>
          </a:p>
          <a:p>
            <a:endParaRPr dirty="0"/>
          </a:p>
        </p:txBody>
      </p:sp>
      <p:sp>
        <p:nvSpPr>
          <p:cNvPr id="4" name="Slide Number Placeholder 3">
            <a:extLst>
              <a:ext uri="{FF2B5EF4-FFF2-40B4-BE49-F238E27FC236}">
                <a16:creationId xmlns:a16="http://schemas.microsoft.com/office/drawing/2014/main" id="{0FFC57FF-F693-99D2-B055-1F0518E7CF2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633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CA511-998C-8B27-EA6C-C1423EA0B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84BEB-0938-1232-1444-6E1CCE672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08A06-0E24-30D1-C060-B14AD8A2DA7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CC95CE9-2FCE-ACE7-241F-189C0571B38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3262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1FA8-048E-2ADF-38A7-C196A3479E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7246D-4ECC-6CC4-3816-54F3988E8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B95097-8D9B-FB94-BC4A-F3AEB2544B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Run Command </a:t>
            </a:r>
            <a:r>
              <a:rPr lang="en-US" altLang="ja-JP" dirty="0" err="1"/>
              <a:t>です。SSH</a:t>
            </a:r>
            <a:r>
              <a:rPr lang="en-US" altLang="ja-JP" dirty="0"/>
              <a:t> </a:t>
            </a:r>
            <a:r>
              <a:rPr lang="en-US" altLang="ja-JP" dirty="0" err="1"/>
              <a:t>や</a:t>
            </a:r>
            <a:r>
              <a:rPr lang="en-US" altLang="ja-JP" dirty="0"/>
              <a:t> RDP </a:t>
            </a:r>
            <a:r>
              <a:rPr lang="en-US" altLang="ja-JP" dirty="0" err="1"/>
              <a:t>を使わずに、Azure</a:t>
            </a:r>
            <a:r>
              <a:rPr lang="en-US" altLang="ja-JP" dirty="0"/>
              <a:t> </a:t>
            </a:r>
            <a:r>
              <a:rPr lang="en-US" altLang="ja-JP" dirty="0" err="1"/>
              <a:t>ポータルから</a:t>
            </a:r>
            <a:r>
              <a:rPr lang="en-US" altLang="ja-JP" dirty="0"/>
              <a:t> VM </a:t>
            </a:r>
            <a:r>
              <a:rPr lang="en-US" altLang="ja-JP" dirty="0" err="1"/>
              <a:t>上でスクリプトを直接実行できる機能です</a:t>
            </a:r>
            <a:r>
              <a:rPr lang="en-US" altLang="ja-JP" dirty="0"/>
              <a:t>。
</a:t>
            </a:r>
            <a:r>
              <a:rPr lang="en-US" altLang="ja-JP" dirty="0" err="1"/>
              <a:t>仕組みとしては</a:t>
            </a:r>
            <a:r>
              <a:rPr lang="en-US" altLang="ja-JP" dirty="0"/>
              <a:t> Azure VM </a:t>
            </a:r>
            <a:r>
              <a:rPr lang="en-US" altLang="ja-JP" dirty="0" err="1"/>
              <a:t>エージェント経由でスクリプトが実行されるため、ネットワーク接続が確立できない状況でも使えます</a:t>
            </a:r>
            <a:r>
              <a:rPr lang="en-US" altLang="ja-JP" dirty="0"/>
              <a:t>。
ユースケースとしては、ファイアウォールルールの誤設定を修正する、サービスの起動・停止・状態を確認する、ログファイルを収集するといった場面で威力を発揮します。
PowerShell </a:t>
            </a:r>
            <a:r>
              <a:rPr lang="en-US" altLang="ja-JP" dirty="0" err="1"/>
              <a:t>と</a:t>
            </a:r>
            <a:r>
              <a:rPr lang="en-US" altLang="ja-JP" dirty="0"/>
              <a:t> Bash </a:t>
            </a:r>
            <a:r>
              <a:rPr lang="en-US" altLang="ja-JP" dirty="0" err="1"/>
              <a:t>の両方に対応しており、実行結果もポータル上で確認できます</a:t>
            </a:r>
            <a:r>
              <a:rPr lang="en-US" altLang="ja-JP" dirty="0"/>
              <a:t>。
</a:t>
            </a:r>
            <a:r>
              <a:rPr lang="en-US" altLang="ja-JP" dirty="0" err="1"/>
              <a:t>先ほどの</a:t>
            </a:r>
            <a:r>
              <a:rPr lang="en-US" altLang="ja-JP" dirty="0"/>
              <a:t> Serial Console </a:t>
            </a:r>
            <a:r>
              <a:rPr lang="en-US" altLang="ja-JP" dirty="0" err="1"/>
              <a:t>と合わせて、ネットワーク障害時の「救命道具」として覚えておいてください</a:t>
            </a:r>
            <a:r>
              <a:rPr lang="en-US" altLang="ja-JP" dirty="0"/>
              <a:t>。</a:t>
            </a:r>
          </a:p>
          <a:p>
            <a:endParaRPr kumimoji="1" lang="ja-JP" altLang="en-US"/>
          </a:p>
          <a:p>
            <a:endParaRPr dirty="0"/>
          </a:p>
        </p:txBody>
      </p:sp>
      <p:sp>
        <p:nvSpPr>
          <p:cNvPr id="4" name="Slide Number Placeholder 3">
            <a:extLst>
              <a:ext uri="{FF2B5EF4-FFF2-40B4-BE49-F238E27FC236}">
                <a16:creationId xmlns:a16="http://schemas.microsoft.com/office/drawing/2014/main" id="{260415C0-39A4-EFEB-F63C-DE41FC28172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04292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EBCB0-A8B3-822E-9AD1-408D6764E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7C758-70E0-6D5E-67DE-95A4D6A4D4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58CC11-BE05-F4BF-B1EE-8BE1E6F00A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VM Repair </a:t>
            </a:r>
            <a:r>
              <a:rPr lang="en-US" altLang="ja-JP" dirty="0" err="1"/>
              <a:t>コマンドです。VM</a:t>
            </a:r>
            <a:r>
              <a:rPr lang="en-US" altLang="ja-JP" dirty="0"/>
              <a:t> </a:t>
            </a:r>
            <a:r>
              <a:rPr lang="en-US" altLang="ja-JP" dirty="0" err="1"/>
              <a:t>が起動不能になった場合の最終手段です</a:t>
            </a:r>
            <a:r>
              <a:rPr lang="en-US" altLang="ja-JP" dirty="0"/>
              <a:t>。
フローは4ステップです。まず </a:t>
            </a:r>
            <a:r>
              <a:rPr lang="en-US" altLang="ja-JP" dirty="0" err="1"/>
              <a:t>az</a:t>
            </a:r>
            <a:r>
              <a:rPr lang="en-US" altLang="ja-JP" dirty="0"/>
              <a:t> </a:t>
            </a:r>
            <a:r>
              <a:rPr lang="en-US" altLang="ja-JP" dirty="0" err="1"/>
              <a:t>vm</a:t>
            </a:r>
            <a:r>
              <a:rPr lang="en-US" altLang="ja-JP" dirty="0"/>
              <a:t> repair create </a:t>
            </a:r>
            <a:r>
              <a:rPr lang="en-US" altLang="ja-JP" dirty="0" err="1"/>
              <a:t>で修復用の</a:t>
            </a:r>
            <a:r>
              <a:rPr lang="en-US" altLang="ja-JP" dirty="0"/>
              <a:t> VM </a:t>
            </a:r>
            <a:r>
              <a:rPr lang="en-US" altLang="ja-JP" dirty="0" err="1"/>
              <a:t>を自動作成し、問題の</a:t>
            </a:r>
            <a:r>
              <a:rPr lang="en-US" altLang="ja-JP" dirty="0"/>
              <a:t> VM </a:t>
            </a:r>
            <a:r>
              <a:rPr lang="en-US" altLang="ja-JP" dirty="0" err="1"/>
              <a:t>の</a:t>
            </a:r>
            <a:r>
              <a:rPr lang="en-US" altLang="ja-JP" dirty="0"/>
              <a:t> OS </a:t>
            </a:r>
            <a:r>
              <a:rPr lang="en-US" altLang="ja-JP" dirty="0" err="1"/>
              <a:t>ディスクをデータディスクとしてアタッチします</a:t>
            </a:r>
            <a:r>
              <a:rPr lang="en-US" altLang="ja-JP" dirty="0"/>
              <a:t>。
</a:t>
            </a:r>
            <a:r>
              <a:rPr lang="en-US" altLang="ja-JP" dirty="0" err="1"/>
              <a:t>次に</a:t>
            </a:r>
            <a:r>
              <a:rPr lang="en-US" altLang="ja-JP" dirty="0"/>
              <a:t> </a:t>
            </a:r>
            <a:r>
              <a:rPr lang="en-US" altLang="ja-JP" dirty="0" err="1"/>
              <a:t>az</a:t>
            </a:r>
            <a:r>
              <a:rPr lang="en-US" altLang="ja-JP" dirty="0"/>
              <a:t> </a:t>
            </a:r>
            <a:r>
              <a:rPr lang="en-US" altLang="ja-JP" dirty="0" err="1"/>
              <a:t>vm</a:t>
            </a:r>
            <a:r>
              <a:rPr lang="en-US" altLang="ja-JP" dirty="0"/>
              <a:t> repair run </a:t>
            </a:r>
            <a:r>
              <a:rPr lang="en-US" altLang="ja-JP" dirty="0" err="1"/>
              <a:t>で修復スクリプトを実行するか、手動で修復</a:t>
            </a:r>
            <a:r>
              <a:rPr lang="en-US" altLang="ja-JP" dirty="0"/>
              <a:t> VM </a:t>
            </a:r>
            <a:r>
              <a:rPr lang="en-US" altLang="ja-JP" dirty="0" err="1"/>
              <a:t>にログインしてディスクを修復します</a:t>
            </a:r>
            <a:r>
              <a:rPr lang="en-US" altLang="ja-JP" dirty="0"/>
              <a:t>。
</a:t>
            </a:r>
            <a:r>
              <a:rPr lang="en-US" altLang="ja-JP" dirty="0" err="1"/>
              <a:t>修復が完了したら</a:t>
            </a:r>
            <a:r>
              <a:rPr lang="en-US" altLang="ja-JP" dirty="0"/>
              <a:t> </a:t>
            </a:r>
            <a:r>
              <a:rPr lang="en-US" altLang="ja-JP" dirty="0" err="1"/>
              <a:t>az</a:t>
            </a:r>
            <a:r>
              <a:rPr lang="en-US" altLang="ja-JP" dirty="0"/>
              <a:t> </a:t>
            </a:r>
            <a:r>
              <a:rPr lang="en-US" altLang="ja-JP" dirty="0" err="1"/>
              <a:t>vm</a:t>
            </a:r>
            <a:r>
              <a:rPr lang="en-US" altLang="ja-JP" dirty="0"/>
              <a:t> repair restore </a:t>
            </a:r>
            <a:r>
              <a:rPr lang="en-US" altLang="ja-JP" dirty="0" err="1"/>
              <a:t>で修復済みディスクを元の</a:t>
            </a:r>
            <a:r>
              <a:rPr lang="en-US" altLang="ja-JP" dirty="0"/>
              <a:t> VM </a:t>
            </a:r>
            <a:r>
              <a:rPr lang="en-US" altLang="ja-JP" dirty="0" err="1"/>
              <a:t>にスワップバックし、最後に</a:t>
            </a:r>
            <a:r>
              <a:rPr lang="en-US" altLang="ja-JP" dirty="0"/>
              <a:t> VM </a:t>
            </a:r>
            <a:r>
              <a:rPr lang="en-US" altLang="ja-JP" dirty="0" err="1"/>
              <a:t>を起動して検証します</a:t>
            </a:r>
            <a:r>
              <a:rPr lang="en-US" altLang="ja-JP" dirty="0"/>
              <a:t>。
</a:t>
            </a:r>
            <a:r>
              <a:rPr lang="en-US" altLang="ja-JP" dirty="0" err="1"/>
              <a:t>組み込みの修復スクリプトも用意されていて、例えば</a:t>
            </a:r>
            <a:r>
              <a:rPr lang="en-US" altLang="ja-JP" dirty="0"/>
              <a:t> win-</a:t>
            </a:r>
            <a:r>
              <a:rPr lang="en-US" altLang="ja-JP" dirty="0" err="1"/>
              <a:t>sfc</a:t>
            </a:r>
            <a:r>
              <a:rPr lang="en-US" altLang="ja-JP" dirty="0"/>
              <a:t>-and-</a:t>
            </a:r>
            <a:r>
              <a:rPr lang="en-US" altLang="ja-JP" dirty="0" err="1"/>
              <a:t>dism</a:t>
            </a:r>
            <a:r>
              <a:rPr lang="en-US" altLang="ja-JP" dirty="0"/>
              <a:t> </a:t>
            </a:r>
            <a:r>
              <a:rPr lang="en-US" altLang="ja-JP" dirty="0" err="1"/>
              <a:t>はシステムファイルの整合性チェックと修復を自動で行ってくれます</a:t>
            </a:r>
            <a:r>
              <a:rPr lang="en-US" altLang="ja-JP" dirty="0"/>
              <a:t>。</a:t>
            </a:r>
          </a:p>
          <a:p>
            <a:endParaRPr kumimoji="1" lang="ja-JP" altLang="en-US"/>
          </a:p>
          <a:p>
            <a:endParaRPr dirty="0"/>
          </a:p>
        </p:txBody>
      </p:sp>
      <p:sp>
        <p:nvSpPr>
          <p:cNvPr id="4" name="Slide Number Placeholder 3">
            <a:extLst>
              <a:ext uri="{FF2B5EF4-FFF2-40B4-BE49-F238E27FC236}">
                <a16:creationId xmlns:a16="http://schemas.microsoft.com/office/drawing/2014/main" id="{AC17D0FD-4C59-0D61-2498-8C4EDC1D5B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33994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01BD-48D3-00B9-E132-534294FFA6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59A40-2A57-4593-7ABA-ED888F99F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AEA6C8-37BF-CBB3-B13A-C4291AF8D6E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4936F47-0B8F-A7F7-E814-491BCB2218E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31676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62D77-4B3D-7F24-0E15-03C8A1603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8C36F-C94C-B779-BB4F-709C062F6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B181B-4EA4-8813-3CF0-6E59D28604A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F31B542-B711-945D-8ABB-2D23DC15EFE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69313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ED106-FCF0-0D3A-8710-F4B3E4B03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91E77-78AF-1DBD-10CB-B67826318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A16B0-EDAB-9089-D93E-30A95971B9B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DB8EDB6-9ADE-DC93-4E4A-7C039EEC32D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694109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C7514-F8CB-9161-2769-DB43BDA2D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BA4D6-54D2-50DE-728B-4F420733F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0FF50E-B934-1DE0-8C12-1BCD13A2336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A836C3D-EAE3-EE66-4325-5CDDBDF335A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76293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78889-B9A5-621D-04FD-EA1023C32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26DE8-7E59-8B58-A74B-2385FCB4E1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A81E1-0DD1-B51A-29A5-ECD868FB22B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3791FE6-8B70-F415-99DB-F9E41E24651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274203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0DD87-5A0E-D782-920B-45AB5E423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75022-8929-4E6A-0E58-0C4828855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9A5CE2-5D9F-CBAD-5534-1EAE3434710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8EB8996-8B52-B418-5710-459F029CAA6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00859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1AB0A-C157-ADE3-AEB1-BFDE88F10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B619B-1B39-6E32-08AA-DF5C5533FE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37EF95-AB84-C6A3-EC69-11DEA44208A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DB37A98-A848-F0BA-F1E9-B1F2C0F24AA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52845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7E441-026A-4DF5-0298-E28E109EF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415D1-FEC8-7BE7-1446-2B58B31E2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6AB228-5C6C-49E3-DAC6-058C2988362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1506CDC-661C-B63B-D178-B8D7F22767E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22586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D28C3-D288-948E-4DB6-CD6AFCDDA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D6B85-876D-F517-73C4-B6D809452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43ADC3-F5DB-539F-7187-99C788C425D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3FE6545-4A7A-79EB-B9FF-E2864C80260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983009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95EF1-60F8-F217-A744-891172F59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F956F-A283-7DC8-AD26-599566500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23FE62-0BA2-5726-565A-CFE018AE569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D101F08-8C28-D140-60E6-7F0E4314B5E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574039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4925A-FDDD-8EAB-164D-15AAFB7E43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82D75-B150-7E98-693F-99D78E8002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D17E3-E1B7-D256-2913-073A0CEBC94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1A07551-A33F-AD9D-BE25-B5D7E6F9418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37662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FA35A-FD54-75FD-A834-AB9648186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5D0F4-9B00-0602-82E4-0A79209CD1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49205-D629-EEFB-C030-DD9E28E38BE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FC2E9F9-5E75-E662-EC66-83C58567F3D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553149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7C96F-EB7E-3AB6-6BFB-DBC9EEFFB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CA338-69ED-B2C5-45C8-D83A63E7C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A79CEC-758D-CA36-B50E-185478155D0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48DFD9C-FE32-63BC-F1FD-EE630B8E2C2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287445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432D6-976D-C8B5-9BE5-3E9F0FAF7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54460-7DB6-F679-0DE0-D906CCAA49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0CF9B-C6F3-A549-7AC8-3C1516E3ACD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BBCFC79-D7C0-D08E-9B7D-5CDCB87494C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95451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ja-jp/azure/azure-monitor/platform/diagnostic-settings?tabs=portal"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B3DB332-4829-430D-ABF8-AAA02D2E2F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C3942EC-8BBF-4694-8E7D-18483F43DB53}"/>
              </a:ext>
            </a:extLst>
          </p:cNvPr>
          <p:cNvSpPr>
            <a:spLocks noGrp="1"/>
          </p:cNvSpPr>
          <p:nvPr/>
        </p:nvSpPr>
        <p:spPr>
          <a:xfrm>
            <a:off x="0" y="0"/>
            <a:ext cx="462915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8025D4-9544-4FF2-83EA-C8F94EFBD6C1}"/>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0685B20-1434-48E7-9A60-CCE22EA4A975}"/>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9DBD5B95-C9F5-4638-96D9-A8CE4A155095}"/>
              </a:ext>
            </a:extLst>
          </p:cNvPr>
          <p:cNvSpPr>
            <a:spLocks noGrp="1"/>
          </p:cNvSpPr>
          <p:nvPr/>
        </p:nvSpPr>
        <p:spPr>
          <a:xfrm>
            <a:off x="5219700" y="1200150"/>
            <a:ext cx="581025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lnSpc>
                <a:spcPct val="103000"/>
              </a:lnSpc>
            </a:pPr>
            <a:r>
              <a:rPr lang="en-US" altLang="ja-JP" sz="2800" b="1" dirty="0">
                <a:solidFill>
                  <a:srgbClr val="1F2937"/>
                </a:solidFill>
                <a:latin typeface="Yu Gothic" pitchFamily="34" charset="0"/>
                <a:ea typeface="Yu Gothic" pitchFamily="34" charset="-122"/>
                <a:cs typeface="Yu Gothic" pitchFamily="34" charset="-120"/>
              </a:rPr>
              <a:t>Azure </a:t>
            </a:r>
            <a:r>
              <a:rPr lang="ja-JP" altLang="en-US" sz="2800" b="1">
                <a:solidFill>
                  <a:srgbClr val="1F2937"/>
                </a:solidFill>
                <a:latin typeface="Yu Gothic" pitchFamily="34" charset="0"/>
                <a:ea typeface="Yu Gothic" pitchFamily="34" charset="-122"/>
                <a:cs typeface="Yu Gothic" pitchFamily="34" charset="-120"/>
              </a:rPr>
              <a:t>の監視サービス</a:t>
            </a:r>
            <a:endParaRPr lang="en-US" altLang="ja-JP" sz="2800" dirty="0"/>
          </a:p>
        </p:txBody>
      </p:sp>
      <p:sp>
        <p:nvSpPr>
          <p:cNvPr id="6" name="正方形/長方形 5">
            <a:extLst>
              <a:ext uri="{FF2B5EF4-FFF2-40B4-BE49-F238E27FC236}">
                <a16:creationId xmlns:a16="http://schemas.microsoft.com/office/drawing/2014/main" id="{2769FC6D-0B0A-4C37-8C6D-9B70639859DC}"/>
              </a:ext>
            </a:extLst>
          </p:cNvPr>
          <p:cNvSpPr>
            <a:spLocks noGrp="1"/>
          </p:cNvSpPr>
          <p:nvPr/>
        </p:nvSpPr>
        <p:spPr>
          <a:xfrm>
            <a:off x="5257800" y="259080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nSpc>
                <a:spcPct val="110000"/>
              </a:lnSpc>
            </a:pPr>
            <a:r>
              <a:rPr lang="en-US" altLang="ja-JP" sz="1400" dirty="0" err="1">
                <a:solidFill>
                  <a:srgbClr val="5B6472"/>
                </a:solidFill>
                <a:latin typeface="Yu Gothic" pitchFamily="34" charset="0"/>
                <a:ea typeface="Yu Gothic" pitchFamily="34" charset="-122"/>
                <a:cs typeface="Yu Gothic" pitchFamily="34" charset="-120"/>
              </a:rPr>
              <a:t>この回では、Azure</a:t>
            </a:r>
            <a:r>
              <a:rPr lang="en-US" altLang="ja-JP" sz="1400" dirty="0">
                <a:solidFill>
                  <a:srgbClr val="5B6472"/>
                </a:solidFill>
                <a:latin typeface="Yu Gothic" pitchFamily="34" charset="0"/>
                <a:ea typeface="Yu Gothic" pitchFamily="34" charset="-122"/>
                <a:cs typeface="Yu Gothic" pitchFamily="34" charset="-120"/>
              </a:rPr>
              <a:t> </a:t>
            </a:r>
            <a:r>
              <a:rPr lang="ja-JP" altLang="en-US" sz="1400">
                <a:solidFill>
                  <a:srgbClr val="5B6472"/>
                </a:solidFill>
                <a:latin typeface="Yu Gothic" pitchFamily="34" charset="0"/>
                <a:ea typeface="Yu Gothic" pitchFamily="34" charset="-122"/>
                <a:cs typeface="Yu Gothic" pitchFamily="34" charset="-120"/>
              </a:rPr>
              <a:t>にはどのような監視サービスがあるのか、各サービスはどの様に監視設定をおこなうのかを学習します</a:t>
            </a:r>
            <a:r>
              <a:rPr lang="en-US" altLang="ja-JP" sz="1400" dirty="0">
                <a:solidFill>
                  <a:srgbClr val="5B6472"/>
                </a:solidFill>
                <a:latin typeface="Yu Gothic" pitchFamily="34" charset="0"/>
                <a:ea typeface="Yu Gothic" pitchFamily="34" charset="-122"/>
                <a:cs typeface="Yu Gothic" pitchFamily="34" charset="-120"/>
              </a:rPr>
              <a:t>。</a:t>
            </a:r>
            <a:endParaRPr lang="en-US" altLang="ja-JP" sz="1400" dirty="0"/>
          </a:p>
        </p:txBody>
      </p:sp>
      <p:sp>
        <p:nvSpPr>
          <p:cNvPr id="7" name="正方形/長方形 6">
            <a:extLst>
              <a:ext uri="{FF2B5EF4-FFF2-40B4-BE49-F238E27FC236}">
                <a16:creationId xmlns:a16="http://schemas.microsoft.com/office/drawing/2014/main" id="{DFE36B7A-5E3C-45E7-B5C6-DD919C94A7E7}"/>
              </a:ext>
            </a:extLst>
          </p:cNvPr>
          <p:cNvSpPr>
            <a:spLocks noGrp="1"/>
          </p:cNvSpPr>
          <p:nvPr/>
        </p:nvSpPr>
        <p:spPr>
          <a:xfrm>
            <a:off x="5257800" y="4057650"/>
            <a:ext cx="800100" cy="285750"/>
          </a:xfrm>
          <a:prstGeom prst="rect">
            <a:avLst/>
          </a:prstGeom>
          <a:solidFill>
            <a:srgbClr val="4472C4"/>
          </a:solidFill>
          <a:ln w="0">
            <a:solidFill>
              <a:srgbClr val="4472C4"/>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第</a:t>
            </a:r>
            <a:r>
              <a:rPr lang="en-US" altLang="ja-JP" sz="765" b="1" dirty="0">
                <a:solidFill>
                  <a:srgbClr val="FFFFFF"/>
                </a:solidFill>
                <a:latin typeface="Yu Gothic UI"/>
                <a:ea typeface="Yu Gothic UI"/>
                <a:cs typeface="Yu Gothic UI"/>
              </a:rPr>
              <a:t>11</a:t>
            </a:r>
            <a:r>
              <a:rPr sz="765" b="1" dirty="0">
                <a:solidFill>
                  <a:srgbClr val="FFFFFF"/>
                </a:solidFill>
                <a:latin typeface="Yu Gothic UI"/>
                <a:ea typeface="Yu Gothic UI"/>
                <a:cs typeface="Yu Gothic UI"/>
              </a:rPr>
              <a:t>回</a:t>
            </a:r>
          </a:p>
        </p:txBody>
      </p:sp>
      <p:sp>
        <p:nvSpPr>
          <p:cNvPr id="8" name="正方形/長方形 7">
            <a:extLst>
              <a:ext uri="{FF2B5EF4-FFF2-40B4-BE49-F238E27FC236}">
                <a16:creationId xmlns:a16="http://schemas.microsoft.com/office/drawing/2014/main" id="{BFE25AC2-4ACC-4216-8714-96B55FB68F91}"/>
              </a:ext>
            </a:extLst>
          </p:cNvPr>
          <p:cNvSpPr>
            <a:spLocks noGrp="1"/>
          </p:cNvSpPr>
          <p:nvPr/>
        </p:nvSpPr>
        <p:spPr>
          <a:xfrm>
            <a:off x="6191250" y="4057650"/>
            <a:ext cx="2076450" cy="285750"/>
          </a:xfrm>
          <a:prstGeom prst="rect">
            <a:avLst/>
          </a:prstGeom>
          <a:solidFill>
            <a:srgbClr val="70AD47"/>
          </a:solidFill>
          <a:ln w="0">
            <a:solidFill>
              <a:srgbClr val="70AD47"/>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err="1">
                <a:solidFill>
                  <a:srgbClr val="FFFFFF"/>
                </a:solidFill>
                <a:latin typeface="Yu Gothic UI"/>
                <a:ea typeface="Yu Gothic UI"/>
                <a:cs typeface="Yu Gothic UI"/>
              </a:rPr>
              <a:t>オンライン座学</a:t>
            </a:r>
            <a:r>
              <a:rPr lang="en-US" sz="765" b="1" dirty="0">
                <a:solidFill>
                  <a:srgbClr val="FFFFFF"/>
                </a:solidFill>
                <a:latin typeface="Yu Gothic UI"/>
                <a:ea typeface="Yu Gothic UI"/>
                <a:cs typeface="Yu Gothic UI"/>
              </a:rPr>
              <a:t> + </a:t>
            </a:r>
            <a:r>
              <a:rPr lang="en-US" sz="765" b="1" dirty="0" err="1">
                <a:solidFill>
                  <a:srgbClr val="FFFFFF"/>
                </a:solidFill>
                <a:latin typeface="Yu Gothic UI"/>
                <a:ea typeface="Yu Gothic UI"/>
                <a:cs typeface="Yu Gothic UI"/>
              </a:rPr>
              <a:t>ハンズオン</a:t>
            </a:r>
            <a:endParaRPr sz="765" b="1" dirty="0">
              <a:solidFill>
                <a:srgbClr val="FFFFFF"/>
              </a:solidFill>
              <a:latin typeface="Yu Gothic UI"/>
              <a:ea typeface="Yu Gothic UI"/>
              <a:cs typeface="Yu Gothic UI"/>
            </a:endParaRPr>
          </a:p>
        </p:txBody>
      </p:sp>
      <p:sp>
        <p:nvSpPr>
          <p:cNvPr id="9" name="正方形/長方形 8">
            <a:extLst>
              <a:ext uri="{FF2B5EF4-FFF2-40B4-BE49-F238E27FC236}">
                <a16:creationId xmlns:a16="http://schemas.microsoft.com/office/drawing/2014/main" id="{357FDBAC-8BBB-46B1-A819-9FBE30EC418A}"/>
              </a:ext>
            </a:extLst>
          </p:cNvPr>
          <p:cNvSpPr>
            <a:spLocks noGrp="1"/>
          </p:cNvSpPr>
          <p:nvPr/>
        </p:nvSpPr>
        <p:spPr>
          <a:xfrm>
            <a:off x="8401050" y="4057650"/>
            <a:ext cx="1352550" cy="285750"/>
          </a:xfrm>
          <a:prstGeom prst="rect">
            <a:avLst/>
          </a:prstGeom>
          <a:solidFill>
            <a:srgbClr val="ED7D31"/>
          </a:solidFill>
          <a:ln w="0">
            <a:solidFill>
              <a:srgbClr val="ED7D31"/>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50分 + 10分 QA</a:t>
            </a:r>
          </a:p>
        </p:txBody>
      </p:sp>
      <p:sp>
        <p:nvSpPr>
          <p:cNvPr id="10" name="正方形/長方形 9">
            <a:extLst>
              <a:ext uri="{FF2B5EF4-FFF2-40B4-BE49-F238E27FC236}">
                <a16:creationId xmlns:a16="http://schemas.microsoft.com/office/drawing/2014/main" id="{E22E1A59-BBE7-499C-B63A-23D32A401642}"/>
              </a:ext>
            </a:extLst>
          </p:cNvPr>
          <p:cNvSpPr>
            <a:spLocks noGrp="1"/>
          </p:cNvSpPr>
          <p:nvPr/>
        </p:nvSpPr>
        <p:spPr>
          <a:xfrm>
            <a:off x="9886950" y="4057650"/>
            <a:ext cx="1295400" cy="285750"/>
          </a:xfrm>
          <a:prstGeom prst="rect">
            <a:avLst/>
          </a:prstGeom>
          <a:solidFill>
            <a:srgbClr val="0F766E"/>
          </a:solidFill>
          <a:ln w="0">
            <a:solidFill>
              <a:srgbClr val="0F766E"/>
            </a:solidFill>
            <a:prstDash val="solid"/>
          </a:ln>
        </p:spPr>
        <p:txBody>
          <a:bodyPr lIns="76200" tIns="38100" rIns="76200" bIns="38100" anchor="ctr"/>
          <a:lstStyle/>
          <a:p>
            <a:pPr algn="ctr"/>
            <a:r>
              <a:rPr lang="en-US" altLang="ja-JP" sz="800" b="1" dirty="0">
                <a:solidFill>
                  <a:srgbClr val="FFFFFF"/>
                </a:solidFill>
                <a:latin typeface="Yu Gothic" pitchFamily="34" charset="0"/>
                <a:ea typeface="Yu Gothic" pitchFamily="34" charset="-122"/>
                <a:cs typeface="Yu Gothic" pitchFamily="34" charset="-120"/>
              </a:rPr>
              <a:t>2026年9月10日</a:t>
            </a:r>
            <a:endParaRPr lang="en-US" altLang="ja-JP" sz="800" dirty="0"/>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B82B-3769-4F08-F752-C53C2606999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4E484A-AE77-E3F2-306D-943F87A9590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アジェンダ</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4FE21A59-58EA-A527-EEA9-DF81F838E9C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AACD652-3F1F-129B-9B67-2671CA41F4C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テキスト プレースホルダー 5">
            <a:extLst>
              <a:ext uri="{FF2B5EF4-FFF2-40B4-BE49-F238E27FC236}">
                <a16:creationId xmlns:a16="http://schemas.microsoft.com/office/drawing/2014/main" id="{3CD4F1C1-B153-1649-DE13-A602B7064ABE}"/>
              </a:ext>
            </a:extLst>
          </p:cNvPr>
          <p:cNvSpPr txBox="1">
            <a:spLocks/>
          </p:cNvSpPr>
          <p:nvPr/>
        </p:nvSpPr>
        <p:spPr>
          <a:xfrm>
            <a:off x="678655" y="1677751"/>
            <a:ext cx="10820399" cy="1751249"/>
          </a:xfrm>
          <a:prstGeom prst="rect">
            <a:avLst/>
          </a:prstGeom>
        </p:spPr>
        <p:txBody>
          <a:bodyPr vert="horz" lIns="91440" tIns="45720" rIns="91440" bIns="45720" anchor="t" anchorCtr="0"/>
          <a:lstStyle>
            <a:defPPr>
              <a:defRPr lang="en-US"/>
            </a:defPPr>
            <a:lvl1pPr marL="0" indent="0" algn="ct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Azure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の監視サービス</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Azure VM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運用における</a:t>
            </a: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 Tips</a:t>
            </a:r>
          </a:p>
          <a:p>
            <a:pPr marL="457200" indent="-457200" algn="l">
              <a:buFont typeface="+mj-lt"/>
              <a:buAutoNum type="arabicPeriod"/>
            </a:pP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ハンズオン</a:t>
            </a: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 Azure VM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に対する監視サービスの設定</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55900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AA6572-0246-49F6-8808-D5E268117F2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今日のゴール</a:t>
            </a:r>
          </a:p>
        </p:txBody>
      </p:sp>
      <p:sp>
        <p:nvSpPr>
          <p:cNvPr id="2" name="正方形/長方形 1">
            <a:extLst>
              <a:ext uri="{FF2B5EF4-FFF2-40B4-BE49-F238E27FC236}">
                <a16:creationId xmlns:a16="http://schemas.microsoft.com/office/drawing/2014/main" id="{09603FD4-D301-438E-8486-12311D03422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77765BF-B68F-418C-AE34-F72DD54EB63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コンテンツ プレースホルダー 5">
            <a:extLst>
              <a:ext uri="{FF2B5EF4-FFF2-40B4-BE49-F238E27FC236}">
                <a16:creationId xmlns:a16="http://schemas.microsoft.com/office/drawing/2014/main" id="{BA5730E2-5407-A714-1228-8D8DE092CA2A}"/>
              </a:ext>
            </a:extLst>
          </p:cNvPr>
          <p:cNvSpPr txBox="1">
            <a:spLocks/>
          </p:cNvSpPr>
          <p:nvPr/>
        </p:nvSpPr>
        <p:spPr>
          <a:xfrm>
            <a:off x="685800" y="1328738"/>
            <a:ext cx="11101414" cy="1046440"/>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r>
              <a:rPr lang="en-US" altLang="ja-JP" sz="2000" kern="0" dirty="0"/>
              <a:t>Azure </a:t>
            </a:r>
            <a:r>
              <a:rPr lang="ja-JP" altLang="en-US" sz="2000" kern="0"/>
              <a:t>の監視サービスはどのようなものがあり、どのような仕組みで動作するのかを理解する</a:t>
            </a:r>
            <a:endParaRPr lang="en-US" altLang="ja-JP" sz="2000" kern="0" dirty="0"/>
          </a:p>
          <a:p>
            <a:r>
              <a:rPr lang="ja-JP" altLang="en-US" sz="2000" kern="0"/>
              <a:t>監視サービス以外に</a:t>
            </a:r>
            <a:r>
              <a:rPr lang="en-US" altLang="ja-JP" sz="2000" kern="0" dirty="0"/>
              <a:t> Azure VM </a:t>
            </a:r>
            <a:r>
              <a:rPr lang="ja-JP" altLang="en-US" sz="2000" kern="0"/>
              <a:t>を運用するに当たり役に立つ機能を知る</a:t>
            </a:r>
            <a:endParaRPr lang="en-US" altLang="ja-JP" sz="2000" kern="0" dirty="0"/>
          </a:p>
          <a:p>
            <a:r>
              <a:rPr lang="en-US" altLang="ja-JP" sz="2000" kern="0" dirty="0"/>
              <a:t>Azure VM </a:t>
            </a:r>
            <a:r>
              <a:rPr lang="ja-JP" altLang="en-US" sz="2000" kern="0"/>
              <a:t>に監視設定を行ってみて、体験する</a:t>
            </a:r>
            <a:endParaRPr lang="en-US" altLang="ja-JP" sz="2000" kern="0" dirty="0"/>
          </a:p>
        </p:txBody>
      </p:sp>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1</a:t>
            </a:r>
          </a:p>
          <a:p>
            <a:pPr marL="0" indent="0">
              <a:buNone/>
            </a:pPr>
            <a:r>
              <a:rPr lang="en" altLang="ja-JP" sz="3200" dirty="0"/>
              <a:t>Azure </a:t>
            </a:r>
            <a:r>
              <a:rPr lang="ja-JP" altLang="en-US" sz="3200"/>
              <a:t>の監視サービス</a:t>
            </a:r>
          </a:p>
          <a:p>
            <a:pPr marL="0" indent="0">
              <a:buNone/>
            </a:pPr>
            <a:r>
              <a:rPr lang="en" sz="1400" dirty="0">
                <a:solidFill>
                  <a:srgbClr val="595959"/>
                </a:solidFill>
              </a:rPr>
              <a:t>Monitoring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ECB0C-610F-1526-08B9-D311AC31346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198F681-BA5F-42DD-D6D2-350DDD876BF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 altLang="ja-JP" sz="2000" b="1" dirty="0">
                <a:latin typeface="Yu Gothic UI" panose="020B0500000000000000" pitchFamily="34" charset="-128"/>
                <a:ea typeface="Yu Gothic UI" panose="020B0500000000000000" pitchFamily="34" charset="-128"/>
              </a:rPr>
              <a:t>Azure Monitor </a:t>
            </a:r>
            <a:r>
              <a:rPr kumimoji="1" lang="ja-JP" altLang="en-US" sz="2000" b="1">
                <a:latin typeface="Yu Gothic UI" panose="020B0500000000000000" pitchFamily="34" charset="-128"/>
                <a:ea typeface="Yu Gothic UI" panose="020B0500000000000000" pitchFamily="34" charset="-128"/>
              </a:rPr>
              <a:t>全体像</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D3DE2243-2F69-B4DF-85B5-B127635FDEE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0880607-6665-986B-895F-219A5B7297D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E4969C0-EEBA-E58A-3093-FD4815FF0B27}"/>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 altLang="ja-JP" sz="2000" dirty="0"/>
              <a:t>Azure Monitor </a:t>
            </a:r>
            <a:r>
              <a:rPr kumimoji="1" lang="ja-JP" altLang="en-US" sz="2000"/>
              <a:t>は </a:t>
            </a:r>
            <a:r>
              <a:rPr kumimoji="1" lang="en" altLang="ja-JP" sz="2000" dirty="0"/>
              <a:t>Azure </a:t>
            </a:r>
            <a:r>
              <a:rPr kumimoji="1" lang="ja-JP" altLang="en-US" sz="2000"/>
              <a:t>リソースの監視データを一元的に収集・分析するプラットフォームです。データの流れを理解することで、効果的な監視設計が可能になります。</a:t>
            </a:r>
          </a:p>
          <a:p>
            <a:pPr marL="0" indent="0">
              <a:buNone/>
            </a:pPr>
            <a:endParaRPr kumimoji="1" lang="ja-JP" altLang="en-US" sz="2000"/>
          </a:p>
        </p:txBody>
      </p:sp>
      <p:sp>
        <p:nvSpPr>
          <p:cNvPr id="6" name="字幕 1">
            <a:extLst>
              <a:ext uri="{FF2B5EF4-FFF2-40B4-BE49-F238E27FC236}">
                <a16:creationId xmlns:a16="http://schemas.microsoft.com/office/drawing/2014/main" id="{4FE11E49-3D99-DADB-8351-66BB40F88189}"/>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8" name="Shape 5">
            <a:extLst>
              <a:ext uri="{FF2B5EF4-FFF2-40B4-BE49-F238E27FC236}">
                <a16:creationId xmlns:a16="http://schemas.microsoft.com/office/drawing/2014/main" id="{B52757A7-15C1-42F6-F91C-66C592C99317}"/>
              </a:ext>
            </a:extLst>
          </p:cNvPr>
          <p:cNvSpPr/>
          <p:nvPr/>
        </p:nvSpPr>
        <p:spPr>
          <a:xfrm>
            <a:off x="1315895" y="2336164"/>
            <a:ext cx="2560320" cy="365760"/>
          </a:xfrm>
          <a:prstGeom prst="rect">
            <a:avLst/>
          </a:prstGeom>
          <a:solidFill>
            <a:srgbClr val="1B2A4A"/>
          </a:solidFill>
          <a:ln/>
        </p:spPr>
        <p:txBody>
          <a:bodyPr/>
          <a:lstStyle/>
          <a:p>
            <a:endParaRPr lang="ja-JP" altLang="en-US" sz="2800"/>
          </a:p>
        </p:txBody>
      </p:sp>
      <p:sp>
        <p:nvSpPr>
          <p:cNvPr id="12" name="Text 6">
            <a:extLst>
              <a:ext uri="{FF2B5EF4-FFF2-40B4-BE49-F238E27FC236}">
                <a16:creationId xmlns:a16="http://schemas.microsoft.com/office/drawing/2014/main" id="{13F8ADC8-661B-61C1-474E-90B12CE527B2}"/>
              </a:ext>
            </a:extLst>
          </p:cNvPr>
          <p:cNvSpPr/>
          <p:nvPr/>
        </p:nvSpPr>
        <p:spPr>
          <a:xfrm>
            <a:off x="1315895" y="2336164"/>
            <a:ext cx="2560320" cy="365760"/>
          </a:xfrm>
          <a:prstGeom prst="rect">
            <a:avLst/>
          </a:prstGeom>
          <a:noFill/>
          <a:ln/>
        </p:spPr>
        <p:txBody>
          <a:bodyPr wrap="square" rtlCol="0" anchor="ctr"/>
          <a:lstStyle/>
          <a:p>
            <a:pPr marL="0" indent="0" algn="ctr">
              <a:buNone/>
            </a:pPr>
            <a:r>
              <a:rPr lang="en-US" sz="1600" b="1" dirty="0">
                <a:solidFill>
                  <a:srgbClr val="FFFFFF"/>
                </a:solidFill>
                <a:latin typeface="Meiryo" pitchFamily="34" charset="0"/>
                <a:ea typeface="Meiryo" pitchFamily="34" charset="-122"/>
                <a:cs typeface="Meiryo" pitchFamily="34" charset="-120"/>
              </a:rPr>
              <a:t>データソース</a:t>
            </a:r>
            <a:endParaRPr lang="en-US" sz="1600" dirty="0"/>
          </a:p>
        </p:txBody>
      </p:sp>
      <p:sp>
        <p:nvSpPr>
          <p:cNvPr id="15" name="Shape 7">
            <a:extLst>
              <a:ext uri="{FF2B5EF4-FFF2-40B4-BE49-F238E27FC236}">
                <a16:creationId xmlns:a16="http://schemas.microsoft.com/office/drawing/2014/main" id="{969DF942-804A-832C-4C1E-E048F2190154}"/>
              </a:ext>
            </a:extLst>
          </p:cNvPr>
          <p:cNvSpPr/>
          <p:nvPr/>
        </p:nvSpPr>
        <p:spPr>
          <a:xfrm>
            <a:off x="1315895" y="2793364"/>
            <a:ext cx="2560320" cy="502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600"/>
          </a:p>
        </p:txBody>
      </p:sp>
      <p:sp>
        <p:nvSpPr>
          <p:cNvPr id="16" name="Text 8">
            <a:extLst>
              <a:ext uri="{FF2B5EF4-FFF2-40B4-BE49-F238E27FC236}">
                <a16:creationId xmlns:a16="http://schemas.microsoft.com/office/drawing/2014/main" id="{858B4F6F-89EC-49DF-2C9C-DE9FDA023568}"/>
              </a:ext>
            </a:extLst>
          </p:cNvPr>
          <p:cNvSpPr/>
          <p:nvPr/>
        </p:nvSpPr>
        <p:spPr>
          <a:xfrm>
            <a:off x="1407335" y="2793364"/>
            <a:ext cx="2377440" cy="502920"/>
          </a:xfrm>
          <a:prstGeom prst="rect">
            <a:avLst/>
          </a:prstGeom>
          <a:noFill/>
          <a:ln/>
        </p:spPr>
        <p:txBody>
          <a:bodyPr wrap="square" rtlCol="0" anchor="ctr"/>
          <a:lstStyle/>
          <a:p>
            <a:pPr marL="0" indent="0" algn="ctr">
              <a:buNone/>
            </a:pPr>
            <a:r>
              <a:rPr lang="en-US" sz="1400" dirty="0">
                <a:solidFill>
                  <a:srgbClr val="2D3748"/>
                </a:solidFill>
                <a:latin typeface="Meiryo" pitchFamily="34" charset="0"/>
                <a:ea typeface="Meiryo" pitchFamily="34" charset="-122"/>
                <a:cs typeface="Meiryo" pitchFamily="34" charset="-120"/>
              </a:rPr>
              <a:t>Azure リソース</a:t>
            </a:r>
            <a:endParaRPr lang="en-US" sz="1400" dirty="0"/>
          </a:p>
          <a:p>
            <a:pPr marL="0" indent="0" algn="ctr">
              <a:buNone/>
            </a:pPr>
            <a:r>
              <a:rPr lang="en-US" sz="1400" dirty="0">
                <a:solidFill>
                  <a:srgbClr val="2D3748"/>
                </a:solidFill>
                <a:latin typeface="Meiryo" pitchFamily="34" charset="0"/>
                <a:ea typeface="Meiryo" pitchFamily="34" charset="-122"/>
                <a:cs typeface="Meiryo" pitchFamily="34" charset="-120"/>
              </a:rPr>
              <a:t>(VM, App Service 等)</a:t>
            </a:r>
            <a:endParaRPr lang="en-US" sz="1400" dirty="0"/>
          </a:p>
        </p:txBody>
      </p:sp>
      <p:sp>
        <p:nvSpPr>
          <p:cNvPr id="23" name="Shape 9">
            <a:extLst>
              <a:ext uri="{FF2B5EF4-FFF2-40B4-BE49-F238E27FC236}">
                <a16:creationId xmlns:a16="http://schemas.microsoft.com/office/drawing/2014/main" id="{7C25AB3D-333A-09C6-24E6-7261EC39082A}"/>
              </a:ext>
            </a:extLst>
          </p:cNvPr>
          <p:cNvSpPr/>
          <p:nvPr/>
        </p:nvSpPr>
        <p:spPr>
          <a:xfrm>
            <a:off x="1315895" y="3387724"/>
            <a:ext cx="2560320" cy="502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600"/>
          </a:p>
        </p:txBody>
      </p:sp>
      <p:sp>
        <p:nvSpPr>
          <p:cNvPr id="24" name="Text 10">
            <a:extLst>
              <a:ext uri="{FF2B5EF4-FFF2-40B4-BE49-F238E27FC236}">
                <a16:creationId xmlns:a16="http://schemas.microsoft.com/office/drawing/2014/main" id="{D3D98FCE-6219-657F-5A77-E867E86E4F2A}"/>
              </a:ext>
            </a:extLst>
          </p:cNvPr>
          <p:cNvSpPr/>
          <p:nvPr/>
        </p:nvSpPr>
        <p:spPr>
          <a:xfrm>
            <a:off x="1407335" y="3387724"/>
            <a:ext cx="2377440" cy="502920"/>
          </a:xfrm>
          <a:prstGeom prst="rect">
            <a:avLst/>
          </a:prstGeom>
          <a:noFill/>
          <a:ln/>
        </p:spPr>
        <p:txBody>
          <a:bodyPr wrap="square" rtlCol="0" anchor="ctr"/>
          <a:lstStyle/>
          <a:p>
            <a:pPr marL="0" indent="0" algn="ctr">
              <a:buNone/>
            </a:pPr>
            <a:r>
              <a:rPr lang="en-US" sz="1400" dirty="0">
                <a:solidFill>
                  <a:srgbClr val="2D3748"/>
                </a:solidFill>
                <a:latin typeface="Meiryo" pitchFamily="34" charset="0"/>
                <a:ea typeface="Meiryo" pitchFamily="34" charset="-122"/>
                <a:cs typeface="Meiryo" pitchFamily="34" charset="-120"/>
              </a:rPr>
              <a:t>OS ゲスト</a:t>
            </a:r>
            <a:endParaRPr lang="en-US" sz="1400" dirty="0"/>
          </a:p>
          <a:p>
            <a:pPr marL="0" indent="0" algn="ctr">
              <a:buNone/>
            </a:pPr>
            <a:r>
              <a:rPr lang="en-US" sz="1400" dirty="0">
                <a:solidFill>
                  <a:srgbClr val="2D3748"/>
                </a:solidFill>
                <a:latin typeface="Meiryo" pitchFamily="34" charset="0"/>
                <a:ea typeface="Meiryo" pitchFamily="34" charset="-122"/>
                <a:cs typeface="Meiryo" pitchFamily="34" charset="-120"/>
              </a:rPr>
              <a:t>(Windows / Linux)</a:t>
            </a:r>
            <a:endParaRPr lang="en-US" sz="1400" dirty="0"/>
          </a:p>
        </p:txBody>
      </p:sp>
      <p:sp>
        <p:nvSpPr>
          <p:cNvPr id="25" name="Shape 11">
            <a:extLst>
              <a:ext uri="{FF2B5EF4-FFF2-40B4-BE49-F238E27FC236}">
                <a16:creationId xmlns:a16="http://schemas.microsoft.com/office/drawing/2014/main" id="{5990A98A-9B28-E11A-C5C9-3A2E91655F38}"/>
              </a:ext>
            </a:extLst>
          </p:cNvPr>
          <p:cNvSpPr/>
          <p:nvPr/>
        </p:nvSpPr>
        <p:spPr>
          <a:xfrm>
            <a:off x="1315895" y="3982084"/>
            <a:ext cx="2560320" cy="502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600"/>
          </a:p>
        </p:txBody>
      </p:sp>
      <p:sp>
        <p:nvSpPr>
          <p:cNvPr id="26" name="Text 12">
            <a:extLst>
              <a:ext uri="{FF2B5EF4-FFF2-40B4-BE49-F238E27FC236}">
                <a16:creationId xmlns:a16="http://schemas.microsoft.com/office/drawing/2014/main" id="{EC1447A2-AA76-1154-4BCE-37814238101C}"/>
              </a:ext>
            </a:extLst>
          </p:cNvPr>
          <p:cNvSpPr/>
          <p:nvPr/>
        </p:nvSpPr>
        <p:spPr>
          <a:xfrm>
            <a:off x="1407335" y="3982084"/>
            <a:ext cx="2377440" cy="502920"/>
          </a:xfrm>
          <a:prstGeom prst="rect">
            <a:avLst/>
          </a:prstGeom>
          <a:noFill/>
          <a:ln/>
        </p:spPr>
        <p:txBody>
          <a:bodyPr wrap="square" rtlCol="0" anchor="ctr"/>
          <a:lstStyle/>
          <a:p>
            <a:pPr marL="0" indent="0" algn="ctr">
              <a:buNone/>
            </a:pPr>
            <a:r>
              <a:rPr lang="en-US" sz="1400" dirty="0">
                <a:solidFill>
                  <a:srgbClr val="2D3748"/>
                </a:solidFill>
                <a:latin typeface="Meiryo" pitchFamily="34" charset="0"/>
                <a:ea typeface="Meiryo" pitchFamily="34" charset="-122"/>
                <a:cs typeface="Meiryo" pitchFamily="34" charset="-120"/>
              </a:rPr>
              <a:t>アプリケーション</a:t>
            </a:r>
            <a:endParaRPr lang="en-US" sz="1400" dirty="0"/>
          </a:p>
        </p:txBody>
      </p:sp>
      <p:sp>
        <p:nvSpPr>
          <p:cNvPr id="27" name="Shape 13">
            <a:extLst>
              <a:ext uri="{FF2B5EF4-FFF2-40B4-BE49-F238E27FC236}">
                <a16:creationId xmlns:a16="http://schemas.microsoft.com/office/drawing/2014/main" id="{4EEE7FFF-B7D3-8E2E-E5C4-24EAE72F40E8}"/>
              </a:ext>
            </a:extLst>
          </p:cNvPr>
          <p:cNvSpPr/>
          <p:nvPr/>
        </p:nvSpPr>
        <p:spPr>
          <a:xfrm>
            <a:off x="1315895" y="4576444"/>
            <a:ext cx="2560320" cy="502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600"/>
          </a:p>
        </p:txBody>
      </p:sp>
      <p:sp>
        <p:nvSpPr>
          <p:cNvPr id="28" name="Text 14">
            <a:extLst>
              <a:ext uri="{FF2B5EF4-FFF2-40B4-BE49-F238E27FC236}">
                <a16:creationId xmlns:a16="http://schemas.microsoft.com/office/drawing/2014/main" id="{CABF8A5A-BD4C-BC90-4043-A02AD478A1D3}"/>
              </a:ext>
            </a:extLst>
          </p:cNvPr>
          <p:cNvSpPr/>
          <p:nvPr/>
        </p:nvSpPr>
        <p:spPr>
          <a:xfrm>
            <a:off x="1407335" y="4576444"/>
            <a:ext cx="2377440" cy="502920"/>
          </a:xfrm>
          <a:prstGeom prst="rect">
            <a:avLst/>
          </a:prstGeom>
          <a:noFill/>
          <a:ln/>
        </p:spPr>
        <p:txBody>
          <a:bodyPr wrap="square" rtlCol="0" anchor="ctr"/>
          <a:lstStyle/>
          <a:p>
            <a:pPr marL="0" indent="0" algn="ctr">
              <a:buNone/>
            </a:pPr>
            <a:r>
              <a:rPr lang="en-US" sz="1400" dirty="0">
                <a:solidFill>
                  <a:srgbClr val="2D3748"/>
                </a:solidFill>
                <a:latin typeface="Meiryo" pitchFamily="34" charset="0"/>
                <a:ea typeface="Meiryo" pitchFamily="34" charset="-122"/>
                <a:cs typeface="Meiryo" pitchFamily="34" charset="-120"/>
              </a:rPr>
              <a:t>カスタムソース</a:t>
            </a:r>
            <a:endParaRPr lang="en-US" sz="1400" dirty="0"/>
          </a:p>
        </p:txBody>
      </p:sp>
      <p:sp>
        <p:nvSpPr>
          <p:cNvPr id="29" name="Shape 15">
            <a:extLst>
              <a:ext uri="{FF2B5EF4-FFF2-40B4-BE49-F238E27FC236}">
                <a16:creationId xmlns:a16="http://schemas.microsoft.com/office/drawing/2014/main" id="{8F94A91B-A903-036B-8B39-44A6651C7191}"/>
              </a:ext>
            </a:extLst>
          </p:cNvPr>
          <p:cNvSpPr/>
          <p:nvPr/>
        </p:nvSpPr>
        <p:spPr>
          <a:xfrm>
            <a:off x="4728604" y="2336799"/>
            <a:ext cx="2560320" cy="365760"/>
          </a:xfrm>
          <a:prstGeom prst="rect">
            <a:avLst/>
          </a:prstGeom>
          <a:solidFill>
            <a:srgbClr val="0078D4"/>
          </a:solidFill>
          <a:ln/>
        </p:spPr>
        <p:txBody>
          <a:bodyPr/>
          <a:lstStyle/>
          <a:p>
            <a:endParaRPr lang="ja-JP" altLang="en-US" sz="2800"/>
          </a:p>
        </p:txBody>
      </p:sp>
      <p:sp>
        <p:nvSpPr>
          <p:cNvPr id="30" name="Text 16">
            <a:extLst>
              <a:ext uri="{FF2B5EF4-FFF2-40B4-BE49-F238E27FC236}">
                <a16:creationId xmlns:a16="http://schemas.microsoft.com/office/drawing/2014/main" id="{AD51BD7B-8503-6A52-F3E8-1EA6CAB0EF39}"/>
              </a:ext>
            </a:extLst>
          </p:cNvPr>
          <p:cNvSpPr/>
          <p:nvPr/>
        </p:nvSpPr>
        <p:spPr>
          <a:xfrm>
            <a:off x="4728604" y="2336799"/>
            <a:ext cx="2560320" cy="365760"/>
          </a:xfrm>
          <a:prstGeom prst="rect">
            <a:avLst/>
          </a:prstGeom>
          <a:noFill/>
          <a:ln/>
        </p:spPr>
        <p:txBody>
          <a:bodyPr wrap="square" rtlCol="0" anchor="ctr"/>
          <a:lstStyle/>
          <a:p>
            <a:pPr marL="0" indent="0" algn="ctr">
              <a:buNone/>
            </a:pPr>
            <a:r>
              <a:rPr lang="en-US" sz="1600" b="1" dirty="0">
                <a:solidFill>
                  <a:srgbClr val="FFFFFF"/>
                </a:solidFill>
                <a:latin typeface="Meiryo" pitchFamily="34" charset="0"/>
                <a:ea typeface="Meiryo" pitchFamily="34" charset="-122"/>
                <a:cs typeface="Meiryo" pitchFamily="34" charset="-120"/>
              </a:rPr>
              <a:t>データプラットフォーム</a:t>
            </a:r>
            <a:endParaRPr lang="en-US" sz="1600" dirty="0"/>
          </a:p>
        </p:txBody>
      </p:sp>
      <p:sp>
        <p:nvSpPr>
          <p:cNvPr id="31" name="Shape 17">
            <a:extLst>
              <a:ext uri="{FF2B5EF4-FFF2-40B4-BE49-F238E27FC236}">
                <a16:creationId xmlns:a16="http://schemas.microsoft.com/office/drawing/2014/main" id="{F2D357B9-6797-A269-0186-EEDA26BCC5C6}"/>
              </a:ext>
            </a:extLst>
          </p:cNvPr>
          <p:cNvSpPr/>
          <p:nvPr/>
        </p:nvSpPr>
        <p:spPr>
          <a:xfrm>
            <a:off x="4728604" y="2793999"/>
            <a:ext cx="256032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600"/>
          </a:p>
        </p:txBody>
      </p:sp>
      <p:sp>
        <p:nvSpPr>
          <p:cNvPr id="32" name="Text 18">
            <a:extLst>
              <a:ext uri="{FF2B5EF4-FFF2-40B4-BE49-F238E27FC236}">
                <a16:creationId xmlns:a16="http://schemas.microsoft.com/office/drawing/2014/main" id="{01F6F918-CDF8-A739-C1DC-19C413DD6A73}"/>
              </a:ext>
            </a:extLst>
          </p:cNvPr>
          <p:cNvSpPr/>
          <p:nvPr/>
        </p:nvSpPr>
        <p:spPr>
          <a:xfrm>
            <a:off x="4820044" y="2793999"/>
            <a:ext cx="2377440" cy="960120"/>
          </a:xfrm>
          <a:prstGeom prst="rect">
            <a:avLst/>
          </a:prstGeom>
          <a:noFill/>
          <a:ln/>
        </p:spPr>
        <p:txBody>
          <a:bodyPr wrap="square" rtlCol="0" anchor="ctr"/>
          <a:lstStyle/>
          <a:p>
            <a:pPr marL="0" indent="0" algn="ctr">
              <a:buNone/>
            </a:pPr>
            <a:r>
              <a:rPr lang="en-US" sz="1400" dirty="0">
                <a:solidFill>
                  <a:srgbClr val="2D3748"/>
                </a:solidFill>
                <a:latin typeface="Meiryo" pitchFamily="34" charset="0"/>
                <a:ea typeface="Meiryo" pitchFamily="34" charset="-122"/>
                <a:cs typeface="Meiryo" pitchFamily="34" charset="-120"/>
              </a:rPr>
              <a:t>メトリクス</a:t>
            </a:r>
            <a:endParaRPr lang="en-US" sz="1400" dirty="0"/>
          </a:p>
          <a:p>
            <a:pPr marL="0" indent="0" algn="ctr">
              <a:buNone/>
            </a:pPr>
            <a:r>
              <a:rPr lang="en-US" sz="1400" dirty="0">
                <a:solidFill>
                  <a:srgbClr val="2D3748"/>
                </a:solidFill>
                <a:latin typeface="Meiryo" pitchFamily="34" charset="0"/>
                <a:ea typeface="Meiryo" pitchFamily="34" charset="-122"/>
                <a:cs typeface="Meiryo" pitchFamily="34" charset="-120"/>
              </a:rPr>
              <a:t>(数値・時系列データ)</a:t>
            </a:r>
            <a:endParaRPr lang="en-US" sz="1400" dirty="0"/>
          </a:p>
        </p:txBody>
      </p:sp>
      <p:sp>
        <p:nvSpPr>
          <p:cNvPr id="33" name="Shape 19">
            <a:extLst>
              <a:ext uri="{FF2B5EF4-FFF2-40B4-BE49-F238E27FC236}">
                <a16:creationId xmlns:a16="http://schemas.microsoft.com/office/drawing/2014/main" id="{F76C744D-51E7-AFC7-EA1A-313F2F8554AA}"/>
              </a:ext>
            </a:extLst>
          </p:cNvPr>
          <p:cNvSpPr/>
          <p:nvPr/>
        </p:nvSpPr>
        <p:spPr>
          <a:xfrm>
            <a:off x="4728604" y="3845559"/>
            <a:ext cx="256032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600"/>
          </a:p>
        </p:txBody>
      </p:sp>
      <p:sp>
        <p:nvSpPr>
          <p:cNvPr id="34" name="Text 20">
            <a:extLst>
              <a:ext uri="{FF2B5EF4-FFF2-40B4-BE49-F238E27FC236}">
                <a16:creationId xmlns:a16="http://schemas.microsoft.com/office/drawing/2014/main" id="{42ACC7B6-B014-E317-4A0A-B7F3C4F386F3}"/>
              </a:ext>
            </a:extLst>
          </p:cNvPr>
          <p:cNvSpPr/>
          <p:nvPr/>
        </p:nvSpPr>
        <p:spPr>
          <a:xfrm>
            <a:off x="4820044" y="3845559"/>
            <a:ext cx="2377440" cy="960120"/>
          </a:xfrm>
          <a:prstGeom prst="rect">
            <a:avLst/>
          </a:prstGeom>
          <a:noFill/>
          <a:ln/>
        </p:spPr>
        <p:txBody>
          <a:bodyPr wrap="square" rtlCol="0" anchor="ctr"/>
          <a:lstStyle/>
          <a:p>
            <a:pPr marL="0" indent="0" algn="ctr">
              <a:buNone/>
            </a:pPr>
            <a:r>
              <a:rPr lang="en-US" sz="1400" dirty="0">
                <a:solidFill>
                  <a:srgbClr val="2D3748"/>
                </a:solidFill>
                <a:latin typeface="Meiryo" pitchFamily="34" charset="0"/>
                <a:ea typeface="Meiryo" pitchFamily="34" charset="-122"/>
                <a:cs typeface="Meiryo" pitchFamily="34" charset="-120"/>
              </a:rPr>
              <a:t>ログ</a:t>
            </a:r>
            <a:endParaRPr lang="en-US" sz="1400" dirty="0"/>
          </a:p>
          <a:p>
            <a:pPr marL="0" indent="0" algn="ctr">
              <a:buNone/>
            </a:pPr>
            <a:r>
              <a:rPr lang="en-US" sz="1400" dirty="0">
                <a:solidFill>
                  <a:srgbClr val="2D3748"/>
                </a:solidFill>
                <a:latin typeface="Meiryo" pitchFamily="34" charset="0"/>
                <a:ea typeface="Meiryo" pitchFamily="34" charset="-122"/>
                <a:cs typeface="Meiryo" pitchFamily="34" charset="-120"/>
              </a:rPr>
              <a:t>(テキスト・構造化データ)</a:t>
            </a:r>
            <a:endParaRPr lang="en-US" sz="1400" dirty="0"/>
          </a:p>
        </p:txBody>
      </p:sp>
      <p:sp>
        <p:nvSpPr>
          <p:cNvPr id="35" name="Shape 21">
            <a:extLst>
              <a:ext uri="{FF2B5EF4-FFF2-40B4-BE49-F238E27FC236}">
                <a16:creationId xmlns:a16="http://schemas.microsoft.com/office/drawing/2014/main" id="{9130AC98-2586-4661-F08E-811C6DEE44B4}"/>
              </a:ext>
            </a:extLst>
          </p:cNvPr>
          <p:cNvSpPr/>
          <p:nvPr/>
        </p:nvSpPr>
        <p:spPr>
          <a:xfrm>
            <a:off x="8141313" y="2339031"/>
            <a:ext cx="2560320" cy="365760"/>
          </a:xfrm>
          <a:prstGeom prst="rect">
            <a:avLst/>
          </a:prstGeom>
          <a:solidFill>
            <a:srgbClr val="38A169"/>
          </a:solidFill>
          <a:ln/>
        </p:spPr>
        <p:txBody>
          <a:bodyPr/>
          <a:lstStyle/>
          <a:p>
            <a:endParaRPr lang="ja-JP" altLang="en-US" sz="2800"/>
          </a:p>
        </p:txBody>
      </p:sp>
      <p:sp>
        <p:nvSpPr>
          <p:cNvPr id="36" name="Text 22">
            <a:extLst>
              <a:ext uri="{FF2B5EF4-FFF2-40B4-BE49-F238E27FC236}">
                <a16:creationId xmlns:a16="http://schemas.microsoft.com/office/drawing/2014/main" id="{B72411C6-2A53-269F-6CDD-699D1BE41B6F}"/>
              </a:ext>
            </a:extLst>
          </p:cNvPr>
          <p:cNvSpPr/>
          <p:nvPr/>
        </p:nvSpPr>
        <p:spPr>
          <a:xfrm>
            <a:off x="8141313" y="2339031"/>
            <a:ext cx="2560320" cy="365760"/>
          </a:xfrm>
          <a:prstGeom prst="rect">
            <a:avLst/>
          </a:prstGeom>
          <a:noFill/>
          <a:ln/>
        </p:spPr>
        <p:txBody>
          <a:bodyPr wrap="square" rtlCol="0" anchor="ctr"/>
          <a:lstStyle/>
          <a:p>
            <a:pPr marL="0" indent="0" algn="ctr">
              <a:buNone/>
            </a:pPr>
            <a:r>
              <a:rPr lang="en-US" sz="1600" b="1" dirty="0">
                <a:solidFill>
                  <a:srgbClr val="FFFFFF"/>
                </a:solidFill>
                <a:latin typeface="Meiryo" pitchFamily="34" charset="0"/>
                <a:ea typeface="Meiryo" pitchFamily="34" charset="-122"/>
                <a:cs typeface="Meiryo" pitchFamily="34" charset="-120"/>
              </a:rPr>
              <a:t>活用 (Consumption)</a:t>
            </a:r>
            <a:endParaRPr lang="en-US" sz="1600" dirty="0"/>
          </a:p>
        </p:txBody>
      </p:sp>
      <p:sp>
        <p:nvSpPr>
          <p:cNvPr id="37" name="Shape 23">
            <a:extLst>
              <a:ext uri="{FF2B5EF4-FFF2-40B4-BE49-F238E27FC236}">
                <a16:creationId xmlns:a16="http://schemas.microsoft.com/office/drawing/2014/main" id="{654E8411-4305-7A38-C46E-14C0E78D9784}"/>
              </a:ext>
            </a:extLst>
          </p:cNvPr>
          <p:cNvSpPr/>
          <p:nvPr/>
        </p:nvSpPr>
        <p:spPr>
          <a:xfrm>
            <a:off x="8141313" y="2796231"/>
            <a:ext cx="2560320" cy="502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600"/>
          </a:p>
        </p:txBody>
      </p:sp>
      <p:sp>
        <p:nvSpPr>
          <p:cNvPr id="38" name="Text 24">
            <a:extLst>
              <a:ext uri="{FF2B5EF4-FFF2-40B4-BE49-F238E27FC236}">
                <a16:creationId xmlns:a16="http://schemas.microsoft.com/office/drawing/2014/main" id="{54DF2EFF-EEE6-64F5-9BA9-FEEF1CD75D7D}"/>
              </a:ext>
            </a:extLst>
          </p:cNvPr>
          <p:cNvSpPr/>
          <p:nvPr/>
        </p:nvSpPr>
        <p:spPr>
          <a:xfrm>
            <a:off x="8232753" y="2796231"/>
            <a:ext cx="2377440" cy="502920"/>
          </a:xfrm>
          <a:prstGeom prst="rect">
            <a:avLst/>
          </a:prstGeom>
          <a:noFill/>
          <a:ln/>
        </p:spPr>
        <p:txBody>
          <a:bodyPr wrap="square" rtlCol="0" anchor="ctr"/>
          <a:lstStyle/>
          <a:p>
            <a:pPr marL="0" indent="0" algn="ctr">
              <a:buNone/>
            </a:pPr>
            <a:r>
              <a:rPr lang="en-US" sz="1400" dirty="0">
                <a:solidFill>
                  <a:srgbClr val="2D3748"/>
                </a:solidFill>
                <a:latin typeface="Meiryo" pitchFamily="34" charset="0"/>
                <a:ea typeface="Meiryo" pitchFamily="34" charset="-122"/>
                <a:cs typeface="Meiryo" pitchFamily="34" charset="-120"/>
              </a:rPr>
              <a:t>可視化</a:t>
            </a:r>
            <a:endParaRPr lang="en-US" sz="1400" dirty="0"/>
          </a:p>
          <a:p>
            <a:pPr marL="0" indent="0" algn="ctr">
              <a:buNone/>
            </a:pPr>
            <a:r>
              <a:rPr lang="en-US" sz="1400" dirty="0">
                <a:solidFill>
                  <a:srgbClr val="2D3748"/>
                </a:solidFill>
                <a:latin typeface="Meiryo" pitchFamily="34" charset="0"/>
                <a:ea typeface="Meiryo" pitchFamily="34" charset="-122"/>
                <a:cs typeface="Meiryo" pitchFamily="34" charset="-120"/>
              </a:rPr>
              <a:t>(ダッシュボード)</a:t>
            </a:r>
            <a:endParaRPr lang="en-US" sz="1400" dirty="0"/>
          </a:p>
        </p:txBody>
      </p:sp>
      <p:sp>
        <p:nvSpPr>
          <p:cNvPr id="39" name="Shape 25">
            <a:extLst>
              <a:ext uri="{FF2B5EF4-FFF2-40B4-BE49-F238E27FC236}">
                <a16:creationId xmlns:a16="http://schemas.microsoft.com/office/drawing/2014/main" id="{B7AEF88C-030E-3CB7-ED86-878CE2806671}"/>
              </a:ext>
            </a:extLst>
          </p:cNvPr>
          <p:cNvSpPr/>
          <p:nvPr/>
        </p:nvSpPr>
        <p:spPr>
          <a:xfrm>
            <a:off x="8141313" y="3390591"/>
            <a:ext cx="2560320" cy="502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600"/>
          </a:p>
        </p:txBody>
      </p:sp>
      <p:sp>
        <p:nvSpPr>
          <p:cNvPr id="40" name="Text 26">
            <a:extLst>
              <a:ext uri="{FF2B5EF4-FFF2-40B4-BE49-F238E27FC236}">
                <a16:creationId xmlns:a16="http://schemas.microsoft.com/office/drawing/2014/main" id="{164201E1-FE52-D5D2-41F5-48A54B02EFB1}"/>
              </a:ext>
            </a:extLst>
          </p:cNvPr>
          <p:cNvSpPr/>
          <p:nvPr/>
        </p:nvSpPr>
        <p:spPr>
          <a:xfrm>
            <a:off x="8232753" y="3390591"/>
            <a:ext cx="2377440" cy="502920"/>
          </a:xfrm>
          <a:prstGeom prst="rect">
            <a:avLst/>
          </a:prstGeom>
          <a:noFill/>
          <a:ln/>
        </p:spPr>
        <p:txBody>
          <a:bodyPr wrap="square" rtlCol="0" anchor="ctr"/>
          <a:lstStyle/>
          <a:p>
            <a:pPr marL="0" indent="0" algn="ctr">
              <a:buNone/>
            </a:pPr>
            <a:r>
              <a:rPr lang="en-US" sz="1400" dirty="0">
                <a:solidFill>
                  <a:srgbClr val="2D3748"/>
                </a:solidFill>
                <a:latin typeface="Meiryo" pitchFamily="34" charset="0"/>
                <a:ea typeface="Meiryo" pitchFamily="34" charset="-122"/>
                <a:cs typeface="Meiryo" pitchFamily="34" charset="-120"/>
              </a:rPr>
              <a:t>分析</a:t>
            </a:r>
            <a:endParaRPr lang="en-US" sz="1400" dirty="0"/>
          </a:p>
          <a:p>
            <a:pPr marL="0" indent="0" algn="ctr">
              <a:buNone/>
            </a:pPr>
            <a:r>
              <a:rPr lang="en-US" sz="1400" dirty="0">
                <a:solidFill>
                  <a:srgbClr val="2D3748"/>
                </a:solidFill>
                <a:latin typeface="Meiryo" pitchFamily="34" charset="0"/>
                <a:ea typeface="Meiryo" pitchFamily="34" charset="-122"/>
                <a:cs typeface="Meiryo" pitchFamily="34" charset="-120"/>
              </a:rPr>
              <a:t>(Log Analytics)</a:t>
            </a:r>
            <a:endParaRPr lang="en-US" sz="1400" dirty="0"/>
          </a:p>
        </p:txBody>
      </p:sp>
      <p:sp>
        <p:nvSpPr>
          <p:cNvPr id="41" name="Shape 27">
            <a:extLst>
              <a:ext uri="{FF2B5EF4-FFF2-40B4-BE49-F238E27FC236}">
                <a16:creationId xmlns:a16="http://schemas.microsoft.com/office/drawing/2014/main" id="{06097946-3589-E844-F395-C328ED18A828}"/>
              </a:ext>
            </a:extLst>
          </p:cNvPr>
          <p:cNvSpPr/>
          <p:nvPr/>
        </p:nvSpPr>
        <p:spPr>
          <a:xfrm>
            <a:off x="8141313" y="3984951"/>
            <a:ext cx="2560320" cy="502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600"/>
          </a:p>
        </p:txBody>
      </p:sp>
      <p:sp>
        <p:nvSpPr>
          <p:cNvPr id="42" name="Text 28">
            <a:extLst>
              <a:ext uri="{FF2B5EF4-FFF2-40B4-BE49-F238E27FC236}">
                <a16:creationId xmlns:a16="http://schemas.microsoft.com/office/drawing/2014/main" id="{D095AF5C-1281-77E6-AC61-8071ED16102D}"/>
              </a:ext>
            </a:extLst>
          </p:cNvPr>
          <p:cNvSpPr/>
          <p:nvPr/>
        </p:nvSpPr>
        <p:spPr>
          <a:xfrm>
            <a:off x="8232753" y="3984951"/>
            <a:ext cx="2377440" cy="502920"/>
          </a:xfrm>
          <a:prstGeom prst="rect">
            <a:avLst/>
          </a:prstGeom>
          <a:noFill/>
          <a:ln/>
        </p:spPr>
        <p:txBody>
          <a:bodyPr wrap="square" rtlCol="0" anchor="ctr"/>
          <a:lstStyle/>
          <a:p>
            <a:pPr marL="0" indent="0" algn="ctr">
              <a:buNone/>
            </a:pPr>
            <a:r>
              <a:rPr lang="en-US" sz="1400" dirty="0">
                <a:solidFill>
                  <a:srgbClr val="2D3748"/>
                </a:solidFill>
                <a:latin typeface="Meiryo" pitchFamily="34" charset="0"/>
                <a:ea typeface="Meiryo" pitchFamily="34" charset="-122"/>
                <a:cs typeface="Meiryo" pitchFamily="34" charset="-120"/>
              </a:rPr>
              <a:t>アラート</a:t>
            </a:r>
            <a:endParaRPr lang="en-US" sz="1400" dirty="0"/>
          </a:p>
          <a:p>
            <a:pPr marL="0" indent="0" algn="ctr">
              <a:buNone/>
            </a:pPr>
            <a:r>
              <a:rPr lang="en-US" sz="1400" dirty="0">
                <a:solidFill>
                  <a:srgbClr val="2D3748"/>
                </a:solidFill>
                <a:latin typeface="Meiryo" pitchFamily="34" charset="0"/>
                <a:ea typeface="Meiryo" pitchFamily="34" charset="-122"/>
                <a:cs typeface="Meiryo" pitchFamily="34" charset="-120"/>
              </a:rPr>
              <a:t>(通知・自動化)</a:t>
            </a:r>
            <a:endParaRPr lang="en-US" sz="1400" dirty="0"/>
          </a:p>
        </p:txBody>
      </p:sp>
      <p:sp>
        <p:nvSpPr>
          <p:cNvPr id="43" name="Shape 29">
            <a:extLst>
              <a:ext uri="{FF2B5EF4-FFF2-40B4-BE49-F238E27FC236}">
                <a16:creationId xmlns:a16="http://schemas.microsoft.com/office/drawing/2014/main" id="{1BF3CD43-5850-1A88-45B2-54166CD5A17D}"/>
              </a:ext>
            </a:extLst>
          </p:cNvPr>
          <p:cNvSpPr/>
          <p:nvPr/>
        </p:nvSpPr>
        <p:spPr>
          <a:xfrm>
            <a:off x="8141313" y="4579311"/>
            <a:ext cx="2560320" cy="502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600"/>
          </a:p>
        </p:txBody>
      </p:sp>
      <p:sp>
        <p:nvSpPr>
          <p:cNvPr id="44" name="Text 30">
            <a:extLst>
              <a:ext uri="{FF2B5EF4-FFF2-40B4-BE49-F238E27FC236}">
                <a16:creationId xmlns:a16="http://schemas.microsoft.com/office/drawing/2014/main" id="{FDBD5C9C-8521-619D-4B47-AFCC3E756F9C}"/>
              </a:ext>
            </a:extLst>
          </p:cNvPr>
          <p:cNvSpPr/>
          <p:nvPr/>
        </p:nvSpPr>
        <p:spPr>
          <a:xfrm>
            <a:off x="8232753" y="4579311"/>
            <a:ext cx="2377440" cy="502920"/>
          </a:xfrm>
          <a:prstGeom prst="rect">
            <a:avLst/>
          </a:prstGeom>
          <a:noFill/>
          <a:ln/>
        </p:spPr>
        <p:txBody>
          <a:bodyPr wrap="square" rtlCol="0" anchor="ctr"/>
          <a:lstStyle/>
          <a:p>
            <a:pPr marL="0" indent="0" algn="ctr">
              <a:buNone/>
            </a:pPr>
            <a:r>
              <a:rPr lang="en-US" sz="1400" dirty="0">
                <a:solidFill>
                  <a:srgbClr val="2D3748"/>
                </a:solidFill>
                <a:latin typeface="Meiryo" pitchFamily="34" charset="0"/>
                <a:ea typeface="Meiryo" pitchFamily="34" charset="-122"/>
                <a:cs typeface="Meiryo" pitchFamily="34" charset="-120"/>
              </a:rPr>
              <a:t>エクスポート</a:t>
            </a:r>
            <a:endParaRPr lang="en-US" sz="1400" dirty="0"/>
          </a:p>
          <a:p>
            <a:pPr marL="0" indent="0" algn="ctr">
              <a:buNone/>
            </a:pPr>
            <a:r>
              <a:rPr lang="en-US" sz="1400" dirty="0">
                <a:solidFill>
                  <a:srgbClr val="2D3748"/>
                </a:solidFill>
                <a:latin typeface="Meiryo" pitchFamily="34" charset="0"/>
                <a:ea typeface="Meiryo" pitchFamily="34" charset="-122"/>
                <a:cs typeface="Meiryo" pitchFamily="34" charset="-120"/>
              </a:rPr>
              <a:t>(外部連携)</a:t>
            </a:r>
            <a:endParaRPr lang="en-US" sz="1400" dirty="0"/>
          </a:p>
        </p:txBody>
      </p:sp>
      <p:sp>
        <p:nvSpPr>
          <p:cNvPr id="45" name="Text 31">
            <a:extLst>
              <a:ext uri="{FF2B5EF4-FFF2-40B4-BE49-F238E27FC236}">
                <a16:creationId xmlns:a16="http://schemas.microsoft.com/office/drawing/2014/main" id="{F72D0F77-6DC0-1507-744D-308C599839FE}"/>
              </a:ext>
            </a:extLst>
          </p:cNvPr>
          <p:cNvSpPr/>
          <p:nvPr/>
        </p:nvSpPr>
        <p:spPr>
          <a:xfrm>
            <a:off x="4177862" y="3754119"/>
            <a:ext cx="274320" cy="365760"/>
          </a:xfrm>
          <a:prstGeom prst="rect">
            <a:avLst/>
          </a:prstGeom>
          <a:noFill/>
          <a:ln/>
        </p:spPr>
        <p:txBody>
          <a:bodyPr wrap="square" rtlCol="0" anchor="ctr"/>
          <a:lstStyle/>
          <a:p>
            <a:pPr marL="0" indent="0" algn="ctr">
              <a:buNone/>
            </a:pPr>
            <a:r>
              <a:rPr lang="en-US" sz="3600" dirty="0">
                <a:solidFill>
                  <a:srgbClr val="0078D4"/>
                </a:solidFill>
              </a:rPr>
              <a:t>▶</a:t>
            </a:r>
            <a:endParaRPr lang="en-US" sz="3600" dirty="0"/>
          </a:p>
        </p:txBody>
      </p:sp>
      <p:sp>
        <p:nvSpPr>
          <p:cNvPr id="46" name="Text 32">
            <a:extLst>
              <a:ext uri="{FF2B5EF4-FFF2-40B4-BE49-F238E27FC236}">
                <a16:creationId xmlns:a16="http://schemas.microsoft.com/office/drawing/2014/main" id="{C67DC6E0-0B96-E03D-D719-60975BBDD562}"/>
              </a:ext>
            </a:extLst>
          </p:cNvPr>
          <p:cNvSpPr/>
          <p:nvPr/>
        </p:nvSpPr>
        <p:spPr>
          <a:xfrm>
            <a:off x="7565346" y="3707764"/>
            <a:ext cx="274320" cy="365760"/>
          </a:xfrm>
          <a:prstGeom prst="rect">
            <a:avLst/>
          </a:prstGeom>
          <a:noFill/>
          <a:ln/>
        </p:spPr>
        <p:txBody>
          <a:bodyPr wrap="square" rtlCol="0" anchor="ctr"/>
          <a:lstStyle/>
          <a:p>
            <a:pPr marL="0" indent="0" algn="ctr">
              <a:buNone/>
            </a:pPr>
            <a:r>
              <a:rPr lang="en-US" sz="3600" dirty="0">
                <a:solidFill>
                  <a:srgbClr val="0078D4"/>
                </a:solidFill>
              </a:rPr>
              <a:t>▶</a:t>
            </a:r>
            <a:endParaRPr lang="en-US" sz="3600" dirty="0"/>
          </a:p>
        </p:txBody>
      </p:sp>
    </p:spTree>
    <p:extLst>
      <p:ext uri="{BB962C8B-B14F-4D97-AF65-F5344CB8AC3E}">
        <p14:creationId xmlns:p14="http://schemas.microsoft.com/office/powerpoint/2010/main" val="1339200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2E17B-7C8D-E366-02E8-1C5A4237D09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D0FCA5D-55B0-EDDB-F46D-286E07076A6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 altLang="ja-JP" sz="2000" b="1" dirty="0">
                <a:latin typeface="Yu Gothic UI" panose="020B0500000000000000" pitchFamily="34" charset="-128"/>
                <a:ea typeface="Yu Gothic UI" panose="020B0500000000000000" pitchFamily="34" charset="-128"/>
              </a:rPr>
              <a:t>Azure Monitor </a:t>
            </a:r>
            <a:r>
              <a:rPr kumimoji="1" lang="ja-JP" altLang="en-US" sz="2000" b="1">
                <a:latin typeface="Yu Gothic UI" panose="020B0500000000000000" pitchFamily="34" charset="-128"/>
                <a:ea typeface="Yu Gothic UI" panose="020B0500000000000000" pitchFamily="34" charset="-128"/>
              </a:rPr>
              <a:t>メトリクス</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3F18954C-5299-8BE0-A273-2F2FEBBF11D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9369927-3042-6470-8411-CFA281D9D83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34279969-6D57-DC1A-DE97-95461FB281A4}"/>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メトリクスは </a:t>
            </a:r>
            <a:r>
              <a:rPr kumimoji="1" lang="en" altLang="ja-JP" sz="2000" dirty="0"/>
              <a:t>CPU </a:t>
            </a:r>
            <a:r>
              <a:rPr kumimoji="1" lang="ja-JP" altLang="en-US" sz="2000"/>
              <a:t>やメモリなどの数値データを時系列で自動収集する仕組みです。追加設定なしで </a:t>
            </a:r>
            <a:r>
              <a:rPr kumimoji="1" lang="en" altLang="ja-JP" sz="2000" dirty="0"/>
              <a:t>VM </a:t>
            </a:r>
            <a:r>
              <a:rPr kumimoji="1" lang="ja-JP" altLang="en-US" sz="2000"/>
              <a:t>の基本的な健全性を把握できます。</a:t>
            </a:r>
          </a:p>
        </p:txBody>
      </p:sp>
      <p:sp>
        <p:nvSpPr>
          <p:cNvPr id="6" name="字幕 1">
            <a:extLst>
              <a:ext uri="{FF2B5EF4-FFF2-40B4-BE49-F238E27FC236}">
                <a16:creationId xmlns:a16="http://schemas.microsoft.com/office/drawing/2014/main" id="{C3D20183-5BFF-F4D9-DA2F-D933E6988E7F}"/>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Text 5">
            <a:extLst>
              <a:ext uri="{FF2B5EF4-FFF2-40B4-BE49-F238E27FC236}">
                <a16:creationId xmlns:a16="http://schemas.microsoft.com/office/drawing/2014/main" id="{CD34A0A1-37A9-6F5E-C67F-25B4828C8F4C}"/>
              </a:ext>
            </a:extLst>
          </p:cNvPr>
          <p:cNvSpPr/>
          <p:nvPr/>
        </p:nvSpPr>
        <p:spPr>
          <a:xfrm>
            <a:off x="584200" y="2286002"/>
            <a:ext cx="5156200" cy="3555998"/>
          </a:xfrm>
          <a:prstGeom prst="rect">
            <a:avLst/>
          </a:prstGeom>
          <a:noFill/>
          <a:ln/>
        </p:spPr>
        <p:txBody>
          <a:bodyPr wrap="square" rtlCol="0" anchor="t"/>
          <a:lstStyle/>
          <a:p>
            <a:pPr marL="0" indent="0">
              <a:buNone/>
            </a:pPr>
            <a:r>
              <a:rPr lang="en-US" sz="1600" b="1" dirty="0">
                <a:solidFill>
                  <a:srgbClr val="0078D4"/>
                </a:solidFill>
                <a:latin typeface="Meiryo" pitchFamily="34" charset="0"/>
                <a:ea typeface="Meiryo" pitchFamily="34" charset="-122"/>
                <a:cs typeface="Meiryo" pitchFamily="34" charset="-120"/>
              </a:rPr>
              <a:t>プラットフォーム メトリクス</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Azure が自動的に収集 (追加設定不要)</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VM: CPU 使用率、ディスク IOPS、ネットワーク In/Out</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1分間隔で最大93日間保持</a:t>
            </a:r>
            <a:endParaRPr lang="en-US" sz="1600" dirty="0"/>
          </a:p>
          <a:p>
            <a:pPr marL="0" indent="0">
              <a:buNone/>
            </a:pPr>
            <a:endParaRPr lang="en-US" sz="1600" dirty="0"/>
          </a:p>
          <a:p>
            <a:pPr marL="0" indent="0">
              <a:buNone/>
            </a:pPr>
            <a:r>
              <a:rPr lang="en-US" sz="1600" b="1" dirty="0">
                <a:solidFill>
                  <a:srgbClr val="0078D4"/>
                </a:solidFill>
                <a:latin typeface="Meiryo" pitchFamily="34" charset="0"/>
                <a:ea typeface="Meiryo" pitchFamily="34" charset="-122"/>
                <a:cs typeface="Meiryo" pitchFamily="34" charset="-120"/>
              </a:rPr>
              <a:t>カスタム メトリクス</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アプリケーションやエージェント経由で送信</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業務固有の指標 (キュー長、応答時間 等) を追跡可能</a:t>
            </a:r>
            <a:endParaRPr lang="en-US" sz="1600" dirty="0"/>
          </a:p>
        </p:txBody>
      </p:sp>
      <p:sp>
        <p:nvSpPr>
          <p:cNvPr id="7" name="Shape 6">
            <a:extLst>
              <a:ext uri="{FF2B5EF4-FFF2-40B4-BE49-F238E27FC236}">
                <a16:creationId xmlns:a16="http://schemas.microsoft.com/office/drawing/2014/main" id="{2D0BED80-A64C-EBF2-D6BF-757963DF58E1}"/>
              </a:ext>
            </a:extLst>
          </p:cNvPr>
          <p:cNvSpPr/>
          <p:nvPr/>
        </p:nvSpPr>
        <p:spPr>
          <a:xfrm>
            <a:off x="6167120" y="2286001"/>
            <a:ext cx="5156200" cy="2831049"/>
          </a:xfrm>
          <a:prstGeom prst="rect">
            <a:avLst/>
          </a:prstGeom>
          <a:solidFill>
            <a:srgbClr val="E8F4FD"/>
          </a:solidFill>
          <a:ln w="19050">
            <a:solidFill>
              <a:srgbClr val="0078D4"/>
            </a:solidFill>
            <a:prstDash val="dash"/>
          </a:ln>
        </p:spPr>
        <p:txBody>
          <a:bodyPr/>
          <a:lstStyle/>
          <a:p>
            <a:endParaRPr lang="ja-JP" altLang="en-US"/>
          </a:p>
        </p:txBody>
      </p:sp>
      <p:sp>
        <p:nvSpPr>
          <p:cNvPr id="10" name="Text 7">
            <a:extLst>
              <a:ext uri="{FF2B5EF4-FFF2-40B4-BE49-F238E27FC236}">
                <a16:creationId xmlns:a16="http://schemas.microsoft.com/office/drawing/2014/main" id="{84CF3D6C-0BAF-4F13-696D-B058B5CACDF6}"/>
              </a:ext>
            </a:extLst>
          </p:cNvPr>
          <p:cNvSpPr/>
          <p:nvPr/>
        </p:nvSpPr>
        <p:spPr>
          <a:xfrm>
            <a:off x="7269480" y="2747680"/>
            <a:ext cx="3383280" cy="1828800"/>
          </a:xfrm>
          <a:prstGeom prst="rect">
            <a:avLst/>
          </a:prstGeom>
          <a:noFill/>
          <a:ln/>
        </p:spPr>
        <p:txBody>
          <a:bodyPr wrap="square" rtlCol="0" anchor="ctr"/>
          <a:lstStyle/>
          <a:p>
            <a:pPr marL="0" indent="0" algn="ctr">
              <a:buNone/>
            </a:pPr>
            <a:r>
              <a:rPr lang="en-US" sz="1100" b="1" dirty="0">
                <a:solidFill>
                  <a:srgbClr val="0078D4"/>
                </a:solidFill>
                <a:latin typeface="Meiryo" pitchFamily="34" charset="0"/>
                <a:ea typeface="Meiryo" pitchFamily="34" charset="-122"/>
                <a:cs typeface="Meiryo" pitchFamily="34" charset="-120"/>
              </a:rPr>
              <a:t>📷 Screenshot</a:t>
            </a:r>
            <a:endParaRPr lang="en-US" sz="1100" dirty="0"/>
          </a:p>
          <a:p>
            <a:pPr marL="0" indent="0" algn="ctr">
              <a:buNone/>
            </a:pPr>
            <a:r>
              <a:rPr lang="en-US" sz="900" dirty="0">
                <a:solidFill>
                  <a:srgbClr val="4A5568"/>
                </a:solidFill>
                <a:latin typeface="Meiryo" pitchFamily="34" charset="0"/>
                <a:ea typeface="Meiryo" pitchFamily="34" charset="-122"/>
                <a:cs typeface="Meiryo" pitchFamily="34" charset="-120"/>
              </a:rPr>
              <a:t>メトリクスエクスプローラーで</a:t>
            </a:r>
            <a:endParaRPr lang="en-US" sz="1100" dirty="0"/>
          </a:p>
          <a:p>
            <a:pPr marL="0" indent="0" algn="ctr">
              <a:buNone/>
            </a:pPr>
            <a:r>
              <a:rPr lang="en-US" sz="900" dirty="0">
                <a:solidFill>
                  <a:srgbClr val="4A5568"/>
                </a:solidFill>
                <a:latin typeface="Meiryo" pitchFamily="34" charset="0"/>
                <a:ea typeface="Meiryo" pitchFamily="34" charset="-122"/>
                <a:cs typeface="Meiryo" pitchFamily="34" charset="-120"/>
              </a:rPr>
              <a:t>VM の CPU 使用率グラフを表示した画面</a:t>
            </a:r>
            <a:endParaRPr lang="en-US" sz="1100" dirty="0"/>
          </a:p>
        </p:txBody>
      </p:sp>
      <p:sp>
        <p:nvSpPr>
          <p:cNvPr id="11" name="Shape 8">
            <a:extLst>
              <a:ext uri="{FF2B5EF4-FFF2-40B4-BE49-F238E27FC236}">
                <a16:creationId xmlns:a16="http://schemas.microsoft.com/office/drawing/2014/main" id="{64499532-3C3A-C10F-20ED-611EBABF6678}"/>
              </a:ext>
            </a:extLst>
          </p:cNvPr>
          <p:cNvSpPr/>
          <p:nvPr/>
        </p:nvSpPr>
        <p:spPr>
          <a:xfrm>
            <a:off x="6167120" y="5243451"/>
            <a:ext cx="5156200" cy="1407504"/>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2800"/>
          </a:p>
        </p:txBody>
      </p:sp>
      <p:sp>
        <p:nvSpPr>
          <p:cNvPr id="13" name="Text 9">
            <a:extLst>
              <a:ext uri="{FF2B5EF4-FFF2-40B4-BE49-F238E27FC236}">
                <a16:creationId xmlns:a16="http://schemas.microsoft.com/office/drawing/2014/main" id="{ACB81DEF-68E5-D8D8-0FC0-E871DC7DE467}"/>
              </a:ext>
            </a:extLst>
          </p:cNvPr>
          <p:cNvSpPr/>
          <p:nvPr/>
        </p:nvSpPr>
        <p:spPr>
          <a:xfrm>
            <a:off x="6258560" y="5243451"/>
            <a:ext cx="4898390" cy="464820"/>
          </a:xfrm>
          <a:prstGeom prst="rect">
            <a:avLst/>
          </a:prstGeom>
          <a:noFill/>
          <a:ln/>
        </p:spPr>
        <p:txBody>
          <a:bodyPr wrap="square" rtlCol="0" anchor="ctr"/>
          <a:lstStyle/>
          <a:p>
            <a:pPr marL="0" indent="0">
              <a:buNone/>
            </a:pPr>
            <a:r>
              <a:rPr lang="en-US" sz="1600" b="1" dirty="0">
                <a:solidFill>
                  <a:srgbClr val="1B2A4A"/>
                </a:solidFill>
                <a:latin typeface="Meiryo" pitchFamily="34" charset="0"/>
                <a:ea typeface="Meiryo" pitchFamily="34" charset="-122"/>
                <a:cs typeface="Meiryo" pitchFamily="34" charset="-120"/>
              </a:rPr>
              <a:t>VM の既定メトリクス (抜粋)</a:t>
            </a:r>
            <a:endParaRPr lang="en-US" sz="1600" dirty="0"/>
          </a:p>
        </p:txBody>
      </p:sp>
      <p:sp>
        <p:nvSpPr>
          <p:cNvPr id="14" name="Text 10">
            <a:extLst>
              <a:ext uri="{FF2B5EF4-FFF2-40B4-BE49-F238E27FC236}">
                <a16:creationId xmlns:a16="http://schemas.microsoft.com/office/drawing/2014/main" id="{D96B461C-325A-6D6E-1BF2-5FAFE6A94CD8}"/>
              </a:ext>
            </a:extLst>
          </p:cNvPr>
          <p:cNvSpPr/>
          <p:nvPr/>
        </p:nvSpPr>
        <p:spPr>
          <a:xfrm>
            <a:off x="6258560" y="5568824"/>
            <a:ext cx="4640580" cy="1208531"/>
          </a:xfrm>
          <a:prstGeom prst="rect">
            <a:avLst/>
          </a:prstGeom>
          <a:noFill/>
          <a:ln/>
        </p:spPr>
        <p:txBody>
          <a:bodyPr wrap="square" rtlCol="0" anchor="ctr"/>
          <a:lstStyle/>
          <a:p>
            <a:pPr marL="342900" indent="-342900">
              <a:buSzPct val="100000"/>
              <a:buChar char="•"/>
            </a:pPr>
            <a:r>
              <a:rPr lang="en-US" sz="1400" dirty="0">
                <a:solidFill>
                  <a:srgbClr val="4A5568"/>
                </a:solidFill>
                <a:latin typeface="Meiryo" pitchFamily="34" charset="0"/>
                <a:ea typeface="Meiryo" pitchFamily="34" charset="-122"/>
                <a:cs typeface="Meiryo" pitchFamily="34" charset="-120"/>
              </a:rPr>
              <a:t>CPU: Percentage CPU</a:t>
            </a:r>
            <a:endParaRPr lang="en-US" sz="1400" dirty="0"/>
          </a:p>
          <a:p>
            <a:pPr marL="342900" indent="-342900">
              <a:buSzPct val="100000"/>
              <a:buChar char="•"/>
            </a:pPr>
            <a:r>
              <a:rPr lang="en-US" sz="1400" dirty="0">
                <a:solidFill>
                  <a:srgbClr val="4A5568"/>
                </a:solidFill>
                <a:latin typeface="Meiryo" pitchFamily="34" charset="0"/>
                <a:ea typeface="Meiryo" pitchFamily="34" charset="-122"/>
                <a:cs typeface="Meiryo" pitchFamily="34" charset="-120"/>
              </a:rPr>
              <a:t>Disk: Disk Read/Write Bytes</a:t>
            </a:r>
            <a:endParaRPr lang="en-US" sz="1400" dirty="0"/>
          </a:p>
          <a:p>
            <a:pPr marL="342900" indent="-342900">
              <a:buSzPct val="100000"/>
              <a:buChar char="•"/>
            </a:pPr>
            <a:r>
              <a:rPr lang="en-US" sz="1400" dirty="0">
                <a:solidFill>
                  <a:srgbClr val="4A5568"/>
                </a:solidFill>
                <a:latin typeface="Meiryo" pitchFamily="34" charset="0"/>
                <a:ea typeface="Meiryo" pitchFamily="34" charset="-122"/>
                <a:cs typeface="Meiryo" pitchFamily="34" charset="-120"/>
              </a:rPr>
              <a:t>Network: Network In/Out Total</a:t>
            </a:r>
            <a:endParaRPr lang="en-US" sz="1400" dirty="0"/>
          </a:p>
        </p:txBody>
      </p:sp>
      <p:pic>
        <p:nvPicPr>
          <p:cNvPr id="17" name="図 16">
            <a:extLst>
              <a:ext uri="{FF2B5EF4-FFF2-40B4-BE49-F238E27FC236}">
                <a16:creationId xmlns:a16="http://schemas.microsoft.com/office/drawing/2014/main" id="{D6A68FD6-C209-7D0E-6942-A37427766A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8648" y="2286000"/>
            <a:ext cx="5539492" cy="2905141"/>
          </a:xfrm>
          <a:prstGeom prst="rect">
            <a:avLst/>
          </a:prstGeom>
        </p:spPr>
      </p:pic>
    </p:spTree>
    <p:extLst>
      <p:ext uri="{BB962C8B-B14F-4D97-AF65-F5344CB8AC3E}">
        <p14:creationId xmlns:p14="http://schemas.microsoft.com/office/powerpoint/2010/main" val="144168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0C5B6-019B-933F-3914-59E6C21E3C9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30D6AFA-E087-A721-0004-462B5412B8A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メトリクスからのアラート生成</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80652A4A-9C78-B4AB-A43D-4A62DFA69F8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B34535B-69D8-7AAC-5AB8-3C4318A8638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466398B7-5E7B-2CA9-BAD8-BC645E85F939}"/>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メトリクスの値が設定したしきい値を超えた際に自動通知する仕組みです。静的しきい値と </a:t>
            </a:r>
            <a:r>
              <a:rPr kumimoji="1" lang="en" altLang="ja-JP" sz="2000" dirty="0"/>
              <a:t>ML </a:t>
            </a:r>
            <a:r>
              <a:rPr kumimoji="1" lang="ja-JP" altLang="en-US" sz="2000"/>
              <a:t>ベースの動的しきい値から選択できます。</a:t>
            </a:r>
          </a:p>
        </p:txBody>
      </p:sp>
      <p:sp>
        <p:nvSpPr>
          <p:cNvPr id="6" name="字幕 1">
            <a:extLst>
              <a:ext uri="{FF2B5EF4-FFF2-40B4-BE49-F238E27FC236}">
                <a16:creationId xmlns:a16="http://schemas.microsoft.com/office/drawing/2014/main" id="{B1BDD385-8AD4-5F21-A925-1A067C7514DA}"/>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Shape 5">
            <a:extLst>
              <a:ext uri="{FF2B5EF4-FFF2-40B4-BE49-F238E27FC236}">
                <a16:creationId xmlns:a16="http://schemas.microsoft.com/office/drawing/2014/main" id="{C29115AD-1F10-59EB-57B9-C38B6AD1C125}"/>
              </a:ext>
            </a:extLst>
          </p:cNvPr>
          <p:cNvSpPr/>
          <p:nvPr/>
        </p:nvSpPr>
        <p:spPr>
          <a:xfrm>
            <a:off x="1706880" y="2016759"/>
            <a:ext cx="1828800" cy="457200"/>
          </a:xfrm>
          <a:prstGeom prst="rect">
            <a:avLst/>
          </a:prstGeom>
          <a:solidFill>
            <a:srgbClr val="0078D4"/>
          </a:solidFill>
          <a:ln/>
        </p:spPr>
        <p:txBody>
          <a:bodyPr/>
          <a:lstStyle/>
          <a:p>
            <a:endParaRPr lang="ja-JP" altLang="en-US" sz="3200"/>
          </a:p>
        </p:txBody>
      </p:sp>
      <p:sp>
        <p:nvSpPr>
          <p:cNvPr id="7" name="Text 6">
            <a:extLst>
              <a:ext uri="{FF2B5EF4-FFF2-40B4-BE49-F238E27FC236}">
                <a16:creationId xmlns:a16="http://schemas.microsoft.com/office/drawing/2014/main" id="{7AA5CBB3-7C9B-08EC-EAA8-865BC56D3592}"/>
              </a:ext>
            </a:extLst>
          </p:cNvPr>
          <p:cNvSpPr/>
          <p:nvPr/>
        </p:nvSpPr>
        <p:spPr>
          <a:xfrm>
            <a:off x="1706880" y="2016759"/>
            <a:ext cx="1828800" cy="457200"/>
          </a:xfrm>
          <a:prstGeom prst="rect">
            <a:avLst/>
          </a:prstGeom>
          <a:noFill/>
          <a:ln/>
        </p:spPr>
        <p:txBody>
          <a:bodyPr wrap="square"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条件定義</a:t>
            </a:r>
            <a:endParaRPr lang="en-US" sz="1400" dirty="0"/>
          </a:p>
        </p:txBody>
      </p:sp>
      <p:sp>
        <p:nvSpPr>
          <p:cNvPr id="8" name="Shape 7">
            <a:extLst>
              <a:ext uri="{FF2B5EF4-FFF2-40B4-BE49-F238E27FC236}">
                <a16:creationId xmlns:a16="http://schemas.microsoft.com/office/drawing/2014/main" id="{B1DF1BCA-FD11-4963-487B-262F6FA5835F}"/>
              </a:ext>
            </a:extLst>
          </p:cNvPr>
          <p:cNvSpPr/>
          <p:nvPr/>
        </p:nvSpPr>
        <p:spPr>
          <a:xfrm>
            <a:off x="1706880" y="2473959"/>
            <a:ext cx="182880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200"/>
          </a:p>
        </p:txBody>
      </p:sp>
      <p:sp>
        <p:nvSpPr>
          <p:cNvPr id="10" name="Text 8">
            <a:extLst>
              <a:ext uri="{FF2B5EF4-FFF2-40B4-BE49-F238E27FC236}">
                <a16:creationId xmlns:a16="http://schemas.microsoft.com/office/drawing/2014/main" id="{3B3C4884-BE1F-06D2-B991-59CB373357B3}"/>
              </a:ext>
            </a:extLst>
          </p:cNvPr>
          <p:cNvSpPr/>
          <p:nvPr/>
        </p:nvSpPr>
        <p:spPr>
          <a:xfrm>
            <a:off x="1706880" y="2481165"/>
            <a:ext cx="1828800" cy="594360"/>
          </a:xfrm>
          <a:prstGeom prst="rect">
            <a:avLst/>
          </a:prstGeom>
          <a:noFill/>
          <a:ln/>
        </p:spPr>
        <p:txBody>
          <a:bodyPr wrap="square" rtlCol="0" anchor="ctr"/>
          <a:lstStyle/>
          <a:p>
            <a:pPr marL="0" indent="0" algn="ctr">
              <a:buNone/>
            </a:pPr>
            <a:r>
              <a:rPr lang="en-US" sz="1200" dirty="0">
                <a:solidFill>
                  <a:srgbClr val="2D3748"/>
                </a:solidFill>
                <a:latin typeface="Meiryo" pitchFamily="34" charset="0"/>
                <a:ea typeface="Meiryo" pitchFamily="34" charset="-122"/>
                <a:cs typeface="Meiryo" pitchFamily="34" charset="-120"/>
              </a:rPr>
              <a:t>メトリクス &gt; </a:t>
            </a:r>
            <a:r>
              <a:rPr lang="en-US" sz="1200" dirty="0" err="1">
                <a:solidFill>
                  <a:srgbClr val="2D3748"/>
                </a:solidFill>
                <a:latin typeface="Meiryo" pitchFamily="34" charset="0"/>
                <a:ea typeface="Meiryo" pitchFamily="34" charset="-122"/>
                <a:cs typeface="Meiryo" pitchFamily="34" charset="-120"/>
              </a:rPr>
              <a:t>しきい値</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(例: CPU &gt; 80%)</a:t>
            </a:r>
            <a:endParaRPr lang="en-US" sz="1200" dirty="0"/>
          </a:p>
        </p:txBody>
      </p:sp>
      <p:sp>
        <p:nvSpPr>
          <p:cNvPr id="11" name="Text 9">
            <a:extLst>
              <a:ext uri="{FF2B5EF4-FFF2-40B4-BE49-F238E27FC236}">
                <a16:creationId xmlns:a16="http://schemas.microsoft.com/office/drawing/2014/main" id="{26262563-AF1B-C0AD-FB29-BDFBDCCC7359}"/>
              </a:ext>
            </a:extLst>
          </p:cNvPr>
          <p:cNvSpPr/>
          <p:nvPr/>
        </p:nvSpPr>
        <p:spPr>
          <a:xfrm>
            <a:off x="3535680" y="2336799"/>
            <a:ext cx="274320" cy="365760"/>
          </a:xfrm>
          <a:prstGeom prst="rect">
            <a:avLst/>
          </a:prstGeom>
          <a:noFill/>
          <a:ln/>
        </p:spPr>
        <p:txBody>
          <a:bodyPr wrap="square" rtlCol="0" anchor="ctr"/>
          <a:lstStyle/>
          <a:p>
            <a:pPr marL="0" indent="0" algn="ctr">
              <a:buNone/>
            </a:pPr>
            <a:r>
              <a:rPr lang="en-US" sz="2400" dirty="0">
                <a:solidFill>
                  <a:srgbClr val="0078D4"/>
                </a:solidFill>
              </a:rPr>
              <a:t>▶</a:t>
            </a:r>
            <a:endParaRPr lang="en-US" sz="2400" dirty="0"/>
          </a:p>
        </p:txBody>
      </p:sp>
      <p:sp>
        <p:nvSpPr>
          <p:cNvPr id="12" name="Shape 10">
            <a:extLst>
              <a:ext uri="{FF2B5EF4-FFF2-40B4-BE49-F238E27FC236}">
                <a16:creationId xmlns:a16="http://schemas.microsoft.com/office/drawing/2014/main" id="{E57F4D37-1706-2A6F-8BE3-9E50F9777FE1}"/>
              </a:ext>
            </a:extLst>
          </p:cNvPr>
          <p:cNvSpPr/>
          <p:nvPr/>
        </p:nvSpPr>
        <p:spPr>
          <a:xfrm>
            <a:off x="3810000" y="2016759"/>
            <a:ext cx="1828800" cy="457200"/>
          </a:xfrm>
          <a:prstGeom prst="rect">
            <a:avLst/>
          </a:prstGeom>
          <a:solidFill>
            <a:srgbClr val="2B6CB0"/>
          </a:solidFill>
          <a:ln/>
        </p:spPr>
        <p:txBody>
          <a:bodyPr/>
          <a:lstStyle/>
          <a:p>
            <a:endParaRPr lang="ja-JP" altLang="en-US" sz="3200"/>
          </a:p>
        </p:txBody>
      </p:sp>
      <p:sp>
        <p:nvSpPr>
          <p:cNvPr id="13" name="Text 11">
            <a:extLst>
              <a:ext uri="{FF2B5EF4-FFF2-40B4-BE49-F238E27FC236}">
                <a16:creationId xmlns:a16="http://schemas.microsoft.com/office/drawing/2014/main" id="{3981FCA6-4AAB-7262-8BDE-E0FA5160D270}"/>
              </a:ext>
            </a:extLst>
          </p:cNvPr>
          <p:cNvSpPr/>
          <p:nvPr/>
        </p:nvSpPr>
        <p:spPr>
          <a:xfrm>
            <a:off x="3810000" y="2016759"/>
            <a:ext cx="1828800" cy="457200"/>
          </a:xfrm>
          <a:prstGeom prst="rect">
            <a:avLst/>
          </a:prstGeom>
          <a:noFill/>
          <a:ln/>
        </p:spPr>
        <p:txBody>
          <a:bodyPr wrap="square"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評価</a:t>
            </a:r>
            <a:endParaRPr lang="en-US" sz="1400" dirty="0"/>
          </a:p>
        </p:txBody>
      </p:sp>
      <p:sp>
        <p:nvSpPr>
          <p:cNvPr id="14" name="Shape 12">
            <a:extLst>
              <a:ext uri="{FF2B5EF4-FFF2-40B4-BE49-F238E27FC236}">
                <a16:creationId xmlns:a16="http://schemas.microsoft.com/office/drawing/2014/main" id="{F3053D2D-C47D-C34F-79A4-D409384F4665}"/>
              </a:ext>
            </a:extLst>
          </p:cNvPr>
          <p:cNvSpPr/>
          <p:nvPr/>
        </p:nvSpPr>
        <p:spPr>
          <a:xfrm>
            <a:off x="3810000" y="2473959"/>
            <a:ext cx="182880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200"/>
          </a:p>
        </p:txBody>
      </p:sp>
      <p:sp>
        <p:nvSpPr>
          <p:cNvPr id="15" name="Text 13">
            <a:extLst>
              <a:ext uri="{FF2B5EF4-FFF2-40B4-BE49-F238E27FC236}">
                <a16:creationId xmlns:a16="http://schemas.microsoft.com/office/drawing/2014/main" id="{5BF42A10-BED4-F9BF-9C57-AF66F8640E71}"/>
              </a:ext>
            </a:extLst>
          </p:cNvPr>
          <p:cNvSpPr/>
          <p:nvPr/>
        </p:nvSpPr>
        <p:spPr>
          <a:xfrm>
            <a:off x="3901440" y="2473959"/>
            <a:ext cx="1645920" cy="594360"/>
          </a:xfrm>
          <a:prstGeom prst="rect">
            <a:avLst/>
          </a:prstGeom>
          <a:noFill/>
          <a:ln/>
        </p:spPr>
        <p:txBody>
          <a:bodyPr wrap="square" rtlCol="0" anchor="ctr"/>
          <a:lstStyle/>
          <a:p>
            <a:pPr marL="0" indent="0" algn="ctr">
              <a:buNone/>
            </a:pPr>
            <a:r>
              <a:rPr lang="en-US" sz="1200" dirty="0" err="1">
                <a:solidFill>
                  <a:srgbClr val="2D3748"/>
                </a:solidFill>
                <a:latin typeface="Meiryo" pitchFamily="34" charset="0"/>
                <a:ea typeface="Meiryo" pitchFamily="34" charset="-122"/>
                <a:cs typeface="Meiryo" pitchFamily="34" charset="-120"/>
              </a:rPr>
              <a:t>定期的にメトリクスを評価</a:t>
            </a:r>
            <a:endParaRPr lang="en-US" sz="1200" dirty="0">
              <a:solidFill>
                <a:srgbClr val="2D3748"/>
              </a:solidFill>
              <a:latin typeface="Meiryo" pitchFamily="34" charset="0"/>
              <a:ea typeface="Meiryo" pitchFamily="34" charset="-122"/>
              <a:cs typeface="Meiryo" pitchFamily="34" charset="-120"/>
            </a:endParaRPr>
          </a:p>
          <a:p>
            <a:pPr marL="0" indent="0" algn="ctr">
              <a:buNone/>
            </a:pPr>
            <a:r>
              <a:rPr lang="en-US" sz="1200" dirty="0">
                <a:solidFill>
                  <a:srgbClr val="2D3748"/>
                </a:solidFill>
                <a:latin typeface="Meiryo" pitchFamily="34" charset="0"/>
                <a:ea typeface="Meiryo" pitchFamily="34" charset="-122"/>
                <a:cs typeface="Meiryo" pitchFamily="34" charset="-120"/>
              </a:rPr>
              <a:t> (1〜15分間隔)</a:t>
            </a:r>
            <a:endParaRPr lang="en-US" sz="1200" dirty="0"/>
          </a:p>
        </p:txBody>
      </p:sp>
      <p:sp>
        <p:nvSpPr>
          <p:cNvPr id="16" name="Text 14">
            <a:extLst>
              <a:ext uri="{FF2B5EF4-FFF2-40B4-BE49-F238E27FC236}">
                <a16:creationId xmlns:a16="http://schemas.microsoft.com/office/drawing/2014/main" id="{60FB9DAB-BE48-DEC8-E7B5-4C93B474272A}"/>
              </a:ext>
            </a:extLst>
          </p:cNvPr>
          <p:cNvSpPr/>
          <p:nvPr/>
        </p:nvSpPr>
        <p:spPr>
          <a:xfrm>
            <a:off x="5638800" y="2336799"/>
            <a:ext cx="274320" cy="365760"/>
          </a:xfrm>
          <a:prstGeom prst="rect">
            <a:avLst/>
          </a:prstGeom>
          <a:noFill/>
          <a:ln/>
        </p:spPr>
        <p:txBody>
          <a:bodyPr wrap="square" rtlCol="0" anchor="ctr"/>
          <a:lstStyle/>
          <a:p>
            <a:pPr marL="0" indent="0" algn="ctr">
              <a:buNone/>
            </a:pPr>
            <a:r>
              <a:rPr lang="en-US" sz="2400" dirty="0">
                <a:solidFill>
                  <a:srgbClr val="0078D4"/>
                </a:solidFill>
              </a:rPr>
              <a:t>▶</a:t>
            </a:r>
            <a:endParaRPr lang="en-US" sz="2400" dirty="0"/>
          </a:p>
        </p:txBody>
      </p:sp>
      <p:sp>
        <p:nvSpPr>
          <p:cNvPr id="17" name="Shape 15">
            <a:extLst>
              <a:ext uri="{FF2B5EF4-FFF2-40B4-BE49-F238E27FC236}">
                <a16:creationId xmlns:a16="http://schemas.microsoft.com/office/drawing/2014/main" id="{18E61183-0664-54AB-145A-9CE7D16BEA34}"/>
              </a:ext>
            </a:extLst>
          </p:cNvPr>
          <p:cNvSpPr/>
          <p:nvPr/>
        </p:nvSpPr>
        <p:spPr>
          <a:xfrm>
            <a:off x="5913120" y="2016759"/>
            <a:ext cx="1828800" cy="457200"/>
          </a:xfrm>
          <a:prstGeom prst="rect">
            <a:avLst/>
          </a:prstGeom>
          <a:solidFill>
            <a:srgbClr val="1B2A4A"/>
          </a:solidFill>
          <a:ln/>
        </p:spPr>
        <p:txBody>
          <a:bodyPr/>
          <a:lstStyle/>
          <a:p>
            <a:endParaRPr lang="ja-JP" altLang="en-US" sz="3200"/>
          </a:p>
        </p:txBody>
      </p:sp>
      <p:sp>
        <p:nvSpPr>
          <p:cNvPr id="18" name="Text 16">
            <a:extLst>
              <a:ext uri="{FF2B5EF4-FFF2-40B4-BE49-F238E27FC236}">
                <a16:creationId xmlns:a16="http://schemas.microsoft.com/office/drawing/2014/main" id="{85990C75-98B3-FEB7-9597-99E6D9488DAC}"/>
              </a:ext>
            </a:extLst>
          </p:cNvPr>
          <p:cNvSpPr/>
          <p:nvPr/>
        </p:nvSpPr>
        <p:spPr>
          <a:xfrm>
            <a:off x="5913120" y="2016759"/>
            <a:ext cx="1828800" cy="457200"/>
          </a:xfrm>
          <a:prstGeom prst="rect">
            <a:avLst/>
          </a:prstGeom>
          <a:noFill/>
          <a:ln/>
        </p:spPr>
        <p:txBody>
          <a:bodyPr wrap="square"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アクション</a:t>
            </a:r>
            <a:endParaRPr lang="en-US" sz="1400" dirty="0"/>
          </a:p>
          <a:p>
            <a:pPr marL="0" indent="0" algn="ctr">
              <a:buNone/>
            </a:pPr>
            <a:r>
              <a:rPr lang="en-US" sz="1400" b="1" dirty="0">
                <a:solidFill>
                  <a:srgbClr val="FFFFFF"/>
                </a:solidFill>
                <a:latin typeface="Meiryo" pitchFamily="34" charset="0"/>
                <a:ea typeface="Meiryo" pitchFamily="34" charset="-122"/>
                <a:cs typeface="Meiryo" pitchFamily="34" charset="-120"/>
              </a:rPr>
              <a:t>グループ</a:t>
            </a:r>
            <a:endParaRPr lang="en-US" sz="1400" dirty="0"/>
          </a:p>
        </p:txBody>
      </p:sp>
      <p:sp>
        <p:nvSpPr>
          <p:cNvPr id="19" name="Shape 17">
            <a:extLst>
              <a:ext uri="{FF2B5EF4-FFF2-40B4-BE49-F238E27FC236}">
                <a16:creationId xmlns:a16="http://schemas.microsoft.com/office/drawing/2014/main" id="{E8C83DE4-4F11-D6D1-9B05-AEA7C4F97447}"/>
              </a:ext>
            </a:extLst>
          </p:cNvPr>
          <p:cNvSpPr/>
          <p:nvPr/>
        </p:nvSpPr>
        <p:spPr>
          <a:xfrm>
            <a:off x="5913120" y="2473959"/>
            <a:ext cx="182880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200"/>
          </a:p>
        </p:txBody>
      </p:sp>
      <p:sp>
        <p:nvSpPr>
          <p:cNvPr id="20" name="Text 18">
            <a:extLst>
              <a:ext uri="{FF2B5EF4-FFF2-40B4-BE49-F238E27FC236}">
                <a16:creationId xmlns:a16="http://schemas.microsoft.com/office/drawing/2014/main" id="{5FEC4F30-FFA5-FB5E-6FE6-2BDB9C563591}"/>
              </a:ext>
            </a:extLst>
          </p:cNvPr>
          <p:cNvSpPr/>
          <p:nvPr/>
        </p:nvSpPr>
        <p:spPr>
          <a:xfrm>
            <a:off x="6004560" y="2473959"/>
            <a:ext cx="1645920" cy="594360"/>
          </a:xfrm>
          <a:prstGeom prst="rect">
            <a:avLst/>
          </a:prstGeom>
          <a:noFill/>
          <a:ln/>
        </p:spPr>
        <p:txBody>
          <a:bodyPr wrap="square" rtlCol="0" anchor="ctr"/>
          <a:lstStyle/>
          <a:p>
            <a:pPr marL="0" indent="0" algn="ctr">
              <a:buNone/>
            </a:pPr>
            <a:r>
              <a:rPr lang="en-US" sz="1200" dirty="0">
                <a:solidFill>
                  <a:srgbClr val="2D3748"/>
                </a:solidFill>
                <a:latin typeface="Meiryo" pitchFamily="34" charset="0"/>
                <a:ea typeface="Meiryo" pitchFamily="34" charset="-122"/>
                <a:cs typeface="Meiryo" pitchFamily="34" charset="-120"/>
              </a:rPr>
              <a:t>通知先と自動化</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アクションを定義</a:t>
            </a:r>
            <a:endParaRPr lang="en-US" sz="1200" dirty="0"/>
          </a:p>
        </p:txBody>
      </p:sp>
      <p:sp>
        <p:nvSpPr>
          <p:cNvPr id="21" name="Text 19">
            <a:extLst>
              <a:ext uri="{FF2B5EF4-FFF2-40B4-BE49-F238E27FC236}">
                <a16:creationId xmlns:a16="http://schemas.microsoft.com/office/drawing/2014/main" id="{39F0CCEE-031F-DB8C-D4C6-182230730033}"/>
              </a:ext>
            </a:extLst>
          </p:cNvPr>
          <p:cNvSpPr/>
          <p:nvPr/>
        </p:nvSpPr>
        <p:spPr>
          <a:xfrm>
            <a:off x="7741920" y="2336799"/>
            <a:ext cx="274320" cy="365760"/>
          </a:xfrm>
          <a:prstGeom prst="rect">
            <a:avLst/>
          </a:prstGeom>
          <a:noFill/>
          <a:ln/>
        </p:spPr>
        <p:txBody>
          <a:bodyPr wrap="square" rtlCol="0" anchor="ctr"/>
          <a:lstStyle/>
          <a:p>
            <a:pPr marL="0" indent="0" algn="ctr">
              <a:buNone/>
            </a:pPr>
            <a:r>
              <a:rPr lang="en-US" sz="2400" dirty="0">
                <a:solidFill>
                  <a:srgbClr val="0078D4"/>
                </a:solidFill>
              </a:rPr>
              <a:t>▶</a:t>
            </a:r>
            <a:endParaRPr lang="en-US" sz="2400" dirty="0"/>
          </a:p>
        </p:txBody>
      </p:sp>
      <p:sp>
        <p:nvSpPr>
          <p:cNvPr id="22" name="Shape 20">
            <a:extLst>
              <a:ext uri="{FF2B5EF4-FFF2-40B4-BE49-F238E27FC236}">
                <a16:creationId xmlns:a16="http://schemas.microsoft.com/office/drawing/2014/main" id="{F521E84F-E1BB-D525-3DFB-E0C178B3D52B}"/>
              </a:ext>
            </a:extLst>
          </p:cNvPr>
          <p:cNvSpPr/>
          <p:nvPr/>
        </p:nvSpPr>
        <p:spPr>
          <a:xfrm>
            <a:off x="8016240" y="2016759"/>
            <a:ext cx="1828800" cy="457200"/>
          </a:xfrm>
          <a:prstGeom prst="rect">
            <a:avLst/>
          </a:prstGeom>
          <a:solidFill>
            <a:srgbClr val="38A169"/>
          </a:solidFill>
          <a:ln/>
        </p:spPr>
        <p:txBody>
          <a:bodyPr/>
          <a:lstStyle/>
          <a:p>
            <a:endParaRPr lang="ja-JP" altLang="en-US" sz="3200"/>
          </a:p>
        </p:txBody>
      </p:sp>
      <p:sp>
        <p:nvSpPr>
          <p:cNvPr id="23" name="Text 21">
            <a:extLst>
              <a:ext uri="{FF2B5EF4-FFF2-40B4-BE49-F238E27FC236}">
                <a16:creationId xmlns:a16="http://schemas.microsoft.com/office/drawing/2014/main" id="{B178218D-0AAF-0CC4-AE3D-1B20DFD161CA}"/>
              </a:ext>
            </a:extLst>
          </p:cNvPr>
          <p:cNvSpPr/>
          <p:nvPr/>
        </p:nvSpPr>
        <p:spPr>
          <a:xfrm>
            <a:off x="8016240" y="2016759"/>
            <a:ext cx="1828800" cy="457200"/>
          </a:xfrm>
          <a:prstGeom prst="rect">
            <a:avLst/>
          </a:prstGeom>
          <a:noFill/>
          <a:ln/>
        </p:spPr>
        <p:txBody>
          <a:bodyPr wrap="square" rtlCol="0" anchor="ctr"/>
          <a:lstStyle/>
          <a:p>
            <a:pPr marL="0" indent="0" algn="ctr">
              <a:buNone/>
            </a:pPr>
            <a:r>
              <a:rPr lang="en-US" sz="1400" b="1" dirty="0">
                <a:solidFill>
                  <a:srgbClr val="FFFFFF"/>
                </a:solidFill>
                <a:latin typeface="Meiryo" pitchFamily="34" charset="0"/>
                <a:ea typeface="Meiryo" pitchFamily="34" charset="-122"/>
                <a:cs typeface="Meiryo" pitchFamily="34" charset="-120"/>
              </a:rPr>
              <a:t>通知・実行</a:t>
            </a:r>
            <a:endParaRPr lang="en-US" sz="1400" dirty="0"/>
          </a:p>
        </p:txBody>
      </p:sp>
      <p:sp>
        <p:nvSpPr>
          <p:cNvPr id="24" name="Shape 22">
            <a:extLst>
              <a:ext uri="{FF2B5EF4-FFF2-40B4-BE49-F238E27FC236}">
                <a16:creationId xmlns:a16="http://schemas.microsoft.com/office/drawing/2014/main" id="{D1996E02-6A27-3109-30F1-16DEAE8D4EE5}"/>
              </a:ext>
            </a:extLst>
          </p:cNvPr>
          <p:cNvSpPr/>
          <p:nvPr/>
        </p:nvSpPr>
        <p:spPr>
          <a:xfrm>
            <a:off x="8016240" y="2473959"/>
            <a:ext cx="182880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200"/>
          </a:p>
        </p:txBody>
      </p:sp>
      <p:sp>
        <p:nvSpPr>
          <p:cNvPr id="25" name="Text 23">
            <a:extLst>
              <a:ext uri="{FF2B5EF4-FFF2-40B4-BE49-F238E27FC236}">
                <a16:creationId xmlns:a16="http://schemas.microsoft.com/office/drawing/2014/main" id="{66C5BEC1-BC5B-58C3-EE5A-8DD35DC3FE67}"/>
              </a:ext>
            </a:extLst>
          </p:cNvPr>
          <p:cNvSpPr/>
          <p:nvPr/>
        </p:nvSpPr>
        <p:spPr>
          <a:xfrm>
            <a:off x="8107680" y="2473959"/>
            <a:ext cx="1645920" cy="594360"/>
          </a:xfrm>
          <a:prstGeom prst="rect">
            <a:avLst/>
          </a:prstGeom>
          <a:noFill/>
          <a:ln/>
        </p:spPr>
        <p:txBody>
          <a:bodyPr wrap="square" rtlCol="0" anchor="ctr"/>
          <a:lstStyle/>
          <a:p>
            <a:pPr marL="0" indent="0" algn="ctr">
              <a:buNone/>
            </a:pPr>
            <a:r>
              <a:rPr lang="en-US" sz="1200" dirty="0">
                <a:solidFill>
                  <a:srgbClr val="2D3748"/>
                </a:solidFill>
                <a:latin typeface="Meiryo" pitchFamily="34" charset="0"/>
                <a:ea typeface="Meiryo" pitchFamily="34" charset="-122"/>
                <a:cs typeface="Meiryo" pitchFamily="34" charset="-120"/>
              </a:rPr>
              <a:t>メール/SMS/Webhook</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Logic App/Function</a:t>
            </a:r>
            <a:endParaRPr lang="en-US" sz="1200" dirty="0"/>
          </a:p>
        </p:txBody>
      </p:sp>
      <p:sp>
        <p:nvSpPr>
          <p:cNvPr id="26" name="Shape 24">
            <a:extLst>
              <a:ext uri="{FF2B5EF4-FFF2-40B4-BE49-F238E27FC236}">
                <a16:creationId xmlns:a16="http://schemas.microsoft.com/office/drawing/2014/main" id="{9093EF12-4F91-459B-9AA2-2D30FC061767}"/>
              </a:ext>
            </a:extLst>
          </p:cNvPr>
          <p:cNvSpPr/>
          <p:nvPr/>
        </p:nvSpPr>
        <p:spPr>
          <a:xfrm>
            <a:off x="7484612" y="3876384"/>
            <a:ext cx="4537976" cy="194865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200"/>
          </a:p>
        </p:txBody>
      </p:sp>
      <p:sp>
        <p:nvSpPr>
          <p:cNvPr id="27" name="Text 25">
            <a:extLst>
              <a:ext uri="{FF2B5EF4-FFF2-40B4-BE49-F238E27FC236}">
                <a16:creationId xmlns:a16="http://schemas.microsoft.com/office/drawing/2014/main" id="{642C03E0-5EFC-8952-B287-753B023E15E2}"/>
              </a:ext>
            </a:extLst>
          </p:cNvPr>
          <p:cNvSpPr/>
          <p:nvPr/>
        </p:nvSpPr>
        <p:spPr>
          <a:xfrm>
            <a:off x="8090668" y="4080468"/>
            <a:ext cx="3474720" cy="274320"/>
          </a:xfrm>
          <a:prstGeom prst="rect">
            <a:avLst/>
          </a:prstGeom>
          <a:noFill/>
          <a:ln/>
        </p:spPr>
        <p:txBody>
          <a:bodyPr wrap="square" rtlCol="0" anchor="ctr"/>
          <a:lstStyle/>
          <a:p>
            <a:pPr marL="0" indent="0">
              <a:buNone/>
            </a:pPr>
            <a:r>
              <a:rPr lang="en-US" b="1" dirty="0">
                <a:solidFill>
                  <a:srgbClr val="1B2A4A"/>
                </a:solidFill>
                <a:latin typeface="Meiryo" pitchFamily="34" charset="0"/>
                <a:ea typeface="Meiryo" pitchFamily="34" charset="-122"/>
                <a:cs typeface="Meiryo" pitchFamily="34" charset="-120"/>
              </a:rPr>
              <a:t>静的しきい値 vs 動的しきい値</a:t>
            </a:r>
            <a:endParaRPr lang="en-US" dirty="0"/>
          </a:p>
        </p:txBody>
      </p:sp>
      <p:graphicFrame>
        <p:nvGraphicFramePr>
          <p:cNvPr id="28" name="Table 0">
            <a:extLst>
              <a:ext uri="{FF2B5EF4-FFF2-40B4-BE49-F238E27FC236}">
                <a16:creationId xmlns:a16="http://schemas.microsoft.com/office/drawing/2014/main" id="{B928F622-5100-0DA6-308D-C92D461A6A41}"/>
              </a:ext>
            </a:extLst>
          </p:cNvPr>
          <p:cNvGraphicFramePr>
            <a:graphicFrameLocks noGrp="1"/>
          </p:cNvGraphicFramePr>
          <p:nvPr>
            <p:extLst>
              <p:ext uri="{D42A27DB-BD31-4B8C-83A1-F6EECF244321}">
                <p14:modId xmlns:p14="http://schemas.microsoft.com/office/powerpoint/2010/main" val="266165385"/>
              </p:ext>
            </p:extLst>
          </p:nvPr>
        </p:nvGraphicFramePr>
        <p:xfrm>
          <a:off x="7667492" y="4453434"/>
          <a:ext cx="4170798" cy="1078992"/>
        </p:xfrm>
        <a:graphic>
          <a:graphicData uri="http://schemas.openxmlformats.org/drawingml/2006/table">
            <a:tbl>
              <a:tblPr/>
              <a:tblGrid>
                <a:gridCol w="1097578">
                  <a:extLst>
                    <a:ext uri="{9D8B030D-6E8A-4147-A177-3AD203B41FA5}">
                      <a16:colId xmlns:a16="http://schemas.microsoft.com/office/drawing/2014/main" val="20000"/>
                    </a:ext>
                  </a:extLst>
                </a:gridCol>
                <a:gridCol w="1536610">
                  <a:extLst>
                    <a:ext uri="{9D8B030D-6E8A-4147-A177-3AD203B41FA5}">
                      <a16:colId xmlns:a16="http://schemas.microsoft.com/office/drawing/2014/main" val="20001"/>
                    </a:ext>
                  </a:extLst>
                </a:gridCol>
                <a:gridCol w="1536610">
                  <a:extLst>
                    <a:ext uri="{9D8B030D-6E8A-4147-A177-3AD203B41FA5}">
                      <a16:colId xmlns:a16="http://schemas.microsoft.com/office/drawing/2014/main" val="20002"/>
                    </a:ext>
                  </a:extLst>
                </a:gridCol>
              </a:tblGrid>
              <a:tr h="256032">
                <a:tc>
                  <a:txBody>
                    <a:bodyPr/>
                    <a:lstStyle/>
                    <a:p>
                      <a:pPr marL="0" indent="0">
                        <a:buNone/>
                      </a:pPr>
                      <a:endParaRPr lang="en-US" sz="1050" dirty="0">
                        <a:latin typeface="Meiryo" charset="0"/>
                        <a:ea typeface="Meiryo" charset="0"/>
                        <a:cs typeface="Meiryo"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tc>
                  <a:txBody>
                    <a:bodyPr/>
                    <a:lstStyle/>
                    <a:p>
                      <a:pPr marL="0" indent="0" algn="ctr">
                        <a:buNone/>
                      </a:pPr>
                      <a:r>
                        <a:rPr lang="en-US" sz="1050" b="1" dirty="0">
                          <a:solidFill>
                            <a:srgbClr val="FFFFFF"/>
                          </a:solidFill>
                          <a:latin typeface="Meiryo" pitchFamily="34" charset="0"/>
                          <a:ea typeface="Meiryo" pitchFamily="34" charset="-122"/>
                          <a:cs typeface="Meiryo" pitchFamily="34" charset="-120"/>
                        </a:rPr>
                        <a:t>静的</a:t>
                      </a:r>
                      <a:endParaRPr lang="en-US" sz="1050" dirty="0">
                        <a:latin typeface="Meiryo" charset="0"/>
                        <a:ea typeface="Meiryo" charset="0"/>
                        <a:cs typeface="Meiryo"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tc>
                  <a:txBody>
                    <a:bodyPr/>
                    <a:lstStyle/>
                    <a:p>
                      <a:pPr marL="0" indent="0" algn="ctr">
                        <a:buNone/>
                      </a:pPr>
                      <a:r>
                        <a:rPr lang="en-US" sz="1050" b="1" dirty="0">
                          <a:solidFill>
                            <a:srgbClr val="FFFFFF"/>
                          </a:solidFill>
                          <a:latin typeface="Meiryo" pitchFamily="34" charset="0"/>
                          <a:ea typeface="Meiryo" pitchFamily="34" charset="-122"/>
                          <a:cs typeface="Meiryo" pitchFamily="34" charset="-120"/>
                        </a:rPr>
                        <a:t>動的</a:t>
                      </a:r>
                      <a:endParaRPr lang="en-US" sz="1050" dirty="0">
                        <a:latin typeface="Meiryo" charset="0"/>
                        <a:ea typeface="Meiryo" charset="0"/>
                        <a:cs typeface="Meiryo"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extLst>
                  <a:ext uri="{0D108BD9-81ED-4DB2-BD59-A6C34878D82A}">
                    <a16:rowId xmlns:a16="http://schemas.microsoft.com/office/drawing/2014/main" val="10000"/>
                  </a:ext>
                </a:extLst>
              </a:tr>
              <a:tr h="457200">
                <a:tc>
                  <a:txBody>
                    <a:bodyPr/>
                    <a:lstStyle/>
                    <a:p>
                      <a:pPr marL="0" indent="0">
                        <a:buNone/>
                      </a:pPr>
                      <a:r>
                        <a:rPr lang="en-US" sz="1050" b="1" dirty="0">
                          <a:solidFill>
                            <a:srgbClr val="2D3748"/>
                          </a:solidFill>
                          <a:latin typeface="Meiryo" pitchFamily="34" charset="0"/>
                          <a:ea typeface="Meiryo" pitchFamily="34" charset="-122"/>
                          <a:cs typeface="Meiryo" pitchFamily="34" charset="-120"/>
                        </a:rPr>
                        <a:t>しきい値</a:t>
                      </a:r>
                      <a:endParaRPr lang="en-US" sz="1050" dirty="0">
                        <a:latin typeface="Meiryo" charset="0"/>
                        <a:ea typeface="Meiryo" charset="0"/>
                        <a:cs typeface="Meiryo"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050" dirty="0">
                          <a:solidFill>
                            <a:srgbClr val="2D3748"/>
                          </a:solidFill>
                          <a:latin typeface="Meiryo" pitchFamily="34" charset="0"/>
                          <a:ea typeface="Meiryo" pitchFamily="34" charset="-122"/>
                          <a:cs typeface="Meiryo" pitchFamily="34" charset="-120"/>
                        </a:rPr>
                        <a:t>固定値を手動設定</a:t>
                      </a:r>
                      <a:endParaRPr lang="en-US" sz="1050" dirty="0">
                        <a:latin typeface="Meiryo" charset="0"/>
                        <a:ea typeface="Meiryo" charset="0"/>
                        <a:cs typeface="Meiryo" charset="0"/>
                      </a:endParaRPr>
                    </a:p>
                    <a:p>
                      <a:pPr marL="0" indent="0" algn="ctr">
                        <a:buNone/>
                      </a:pPr>
                      <a:r>
                        <a:rPr lang="en-US" sz="1050" dirty="0">
                          <a:solidFill>
                            <a:srgbClr val="2D3748"/>
                          </a:solidFill>
                          <a:latin typeface="Meiryo" pitchFamily="34" charset="0"/>
                          <a:ea typeface="Meiryo" pitchFamily="34" charset="-122"/>
                          <a:cs typeface="Meiryo" pitchFamily="34" charset="-120"/>
                        </a:rPr>
                        <a:t>(例: CPU &gt; 80%)</a:t>
                      </a:r>
                      <a:endParaRPr lang="en-US" sz="1050" dirty="0">
                        <a:latin typeface="Meiryo" charset="0"/>
                        <a:ea typeface="Meiryo" charset="0"/>
                        <a:cs typeface="Meiryo"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050" dirty="0">
                          <a:solidFill>
                            <a:srgbClr val="2D3748"/>
                          </a:solidFill>
                          <a:latin typeface="Meiryo" pitchFamily="34" charset="0"/>
                          <a:ea typeface="Meiryo" pitchFamily="34" charset="-122"/>
                          <a:cs typeface="Meiryo" pitchFamily="34" charset="-120"/>
                        </a:rPr>
                        <a:t>ML が自動学習</a:t>
                      </a:r>
                      <a:endParaRPr lang="en-US" sz="1050" dirty="0">
                        <a:latin typeface="Meiryo" charset="0"/>
                        <a:ea typeface="Meiryo" charset="0"/>
                        <a:cs typeface="Meiryo" charset="0"/>
                      </a:endParaRPr>
                    </a:p>
                    <a:p>
                      <a:pPr marL="0" indent="0" algn="ctr">
                        <a:buNone/>
                      </a:pPr>
                      <a:r>
                        <a:rPr lang="en-US" sz="1050" dirty="0">
                          <a:solidFill>
                            <a:srgbClr val="2D3748"/>
                          </a:solidFill>
                          <a:latin typeface="Meiryo" pitchFamily="34" charset="0"/>
                          <a:ea typeface="Meiryo" pitchFamily="34" charset="-122"/>
                          <a:cs typeface="Meiryo" pitchFamily="34" charset="-120"/>
                        </a:rPr>
                        <a:t>(異常パターンを検知)</a:t>
                      </a:r>
                      <a:endParaRPr lang="en-US" sz="1050" dirty="0">
                        <a:latin typeface="Meiryo" charset="0"/>
                        <a:ea typeface="Meiryo" charset="0"/>
                        <a:cs typeface="Meiryo"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050" b="1" dirty="0">
                          <a:solidFill>
                            <a:srgbClr val="2D3748"/>
                          </a:solidFill>
                          <a:latin typeface="Meiryo" pitchFamily="34" charset="0"/>
                          <a:ea typeface="Meiryo" pitchFamily="34" charset="-122"/>
                          <a:cs typeface="Meiryo" pitchFamily="34" charset="-120"/>
                        </a:rPr>
                        <a:t>適するケース</a:t>
                      </a:r>
                      <a:endParaRPr lang="en-US" sz="1050" dirty="0">
                        <a:latin typeface="Meiryo" charset="0"/>
                        <a:ea typeface="Meiryo" charset="0"/>
                        <a:cs typeface="Meiryo"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050" dirty="0">
                          <a:solidFill>
                            <a:srgbClr val="2D3748"/>
                          </a:solidFill>
                          <a:latin typeface="Meiryo" pitchFamily="34" charset="0"/>
                          <a:ea typeface="Meiryo" pitchFamily="34" charset="-122"/>
                          <a:cs typeface="Meiryo" pitchFamily="34" charset="-120"/>
                        </a:rPr>
                        <a:t>安定した負荷パターン</a:t>
                      </a:r>
                      <a:endParaRPr lang="en-US" sz="1050" dirty="0">
                        <a:latin typeface="Meiryo" charset="0"/>
                        <a:ea typeface="Meiryo" charset="0"/>
                        <a:cs typeface="Meiryo"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050" dirty="0">
                          <a:solidFill>
                            <a:srgbClr val="2D3748"/>
                          </a:solidFill>
                          <a:latin typeface="Meiryo" pitchFamily="34" charset="0"/>
                          <a:ea typeface="Meiryo" pitchFamily="34" charset="-122"/>
                          <a:cs typeface="Meiryo" pitchFamily="34" charset="-120"/>
                        </a:rPr>
                        <a:t>変動が大きい環境</a:t>
                      </a:r>
                      <a:endParaRPr lang="en-US" sz="1050" dirty="0">
                        <a:latin typeface="Meiryo" charset="0"/>
                        <a:ea typeface="Meiryo" charset="0"/>
                        <a:cs typeface="Meiryo"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29" name="図 28">
            <a:extLst>
              <a:ext uri="{FF2B5EF4-FFF2-40B4-BE49-F238E27FC236}">
                <a16:creationId xmlns:a16="http://schemas.microsoft.com/office/drawing/2014/main" id="{5B5D503B-1402-8486-82D3-3ECD84688A2E}"/>
              </a:ext>
            </a:extLst>
          </p:cNvPr>
          <p:cNvPicPr>
            <a:picLocks noChangeAspect="1"/>
          </p:cNvPicPr>
          <p:nvPr/>
        </p:nvPicPr>
        <p:blipFill>
          <a:blip r:embed="rId3"/>
          <a:stretch>
            <a:fillRect/>
          </a:stretch>
        </p:blipFill>
        <p:spPr>
          <a:xfrm>
            <a:off x="242422" y="3291567"/>
            <a:ext cx="5396378" cy="1370584"/>
          </a:xfrm>
          <a:prstGeom prst="rect">
            <a:avLst/>
          </a:prstGeom>
        </p:spPr>
      </p:pic>
      <p:sp>
        <p:nvSpPr>
          <p:cNvPr id="30" name="正方形/長方形 29">
            <a:extLst>
              <a:ext uri="{FF2B5EF4-FFF2-40B4-BE49-F238E27FC236}">
                <a16:creationId xmlns:a16="http://schemas.microsoft.com/office/drawing/2014/main" id="{C35FAC1C-A1C3-D259-6E8B-D054EC9EE327}"/>
              </a:ext>
            </a:extLst>
          </p:cNvPr>
          <p:cNvSpPr/>
          <p:nvPr/>
        </p:nvSpPr>
        <p:spPr>
          <a:xfrm>
            <a:off x="4724400" y="3593806"/>
            <a:ext cx="822960" cy="30384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pic>
        <p:nvPicPr>
          <p:cNvPr id="31" name="図 30">
            <a:extLst>
              <a:ext uri="{FF2B5EF4-FFF2-40B4-BE49-F238E27FC236}">
                <a16:creationId xmlns:a16="http://schemas.microsoft.com/office/drawing/2014/main" id="{B7532C1A-4D14-C8D2-D854-BF06109FB5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0" y="3962769"/>
            <a:ext cx="3355801" cy="2789277"/>
          </a:xfrm>
          <a:prstGeom prst="rect">
            <a:avLst/>
          </a:prstGeom>
        </p:spPr>
      </p:pic>
      <p:cxnSp>
        <p:nvCxnSpPr>
          <p:cNvPr id="32" name="カギ線コネクタ 31">
            <a:extLst>
              <a:ext uri="{FF2B5EF4-FFF2-40B4-BE49-F238E27FC236}">
                <a16:creationId xmlns:a16="http://schemas.microsoft.com/office/drawing/2014/main" id="{2F5E4FE8-923B-796B-4F8D-83FB2FE1205B}"/>
              </a:ext>
            </a:extLst>
          </p:cNvPr>
          <p:cNvCxnSpPr>
            <a:cxnSpLocks/>
          </p:cNvCxnSpPr>
          <p:nvPr/>
        </p:nvCxnSpPr>
        <p:spPr>
          <a:xfrm rot="16200000" flipH="1">
            <a:off x="2592982" y="4834596"/>
            <a:ext cx="695257" cy="869389"/>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986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C2CC3-DDD5-28F8-D771-11CAC007166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3B3FA10-6653-A10C-D420-220CCD701EE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 altLang="ja-JP" sz="2000" b="1" dirty="0">
                <a:latin typeface="Yu Gothic UI" panose="020B0500000000000000" pitchFamily="34" charset="-128"/>
                <a:ea typeface="Yu Gothic UI" panose="020B0500000000000000" pitchFamily="34" charset="-128"/>
              </a:rPr>
              <a:t>Log Analytics </a:t>
            </a:r>
            <a:r>
              <a:rPr kumimoji="1" lang="ja-JP" altLang="en-US" sz="2000" b="1">
                <a:latin typeface="Yu Gothic UI" panose="020B0500000000000000" pitchFamily="34" charset="-128"/>
                <a:ea typeface="Yu Gothic UI" panose="020B0500000000000000" pitchFamily="34" charset="-128"/>
              </a:rPr>
              <a:t>ワークスペースとは</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518C718F-E710-EA15-3872-2866E5F34C0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0B690923-53A4-266B-D69A-1A3081BB99A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961DF98E-190D-C6CC-9680-DD8CD709C79C}"/>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 altLang="ja-JP" sz="2000" dirty="0"/>
              <a:t>Log Analytics </a:t>
            </a:r>
            <a:r>
              <a:rPr kumimoji="1" lang="ja-JP" altLang="en-US" sz="2000"/>
              <a:t>ワークスペースはログデータの収集・分析の中核です。</a:t>
            </a:r>
            <a:r>
              <a:rPr kumimoji="1" lang="en" altLang="ja-JP" sz="2000" dirty="0"/>
              <a:t>KQL </a:t>
            </a:r>
            <a:r>
              <a:rPr kumimoji="1" lang="ja-JP" altLang="en-US" sz="2000"/>
              <a:t>によるリアルタイム分析やアラートのデータソースとして機能します。</a:t>
            </a:r>
          </a:p>
          <a:p>
            <a:pPr marL="0" indent="0">
              <a:buNone/>
            </a:pPr>
            <a:endParaRPr kumimoji="1" lang="ja-JP" altLang="en-US" sz="2000"/>
          </a:p>
        </p:txBody>
      </p:sp>
      <p:sp>
        <p:nvSpPr>
          <p:cNvPr id="6" name="字幕 1">
            <a:extLst>
              <a:ext uri="{FF2B5EF4-FFF2-40B4-BE49-F238E27FC236}">
                <a16:creationId xmlns:a16="http://schemas.microsoft.com/office/drawing/2014/main" id="{1EFAFBAE-78A5-AF9F-5945-1D31BAA031E4}"/>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Text 5">
            <a:extLst>
              <a:ext uri="{FF2B5EF4-FFF2-40B4-BE49-F238E27FC236}">
                <a16:creationId xmlns:a16="http://schemas.microsoft.com/office/drawing/2014/main" id="{D0BDF437-6C85-FCFF-06A5-1F52C4A1635B}"/>
              </a:ext>
            </a:extLst>
          </p:cNvPr>
          <p:cNvSpPr/>
          <p:nvPr/>
        </p:nvSpPr>
        <p:spPr>
          <a:xfrm>
            <a:off x="685800" y="2298872"/>
            <a:ext cx="6445102" cy="1463040"/>
          </a:xfrm>
          <a:prstGeom prst="rect">
            <a:avLst/>
          </a:prstGeom>
          <a:noFill/>
          <a:ln/>
        </p:spPr>
        <p:txBody>
          <a:bodyPr wrap="square" rtlCol="0" anchor="t"/>
          <a:lstStyle/>
          <a:p>
            <a:pPr marL="0" indent="0">
              <a:buNone/>
            </a:pPr>
            <a:r>
              <a:rPr lang="en-US" b="1" dirty="0">
                <a:solidFill>
                  <a:srgbClr val="1B2A4A"/>
                </a:solidFill>
                <a:latin typeface="Meiryo" pitchFamily="34" charset="0"/>
                <a:ea typeface="Meiryo" pitchFamily="34" charset="-122"/>
                <a:cs typeface="Meiryo" pitchFamily="34" charset="-120"/>
              </a:rPr>
              <a:t>データ保持期間</a:t>
            </a:r>
            <a:endParaRPr lang="en-US" dirty="0"/>
          </a:p>
          <a:p>
            <a:pPr marL="342900" indent="-342900">
              <a:buSzPct val="100000"/>
              <a:buChar char="•"/>
            </a:pPr>
            <a:r>
              <a:rPr lang="en-US" sz="1600" dirty="0">
                <a:solidFill>
                  <a:srgbClr val="2D3748"/>
                </a:solidFill>
                <a:latin typeface="Meiryo" pitchFamily="34" charset="0"/>
                <a:ea typeface="Meiryo" pitchFamily="34" charset="-122"/>
                <a:cs typeface="Meiryo" pitchFamily="34" charset="-120"/>
              </a:rPr>
              <a:t>既定: 30日間 (無料)</a:t>
            </a:r>
            <a:endParaRPr lang="en-US" dirty="0"/>
          </a:p>
          <a:p>
            <a:pPr marL="342900" indent="-342900">
              <a:buSzPct val="100000"/>
              <a:buChar char="•"/>
            </a:pPr>
            <a:r>
              <a:rPr lang="en-US" sz="1600" dirty="0">
                <a:solidFill>
                  <a:srgbClr val="2D3748"/>
                </a:solidFill>
                <a:latin typeface="Meiryo" pitchFamily="34" charset="0"/>
                <a:ea typeface="Meiryo" pitchFamily="34" charset="-122"/>
                <a:cs typeface="Meiryo" pitchFamily="34" charset="-120"/>
              </a:rPr>
              <a:t>対話型保持: 最大2年間 (課金対象)</a:t>
            </a:r>
            <a:endParaRPr lang="en-US" dirty="0"/>
          </a:p>
          <a:p>
            <a:pPr marL="342900" indent="-342900">
              <a:buSzPct val="100000"/>
              <a:buChar char="•"/>
            </a:pPr>
            <a:r>
              <a:rPr lang="en-US" sz="1600" dirty="0">
                <a:solidFill>
                  <a:srgbClr val="2D3748"/>
                </a:solidFill>
                <a:latin typeface="Meiryo" pitchFamily="34" charset="0"/>
                <a:ea typeface="Meiryo" pitchFamily="34" charset="-122"/>
                <a:cs typeface="Meiryo" pitchFamily="34" charset="-120"/>
              </a:rPr>
              <a:t>長期保持 (アーカイブ): 最大12年間 (低コスト)</a:t>
            </a:r>
            <a:endParaRPr lang="en-US" dirty="0"/>
          </a:p>
        </p:txBody>
      </p:sp>
      <p:graphicFrame>
        <p:nvGraphicFramePr>
          <p:cNvPr id="7" name="Table 0">
            <a:extLst>
              <a:ext uri="{FF2B5EF4-FFF2-40B4-BE49-F238E27FC236}">
                <a16:creationId xmlns:a16="http://schemas.microsoft.com/office/drawing/2014/main" id="{EA518D02-0B13-F185-AFE5-88EE5774C19C}"/>
              </a:ext>
            </a:extLst>
          </p:cNvPr>
          <p:cNvGraphicFramePr>
            <a:graphicFrameLocks noGrp="1"/>
          </p:cNvGraphicFramePr>
          <p:nvPr>
            <p:extLst>
              <p:ext uri="{D42A27DB-BD31-4B8C-83A1-F6EECF244321}">
                <p14:modId xmlns:p14="http://schemas.microsoft.com/office/powerpoint/2010/main" val="2548167552"/>
              </p:ext>
            </p:extLst>
          </p:nvPr>
        </p:nvGraphicFramePr>
        <p:xfrm>
          <a:off x="685799" y="3944792"/>
          <a:ext cx="10515600" cy="2334910"/>
        </p:xfrm>
        <a:graphic>
          <a:graphicData uri="http://schemas.openxmlformats.org/drawingml/2006/table">
            <a:tbl>
              <a:tblPr/>
              <a:tblGrid>
                <a:gridCol w="1792432">
                  <a:extLst>
                    <a:ext uri="{9D8B030D-6E8A-4147-A177-3AD203B41FA5}">
                      <a16:colId xmlns:a16="http://schemas.microsoft.com/office/drawing/2014/main" val="20000"/>
                    </a:ext>
                  </a:extLst>
                </a:gridCol>
                <a:gridCol w="4361584">
                  <a:extLst>
                    <a:ext uri="{9D8B030D-6E8A-4147-A177-3AD203B41FA5}">
                      <a16:colId xmlns:a16="http://schemas.microsoft.com/office/drawing/2014/main" val="20001"/>
                    </a:ext>
                  </a:extLst>
                </a:gridCol>
                <a:gridCol w="4361584">
                  <a:extLst>
                    <a:ext uri="{9D8B030D-6E8A-4147-A177-3AD203B41FA5}">
                      <a16:colId xmlns:a16="http://schemas.microsoft.com/office/drawing/2014/main" val="20002"/>
                    </a:ext>
                  </a:extLst>
                </a:gridCol>
              </a:tblGrid>
              <a:tr h="547245">
                <a:tc>
                  <a:txBody>
                    <a:bodyPr/>
                    <a:lstStyle/>
                    <a:p>
                      <a:pPr marL="0" indent="0">
                        <a:buNone/>
                      </a:pP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従量課金</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コミットメント レベル</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extLst>
                  <a:ext uri="{0D108BD9-81ED-4DB2-BD59-A6C34878D82A}">
                    <a16:rowId xmlns:a16="http://schemas.microsoft.com/office/drawing/2014/main" val="10000"/>
                  </a:ext>
                </a:extLst>
              </a:tr>
              <a:tr h="620210">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課金方式</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取り込みデータ量に応じた</a:t>
                      </a:r>
                      <a:endParaRPr lang="en-US" sz="1400" dirty="0">
                        <a:latin typeface="Meiryo" charset="0"/>
                        <a:ea typeface="Meiryo" charset="0"/>
                        <a:cs typeface="Meiryo" charset="0"/>
                      </a:endParaRPr>
                    </a:p>
                    <a:p>
                      <a:pPr marL="0" indent="0" algn="ctr">
                        <a:buNone/>
                      </a:pPr>
                      <a:r>
                        <a:rPr lang="en-US" sz="1400" dirty="0">
                          <a:solidFill>
                            <a:srgbClr val="2D3748"/>
                          </a:solidFill>
                          <a:latin typeface="Meiryo" pitchFamily="34" charset="0"/>
                          <a:ea typeface="Meiryo" pitchFamily="34" charset="-122"/>
                          <a:cs typeface="Meiryo" pitchFamily="34" charset="-120"/>
                        </a:rPr>
                        <a:t>従量課金 (GB 単位)</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日次の固定量を事前購入</a:t>
                      </a:r>
                      <a:endParaRPr lang="en-US" sz="1400" dirty="0">
                        <a:latin typeface="Meiryo" charset="0"/>
                        <a:ea typeface="Meiryo" charset="0"/>
                        <a:cs typeface="Meiryo" charset="0"/>
                      </a:endParaRPr>
                    </a:p>
                    <a:p>
                      <a:pPr marL="0" indent="0" algn="ctr">
                        <a:buNone/>
                      </a:pPr>
                      <a:r>
                        <a:rPr lang="en-US" sz="1400" dirty="0">
                          <a:solidFill>
                            <a:srgbClr val="2D3748"/>
                          </a:solidFill>
                          <a:latin typeface="Meiryo" pitchFamily="34" charset="0"/>
                          <a:ea typeface="Meiryo" pitchFamily="34" charset="-122"/>
                          <a:cs typeface="Meiryo" pitchFamily="34" charset="-120"/>
                        </a:rPr>
                        <a:t>(100GB/日〜)</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1"/>
                  </a:ext>
                </a:extLst>
              </a:tr>
              <a:tr h="547245">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割引率</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なし</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最大30%割引</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620210">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向いている環境</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小〜中規模</a:t>
                      </a:r>
                      <a:endParaRPr lang="en-US" sz="1400" dirty="0">
                        <a:latin typeface="Meiryo" charset="0"/>
                        <a:ea typeface="Meiryo" charset="0"/>
                        <a:cs typeface="Meiryo" charset="0"/>
                      </a:endParaRPr>
                    </a:p>
                    <a:p>
                      <a:pPr marL="0" indent="0" algn="ctr">
                        <a:buNone/>
                      </a:pPr>
                      <a:r>
                        <a:rPr lang="en-US" sz="1400" dirty="0">
                          <a:solidFill>
                            <a:srgbClr val="2D3748"/>
                          </a:solidFill>
                          <a:latin typeface="Meiryo" pitchFamily="34" charset="0"/>
                          <a:ea typeface="Meiryo" pitchFamily="34" charset="-122"/>
                          <a:cs typeface="Meiryo" pitchFamily="34" charset="-120"/>
                        </a:rPr>
                        <a:t>データ量が変動する環境</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大規模</a:t>
                      </a:r>
                      <a:endParaRPr lang="en-US" sz="1400" dirty="0">
                        <a:latin typeface="Meiryo" charset="0"/>
                        <a:ea typeface="Meiryo" charset="0"/>
                        <a:cs typeface="Meiryo" charset="0"/>
                      </a:endParaRPr>
                    </a:p>
                    <a:p>
                      <a:pPr marL="0" indent="0" algn="ctr">
                        <a:buNone/>
                      </a:pPr>
                      <a:r>
                        <a:rPr lang="en-US" sz="1400" dirty="0">
                          <a:solidFill>
                            <a:srgbClr val="2D3748"/>
                          </a:solidFill>
                          <a:latin typeface="Meiryo" pitchFamily="34" charset="0"/>
                          <a:ea typeface="Meiryo" pitchFamily="34" charset="-122"/>
                          <a:cs typeface="Meiryo" pitchFamily="34" charset="-120"/>
                        </a:rPr>
                        <a:t>データ量が安定した環境</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44970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C6A4E-94CC-AE28-32FF-CAE8E9E4D68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A31664B-63D5-FA74-E532-4F56DD90295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データ収集ルール </a:t>
            </a:r>
            <a:r>
              <a:rPr kumimoji="1" lang="en-US" altLang="ja-JP" sz="2000" b="1" dirty="0">
                <a:latin typeface="Yu Gothic UI" panose="020B0500000000000000" pitchFamily="34" charset="-128"/>
                <a:ea typeface="Yu Gothic UI" panose="020B0500000000000000" pitchFamily="34" charset="-128"/>
              </a:rPr>
              <a:t>(</a:t>
            </a:r>
            <a:r>
              <a:rPr kumimoji="1" lang="en" altLang="ja-JP" sz="2000" b="1" dirty="0">
                <a:latin typeface="Yu Gothic UI" panose="020B0500000000000000" pitchFamily="34" charset="-128"/>
                <a:ea typeface="Yu Gothic UI" panose="020B0500000000000000" pitchFamily="34" charset="-128"/>
              </a:rPr>
              <a:t>DCR) </a:t>
            </a:r>
            <a:r>
              <a:rPr kumimoji="1" lang="ja-JP" altLang="en-US" sz="2000" b="1">
                <a:latin typeface="Yu Gothic UI" panose="020B0500000000000000" pitchFamily="34" charset="-128"/>
                <a:ea typeface="Yu Gothic UI" panose="020B0500000000000000" pitchFamily="34" charset="-128"/>
              </a:rPr>
              <a:t>の設定</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FA335975-78DC-46B4-8EA4-49A9DC1187B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22157FC-FAF1-7323-C088-D24A2E48DEF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D8C5E04C-1CBF-557E-AFCF-0D80FB883491}"/>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 altLang="ja-JP" sz="2000" dirty="0"/>
              <a:t>Azure VM </a:t>
            </a:r>
            <a:r>
              <a:rPr kumimoji="1" lang="ja-JP" altLang="en-US" sz="2000"/>
              <a:t>は</a:t>
            </a:r>
            <a:r>
              <a:rPr kumimoji="1" lang="en-US" altLang="ja-JP" sz="2000" dirty="0"/>
              <a:t> Azure </a:t>
            </a:r>
            <a:r>
              <a:rPr kumimoji="1" lang="en" altLang="ja-JP" sz="2000" dirty="0"/>
              <a:t>Monitor Agent (AMA) </a:t>
            </a:r>
            <a:r>
              <a:rPr kumimoji="1" lang="ja-JP" altLang="en-US" sz="2000"/>
              <a:t>とデータ収集ルール </a:t>
            </a:r>
            <a:r>
              <a:rPr kumimoji="1" lang="en-US" altLang="ja-JP" sz="2000" dirty="0"/>
              <a:t>(</a:t>
            </a:r>
            <a:r>
              <a:rPr kumimoji="1" lang="en" altLang="ja-JP" sz="2000" dirty="0"/>
              <a:t>DCR) </a:t>
            </a:r>
            <a:r>
              <a:rPr kumimoji="1" lang="ja-JP" altLang="en-US" sz="2000"/>
              <a:t>を組み合わせてログ監視を行います。これらにより、収集するデータの種類・フィルタ・宛先をきめ細かく制御できます。</a:t>
            </a:r>
          </a:p>
          <a:p>
            <a:pPr marL="0" indent="0">
              <a:buNone/>
            </a:pPr>
            <a:endParaRPr kumimoji="1" lang="ja-JP" altLang="en-US" sz="2000"/>
          </a:p>
        </p:txBody>
      </p:sp>
      <p:sp>
        <p:nvSpPr>
          <p:cNvPr id="6" name="字幕 1">
            <a:extLst>
              <a:ext uri="{FF2B5EF4-FFF2-40B4-BE49-F238E27FC236}">
                <a16:creationId xmlns:a16="http://schemas.microsoft.com/office/drawing/2014/main" id="{B27B7046-A5F8-21EC-6C8F-A2B6B08B3291}"/>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7" name="Text 5">
            <a:extLst>
              <a:ext uri="{FF2B5EF4-FFF2-40B4-BE49-F238E27FC236}">
                <a16:creationId xmlns:a16="http://schemas.microsoft.com/office/drawing/2014/main" id="{DA1DA2A0-8597-0624-58F6-0D4E9AB059F7}"/>
              </a:ext>
            </a:extLst>
          </p:cNvPr>
          <p:cNvSpPr/>
          <p:nvPr/>
        </p:nvSpPr>
        <p:spPr>
          <a:xfrm>
            <a:off x="584182" y="2213939"/>
            <a:ext cx="5509437" cy="3200400"/>
          </a:xfrm>
          <a:prstGeom prst="rect">
            <a:avLst/>
          </a:prstGeom>
          <a:noFill/>
          <a:ln/>
        </p:spPr>
        <p:txBody>
          <a:bodyPr wrap="square" rtlCol="0" anchor="t"/>
          <a:lstStyle/>
          <a:p>
            <a:pPr marL="0" indent="0">
              <a:buNone/>
            </a:pPr>
            <a:r>
              <a:rPr lang="en-US" sz="1600" b="1" dirty="0">
                <a:solidFill>
                  <a:srgbClr val="1B2A4A"/>
                </a:solidFill>
                <a:latin typeface="Meiryo" pitchFamily="34" charset="0"/>
                <a:ea typeface="Meiryo" pitchFamily="34" charset="-122"/>
                <a:cs typeface="Meiryo" pitchFamily="34" charset="-120"/>
              </a:rPr>
              <a:t>Azure Monitor Agent (AMA)</a:t>
            </a:r>
            <a:endParaRPr lang="en-US" sz="1600" dirty="0"/>
          </a:p>
          <a:p>
            <a:pPr marL="0" indent="0">
              <a:buNone/>
            </a:pPr>
            <a:r>
              <a:rPr lang="en-US" sz="1400" dirty="0">
                <a:solidFill>
                  <a:srgbClr val="2D3748"/>
                </a:solidFill>
                <a:latin typeface="Meiryo" pitchFamily="34" charset="0"/>
                <a:ea typeface="Meiryo" pitchFamily="34" charset="-122"/>
                <a:cs typeface="Meiryo" pitchFamily="34" charset="-120"/>
              </a:rPr>
              <a:t>旧エージェント (MMA/OMS) に代わる統合エージェント。
Windows / Linux 両対応で、DCR による収集制御が可能。
</a:t>
            </a:r>
            <a:endParaRPr lang="en-US" sz="1600" dirty="0"/>
          </a:p>
          <a:p>
            <a:pPr marL="0" indent="0">
              <a:buNone/>
            </a:pPr>
            <a:r>
              <a:rPr lang="en-US" sz="1600" b="1" dirty="0">
                <a:solidFill>
                  <a:srgbClr val="0078D4"/>
                </a:solidFill>
                <a:latin typeface="Meiryo" pitchFamily="34" charset="0"/>
                <a:ea typeface="Meiryo" pitchFamily="34" charset="-122"/>
                <a:cs typeface="Meiryo" pitchFamily="34" charset="-120"/>
              </a:rPr>
              <a:t>DCR で定義する内容</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何を (データソース)</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どう変換して (フィルタリング・変換)</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どこに送るか (宛先)</a:t>
            </a:r>
            <a:endParaRPr lang="en-US" sz="1600" dirty="0"/>
          </a:p>
          <a:p>
            <a:pPr marL="0" indent="0">
              <a:buNone/>
            </a:pPr>
            <a:endParaRPr lang="en-US" sz="1600" dirty="0"/>
          </a:p>
          <a:p>
            <a:pPr marL="0" indent="0">
              <a:buNone/>
            </a:pPr>
            <a:r>
              <a:rPr lang="en-US" sz="1600" b="1" dirty="0">
                <a:solidFill>
                  <a:srgbClr val="0078D4"/>
                </a:solidFill>
                <a:latin typeface="Meiryo" pitchFamily="34" charset="0"/>
                <a:ea typeface="Meiryo" pitchFamily="34" charset="-122"/>
                <a:cs typeface="Meiryo" pitchFamily="34" charset="-120"/>
              </a:rPr>
              <a:t>メリット</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不要なデータを収集前にフィルタリング → コスト削減</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複数の VM に同一ルールを一括適用</a:t>
            </a:r>
            <a:endParaRPr lang="en-US" sz="1600" dirty="0"/>
          </a:p>
          <a:p>
            <a:pPr marL="342900" indent="-342900">
              <a:buSzPct val="100000"/>
              <a:buChar char="•"/>
            </a:pPr>
            <a:r>
              <a:rPr lang="en-US" sz="1400" dirty="0">
                <a:solidFill>
                  <a:srgbClr val="2D3748"/>
                </a:solidFill>
                <a:latin typeface="Meiryo" pitchFamily="34" charset="0"/>
                <a:ea typeface="Meiryo" pitchFamily="34" charset="-122"/>
                <a:cs typeface="Meiryo" pitchFamily="34" charset="-120"/>
              </a:rPr>
              <a:t>収集設定をコードとして管理 (ARM/Bicep)</a:t>
            </a:r>
            <a:endParaRPr lang="en-US" sz="1600" dirty="0"/>
          </a:p>
        </p:txBody>
      </p:sp>
      <p:pic>
        <p:nvPicPr>
          <p:cNvPr id="8" name="図 7">
            <a:extLst>
              <a:ext uri="{FF2B5EF4-FFF2-40B4-BE49-F238E27FC236}">
                <a16:creationId xmlns:a16="http://schemas.microsoft.com/office/drawing/2014/main" id="{28F64167-97A7-BFEA-2B93-C418DC557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1402" y="2213939"/>
            <a:ext cx="4106667" cy="2188732"/>
          </a:xfrm>
          <a:prstGeom prst="rect">
            <a:avLst/>
          </a:prstGeom>
        </p:spPr>
      </p:pic>
      <p:pic>
        <p:nvPicPr>
          <p:cNvPr id="10" name="図 9">
            <a:extLst>
              <a:ext uri="{FF2B5EF4-FFF2-40B4-BE49-F238E27FC236}">
                <a16:creationId xmlns:a16="http://schemas.microsoft.com/office/drawing/2014/main" id="{39C0D030-27EB-1F4E-57DB-A268159C06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8994" y="4506239"/>
            <a:ext cx="4079075" cy="2203638"/>
          </a:xfrm>
          <a:prstGeom prst="rect">
            <a:avLst/>
          </a:prstGeom>
        </p:spPr>
      </p:pic>
    </p:spTree>
    <p:extLst>
      <p:ext uri="{BB962C8B-B14F-4D97-AF65-F5344CB8AC3E}">
        <p14:creationId xmlns:p14="http://schemas.microsoft.com/office/powerpoint/2010/main" val="232864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DAA06-84B9-FC2D-39F2-9E1E9E6A507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6869FD1-42D2-DA44-21CE-D2BDEDD618A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 altLang="ja-JP" sz="2000" b="1" dirty="0">
                <a:latin typeface="Yu Gothic UI" panose="020B0500000000000000" pitchFamily="34" charset="-128"/>
                <a:ea typeface="Yu Gothic UI" panose="020B0500000000000000" pitchFamily="34" charset="-128"/>
              </a:rPr>
              <a:t>KQL </a:t>
            </a:r>
            <a:r>
              <a:rPr kumimoji="1" lang="ja-JP" altLang="en-US" sz="2000" b="1">
                <a:latin typeface="Yu Gothic UI" panose="020B0500000000000000" pitchFamily="34" charset="-128"/>
                <a:ea typeface="Yu Gothic UI" panose="020B0500000000000000" pitchFamily="34" charset="-128"/>
              </a:rPr>
              <a:t>クエリによるログ分析 </a:t>
            </a:r>
            <a:r>
              <a:rPr kumimoji="1" lang="en-US" altLang="ja-JP" sz="2000" b="1" dirty="0">
                <a:latin typeface="Yu Gothic UI" panose="020B0500000000000000" pitchFamily="34" charset="-128"/>
                <a:ea typeface="Yu Gothic UI" panose="020B0500000000000000" pitchFamily="34" charset="-128"/>
              </a:rPr>
              <a:t>— </a:t>
            </a:r>
            <a:r>
              <a:rPr kumimoji="1" lang="ja-JP" altLang="en-US" sz="2000" b="1">
                <a:latin typeface="Yu Gothic UI" panose="020B0500000000000000" pitchFamily="34" charset="-128"/>
                <a:ea typeface="Yu Gothic UI" panose="020B0500000000000000" pitchFamily="34" charset="-128"/>
              </a:rPr>
              <a:t>基本</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2A73433C-CBA0-2C7A-774D-002CF1594D9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80A3B3B-0055-E8CF-21A1-3318DBBA4F2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AC88EBB0-E98F-80AC-B41B-0F7985268FAF}"/>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 altLang="ja-JP" sz="2000" dirty="0"/>
              <a:t>KQL </a:t>
            </a:r>
            <a:r>
              <a:rPr kumimoji="1" lang="ja-JP" altLang="en-US" sz="2000"/>
              <a:t>は </a:t>
            </a:r>
            <a:r>
              <a:rPr kumimoji="1" lang="en" altLang="ja-JP" sz="2000" dirty="0"/>
              <a:t>SQL </a:t>
            </a:r>
            <a:r>
              <a:rPr kumimoji="1" lang="ja-JP" altLang="en-US" sz="2000"/>
              <a:t>に似た直感的なクエリ言語です。プログラミング経験がなくても基本的な構文を覚えるだけでログ分析が行えます。</a:t>
            </a:r>
          </a:p>
          <a:p>
            <a:pPr marL="0" indent="0">
              <a:buNone/>
            </a:pPr>
            <a:endParaRPr kumimoji="1" lang="ja-JP" altLang="en-US" sz="2000"/>
          </a:p>
        </p:txBody>
      </p:sp>
      <p:sp>
        <p:nvSpPr>
          <p:cNvPr id="6" name="字幕 1">
            <a:extLst>
              <a:ext uri="{FF2B5EF4-FFF2-40B4-BE49-F238E27FC236}">
                <a16:creationId xmlns:a16="http://schemas.microsoft.com/office/drawing/2014/main" id="{DF730BEA-6563-578C-42C1-7C4ACEB5C09E}"/>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Shape 5">
            <a:extLst>
              <a:ext uri="{FF2B5EF4-FFF2-40B4-BE49-F238E27FC236}">
                <a16:creationId xmlns:a16="http://schemas.microsoft.com/office/drawing/2014/main" id="{65704674-3427-E967-F60B-F2CC8DCB0F91}"/>
              </a:ext>
            </a:extLst>
          </p:cNvPr>
          <p:cNvSpPr/>
          <p:nvPr/>
        </p:nvSpPr>
        <p:spPr>
          <a:xfrm>
            <a:off x="685800" y="2270712"/>
            <a:ext cx="10666228" cy="384048"/>
          </a:xfrm>
          <a:prstGeom prst="rect">
            <a:avLst/>
          </a:prstGeom>
          <a:solidFill>
            <a:srgbClr val="FFFFFF"/>
          </a:solidFill>
          <a:ln/>
        </p:spPr>
        <p:txBody>
          <a:bodyPr/>
          <a:lstStyle/>
          <a:p>
            <a:endParaRPr lang="ja-JP" altLang="en-US" sz="3200">
              <a:latin typeface="Yu Gothic UI" panose="020B0500000000000000" pitchFamily="34" charset="-128"/>
              <a:ea typeface="Yu Gothic UI" panose="020B0500000000000000" pitchFamily="34" charset="-128"/>
            </a:endParaRPr>
          </a:p>
        </p:txBody>
      </p:sp>
      <p:sp>
        <p:nvSpPr>
          <p:cNvPr id="7" name="Text 6">
            <a:extLst>
              <a:ext uri="{FF2B5EF4-FFF2-40B4-BE49-F238E27FC236}">
                <a16:creationId xmlns:a16="http://schemas.microsoft.com/office/drawing/2014/main" id="{DC486078-1424-3499-198C-1FA59E8BE6C0}"/>
              </a:ext>
            </a:extLst>
          </p:cNvPr>
          <p:cNvSpPr/>
          <p:nvPr/>
        </p:nvSpPr>
        <p:spPr>
          <a:xfrm>
            <a:off x="777239" y="2270712"/>
            <a:ext cx="2424143" cy="384048"/>
          </a:xfrm>
          <a:prstGeom prst="rect">
            <a:avLst/>
          </a:prstGeom>
          <a:noFill/>
          <a:ln/>
        </p:spPr>
        <p:txBody>
          <a:bodyPr wrap="square" lIns="0" tIns="0" rIns="0" bIns="0" rtlCol="0" anchor="ctr"/>
          <a:lstStyle/>
          <a:p>
            <a:pPr marL="0" indent="0">
              <a:buNone/>
            </a:pPr>
            <a:r>
              <a:rPr lang="en-US" sz="1400" b="1" dirty="0">
                <a:solidFill>
                  <a:srgbClr val="0078D4"/>
                </a:solidFill>
                <a:latin typeface="Yu Gothic UI" panose="020B0500000000000000" pitchFamily="34" charset="-128"/>
                <a:ea typeface="Yu Gothic UI" panose="020B0500000000000000" pitchFamily="34" charset="-128"/>
                <a:cs typeface="Consolas" pitchFamily="34" charset="-120"/>
              </a:rPr>
              <a:t>テーブル名</a:t>
            </a:r>
            <a:endParaRPr lang="en-US" sz="1400" dirty="0">
              <a:latin typeface="Yu Gothic UI" panose="020B0500000000000000" pitchFamily="34" charset="-128"/>
              <a:ea typeface="Yu Gothic UI" panose="020B0500000000000000" pitchFamily="34" charset="-128"/>
            </a:endParaRPr>
          </a:p>
        </p:txBody>
      </p:sp>
      <p:sp>
        <p:nvSpPr>
          <p:cNvPr id="8" name="Text 7">
            <a:extLst>
              <a:ext uri="{FF2B5EF4-FFF2-40B4-BE49-F238E27FC236}">
                <a16:creationId xmlns:a16="http://schemas.microsoft.com/office/drawing/2014/main" id="{04B58BDB-F3D8-575B-888E-47416A819330}"/>
              </a:ext>
            </a:extLst>
          </p:cNvPr>
          <p:cNvSpPr/>
          <p:nvPr/>
        </p:nvSpPr>
        <p:spPr>
          <a:xfrm>
            <a:off x="2988813" y="2270712"/>
            <a:ext cx="2666557" cy="384048"/>
          </a:xfrm>
          <a:prstGeom prst="rect">
            <a:avLst/>
          </a:prstGeom>
          <a:noFill/>
          <a:ln/>
        </p:spPr>
        <p:txBody>
          <a:bodyPr wrap="square" lIns="0" tIns="0" rIns="0" bIns="0" rtlCol="0" anchor="ctr"/>
          <a:lstStyle/>
          <a:p>
            <a:pPr marL="0" indent="0">
              <a:buNone/>
            </a:pPr>
            <a:r>
              <a:rPr lang="en-US" sz="1200" dirty="0">
                <a:solidFill>
                  <a:srgbClr val="2D3748"/>
                </a:solidFill>
                <a:latin typeface="Yu Gothic UI" panose="020B0500000000000000" pitchFamily="34" charset="-128"/>
                <a:ea typeface="Yu Gothic UI" panose="020B0500000000000000" pitchFamily="34" charset="-128"/>
                <a:cs typeface="Meiryo" pitchFamily="34" charset="-120"/>
              </a:rPr>
              <a:t>データの取得元を指定</a:t>
            </a:r>
            <a:endParaRPr lang="en-US" sz="1200" dirty="0">
              <a:latin typeface="Yu Gothic UI" panose="020B0500000000000000" pitchFamily="34" charset="-128"/>
              <a:ea typeface="Yu Gothic UI" panose="020B0500000000000000" pitchFamily="34" charset="-128"/>
            </a:endParaRPr>
          </a:p>
        </p:txBody>
      </p:sp>
      <p:sp>
        <p:nvSpPr>
          <p:cNvPr id="10" name="Text 8">
            <a:extLst>
              <a:ext uri="{FF2B5EF4-FFF2-40B4-BE49-F238E27FC236}">
                <a16:creationId xmlns:a16="http://schemas.microsoft.com/office/drawing/2014/main" id="{3E63752A-45E3-BE9D-A6B1-5B1E22BFEDDB}"/>
              </a:ext>
            </a:extLst>
          </p:cNvPr>
          <p:cNvSpPr/>
          <p:nvPr/>
        </p:nvSpPr>
        <p:spPr>
          <a:xfrm>
            <a:off x="4851640" y="2270712"/>
            <a:ext cx="5333114" cy="384048"/>
          </a:xfrm>
          <a:prstGeom prst="rect">
            <a:avLst/>
          </a:prstGeom>
          <a:noFill/>
          <a:ln/>
        </p:spPr>
        <p:txBody>
          <a:bodyPr wrap="square" lIns="0" tIns="0" rIns="0" bIns="0" rtlCol="0" anchor="ctr"/>
          <a:lstStyle/>
          <a:p>
            <a:pPr marL="0" indent="0">
              <a:buNone/>
            </a:pPr>
            <a:r>
              <a:rPr lang="en-US" sz="1100" dirty="0">
                <a:solidFill>
                  <a:srgbClr val="4A5568"/>
                </a:solidFill>
                <a:latin typeface="Yu Gothic UI" panose="020B0500000000000000" pitchFamily="34" charset="-128"/>
                <a:ea typeface="Yu Gothic UI" panose="020B0500000000000000" pitchFamily="34" charset="-128"/>
                <a:cs typeface="Consolas" pitchFamily="34" charset="-120"/>
              </a:rPr>
              <a:t>Perf</a:t>
            </a:r>
            <a:endParaRPr lang="en-US" sz="1100" dirty="0">
              <a:latin typeface="Yu Gothic UI" panose="020B0500000000000000" pitchFamily="34" charset="-128"/>
              <a:ea typeface="Yu Gothic UI" panose="020B0500000000000000" pitchFamily="34" charset="-128"/>
            </a:endParaRPr>
          </a:p>
        </p:txBody>
      </p:sp>
      <p:sp>
        <p:nvSpPr>
          <p:cNvPr id="11" name="Shape 9">
            <a:extLst>
              <a:ext uri="{FF2B5EF4-FFF2-40B4-BE49-F238E27FC236}">
                <a16:creationId xmlns:a16="http://schemas.microsoft.com/office/drawing/2014/main" id="{1B584C11-9E81-F97E-C2A8-D8EC1CFDAC6B}"/>
              </a:ext>
            </a:extLst>
          </p:cNvPr>
          <p:cNvSpPr/>
          <p:nvPr/>
        </p:nvSpPr>
        <p:spPr>
          <a:xfrm>
            <a:off x="685800" y="2673048"/>
            <a:ext cx="10666228" cy="384048"/>
          </a:xfrm>
          <a:prstGeom prst="rect">
            <a:avLst/>
          </a:prstGeom>
          <a:solidFill>
            <a:srgbClr val="F0F7FF"/>
          </a:solidFill>
          <a:ln/>
        </p:spPr>
        <p:txBody>
          <a:bodyPr/>
          <a:lstStyle/>
          <a:p>
            <a:endParaRPr lang="ja-JP" altLang="en-US" sz="3200">
              <a:latin typeface="Yu Gothic UI" panose="020B0500000000000000" pitchFamily="34" charset="-128"/>
              <a:ea typeface="Yu Gothic UI" panose="020B0500000000000000" pitchFamily="34" charset="-128"/>
            </a:endParaRPr>
          </a:p>
        </p:txBody>
      </p:sp>
      <p:sp>
        <p:nvSpPr>
          <p:cNvPr id="12" name="Text 10">
            <a:extLst>
              <a:ext uri="{FF2B5EF4-FFF2-40B4-BE49-F238E27FC236}">
                <a16:creationId xmlns:a16="http://schemas.microsoft.com/office/drawing/2014/main" id="{FFE98411-B1A9-7926-E973-D08A81423547}"/>
              </a:ext>
            </a:extLst>
          </p:cNvPr>
          <p:cNvSpPr/>
          <p:nvPr/>
        </p:nvSpPr>
        <p:spPr>
          <a:xfrm>
            <a:off x="777239" y="2673048"/>
            <a:ext cx="2424143" cy="384048"/>
          </a:xfrm>
          <a:prstGeom prst="rect">
            <a:avLst/>
          </a:prstGeom>
          <a:noFill/>
          <a:ln/>
        </p:spPr>
        <p:txBody>
          <a:bodyPr wrap="square" lIns="0" tIns="0" rIns="0" bIns="0" rtlCol="0" anchor="ctr"/>
          <a:lstStyle/>
          <a:p>
            <a:pPr marL="0" indent="0">
              <a:buNone/>
            </a:pPr>
            <a:r>
              <a:rPr lang="en-US" sz="1400" b="1" dirty="0">
                <a:solidFill>
                  <a:srgbClr val="0078D4"/>
                </a:solidFill>
                <a:latin typeface="Yu Gothic UI" panose="020B0500000000000000" pitchFamily="34" charset="-128"/>
                <a:ea typeface="Yu Gothic UI" panose="020B0500000000000000" pitchFamily="34" charset="-128"/>
                <a:cs typeface="Consolas" pitchFamily="34" charset="-120"/>
              </a:rPr>
              <a:t>| where</a:t>
            </a:r>
            <a:endParaRPr lang="en-US" sz="1400" dirty="0">
              <a:latin typeface="Yu Gothic UI" panose="020B0500000000000000" pitchFamily="34" charset="-128"/>
              <a:ea typeface="Yu Gothic UI" panose="020B0500000000000000" pitchFamily="34" charset="-128"/>
            </a:endParaRPr>
          </a:p>
        </p:txBody>
      </p:sp>
      <p:sp>
        <p:nvSpPr>
          <p:cNvPr id="13" name="Text 11">
            <a:extLst>
              <a:ext uri="{FF2B5EF4-FFF2-40B4-BE49-F238E27FC236}">
                <a16:creationId xmlns:a16="http://schemas.microsoft.com/office/drawing/2014/main" id="{2D888DAA-BAFE-F682-1F2F-BC007690953E}"/>
              </a:ext>
            </a:extLst>
          </p:cNvPr>
          <p:cNvSpPr/>
          <p:nvPr/>
        </p:nvSpPr>
        <p:spPr>
          <a:xfrm>
            <a:off x="2988813" y="2673048"/>
            <a:ext cx="2666557" cy="384048"/>
          </a:xfrm>
          <a:prstGeom prst="rect">
            <a:avLst/>
          </a:prstGeom>
          <a:noFill/>
          <a:ln/>
        </p:spPr>
        <p:txBody>
          <a:bodyPr wrap="square" lIns="0" tIns="0" rIns="0" bIns="0" rtlCol="0" anchor="ctr"/>
          <a:lstStyle/>
          <a:p>
            <a:pPr marL="0" indent="0">
              <a:buNone/>
            </a:pPr>
            <a:r>
              <a:rPr lang="en-US" sz="1200" dirty="0">
                <a:solidFill>
                  <a:srgbClr val="2D3748"/>
                </a:solidFill>
                <a:latin typeface="Yu Gothic UI" panose="020B0500000000000000" pitchFamily="34" charset="-128"/>
                <a:ea typeface="Yu Gothic UI" panose="020B0500000000000000" pitchFamily="34" charset="-128"/>
                <a:cs typeface="Meiryo" pitchFamily="34" charset="-120"/>
              </a:rPr>
              <a:t>条件でフィルタリング</a:t>
            </a:r>
            <a:endParaRPr lang="en-US" sz="1200" dirty="0">
              <a:latin typeface="Yu Gothic UI" panose="020B0500000000000000" pitchFamily="34" charset="-128"/>
              <a:ea typeface="Yu Gothic UI" panose="020B0500000000000000" pitchFamily="34" charset="-128"/>
            </a:endParaRPr>
          </a:p>
        </p:txBody>
      </p:sp>
      <p:sp>
        <p:nvSpPr>
          <p:cNvPr id="14" name="Text 12">
            <a:extLst>
              <a:ext uri="{FF2B5EF4-FFF2-40B4-BE49-F238E27FC236}">
                <a16:creationId xmlns:a16="http://schemas.microsoft.com/office/drawing/2014/main" id="{6C711C97-FF4E-7FAB-847E-2E5083CF365B}"/>
              </a:ext>
            </a:extLst>
          </p:cNvPr>
          <p:cNvSpPr/>
          <p:nvPr/>
        </p:nvSpPr>
        <p:spPr>
          <a:xfrm>
            <a:off x="4851640" y="2673048"/>
            <a:ext cx="5333114" cy="384048"/>
          </a:xfrm>
          <a:prstGeom prst="rect">
            <a:avLst/>
          </a:prstGeom>
          <a:noFill/>
          <a:ln/>
        </p:spPr>
        <p:txBody>
          <a:bodyPr wrap="square" lIns="0" tIns="0" rIns="0" bIns="0" rtlCol="0" anchor="ctr"/>
          <a:lstStyle/>
          <a:p>
            <a:pPr marL="0" indent="0">
              <a:buNone/>
            </a:pPr>
            <a:r>
              <a:rPr lang="en-US" sz="1100" dirty="0">
                <a:solidFill>
                  <a:srgbClr val="4A5568"/>
                </a:solidFill>
                <a:latin typeface="Yu Gothic UI" panose="020B0500000000000000" pitchFamily="34" charset="-128"/>
                <a:ea typeface="Yu Gothic UI" panose="020B0500000000000000" pitchFamily="34" charset="-128"/>
                <a:cs typeface="Consolas" pitchFamily="34" charset="-120"/>
              </a:rPr>
              <a:t>| where CounterName == "% Processor Time"</a:t>
            </a:r>
            <a:endParaRPr lang="en-US" sz="1100" dirty="0">
              <a:latin typeface="Yu Gothic UI" panose="020B0500000000000000" pitchFamily="34" charset="-128"/>
              <a:ea typeface="Yu Gothic UI" panose="020B0500000000000000" pitchFamily="34" charset="-128"/>
            </a:endParaRPr>
          </a:p>
        </p:txBody>
      </p:sp>
      <p:sp>
        <p:nvSpPr>
          <p:cNvPr id="15" name="Shape 13">
            <a:extLst>
              <a:ext uri="{FF2B5EF4-FFF2-40B4-BE49-F238E27FC236}">
                <a16:creationId xmlns:a16="http://schemas.microsoft.com/office/drawing/2014/main" id="{8EA13911-0D82-BD34-33A7-221B0676C1EB}"/>
              </a:ext>
            </a:extLst>
          </p:cNvPr>
          <p:cNvSpPr/>
          <p:nvPr/>
        </p:nvSpPr>
        <p:spPr>
          <a:xfrm>
            <a:off x="685800" y="3075384"/>
            <a:ext cx="10666228" cy="384048"/>
          </a:xfrm>
          <a:prstGeom prst="rect">
            <a:avLst/>
          </a:prstGeom>
          <a:solidFill>
            <a:srgbClr val="FFFFFF"/>
          </a:solidFill>
          <a:ln/>
        </p:spPr>
        <p:txBody>
          <a:bodyPr/>
          <a:lstStyle/>
          <a:p>
            <a:endParaRPr lang="ja-JP" altLang="en-US" sz="3200">
              <a:latin typeface="Yu Gothic UI" panose="020B0500000000000000" pitchFamily="34" charset="-128"/>
              <a:ea typeface="Yu Gothic UI" panose="020B0500000000000000" pitchFamily="34" charset="-128"/>
            </a:endParaRPr>
          </a:p>
        </p:txBody>
      </p:sp>
      <p:sp>
        <p:nvSpPr>
          <p:cNvPr id="16" name="Text 14">
            <a:extLst>
              <a:ext uri="{FF2B5EF4-FFF2-40B4-BE49-F238E27FC236}">
                <a16:creationId xmlns:a16="http://schemas.microsoft.com/office/drawing/2014/main" id="{700D8210-6DA6-E607-F6CA-B0E48AB2A813}"/>
              </a:ext>
            </a:extLst>
          </p:cNvPr>
          <p:cNvSpPr/>
          <p:nvPr/>
        </p:nvSpPr>
        <p:spPr>
          <a:xfrm>
            <a:off x="777239" y="3075384"/>
            <a:ext cx="2424143" cy="384048"/>
          </a:xfrm>
          <a:prstGeom prst="rect">
            <a:avLst/>
          </a:prstGeom>
          <a:noFill/>
          <a:ln/>
        </p:spPr>
        <p:txBody>
          <a:bodyPr wrap="square" lIns="0" tIns="0" rIns="0" bIns="0" rtlCol="0" anchor="ctr"/>
          <a:lstStyle/>
          <a:p>
            <a:pPr marL="0" indent="0">
              <a:buNone/>
            </a:pPr>
            <a:r>
              <a:rPr lang="en-US" sz="1400" b="1" dirty="0">
                <a:solidFill>
                  <a:srgbClr val="0078D4"/>
                </a:solidFill>
                <a:latin typeface="Yu Gothic UI" panose="020B0500000000000000" pitchFamily="34" charset="-128"/>
                <a:ea typeface="Yu Gothic UI" panose="020B0500000000000000" pitchFamily="34" charset="-128"/>
                <a:cs typeface="Consolas" pitchFamily="34" charset="-120"/>
              </a:rPr>
              <a:t>| where TimeGenerated</a:t>
            </a:r>
            <a:endParaRPr lang="en-US" sz="1400" dirty="0">
              <a:latin typeface="Yu Gothic UI" panose="020B0500000000000000" pitchFamily="34" charset="-128"/>
              <a:ea typeface="Yu Gothic UI" panose="020B0500000000000000" pitchFamily="34" charset="-128"/>
            </a:endParaRPr>
          </a:p>
        </p:txBody>
      </p:sp>
      <p:sp>
        <p:nvSpPr>
          <p:cNvPr id="17" name="Text 15">
            <a:extLst>
              <a:ext uri="{FF2B5EF4-FFF2-40B4-BE49-F238E27FC236}">
                <a16:creationId xmlns:a16="http://schemas.microsoft.com/office/drawing/2014/main" id="{1489F7DE-88B8-F451-3C53-43024DFE941B}"/>
              </a:ext>
            </a:extLst>
          </p:cNvPr>
          <p:cNvSpPr/>
          <p:nvPr/>
        </p:nvSpPr>
        <p:spPr>
          <a:xfrm>
            <a:off x="2988813" y="3075384"/>
            <a:ext cx="2666557" cy="384048"/>
          </a:xfrm>
          <a:prstGeom prst="rect">
            <a:avLst/>
          </a:prstGeom>
          <a:noFill/>
          <a:ln/>
        </p:spPr>
        <p:txBody>
          <a:bodyPr wrap="square" lIns="0" tIns="0" rIns="0" bIns="0" rtlCol="0" anchor="ctr"/>
          <a:lstStyle/>
          <a:p>
            <a:pPr marL="0" indent="0">
              <a:buNone/>
            </a:pPr>
            <a:r>
              <a:rPr lang="en-US" sz="1200" dirty="0">
                <a:solidFill>
                  <a:srgbClr val="2D3748"/>
                </a:solidFill>
                <a:latin typeface="Yu Gothic UI" panose="020B0500000000000000" pitchFamily="34" charset="-128"/>
                <a:ea typeface="Yu Gothic UI" panose="020B0500000000000000" pitchFamily="34" charset="-128"/>
                <a:cs typeface="Meiryo" pitchFamily="34" charset="-120"/>
              </a:rPr>
              <a:t>時間範囲の指定</a:t>
            </a:r>
            <a:endParaRPr lang="en-US" sz="1200" dirty="0">
              <a:latin typeface="Yu Gothic UI" panose="020B0500000000000000" pitchFamily="34" charset="-128"/>
              <a:ea typeface="Yu Gothic UI" panose="020B0500000000000000" pitchFamily="34" charset="-128"/>
            </a:endParaRPr>
          </a:p>
        </p:txBody>
      </p:sp>
      <p:sp>
        <p:nvSpPr>
          <p:cNvPr id="18" name="Text 16">
            <a:extLst>
              <a:ext uri="{FF2B5EF4-FFF2-40B4-BE49-F238E27FC236}">
                <a16:creationId xmlns:a16="http://schemas.microsoft.com/office/drawing/2014/main" id="{B0185D47-FEF3-CCA9-A894-4B3568FEF619}"/>
              </a:ext>
            </a:extLst>
          </p:cNvPr>
          <p:cNvSpPr/>
          <p:nvPr/>
        </p:nvSpPr>
        <p:spPr>
          <a:xfrm>
            <a:off x="4851640" y="3075384"/>
            <a:ext cx="5333114" cy="384048"/>
          </a:xfrm>
          <a:prstGeom prst="rect">
            <a:avLst/>
          </a:prstGeom>
          <a:noFill/>
          <a:ln/>
        </p:spPr>
        <p:txBody>
          <a:bodyPr wrap="square" lIns="0" tIns="0" rIns="0" bIns="0" rtlCol="0" anchor="ctr"/>
          <a:lstStyle/>
          <a:p>
            <a:pPr marL="0" indent="0">
              <a:buNone/>
            </a:pPr>
            <a:r>
              <a:rPr lang="en-US" sz="1100" dirty="0">
                <a:solidFill>
                  <a:srgbClr val="4A5568"/>
                </a:solidFill>
                <a:latin typeface="Yu Gothic UI" panose="020B0500000000000000" pitchFamily="34" charset="-128"/>
                <a:ea typeface="Yu Gothic UI" panose="020B0500000000000000" pitchFamily="34" charset="-128"/>
                <a:cs typeface="Consolas" pitchFamily="34" charset="-120"/>
              </a:rPr>
              <a:t>| where TimeGenerated &gt; ago(1h)</a:t>
            </a:r>
            <a:endParaRPr lang="en-US" sz="1100" dirty="0">
              <a:latin typeface="Yu Gothic UI" panose="020B0500000000000000" pitchFamily="34" charset="-128"/>
              <a:ea typeface="Yu Gothic UI" panose="020B0500000000000000" pitchFamily="34" charset="-128"/>
            </a:endParaRPr>
          </a:p>
        </p:txBody>
      </p:sp>
      <p:sp>
        <p:nvSpPr>
          <p:cNvPr id="19" name="Shape 17">
            <a:extLst>
              <a:ext uri="{FF2B5EF4-FFF2-40B4-BE49-F238E27FC236}">
                <a16:creationId xmlns:a16="http://schemas.microsoft.com/office/drawing/2014/main" id="{F6CCF1A9-BA16-6932-AA21-77437D4B92F5}"/>
              </a:ext>
            </a:extLst>
          </p:cNvPr>
          <p:cNvSpPr/>
          <p:nvPr/>
        </p:nvSpPr>
        <p:spPr>
          <a:xfrm>
            <a:off x="685800" y="3477720"/>
            <a:ext cx="10666228" cy="384048"/>
          </a:xfrm>
          <a:prstGeom prst="rect">
            <a:avLst/>
          </a:prstGeom>
          <a:solidFill>
            <a:srgbClr val="F0F7FF"/>
          </a:solidFill>
          <a:ln/>
        </p:spPr>
        <p:txBody>
          <a:bodyPr/>
          <a:lstStyle/>
          <a:p>
            <a:endParaRPr lang="ja-JP" altLang="en-US" sz="3200">
              <a:latin typeface="Yu Gothic UI" panose="020B0500000000000000" pitchFamily="34" charset="-128"/>
              <a:ea typeface="Yu Gothic UI" panose="020B0500000000000000" pitchFamily="34" charset="-128"/>
            </a:endParaRPr>
          </a:p>
        </p:txBody>
      </p:sp>
      <p:sp>
        <p:nvSpPr>
          <p:cNvPr id="20" name="Text 18">
            <a:extLst>
              <a:ext uri="{FF2B5EF4-FFF2-40B4-BE49-F238E27FC236}">
                <a16:creationId xmlns:a16="http://schemas.microsoft.com/office/drawing/2014/main" id="{6A4355C1-0382-CD0D-6402-D0314AB58716}"/>
              </a:ext>
            </a:extLst>
          </p:cNvPr>
          <p:cNvSpPr/>
          <p:nvPr/>
        </p:nvSpPr>
        <p:spPr>
          <a:xfrm>
            <a:off x="777239" y="3477720"/>
            <a:ext cx="2424143" cy="384048"/>
          </a:xfrm>
          <a:prstGeom prst="rect">
            <a:avLst/>
          </a:prstGeom>
          <a:noFill/>
          <a:ln/>
        </p:spPr>
        <p:txBody>
          <a:bodyPr wrap="square" lIns="0" tIns="0" rIns="0" bIns="0" rtlCol="0" anchor="ctr"/>
          <a:lstStyle/>
          <a:p>
            <a:pPr marL="0" indent="0">
              <a:buNone/>
            </a:pPr>
            <a:r>
              <a:rPr lang="en-US" sz="1400" b="1" dirty="0">
                <a:solidFill>
                  <a:srgbClr val="0078D4"/>
                </a:solidFill>
                <a:latin typeface="Yu Gothic UI" panose="020B0500000000000000" pitchFamily="34" charset="-128"/>
                <a:ea typeface="Yu Gothic UI" panose="020B0500000000000000" pitchFamily="34" charset="-128"/>
                <a:cs typeface="Consolas" pitchFamily="34" charset="-120"/>
              </a:rPr>
              <a:t>| summarize</a:t>
            </a:r>
            <a:endParaRPr lang="en-US" sz="1400" dirty="0">
              <a:latin typeface="Yu Gothic UI" panose="020B0500000000000000" pitchFamily="34" charset="-128"/>
              <a:ea typeface="Yu Gothic UI" panose="020B0500000000000000" pitchFamily="34" charset="-128"/>
            </a:endParaRPr>
          </a:p>
        </p:txBody>
      </p:sp>
      <p:sp>
        <p:nvSpPr>
          <p:cNvPr id="21" name="Text 19">
            <a:extLst>
              <a:ext uri="{FF2B5EF4-FFF2-40B4-BE49-F238E27FC236}">
                <a16:creationId xmlns:a16="http://schemas.microsoft.com/office/drawing/2014/main" id="{3810872D-8C2A-D8CF-CFEE-595348DDF15D}"/>
              </a:ext>
            </a:extLst>
          </p:cNvPr>
          <p:cNvSpPr/>
          <p:nvPr/>
        </p:nvSpPr>
        <p:spPr>
          <a:xfrm>
            <a:off x="2988813" y="3477720"/>
            <a:ext cx="2666557" cy="384048"/>
          </a:xfrm>
          <a:prstGeom prst="rect">
            <a:avLst/>
          </a:prstGeom>
          <a:noFill/>
          <a:ln/>
        </p:spPr>
        <p:txBody>
          <a:bodyPr wrap="square" lIns="0" tIns="0" rIns="0" bIns="0" rtlCol="0" anchor="ctr"/>
          <a:lstStyle/>
          <a:p>
            <a:pPr marL="0" indent="0">
              <a:buNone/>
            </a:pPr>
            <a:r>
              <a:rPr lang="en-US" sz="1200" dirty="0">
                <a:solidFill>
                  <a:srgbClr val="2D3748"/>
                </a:solidFill>
                <a:latin typeface="Yu Gothic UI" panose="020B0500000000000000" pitchFamily="34" charset="-128"/>
                <a:ea typeface="Yu Gothic UI" panose="020B0500000000000000" pitchFamily="34" charset="-128"/>
                <a:cs typeface="Meiryo" pitchFamily="34" charset="-120"/>
              </a:rPr>
              <a:t>集計 (平均, 最大 等)</a:t>
            </a:r>
            <a:endParaRPr lang="en-US" sz="1200" dirty="0">
              <a:latin typeface="Yu Gothic UI" panose="020B0500000000000000" pitchFamily="34" charset="-128"/>
              <a:ea typeface="Yu Gothic UI" panose="020B0500000000000000" pitchFamily="34" charset="-128"/>
            </a:endParaRPr>
          </a:p>
        </p:txBody>
      </p:sp>
      <p:sp>
        <p:nvSpPr>
          <p:cNvPr id="22" name="Text 20">
            <a:extLst>
              <a:ext uri="{FF2B5EF4-FFF2-40B4-BE49-F238E27FC236}">
                <a16:creationId xmlns:a16="http://schemas.microsoft.com/office/drawing/2014/main" id="{207CBE04-5188-F577-9B1C-850D00ACECAE}"/>
              </a:ext>
            </a:extLst>
          </p:cNvPr>
          <p:cNvSpPr/>
          <p:nvPr/>
        </p:nvSpPr>
        <p:spPr>
          <a:xfrm>
            <a:off x="4851640" y="3477720"/>
            <a:ext cx="5333114" cy="384048"/>
          </a:xfrm>
          <a:prstGeom prst="rect">
            <a:avLst/>
          </a:prstGeom>
          <a:noFill/>
          <a:ln/>
        </p:spPr>
        <p:txBody>
          <a:bodyPr wrap="square" lIns="0" tIns="0" rIns="0" bIns="0" rtlCol="0" anchor="ctr"/>
          <a:lstStyle/>
          <a:p>
            <a:pPr marL="0" indent="0">
              <a:buNone/>
            </a:pPr>
            <a:r>
              <a:rPr lang="en-US" sz="1100" dirty="0">
                <a:solidFill>
                  <a:srgbClr val="4A5568"/>
                </a:solidFill>
                <a:latin typeface="Yu Gothic UI" panose="020B0500000000000000" pitchFamily="34" charset="-128"/>
                <a:ea typeface="Yu Gothic UI" panose="020B0500000000000000" pitchFamily="34" charset="-128"/>
                <a:cs typeface="Consolas" pitchFamily="34" charset="-120"/>
              </a:rPr>
              <a:t>| summarize avg(CounterValue) by Computer</a:t>
            </a:r>
            <a:endParaRPr lang="en-US" sz="1100" dirty="0">
              <a:latin typeface="Yu Gothic UI" panose="020B0500000000000000" pitchFamily="34" charset="-128"/>
              <a:ea typeface="Yu Gothic UI" panose="020B0500000000000000" pitchFamily="34" charset="-128"/>
            </a:endParaRPr>
          </a:p>
        </p:txBody>
      </p:sp>
      <p:sp>
        <p:nvSpPr>
          <p:cNvPr id="23" name="Shape 21">
            <a:extLst>
              <a:ext uri="{FF2B5EF4-FFF2-40B4-BE49-F238E27FC236}">
                <a16:creationId xmlns:a16="http://schemas.microsoft.com/office/drawing/2014/main" id="{5732A0AF-36C8-835D-B178-44342C816A2F}"/>
              </a:ext>
            </a:extLst>
          </p:cNvPr>
          <p:cNvSpPr/>
          <p:nvPr/>
        </p:nvSpPr>
        <p:spPr>
          <a:xfrm>
            <a:off x="685800" y="3880056"/>
            <a:ext cx="10666228" cy="384048"/>
          </a:xfrm>
          <a:prstGeom prst="rect">
            <a:avLst/>
          </a:prstGeom>
          <a:solidFill>
            <a:srgbClr val="FFFFFF"/>
          </a:solidFill>
          <a:ln/>
        </p:spPr>
        <p:txBody>
          <a:bodyPr/>
          <a:lstStyle/>
          <a:p>
            <a:endParaRPr lang="ja-JP" altLang="en-US" sz="3200">
              <a:latin typeface="Yu Gothic UI" panose="020B0500000000000000" pitchFamily="34" charset="-128"/>
              <a:ea typeface="Yu Gothic UI" panose="020B0500000000000000" pitchFamily="34" charset="-128"/>
            </a:endParaRPr>
          </a:p>
        </p:txBody>
      </p:sp>
      <p:sp>
        <p:nvSpPr>
          <p:cNvPr id="24" name="Text 22">
            <a:extLst>
              <a:ext uri="{FF2B5EF4-FFF2-40B4-BE49-F238E27FC236}">
                <a16:creationId xmlns:a16="http://schemas.microsoft.com/office/drawing/2014/main" id="{836BD345-608C-3ACF-6DAF-3436CF68D963}"/>
              </a:ext>
            </a:extLst>
          </p:cNvPr>
          <p:cNvSpPr/>
          <p:nvPr/>
        </p:nvSpPr>
        <p:spPr>
          <a:xfrm>
            <a:off x="777239" y="3880056"/>
            <a:ext cx="2424143" cy="384048"/>
          </a:xfrm>
          <a:prstGeom prst="rect">
            <a:avLst/>
          </a:prstGeom>
          <a:noFill/>
          <a:ln/>
        </p:spPr>
        <p:txBody>
          <a:bodyPr wrap="square" lIns="0" tIns="0" rIns="0" bIns="0" rtlCol="0" anchor="ctr"/>
          <a:lstStyle/>
          <a:p>
            <a:pPr marL="0" indent="0">
              <a:buNone/>
            </a:pPr>
            <a:r>
              <a:rPr lang="en-US" sz="1400" b="1" dirty="0">
                <a:solidFill>
                  <a:srgbClr val="0078D4"/>
                </a:solidFill>
                <a:latin typeface="Yu Gothic UI" panose="020B0500000000000000" pitchFamily="34" charset="-128"/>
                <a:ea typeface="Yu Gothic UI" panose="020B0500000000000000" pitchFamily="34" charset="-128"/>
                <a:cs typeface="Consolas" pitchFamily="34" charset="-120"/>
              </a:rPr>
              <a:t>| project</a:t>
            </a:r>
            <a:endParaRPr lang="en-US" sz="1400" dirty="0">
              <a:latin typeface="Yu Gothic UI" panose="020B0500000000000000" pitchFamily="34" charset="-128"/>
              <a:ea typeface="Yu Gothic UI" panose="020B0500000000000000" pitchFamily="34" charset="-128"/>
            </a:endParaRPr>
          </a:p>
        </p:txBody>
      </p:sp>
      <p:sp>
        <p:nvSpPr>
          <p:cNvPr id="25" name="Text 23">
            <a:extLst>
              <a:ext uri="{FF2B5EF4-FFF2-40B4-BE49-F238E27FC236}">
                <a16:creationId xmlns:a16="http://schemas.microsoft.com/office/drawing/2014/main" id="{16C2C039-E2D6-D99B-8455-ADF64681CA6A}"/>
              </a:ext>
            </a:extLst>
          </p:cNvPr>
          <p:cNvSpPr/>
          <p:nvPr/>
        </p:nvSpPr>
        <p:spPr>
          <a:xfrm>
            <a:off x="2988813" y="3880056"/>
            <a:ext cx="2666557" cy="384048"/>
          </a:xfrm>
          <a:prstGeom prst="rect">
            <a:avLst/>
          </a:prstGeom>
          <a:noFill/>
          <a:ln/>
        </p:spPr>
        <p:txBody>
          <a:bodyPr wrap="square" lIns="0" tIns="0" rIns="0" bIns="0" rtlCol="0" anchor="ctr"/>
          <a:lstStyle/>
          <a:p>
            <a:pPr marL="0" indent="0">
              <a:buNone/>
            </a:pPr>
            <a:r>
              <a:rPr lang="en-US" sz="1200" dirty="0">
                <a:solidFill>
                  <a:srgbClr val="2D3748"/>
                </a:solidFill>
                <a:latin typeface="Yu Gothic UI" panose="020B0500000000000000" pitchFamily="34" charset="-128"/>
                <a:ea typeface="Yu Gothic UI" panose="020B0500000000000000" pitchFamily="34" charset="-128"/>
                <a:cs typeface="Meiryo" pitchFamily="34" charset="-120"/>
              </a:rPr>
              <a:t>表示する列を選択</a:t>
            </a:r>
            <a:endParaRPr lang="en-US" sz="1200" dirty="0">
              <a:latin typeface="Yu Gothic UI" panose="020B0500000000000000" pitchFamily="34" charset="-128"/>
              <a:ea typeface="Yu Gothic UI" panose="020B0500000000000000" pitchFamily="34" charset="-128"/>
            </a:endParaRPr>
          </a:p>
        </p:txBody>
      </p:sp>
      <p:sp>
        <p:nvSpPr>
          <p:cNvPr id="26" name="Text 24">
            <a:extLst>
              <a:ext uri="{FF2B5EF4-FFF2-40B4-BE49-F238E27FC236}">
                <a16:creationId xmlns:a16="http://schemas.microsoft.com/office/drawing/2014/main" id="{66D27255-069A-E078-470C-3EBD0E42D046}"/>
              </a:ext>
            </a:extLst>
          </p:cNvPr>
          <p:cNvSpPr/>
          <p:nvPr/>
        </p:nvSpPr>
        <p:spPr>
          <a:xfrm>
            <a:off x="4851640" y="3880056"/>
            <a:ext cx="5333114" cy="384048"/>
          </a:xfrm>
          <a:prstGeom prst="rect">
            <a:avLst/>
          </a:prstGeom>
          <a:noFill/>
          <a:ln/>
        </p:spPr>
        <p:txBody>
          <a:bodyPr wrap="square" lIns="0" tIns="0" rIns="0" bIns="0" rtlCol="0" anchor="ctr"/>
          <a:lstStyle/>
          <a:p>
            <a:pPr marL="0" indent="0">
              <a:buNone/>
            </a:pPr>
            <a:r>
              <a:rPr lang="en-US" sz="1100" dirty="0">
                <a:solidFill>
                  <a:srgbClr val="4A5568"/>
                </a:solidFill>
                <a:latin typeface="Yu Gothic UI" panose="020B0500000000000000" pitchFamily="34" charset="-128"/>
                <a:ea typeface="Yu Gothic UI" panose="020B0500000000000000" pitchFamily="34" charset="-128"/>
                <a:cs typeface="Consolas" pitchFamily="34" charset="-120"/>
              </a:rPr>
              <a:t>| project Computer, AvgCPU</a:t>
            </a:r>
            <a:endParaRPr lang="en-US" sz="1100" dirty="0">
              <a:latin typeface="Yu Gothic UI" panose="020B0500000000000000" pitchFamily="34" charset="-128"/>
              <a:ea typeface="Yu Gothic UI" panose="020B0500000000000000" pitchFamily="34" charset="-128"/>
            </a:endParaRPr>
          </a:p>
        </p:txBody>
      </p:sp>
      <p:sp>
        <p:nvSpPr>
          <p:cNvPr id="27" name="Shape 25">
            <a:extLst>
              <a:ext uri="{FF2B5EF4-FFF2-40B4-BE49-F238E27FC236}">
                <a16:creationId xmlns:a16="http://schemas.microsoft.com/office/drawing/2014/main" id="{727C50E3-2C6C-4979-761A-CF405D477ED7}"/>
              </a:ext>
            </a:extLst>
          </p:cNvPr>
          <p:cNvSpPr/>
          <p:nvPr/>
        </p:nvSpPr>
        <p:spPr>
          <a:xfrm>
            <a:off x="685800" y="4282392"/>
            <a:ext cx="10666228" cy="384048"/>
          </a:xfrm>
          <a:prstGeom prst="rect">
            <a:avLst/>
          </a:prstGeom>
          <a:solidFill>
            <a:srgbClr val="F0F7FF"/>
          </a:solidFill>
          <a:ln/>
        </p:spPr>
        <p:txBody>
          <a:bodyPr/>
          <a:lstStyle/>
          <a:p>
            <a:endParaRPr lang="ja-JP" altLang="en-US" sz="3200">
              <a:latin typeface="Yu Gothic UI" panose="020B0500000000000000" pitchFamily="34" charset="-128"/>
              <a:ea typeface="Yu Gothic UI" panose="020B0500000000000000" pitchFamily="34" charset="-128"/>
            </a:endParaRPr>
          </a:p>
        </p:txBody>
      </p:sp>
      <p:sp>
        <p:nvSpPr>
          <p:cNvPr id="28" name="Text 26">
            <a:extLst>
              <a:ext uri="{FF2B5EF4-FFF2-40B4-BE49-F238E27FC236}">
                <a16:creationId xmlns:a16="http://schemas.microsoft.com/office/drawing/2014/main" id="{FE3D6031-7481-D3F7-3E1F-023F2951BBAF}"/>
              </a:ext>
            </a:extLst>
          </p:cNvPr>
          <p:cNvSpPr/>
          <p:nvPr/>
        </p:nvSpPr>
        <p:spPr>
          <a:xfrm>
            <a:off x="777239" y="4282392"/>
            <a:ext cx="2424143" cy="384048"/>
          </a:xfrm>
          <a:prstGeom prst="rect">
            <a:avLst/>
          </a:prstGeom>
          <a:noFill/>
          <a:ln/>
        </p:spPr>
        <p:txBody>
          <a:bodyPr wrap="square" lIns="0" tIns="0" rIns="0" bIns="0" rtlCol="0" anchor="ctr"/>
          <a:lstStyle/>
          <a:p>
            <a:pPr marL="0" indent="0">
              <a:buNone/>
            </a:pPr>
            <a:r>
              <a:rPr lang="en-US" sz="1400" b="1" dirty="0">
                <a:solidFill>
                  <a:srgbClr val="0078D4"/>
                </a:solidFill>
                <a:latin typeface="Yu Gothic UI" panose="020B0500000000000000" pitchFamily="34" charset="-128"/>
                <a:ea typeface="Yu Gothic UI" panose="020B0500000000000000" pitchFamily="34" charset="-128"/>
                <a:cs typeface="Consolas" pitchFamily="34" charset="-120"/>
              </a:rPr>
              <a:t>| sort by</a:t>
            </a:r>
            <a:endParaRPr lang="en-US" sz="1400" dirty="0">
              <a:latin typeface="Yu Gothic UI" panose="020B0500000000000000" pitchFamily="34" charset="-128"/>
              <a:ea typeface="Yu Gothic UI" panose="020B0500000000000000" pitchFamily="34" charset="-128"/>
            </a:endParaRPr>
          </a:p>
        </p:txBody>
      </p:sp>
      <p:sp>
        <p:nvSpPr>
          <p:cNvPr id="29" name="Text 27">
            <a:extLst>
              <a:ext uri="{FF2B5EF4-FFF2-40B4-BE49-F238E27FC236}">
                <a16:creationId xmlns:a16="http://schemas.microsoft.com/office/drawing/2014/main" id="{BC23733E-9822-3632-E63E-AC77ACCEF85C}"/>
              </a:ext>
            </a:extLst>
          </p:cNvPr>
          <p:cNvSpPr/>
          <p:nvPr/>
        </p:nvSpPr>
        <p:spPr>
          <a:xfrm>
            <a:off x="2988813" y="4282392"/>
            <a:ext cx="2666557" cy="384048"/>
          </a:xfrm>
          <a:prstGeom prst="rect">
            <a:avLst/>
          </a:prstGeom>
          <a:noFill/>
          <a:ln/>
        </p:spPr>
        <p:txBody>
          <a:bodyPr wrap="square" lIns="0" tIns="0" rIns="0" bIns="0" rtlCol="0" anchor="ctr"/>
          <a:lstStyle/>
          <a:p>
            <a:pPr marL="0" indent="0">
              <a:buNone/>
            </a:pPr>
            <a:r>
              <a:rPr lang="en-US" sz="1200" dirty="0">
                <a:solidFill>
                  <a:srgbClr val="2D3748"/>
                </a:solidFill>
                <a:latin typeface="Yu Gothic UI" panose="020B0500000000000000" pitchFamily="34" charset="-128"/>
                <a:ea typeface="Yu Gothic UI" panose="020B0500000000000000" pitchFamily="34" charset="-128"/>
                <a:cs typeface="Meiryo" pitchFamily="34" charset="-120"/>
              </a:rPr>
              <a:t>並び替え</a:t>
            </a:r>
            <a:endParaRPr lang="en-US" sz="1200" dirty="0">
              <a:latin typeface="Yu Gothic UI" panose="020B0500000000000000" pitchFamily="34" charset="-128"/>
              <a:ea typeface="Yu Gothic UI" panose="020B0500000000000000" pitchFamily="34" charset="-128"/>
            </a:endParaRPr>
          </a:p>
        </p:txBody>
      </p:sp>
      <p:sp>
        <p:nvSpPr>
          <p:cNvPr id="30" name="Text 28">
            <a:extLst>
              <a:ext uri="{FF2B5EF4-FFF2-40B4-BE49-F238E27FC236}">
                <a16:creationId xmlns:a16="http://schemas.microsoft.com/office/drawing/2014/main" id="{B26BC9B5-B195-AF5D-390C-6333537AEDEC}"/>
              </a:ext>
            </a:extLst>
          </p:cNvPr>
          <p:cNvSpPr/>
          <p:nvPr/>
        </p:nvSpPr>
        <p:spPr>
          <a:xfrm>
            <a:off x="4851640" y="4282392"/>
            <a:ext cx="5333114" cy="384048"/>
          </a:xfrm>
          <a:prstGeom prst="rect">
            <a:avLst/>
          </a:prstGeom>
          <a:noFill/>
          <a:ln/>
        </p:spPr>
        <p:txBody>
          <a:bodyPr wrap="square" lIns="0" tIns="0" rIns="0" bIns="0" rtlCol="0" anchor="ctr"/>
          <a:lstStyle/>
          <a:p>
            <a:pPr marL="0" indent="0">
              <a:buNone/>
            </a:pPr>
            <a:r>
              <a:rPr lang="en-US" sz="1100" dirty="0">
                <a:solidFill>
                  <a:srgbClr val="4A5568"/>
                </a:solidFill>
                <a:latin typeface="Yu Gothic UI" panose="020B0500000000000000" pitchFamily="34" charset="-128"/>
                <a:ea typeface="Yu Gothic UI" panose="020B0500000000000000" pitchFamily="34" charset="-128"/>
                <a:cs typeface="Consolas" pitchFamily="34" charset="-120"/>
              </a:rPr>
              <a:t>| sort by AvgCPU desc</a:t>
            </a:r>
            <a:endParaRPr lang="en-US" sz="1100" dirty="0">
              <a:latin typeface="Yu Gothic UI" panose="020B0500000000000000" pitchFamily="34" charset="-128"/>
              <a:ea typeface="Yu Gothic UI" panose="020B0500000000000000" pitchFamily="34" charset="-128"/>
            </a:endParaRPr>
          </a:p>
        </p:txBody>
      </p:sp>
      <p:sp>
        <p:nvSpPr>
          <p:cNvPr id="31" name="Shape 29">
            <a:extLst>
              <a:ext uri="{FF2B5EF4-FFF2-40B4-BE49-F238E27FC236}">
                <a16:creationId xmlns:a16="http://schemas.microsoft.com/office/drawing/2014/main" id="{EC69E177-3052-375A-32AC-CB5F32A97460}"/>
              </a:ext>
            </a:extLst>
          </p:cNvPr>
          <p:cNvSpPr/>
          <p:nvPr/>
        </p:nvSpPr>
        <p:spPr>
          <a:xfrm>
            <a:off x="685800" y="4684728"/>
            <a:ext cx="10666228" cy="384048"/>
          </a:xfrm>
          <a:prstGeom prst="rect">
            <a:avLst/>
          </a:prstGeom>
          <a:solidFill>
            <a:srgbClr val="FFFFFF"/>
          </a:solidFill>
          <a:ln/>
        </p:spPr>
        <p:txBody>
          <a:bodyPr/>
          <a:lstStyle/>
          <a:p>
            <a:endParaRPr lang="ja-JP" altLang="en-US" sz="3200">
              <a:latin typeface="Yu Gothic UI" panose="020B0500000000000000" pitchFamily="34" charset="-128"/>
              <a:ea typeface="Yu Gothic UI" panose="020B0500000000000000" pitchFamily="34" charset="-128"/>
            </a:endParaRPr>
          </a:p>
        </p:txBody>
      </p:sp>
      <p:sp>
        <p:nvSpPr>
          <p:cNvPr id="32" name="Text 30">
            <a:extLst>
              <a:ext uri="{FF2B5EF4-FFF2-40B4-BE49-F238E27FC236}">
                <a16:creationId xmlns:a16="http://schemas.microsoft.com/office/drawing/2014/main" id="{BAA58BF7-51F5-F5DD-8EE4-AFB570187B0B}"/>
              </a:ext>
            </a:extLst>
          </p:cNvPr>
          <p:cNvSpPr/>
          <p:nvPr/>
        </p:nvSpPr>
        <p:spPr>
          <a:xfrm>
            <a:off x="777239" y="4684728"/>
            <a:ext cx="2424143" cy="384048"/>
          </a:xfrm>
          <a:prstGeom prst="rect">
            <a:avLst/>
          </a:prstGeom>
          <a:noFill/>
          <a:ln/>
        </p:spPr>
        <p:txBody>
          <a:bodyPr wrap="square" lIns="0" tIns="0" rIns="0" bIns="0" rtlCol="0" anchor="ctr"/>
          <a:lstStyle/>
          <a:p>
            <a:pPr marL="0" indent="0">
              <a:buNone/>
            </a:pPr>
            <a:r>
              <a:rPr lang="en-US" sz="1400" b="1" dirty="0">
                <a:solidFill>
                  <a:srgbClr val="0078D4"/>
                </a:solidFill>
                <a:latin typeface="Yu Gothic UI" panose="020B0500000000000000" pitchFamily="34" charset="-128"/>
                <a:ea typeface="Yu Gothic UI" panose="020B0500000000000000" pitchFamily="34" charset="-128"/>
                <a:cs typeface="Consolas" pitchFamily="34" charset="-120"/>
              </a:rPr>
              <a:t>| render</a:t>
            </a:r>
            <a:endParaRPr lang="en-US" sz="1400" dirty="0">
              <a:latin typeface="Yu Gothic UI" panose="020B0500000000000000" pitchFamily="34" charset="-128"/>
              <a:ea typeface="Yu Gothic UI" panose="020B0500000000000000" pitchFamily="34" charset="-128"/>
            </a:endParaRPr>
          </a:p>
        </p:txBody>
      </p:sp>
      <p:sp>
        <p:nvSpPr>
          <p:cNvPr id="33" name="Text 31">
            <a:extLst>
              <a:ext uri="{FF2B5EF4-FFF2-40B4-BE49-F238E27FC236}">
                <a16:creationId xmlns:a16="http://schemas.microsoft.com/office/drawing/2014/main" id="{8B0B3D17-8B0D-C21F-7071-05B96A975344}"/>
              </a:ext>
            </a:extLst>
          </p:cNvPr>
          <p:cNvSpPr/>
          <p:nvPr/>
        </p:nvSpPr>
        <p:spPr>
          <a:xfrm>
            <a:off x="2988813" y="4684728"/>
            <a:ext cx="2666557" cy="384048"/>
          </a:xfrm>
          <a:prstGeom prst="rect">
            <a:avLst/>
          </a:prstGeom>
          <a:noFill/>
          <a:ln/>
        </p:spPr>
        <p:txBody>
          <a:bodyPr wrap="square" lIns="0" tIns="0" rIns="0" bIns="0" rtlCol="0" anchor="ctr"/>
          <a:lstStyle/>
          <a:p>
            <a:pPr marL="0" indent="0">
              <a:buNone/>
            </a:pPr>
            <a:r>
              <a:rPr lang="en-US" sz="1200" dirty="0">
                <a:solidFill>
                  <a:srgbClr val="2D3748"/>
                </a:solidFill>
                <a:latin typeface="Yu Gothic UI" panose="020B0500000000000000" pitchFamily="34" charset="-128"/>
                <a:ea typeface="Yu Gothic UI" panose="020B0500000000000000" pitchFamily="34" charset="-128"/>
                <a:cs typeface="Meiryo" pitchFamily="34" charset="-120"/>
              </a:rPr>
              <a:t>グラフとして可視化</a:t>
            </a:r>
            <a:endParaRPr lang="en-US" sz="1200" dirty="0">
              <a:latin typeface="Yu Gothic UI" panose="020B0500000000000000" pitchFamily="34" charset="-128"/>
              <a:ea typeface="Yu Gothic UI" panose="020B0500000000000000" pitchFamily="34" charset="-128"/>
            </a:endParaRPr>
          </a:p>
        </p:txBody>
      </p:sp>
      <p:sp>
        <p:nvSpPr>
          <p:cNvPr id="34" name="Text 32">
            <a:extLst>
              <a:ext uri="{FF2B5EF4-FFF2-40B4-BE49-F238E27FC236}">
                <a16:creationId xmlns:a16="http://schemas.microsoft.com/office/drawing/2014/main" id="{3CDAE161-ED52-4931-9060-F605E9AB23E9}"/>
              </a:ext>
            </a:extLst>
          </p:cNvPr>
          <p:cNvSpPr/>
          <p:nvPr/>
        </p:nvSpPr>
        <p:spPr>
          <a:xfrm>
            <a:off x="4851640" y="4684728"/>
            <a:ext cx="5333114" cy="384048"/>
          </a:xfrm>
          <a:prstGeom prst="rect">
            <a:avLst/>
          </a:prstGeom>
          <a:noFill/>
          <a:ln/>
        </p:spPr>
        <p:txBody>
          <a:bodyPr wrap="square" lIns="0" tIns="0" rIns="0" bIns="0" rtlCol="0" anchor="ctr"/>
          <a:lstStyle/>
          <a:p>
            <a:pPr marL="0" indent="0">
              <a:buNone/>
            </a:pPr>
            <a:r>
              <a:rPr lang="en-US" sz="1100" dirty="0">
                <a:solidFill>
                  <a:srgbClr val="4A5568"/>
                </a:solidFill>
                <a:latin typeface="Yu Gothic UI" panose="020B0500000000000000" pitchFamily="34" charset="-128"/>
                <a:ea typeface="Yu Gothic UI" panose="020B0500000000000000" pitchFamily="34" charset="-128"/>
                <a:cs typeface="Consolas" pitchFamily="34" charset="-120"/>
              </a:rPr>
              <a:t>| render timechart</a:t>
            </a:r>
            <a:endParaRPr lang="en-US" sz="1100" dirty="0">
              <a:latin typeface="Yu Gothic UI" panose="020B0500000000000000" pitchFamily="34" charset="-128"/>
              <a:ea typeface="Yu Gothic UI" panose="020B0500000000000000" pitchFamily="34" charset="-128"/>
            </a:endParaRPr>
          </a:p>
        </p:txBody>
      </p:sp>
      <p:sp>
        <p:nvSpPr>
          <p:cNvPr id="35" name="Text 33">
            <a:extLst>
              <a:ext uri="{FF2B5EF4-FFF2-40B4-BE49-F238E27FC236}">
                <a16:creationId xmlns:a16="http://schemas.microsoft.com/office/drawing/2014/main" id="{2260796E-79BB-94AE-C9C7-8C3ED7CB99C0}"/>
              </a:ext>
            </a:extLst>
          </p:cNvPr>
          <p:cNvSpPr/>
          <p:nvPr/>
        </p:nvSpPr>
        <p:spPr>
          <a:xfrm>
            <a:off x="685800" y="5707380"/>
            <a:ext cx="8046720" cy="274320"/>
          </a:xfrm>
          <a:prstGeom prst="rect">
            <a:avLst/>
          </a:prstGeom>
          <a:noFill/>
          <a:ln/>
        </p:spPr>
        <p:txBody>
          <a:bodyPr wrap="square" rtlCol="0" anchor="ctr"/>
          <a:lstStyle/>
          <a:p>
            <a:pPr marL="0" indent="0">
              <a:buNone/>
            </a:pPr>
            <a:r>
              <a:rPr lang="en-US" sz="1400" b="1" dirty="0">
                <a:solidFill>
                  <a:srgbClr val="0078D4"/>
                </a:solidFill>
                <a:latin typeface="Meiryo" pitchFamily="34" charset="0"/>
                <a:ea typeface="Meiryo" pitchFamily="34" charset="-122"/>
                <a:cs typeface="Meiryo" pitchFamily="34" charset="-120"/>
              </a:rPr>
              <a:t>💡 Tip: </a:t>
            </a:r>
            <a:r>
              <a:rPr lang="en-US" sz="1400" dirty="0">
                <a:solidFill>
                  <a:srgbClr val="2D3748"/>
                </a:solidFill>
                <a:latin typeface="Meiryo" pitchFamily="34" charset="0"/>
                <a:ea typeface="Meiryo" pitchFamily="34" charset="-122"/>
                <a:cs typeface="Meiryo" pitchFamily="34" charset="-120"/>
              </a:rPr>
              <a:t>Log Analytics のクエリエディタでは IntelliSense (入力補完) が使えます</a:t>
            </a:r>
            <a:endParaRPr lang="en-US" sz="1400" dirty="0"/>
          </a:p>
        </p:txBody>
      </p:sp>
    </p:spTree>
    <p:extLst>
      <p:ext uri="{BB962C8B-B14F-4D97-AF65-F5344CB8AC3E}">
        <p14:creationId xmlns:p14="http://schemas.microsoft.com/office/powerpoint/2010/main" val="510877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AB2AD-1244-9D56-C922-0A01C2C0D9D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E4596C1-5549-1F88-521B-0CE44866E29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 altLang="ja-JP" sz="2000" b="1" dirty="0">
                <a:latin typeface="Yu Gothic UI" panose="020B0500000000000000" pitchFamily="34" charset="-128"/>
                <a:ea typeface="Yu Gothic UI" panose="020B0500000000000000" pitchFamily="34" charset="-128"/>
              </a:rPr>
              <a:t>KQL </a:t>
            </a:r>
            <a:r>
              <a:rPr kumimoji="1" lang="ja-JP" altLang="en-US" sz="2000" b="1">
                <a:latin typeface="Yu Gothic UI" panose="020B0500000000000000" pitchFamily="34" charset="-128"/>
                <a:ea typeface="Yu Gothic UI" panose="020B0500000000000000" pitchFamily="34" charset="-128"/>
              </a:rPr>
              <a:t>クエリによるログ分析 </a:t>
            </a:r>
            <a:r>
              <a:rPr kumimoji="1" lang="en-US" altLang="ja-JP" sz="2000" b="1" dirty="0">
                <a:latin typeface="Yu Gothic UI" panose="020B0500000000000000" pitchFamily="34" charset="-128"/>
                <a:ea typeface="Yu Gothic UI" panose="020B0500000000000000" pitchFamily="34" charset="-128"/>
              </a:rPr>
              <a:t>— </a:t>
            </a:r>
            <a:r>
              <a:rPr kumimoji="1" lang="ja-JP" altLang="en-US" sz="2000" b="1">
                <a:latin typeface="Yu Gothic UI" panose="020B0500000000000000" pitchFamily="34" charset="-128"/>
                <a:ea typeface="Yu Gothic UI" panose="020B0500000000000000" pitchFamily="34" charset="-128"/>
              </a:rPr>
              <a:t>実践例</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9322A6ED-6EC9-1305-F047-893FBC79F45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C7ED2FD-5327-2493-5849-9A78123149A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CC408416-608D-8522-AB5F-9377D771BCA6}"/>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実際の運用で頻繁に使うクエリパターンをご紹介します。これらをベースにカスタマイズすることで、日常的な監視業務を効率化できます。</a:t>
            </a:r>
          </a:p>
          <a:p>
            <a:pPr marL="0" indent="0">
              <a:buNone/>
            </a:pPr>
            <a:endParaRPr kumimoji="1" lang="ja-JP" altLang="en-US" sz="2000"/>
          </a:p>
        </p:txBody>
      </p:sp>
      <p:sp>
        <p:nvSpPr>
          <p:cNvPr id="6" name="字幕 1">
            <a:extLst>
              <a:ext uri="{FF2B5EF4-FFF2-40B4-BE49-F238E27FC236}">
                <a16:creationId xmlns:a16="http://schemas.microsoft.com/office/drawing/2014/main" id="{1EA1F8D3-6CB4-4D8F-BA17-153FC37244B1}"/>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Shape 5">
            <a:extLst>
              <a:ext uri="{FF2B5EF4-FFF2-40B4-BE49-F238E27FC236}">
                <a16:creationId xmlns:a16="http://schemas.microsoft.com/office/drawing/2014/main" id="{DC384EE1-1CCD-1748-B588-785A072AA92D}"/>
              </a:ext>
            </a:extLst>
          </p:cNvPr>
          <p:cNvSpPr/>
          <p:nvPr/>
        </p:nvSpPr>
        <p:spPr>
          <a:xfrm>
            <a:off x="701585" y="2131647"/>
            <a:ext cx="4469928" cy="2232695"/>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200"/>
          </a:p>
        </p:txBody>
      </p:sp>
      <p:sp>
        <p:nvSpPr>
          <p:cNvPr id="7" name="Text 6">
            <a:extLst>
              <a:ext uri="{FF2B5EF4-FFF2-40B4-BE49-F238E27FC236}">
                <a16:creationId xmlns:a16="http://schemas.microsoft.com/office/drawing/2014/main" id="{7EC5D1C0-81F7-F53C-ED21-989F3AB49DA3}"/>
              </a:ext>
            </a:extLst>
          </p:cNvPr>
          <p:cNvSpPr/>
          <p:nvPr/>
        </p:nvSpPr>
        <p:spPr>
          <a:xfrm>
            <a:off x="884464" y="2177368"/>
            <a:ext cx="4072601" cy="311640"/>
          </a:xfrm>
          <a:prstGeom prst="rect">
            <a:avLst/>
          </a:prstGeom>
          <a:noFill/>
          <a:ln/>
        </p:spPr>
        <p:txBody>
          <a:bodyPr wrap="square" rtlCol="0" anchor="ctr"/>
          <a:lstStyle/>
          <a:p>
            <a:pPr marL="0" indent="0">
              <a:buNone/>
            </a:pPr>
            <a:r>
              <a:rPr lang="en-US" b="1" dirty="0">
                <a:solidFill>
                  <a:srgbClr val="1B2A4A"/>
                </a:solidFill>
                <a:latin typeface="Meiryo" pitchFamily="34" charset="0"/>
                <a:ea typeface="Meiryo" pitchFamily="34" charset="-122"/>
                <a:cs typeface="Meiryo" pitchFamily="34" charset="-120"/>
              </a:rPr>
              <a:t>🔍 CPU 高負荷の VM を特定</a:t>
            </a:r>
            <a:endParaRPr lang="en-US" dirty="0"/>
          </a:p>
        </p:txBody>
      </p:sp>
      <p:sp>
        <p:nvSpPr>
          <p:cNvPr id="8" name="Text 7">
            <a:extLst>
              <a:ext uri="{FF2B5EF4-FFF2-40B4-BE49-F238E27FC236}">
                <a16:creationId xmlns:a16="http://schemas.microsoft.com/office/drawing/2014/main" id="{02794747-61F2-866D-D975-162D4E9CFD52}"/>
              </a:ext>
            </a:extLst>
          </p:cNvPr>
          <p:cNvSpPr/>
          <p:nvPr/>
        </p:nvSpPr>
        <p:spPr>
          <a:xfrm>
            <a:off x="884464" y="2497408"/>
            <a:ext cx="4072601" cy="1780832"/>
          </a:xfrm>
          <a:prstGeom prst="rect">
            <a:avLst/>
          </a:prstGeom>
          <a:solidFill>
            <a:srgbClr val="F8FAFC"/>
          </a:solidFill>
          <a:ln/>
        </p:spPr>
        <p:txBody>
          <a:bodyPr wrap="square" rtlCol="0" anchor="t"/>
          <a:lstStyle/>
          <a:p>
            <a:r>
              <a:rPr lang="en-US" sz="1200" dirty="0">
                <a:solidFill>
                  <a:srgbClr val="2D3748"/>
                </a:solidFill>
                <a:latin typeface="Consolas" pitchFamily="34" charset="0"/>
                <a:ea typeface="Consolas" pitchFamily="34" charset="-122"/>
                <a:cs typeface="Consolas" pitchFamily="34" charset="-120"/>
              </a:rPr>
              <a:t>Perf</a:t>
            </a:r>
          </a:p>
          <a:p>
            <a:r>
              <a:rPr lang="en-US" sz="1200" dirty="0">
                <a:solidFill>
                  <a:srgbClr val="2D3748"/>
                </a:solidFill>
                <a:latin typeface="Consolas" pitchFamily="34" charset="0"/>
                <a:ea typeface="Consolas" pitchFamily="34" charset="-122"/>
                <a:cs typeface="Consolas" pitchFamily="34" charset="-120"/>
              </a:rPr>
              <a:t>| where CounterName == "% Processor Time"</a:t>
            </a:r>
          </a:p>
          <a:p>
            <a:r>
              <a:rPr lang="en-US" sz="1200" dirty="0">
                <a:solidFill>
                  <a:srgbClr val="2D3748"/>
                </a:solidFill>
                <a:latin typeface="Consolas" pitchFamily="34" charset="0"/>
                <a:ea typeface="Consolas" pitchFamily="34" charset="-122"/>
                <a:cs typeface="Consolas" pitchFamily="34" charset="-120"/>
              </a:rPr>
              <a:t>| where </a:t>
            </a:r>
            <a:r>
              <a:rPr lang="en-US" sz="1200" dirty="0" err="1">
                <a:solidFill>
                  <a:srgbClr val="2D3748"/>
                </a:solidFill>
                <a:latin typeface="Consolas" pitchFamily="34" charset="0"/>
                <a:ea typeface="Consolas" pitchFamily="34" charset="-122"/>
                <a:cs typeface="Consolas" pitchFamily="34" charset="-120"/>
              </a:rPr>
              <a:t>TimeGenerated</a:t>
            </a:r>
            <a:r>
              <a:rPr lang="en-US" sz="1200" dirty="0">
                <a:solidFill>
                  <a:srgbClr val="2D3748"/>
                </a:solidFill>
                <a:latin typeface="Consolas" pitchFamily="34" charset="0"/>
                <a:ea typeface="Consolas" pitchFamily="34" charset="-122"/>
                <a:cs typeface="Consolas" pitchFamily="34" charset="-120"/>
              </a:rPr>
              <a:t> &gt; ago(1h)</a:t>
            </a:r>
          </a:p>
          <a:p>
            <a:r>
              <a:rPr lang="en-US" sz="1200" dirty="0">
                <a:solidFill>
                  <a:srgbClr val="2D3748"/>
                </a:solidFill>
                <a:latin typeface="Consolas" pitchFamily="34" charset="0"/>
                <a:ea typeface="Consolas" pitchFamily="34" charset="-122"/>
                <a:cs typeface="Consolas" pitchFamily="34" charset="-120"/>
              </a:rPr>
              <a:t>| summarize </a:t>
            </a:r>
            <a:r>
              <a:rPr lang="en-US" sz="1200" dirty="0" err="1">
                <a:solidFill>
                  <a:srgbClr val="2D3748"/>
                </a:solidFill>
                <a:latin typeface="Consolas" pitchFamily="34" charset="0"/>
                <a:ea typeface="Consolas" pitchFamily="34" charset="-122"/>
                <a:cs typeface="Consolas" pitchFamily="34" charset="-120"/>
              </a:rPr>
              <a:t>AvgCPU</a:t>
            </a:r>
            <a:r>
              <a:rPr lang="en-US" sz="1200" dirty="0">
                <a:solidFill>
                  <a:srgbClr val="2D3748"/>
                </a:solidFill>
                <a:latin typeface="Consolas" pitchFamily="34" charset="0"/>
                <a:ea typeface="Consolas" pitchFamily="34" charset="-122"/>
                <a:cs typeface="Consolas" pitchFamily="34" charset="-120"/>
              </a:rPr>
              <a:t> = avg(</a:t>
            </a:r>
            <a:r>
              <a:rPr lang="en-US" sz="1200" dirty="0" err="1">
                <a:solidFill>
                  <a:srgbClr val="2D3748"/>
                </a:solidFill>
                <a:latin typeface="Consolas" pitchFamily="34" charset="0"/>
                <a:ea typeface="Consolas" pitchFamily="34" charset="-122"/>
                <a:cs typeface="Consolas" pitchFamily="34" charset="-120"/>
              </a:rPr>
              <a:t>CounterValue</a:t>
            </a:r>
            <a:r>
              <a:rPr lang="en-US" sz="1200" dirty="0">
                <a:solidFill>
                  <a:srgbClr val="2D3748"/>
                </a:solidFill>
                <a:latin typeface="Consolas" pitchFamily="34" charset="0"/>
                <a:ea typeface="Consolas" pitchFamily="34" charset="-122"/>
                <a:cs typeface="Consolas" pitchFamily="34" charset="-120"/>
              </a:rPr>
              <a:t>)</a:t>
            </a:r>
          </a:p>
          <a:p>
            <a:r>
              <a:rPr lang="en-US" sz="1200" dirty="0">
                <a:solidFill>
                  <a:srgbClr val="2D3748"/>
                </a:solidFill>
                <a:latin typeface="Consolas" pitchFamily="34" charset="0"/>
                <a:ea typeface="Consolas" pitchFamily="34" charset="-122"/>
                <a:cs typeface="Consolas" pitchFamily="34" charset="-120"/>
              </a:rPr>
              <a:t>    by Computer</a:t>
            </a:r>
          </a:p>
          <a:p>
            <a:r>
              <a:rPr lang="en-US" sz="1200" dirty="0">
                <a:solidFill>
                  <a:srgbClr val="2D3748"/>
                </a:solidFill>
                <a:latin typeface="Consolas" pitchFamily="34" charset="0"/>
                <a:ea typeface="Consolas" pitchFamily="34" charset="-122"/>
                <a:cs typeface="Consolas" pitchFamily="34" charset="-120"/>
              </a:rPr>
              <a:t>| where </a:t>
            </a:r>
            <a:r>
              <a:rPr lang="en-US" sz="1200" dirty="0" err="1">
                <a:solidFill>
                  <a:srgbClr val="2D3748"/>
                </a:solidFill>
                <a:latin typeface="Consolas" pitchFamily="34" charset="0"/>
                <a:ea typeface="Consolas" pitchFamily="34" charset="-122"/>
                <a:cs typeface="Consolas" pitchFamily="34" charset="-120"/>
              </a:rPr>
              <a:t>AvgCPU</a:t>
            </a:r>
            <a:r>
              <a:rPr lang="en-US" sz="1200" dirty="0">
                <a:solidFill>
                  <a:srgbClr val="2D3748"/>
                </a:solidFill>
                <a:latin typeface="Consolas" pitchFamily="34" charset="0"/>
                <a:ea typeface="Consolas" pitchFamily="34" charset="-122"/>
                <a:cs typeface="Consolas" pitchFamily="34" charset="-120"/>
              </a:rPr>
              <a:t> &gt; 80</a:t>
            </a:r>
          </a:p>
          <a:p>
            <a:r>
              <a:rPr lang="en-US" sz="1200" dirty="0">
                <a:solidFill>
                  <a:srgbClr val="2D3748"/>
                </a:solidFill>
                <a:latin typeface="Consolas" pitchFamily="34" charset="0"/>
                <a:ea typeface="Consolas" pitchFamily="34" charset="-122"/>
                <a:cs typeface="Consolas" pitchFamily="34" charset="-120"/>
              </a:rPr>
              <a:t>| sort by </a:t>
            </a:r>
            <a:r>
              <a:rPr lang="en-US" sz="1200" dirty="0" err="1">
                <a:solidFill>
                  <a:srgbClr val="2D3748"/>
                </a:solidFill>
                <a:latin typeface="Consolas" pitchFamily="34" charset="0"/>
                <a:ea typeface="Consolas" pitchFamily="34" charset="-122"/>
                <a:cs typeface="Consolas" pitchFamily="34" charset="-120"/>
              </a:rPr>
              <a:t>AvgCPU</a:t>
            </a:r>
            <a:r>
              <a:rPr lang="en-US" sz="1200" dirty="0">
                <a:solidFill>
                  <a:srgbClr val="2D3748"/>
                </a:solidFill>
                <a:latin typeface="Consolas" pitchFamily="34" charset="0"/>
                <a:ea typeface="Consolas" pitchFamily="34" charset="-122"/>
                <a:cs typeface="Consolas" pitchFamily="34" charset="-120"/>
              </a:rPr>
              <a:t> desc</a:t>
            </a:r>
          </a:p>
        </p:txBody>
      </p:sp>
      <p:sp>
        <p:nvSpPr>
          <p:cNvPr id="10" name="Shape 8">
            <a:extLst>
              <a:ext uri="{FF2B5EF4-FFF2-40B4-BE49-F238E27FC236}">
                <a16:creationId xmlns:a16="http://schemas.microsoft.com/office/drawing/2014/main" id="{CB1B7B0A-06D7-72DB-A98E-86D6480641B4}"/>
              </a:ext>
            </a:extLst>
          </p:cNvPr>
          <p:cNvSpPr/>
          <p:nvPr/>
        </p:nvSpPr>
        <p:spPr>
          <a:xfrm>
            <a:off x="685800" y="4535286"/>
            <a:ext cx="4485713" cy="2232695"/>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200"/>
          </a:p>
        </p:txBody>
      </p:sp>
      <p:sp>
        <p:nvSpPr>
          <p:cNvPr id="11" name="Text 9">
            <a:extLst>
              <a:ext uri="{FF2B5EF4-FFF2-40B4-BE49-F238E27FC236}">
                <a16:creationId xmlns:a16="http://schemas.microsoft.com/office/drawing/2014/main" id="{0D269CD1-8996-1DB7-3D77-851195BC8974}"/>
              </a:ext>
            </a:extLst>
          </p:cNvPr>
          <p:cNvSpPr/>
          <p:nvPr/>
        </p:nvSpPr>
        <p:spPr>
          <a:xfrm>
            <a:off x="868680" y="4581007"/>
            <a:ext cx="4068437" cy="311640"/>
          </a:xfrm>
          <a:prstGeom prst="rect">
            <a:avLst/>
          </a:prstGeom>
          <a:noFill/>
          <a:ln/>
        </p:spPr>
        <p:txBody>
          <a:bodyPr wrap="square" rtlCol="0" anchor="ctr"/>
          <a:lstStyle/>
          <a:p>
            <a:pPr marL="0" indent="0">
              <a:buNone/>
            </a:pPr>
            <a:r>
              <a:rPr lang="en-US" b="1" dirty="0">
                <a:solidFill>
                  <a:srgbClr val="1B2A4A"/>
                </a:solidFill>
                <a:latin typeface="Meiryo" pitchFamily="34" charset="0"/>
                <a:ea typeface="Meiryo" pitchFamily="34" charset="-122"/>
                <a:cs typeface="Meiryo" pitchFamily="34" charset="-120"/>
              </a:rPr>
              <a:t>🚨 エラーイベントの傾向分析</a:t>
            </a:r>
            <a:endParaRPr lang="en-US" dirty="0"/>
          </a:p>
        </p:txBody>
      </p:sp>
      <p:sp>
        <p:nvSpPr>
          <p:cNvPr id="12" name="Text 10">
            <a:extLst>
              <a:ext uri="{FF2B5EF4-FFF2-40B4-BE49-F238E27FC236}">
                <a16:creationId xmlns:a16="http://schemas.microsoft.com/office/drawing/2014/main" id="{0B227A42-7650-91F8-8DB2-67682AAE6F4D}"/>
              </a:ext>
            </a:extLst>
          </p:cNvPr>
          <p:cNvSpPr/>
          <p:nvPr/>
        </p:nvSpPr>
        <p:spPr>
          <a:xfrm>
            <a:off x="868680" y="4901047"/>
            <a:ext cx="4068437" cy="1780832"/>
          </a:xfrm>
          <a:prstGeom prst="rect">
            <a:avLst/>
          </a:prstGeom>
          <a:solidFill>
            <a:srgbClr val="F8FAFC"/>
          </a:solidFill>
          <a:ln/>
        </p:spPr>
        <p:txBody>
          <a:bodyPr wrap="square" rtlCol="0" anchor="t"/>
          <a:lstStyle/>
          <a:p>
            <a:pPr marL="0" indent="0">
              <a:buNone/>
            </a:pPr>
            <a:r>
              <a:rPr lang="en-US" sz="1200" dirty="0">
                <a:solidFill>
                  <a:srgbClr val="2D3748"/>
                </a:solidFill>
                <a:latin typeface="Consolas" pitchFamily="34" charset="0"/>
                <a:ea typeface="Consolas" pitchFamily="34" charset="-122"/>
                <a:cs typeface="Consolas" pitchFamily="34" charset="-120"/>
              </a:rPr>
              <a:t>Event</a:t>
            </a:r>
            <a:endParaRPr lang="en-US" sz="1200" dirty="0"/>
          </a:p>
          <a:p>
            <a:pPr marL="0" indent="0">
              <a:buNone/>
            </a:pPr>
            <a:r>
              <a:rPr lang="en-US" sz="1200" dirty="0">
                <a:solidFill>
                  <a:srgbClr val="2D3748"/>
                </a:solidFill>
                <a:latin typeface="Consolas" pitchFamily="34" charset="0"/>
                <a:ea typeface="Consolas" pitchFamily="34" charset="-122"/>
                <a:cs typeface="Consolas" pitchFamily="34" charset="-120"/>
              </a:rPr>
              <a:t>| where EventLevelName == "Error"</a:t>
            </a:r>
            <a:endParaRPr lang="en-US" sz="1200" dirty="0"/>
          </a:p>
          <a:p>
            <a:pPr marL="0" indent="0">
              <a:buNone/>
            </a:pPr>
            <a:r>
              <a:rPr lang="en-US" sz="1200" dirty="0">
                <a:solidFill>
                  <a:srgbClr val="2D3748"/>
                </a:solidFill>
                <a:latin typeface="Consolas" pitchFamily="34" charset="0"/>
                <a:ea typeface="Consolas" pitchFamily="34" charset="-122"/>
                <a:cs typeface="Consolas" pitchFamily="34" charset="-120"/>
              </a:rPr>
              <a:t>| where TimeGenerated &gt; ago(24h)</a:t>
            </a:r>
            <a:endParaRPr lang="en-US" sz="1200" dirty="0"/>
          </a:p>
          <a:p>
            <a:pPr marL="0" indent="0">
              <a:buNone/>
            </a:pPr>
            <a:r>
              <a:rPr lang="en-US" sz="1200" dirty="0">
                <a:solidFill>
                  <a:srgbClr val="2D3748"/>
                </a:solidFill>
                <a:latin typeface="Consolas" pitchFamily="34" charset="0"/>
                <a:ea typeface="Consolas" pitchFamily="34" charset="-122"/>
                <a:cs typeface="Consolas" pitchFamily="34" charset="-120"/>
              </a:rPr>
              <a:t>| summarize ErrorCount = count()</a:t>
            </a:r>
            <a:endParaRPr lang="en-US" sz="1200" dirty="0"/>
          </a:p>
          <a:p>
            <a:pPr marL="0" indent="0">
              <a:buNone/>
            </a:pPr>
            <a:r>
              <a:rPr lang="en-US" sz="1200" dirty="0">
                <a:solidFill>
                  <a:srgbClr val="2D3748"/>
                </a:solidFill>
                <a:latin typeface="Consolas" pitchFamily="34" charset="0"/>
                <a:ea typeface="Consolas" pitchFamily="34" charset="-122"/>
                <a:cs typeface="Consolas" pitchFamily="34" charset="-120"/>
              </a:rPr>
              <a:t>    by bin(TimeGenerated, 1h)</a:t>
            </a:r>
            <a:endParaRPr lang="en-US" sz="1200" dirty="0"/>
          </a:p>
          <a:p>
            <a:pPr marL="0" indent="0">
              <a:buNone/>
            </a:pPr>
            <a:r>
              <a:rPr lang="en-US" sz="1200" dirty="0">
                <a:solidFill>
                  <a:srgbClr val="2D3748"/>
                </a:solidFill>
                <a:latin typeface="Consolas" pitchFamily="34" charset="0"/>
                <a:ea typeface="Consolas" pitchFamily="34" charset="-122"/>
                <a:cs typeface="Consolas" pitchFamily="34" charset="-120"/>
              </a:rPr>
              <a:t>| render timechart</a:t>
            </a:r>
            <a:endParaRPr lang="en-US" sz="1200" dirty="0"/>
          </a:p>
        </p:txBody>
      </p:sp>
      <p:pic>
        <p:nvPicPr>
          <p:cNvPr id="13" name="図 12">
            <a:extLst>
              <a:ext uri="{FF2B5EF4-FFF2-40B4-BE49-F238E27FC236}">
                <a16:creationId xmlns:a16="http://schemas.microsoft.com/office/drawing/2014/main" id="{C0282FFF-F03A-25FA-3B56-9FD837B515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3146" y="2981836"/>
            <a:ext cx="5647402" cy="2988295"/>
          </a:xfrm>
          <a:prstGeom prst="rect">
            <a:avLst/>
          </a:prstGeom>
        </p:spPr>
      </p:pic>
    </p:spTree>
    <p:extLst>
      <p:ext uri="{BB962C8B-B14F-4D97-AF65-F5344CB8AC3E}">
        <p14:creationId xmlns:p14="http://schemas.microsoft.com/office/powerpoint/2010/main" val="978090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26CC0-CCB0-BA82-423A-235D08C4F82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1A710B3-DD79-6C11-56C4-1477686B355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t>ログ検索アラート</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EA40AE98-1250-65D9-1092-7806138B6C1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D23FA94-39EE-4397-0B22-F81F1330E68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A5E547CB-9DF3-E3F5-CBCF-32A621F140BB}"/>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ログ検索アラートは </a:t>
            </a:r>
            <a:r>
              <a:rPr kumimoji="1" lang="en" altLang="ja-JP" sz="2000" dirty="0"/>
              <a:t>KQL </a:t>
            </a:r>
            <a:r>
              <a:rPr kumimoji="1" lang="ja-JP" altLang="en-US" sz="2000"/>
              <a:t>クエリの結果に基づいてアラートを発行します。メトリックアラートでは対応できない複合条件の監視に有効です。</a:t>
            </a:r>
          </a:p>
          <a:p>
            <a:pPr marL="0" indent="0">
              <a:buNone/>
            </a:pPr>
            <a:endParaRPr kumimoji="1" lang="ja-JP" altLang="en-US" sz="2000"/>
          </a:p>
        </p:txBody>
      </p:sp>
      <p:sp>
        <p:nvSpPr>
          <p:cNvPr id="6" name="字幕 1">
            <a:extLst>
              <a:ext uri="{FF2B5EF4-FFF2-40B4-BE49-F238E27FC236}">
                <a16:creationId xmlns:a16="http://schemas.microsoft.com/office/drawing/2014/main" id="{B5176B6B-EAA1-0B10-A219-9BA8AC2C0626}"/>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graphicFrame>
        <p:nvGraphicFramePr>
          <p:cNvPr id="5" name="Table 0">
            <a:extLst>
              <a:ext uri="{FF2B5EF4-FFF2-40B4-BE49-F238E27FC236}">
                <a16:creationId xmlns:a16="http://schemas.microsoft.com/office/drawing/2014/main" id="{0F9813CA-5354-F314-0DAE-31A8F88C286E}"/>
              </a:ext>
            </a:extLst>
          </p:cNvPr>
          <p:cNvGraphicFramePr>
            <a:graphicFrameLocks noGrp="1"/>
          </p:cNvGraphicFramePr>
          <p:nvPr>
            <p:extLst>
              <p:ext uri="{D42A27DB-BD31-4B8C-83A1-F6EECF244321}">
                <p14:modId xmlns:p14="http://schemas.microsoft.com/office/powerpoint/2010/main" val="3948740818"/>
              </p:ext>
            </p:extLst>
          </p:nvPr>
        </p:nvGraphicFramePr>
        <p:xfrm>
          <a:off x="685800" y="2131647"/>
          <a:ext cx="10411755" cy="3225918"/>
        </p:xfrm>
        <a:graphic>
          <a:graphicData uri="http://schemas.openxmlformats.org/drawingml/2006/table">
            <a:tbl>
              <a:tblPr/>
              <a:tblGrid>
                <a:gridCol w="1647813">
                  <a:extLst>
                    <a:ext uri="{9D8B030D-6E8A-4147-A177-3AD203B41FA5}">
                      <a16:colId xmlns:a16="http://schemas.microsoft.com/office/drawing/2014/main" val="20000"/>
                    </a:ext>
                  </a:extLst>
                </a:gridCol>
                <a:gridCol w="4381971">
                  <a:extLst>
                    <a:ext uri="{9D8B030D-6E8A-4147-A177-3AD203B41FA5}">
                      <a16:colId xmlns:a16="http://schemas.microsoft.com/office/drawing/2014/main" val="20001"/>
                    </a:ext>
                  </a:extLst>
                </a:gridCol>
                <a:gridCol w="4381971">
                  <a:extLst>
                    <a:ext uri="{9D8B030D-6E8A-4147-A177-3AD203B41FA5}">
                      <a16:colId xmlns:a16="http://schemas.microsoft.com/office/drawing/2014/main" val="20002"/>
                    </a:ext>
                  </a:extLst>
                </a:gridCol>
              </a:tblGrid>
              <a:tr h="511426">
                <a:tc>
                  <a:txBody>
                    <a:bodyPr/>
                    <a:lstStyle/>
                    <a:p>
                      <a:pPr marL="0" indent="0">
                        <a:buNone/>
                      </a:pP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メトリック アラート</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ログ検索 アラート</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extLst>
                  <a:ext uri="{0D108BD9-81ED-4DB2-BD59-A6C34878D82A}">
                    <a16:rowId xmlns:a16="http://schemas.microsoft.com/office/drawing/2014/main" val="10000"/>
                  </a:ext>
                </a:extLst>
              </a:tr>
              <a:tr h="511426">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データソース</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メトリクス (数値)</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ログ (KQL クエリ結果)</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1"/>
                  </a:ext>
                </a:extLst>
              </a:tr>
              <a:tr h="511426">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評価頻度</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1分〜</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5分〜</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511426">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レイテンシ</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低い (ニアリアルタイム)</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やや高い (クエリ実行)</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3"/>
                  </a:ext>
                </a:extLst>
              </a:tr>
              <a:tr h="668788">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適するシナリオ</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CPU 等の単一指標監視</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複合条件・ログパターン</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extLst>
                  <a:ext uri="{0D108BD9-81ED-4DB2-BD59-A6C34878D82A}">
                    <a16:rowId xmlns:a16="http://schemas.microsoft.com/office/drawing/2014/main" val="10004"/>
                  </a:ext>
                </a:extLst>
              </a:tr>
              <a:tr h="511426">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コスト</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低い</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1400" dirty="0">
                          <a:solidFill>
                            <a:srgbClr val="2D3748"/>
                          </a:solidFill>
                          <a:latin typeface="Meiryo" pitchFamily="34" charset="0"/>
                          <a:ea typeface="Meiryo" pitchFamily="34" charset="-122"/>
                          <a:cs typeface="Meiryo" pitchFamily="34" charset="-120"/>
                        </a:rPr>
                        <a:t>クエリ実行コストあり</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7">
            <a:extLst>
              <a:ext uri="{FF2B5EF4-FFF2-40B4-BE49-F238E27FC236}">
                <a16:creationId xmlns:a16="http://schemas.microsoft.com/office/drawing/2014/main" id="{78953E51-2F82-B3C3-E362-0B4CF0FC5FF6}"/>
              </a:ext>
            </a:extLst>
          </p:cNvPr>
          <p:cNvSpPr/>
          <p:nvPr/>
        </p:nvSpPr>
        <p:spPr>
          <a:xfrm>
            <a:off x="685800" y="5608216"/>
            <a:ext cx="9382170" cy="320040"/>
          </a:xfrm>
          <a:prstGeom prst="rect">
            <a:avLst/>
          </a:prstGeom>
          <a:noFill/>
          <a:ln/>
        </p:spPr>
        <p:txBody>
          <a:bodyPr wrap="square" rtlCol="0" anchor="ctr"/>
          <a:lstStyle/>
          <a:p>
            <a:pPr marL="0" indent="0">
              <a:buNone/>
            </a:pPr>
            <a:r>
              <a:rPr lang="en-US" sz="1600" b="1" dirty="0">
                <a:solidFill>
                  <a:srgbClr val="1B2A4A"/>
                </a:solidFill>
                <a:latin typeface="Meiryo" pitchFamily="34" charset="0"/>
                <a:ea typeface="Meiryo" pitchFamily="34" charset="-122"/>
                <a:cs typeface="Meiryo" pitchFamily="34" charset="-120"/>
              </a:rPr>
              <a:t>✨ 使い分け: </a:t>
            </a:r>
            <a:r>
              <a:rPr lang="en-US" sz="1600" dirty="0">
                <a:solidFill>
                  <a:srgbClr val="2D3748"/>
                </a:solidFill>
                <a:latin typeface="Meiryo" pitchFamily="34" charset="0"/>
                <a:ea typeface="Meiryo" pitchFamily="34" charset="-122"/>
                <a:cs typeface="Meiryo" pitchFamily="34" charset="-120"/>
              </a:rPr>
              <a:t>単純なしきい値 → メトリックアラート、複合条件やログ分析 → ログ検索アラート</a:t>
            </a:r>
            <a:endParaRPr lang="en-US" sz="1600" dirty="0"/>
          </a:p>
        </p:txBody>
      </p:sp>
    </p:spTree>
    <p:extLst>
      <p:ext uri="{BB962C8B-B14F-4D97-AF65-F5344CB8AC3E}">
        <p14:creationId xmlns:p14="http://schemas.microsoft.com/office/powerpoint/2010/main" val="2063530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B676C-F904-3C20-8811-8E8479FF34CE}"/>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B624F75-BC62-6986-EECF-54AF0CBE32E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t>データ収集の宛先 </a:t>
            </a:r>
            <a:r>
              <a:rPr kumimoji="1" lang="en-US" altLang="ja-JP" sz="2000" b="1" dirty="0"/>
              <a:t>— </a:t>
            </a:r>
            <a:r>
              <a:rPr kumimoji="1" lang="ja-JP" altLang="en-US" sz="2000" b="1"/>
              <a:t>全体像</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AE54C5D1-E2B8-EC16-D085-834458570F7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1069636-401F-DB37-93C5-3A4285D1ACF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A9C30F85-9592-AC7C-89CB-8FC0F367B5E3}"/>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収集した監視データは用途に応じて複数の宛先にエクスポートできます。リアルタイム分析、長期保管、外部ツール連携など、目的に合わせた選択が重要です。</a:t>
            </a:r>
          </a:p>
          <a:p>
            <a:pPr marL="0" indent="0">
              <a:buNone/>
            </a:pPr>
            <a:endParaRPr kumimoji="1" lang="ja-JP" altLang="en-US" sz="2000"/>
          </a:p>
        </p:txBody>
      </p:sp>
      <p:sp>
        <p:nvSpPr>
          <p:cNvPr id="6" name="字幕 1">
            <a:extLst>
              <a:ext uri="{FF2B5EF4-FFF2-40B4-BE49-F238E27FC236}">
                <a16:creationId xmlns:a16="http://schemas.microsoft.com/office/drawing/2014/main" id="{DB341FF1-EDD6-9814-21F1-31C575A84B76}"/>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テキスト ボックス 4">
            <a:extLst>
              <a:ext uri="{FF2B5EF4-FFF2-40B4-BE49-F238E27FC236}">
                <a16:creationId xmlns:a16="http://schemas.microsoft.com/office/drawing/2014/main" id="{AC78311F-78D8-29B8-006B-BDF8DEA3B862}"/>
              </a:ext>
            </a:extLst>
          </p:cNvPr>
          <p:cNvSpPr txBox="1"/>
          <p:nvPr/>
        </p:nvSpPr>
        <p:spPr>
          <a:xfrm>
            <a:off x="2325846" y="6184899"/>
            <a:ext cx="9154632" cy="523220"/>
          </a:xfrm>
          <a:prstGeom prst="rect">
            <a:avLst/>
          </a:prstGeom>
          <a:noFill/>
        </p:spPr>
        <p:txBody>
          <a:bodyPr wrap="square">
            <a:spAutoFit/>
          </a:bodyPr>
          <a:lstStyle/>
          <a:p>
            <a:pPr algn="r"/>
            <a:r>
              <a:rPr lang="en-US" altLang="ja-JP" sz="1400" dirty="0">
                <a:latin typeface="Yu Gothic UI" panose="020B0500000000000000" pitchFamily="34" charset="-128"/>
                <a:ea typeface="Yu Gothic UI" panose="020B0500000000000000" pitchFamily="34" charset="-128"/>
              </a:rPr>
              <a:t>Azure Monitor DCR </a:t>
            </a:r>
            <a:r>
              <a:rPr lang="ja-JP" altLang="en-US" sz="1400">
                <a:latin typeface="Yu Gothic UI" panose="020B0500000000000000" pitchFamily="34" charset="-128"/>
                <a:ea typeface="Yu Gothic UI" panose="020B0500000000000000" pitchFamily="34" charset="-128"/>
              </a:rPr>
              <a:t>参考</a:t>
            </a:r>
            <a:r>
              <a:rPr lang="en-US" altLang="ja-JP" sz="1400" dirty="0">
                <a:latin typeface="Yu Gothic UI" panose="020B0500000000000000" pitchFamily="34" charset="-128"/>
                <a:ea typeface="Yu Gothic UI" panose="020B0500000000000000" pitchFamily="34" charset="-128"/>
              </a:rPr>
              <a:t>: </a:t>
            </a:r>
          </a:p>
          <a:p>
            <a:pPr algn="r"/>
            <a:r>
              <a:rPr lang="ja-JP" altLang="en-US" sz="1400">
                <a:latin typeface="Yu Gothic UI" panose="020B0500000000000000" pitchFamily="34" charset="-128"/>
                <a:ea typeface="Yu Gothic UI" panose="020B0500000000000000" pitchFamily="34" charset="-128"/>
              </a:rPr>
              <a:t>診断設定</a:t>
            </a:r>
            <a:r>
              <a:rPr lang="en-US" altLang="ja-JP" sz="1400" dirty="0">
                <a:latin typeface="Yu Gothic UI" panose="020B0500000000000000" pitchFamily="34" charset="-128"/>
                <a:ea typeface="Yu Gothic UI" panose="020B0500000000000000" pitchFamily="34" charset="-128"/>
              </a:rPr>
              <a:t> </a:t>
            </a:r>
            <a:r>
              <a:rPr lang="ja-JP" altLang="en-US" sz="1400">
                <a:latin typeface="Yu Gothic UI" panose="020B0500000000000000" pitchFamily="34" charset="-128"/>
                <a:ea typeface="Yu Gothic UI" panose="020B0500000000000000" pitchFamily="34" charset="-128"/>
              </a:rPr>
              <a:t>参考</a:t>
            </a:r>
            <a:r>
              <a:rPr lang="en-US" altLang="ja-JP" sz="1400" dirty="0">
                <a:latin typeface="Yu Gothic UI" panose="020B0500000000000000" pitchFamily="34" charset="-128"/>
                <a:ea typeface="Yu Gothic UI" panose="020B0500000000000000" pitchFamily="34" charset="-128"/>
              </a:rPr>
              <a:t>: </a:t>
            </a:r>
            <a:r>
              <a:rPr lang="en-US" altLang="ja-JP" sz="1400" dirty="0">
                <a:latin typeface="Yu Gothic UI" panose="020B0500000000000000" pitchFamily="34" charset="-128"/>
                <a:ea typeface="Yu Gothic UI" panose="020B0500000000000000" pitchFamily="34" charset="-128"/>
                <a:hlinkClick r:id="rId3"/>
              </a:rPr>
              <a:t>https://</a:t>
            </a:r>
            <a:r>
              <a:rPr lang="en-US" altLang="ja-JP" sz="1400" dirty="0" err="1">
                <a:latin typeface="Yu Gothic UI" panose="020B0500000000000000" pitchFamily="34" charset="-128"/>
                <a:ea typeface="Yu Gothic UI" panose="020B0500000000000000" pitchFamily="34" charset="-128"/>
                <a:hlinkClick r:id="rId3"/>
              </a:rPr>
              <a:t>learn.microsoft.com</a:t>
            </a:r>
            <a:r>
              <a:rPr lang="en-US" altLang="ja-JP" sz="1400" dirty="0">
                <a:latin typeface="Yu Gothic UI" panose="020B0500000000000000" pitchFamily="34" charset="-128"/>
                <a:ea typeface="Yu Gothic UI" panose="020B0500000000000000" pitchFamily="34" charset="-128"/>
                <a:hlinkClick r:id="rId3"/>
              </a:rPr>
              <a:t>/ja-</a:t>
            </a:r>
            <a:r>
              <a:rPr lang="en-US" altLang="ja-JP" sz="1400" dirty="0" err="1">
                <a:latin typeface="Yu Gothic UI" panose="020B0500000000000000" pitchFamily="34" charset="-128"/>
                <a:ea typeface="Yu Gothic UI" panose="020B0500000000000000" pitchFamily="34" charset="-128"/>
                <a:hlinkClick r:id="rId3"/>
              </a:rPr>
              <a:t>jp</a:t>
            </a:r>
            <a:r>
              <a:rPr lang="en-US" altLang="ja-JP" sz="1400" dirty="0">
                <a:latin typeface="Yu Gothic UI" panose="020B0500000000000000" pitchFamily="34" charset="-128"/>
                <a:ea typeface="Yu Gothic UI" panose="020B0500000000000000" pitchFamily="34" charset="-128"/>
                <a:hlinkClick r:id="rId3"/>
              </a:rPr>
              <a:t>/azure/azure-monitor/platform/</a:t>
            </a:r>
            <a:r>
              <a:rPr lang="en-US" altLang="ja-JP" sz="1400" dirty="0" err="1">
                <a:latin typeface="Yu Gothic UI" panose="020B0500000000000000" pitchFamily="34" charset="-128"/>
                <a:ea typeface="Yu Gothic UI" panose="020B0500000000000000" pitchFamily="34" charset="-128"/>
                <a:hlinkClick r:id="rId3"/>
              </a:rPr>
              <a:t>diagnostic-settings?tabs</a:t>
            </a:r>
            <a:r>
              <a:rPr lang="en-US" altLang="ja-JP" sz="1400" dirty="0">
                <a:latin typeface="Yu Gothic UI" panose="020B0500000000000000" pitchFamily="34" charset="-128"/>
                <a:ea typeface="Yu Gothic UI" panose="020B0500000000000000" pitchFamily="34" charset="-128"/>
                <a:hlinkClick r:id="rId3"/>
              </a:rPr>
              <a:t>=portal</a:t>
            </a:r>
            <a:endParaRPr lang="ja-JP" altLang="en-US" sz="1400">
              <a:latin typeface="Yu Gothic UI" panose="020B0500000000000000" pitchFamily="34" charset="-128"/>
              <a:ea typeface="Yu Gothic UI" panose="020B0500000000000000" pitchFamily="34" charset="-128"/>
            </a:endParaRPr>
          </a:p>
        </p:txBody>
      </p:sp>
      <p:pic>
        <p:nvPicPr>
          <p:cNvPr id="7" name="図 6" descr="アクティビティ ログ、リソース ログ、プラットフォーム メトリックのコレクションを示す図。">
            <a:extLst>
              <a:ext uri="{FF2B5EF4-FFF2-40B4-BE49-F238E27FC236}">
                <a16:creationId xmlns:a16="http://schemas.microsoft.com/office/drawing/2014/main" id="{EAE2A4E3-9093-40BE-F625-0F4BB45A3A8F}"/>
              </a:ext>
            </a:extLst>
          </p:cNvPr>
          <p:cNvPicPr>
            <a:picLocks noChangeAspect="1"/>
          </p:cNvPicPr>
          <p:nvPr/>
        </p:nvPicPr>
        <p:blipFill>
          <a:blip r:embed="rId4"/>
          <a:stretch>
            <a:fillRect/>
          </a:stretch>
        </p:blipFill>
        <p:spPr>
          <a:xfrm>
            <a:off x="6855315" y="2623726"/>
            <a:ext cx="4719084" cy="2310179"/>
          </a:xfrm>
          <a:prstGeom prst="rect">
            <a:avLst/>
          </a:prstGeom>
        </p:spPr>
      </p:pic>
      <p:sp>
        <p:nvSpPr>
          <p:cNvPr id="8" name="テキスト ボックス 7">
            <a:extLst>
              <a:ext uri="{FF2B5EF4-FFF2-40B4-BE49-F238E27FC236}">
                <a16:creationId xmlns:a16="http://schemas.microsoft.com/office/drawing/2014/main" id="{F8273818-D43D-4898-0DE6-2FB6701C8F39}"/>
              </a:ext>
            </a:extLst>
          </p:cNvPr>
          <p:cNvSpPr txBox="1"/>
          <p:nvPr/>
        </p:nvSpPr>
        <p:spPr>
          <a:xfrm>
            <a:off x="6855315" y="2234772"/>
            <a:ext cx="4529470" cy="276999"/>
          </a:xfrm>
          <a:prstGeom prst="rect">
            <a:avLst/>
          </a:prstGeom>
          <a:noFill/>
        </p:spPr>
        <p:txBody>
          <a:bodyPr wrap="square" rtlCol="0">
            <a:spAutoFit/>
          </a:bodyPr>
          <a:lstStyle/>
          <a:p>
            <a:pPr algn="l"/>
            <a:r>
              <a:rPr kumimoji="1" lang="ja-JP" altLang="en-US" sz="1200">
                <a:solidFill>
                  <a:srgbClr val="000000"/>
                </a:solidFill>
                <a:latin typeface="Yu Gothic UI" panose="020B0500000000000000" pitchFamily="34" charset="-128"/>
                <a:ea typeface="Yu Gothic UI" panose="020B0500000000000000" pitchFamily="34" charset="-128"/>
              </a:rPr>
              <a:t>■</a:t>
            </a:r>
            <a:r>
              <a:rPr kumimoji="1" lang="en-US" altLang="ja-JP" sz="1200" dirty="0">
                <a:solidFill>
                  <a:srgbClr val="000000"/>
                </a:solidFill>
                <a:latin typeface="Yu Gothic UI" panose="020B0500000000000000" pitchFamily="34" charset="-128"/>
                <a:ea typeface="Yu Gothic UI" panose="020B0500000000000000" pitchFamily="34" charset="-128"/>
              </a:rPr>
              <a:t> </a:t>
            </a:r>
            <a:r>
              <a:rPr kumimoji="1" lang="ja-JP" altLang="en-US" sz="1200">
                <a:solidFill>
                  <a:srgbClr val="000000"/>
                </a:solidFill>
                <a:latin typeface="Yu Gothic UI" panose="020B0500000000000000" pitchFamily="34" charset="-128"/>
                <a:ea typeface="Yu Gothic UI" panose="020B0500000000000000" pitchFamily="34" charset="-128"/>
              </a:rPr>
              <a:t>診断設定</a:t>
            </a:r>
            <a:r>
              <a:rPr kumimoji="1" lang="en-US" altLang="ja-JP" sz="1200" dirty="0">
                <a:solidFill>
                  <a:srgbClr val="000000"/>
                </a:solidFill>
                <a:latin typeface="Yu Gothic UI" panose="020B0500000000000000" pitchFamily="34" charset="-128"/>
                <a:ea typeface="Yu Gothic UI" panose="020B0500000000000000" pitchFamily="34" charset="-128"/>
              </a:rPr>
              <a:t> </a:t>
            </a:r>
            <a:r>
              <a:rPr lang="ja-JP" altLang="en-US" sz="1200">
                <a:solidFill>
                  <a:srgbClr val="000000"/>
                </a:solidFill>
                <a:latin typeface="Yu Gothic UI" panose="020B0500000000000000" pitchFamily="34" charset="-128"/>
                <a:ea typeface="Yu Gothic UI" panose="020B0500000000000000" pitchFamily="34" charset="-128"/>
              </a:rPr>
              <a:t>を利用する場合</a:t>
            </a:r>
            <a:r>
              <a:rPr lang="en-US" altLang="ja-JP" sz="1200" dirty="0">
                <a:solidFill>
                  <a:srgbClr val="000000"/>
                </a:solidFill>
                <a:latin typeface="Yu Gothic UI" panose="020B0500000000000000" pitchFamily="34" charset="-128"/>
                <a:ea typeface="Yu Gothic UI" panose="020B0500000000000000" pitchFamily="34" charset="-128"/>
              </a:rPr>
              <a:t> (PaaS </a:t>
            </a:r>
            <a:r>
              <a:rPr lang="ja-JP" altLang="en-US" sz="1200">
                <a:solidFill>
                  <a:srgbClr val="000000"/>
                </a:solidFill>
                <a:latin typeface="Yu Gothic UI" panose="020B0500000000000000" pitchFamily="34" charset="-128"/>
                <a:ea typeface="Yu Gothic UI" panose="020B0500000000000000" pitchFamily="34" charset="-128"/>
              </a:rPr>
              <a:t>や</a:t>
            </a:r>
            <a:r>
              <a:rPr lang="en-US" altLang="ja-JP" sz="1200" dirty="0">
                <a:solidFill>
                  <a:srgbClr val="000000"/>
                </a:solidFill>
                <a:latin typeface="Yu Gothic UI" panose="020B0500000000000000" pitchFamily="34" charset="-128"/>
                <a:ea typeface="Yu Gothic UI" panose="020B0500000000000000" pitchFamily="34" charset="-128"/>
              </a:rPr>
              <a:t> VM</a:t>
            </a:r>
            <a:r>
              <a:rPr lang="ja-JP" altLang="en-US" sz="1200">
                <a:solidFill>
                  <a:srgbClr val="000000"/>
                </a:solidFill>
                <a:latin typeface="Yu Gothic UI" panose="020B0500000000000000" pitchFamily="34" charset="-128"/>
                <a:ea typeface="Yu Gothic UI" panose="020B0500000000000000" pitchFamily="34" charset="-128"/>
              </a:rPr>
              <a:t>のホストの監視に利用</a:t>
            </a:r>
            <a:r>
              <a:rPr lang="en-US" altLang="ja-JP" sz="1200" dirty="0">
                <a:solidFill>
                  <a:srgbClr val="000000"/>
                </a:solidFill>
                <a:latin typeface="Yu Gothic UI" panose="020B0500000000000000" pitchFamily="34" charset="-128"/>
                <a:ea typeface="Yu Gothic UI" panose="020B0500000000000000" pitchFamily="34" charset="-128"/>
              </a:rPr>
              <a:t>)</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pic>
        <p:nvPicPr>
          <p:cNvPr id="10" name="図 9" descr="Azure Monitor パイプラインのデータ フローを示す図。">
            <a:extLst>
              <a:ext uri="{FF2B5EF4-FFF2-40B4-BE49-F238E27FC236}">
                <a16:creationId xmlns:a16="http://schemas.microsoft.com/office/drawing/2014/main" id="{3C866E3A-418D-6A58-7ADA-29531AE1CDD2}"/>
              </a:ext>
            </a:extLst>
          </p:cNvPr>
          <p:cNvPicPr>
            <a:picLocks noChangeAspect="1"/>
          </p:cNvPicPr>
          <p:nvPr/>
        </p:nvPicPr>
        <p:blipFill>
          <a:blip r:embed="rId5"/>
          <a:stretch>
            <a:fillRect/>
          </a:stretch>
        </p:blipFill>
        <p:spPr>
          <a:xfrm>
            <a:off x="754910" y="2766321"/>
            <a:ext cx="5261892" cy="2167585"/>
          </a:xfrm>
          <a:prstGeom prst="rect">
            <a:avLst/>
          </a:prstGeom>
        </p:spPr>
      </p:pic>
      <p:sp>
        <p:nvSpPr>
          <p:cNvPr id="11" name="テキスト ボックス 10">
            <a:extLst>
              <a:ext uri="{FF2B5EF4-FFF2-40B4-BE49-F238E27FC236}">
                <a16:creationId xmlns:a16="http://schemas.microsoft.com/office/drawing/2014/main" id="{1356FF2D-8AEA-4A73-50A5-85D618D2EC65}"/>
              </a:ext>
            </a:extLst>
          </p:cNvPr>
          <p:cNvSpPr txBox="1"/>
          <p:nvPr/>
        </p:nvSpPr>
        <p:spPr>
          <a:xfrm>
            <a:off x="685800" y="2254157"/>
            <a:ext cx="5467765" cy="461665"/>
          </a:xfrm>
          <a:prstGeom prst="rect">
            <a:avLst/>
          </a:prstGeom>
          <a:noFill/>
        </p:spPr>
        <p:txBody>
          <a:bodyPr wrap="square" rtlCol="0">
            <a:spAutoFit/>
          </a:bodyPr>
          <a:lstStyle/>
          <a:p>
            <a:pPr algn="l"/>
            <a:r>
              <a:rPr kumimoji="1" lang="ja-JP" altLang="en-US" sz="1200">
                <a:solidFill>
                  <a:srgbClr val="000000"/>
                </a:solidFill>
                <a:latin typeface="Yu Gothic UI" panose="020B0500000000000000" pitchFamily="34" charset="-128"/>
                <a:ea typeface="Yu Gothic UI" panose="020B0500000000000000" pitchFamily="34" charset="-128"/>
              </a:rPr>
              <a:t>■</a:t>
            </a:r>
            <a:r>
              <a:rPr kumimoji="1" lang="en-US" altLang="ja-JP" sz="1200" dirty="0">
                <a:solidFill>
                  <a:srgbClr val="000000"/>
                </a:solidFill>
                <a:latin typeface="Yu Gothic UI" panose="020B0500000000000000" pitchFamily="34" charset="-128"/>
                <a:ea typeface="Yu Gothic UI" panose="020B0500000000000000" pitchFamily="34" charset="-128"/>
              </a:rPr>
              <a:t> AMA (Azure Monitor Agent) / DCR (Data Collection Rule) </a:t>
            </a:r>
            <a:r>
              <a:rPr kumimoji="1" lang="ja-JP" altLang="en-US" sz="1200">
                <a:solidFill>
                  <a:srgbClr val="000000"/>
                </a:solidFill>
                <a:latin typeface="Yu Gothic UI" panose="020B0500000000000000" pitchFamily="34" charset="-128"/>
                <a:ea typeface="Yu Gothic UI" panose="020B0500000000000000" pitchFamily="34" charset="-128"/>
              </a:rPr>
              <a:t>を利用する場合</a:t>
            </a:r>
            <a:r>
              <a:rPr kumimoji="1" lang="en-US" altLang="ja-JP" sz="1200" dirty="0">
                <a:solidFill>
                  <a:srgbClr val="000000"/>
                </a:solidFill>
                <a:latin typeface="Yu Gothic UI" panose="020B0500000000000000" pitchFamily="34" charset="-128"/>
                <a:ea typeface="Yu Gothic UI" panose="020B0500000000000000" pitchFamily="34" charset="-128"/>
              </a:rPr>
              <a:t> (VM </a:t>
            </a:r>
            <a:r>
              <a:rPr kumimoji="1" lang="ja-JP" altLang="en-US" sz="1200">
                <a:solidFill>
                  <a:srgbClr val="000000"/>
                </a:solidFill>
                <a:latin typeface="Yu Gothic UI" panose="020B0500000000000000" pitchFamily="34" charset="-128"/>
                <a:ea typeface="Yu Gothic UI" panose="020B0500000000000000" pitchFamily="34" charset="-128"/>
              </a:rPr>
              <a:t>のゲスト</a:t>
            </a:r>
            <a:r>
              <a:rPr kumimoji="1" lang="en-US" altLang="ja-JP" sz="1200" dirty="0">
                <a:solidFill>
                  <a:srgbClr val="000000"/>
                </a:solidFill>
                <a:latin typeface="Yu Gothic UI" panose="020B0500000000000000" pitchFamily="34" charset="-128"/>
                <a:ea typeface="Yu Gothic UI" panose="020B0500000000000000" pitchFamily="34" charset="-128"/>
              </a:rPr>
              <a:t> OS </a:t>
            </a:r>
            <a:r>
              <a:rPr kumimoji="1" lang="ja-JP" altLang="en-US" sz="1200">
                <a:solidFill>
                  <a:srgbClr val="000000"/>
                </a:solidFill>
                <a:latin typeface="Yu Gothic UI" panose="020B0500000000000000" pitchFamily="34" charset="-128"/>
                <a:ea typeface="Yu Gothic UI" panose="020B0500000000000000" pitchFamily="34" charset="-128"/>
              </a:rPr>
              <a:t>の監視に利用</a:t>
            </a:r>
            <a:r>
              <a:rPr kumimoji="1" lang="en-US" altLang="ja-JP" sz="1200" dirty="0">
                <a:solidFill>
                  <a:srgbClr val="000000"/>
                </a:solidFill>
                <a:latin typeface="Yu Gothic UI" panose="020B0500000000000000" pitchFamily="34" charset="-128"/>
                <a:ea typeface="Yu Gothic UI" panose="020B0500000000000000" pitchFamily="34" charset="-128"/>
              </a:rPr>
              <a:t>)</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sp>
        <p:nvSpPr>
          <p:cNvPr id="12" name="四角形吹き出し 11">
            <a:extLst>
              <a:ext uri="{FF2B5EF4-FFF2-40B4-BE49-F238E27FC236}">
                <a16:creationId xmlns:a16="http://schemas.microsoft.com/office/drawing/2014/main" id="{88FB84FB-2840-1A56-1030-AB63773A4657}"/>
              </a:ext>
            </a:extLst>
          </p:cNvPr>
          <p:cNvSpPr/>
          <p:nvPr/>
        </p:nvSpPr>
        <p:spPr>
          <a:xfrm>
            <a:off x="1847380" y="5027871"/>
            <a:ext cx="3987210" cy="861237"/>
          </a:xfrm>
          <a:prstGeom prst="wedgeRectCallout">
            <a:avLst>
              <a:gd name="adj1" fmla="val 30367"/>
              <a:gd name="adj2" fmla="val -9058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solidFill>
                <a:latin typeface="Yu Gothic UI" panose="020B0500000000000000" pitchFamily="34" charset="-128"/>
                <a:ea typeface="Yu Gothic UI" panose="020B0500000000000000" pitchFamily="34" charset="-128"/>
              </a:rPr>
              <a:t>DCR </a:t>
            </a:r>
            <a:r>
              <a:rPr kumimoji="1" lang="ja-JP" altLang="en-US" sz="1200">
                <a:solidFill>
                  <a:schemeClr val="tx1"/>
                </a:solidFill>
                <a:latin typeface="Yu Gothic UI" panose="020B0500000000000000" pitchFamily="34" charset="-128"/>
                <a:ea typeface="Yu Gothic UI" panose="020B0500000000000000" pitchFamily="34" charset="-128"/>
              </a:rPr>
              <a:t>を利用する場合は、まず、</a:t>
            </a:r>
            <a:r>
              <a:rPr kumimoji="1" lang="en-US" altLang="ja-JP" sz="1200" dirty="0">
                <a:solidFill>
                  <a:schemeClr val="tx1"/>
                </a:solidFill>
                <a:latin typeface="Yu Gothic UI" panose="020B0500000000000000" pitchFamily="34" charset="-128"/>
                <a:ea typeface="Yu Gothic UI" panose="020B0500000000000000" pitchFamily="34" charset="-128"/>
              </a:rPr>
              <a:t>Log Analytics Workspace</a:t>
            </a:r>
            <a:r>
              <a:rPr kumimoji="1" lang="ja-JP" altLang="en-US" sz="1200">
                <a:solidFill>
                  <a:schemeClr val="tx1"/>
                </a:solidFill>
                <a:latin typeface="Yu Gothic UI" panose="020B0500000000000000" pitchFamily="34" charset="-128"/>
                <a:ea typeface="Yu Gothic UI" panose="020B0500000000000000" pitchFamily="34" charset="-128"/>
              </a:rPr>
              <a:t>に送信し、</a:t>
            </a:r>
            <a:r>
              <a:rPr kumimoji="1" lang="en-US" altLang="ja-JP" sz="1200" dirty="0">
                <a:solidFill>
                  <a:schemeClr val="tx1"/>
                </a:solidFill>
                <a:latin typeface="Yu Gothic UI" panose="020B0500000000000000" pitchFamily="34" charset="-128"/>
                <a:ea typeface="Yu Gothic UI" panose="020B0500000000000000" pitchFamily="34" charset="-128"/>
              </a:rPr>
              <a:t>Log Analytics </a:t>
            </a:r>
            <a:r>
              <a:rPr kumimoji="1" lang="ja-JP" altLang="en-US" sz="1200">
                <a:solidFill>
                  <a:schemeClr val="tx1"/>
                </a:solidFill>
                <a:latin typeface="Yu Gothic UI" panose="020B0500000000000000" pitchFamily="34" charset="-128"/>
                <a:ea typeface="Yu Gothic UI" panose="020B0500000000000000" pitchFamily="34" charset="-128"/>
              </a:rPr>
              <a:t>から</a:t>
            </a:r>
            <a:r>
              <a:rPr kumimoji="1" lang="en-US" altLang="ja-JP" sz="1200" dirty="0">
                <a:solidFill>
                  <a:schemeClr val="tx1"/>
                </a:solidFill>
                <a:latin typeface="Yu Gothic UI" panose="020B0500000000000000" pitchFamily="34" charset="-128"/>
                <a:ea typeface="Yu Gothic UI" panose="020B0500000000000000" pitchFamily="34" charset="-128"/>
              </a:rPr>
              <a:t> Blob Storage</a:t>
            </a:r>
            <a:r>
              <a:rPr lang="en-US" altLang="ja-JP" sz="1200" dirty="0">
                <a:solidFill>
                  <a:schemeClr val="tx1"/>
                </a:solidFill>
                <a:latin typeface="Yu Gothic UI" panose="020B0500000000000000" pitchFamily="34" charset="-128"/>
                <a:ea typeface="Yu Gothic UI" panose="020B0500000000000000" pitchFamily="34" charset="-128"/>
              </a:rPr>
              <a:t> </a:t>
            </a:r>
            <a:r>
              <a:rPr lang="ja-JP" altLang="en-US" sz="1200">
                <a:solidFill>
                  <a:schemeClr val="tx1"/>
                </a:solidFill>
                <a:latin typeface="Yu Gothic UI" panose="020B0500000000000000" pitchFamily="34" charset="-128"/>
                <a:ea typeface="Yu Gothic UI" panose="020B0500000000000000" pitchFamily="34" charset="-128"/>
              </a:rPr>
              <a:t>などにエクスポートする。直接、</a:t>
            </a:r>
            <a:r>
              <a:rPr lang="en-US" altLang="ja-JP" sz="1200" dirty="0">
                <a:solidFill>
                  <a:schemeClr val="tx1"/>
                </a:solidFill>
                <a:latin typeface="Yu Gothic UI" panose="020B0500000000000000" pitchFamily="34" charset="-128"/>
                <a:ea typeface="Yu Gothic UI" panose="020B0500000000000000" pitchFamily="34" charset="-128"/>
              </a:rPr>
              <a:t>Azure Data Explorer </a:t>
            </a:r>
            <a:r>
              <a:rPr lang="ja-JP" altLang="en-US" sz="1200">
                <a:solidFill>
                  <a:schemeClr val="tx1"/>
                </a:solidFill>
                <a:latin typeface="Yu Gothic UI" panose="020B0500000000000000" pitchFamily="34" charset="-128"/>
                <a:ea typeface="Yu Gothic UI" panose="020B0500000000000000" pitchFamily="34" charset="-128"/>
              </a:rPr>
              <a:t>や</a:t>
            </a:r>
            <a:r>
              <a:rPr lang="en-US" altLang="ja-JP" sz="1200" dirty="0">
                <a:solidFill>
                  <a:schemeClr val="tx1"/>
                </a:solidFill>
                <a:latin typeface="Yu Gothic UI" panose="020B0500000000000000" pitchFamily="34" charset="-128"/>
                <a:ea typeface="Yu Gothic UI" panose="020B0500000000000000" pitchFamily="34" charset="-128"/>
              </a:rPr>
              <a:t> MS Fabric </a:t>
            </a:r>
            <a:r>
              <a:rPr lang="ja-JP" altLang="en-US" sz="1200">
                <a:solidFill>
                  <a:schemeClr val="tx1"/>
                </a:solidFill>
                <a:latin typeface="Yu Gothic UI" panose="020B0500000000000000" pitchFamily="34" charset="-128"/>
                <a:ea typeface="Yu Gothic UI" panose="020B0500000000000000" pitchFamily="34" charset="-128"/>
              </a:rPr>
              <a:t>に送信する機能はプレビュー</a:t>
            </a:r>
            <a:endParaRPr kumimoji="1" lang="ja-JP" altLang="en-US" sz="1200">
              <a:solidFill>
                <a:schemeClr val="tx1"/>
              </a:solidFill>
              <a:latin typeface="Yu Gothic UI" panose="020B0500000000000000" pitchFamily="34" charset="-128"/>
              <a:ea typeface="Yu Gothic UI" panose="020B0500000000000000" pitchFamily="34" charset="-128"/>
            </a:endParaRPr>
          </a:p>
        </p:txBody>
      </p:sp>
      <p:sp>
        <p:nvSpPr>
          <p:cNvPr id="13" name="四角形吹き出し 12">
            <a:extLst>
              <a:ext uri="{FF2B5EF4-FFF2-40B4-BE49-F238E27FC236}">
                <a16:creationId xmlns:a16="http://schemas.microsoft.com/office/drawing/2014/main" id="{5EE3ED0B-6867-8C6E-9DD5-8B18CE83D3CD}"/>
              </a:ext>
            </a:extLst>
          </p:cNvPr>
          <p:cNvSpPr/>
          <p:nvPr/>
        </p:nvSpPr>
        <p:spPr>
          <a:xfrm>
            <a:off x="7720096" y="5027871"/>
            <a:ext cx="3987210" cy="861237"/>
          </a:xfrm>
          <a:prstGeom prst="wedgeRectCallout">
            <a:avLst>
              <a:gd name="adj1" fmla="val 29834"/>
              <a:gd name="adj2" fmla="val -7453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a:solidFill>
                  <a:schemeClr val="tx1"/>
                </a:solidFill>
                <a:latin typeface="Yu Gothic UI" panose="020B0500000000000000" pitchFamily="34" charset="-128"/>
                <a:ea typeface="Yu Gothic UI" panose="020B0500000000000000" pitchFamily="34" charset="-128"/>
              </a:rPr>
              <a:t>診断設定では、</a:t>
            </a:r>
            <a:r>
              <a:rPr lang="en-US" altLang="ja-JP" sz="1200" dirty="0">
                <a:solidFill>
                  <a:schemeClr val="tx1"/>
                </a:solidFill>
                <a:latin typeface="Yu Gothic UI" panose="020B0500000000000000" pitchFamily="34" charset="-128"/>
                <a:ea typeface="Yu Gothic UI" panose="020B0500000000000000" pitchFamily="34" charset="-128"/>
              </a:rPr>
              <a:t>Log Analytics Workspace</a:t>
            </a:r>
            <a:r>
              <a:rPr lang="ja-JP" altLang="en-US" sz="1200">
                <a:solidFill>
                  <a:schemeClr val="tx1"/>
                </a:solidFill>
                <a:latin typeface="Yu Gothic UI" panose="020B0500000000000000" pitchFamily="34" charset="-128"/>
                <a:ea typeface="Yu Gothic UI" panose="020B0500000000000000" pitchFamily="34" charset="-128"/>
              </a:rPr>
              <a:t>、</a:t>
            </a:r>
            <a:r>
              <a:rPr lang="en-US" altLang="ja-JP" sz="1200" dirty="0">
                <a:solidFill>
                  <a:schemeClr val="tx1"/>
                </a:solidFill>
                <a:latin typeface="Yu Gothic UI" panose="020B0500000000000000" pitchFamily="34" charset="-128"/>
                <a:ea typeface="Yu Gothic UI" panose="020B0500000000000000" pitchFamily="34" charset="-128"/>
              </a:rPr>
              <a:t>Blob Storage</a:t>
            </a:r>
            <a:r>
              <a:rPr lang="ja-JP" altLang="en-US" sz="1200">
                <a:solidFill>
                  <a:schemeClr val="tx1"/>
                </a:solidFill>
                <a:latin typeface="Yu Gothic UI" panose="020B0500000000000000" pitchFamily="34" charset="-128"/>
                <a:ea typeface="Yu Gothic UI" panose="020B0500000000000000" pitchFamily="34" charset="-128"/>
              </a:rPr>
              <a:t>、</a:t>
            </a:r>
            <a:r>
              <a:rPr lang="en-US" altLang="ja-JP" sz="1200" dirty="0">
                <a:solidFill>
                  <a:schemeClr val="tx1"/>
                </a:solidFill>
                <a:latin typeface="Yu Gothic UI" panose="020B0500000000000000" pitchFamily="34" charset="-128"/>
                <a:ea typeface="Yu Gothic UI" panose="020B0500000000000000" pitchFamily="34" charset="-128"/>
              </a:rPr>
              <a:t>Event Hubs</a:t>
            </a:r>
            <a:r>
              <a:rPr lang="ja-JP" altLang="en-US" sz="1200">
                <a:solidFill>
                  <a:schemeClr val="tx1"/>
                </a:solidFill>
                <a:latin typeface="Yu Gothic UI" panose="020B0500000000000000" pitchFamily="34" charset="-128"/>
                <a:ea typeface="Yu Gothic UI" panose="020B0500000000000000" pitchFamily="34" charset="-128"/>
              </a:rPr>
              <a:t>、</a:t>
            </a:r>
            <a:r>
              <a:rPr lang="en-US" altLang="ja-JP" sz="1200" dirty="0">
                <a:solidFill>
                  <a:schemeClr val="tx1"/>
                </a:solidFill>
                <a:latin typeface="Yu Gothic UI" panose="020B0500000000000000" pitchFamily="34" charset="-128"/>
                <a:ea typeface="Yu Gothic UI" panose="020B0500000000000000" pitchFamily="34" charset="-128"/>
              </a:rPr>
              <a:t>Datadog </a:t>
            </a:r>
            <a:r>
              <a:rPr lang="ja-JP" altLang="en-US" sz="1200">
                <a:solidFill>
                  <a:schemeClr val="tx1"/>
                </a:solidFill>
                <a:latin typeface="Yu Gothic UI" panose="020B0500000000000000" pitchFamily="34" charset="-128"/>
                <a:ea typeface="Yu Gothic UI" panose="020B0500000000000000" pitchFamily="34" charset="-128"/>
              </a:rPr>
              <a:t>や</a:t>
            </a:r>
            <a:r>
              <a:rPr lang="en-US" altLang="ja-JP" sz="1200" dirty="0">
                <a:solidFill>
                  <a:schemeClr val="tx1"/>
                </a:solidFill>
                <a:latin typeface="Yu Gothic UI" panose="020B0500000000000000" pitchFamily="34" charset="-128"/>
                <a:ea typeface="Yu Gothic UI" panose="020B0500000000000000" pitchFamily="34" charset="-128"/>
              </a:rPr>
              <a:t> New Relic </a:t>
            </a:r>
            <a:r>
              <a:rPr lang="ja-JP" altLang="en-US" sz="1200">
                <a:solidFill>
                  <a:schemeClr val="tx1"/>
                </a:solidFill>
                <a:latin typeface="Yu Gothic UI" panose="020B0500000000000000" pitchFamily="34" charset="-128"/>
                <a:ea typeface="Yu Gothic UI" panose="020B0500000000000000" pitchFamily="34" charset="-128"/>
              </a:rPr>
              <a:t>などパートナーソリューションに送信可能</a:t>
            </a:r>
            <a:endParaRPr kumimoji="1" lang="ja-JP" altLang="en-US" sz="1200">
              <a:solidFill>
                <a:schemeClr val="tx1"/>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647346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858CE-27D8-96BB-C2C6-B9AAE996A84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35D4B98-D264-FA82-E378-3947C9D299A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データ収集の宛先 </a:t>
            </a:r>
            <a:r>
              <a:rPr kumimoji="1" lang="en-US" altLang="ja-JP" sz="2000" b="1" dirty="0">
                <a:latin typeface="Yu Gothic UI" panose="020B0500000000000000" pitchFamily="34" charset="-128"/>
                <a:ea typeface="Yu Gothic UI" panose="020B0500000000000000" pitchFamily="34" charset="-128"/>
              </a:rPr>
              <a:t>— </a:t>
            </a:r>
            <a:r>
              <a:rPr kumimoji="1" lang="ja-JP" altLang="en-US" sz="2000" b="1">
                <a:latin typeface="Yu Gothic UI" panose="020B0500000000000000" pitchFamily="34" charset="-128"/>
                <a:ea typeface="Yu Gothic UI" panose="020B0500000000000000" pitchFamily="34" charset="-128"/>
              </a:rPr>
              <a:t>ユースケース比較</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D8C0A637-97FF-5F56-3E96-D07D8043B21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8519172-ABD2-1AC6-673C-A0E1D25AEFB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F3E5B594-2E25-BE31-9A0C-52516564B5E3}"/>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各宛先にはそれぞれ最適なユースケースがあります。コスト・分析性能・外部連携のバランスを考慮して宛先を選択してください。</a:t>
            </a:r>
          </a:p>
        </p:txBody>
      </p:sp>
      <p:sp>
        <p:nvSpPr>
          <p:cNvPr id="6" name="字幕 1">
            <a:extLst>
              <a:ext uri="{FF2B5EF4-FFF2-40B4-BE49-F238E27FC236}">
                <a16:creationId xmlns:a16="http://schemas.microsoft.com/office/drawing/2014/main" id="{7403D8D6-71F9-DE9C-6CCF-FDFE4E24B823}"/>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graphicFrame>
        <p:nvGraphicFramePr>
          <p:cNvPr id="5" name="Table 0">
            <a:extLst>
              <a:ext uri="{FF2B5EF4-FFF2-40B4-BE49-F238E27FC236}">
                <a16:creationId xmlns:a16="http://schemas.microsoft.com/office/drawing/2014/main" id="{DD2B8F43-E2EC-8587-3A36-68E14E78887D}"/>
              </a:ext>
            </a:extLst>
          </p:cNvPr>
          <p:cNvGraphicFramePr>
            <a:graphicFrameLocks noGrp="1"/>
          </p:cNvGraphicFramePr>
          <p:nvPr>
            <p:extLst>
              <p:ext uri="{D42A27DB-BD31-4B8C-83A1-F6EECF244321}">
                <p14:modId xmlns:p14="http://schemas.microsoft.com/office/powerpoint/2010/main" val="3085972241"/>
              </p:ext>
            </p:extLst>
          </p:nvPr>
        </p:nvGraphicFramePr>
        <p:xfrm>
          <a:off x="685800" y="2286564"/>
          <a:ext cx="10433729" cy="3480054"/>
        </p:xfrm>
        <a:graphic>
          <a:graphicData uri="http://schemas.openxmlformats.org/drawingml/2006/table">
            <a:tbl>
              <a:tblPr/>
              <a:tblGrid>
                <a:gridCol w="1767279">
                  <a:extLst>
                    <a:ext uri="{9D8B030D-6E8A-4147-A177-3AD203B41FA5}">
                      <a16:colId xmlns:a16="http://schemas.microsoft.com/office/drawing/2014/main" val="20000"/>
                    </a:ext>
                  </a:extLst>
                </a:gridCol>
                <a:gridCol w="3617757">
                  <a:extLst>
                    <a:ext uri="{9D8B030D-6E8A-4147-A177-3AD203B41FA5}">
                      <a16:colId xmlns:a16="http://schemas.microsoft.com/office/drawing/2014/main" val="20001"/>
                    </a:ext>
                  </a:extLst>
                </a:gridCol>
                <a:gridCol w="2966484">
                  <a:extLst>
                    <a:ext uri="{9D8B030D-6E8A-4147-A177-3AD203B41FA5}">
                      <a16:colId xmlns:a16="http://schemas.microsoft.com/office/drawing/2014/main" val="20002"/>
                    </a:ext>
                  </a:extLst>
                </a:gridCol>
                <a:gridCol w="2082209">
                  <a:extLst>
                    <a:ext uri="{9D8B030D-6E8A-4147-A177-3AD203B41FA5}">
                      <a16:colId xmlns:a16="http://schemas.microsoft.com/office/drawing/2014/main" val="20003"/>
                    </a:ext>
                  </a:extLst>
                </a:gridCol>
              </a:tblGrid>
              <a:tr h="461686">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宛先</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主なユースケース</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特徴</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tc>
                  <a:txBody>
                    <a:bodyPr/>
                    <a:lstStyle/>
                    <a:p>
                      <a:pPr marL="0" indent="0" algn="ctr">
                        <a:buNone/>
                      </a:pPr>
                      <a:r>
                        <a:rPr lang="en-US" sz="1400" b="1" dirty="0">
                          <a:solidFill>
                            <a:srgbClr val="FFFFFF"/>
                          </a:solidFill>
                          <a:latin typeface="Meiryo" pitchFamily="34" charset="0"/>
                          <a:ea typeface="Meiryo" pitchFamily="34" charset="-122"/>
                          <a:cs typeface="Meiryo" pitchFamily="34" charset="-120"/>
                        </a:rPr>
                        <a:t>コスト感</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078D4"/>
                    </a:solidFill>
                  </a:tcPr>
                </a:tc>
                <a:extLst>
                  <a:ext uri="{0D108BD9-81ED-4DB2-BD59-A6C34878D82A}">
                    <a16:rowId xmlns:a16="http://schemas.microsoft.com/office/drawing/2014/main" val="10000"/>
                  </a:ext>
                </a:extLst>
              </a:tr>
              <a:tr h="754592">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Log Analytics</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リアルタイム分析・アラート</a:t>
                      </a:r>
                      <a:endParaRPr lang="en-US" sz="1400" dirty="0">
                        <a:latin typeface="Meiryo" charset="0"/>
                        <a:ea typeface="Meiryo" charset="0"/>
                        <a:cs typeface="Meiryo" charset="0"/>
                      </a:endParaRPr>
                    </a:p>
                    <a:p>
                      <a:pPr marL="0" indent="0">
                        <a:buNone/>
                      </a:pPr>
                      <a:r>
                        <a:rPr lang="en-US" sz="1400" dirty="0">
                          <a:solidFill>
                            <a:srgbClr val="2D3748"/>
                          </a:solidFill>
                          <a:latin typeface="Meiryo" pitchFamily="34" charset="0"/>
                          <a:ea typeface="Meiryo" pitchFamily="34" charset="-122"/>
                          <a:cs typeface="Meiryo" pitchFamily="34" charset="-120"/>
                        </a:rPr>
                        <a:t>KQL クエリ・ダッシュボード</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対話的な分析に最適</a:t>
                      </a:r>
                      <a:endParaRPr lang="en-US" sz="1400" dirty="0">
                        <a:latin typeface="Meiryo" charset="0"/>
                        <a:ea typeface="Meiryo" charset="0"/>
                        <a:cs typeface="Meiryo" charset="0"/>
                      </a:endParaRPr>
                    </a:p>
                    <a:p>
                      <a:pPr marL="0" indent="0">
                        <a:buNone/>
                      </a:pPr>
                      <a:r>
                        <a:rPr lang="en-US" sz="1400" dirty="0">
                          <a:solidFill>
                            <a:srgbClr val="2D3748"/>
                          </a:solidFill>
                          <a:latin typeface="Meiryo" pitchFamily="34" charset="0"/>
                          <a:ea typeface="Meiryo" pitchFamily="34" charset="-122"/>
                          <a:cs typeface="Meiryo" pitchFamily="34" charset="-120"/>
                        </a:rPr>
                        <a:t>最大12年保持可能</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中〜高</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1"/>
                  </a:ext>
                </a:extLst>
              </a:tr>
              <a:tr h="754592">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Storage Account</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長期保管・コンプライアンス</a:t>
                      </a:r>
                      <a:endParaRPr lang="en-US" sz="1400" dirty="0">
                        <a:latin typeface="Meiryo" charset="0"/>
                        <a:ea typeface="Meiryo" charset="0"/>
                        <a:cs typeface="Meiryo" charset="0"/>
                      </a:endParaRPr>
                    </a:p>
                    <a:p>
                      <a:pPr marL="0" indent="0">
                        <a:buNone/>
                      </a:pPr>
                      <a:r>
                        <a:rPr lang="en-US" sz="1400" dirty="0">
                          <a:solidFill>
                            <a:srgbClr val="2D3748"/>
                          </a:solidFill>
                          <a:latin typeface="Meiryo" pitchFamily="34" charset="0"/>
                          <a:ea typeface="Meiryo" pitchFamily="34" charset="-122"/>
                          <a:cs typeface="Meiryo" pitchFamily="34" charset="-120"/>
                        </a:rPr>
                        <a:t>監査ログのアーカイブ</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最も低コスト</a:t>
                      </a:r>
                      <a:endParaRPr lang="en-US" sz="1400" dirty="0">
                        <a:latin typeface="Meiryo" charset="0"/>
                        <a:ea typeface="Meiryo" charset="0"/>
                        <a:cs typeface="Meiryo" charset="0"/>
                      </a:endParaRPr>
                    </a:p>
                    <a:p>
                      <a:pPr marL="0" indent="0">
                        <a:buNone/>
                      </a:pPr>
                      <a:r>
                        <a:rPr lang="en-US" sz="1400" dirty="0">
                          <a:solidFill>
                            <a:srgbClr val="2D3748"/>
                          </a:solidFill>
                          <a:latin typeface="Meiryo" pitchFamily="34" charset="0"/>
                          <a:ea typeface="Meiryo" pitchFamily="34" charset="-122"/>
                          <a:cs typeface="Meiryo" pitchFamily="34" charset="-120"/>
                        </a:rPr>
                        <a:t>ライフサイクル管理可能</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低</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754592">
                <a:tc>
                  <a:txBody>
                    <a:bodyPr/>
                    <a:lstStyle/>
                    <a:p>
                      <a:pPr marL="0" indent="0">
                        <a:buNone/>
                      </a:pPr>
                      <a:r>
                        <a:rPr lang="en-US" sz="1400" b="1" dirty="0">
                          <a:solidFill>
                            <a:srgbClr val="2D3748"/>
                          </a:solidFill>
                          <a:latin typeface="Meiryo" pitchFamily="34" charset="0"/>
                          <a:ea typeface="Meiryo" pitchFamily="34" charset="-122"/>
                          <a:cs typeface="Meiryo" pitchFamily="34" charset="-120"/>
                        </a:rPr>
                        <a:t>Event Hubs</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外部 SIEM 連携 (Splunk 等)</a:t>
                      </a:r>
                      <a:endParaRPr lang="en-US" sz="1400" dirty="0">
                        <a:latin typeface="Meiryo" charset="0"/>
                        <a:ea typeface="Meiryo" charset="0"/>
                        <a:cs typeface="Meiryo" charset="0"/>
                      </a:endParaRPr>
                    </a:p>
                    <a:p>
                      <a:pPr marL="0" indent="0">
                        <a:buNone/>
                      </a:pPr>
                      <a:r>
                        <a:rPr lang="en-US" sz="1400" dirty="0">
                          <a:solidFill>
                            <a:srgbClr val="2D3748"/>
                          </a:solidFill>
                          <a:latin typeface="Meiryo" pitchFamily="34" charset="0"/>
                          <a:ea typeface="Meiryo" pitchFamily="34" charset="-122"/>
                          <a:cs typeface="Meiryo" pitchFamily="34" charset="-120"/>
                        </a:rPr>
                        <a:t>ストリーム処理</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リアルタイムストリーミング</a:t>
                      </a:r>
                      <a:endParaRPr lang="en-US" sz="1400" dirty="0">
                        <a:latin typeface="Meiryo" charset="0"/>
                        <a:ea typeface="Meiryo" charset="0"/>
                        <a:cs typeface="Meiryo" charset="0"/>
                      </a:endParaRPr>
                    </a:p>
                    <a:p>
                      <a:pPr marL="0" indent="0">
                        <a:buNone/>
                      </a:pPr>
                      <a:r>
                        <a:rPr lang="en-US" sz="1400" dirty="0">
                          <a:solidFill>
                            <a:srgbClr val="2D3748"/>
                          </a:solidFill>
                          <a:latin typeface="Meiryo" pitchFamily="34" charset="0"/>
                          <a:ea typeface="Meiryo" pitchFamily="34" charset="-122"/>
                          <a:cs typeface="Meiryo" pitchFamily="34" charset="-120"/>
                        </a:rPr>
                        <a:t>外部ツールとの統合</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中</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3"/>
                  </a:ext>
                </a:extLst>
              </a:tr>
              <a:tr h="754592">
                <a:tc>
                  <a:txBody>
                    <a:bodyPr/>
                    <a:lstStyle/>
                    <a:p>
                      <a:pPr marL="0" indent="0">
                        <a:buNone/>
                      </a:pPr>
                      <a:r>
                        <a:rPr lang="en-US" sz="1400" b="1" dirty="0" err="1">
                          <a:solidFill>
                            <a:srgbClr val="2D3748"/>
                          </a:solidFill>
                          <a:latin typeface="Meiryo" pitchFamily="34" charset="0"/>
                          <a:ea typeface="Meiryo" pitchFamily="34" charset="-122"/>
                          <a:cs typeface="Meiryo" pitchFamily="34" charset="-120"/>
                        </a:rPr>
                        <a:t>パートナ</a:t>
                      </a:r>
                      <a:r>
                        <a:rPr lang="en-US" sz="1400" b="1" dirty="0">
                          <a:solidFill>
                            <a:srgbClr val="2D3748"/>
                          </a:solidFill>
                          <a:latin typeface="Meiryo" pitchFamily="34" charset="0"/>
                          <a:ea typeface="Meiryo" pitchFamily="34" charset="-122"/>
                          <a:cs typeface="Meiryo" pitchFamily="34" charset="-120"/>
                        </a:rPr>
                        <a:t>ー </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Datadog / Elastic 等</a:t>
                      </a:r>
                      <a:endParaRPr lang="en-US" sz="1400" dirty="0">
                        <a:latin typeface="Meiryo" charset="0"/>
                        <a:ea typeface="Meiryo" charset="0"/>
                        <a:cs typeface="Meiryo" charset="0"/>
                      </a:endParaRPr>
                    </a:p>
                    <a:p>
                      <a:pPr marL="0" indent="0">
                        <a:buNone/>
                      </a:pPr>
                      <a:r>
                        <a:rPr lang="en-US" sz="1400" dirty="0">
                          <a:solidFill>
                            <a:srgbClr val="2D3748"/>
                          </a:solidFill>
                          <a:latin typeface="Meiryo" pitchFamily="34" charset="0"/>
                          <a:ea typeface="Meiryo" pitchFamily="34" charset="-122"/>
                          <a:cs typeface="Meiryo" pitchFamily="34" charset="-120"/>
                        </a:rPr>
                        <a:t>既存監視ツールとの統合</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既存投資を活用</a:t>
                      </a:r>
                      <a:endParaRPr lang="en-US" sz="1400" dirty="0">
                        <a:latin typeface="Meiryo" charset="0"/>
                        <a:ea typeface="Meiryo" charset="0"/>
                        <a:cs typeface="Meiryo" charset="0"/>
                      </a:endParaRPr>
                    </a:p>
                    <a:p>
                      <a:pPr marL="0" indent="0">
                        <a:buNone/>
                      </a:pPr>
                      <a:r>
                        <a:rPr lang="en-US" sz="1400" dirty="0">
                          <a:solidFill>
                            <a:srgbClr val="2D3748"/>
                          </a:solidFill>
                          <a:latin typeface="Meiryo" pitchFamily="34" charset="0"/>
                          <a:ea typeface="Meiryo" pitchFamily="34" charset="-122"/>
                          <a:cs typeface="Meiryo" pitchFamily="34" charset="-120"/>
                        </a:rPr>
                        <a:t>マルチクラウド一元監視</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1400" dirty="0">
                          <a:solidFill>
                            <a:srgbClr val="2D3748"/>
                          </a:solidFill>
                          <a:latin typeface="Meiryo" pitchFamily="34" charset="0"/>
                          <a:ea typeface="Meiryo" pitchFamily="34" charset="-122"/>
                          <a:cs typeface="Meiryo" pitchFamily="34" charset="-120"/>
                        </a:rPr>
                        <a:t>外部ツール</a:t>
                      </a:r>
                      <a:endParaRPr lang="en-US" sz="1400" dirty="0">
                        <a:latin typeface="Meiryo" charset="0"/>
                        <a:ea typeface="Meiryo" charset="0"/>
                        <a:cs typeface="Meiryo" charset="0"/>
                      </a:endParaRPr>
                    </a:p>
                    <a:p>
                      <a:pPr marL="0" indent="0">
                        <a:buNone/>
                      </a:pPr>
                      <a:r>
                        <a:rPr lang="en-US" sz="1400" dirty="0">
                          <a:solidFill>
                            <a:srgbClr val="2D3748"/>
                          </a:solidFill>
                          <a:latin typeface="Meiryo" pitchFamily="34" charset="0"/>
                          <a:ea typeface="Meiryo" pitchFamily="34" charset="-122"/>
                          <a:cs typeface="Meiryo" pitchFamily="34" charset="-120"/>
                        </a:rPr>
                        <a:t>費用別途</a:t>
                      </a:r>
                      <a:endParaRPr lang="en-US" sz="1400" dirty="0">
                        <a:latin typeface="Meiryo" charset="0"/>
                        <a:ea typeface="Meiryo" charset="0"/>
                        <a:cs typeface="Meiryo" charset="0"/>
                      </a:endParaRPr>
                    </a:p>
                  </a:txBody>
                  <a:tcPr anchor="ct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テキスト ボックス 6">
            <a:extLst>
              <a:ext uri="{FF2B5EF4-FFF2-40B4-BE49-F238E27FC236}">
                <a16:creationId xmlns:a16="http://schemas.microsoft.com/office/drawing/2014/main" id="{B129EEA3-6294-8386-ABA1-B7749A8798FC}"/>
              </a:ext>
            </a:extLst>
          </p:cNvPr>
          <p:cNvSpPr txBox="1"/>
          <p:nvPr/>
        </p:nvSpPr>
        <p:spPr>
          <a:xfrm>
            <a:off x="685800" y="6044343"/>
            <a:ext cx="8468478" cy="276999"/>
          </a:xfrm>
          <a:prstGeom prst="rect">
            <a:avLst/>
          </a:prstGeom>
          <a:noFill/>
        </p:spPr>
        <p:txBody>
          <a:bodyPr wrap="square" rtlCol="0">
            <a:spAutoFit/>
          </a:bodyPr>
          <a:lstStyle/>
          <a:p>
            <a:pPr algn="l"/>
            <a:r>
              <a:rPr kumimoji="1" lang="en-US" altLang="ja-JP" sz="1200" dirty="0">
                <a:solidFill>
                  <a:srgbClr val="000000"/>
                </a:solidFill>
                <a:latin typeface="Yu Gothic UI" panose="020B0500000000000000" pitchFamily="34" charset="-128"/>
                <a:ea typeface="Yu Gothic UI" panose="020B0500000000000000" pitchFamily="34" charset="-128"/>
              </a:rPr>
              <a:t>AMA/DCR </a:t>
            </a:r>
            <a:r>
              <a:rPr kumimoji="1" lang="ja-JP" altLang="en-US" sz="1200">
                <a:solidFill>
                  <a:srgbClr val="000000"/>
                </a:solidFill>
                <a:latin typeface="Yu Gothic UI" panose="020B0500000000000000" pitchFamily="34" charset="-128"/>
                <a:ea typeface="Yu Gothic UI" panose="020B0500000000000000" pitchFamily="34" charset="-128"/>
              </a:rPr>
              <a:t>から</a:t>
            </a:r>
            <a:r>
              <a:rPr kumimoji="1" lang="en-US" altLang="ja-JP" sz="1200" dirty="0">
                <a:solidFill>
                  <a:srgbClr val="000000"/>
                </a:solidFill>
                <a:latin typeface="Yu Gothic UI" panose="020B0500000000000000" pitchFamily="34" charset="-128"/>
                <a:ea typeface="Yu Gothic UI" panose="020B0500000000000000" pitchFamily="34" charset="-128"/>
              </a:rPr>
              <a:t> MS Fabric </a:t>
            </a:r>
            <a:r>
              <a:rPr kumimoji="1" lang="ja-JP" altLang="en-US" sz="1200">
                <a:solidFill>
                  <a:srgbClr val="000000"/>
                </a:solidFill>
                <a:latin typeface="Yu Gothic UI" panose="020B0500000000000000" pitchFamily="34" charset="-128"/>
                <a:ea typeface="Yu Gothic UI" panose="020B0500000000000000" pitchFamily="34" charset="-128"/>
              </a:rPr>
              <a:t>や</a:t>
            </a:r>
            <a:r>
              <a:rPr kumimoji="1" lang="en-US" altLang="ja-JP" sz="1200" dirty="0">
                <a:solidFill>
                  <a:srgbClr val="000000"/>
                </a:solidFill>
                <a:latin typeface="Yu Gothic UI" panose="020B0500000000000000" pitchFamily="34" charset="-128"/>
                <a:ea typeface="Yu Gothic UI" panose="020B0500000000000000" pitchFamily="34" charset="-128"/>
              </a:rPr>
              <a:t> Azure Data Explorer </a:t>
            </a:r>
            <a:r>
              <a:rPr kumimoji="1" lang="ja-JP" altLang="en-US" sz="1200">
                <a:solidFill>
                  <a:srgbClr val="000000"/>
                </a:solidFill>
                <a:latin typeface="Yu Gothic UI" panose="020B0500000000000000" pitchFamily="34" charset="-128"/>
                <a:ea typeface="Yu Gothic UI" panose="020B0500000000000000" pitchFamily="34" charset="-128"/>
              </a:rPr>
              <a:t>に直接データ送信する機能はプレビュー中</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40491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D0684-4807-5E2A-E41D-79F5A44D787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5B069F0-6B10-1FE8-9D28-8AB0063CA73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t>監視のベストプラクティス</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C60E79FD-1BB3-771E-768C-5053221493F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7263D8B0-84F5-A53B-0B81-79A5D9CA865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2B3E10D5-B212-0A16-872A-E7B34DF90153}"/>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監視設計のベストプラクティスをまとめます。適切な監視項目の選定、アラート疲れの防止、よくある落とし穴の回避が重要です。</a:t>
            </a:r>
          </a:p>
        </p:txBody>
      </p:sp>
      <p:sp>
        <p:nvSpPr>
          <p:cNvPr id="6" name="字幕 1">
            <a:extLst>
              <a:ext uri="{FF2B5EF4-FFF2-40B4-BE49-F238E27FC236}">
                <a16:creationId xmlns:a16="http://schemas.microsoft.com/office/drawing/2014/main" id="{547693D8-5086-4D64-7285-8E9D89516088}"/>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Shape 5">
            <a:extLst>
              <a:ext uri="{FF2B5EF4-FFF2-40B4-BE49-F238E27FC236}">
                <a16:creationId xmlns:a16="http://schemas.microsoft.com/office/drawing/2014/main" id="{E16B7D61-4E1A-33C6-D832-9AEAF426464D}"/>
              </a:ext>
            </a:extLst>
          </p:cNvPr>
          <p:cNvSpPr/>
          <p:nvPr/>
        </p:nvSpPr>
        <p:spPr>
          <a:xfrm>
            <a:off x="685800" y="2297990"/>
            <a:ext cx="3404545"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200"/>
          </a:p>
        </p:txBody>
      </p:sp>
      <p:sp>
        <p:nvSpPr>
          <p:cNvPr id="7" name="Shape 6">
            <a:extLst>
              <a:ext uri="{FF2B5EF4-FFF2-40B4-BE49-F238E27FC236}">
                <a16:creationId xmlns:a16="http://schemas.microsoft.com/office/drawing/2014/main" id="{90268B1A-60CC-A28F-B8DE-947521E8FE55}"/>
              </a:ext>
            </a:extLst>
          </p:cNvPr>
          <p:cNvSpPr/>
          <p:nvPr/>
        </p:nvSpPr>
        <p:spPr>
          <a:xfrm>
            <a:off x="685800" y="2297990"/>
            <a:ext cx="3404545" cy="411480"/>
          </a:xfrm>
          <a:prstGeom prst="rect">
            <a:avLst/>
          </a:prstGeom>
          <a:solidFill>
            <a:srgbClr val="0078D4"/>
          </a:solidFill>
          <a:ln/>
        </p:spPr>
        <p:txBody>
          <a:bodyPr/>
          <a:lstStyle/>
          <a:p>
            <a:endParaRPr lang="ja-JP" altLang="en-US" sz="3200"/>
          </a:p>
        </p:txBody>
      </p:sp>
      <p:sp>
        <p:nvSpPr>
          <p:cNvPr id="8" name="Text 7">
            <a:extLst>
              <a:ext uri="{FF2B5EF4-FFF2-40B4-BE49-F238E27FC236}">
                <a16:creationId xmlns:a16="http://schemas.microsoft.com/office/drawing/2014/main" id="{1C365BDE-578F-287C-E423-98600F2F0978}"/>
              </a:ext>
            </a:extLst>
          </p:cNvPr>
          <p:cNvSpPr/>
          <p:nvPr/>
        </p:nvSpPr>
        <p:spPr>
          <a:xfrm>
            <a:off x="685800" y="2297990"/>
            <a:ext cx="3404545" cy="411480"/>
          </a:xfrm>
          <a:prstGeom prst="rect">
            <a:avLst/>
          </a:prstGeom>
          <a:noFill/>
          <a:ln/>
        </p:spPr>
        <p:txBody>
          <a:bodyPr wrap="square" rtlCol="0" anchor="ctr"/>
          <a:lstStyle/>
          <a:p>
            <a:pPr marL="0" indent="0" algn="ctr">
              <a:buNone/>
            </a:pPr>
            <a:r>
              <a:rPr lang="en-US" b="1" dirty="0">
                <a:solidFill>
                  <a:srgbClr val="FFFFFF"/>
                </a:solidFill>
                <a:latin typeface="Meiryo" pitchFamily="34" charset="0"/>
                <a:ea typeface="Meiryo" pitchFamily="34" charset="-122"/>
                <a:cs typeface="Meiryo" pitchFamily="34" charset="-120"/>
              </a:rPr>
              <a:t>推奨監視項目 (VM)</a:t>
            </a:r>
            <a:endParaRPr lang="en-US" dirty="0"/>
          </a:p>
        </p:txBody>
      </p:sp>
      <p:sp>
        <p:nvSpPr>
          <p:cNvPr id="10" name="Text 8">
            <a:extLst>
              <a:ext uri="{FF2B5EF4-FFF2-40B4-BE49-F238E27FC236}">
                <a16:creationId xmlns:a16="http://schemas.microsoft.com/office/drawing/2014/main" id="{54A95DCC-F66D-6B92-70B7-1CBA14AA6936}"/>
              </a:ext>
            </a:extLst>
          </p:cNvPr>
          <p:cNvSpPr/>
          <p:nvPr/>
        </p:nvSpPr>
        <p:spPr>
          <a:xfrm>
            <a:off x="868681" y="2800910"/>
            <a:ext cx="2950606" cy="2560320"/>
          </a:xfrm>
          <a:prstGeom prst="rect">
            <a:avLst/>
          </a:prstGeom>
          <a:noFill/>
          <a:ln/>
        </p:spPr>
        <p:txBody>
          <a:bodyPr wrap="square" rtlCol="0" anchor="t"/>
          <a:lstStyle/>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CPU 使用率 (&gt; 80% で警告)</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メモリ使用率 (&gt; 90% で警告)</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ディスク空き容量 (&lt; 20% で警告)</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ネットワーク In/Out の異常スパイク</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OS 起動・停止イベント</a:t>
            </a:r>
            <a:endParaRPr lang="en-US" sz="1400" dirty="0"/>
          </a:p>
        </p:txBody>
      </p:sp>
      <p:sp>
        <p:nvSpPr>
          <p:cNvPr id="11" name="Shape 9">
            <a:extLst>
              <a:ext uri="{FF2B5EF4-FFF2-40B4-BE49-F238E27FC236}">
                <a16:creationId xmlns:a16="http://schemas.microsoft.com/office/drawing/2014/main" id="{3A8D0E54-51F5-CB8B-AC1D-FD9F7FC2A216}"/>
              </a:ext>
            </a:extLst>
          </p:cNvPr>
          <p:cNvSpPr/>
          <p:nvPr/>
        </p:nvSpPr>
        <p:spPr>
          <a:xfrm>
            <a:off x="4241327" y="2297990"/>
            <a:ext cx="3404545"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200"/>
          </a:p>
        </p:txBody>
      </p:sp>
      <p:sp>
        <p:nvSpPr>
          <p:cNvPr id="12" name="Shape 10">
            <a:extLst>
              <a:ext uri="{FF2B5EF4-FFF2-40B4-BE49-F238E27FC236}">
                <a16:creationId xmlns:a16="http://schemas.microsoft.com/office/drawing/2014/main" id="{667AC29C-90D5-9DE6-1539-E376FC768FDC}"/>
              </a:ext>
            </a:extLst>
          </p:cNvPr>
          <p:cNvSpPr/>
          <p:nvPr/>
        </p:nvSpPr>
        <p:spPr>
          <a:xfrm>
            <a:off x="4241327" y="2297990"/>
            <a:ext cx="3404545" cy="411480"/>
          </a:xfrm>
          <a:prstGeom prst="rect">
            <a:avLst/>
          </a:prstGeom>
          <a:solidFill>
            <a:srgbClr val="38A169"/>
          </a:solidFill>
          <a:ln/>
        </p:spPr>
        <p:txBody>
          <a:bodyPr/>
          <a:lstStyle/>
          <a:p>
            <a:endParaRPr lang="ja-JP" altLang="en-US" sz="3200"/>
          </a:p>
        </p:txBody>
      </p:sp>
      <p:sp>
        <p:nvSpPr>
          <p:cNvPr id="13" name="Text 11">
            <a:extLst>
              <a:ext uri="{FF2B5EF4-FFF2-40B4-BE49-F238E27FC236}">
                <a16:creationId xmlns:a16="http://schemas.microsoft.com/office/drawing/2014/main" id="{1C7E7322-F39D-EDA6-3199-011060545354}"/>
              </a:ext>
            </a:extLst>
          </p:cNvPr>
          <p:cNvSpPr/>
          <p:nvPr/>
        </p:nvSpPr>
        <p:spPr>
          <a:xfrm>
            <a:off x="4241327" y="2297990"/>
            <a:ext cx="3404545" cy="411480"/>
          </a:xfrm>
          <a:prstGeom prst="rect">
            <a:avLst/>
          </a:prstGeom>
          <a:noFill/>
          <a:ln/>
        </p:spPr>
        <p:txBody>
          <a:bodyPr wrap="square" rtlCol="0" anchor="ctr"/>
          <a:lstStyle/>
          <a:p>
            <a:pPr marL="0" indent="0" algn="ctr">
              <a:buNone/>
            </a:pPr>
            <a:r>
              <a:rPr lang="en-US" b="1" dirty="0">
                <a:solidFill>
                  <a:srgbClr val="FFFFFF"/>
                </a:solidFill>
                <a:latin typeface="Meiryo" pitchFamily="34" charset="0"/>
                <a:ea typeface="Meiryo" pitchFamily="34" charset="-122"/>
                <a:cs typeface="Meiryo" pitchFamily="34" charset="-120"/>
              </a:rPr>
              <a:t>アラート設計のポイント</a:t>
            </a:r>
            <a:endParaRPr lang="en-US" dirty="0"/>
          </a:p>
        </p:txBody>
      </p:sp>
      <p:sp>
        <p:nvSpPr>
          <p:cNvPr id="14" name="Text 12">
            <a:extLst>
              <a:ext uri="{FF2B5EF4-FFF2-40B4-BE49-F238E27FC236}">
                <a16:creationId xmlns:a16="http://schemas.microsoft.com/office/drawing/2014/main" id="{D8A6D4EA-B3A7-F2A1-A04F-D9AAC4F77F8F}"/>
              </a:ext>
            </a:extLst>
          </p:cNvPr>
          <p:cNvSpPr/>
          <p:nvPr/>
        </p:nvSpPr>
        <p:spPr>
          <a:xfrm>
            <a:off x="4424208" y="2800910"/>
            <a:ext cx="2950606" cy="2560320"/>
          </a:xfrm>
          <a:prstGeom prst="rect">
            <a:avLst/>
          </a:prstGeom>
          <a:noFill/>
          <a:ln/>
        </p:spPr>
        <p:txBody>
          <a:bodyPr wrap="square" rtlCol="0" anchor="t"/>
          <a:lstStyle/>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重大度レベルを適切に分類 (Sev 0〜4)</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アラート疲れを防ぐ (重要なもの厳選)</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動的しきい値で誤報を削減</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アクショングループで通知先を一元管理</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自動修復 (Runbook/Logic App) の活用</a:t>
            </a:r>
            <a:endParaRPr lang="en-US" sz="1400" dirty="0"/>
          </a:p>
        </p:txBody>
      </p:sp>
      <p:sp>
        <p:nvSpPr>
          <p:cNvPr id="15" name="Shape 13">
            <a:extLst>
              <a:ext uri="{FF2B5EF4-FFF2-40B4-BE49-F238E27FC236}">
                <a16:creationId xmlns:a16="http://schemas.microsoft.com/office/drawing/2014/main" id="{C4D88457-A974-FBF6-CB24-4FBE9582287C}"/>
              </a:ext>
            </a:extLst>
          </p:cNvPr>
          <p:cNvSpPr/>
          <p:nvPr/>
        </p:nvSpPr>
        <p:spPr>
          <a:xfrm>
            <a:off x="7796855" y="2297990"/>
            <a:ext cx="3404545"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3200"/>
          </a:p>
        </p:txBody>
      </p:sp>
      <p:sp>
        <p:nvSpPr>
          <p:cNvPr id="16" name="Shape 14">
            <a:extLst>
              <a:ext uri="{FF2B5EF4-FFF2-40B4-BE49-F238E27FC236}">
                <a16:creationId xmlns:a16="http://schemas.microsoft.com/office/drawing/2014/main" id="{8BAD0346-7821-0B48-838E-B32E7452A2E4}"/>
              </a:ext>
            </a:extLst>
          </p:cNvPr>
          <p:cNvSpPr/>
          <p:nvPr/>
        </p:nvSpPr>
        <p:spPr>
          <a:xfrm>
            <a:off x="7796855" y="2297990"/>
            <a:ext cx="3404545" cy="411480"/>
          </a:xfrm>
          <a:prstGeom prst="rect">
            <a:avLst/>
          </a:prstGeom>
          <a:solidFill>
            <a:srgbClr val="E53E3E"/>
          </a:solidFill>
          <a:ln/>
        </p:spPr>
        <p:txBody>
          <a:bodyPr/>
          <a:lstStyle/>
          <a:p>
            <a:endParaRPr lang="ja-JP" altLang="en-US" sz="3200"/>
          </a:p>
        </p:txBody>
      </p:sp>
      <p:sp>
        <p:nvSpPr>
          <p:cNvPr id="17" name="Text 15">
            <a:extLst>
              <a:ext uri="{FF2B5EF4-FFF2-40B4-BE49-F238E27FC236}">
                <a16:creationId xmlns:a16="http://schemas.microsoft.com/office/drawing/2014/main" id="{D342358C-668A-F957-E1C1-574050D2C59C}"/>
              </a:ext>
            </a:extLst>
          </p:cNvPr>
          <p:cNvSpPr/>
          <p:nvPr/>
        </p:nvSpPr>
        <p:spPr>
          <a:xfrm>
            <a:off x="7796855" y="2297990"/>
            <a:ext cx="3404545" cy="411480"/>
          </a:xfrm>
          <a:prstGeom prst="rect">
            <a:avLst/>
          </a:prstGeom>
          <a:noFill/>
          <a:ln/>
        </p:spPr>
        <p:txBody>
          <a:bodyPr wrap="square" rtlCol="0" anchor="ctr"/>
          <a:lstStyle/>
          <a:p>
            <a:pPr marL="0" indent="0" algn="ctr">
              <a:buNone/>
            </a:pPr>
            <a:r>
              <a:rPr lang="en-US" b="1" dirty="0">
                <a:solidFill>
                  <a:srgbClr val="FFFFFF"/>
                </a:solidFill>
                <a:latin typeface="Meiryo" pitchFamily="34" charset="0"/>
                <a:ea typeface="Meiryo" pitchFamily="34" charset="-122"/>
                <a:cs typeface="Meiryo" pitchFamily="34" charset="-120"/>
              </a:rPr>
              <a:t>よくある落とし穴</a:t>
            </a:r>
            <a:endParaRPr lang="en-US" dirty="0"/>
          </a:p>
        </p:txBody>
      </p:sp>
      <p:sp>
        <p:nvSpPr>
          <p:cNvPr id="18" name="Text 16">
            <a:extLst>
              <a:ext uri="{FF2B5EF4-FFF2-40B4-BE49-F238E27FC236}">
                <a16:creationId xmlns:a16="http://schemas.microsoft.com/office/drawing/2014/main" id="{B272EAA3-E474-0A0A-9BDE-9AC6035A439F}"/>
              </a:ext>
            </a:extLst>
          </p:cNvPr>
          <p:cNvSpPr/>
          <p:nvPr/>
        </p:nvSpPr>
        <p:spPr>
          <a:xfrm>
            <a:off x="7979736" y="2800910"/>
            <a:ext cx="2950606" cy="2560320"/>
          </a:xfrm>
          <a:prstGeom prst="rect">
            <a:avLst/>
          </a:prstGeom>
          <a:noFill/>
          <a:ln/>
        </p:spPr>
        <p:txBody>
          <a:bodyPr wrap="square" rtlCol="0" anchor="t"/>
          <a:lstStyle/>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エージェント未設定でログが欠落</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保持期間切れでデータ消失</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全データ収集 → コスト超過</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アラートが多すぎて重要通知を見逃す</a:t>
            </a:r>
            <a:endParaRPr lang="en-US" sz="1400" dirty="0"/>
          </a:p>
          <a:p>
            <a:pPr marL="342900" indent="-342900">
              <a:spcAft>
                <a:spcPts val="600"/>
              </a:spcAft>
              <a:buSzPct val="100000"/>
              <a:buChar char="•"/>
            </a:pPr>
            <a:r>
              <a:rPr lang="en-US" sz="1400" dirty="0">
                <a:solidFill>
                  <a:srgbClr val="2D3748"/>
                </a:solidFill>
                <a:latin typeface="Meiryo" pitchFamily="34" charset="0"/>
                <a:ea typeface="Meiryo" pitchFamily="34" charset="-122"/>
                <a:cs typeface="Meiryo" pitchFamily="34" charset="-120"/>
              </a:rPr>
              <a:t>ワークスペースの分割粒度が不適切</a:t>
            </a:r>
            <a:endParaRPr lang="en-US" sz="1400" dirty="0"/>
          </a:p>
        </p:txBody>
      </p:sp>
    </p:spTree>
    <p:extLst>
      <p:ext uri="{BB962C8B-B14F-4D97-AF65-F5344CB8AC3E}">
        <p14:creationId xmlns:p14="http://schemas.microsoft.com/office/powerpoint/2010/main" val="1689664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5E297-0855-BA8D-BC58-90E90A3647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685047F-90B5-CBAF-0168-76FD01BEBC32}"/>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2</a:t>
            </a:r>
          </a:p>
          <a:p>
            <a:pPr marL="0" indent="0">
              <a:buNone/>
            </a:pP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Azure VM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運用における </a:t>
            </a: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Tips</a:t>
            </a:r>
          </a:p>
          <a:p>
            <a:pPr marL="0" marR="0" lvl="0" indent="0" algn="l" defTabSz="914400" eaLnBrk="1" fontAlgn="auto" latinLnBrk="0" hangingPunct="1">
              <a:lnSpc>
                <a:spcPct val="90000"/>
              </a:lnSpc>
              <a:spcBef>
                <a:spcPts val="1000"/>
              </a:spcBef>
              <a:spcAft>
                <a:spcPts val="0"/>
              </a:spcAft>
              <a:buClrTx/>
              <a:buSzTx/>
              <a:buFontTx/>
              <a:buNone/>
              <a:tabLst/>
              <a:defRPr/>
            </a:pPr>
            <a:r>
              <a:rPr kumimoji="0" lang="en" altLang="ja-JP" sz="1400" b="0" i="0" u="none" strike="noStrike" kern="0" cap="none" spc="0" normalizeH="0" baseline="0" noProof="0" dirty="0">
                <a:ln>
                  <a:noFill/>
                </a:ln>
                <a:solidFill>
                  <a:srgbClr val="595959"/>
                </a:solidFill>
                <a:effectLst/>
                <a:uLnTx/>
                <a:uFillTx/>
                <a:latin typeface="Yu Gothic UI"/>
                <a:ea typeface="Yu Gothic UI"/>
              </a:rPr>
              <a:t>Tips for VM Operation</a:t>
            </a: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917774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4F00E-7C40-693D-A6B9-E594BCB862C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BB6C5CF-CCEC-1FA2-EAB2-40E988EBD93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Serial Console </a:t>
            </a:r>
            <a:r>
              <a:rPr lang="ja-JP" altLang="en-US" sz="2000" b="1">
                <a:solidFill>
                  <a:srgbClr val="1F2937"/>
                </a:solidFill>
                <a:latin typeface="Yu Gothic" pitchFamily="34" charset="0"/>
                <a:ea typeface="Yu Gothic" pitchFamily="34" charset="-122"/>
                <a:cs typeface="Yu Gothic" pitchFamily="34" charset="-120"/>
              </a:rPr>
              <a:t>接続</a:t>
            </a:r>
            <a:endParaRPr lang="en-US" altLang="ja-JP" sz="2000" dirty="0"/>
          </a:p>
        </p:txBody>
      </p:sp>
      <p:sp>
        <p:nvSpPr>
          <p:cNvPr id="2" name="正方形/長方形 1">
            <a:extLst>
              <a:ext uri="{FF2B5EF4-FFF2-40B4-BE49-F238E27FC236}">
                <a16:creationId xmlns:a16="http://schemas.microsoft.com/office/drawing/2014/main" id="{277A8706-B791-7F42-0431-13B06FEB15B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7DBC8F09-169A-8CD5-BBD9-91DDDCD865C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96845FA8-0DD9-B3D9-E100-E05F636986C4}"/>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ja-JP" altLang="en-US" sz="2000">
                <a:solidFill>
                  <a:srgbClr val="404040"/>
                </a:solidFill>
              </a:rPr>
              <a:t>ネットワーク障害で </a:t>
            </a:r>
            <a:r>
              <a:rPr lang="en" altLang="ja-JP" sz="2000" dirty="0">
                <a:solidFill>
                  <a:srgbClr val="404040"/>
                </a:solidFill>
              </a:rPr>
              <a:t>SSH/RDP </a:t>
            </a:r>
            <a:r>
              <a:rPr lang="ja-JP" altLang="en-US" sz="2000">
                <a:solidFill>
                  <a:srgbClr val="404040"/>
                </a:solidFill>
              </a:rPr>
              <a:t>が使えない場合でも、</a:t>
            </a:r>
            <a:r>
              <a:rPr lang="en" altLang="ja-JP" sz="2000" dirty="0">
                <a:solidFill>
                  <a:srgbClr val="404040"/>
                </a:solidFill>
              </a:rPr>
              <a:t>Azure </a:t>
            </a:r>
            <a:r>
              <a:rPr lang="ja-JP" altLang="en-US" sz="2000">
                <a:solidFill>
                  <a:srgbClr val="404040"/>
                </a:solidFill>
              </a:rPr>
              <a:t>ポータルから直接 </a:t>
            </a:r>
            <a:r>
              <a:rPr lang="en" altLang="ja-JP" sz="2000" dirty="0">
                <a:solidFill>
                  <a:srgbClr val="404040"/>
                </a:solidFill>
              </a:rPr>
              <a:t>VM </a:t>
            </a:r>
            <a:r>
              <a:rPr lang="ja-JP" altLang="en-US" sz="2000">
                <a:solidFill>
                  <a:srgbClr val="404040"/>
                </a:solidFill>
              </a:rPr>
              <a:t>にアクセスできるテキストベースのコンソールです。</a:t>
            </a:r>
          </a:p>
          <a:p>
            <a:pPr marL="0" indent="0">
              <a:lnSpc>
                <a:spcPct val="114000"/>
              </a:lnSpc>
              <a:buNone/>
            </a:pPr>
            <a:endParaRPr lang="ja-JP" altLang="en-US" sz="2000">
              <a:solidFill>
                <a:srgbClr val="404040"/>
              </a:solidFill>
            </a:endParaRPr>
          </a:p>
        </p:txBody>
      </p:sp>
      <p:sp>
        <p:nvSpPr>
          <p:cNvPr id="6" name="字幕 1">
            <a:extLst>
              <a:ext uri="{FF2B5EF4-FFF2-40B4-BE49-F238E27FC236}">
                <a16:creationId xmlns:a16="http://schemas.microsoft.com/office/drawing/2014/main" id="{FC51F495-4F76-D59B-0C73-D63E12CB2772}"/>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1" name="Text 5">
            <a:extLst>
              <a:ext uri="{FF2B5EF4-FFF2-40B4-BE49-F238E27FC236}">
                <a16:creationId xmlns:a16="http://schemas.microsoft.com/office/drawing/2014/main" id="{E31ADAC9-838C-22B9-BD72-FBC47C9CCEA7}"/>
              </a:ext>
            </a:extLst>
          </p:cNvPr>
          <p:cNvSpPr/>
          <p:nvPr/>
        </p:nvSpPr>
        <p:spPr>
          <a:xfrm>
            <a:off x="685800" y="2457450"/>
            <a:ext cx="6147391" cy="3200400"/>
          </a:xfrm>
          <a:prstGeom prst="rect">
            <a:avLst/>
          </a:prstGeom>
          <a:noFill/>
          <a:ln/>
        </p:spPr>
        <p:txBody>
          <a:bodyPr wrap="square" rtlCol="0" anchor="t"/>
          <a:lstStyle/>
          <a:p>
            <a:pPr marL="0" indent="0">
              <a:buNone/>
            </a:pPr>
            <a:r>
              <a:rPr lang="en-US" b="1" dirty="0">
                <a:solidFill>
                  <a:srgbClr val="0078D4"/>
                </a:solidFill>
                <a:latin typeface="Meiryo" pitchFamily="34" charset="0"/>
                <a:ea typeface="Meiryo" pitchFamily="34" charset="-122"/>
                <a:cs typeface="Meiryo" pitchFamily="34" charset="-120"/>
              </a:rPr>
              <a:t>ユースケース</a:t>
            </a:r>
            <a:endParaRPr lang="en-US" dirty="0"/>
          </a:p>
          <a:p>
            <a:pPr marL="342900" indent="-342900">
              <a:buSzPct val="100000"/>
              <a:buChar char="•"/>
            </a:pPr>
            <a:r>
              <a:rPr lang="en-US" sz="1600" dirty="0">
                <a:solidFill>
                  <a:srgbClr val="2D3748"/>
                </a:solidFill>
                <a:latin typeface="Meiryo" pitchFamily="34" charset="0"/>
                <a:ea typeface="Meiryo" pitchFamily="34" charset="-122"/>
                <a:cs typeface="Meiryo" pitchFamily="34" charset="-120"/>
              </a:rPr>
              <a:t>NSG/ファイアウォール設定ミスで SSH/RDP 接続不可時</a:t>
            </a:r>
            <a:endParaRPr lang="en-US" dirty="0"/>
          </a:p>
          <a:p>
            <a:pPr marL="342900" indent="-342900">
              <a:buSzPct val="100000"/>
              <a:buChar char="•"/>
            </a:pPr>
            <a:r>
              <a:rPr lang="en-US" sz="1600" dirty="0">
                <a:solidFill>
                  <a:srgbClr val="2D3748"/>
                </a:solidFill>
                <a:latin typeface="Meiryo" pitchFamily="34" charset="0"/>
                <a:ea typeface="Meiryo" pitchFamily="34" charset="-122"/>
                <a:cs typeface="Meiryo" pitchFamily="34" charset="-120"/>
              </a:rPr>
              <a:t>ネットワーク設定の誤りでネットワーク全断時</a:t>
            </a:r>
            <a:endParaRPr lang="en-US" dirty="0"/>
          </a:p>
          <a:p>
            <a:pPr marL="342900" indent="-342900">
              <a:buSzPct val="100000"/>
              <a:buChar char="•"/>
            </a:pPr>
            <a:r>
              <a:rPr lang="en-US" sz="1600" dirty="0">
                <a:solidFill>
                  <a:srgbClr val="2D3748"/>
                </a:solidFill>
                <a:latin typeface="Meiryo" pitchFamily="34" charset="0"/>
                <a:ea typeface="Meiryo" pitchFamily="34" charset="-122"/>
                <a:cs typeface="Meiryo" pitchFamily="34" charset="-120"/>
              </a:rPr>
              <a:t>OS 起動中のトラブルシューティング (GRUB 等)</a:t>
            </a:r>
            <a:endParaRPr lang="en-US" dirty="0"/>
          </a:p>
          <a:p>
            <a:pPr marL="0" indent="0">
              <a:buNone/>
            </a:pPr>
            <a:endParaRPr lang="en-US" dirty="0"/>
          </a:p>
          <a:p>
            <a:pPr marL="0" indent="0">
              <a:buNone/>
            </a:pPr>
            <a:r>
              <a:rPr lang="en-US" b="1" dirty="0">
                <a:solidFill>
                  <a:srgbClr val="0078D4"/>
                </a:solidFill>
                <a:latin typeface="Meiryo" pitchFamily="34" charset="0"/>
                <a:ea typeface="Meiryo" pitchFamily="34" charset="-122"/>
                <a:cs typeface="Meiryo" pitchFamily="34" charset="-120"/>
              </a:rPr>
              <a:t>前提条件</a:t>
            </a:r>
            <a:endParaRPr lang="en-US" dirty="0"/>
          </a:p>
          <a:p>
            <a:pPr marL="342900" indent="-342900">
              <a:buSzPct val="100000"/>
              <a:buChar char="•"/>
            </a:pPr>
            <a:r>
              <a:rPr lang="en-US" sz="1600" dirty="0">
                <a:solidFill>
                  <a:srgbClr val="2D3748"/>
                </a:solidFill>
                <a:latin typeface="Meiryo" pitchFamily="34" charset="0"/>
                <a:ea typeface="Meiryo" pitchFamily="34" charset="-122"/>
                <a:cs typeface="Meiryo" pitchFamily="34" charset="-120"/>
              </a:rPr>
              <a:t>ブート診断が有効であること</a:t>
            </a:r>
            <a:endParaRPr lang="en-US" dirty="0"/>
          </a:p>
          <a:p>
            <a:pPr marL="342900" indent="-342900">
              <a:buSzPct val="100000"/>
              <a:buChar char="•"/>
            </a:pPr>
            <a:r>
              <a:rPr lang="en-US" sz="1600" dirty="0">
                <a:solidFill>
                  <a:srgbClr val="2D3748"/>
                </a:solidFill>
                <a:latin typeface="Meiryo" pitchFamily="34" charset="0"/>
                <a:ea typeface="Meiryo" pitchFamily="34" charset="-122"/>
                <a:cs typeface="Meiryo" pitchFamily="34" charset="-120"/>
              </a:rPr>
              <a:t>VM 内にパスワード認証が可能なアカウントが存在すること</a:t>
            </a:r>
            <a:endParaRPr lang="en-US" dirty="0"/>
          </a:p>
          <a:p>
            <a:pPr marL="342900" indent="-342900">
              <a:buSzPct val="100000"/>
              <a:buChar char="•"/>
            </a:pPr>
            <a:r>
              <a:rPr lang="en-US" sz="1600" dirty="0">
                <a:solidFill>
                  <a:srgbClr val="2D3748"/>
                </a:solidFill>
                <a:latin typeface="Meiryo" pitchFamily="34" charset="0"/>
                <a:ea typeface="Meiryo" pitchFamily="34" charset="-122"/>
                <a:cs typeface="Meiryo" pitchFamily="34" charset="-120"/>
              </a:rPr>
              <a:t>サブスクリプション レベルで Serial Console が有効</a:t>
            </a:r>
            <a:endParaRPr lang="en-US" dirty="0"/>
          </a:p>
        </p:txBody>
      </p:sp>
      <p:sp>
        <p:nvSpPr>
          <p:cNvPr id="12" name="Shape 6">
            <a:extLst>
              <a:ext uri="{FF2B5EF4-FFF2-40B4-BE49-F238E27FC236}">
                <a16:creationId xmlns:a16="http://schemas.microsoft.com/office/drawing/2014/main" id="{FE5253A6-1649-F76A-654F-954685039D6A}"/>
              </a:ext>
            </a:extLst>
          </p:cNvPr>
          <p:cNvSpPr/>
          <p:nvPr/>
        </p:nvSpPr>
        <p:spPr>
          <a:xfrm>
            <a:off x="7314138" y="2457450"/>
            <a:ext cx="3657600" cy="2743200"/>
          </a:xfrm>
          <a:prstGeom prst="rect">
            <a:avLst/>
          </a:prstGeom>
          <a:solidFill>
            <a:srgbClr val="E8F4FD"/>
          </a:solidFill>
          <a:ln w="19050">
            <a:solidFill>
              <a:srgbClr val="0078D4"/>
            </a:solidFill>
            <a:prstDash val="dash"/>
          </a:ln>
        </p:spPr>
        <p:txBody>
          <a:bodyPr/>
          <a:lstStyle/>
          <a:p>
            <a:endParaRPr lang="ja-JP" altLang="en-US"/>
          </a:p>
        </p:txBody>
      </p:sp>
      <p:sp>
        <p:nvSpPr>
          <p:cNvPr id="13" name="Text 7">
            <a:extLst>
              <a:ext uri="{FF2B5EF4-FFF2-40B4-BE49-F238E27FC236}">
                <a16:creationId xmlns:a16="http://schemas.microsoft.com/office/drawing/2014/main" id="{4ABA034C-4F19-0DC8-1BB3-693EC0A9E692}"/>
              </a:ext>
            </a:extLst>
          </p:cNvPr>
          <p:cNvSpPr/>
          <p:nvPr/>
        </p:nvSpPr>
        <p:spPr>
          <a:xfrm>
            <a:off x="7451298" y="2594610"/>
            <a:ext cx="3383280" cy="2468880"/>
          </a:xfrm>
          <a:prstGeom prst="rect">
            <a:avLst/>
          </a:prstGeom>
          <a:noFill/>
          <a:ln/>
        </p:spPr>
        <p:txBody>
          <a:bodyPr wrap="square" rtlCol="0" anchor="ctr"/>
          <a:lstStyle/>
          <a:p>
            <a:pPr marL="0" indent="0" algn="ctr">
              <a:buNone/>
            </a:pPr>
            <a:r>
              <a:rPr lang="en-US" sz="1600" b="1" dirty="0">
                <a:solidFill>
                  <a:srgbClr val="0078D4"/>
                </a:solidFill>
                <a:latin typeface="Meiryo" pitchFamily="34" charset="0"/>
                <a:ea typeface="Meiryo" pitchFamily="34" charset="-122"/>
                <a:cs typeface="Meiryo" pitchFamily="34" charset="-120"/>
              </a:rPr>
              <a:t>📷 Screenshot</a:t>
            </a:r>
            <a:endParaRPr lang="en-US" sz="1600" dirty="0"/>
          </a:p>
          <a:p>
            <a:pPr marL="0" indent="0" algn="ctr">
              <a:buNone/>
            </a:pPr>
            <a:r>
              <a:rPr lang="en-US" sz="1100" dirty="0">
                <a:solidFill>
                  <a:srgbClr val="4A5568"/>
                </a:solidFill>
                <a:latin typeface="Meiryo" pitchFamily="34" charset="0"/>
                <a:ea typeface="Meiryo" pitchFamily="34" charset="-122"/>
                <a:cs typeface="Meiryo" pitchFamily="34" charset="-120"/>
              </a:rPr>
              <a:t>Azure ポータルの</a:t>
            </a:r>
            <a:endParaRPr lang="en-US" sz="1600" dirty="0"/>
          </a:p>
          <a:p>
            <a:pPr marL="0" indent="0" algn="ctr">
              <a:buNone/>
            </a:pPr>
            <a:r>
              <a:rPr lang="en-US" sz="1100" dirty="0">
                <a:solidFill>
                  <a:srgbClr val="4A5568"/>
                </a:solidFill>
                <a:latin typeface="Meiryo" pitchFamily="34" charset="0"/>
                <a:ea typeface="Meiryo" pitchFamily="34" charset="-122"/>
                <a:cs typeface="Meiryo" pitchFamily="34" charset="-120"/>
              </a:rPr>
              <a:t>Serial Console 接続画面</a:t>
            </a:r>
            <a:endParaRPr lang="en-US" sz="1600" dirty="0"/>
          </a:p>
          <a:p>
            <a:pPr marL="0" indent="0" algn="ctr">
              <a:buNone/>
            </a:pPr>
            <a:r>
              <a:rPr lang="en-US" sz="1100" dirty="0">
                <a:solidFill>
                  <a:srgbClr val="4A5568"/>
                </a:solidFill>
                <a:latin typeface="Meiryo" pitchFamily="34" charset="0"/>
                <a:ea typeface="Meiryo" pitchFamily="34" charset="-122"/>
                <a:cs typeface="Meiryo" pitchFamily="34" charset="-120"/>
              </a:rPr>
              <a:t>(テキストコンソールが表示された状態)</a:t>
            </a:r>
            <a:endParaRPr lang="en-US" sz="1600" dirty="0"/>
          </a:p>
        </p:txBody>
      </p:sp>
      <p:pic>
        <p:nvPicPr>
          <p:cNvPr id="14" name="図 13">
            <a:extLst>
              <a:ext uri="{FF2B5EF4-FFF2-40B4-BE49-F238E27FC236}">
                <a16:creationId xmlns:a16="http://schemas.microsoft.com/office/drawing/2014/main" id="{F7F8FEFD-4972-709F-F02C-1DD2EC0D74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8419" y="2449224"/>
            <a:ext cx="5146580" cy="3208626"/>
          </a:xfrm>
          <a:prstGeom prst="rect">
            <a:avLst/>
          </a:prstGeom>
        </p:spPr>
      </p:pic>
      <p:sp>
        <p:nvSpPr>
          <p:cNvPr id="15" name="正方形/長方形 14">
            <a:extLst>
              <a:ext uri="{FF2B5EF4-FFF2-40B4-BE49-F238E27FC236}">
                <a16:creationId xmlns:a16="http://schemas.microsoft.com/office/drawing/2014/main" id="{6B584B43-13E3-73A6-5FCF-BB21DF8A4DE8}"/>
              </a:ext>
            </a:extLst>
          </p:cNvPr>
          <p:cNvSpPr/>
          <p:nvPr/>
        </p:nvSpPr>
        <p:spPr>
          <a:xfrm>
            <a:off x="6718419" y="4322570"/>
            <a:ext cx="991313" cy="205099"/>
          </a:xfrm>
          <a:prstGeom prst="rect">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214495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A6AC1-9934-E83D-1053-A4848873D7F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54CC0A0-2115-C86F-FBE3-4EEFD379707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t>ブート診断</a:t>
            </a:r>
            <a:endParaRPr lang="en-US" altLang="ja-JP" sz="2000" b="1" dirty="0"/>
          </a:p>
        </p:txBody>
      </p:sp>
      <p:sp>
        <p:nvSpPr>
          <p:cNvPr id="2" name="正方形/長方形 1">
            <a:extLst>
              <a:ext uri="{FF2B5EF4-FFF2-40B4-BE49-F238E27FC236}">
                <a16:creationId xmlns:a16="http://schemas.microsoft.com/office/drawing/2014/main" id="{5BD24788-032D-EA34-5B5C-43C12232303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917C3E27-0363-03CB-5C5B-6FF9F117087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62EF5D55-FCA8-1DC3-D71A-B0E441AB00F3}"/>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 altLang="ja-JP" sz="2000" dirty="0"/>
              <a:t>VM </a:t>
            </a:r>
            <a:r>
              <a:rPr kumimoji="1" lang="ja-JP" altLang="en-US" sz="2000"/>
              <a:t>の起動プロセスのスクリーンショットとシリアルログを自動キャプチャします。起動失敗時の原因特定に欠かせない機能です。</a:t>
            </a:r>
          </a:p>
          <a:p>
            <a:pPr marL="0" indent="0">
              <a:buNone/>
            </a:pPr>
            <a:endParaRPr kumimoji="1" lang="ja-JP" altLang="en-US" sz="2000"/>
          </a:p>
        </p:txBody>
      </p:sp>
      <p:sp>
        <p:nvSpPr>
          <p:cNvPr id="6" name="字幕 1">
            <a:extLst>
              <a:ext uri="{FF2B5EF4-FFF2-40B4-BE49-F238E27FC236}">
                <a16:creationId xmlns:a16="http://schemas.microsoft.com/office/drawing/2014/main" id="{6803F249-06CD-310C-62E0-1236BC4F7D03}"/>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Text 5">
            <a:extLst>
              <a:ext uri="{FF2B5EF4-FFF2-40B4-BE49-F238E27FC236}">
                <a16:creationId xmlns:a16="http://schemas.microsoft.com/office/drawing/2014/main" id="{A7B31F08-C5D7-DCF1-863D-24685D8A36C7}"/>
              </a:ext>
            </a:extLst>
          </p:cNvPr>
          <p:cNvSpPr/>
          <p:nvPr/>
        </p:nvSpPr>
        <p:spPr>
          <a:xfrm>
            <a:off x="584200" y="2222500"/>
            <a:ext cx="6391941" cy="3200400"/>
          </a:xfrm>
          <a:prstGeom prst="rect">
            <a:avLst/>
          </a:prstGeom>
          <a:noFill/>
          <a:ln/>
        </p:spPr>
        <p:txBody>
          <a:bodyPr wrap="square" rtlCol="0" anchor="t"/>
          <a:lstStyle/>
          <a:p>
            <a:pPr marL="0" indent="0">
              <a:buNone/>
            </a:pPr>
            <a:r>
              <a:rPr lang="en-US" sz="2000" b="1" dirty="0">
                <a:solidFill>
                  <a:srgbClr val="0078D4"/>
                </a:solidFill>
                <a:latin typeface="Meiryo" pitchFamily="34" charset="0"/>
                <a:ea typeface="Meiryo" pitchFamily="34" charset="-122"/>
                <a:cs typeface="Meiryo" pitchFamily="34" charset="-120"/>
              </a:rPr>
              <a:t>確認できる情報</a:t>
            </a:r>
            <a:endParaRPr lang="en-US" sz="2000" dirty="0"/>
          </a:p>
          <a:p>
            <a:pPr marL="342900" indent="-342900">
              <a:buSzPct val="100000"/>
              <a:buChar char="•"/>
            </a:pPr>
            <a:r>
              <a:rPr lang="en-US" dirty="0">
                <a:solidFill>
                  <a:srgbClr val="2D3748"/>
                </a:solidFill>
                <a:latin typeface="Meiryo" pitchFamily="34" charset="0"/>
                <a:ea typeface="Meiryo" pitchFamily="34" charset="-122"/>
                <a:cs typeface="Meiryo" pitchFamily="34" charset="-120"/>
              </a:rPr>
              <a:t>スクリーンショット — 起動時の画面状態を画像で確認</a:t>
            </a:r>
            <a:endParaRPr lang="en-US" sz="2000" dirty="0"/>
          </a:p>
          <a:p>
            <a:pPr marL="342900" indent="-342900">
              <a:buSzPct val="100000"/>
              <a:buChar char="•"/>
            </a:pPr>
            <a:r>
              <a:rPr lang="en-US" dirty="0">
                <a:solidFill>
                  <a:srgbClr val="2D3748"/>
                </a:solidFill>
                <a:latin typeface="Meiryo" pitchFamily="34" charset="0"/>
                <a:ea typeface="Meiryo" pitchFamily="34" charset="-122"/>
                <a:cs typeface="Meiryo" pitchFamily="34" charset="-120"/>
              </a:rPr>
              <a:t>シリアルログ — 起動プロセスの詳細なテキストログ</a:t>
            </a:r>
            <a:endParaRPr lang="en-US" sz="2000" dirty="0"/>
          </a:p>
          <a:p>
            <a:pPr marL="0" indent="0">
              <a:buNone/>
            </a:pPr>
            <a:endParaRPr lang="en-US" sz="2000" dirty="0"/>
          </a:p>
          <a:p>
            <a:pPr marL="0" indent="0">
              <a:buNone/>
            </a:pPr>
            <a:r>
              <a:rPr lang="en-US" sz="2000" b="1" dirty="0">
                <a:solidFill>
                  <a:srgbClr val="0078D4"/>
                </a:solidFill>
                <a:latin typeface="Meiryo" pitchFamily="34" charset="0"/>
                <a:ea typeface="Meiryo" pitchFamily="34" charset="-122"/>
                <a:cs typeface="Meiryo" pitchFamily="34" charset="-120"/>
              </a:rPr>
              <a:t>有効化</a:t>
            </a:r>
            <a:endParaRPr lang="en-US" sz="2000" dirty="0"/>
          </a:p>
          <a:p>
            <a:pPr marL="342900" indent="-342900">
              <a:buSzPct val="100000"/>
              <a:buChar char="•"/>
            </a:pPr>
            <a:r>
              <a:rPr lang="en-US" dirty="0">
                <a:solidFill>
                  <a:srgbClr val="2D3748"/>
                </a:solidFill>
                <a:latin typeface="Meiryo" pitchFamily="34" charset="0"/>
                <a:ea typeface="Meiryo" pitchFamily="34" charset="-122"/>
                <a:cs typeface="Meiryo" pitchFamily="34" charset="-120"/>
              </a:rPr>
              <a:t>VM 作成時に既定で有効 (マネージドストレージ使用)</a:t>
            </a:r>
            <a:endParaRPr lang="en-US" sz="2000" dirty="0"/>
          </a:p>
          <a:p>
            <a:pPr marL="342900" indent="-342900">
              <a:buSzPct val="100000"/>
              <a:buChar char="•"/>
            </a:pPr>
            <a:r>
              <a:rPr lang="en-US" dirty="0">
                <a:solidFill>
                  <a:srgbClr val="2D3748"/>
                </a:solidFill>
                <a:latin typeface="Meiryo" pitchFamily="34" charset="0"/>
                <a:ea typeface="Meiryo" pitchFamily="34" charset="-122"/>
                <a:cs typeface="Meiryo" pitchFamily="34" charset="-120"/>
              </a:rPr>
              <a:t>カスタムストレージアカウントも指定可能</a:t>
            </a:r>
            <a:endParaRPr lang="en-US" sz="2000" dirty="0"/>
          </a:p>
          <a:p>
            <a:pPr marL="342900" indent="-342900">
              <a:buSzPct val="100000"/>
              <a:buChar char="•"/>
            </a:pPr>
            <a:r>
              <a:rPr lang="en-US" dirty="0">
                <a:solidFill>
                  <a:srgbClr val="2D3748"/>
                </a:solidFill>
                <a:latin typeface="Meiryo" pitchFamily="34" charset="0"/>
                <a:ea typeface="Meiryo" pitchFamily="34" charset="-122"/>
                <a:cs typeface="Meiryo" pitchFamily="34" charset="-120"/>
              </a:rPr>
              <a:t>ポータル: VM → [ブート診断] から確認</a:t>
            </a:r>
            <a:endParaRPr lang="en-US" sz="2000" dirty="0"/>
          </a:p>
        </p:txBody>
      </p:sp>
      <p:sp>
        <p:nvSpPr>
          <p:cNvPr id="7" name="Shape 6">
            <a:extLst>
              <a:ext uri="{FF2B5EF4-FFF2-40B4-BE49-F238E27FC236}">
                <a16:creationId xmlns:a16="http://schemas.microsoft.com/office/drawing/2014/main" id="{021768F7-22DA-0FC5-356E-11FF02654429}"/>
              </a:ext>
            </a:extLst>
          </p:cNvPr>
          <p:cNvSpPr/>
          <p:nvPr/>
        </p:nvSpPr>
        <p:spPr>
          <a:xfrm>
            <a:off x="7209171" y="2222500"/>
            <a:ext cx="3657600" cy="2743200"/>
          </a:xfrm>
          <a:prstGeom prst="rect">
            <a:avLst/>
          </a:prstGeom>
          <a:solidFill>
            <a:srgbClr val="E8F4FD"/>
          </a:solidFill>
          <a:ln w="19050">
            <a:solidFill>
              <a:srgbClr val="0078D4"/>
            </a:solidFill>
            <a:prstDash val="dash"/>
          </a:ln>
        </p:spPr>
        <p:txBody>
          <a:bodyPr/>
          <a:lstStyle/>
          <a:p>
            <a:endParaRPr lang="ja-JP" altLang="en-US"/>
          </a:p>
        </p:txBody>
      </p:sp>
      <p:sp>
        <p:nvSpPr>
          <p:cNvPr id="8" name="Text 7">
            <a:extLst>
              <a:ext uri="{FF2B5EF4-FFF2-40B4-BE49-F238E27FC236}">
                <a16:creationId xmlns:a16="http://schemas.microsoft.com/office/drawing/2014/main" id="{4AA740EC-F1CD-3C31-F05B-A5A0AB38248D}"/>
              </a:ext>
            </a:extLst>
          </p:cNvPr>
          <p:cNvSpPr/>
          <p:nvPr/>
        </p:nvSpPr>
        <p:spPr>
          <a:xfrm>
            <a:off x="7346331" y="2359660"/>
            <a:ext cx="3383280" cy="2468880"/>
          </a:xfrm>
          <a:prstGeom prst="rect">
            <a:avLst/>
          </a:prstGeom>
          <a:noFill/>
          <a:ln/>
        </p:spPr>
        <p:txBody>
          <a:bodyPr wrap="square" rtlCol="0" anchor="ctr"/>
          <a:lstStyle/>
          <a:p>
            <a:pPr marL="0" indent="0" algn="ctr">
              <a:buNone/>
            </a:pPr>
            <a:r>
              <a:rPr lang="en-US" b="1" dirty="0">
                <a:solidFill>
                  <a:srgbClr val="0078D4"/>
                </a:solidFill>
                <a:latin typeface="Meiryo" pitchFamily="34" charset="0"/>
                <a:ea typeface="Meiryo" pitchFamily="34" charset="-122"/>
                <a:cs typeface="Meiryo" pitchFamily="34" charset="-120"/>
              </a:rPr>
              <a:t>📷 Screenshot</a:t>
            </a:r>
            <a:endParaRPr lang="en-US" dirty="0"/>
          </a:p>
          <a:p>
            <a:pPr marL="0" indent="0" algn="ctr">
              <a:buNone/>
            </a:pPr>
            <a:r>
              <a:rPr lang="en-US" sz="1200" dirty="0">
                <a:solidFill>
                  <a:srgbClr val="4A5568"/>
                </a:solidFill>
                <a:latin typeface="Meiryo" pitchFamily="34" charset="0"/>
                <a:ea typeface="Meiryo" pitchFamily="34" charset="-122"/>
                <a:cs typeface="Meiryo" pitchFamily="34" charset="-120"/>
              </a:rPr>
              <a:t>ブート診断画面で VM の</a:t>
            </a:r>
            <a:endParaRPr lang="en-US" dirty="0"/>
          </a:p>
          <a:p>
            <a:pPr marL="0" indent="0" algn="ctr">
              <a:buNone/>
            </a:pPr>
            <a:r>
              <a:rPr lang="en-US" sz="1200" dirty="0">
                <a:solidFill>
                  <a:srgbClr val="4A5568"/>
                </a:solidFill>
                <a:latin typeface="Meiryo" pitchFamily="34" charset="0"/>
                <a:ea typeface="Meiryo" pitchFamily="34" charset="-122"/>
                <a:cs typeface="Meiryo" pitchFamily="34" charset="-120"/>
              </a:rPr>
              <a:t>スクリーンショット (起動画面) が</a:t>
            </a:r>
            <a:endParaRPr lang="en-US" dirty="0"/>
          </a:p>
          <a:p>
            <a:pPr marL="0" indent="0" algn="ctr">
              <a:buNone/>
            </a:pPr>
            <a:r>
              <a:rPr lang="en-US" sz="1200" dirty="0">
                <a:solidFill>
                  <a:srgbClr val="4A5568"/>
                </a:solidFill>
                <a:latin typeface="Meiryo" pitchFamily="34" charset="0"/>
                <a:ea typeface="Meiryo" pitchFamily="34" charset="-122"/>
                <a:cs typeface="Meiryo" pitchFamily="34" charset="-120"/>
              </a:rPr>
              <a:t>表示されている状態</a:t>
            </a:r>
            <a:endParaRPr lang="en-US" dirty="0"/>
          </a:p>
        </p:txBody>
      </p:sp>
      <p:pic>
        <p:nvPicPr>
          <p:cNvPr id="10" name="図 9">
            <a:extLst>
              <a:ext uri="{FF2B5EF4-FFF2-40B4-BE49-F238E27FC236}">
                <a16:creationId xmlns:a16="http://schemas.microsoft.com/office/drawing/2014/main" id="{7D46B4C9-3C84-FA76-EB18-29025E466A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6141" y="2222500"/>
            <a:ext cx="4740118" cy="3872404"/>
          </a:xfrm>
          <a:prstGeom prst="rect">
            <a:avLst/>
          </a:prstGeom>
        </p:spPr>
      </p:pic>
      <p:sp>
        <p:nvSpPr>
          <p:cNvPr id="11" name="正方形/長方形 10">
            <a:extLst>
              <a:ext uri="{FF2B5EF4-FFF2-40B4-BE49-F238E27FC236}">
                <a16:creationId xmlns:a16="http://schemas.microsoft.com/office/drawing/2014/main" id="{70475408-A941-8C48-BCAB-9823A521EE84}"/>
              </a:ext>
            </a:extLst>
          </p:cNvPr>
          <p:cNvSpPr/>
          <p:nvPr/>
        </p:nvSpPr>
        <p:spPr>
          <a:xfrm>
            <a:off x="7078291" y="5788233"/>
            <a:ext cx="1256233" cy="183307"/>
          </a:xfrm>
          <a:prstGeom prst="rect">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072552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EF6DF-A8BF-B8A1-505B-71330DEB17E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2638412-EF3B-5A89-CF94-E73AC615375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 altLang="ja-JP" sz="2000" b="1" dirty="0"/>
              <a:t>Run Command</a:t>
            </a:r>
            <a:endParaRPr lang="en-US" altLang="ja-JP" sz="2000" b="1" dirty="0"/>
          </a:p>
        </p:txBody>
      </p:sp>
      <p:sp>
        <p:nvSpPr>
          <p:cNvPr id="2" name="正方形/長方形 1">
            <a:extLst>
              <a:ext uri="{FF2B5EF4-FFF2-40B4-BE49-F238E27FC236}">
                <a16:creationId xmlns:a16="http://schemas.microsoft.com/office/drawing/2014/main" id="{092E5A5A-4B3F-B17B-8DBD-2D1E7C24204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441F83C-B920-3216-73C0-DCFC8BC8C41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80468DF8-261E-FCBF-4247-981F5BB15B2F}"/>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 altLang="ja-JP" sz="2000" dirty="0"/>
              <a:t>SSH/RDP </a:t>
            </a:r>
            <a:r>
              <a:rPr kumimoji="1" lang="ja-JP" altLang="en-US" sz="2000"/>
              <a:t>を使わずに </a:t>
            </a:r>
            <a:r>
              <a:rPr kumimoji="1" lang="en" altLang="ja-JP" sz="2000" dirty="0"/>
              <a:t>Azure </a:t>
            </a:r>
            <a:r>
              <a:rPr kumimoji="1" lang="ja-JP" altLang="en-US" sz="2000"/>
              <a:t>ポータルから </a:t>
            </a:r>
            <a:r>
              <a:rPr kumimoji="1" lang="en" altLang="ja-JP" sz="2000" dirty="0"/>
              <a:t>VM </a:t>
            </a:r>
            <a:r>
              <a:rPr kumimoji="1" lang="ja-JP" altLang="en-US" sz="2000"/>
              <a:t>上でスクリプトを実行できます。ネットワーク接続が確立できない状況でのリモート操作に有効です。</a:t>
            </a:r>
          </a:p>
          <a:p>
            <a:pPr marL="0" indent="0">
              <a:buNone/>
            </a:pPr>
            <a:endParaRPr kumimoji="1" lang="ja-JP" altLang="en-US" sz="2000"/>
          </a:p>
        </p:txBody>
      </p:sp>
      <p:sp>
        <p:nvSpPr>
          <p:cNvPr id="6" name="字幕 1">
            <a:extLst>
              <a:ext uri="{FF2B5EF4-FFF2-40B4-BE49-F238E27FC236}">
                <a16:creationId xmlns:a16="http://schemas.microsoft.com/office/drawing/2014/main" id="{0766D7A5-7131-1CA1-A6EA-C2C3CF0C20EE}"/>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Text 5">
            <a:extLst>
              <a:ext uri="{FF2B5EF4-FFF2-40B4-BE49-F238E27FC236}">
                <a16:creationId xmlns:a16="http://schemas.microsoft.com/office/drawing/2014/main" id="{CCE4A061-206A-4BDF-C4A4-00AF8B68EC29}"/>
              </a:ext>
            </a:extLst>
          </p:cNvPr>
          <p:cNvSpPr/>
          <p:nvPr/>
        </p:nvSpPr>
        <p:spPr>
          <a:xfrm>
            <a:off x="685800" y="2237202"/>
            <a:ext cx="6391941" cy="3200400"/>
          </a:xfrm>
          <a:prstGeom prst="rect">
            <a:avLst/>
          </a:prstGeom>
          <a:noFill/>
          <a:ln/>
        </p:spPr>
        <p:txBody>
          <a:bodyPr wrap="square" rtlCol="0" anchor="t"/>
          <a:lstStyle/>
          <a:p>
            <a:r>
              <a:rPr lang="en-US" altLang="ja-JP" sz="2000" b="1" dirty="0" err="1">
                <a:solidFill>
                  <a:srgbClr val="0078D4"/>
                </a:solidFill>
                <a:latin typeface="Meiryo" pitchFamily="34" charset="0"/>
                <a:ea typeface="Meiryo" pitchFamily="34" charset="-122"/>
                <a:cs typeface="Meiryo" pitchFamily="34" charset="-120"/>
              </a:rPr>
              <a:t>仕組み</a:t>
            </a:r>
            <a:endParaRPr lang="en-US" altLang="ja-JP" sz="2000" dirty="0"/>
          </a:p>
          <a:p>
            <a:pPr marL="342900" indent="-342900">
              <a:buSzPct val="100000"/>
              <a:buChar char="•"/>
            </a:pPr>
            <a:r>
              <a:rPr lang="en-US" altLang="ja-JP" sz="1600" dirty="0">
                <a:solidFill>
                  <a:srgbClr val="2D3748"/>
                </a:solidFill>
                <a:latin typeface="Meiryo" pitchFamily="34" charset="0"/>
                <a:ea typeface="Meiryo" pitchFamily="34" charset="-122"/>
                <a:cs typeface="Meiryo" pitchFamily="34" charset="-120"/>
              </a:rPr>
              <a:t>Azure VM </a:t>
            </a:r>
            <a:r>
              <a:rPr lang="en-US" altLang="ja-JP" sz="1600" dirty="0" err="1">
                <a:solidFill>
                  <a:srgbClr val="2D3748"/>
                </a:solidFill>
                <a:latin typeface="Meiryo" pitchFamily="34" charset="0"/>
                <a:ea typeface="Meiryo" pitchFamily="34" charset="-122"/>
                <a:cs typeface="Meiryo" pitchFamily="34" charset="-120"/>
              </a:rPr>
              <a:t>エージェント経由でスクリプトを実行</a:t>
            </a:r>
            <a:endParaRPr lang="en-US" altLang="ja-JP" sz="2000" dirty="0"/>
          </a:p>
          <a:p>
            <a:pPr marL="342900" indent="-342900">
              <a:buSzPct val="100000"/>
              <a:buChar char="•"/>
            </a:pPr>
            <a:r>
              <a:rPr lang="en-US" altLang="ja-JP" sz="1600" dirty="0">
                <a:solidFill>
                  <a:srgbClr val="2D3748"/>
                </a:solidFill>
                <a:latin typeface="Meiryo" pitchFamily="34" charset="0"/>
                <a:ea typeface="Meiryo" pitchFamily="34" charset="-122"/>
                <a:cs typeface="Meiryo" pitchFamily="34" charset="-120"/>
              </a:rPr>
              <a:t>PowerShell (Windows) / Bash (Linux) </a:t>
            </a:r>
            <a:r>
              <a:rPr lang="en-US" altLang="ja-JP" sz="1600" dirty="0" err="1">
                <a:solidFill>
                  <a:srgbClr val="2D3748"/>
                </a:solidFill>
                <a:latin typeface="Meiryo" pitchFamily="34" charset="0"/>
                <a:ea typeface="Meiryo" pitchFamily="34" charset="-122"/>
                <a:cs typeface="Meiryo" pitchFamily="34" charset="-120"/>
              </a:rPr>
              <a:t>に対応</a:t>
            </a:r>
            <a:endParaRPr lang="en-US" altLang="ja-JP" sz="2000" dirty="0"/>
          </a:p>
          <a:p>
            <a:pPr marL="342900" indent="-342900">
              <a:buSzPct val="100000"/>
              <a:buChar char="•"/>
            </a:pPr>
            <a:r>
              <a:rPr lang="en-US" altLang="ja-JP" sz="1600" dirty="0" err="1">
                <a:solidFill>
                  <a:srgbClr val="2D3748"/>
                </a:solidFill>
                <a:latin typeface="Meiryo" pitchFamily="34" charset="0"/>
                <a:ea typeface="Meiryo" pitchFamily="34" charset="-122"/>
                <a:cs typeface="Meiryo" pitchFamily="34" charset="-120"/>
              </a:rPr>
              <a:t>実行結果はポータル上で確認可能</a:t>
            </a:r>
            <a:endParaRPr lang="en-US" altLang="ja-JP" sz="2000" dirty="0"/>
          </a:p>
          <a:p>
            <a:endParaRPr lang="en-US" altLang="ja-JP" sz="2000" dirty="0"/>
          </a:p>
          <a:p>
            <a:r>
              <a:rPr lang="en-US" altLang="ja-JP" sz="2000" b="1" dirty="0" err="1">
                <a:solidFill>
                  <a:srgbClr val="0078D4"/>
                </a:solidFill>
                <a:latin typeface="Meiryo" pitchFamily="34" charset="0"/>
                <a:ea typeface="Meiryo" pitchFamily="34" charset="-122"/>
                <a:cs typeface="Meiryo" pitchFamily="34" charset="-120"/>
              </a:rPr>
              <a:t>ユースケース</a:t>
            </a:r>
            <a:endParaRPr lang="en-US" altLang="ja-JP" sz="2000" dirty="0"/>
          </a:p>
          <a:p>
            <a:pPr marL="342900" indent="-342900">
              <a:buSzPct val="100000"/>
              <a:buChar char="•"/>
            </a:pPr>
            <a:r>
              <a:rPr lang="en-US" altLang="ja-JP" sz="1600" dirty="0" err="1">
                <a:solidFill>
                  <a:srgbClr val="2D3748"/>
                </a:solidFill>
                <a:latin typeface="Meiryo" pitchFamily="34" charset="0"/>
                <a:ea typeface="Meiryo" pitchFamily="34" charset="-122"/>
                <a:cs typeface="Meiryo" pitchFamily="34" charset="-120"/>
              </a:rPr>
              <a:t>ファイアウォールルールの誤設定を修正</a:t>
            </a:r>
            <a:endParaRPr lang="en-US" altLang="ja-JP" sz="2000" dirty="0"/>
          </a:p>
          <a:p>
            <a:pPr marL="342900" indent="-342900">
              <a:buSzPct val="100000"/>
              <a:buChar char="•"/>
            </a:pPr>
            <a:r>
              <a:rPr lang="en-US" altLang="ja-JP" sz="1600" dirty="0" err="1">
                <a:solidFill>
                  <a:srgbClr val="2D3748"/>
                </a:solidFill>
                <a:latin typeface="Meiryo" pitchFamily="34" charset="0"/>
                <a:ea typeface="Meiryo" pitchFamily="34" charset="-122"/>
                <a:cs typeface="Meiryo" pitchFamily="34" charset="-120"/>
              </a:rPr>
              <a:t>サービスの起動・停止・状態確認</a:t>
            </a:r>
            <a:endParaRPr lang="en-US" altLang="ja-JP" sz="2000" dirty="0"/>
          </a:p>
          <a:p>
            <a:pPr marL="342900" indent="-342900">
              <a:buSzPct val="100000"/>
              <a:buChar char="•"/>
            </a:pPr>
            <a:r>
              <a:rPr lang="en-US" altLang="ja-JP" sz="1600" dirty="0" err="1">
                <a:solidFill>
                  <a:srgbClr val="2D3748"/>
                </a:solidFill>
                <a:latin typeface="Meiryo" pitchFamily="34" charset="0"/>
                <a:ea typeface="Meiryo" pitchFamily="34" charset="-122"/>
                <a:cs typeface="Meiryo" pitchFamily="34" charset="-120"/>
              </a:rPr>
              <a:t>ログファイルの確認・収集</a:t>
            </a:r>
            <a:endParaRPr lang="en-US" altLang="ja-JP" sz="2000" dirty="0"/>
          </a:p>
        </p:txBody>
      </p:sp>
      <p:sp>
        <p:nvSpPr>
          <p:cNvPr id="7" name="Shape 6">
            <a:extLst>
              <a:ext uri="{FF2B5EF4-FFF2-40B4-BE49-F238E27FC236}">
                <a16:creationId xmlns:a16="http://schemas.microsoft.com/office/drawing/2014/main" id="{375F2119-7E03-5A96-E317-C44E748669C8}"/>
              </a:ext>
            </a:extLst>
          </p:cNvPr>
          <p:cNvSpPr/>
          <p:nvPr/>
        </p:nvSpPr>
        <p:spPr>
          <a:xfrm>
            <a:off x="7310771" y="2237202"/>
            <a:ext cx="3657600" cy="2743200"/>
          </a:xfrm>
          <a:prstGeom prst="rect">
            <a:avLst/>
          </a:prstGeom>
          <a:solidFill>
            <a:srgbClr val="E8F4FD"/>
          </a:solidFill>
          <a:ln w="19050">
            <a:solidFill>
              <a:srgbClr val="0078D4"/>
            </a:solidFill>
            <a:prstDash val="dash"/>
          </a:ln>
        </p:spPr>
        <p:txBody>
          <a:bodyPr/>
          <a:lstStyle/>
          <a:p>
            <a:endParaRPr lang="ja-JP" altLang="en-US"/>
          </a:p>
        </p:txBody>
      </p:sp>
      <p:sp>
        <p:nvSpPr>
          <p:cNvPr id="8" name="Text 7">
            <a:extLst>
              <a:ext uri="{FF2B5EF4-FFF2-40B4-BE49-F238E27FC236}">
                <a16:creationId xmlns:a16="http://schemas.microsoft.com/office/drawing/2014/main" id="{E670D3D9-0E86-37DE-D16E-EEEEFADEEE5A}"/>
              </a:ext>
            </a:extLst>
          </p:cNvPr>
          <p:cNvSpPr/>
          <p:nvPr/>
        </p:nvSpPr>
        <p:spPr>
          <a:xfrm>
            <a:off x="7447931" y="2374362"/>
            <a:ext cx="3383280" cy="2468880"/>
          </a:xfrm>
          <a:prstGeom prst="rect">
            <a:avLst/>
          </a:prstGeom>
          <a:noFill/>
          <a:ln/>
        </p:spPr>
        <p:txBody>
          <a:bodyPr wrap="square" rtlCol="0" anchor="ctr"/>
          <a:lstStyle/>
          <a:p>
            <a:pPr marL="0" indent="0" algn="ctr">
              <a:buNone/>
            </a:pPr>
            <a:r>
              <a:rPr lang="en-US" b="1" dirty="0">
                <a:solidFill>
                  <a:srgbClr val="0078D4"/>
                </a:solidFill>
                <a:latin typeface="Meiryo" pitchFamily="34" charset="0"/>
                <a:ea typeface="Meiryo" pitchFamily="34" charset="-122"/>
                <a:cs typeface="Meiryo" pitchFamily="34" charset="-120"/>
              </a:rPr>
              <a:t>📷 Screenshot</a:t>
            </a:r>
            <a:endParaRPr lang="en-US" dirty="0"/>
          </a:p>
          <a:p>
            <a:pPr marL="0" indent="0" algn="ctr">
              <a:buNone/>
            </a:pPr>
            <a:r>
              <a:rPr lang="en-US" sz="1200" dirty="0">
                <a:solidFill>
                  <a:srgbClr val="4A5568"/>
                </a:solidFill>
                <a:latin typeface="Meiryo" pitchFamily="34" charset="0"/>
                <a:ea typeface="Meiryo" pitchFamily="34" charset="-122"/>
                <a:cs typeface="Meiryo" pitchFamily="34" charset="-120"/>
              </a:rPr>
              <a:t>ブート診断画面で VM の</a:t>
            </a:r>
            <a:endParaRPr lang="en-US" dirty="0"/>
          </a:p>
          <a:p>
            <a:pPr marL="0" indent="0" algn="ctr">
              <a:buNone/>
            </a:pPr>
            <a:r>
              <a:rPr lang="en-US" sz="1200" dirty="0">
                <a:solidFill>
                  <a:srgbClr val="4A5568"/>
                </a:solidFill>
                <a:latin typeface="Meiryo" pitchFamily="34" charset="0"/>
                <a:ea typeface="Meiryo" pitchFamily="34" charset="-122"/>
                <a:cs typeface="Meiryo" pitchFamily="34" charset="-120"/>
              </a:rPr>
              <a:t>スクリーンショット (起動画面) が</a:t>
            </a:r>
            <a:endParaRPr lang="en-US" dirty="0"/>
          </a:p>
          <a:p>
            <a:pPr marL="0" indent="0" algn="ctr">
              <a:buNone/>
            </a:pPr>
            <a:r>
              <a:rPr lang="en-US" sz="1200" dirty="0">
                <a:solidFill>
                  <a:srgbClr val="4A5568"/>
                </a:solidFill>
                <a:latin typeface="Meiryo" pitchFamily="34" charset="0"/>
                <a:ea typeface="Meiryo" pitchFamily="34" charset="-122"/>
                <a:cs typeface="Meiryo" pitchFamily="34" charset="-120"/>
              </a:rPr>
              <a:t>表示されている状態</a:t>
            </a:r>
            <a:endParaRPr lang="en-US" dirty="0"/>
          </a:p>
        </p:txBody>
      </p:sp>
      <p:pic>
        <p:nvPicPr>
          <p:cNvPr id="10" name="図 9">
            <a:extLst>
              <a:ext uri="{FF2B5EF4-FFF2-40B4-BE49-F238E27FC236}">
                <a16:creationId xmlns:a16="http://schemas.microsoft.com/office/drawing/2014/main" id="{E4C1BDD1-4505-A1DD-1809-27E9189247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2661" y="2237202"/>
            <a:ext cx="5724600" cy="3053816"/>
          </a:xfrm>
          <a:prstGeom prst="rect">
            <a:avLst/>
          </a:prstGeom>
        </p:spPr>
      </p:pic>
      <p:sp>
        <p:nvSpPr>
          <p:cNvPr id="11" name="テキスト ボックス 10">
            <a:extLst>
              <a:ext uri="{FF2B5EF4-FFF2-40B4-BE49-F238E27FC236}">
                <a16:creationId xmlns:a16="http://schemas.microsoft.com/office/drawing/2014/main" id="{FCAFD0DC-6CBF-2FBC-69D9-6D50736661F6}"/>
              </a:ext>
            </a:extLst>
          </p:cNvPr>
          <p:cNvSpPr txBox="1"/>
          <p:nvPr/>
        </p:nvSpPr>
        <p:spPr>
          <a:xfrm>
            <a:off x="6142661" y="5580744"/>
            <a:ext cx="5724600" cy="461665"/>
          </a:xfrm>
          <a:prstGeom prst="rect">
            <a:avLst/>
          </a:prstGeom>
          <a:noFill/>
        </p:spPr>
        <p:txBody>
          <a:bodyPr wrap="square" rtlCol="0">
            <a:spAutoFit/>
          </a:bodyPr>
          <a:lstStyle/>
          <a:p>
            <a:pPr algn="l"/>
            <a:r>
              <a:rPr kumimoji="1" lang="ja-JP" altLang="en-US" sz="1200">
                <a:solidFill>
                  <a:srgbClr val="000000"/>
                </a:solidFill>
                <a:latin typeface="Yu Gothic UI" panose="020B0500000000000000" pitchFamily="34" charset="-128"/>
                <a:ea typeface="Yu Gothic UI" panose="020B0500000000000000" pitchFamily="34" charset="-128"/>
              </a:rPr>
              <a:t>通常のユーザーアカウントでは</a:t>
            </a:r>
            <a:r>
              <a:rPr kumimoji="1" lang="en-US" altLang="ja-JP" sz="1200" dirty="0">
                <a:solidFill>
                  <a:srgbClr val="000000"/>
                </a:solidFill>
                <a:latin typeface="Yu Gothic UI" panose="020B0500000000000000" pitchFamily="34" charset="-128"/>
                <a:ea typeface="Yu Gothic UI" panose="020B0500000000000000" pitchFamily="34" charset="-128"/>
              </a:rPr>
              <a:t> VM </a:t>
            </a:r>
            <a:r>
              <a:rPr kumimoji="1" lang="ja-JP" altLang="en-US" sz="1200">
                <a:solidFill>
                  <a:srgbClr val="000000"/>
                </a:solidFill>
                <a:latin typeface="Yu Gothic UI" panose="020B0500000000000000" pitchFamily="34" charset="-128"/>
                <a:ea typeface="Yu Gothic UI" panose="020B0500000000000000" pitchFamily="34" charset="-128"/>
              </a:rPr>
              <a:t>にアクセスできなくなってしまった場合などのトラブルシューティングとして設計されている機能で、コマンドは</a:t>
            </a:r>
            <a:r>
              <a:rPr lang="ja-JP" altLang="en-US" sz="1200">
                <a:solidFill>
                  <a:srgbClr val="000000"/>
                </a:solidFill>
                <a:latin typeface="Yu Gothic UI" panose="020B0500000000000000" pitchFamily="34" charset="-128"/>
                <a:ea typeface="Yu Gothic UI" panose="020B0500000000000000" pitchFamily="34" charset="-128"/>
              </a:rPr>
              <a:t>最高権限として実行されることに注意。</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893368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E1702-D711-0E1D-A997-DDB1C76C6D3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45FCF64-CA6F-95F9-0D23-528A0A482B8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VM Repair </a:t>
            </a:r>
            <a:r>
              <a:rPr lang="ja-JP" altLang="en-US" sz="2000" b="1">
                <a:solidFill>
                  <a:srgbClr val="1F2937"/>
                </a:solidFill>
                <a:latin typeface="Yu Gothic" pitchFamily="34" charset="0"/>
                <a:ea typeface="Yu Gothic" pitchFamily="34" charset="-122"/>
                <a:cs typeface="Yu Gothic" pitchFamily="34" charset="-120"/>
              </a:rPr>
              <a:t>コマンド </a:t>
            </a:r>
            <a:r>
              <a:rPr lang="en-US" altLang="ja-JP" sz="2000" b="1" dirty="0">
                <a:solidFill>
                  <a:srgbClr val="1F2937"/>
                </a:solidFill>
                <a:latin typeface="Yu Gothic" pitchFamily="34" charset="0"/>
                <a:ea typeface="Yu Gothic" pitchFamily="34" charset="-122"/>
                <a:cs typeface="Yu Gothic" pitchFamily="34" charset="-120"/>
              </a:rPr>
              <a:t>(</a:t>
            </a:r>
            <a:r>
              <a:rPr lang="en-US" altLang="ja-JP" sz="2000" b="1" dirty="0" err="1">
                <a:solidFill>
                  <a:srgbClr val="1F2937"/>
                </a:solidFill>
                <a:latin typeface="Yu Gothic" pitchFamily="34" charset="0"/>
                <a:ea typeface="Yu Gothic" pitchFamily="34" charset="-122"/>
                <a:cs typeface="Yu Gothic" pitchFamily="34" charset="-120"/>
              </a:rPr>
              <a:t>az</a:t>
            </a:r>
            <a:r>
              <a:rPr lang="en-US" altLang="ja-JP" sz="2000" b="1" dirty="0">
                <a:solidFill>
                  <a:srgbClr val="1F2937"/>
                </a:solidFill>
                <a:latin typeface="Yu Gothic" pitchFamily="34" charset="0"/>
                <a:ea typeface="Yu Gothic" pitchFamily="34" charset="-122"/>
                <a:cs typeface="Yu Gothic" pitchFamily="34" charset="-120"/>
              </a:rPr>
              <a:t> </a:t>
            </a:r>
            <a:r>
              <a:rPr lang="en-US" altLang="ja-JP" sz="2000" b="1" dirty="0" err="1">
                <a:solidFill>
                  <a:srgbClr val="1F2937"/>
                </a:solidFill>
                <a:latin typeface="Yu Gothic" pitchFamily="34" charset="0"/>
                <a:ea typeface="Yu Gothic" pitchFamily="34" charset="-122"/>
                <a:cs typeface="Yu Gothic" pitchFamily="34" charset="-120"/>
              </a:rPr>
              <a:t>vm</a:t>
            </a:r>
            <a:r>
              <a:rPr lang="en-US" altLang="ja-JP" sz="2000" b="1" dirty="0">
                <a:solidFill>
                  <a:srgbClr val="1F2937"/>
                </a:solidFill>
                <a:latin typeface="Yu Gothic" pitchFamily="34" charset="0"/>
                <a:ea typeface="Yu Gothic" pitchFamily="34" charset="-122"/>
                <a:cs typeface="Yu Gothic" pitchFamily="34" charset="-120"/>
              </a:rPr>
              <a:t> repair)</a:t>
            </a:r>
            <a:endParaRPr lang="en-US" altLang="ja-JP" sz="2000" dirty="0"/>
          </a:p>
        </p:txBody>
      </p:sp>
      <p:sp>
        <p:nvSpPr>
          <p:cNvPr id="2" name="正方形/長方形 1">
            <a:extLst>
              <a:ext uri="{FF2B5EF4-FFF2-40B4-BE49-F238E27FC236}">
                <a16:creationId xmlns:a16="http://schemas.microsoft.com/office/drawing/2014/main" id="{D40BB6A6-39BB-B311-7A42-BCF09384DE5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577B31F-672A-5224-A163-04CD654EA02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3D599E97-C84A-F8C7-BCA1-01330CD8EF42}"/>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起動不能な </a:t>
            </a:r>
            <a:r>
              <a:rPr kumimoji="1" lang="en" altLang="ja-JP" sz="2000" dirty="0"/>
              <a:t>VM </a:t>
            </a:r>
            <a:r>
              <a:rPr kumimoji="1" lang="ja-JP" altLang="en-US" sz="2000"/>
              <a:t>の </a:t>
            </a:r>
            <a:r>
              <a:rPr kumimoji="1" lang="en" altLang="ja-JP" sz="2000" dirty="0"/>
              <a:t>OS </a:t>
            </a:r>
            <a:r>
              <a:rPr kumimoji="1" lang="ja-JP" altLang="en-US" sz="2000"/>
              <a:t>ディスクを別の修復 </a:t>
            </a:r>
            <a:r>
              <a:rPr kumimoji="1" lang="en" altLang="ja-JP" sz="2000" dirty="0"/>
              <a:t>VM </a:t>
            </a:r>
            <a:r>
              <a:rPr kumimoji="1" lang="ja-JP" altLang="en-US" sz="2000"/>
              <a:t>にアタッチして修復する </a:t>
            </a:r>
            <a:r>
              <a:rPr kumimoji="1" lang="en" altLang="ja-JP" sz="2000" dirty="0"/>
              <a:t>CLI </a:t>
            </a:r>
            <a:r>
              <a:rPr kumimoji="1" lang="ja-JP" altLang="en-US" sz="2000"/>
              <a:t>ツールです。ブート障害からの復旧手順を自動化します。主に、</a:t>
            </a:r>
            <a:r>
              <a:rPr kumimoji="1" lang="en-US" altLang="ja-JP" sz="2000" dirty="0"/>
              <a:t>Windows Update </a:t>
            </a:r>
            <a:r>
              <a:rPr kumimoji="1" lang="ja-JP" altLang="en-US" sz="2000"/>
              <a:t>の適用後などに起動できなくなった場合に利用します。</a:t>
            </a:r>
          </a:p>
          <a:p>
            <a:pPr marL="0" indent="0">
              <a:buNone/>
            </a:pPr>
            <a:endParaRPr kumimoji="1" lang="ja-JP" altLang="en-US" sz="2000"/>
          </a:p>
        </p:txBody>
      </p:sp>
      <p:sp>
        <p:nvSpPr>
          <p:cNvPr id="6" name="字幕 1">
            <a:extLst>
              <a:ext uri="{FF2B5EF4-FFF2-40B4-BE49-F238E27FC236}">
                <a16:creationId xmlns:a16="http://schemas.microsoft.com/office/drawing/2014/main" id="{3CEA552A-9393-255B-3323-CD8EF0B06C0E}"/>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Shape 5">
            <a:extLst>
              <a:ext uri="{FF2B5EF4-FFF2-40B4-BE49-F238E27FC236}">
                <a16:creationId xmlns:a16="http://schemas.microsoft.com/office/drawing/2014/main" id="{7465E3A1-A11F-FBE1-6120-AB42AB51A18F}"/>
              </a:ext>
            </a:extLst>
          </p:cNvPr>
          <p:cNvSpPr/>
          <p:nvPr/>
        </p:nvSpPr>
        <p:spPr>
          <a:xfrm>
            <a:off x="1606989" y="2436032"/>
            <a:ext cx="365760" cy="365760"/>
          </a:xfrm>
          <a:prstGeom prst="ellipse">
            <a:avLst/>
          </a:prstGeom>
          <a:solidFill>
            <a:srgbClr val="0078D4"/>
          </a:solidFill>
          <a:ln/>
        </p:spPr>
        <p:txBody>
          <a:bodyPr/>
          <a:lstStyle/>
          <a:p>
            <a:endParaRPr lang="ja-JP" altLang="en-US" sz="2800"/>
          </a:p>
        </p:txBody>
      </p:sp>
      <p:sp>
        <p:nvSpPr>
          <p:cNvPr id="7" name="Text 6">
            <a:extLst>
              <a:ext uri="{FF2B5EF4-FFF2-40B4-BE49-F238E27FC236}">
                <a16:creationId xmlns:a16="http://schemas.microsoft.com/office/drawing/2014/main" id="{59B3FCD5-3AB6-1BC4-44D2-1B2983973A04}"/>
              </a:ext>
            </a:extLst>
          </p:cNvPr>
          <p:cNvSpPr/>
          <p:nvPr/>
        </p:nvSpPr>
        <p:spPr>
          <a:xfrm>
            <a:off x="1606989" y="2436032"/>
            <a:ext cx="365760" cy="365760"/>
          </a:xfrm>
          <a:prstGeom prst="rect">
            <a:avLst/>
          </a:prstGeom>
          <a:noFill/>
          <a:ln/>
        </p:spPr>
        <p:txBody>
          <a:bodyPr wrap="square" rtlCol="0" anchor="ctr"/>
          <a:lstStyle/>
          <a:p>
            <a:pPr marL="0" indent="0" algn="ctr">
              <a:buNone/>
            </a:pPr>
            <a:r>
              <a:rPr lang="en-US" sz="2000" b="1" dirty="0">
                <a:solidFill>
                  <a:srgbClr val="FFFFFF"/>
                </a:solidFill>
                <a:latin typeface="Meiryo" pitchFamily="34" charset="0"/>
                <a:ea typeface="Meiryo" pitchFamily="34" charset="-122"/>
                <a:cs typeface="Meiryo" pitchFamily="34" charset="-120"/>
              </a:rPr>
              <a:t>1</a:t>
            </a:r>
            <a:endParaRPr lang="en-US" sz="2000" dirty="0"/>
          </a:p>
        </p:txBody>
      </p:sp>
      <p:sp>
        <p:nvSpPr>
          <p:cNvPr id="8" name="Shape 7">
            <a:extLst>
              <a:ext uri="{FF2B5EF4-FFF2-40B4-BE49-F238E27FC236}">
                <a16:creationId xmlns:a16="http://schemas.microsoft.com/office/drawing/2014/main" id="{7AA2F69D-2F60-C90F-99D1-9CB9B38615FF}"/>
              </a:ext>
            </a:extLst>
          </p:cNvPr>
          <p:cNvSpPr/>
          <p:nvPr/>
        </p:nvSpPr>
        <p:spPr>
          <a:xfrm>
            <a:off x="875469" y="2938952"/>
            <a:ext cx="192024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4800"/>
          </a:p>
        </p:txBody>
      </p:sp>
      <p:sp>
        <p:nvSpPr>
          <p:cNvPr id="10" name="Text 8">
            <a:extLst>
              <a:ext uri="{FF2B5EF4-FFF2-40B4-BE49-F238E27FC236}">
                <a16:creationId xmlns:a16="http://schemas.microsoft.com/office/drawing/2014/main" id="{D4F9CB50-3297-593C-8DB6-EEC4D712C8B4}"/>
              </a:ext>
            </a:extLst>
          </p:cNvPr>
          <p:cNvSpPr/>
          <p:nvPr/>
        </p:nvSpPr>
        <p:spPr>
          <a:xfrm>
            <a:off x="966909" y="2984672"/>
            <a:ext cx="1737360" cy="320040"/>
          </a:xfrm>
          <a:prstGeom prst="rect">
            <a:avLst/>
          </a:prstGeom>
          <a:noFill/>
          <a:ln/>
        </p:spPr>
        <p:txBody>
          <a:bodyPr wrap="square" rtlCol="0" anchor="ctr"/>
          <a:lstStyle/>
          <a:p>
            <a:pPr marL="0" indent="0" algn="ctr">
              <a:buNone/>
            </a:pPr>
            <a:r>
              <a:rPr lang="en-US" b="1" dirty="0">
                <a:solidFill>
                  <a:srgbClr val="1B2A4A"/>
                </a:solidFill>
                <a:latin typeface="Meiryo" pitchFamily="34" charset="0"/>
                <a:ea typeface="Meiryo" pitchFamily="34" charset="-122"/>
                <a:cs typeface="Meiryo" pitchFamily="34" charset="-120"/>
              </a:rPr>
              <a:t>修復 VM 作成</a:t>
            </a:r>
            <a:endParaRPr lang="en-US" dirty="0"/>
          </a:p>
        </p:txBody>
      </p:sp>
      <p:sp>
        <p:nvSpPr>
          <p:cNvPr id="11" name="Text 9">
            <a:extLst>
              <a:ext uri="{FF2B5EF4-FFF2-40B4-BE49-F238E27FC236}">
                <a16:creationId xmlns:a16="http://schemas.microsoft.com/office/drawing/2014/main" id="{05ABAD8F-79DB-1B24-62F2-C9CF62B0315F}"/>
              </a:ext>
            </a:extLst>
          </p:cNvPr>
          <p:cNvSpPr/>
          <p:nvPr/>
        </p:nvSpPr>
        <p:spPr>
          <a:xfrm>
            <a:off x="966909" y="3350432"/>
            <a:ext cx="1737360" cy="1143000"/>
          </a:xfrm>
          <a:prstGeom prst="rect">
            <a:avLst/>
          </a:prstGeom>
          <a:noFill/>
          <a:ln/>
        </p:spPr>
        <p:txBody>
          <a:bodyPr wrap="square" rtlCol="0" anchor="t"/>
          <a:lstStyle/>
          <a:p>
            <a:pPr marL="0" indent="0" algn="ctr">
              <a:buNone/>
            </a:pPr>
            <a:r>
              <a:rPr lang="en-US" sz="1200" dirty="0">
                <a:solidFill>
                  <a:srgbClr val="4A5568"/>
                </a:solidFill>
                <a:latin typeface="Meiryo" pitchFamily="34" charset="0"/>
                <a:ea typeface="Meiryo" pitchFamily="34" charset="-122"/>
                <a:cs typeface="Meiryo" pitchFamily="34" charset="-120"/>
              </a:rPr>
              <a:t>az vm repair create</a:t>
            </a:r>
            <a:endParaRPr lang="en-US" sz="1200" dirty="0"/>
          </a:p>
          <a:p>
            <a:pPr marL="0" indent="0" algn="ctr">
              <a:buNone/>
            </a:pPr>
            <a:endParaRPr lang="en-US" sz="1200" dirty="0">
              <a:solidFill>
                <a:srgbClr val="4A5568"/>
              </a:solidFill>
              <a:latin typeface="Meiryo" pitchFamily="34" charset="0"/>
              <a:ea typeface="Meiryo" pitchFamily="34" charset="-122"/>
              <a:cs typeface="Meiryo" pitchFamily="34" charset="-120"/>
            </a:endParaRPr>
          </a:p>
          <a:p>
            <a:pPr marL="0" indent="0" algn="ctr">
              <a:buNone/>
            </a:pPr>
            <a:r>
              <a:rPr lang="en-US" sz="1200" dirty="0" err="1">
                <a:solidFill>
                  <a:srgbClr val="4A5568"/>
                </a:solidFill>
                <a:latin typeface="Meiryo" pitchFamily="34" charset="0"/>
                <a:ea typeface="Meiryo" pitchFamily="34" charset="-122"/>
                <a:cs typeface="Meiryo" pitchFamily="34" charset="-120"/>
              </a:rPr>
              <a:t>修復用</a:t>
            </a:r>
            <a:r>
              <a:rPr lang="en-US" sz="1200" dirty="0">
                <a:solidFill>
                  <a:srgbClr val="4A5568"/>
                </a:solidFill>
                <a:latin typeface="Meiryo" pitchFamily="34" charset="0"/>
                <a:ea typeface="Meiryo" pitchFamily="34" charset="-122"/>
                <a:cs typeface="Meiryo" pitchFamily="34" charset="-120"/>
              </a:rPr>
              <a:t> VM </a:t>
            </a:r>
            <a:r>
              <a:rPr lang="en-US" sz="1200" dirty="0" err="1">
                <a:solidFill>
                  <a:srgbClr val="4A5568"/>
                </a:solidFill>
                <a:latin typeface="Meiryo" pitchFamily="34" charset="0"/>
                <a:ea typeface="Meiryo" pitchFamily="34" charset="-122"/>
                <a:cs typeface="Meiryo" pitchFamily="34" charset="-120"/>
              </a:rPr>
              <a:t>を自動作成し、OS</a:t>
            </a:r>
            <a:r>
              <a:rPr lang="en-US" sz="1200" dirty="0">
                <a:solidFill>
                  <a:srgbClr val="4A5568"/>
                </a:solidFill>
                <a:latin typeface="Meiryo" pitchFamily="34" charset="0"/>
                <a:ea typeface="Meiryo" pitchFamily="34" charset="-122"/>
                <a:cs typeface="Meiryo" pitchFamily="34" charset="-120"/>
              </a:rPr>
              <a:t> ディスクをアタッチ</a:t>
            </a:r>
            <a:endParaRPr lang="en-US" sz="1200" dirty="0"/>
          </a:p>
        </p:txBody>
      </p:sp>
      <p:sp>
        <p:nvSpPr>
          <p:cNvPr id="12" name="Text 10">
            <a:extLst>
              <a:ext uri="{FF2B5EF4-FFF2-40B4-BE49-F238E27FC236}">
                <a16:creationId xmlns:a16="http://schemas.microsoft.com/office/drawing/2014/main" id="{199DEA75-0189-DFB4-042D-AFF0FF8F1120}"/>
              </a:ext>
            </a:extLst>
          </p:cNvPr>
          <p:cNvSpPr/>
          <p:nvPr/>
        </p:nvSpPr>
        <p:spPr>
          <a:xfrm>
            <a:off x="3110034" y="3533312"/>
            <a:ext cx="228600" cy="365760"/>
          </a:xfrm>
          <a:prstGeom prst="rect">
            <a:avLst/>
          </a:prstGeom>
          <a:noFill/>
          <a:ln/>
        </p:spPr>
        <p:txBody>
          <a:bodyPr wrap="square" rtlCol="0" anchor="ctr"/>
          <a:lstStyle/>
          <a:p>
            <a:pPr marL="0" indent="0" algn="ctr">
              <a:buNone/>
            </a:pPr>
            <a:r>
              <a:rPr lang="en-US" sz="2400" dirty="0">
                <a:solidFill>
                  <a:srgbClr val="0078D4"/>
                </a:solidFill>
              </a:rPr>
              <a:t>▶</a:t>
            </a:r>
            <a:endParaRPr lang="en-US" sz="2400" dirty="0"/>
          </a:p>
        </p:txBody>
      </p:sp>
      <p:sp>
        <p:nvSpPr>
          <p:cNvPr id="13" name="Shape 11">
            <a:extLst>
              <a:ext uri="{FF2B5EF4-FFF2-40B4-BE49-F238E27FC236}">
                <a16:creationId xmlns:a16="http://schemas.microsoft.com/office/drawing/2014/main" id="{A7ACFD52-0286-9206-8E47-AB54C364BC69}"/>
              </a:ext>
            </a:extLst>
          </p:cNvPr>
          <p:cNvSpPr/>
          <p:nvPr/>
        </p:nvSpPr>
        <p:spPr>
          <a:xfrm>
            <a:off x="4384479" y="2436032"/>
            <a:ext cx="365760" cy="365760"/>
          </a:xfrm>
          <a:prstGeom prst="ellipse">
            <a:avLst/>
          </a:prstGeom>
          <a:solidFill>
            <a:srgbClr val="0078D4"/>
          </a:solidFill>
          <a:ln/>
        </p:spPr>
        <p:txBody>
          <a:bodyPr/>
          <a:lstStyle/>
          <a:p>
            <a:endParaRPr lang="ja-JP" altLang="en-US" sz="2800"/>
          </a:p>
        </p:txBody>
      </p:sp>
      <p:sp>
        <p:nvSpPr>
          <p:cNvPr id="14" name="Text 12">
            <a:extLst>
              <a:ext uri="{FF2B5EF4-FFF2-40B4-BE49-F238E27FC236}">
                <a16:creationId xmlns:a16="http://schemas.microsoft.com/office/drawing/2014/main" id="{392D527D-751A-BAD2-E8DD-FD434F6CCC73}"/>
              </a:ext>
            </a:extLst>
          </p:cNvPr>
          <p:cNvSpPr/>
          <p:nvPr/>
        </p:nvSpPr>
        <p:spPr>
          <a:xfrm>
            <a:off x="4384479" y="2436032"/>
            <a:ext cx="365760" cy="365760"/>
          </a:xfrm>
          <a:prstGeom prst="rect">
            <a:avLst/>
          </a:prstGeom>
          <a:noFill/>
          <a:ln/>
        </p:spPr>
        <p:txBody>
          <a:bodyPr wrap="square" rtlCol="0" anchor="ctr"/>
          <a:lstStyle/>
          <a:p>
            <a:pPr marL="0" indent="0" algn="ctr">
              <a:buNone/>
            </a:pPr>
            <a:r>
              <a:rPr lang="en-US" sz="2000" b="1" dirty="0">
                <a:solidFill>
                  <a:srgbClr val="FFFFFF"/>
                </a:solidFill>
                <a:latin typeface="Meiryo" pitchFamily="34" charset="0"/>
                <a:ea typeface="Meiryo" pitchFamily="34" charset="-122"/>
                <a:cs typeface="Meiryo" pitchFamily="34" charset="-120"/>
              </a:rPr>
              <a:t>2</a:t>
            </a:r>
            <a:endParaRPr lang="en-US" sz="2000" dirty="0"/>
          </a:p>
        </p:txBody>
      </p:sp>
      <p:sp>
        <p:nvSpPr>
          <p:cNvPr id="15" name="Shape 13">
            <a:extLst>
              <a:ext uri="{FF2B5EF4-FFF2-40B4-BE49-F238E27FC236}">
                <a16:creationId xmlns:a16="http://schemas.microsoft.com/office/drawing/2014/main" id="{654D9A2E-4F9F-3CEE-9D24-2413B76114C0}"/>
              </a:ext>
            </a:extLst>
          </p:cNvPr>
          <p:cNvSpPr/>
          <p:nvPr/>
        </p:nvSpPr>
        <p:spPr>
          <a:xfrm>
            <a:off x="3652959" y="2938952"/>
            <a:ext cx="192024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4800"/>
          </a:p>
        </p:txBody>
      </p:sp>
      <p:sp>
        <p:nvSpPr>
          <p:cNvPr id="16" name="Text 14">
            <a:extLst>
              <a:ext uri="{FF2B5EF4-FFF2-40B4-BE49-F238E27FC236}">
                <a16:creationId xmlns:a16="http://schemas.microsoft.com/office/drawing/2014/main" id="{83DB96B4-63E7-48A4-B9FF-7CDDCDD9B4BE}"/>
              </a:ext>
            </a:extLst>
          </p:cNvPr>
          <p:cNvSpPr/>
          <p:nvPr/>
        </p:nvSpPr>
        <p:spPr>
          <a:xfrm>
            <a:off x="3744399" y="2984672"/>
            <a:ext cx="1737360" cy="320040"/>
          </a:xfrm>
          <a:prstGeom prst="rect">
            <a:avLst/>
          </a:prstGeom>
          <a:noFill/>
          <a:ln/>
        </p:spPr>
        <p:txBody>
          <a:bodyPr wrap="square" rtlCol="0" anchor="ctr"/>
          <a:lstStyle/>
          <a:p>
            <a:pPr marL="0" indent="0" algn="ctr">
              <a:buNone/>
            </a:pPr>
            <a:r>
              <a:rPr lang="en-US" b="1" dirty="0">
                <a:solidFill>
                  <a:srgbClr val="1B2A4A"/>
                </a:solidFill>
                <a:latin typeface="Meiryo" pitchFamily="34" charset="0"/>
                <a:ea typeface="Meiryo" pitchFamily="34" charset="-122"/>
                <a:cs typeface="Meiryo" pitchFamily="34" charset="-120"/>
              </a:rPr>
              <a:t>問題の修復</a:t>
            </a:r>
            <a:endParaRPr lang="en-US" dirty="0"/>
          </a:p>
        </p:txBody>
      </p:sp>
      <p:sp>
        <p:nvSpPr>
          <p:cNvPr id="17" name="Text 15">
            <a:extLst>
              <a:ext uri="{FF2B5EF4-FFF2-40B4-BE49-F238E27FC236}">
                <a16:creationId xmlns:a16="http://schemas.microsoft.com/office/drawing/2014/main" id="{DB5001A5-CC48-6174-7403-42EE17F380EF}"/>
              </a:ext>
            </a:extLst>
          </p:cNvPr>
          <p:cNvSpPr/>
          <p:nvPr/>
        </p:nvSpPr>
        <p:spPr>
          <a:xfrm>
            <a:off x="3744399" y="3350432"/>
            <a:ext cx="1737360" cy="1143000"/>
          </a:xfrm>
          <a:prstGeom prst="rect">
            <a:avLst/>
          </a:prstGeom>
          <a:noFill/>
          <a:ln/>
        </p:spPr>
        <p:txBody>
          <a:bodyPr wrap="square" rtlCol="0" anchor="t"/>
          <a:lstStyle/>
          <a:p>
            <a:pPr marL="0" indent="0" algn="ctr">
              <a:buNone/>
            </a:pPr>
            <a:r>
              <a:rPr lang="en-US" sz="1200" dirty="0">
                <a:solidFill>
                  <a:srgbClr val="4A5568"/>
                </a:solidFill>
                <a:latin typeface="Meiryo" pitchFamily="34" charset="0"/>
                <a:ea typeface="Meiryo" pitchFamily="34" charset="-122"/>
                <a:cs typeface="Meiryo" pitchFamily="34" charset="-120"/>
              </a:rPr>
              <a:t>az vm repair run</a:t>
            </a:r>
            <a:endParaRPr lang="en-US" sz="1200" dirty="0"/>
          </a:p>
          <a:p>
            <a:pPr marL="0" indent="0" algn="ctr">
              <a:buNone/>
            </a:pPr>
            <a:endParaRPr lang="en-US" sz="1200" dirty="0">
              <a:solidFill>
                <a:srgbClr val="4A5568"/>
              </a:solidFill>
              <a:latin typeface="Meiryo" pitchFamily="34" charset="0"/>
              <a:ea typeface="Meiryo" pitchFamily="34" charset="-122"/>
              <a:cs typeface="Meiryo" pitchFamily="34" charset="-120"/>
            </a:endParaRPr>
          </a:p>
          <a:p>
            <a:pPr marL="0" indent="0" algn="ctr">
              <a:buNone/>
            </a:pPr>
            <a:r>
              <a:rPr lang="en-US" sz="1200" dirty="0" err="1">
                <a:solidFill>
                  <a:srgbClr val="4A5568"/>
                </a:solidFill>
                <a:latin typeface="Meiryo" pitchFamily="34" charset="0"/>
                <a:ea typeface="Meiryo" pitchFamily="34" charset="-122"/>
                <a:cs typeface="Meiryo" pitchFamily="34" charset="-120"/>
              </a:rPr>
              <a:t>修復スクリプト実行</a:t>
            </a:r>
            <a:endParaRPr lang="en-US" sz="1200" dirty="0"/>
          </a:p>
          <a:p>
            <a:pPr marL="0" indent="0" algn="ctr">
              <a:buNone/>
            </a:pPr>
            <a:r>
              <a:rPr lang="en-US" sz="1200" dirty="0">
                <a:solidFill>
                  <a:srgbClr val="4A5568"/>
                </a:solidFill>
                <a:latin typeface="Meiryo" pitchFamily="34" charset="0"/>
                <a:ea typeface="Meiryo" pitchFamily="34" charset="-122"/>
                <a:cs typeface="Meiryo" pitchFamily="34" charset="-120"/>
              </a:rPr>
              <a:t>または手動でディスク修復</a:t>
            </a:r>
            <a:endParaRPr lang="en-US" sz="1200" dirty="0"/>
          </a:p>
        </p:txBody>
      </p:sp>
      <p:sp>
        <p:nvSpPr>
          <p:cNvPr id="18" name="Text 16">
            <a:extLst>
              <a:ext uri="{FF2B5EF4-FFF2-40B4-BE49-F238E27FC236}">
                <a16:creationId xmlns:a16="http://schemas.microsoft.com/office/drawing/2014/main" id="{31DF1627-B733-1475-73A6-98849B172B23}"/>
              </a:ext>
            </a:extLst>
          </p:cNvPr>
          <p:cNvSpPr/>
          <p:nvPr/>
        </p:nvSpPr>
        <p:spPr>
          <a:xfrm>
            <a:off x="5841803" y="3533312"/>
            <a:ext cx="228600" cy="365760"/>
          </a:xfrm>
          <a:prstGeom prst="rect">
            <a:avLst/>
          </a:prstGeom>
          <a:noFill/>
          <a:ln/>
        </p:spPr>
        <p:txBody>
          <a:bodyPr wrap="square" rtlCol="0" anchor="ctr"/>
          <a:lstStyle/>
          <a:p>
            <a:pPr marL="0" indent="0" algn="ctr">
              <a:buNone/>
            </a:pPr>
            <a:r>
              <a:rPr lang="en-US" sz="2400" dirty="0">
                <a:solidFill>
                  <a:srgbClr val="0078D4"/>
                </a:solidFill>
              </a:rPr>
              <a:t>▶</a:t>
            </a:r>
            <a:endParaRPr lang="en-US" sz="2400" dirty="0"/>
          </a:p>
        </p:txBody>
      </p:sp>
      <p:sp>
        <p:nvSpPr>
          <p:cNvPr id="19" name="Shape 17">
            <a:extLst>
              <a:ext uri="{FF2B5EF4-FFF2-40B4-BE49-F238E27FC236}">
                <a16:creationId xmlns:a16="http://schemas.microsoft.com/office/drawing/2014/main" id="{CC2C87D5-A873-DA6A-7CEB-54C647BDB42F}"/>
              </a:ext>
            </a:extLst>
          </p:cNvPr>
          <p:cNvSpPr/>
          <p:nvPr/>
        </p:nvSpPr>
        <p:spPr>
          <a:xfrm>
            <a:off x="7196261" y="2436032"/>
            <a:ext cx="365760" cy="365760"/>
          </a:xfrm>
          <a:prstGeom prst="ellipse">
            <a:avLst/>
          </a:prstGeom>
          <a:solidFill>
            <a:srgbClr val="0078D4"/>
          </a:solidFill>
          <a:ln/>
        </p:spPr>
        <p:txBody>
          <a:bodyPr/>
          <a:lstStyle/>
          <a:p>
            <a:endParaRPr lang="ja-JP" altLang="en-US" sz="2800"/>
          </a:p>
        </p:txBody>
      </p:sp>
      <p:sp>
        <p:nvSpPr>
          <p:cNvPr id="20" name="Text 18">
            <a:extLst>
              <a:ext uri="{FF2B5EF4-FFF2-40B4-BE49-F238E27FC236}">
                <a16:creationId xmlns:a16="http://schemas.microsoft.com/office/drawing/2014/main" id="{2A917221-A067-B0CF-6DA8-0DA204EAB608}"/>
              </a:ext>
            </a:extLst>
          </p:cNvPr>
          <p:cNvSpPr/>
          <p:nvPr/>
        </p:nvSpPr>
        <p:spPr>
          <a:xfrm>
            <a:off x="7196261" y="2436032"/>
            <a:ext cx="365760" cy="365760"/>
          </a:xfrm>
          <a:prstGeom prst="rect">
            <a:avLst/>
          </a:prstGeom>
          <a:noFill/>
          <a:ln/>
        </p:spPr>
        <p:txBody>
          <a:bodyPr wrap="square" rtlCol="0" anchor="ctr"/>
          <a:lstStyle/>
          <a:p>
            <a:pPr marL="0" indent="0" algn="ctr">
              <a:buNone/>
            </a:pPr>
            <a:r>
              <a:rPr lang="en-US" sz="2000" b="1" dirty="0">
                <a:solidFill>
                  <a:srgbClr val="FFFFFF"/>
                </a:solidFill>
                <a:latin typeface="Meiryo" pitchFamily="34" charset="0"/>
                <a:ea typeface="Meiryo" pitchFamily="34" charset="-122"/>
                <a:cs typeface="Meiryo" pitchFamily="34" charset="-120"/>
              </a:rPr>
              <a:t>3</a:t>
            </a:r>
            <a:endParaRPr lang="en-US" sz="2000" dirty="0"/>
          </a:p>
        </p:txBody>
      </p:sp>
      <p:sp>
        <p:nvSpPr>
          <p:cNvPr id="21" name="Shape 19">
            <a:extLst>
              <a:ext uri="{FF2B5EF4-FFF2-40B4-BE49-F238E27FC236}">
                <a16:creationId xmlns:a16="http://schemas.microsoft.com/office/drawing/2014/main" id="{66731B50-B70A-7E13-C34F-CC25F84C7757}"/>
              </a:ext>
            </a:extLst>
          </p:cNvPr>
          <p:cNvSpPr/>
          <p:nvPr/>
        </p:nvSpPr>
        <p:spPr>
          <a:xfrm>
            <a:off x="6464741" y="2938952"/>
            <a:ext cx="192024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4800"/>
          </a:p>
        </p:txBody>
      </p:sp>
      <p:sp>
        <p:nvSpPr>
          <p:cNvPr id="22" name="Text 20">
            <a:extLst>
              <a:ext uri="{FF2B5EF4-FFF2-40B4-BE49-F238E27FC236}">
                <a16:creationId xmlns:a16="http://schemas.microsoft.com/office/drawing/2014/main" id="{0278F0CA-1EE0-4EC5-4DEA-D967883CC88A}"/>
              </a:ext>
            </a:extLst>
          </p:cNvPr>
          <p:cNvSpPr/>
          <p:nvPr/>
        </p:nvSpPr>
        <p:spPr>
          <a:xfrm>
            <a:off x="6556181" y="2984672"/>
            <a:ext cx="1737360" cy="320040"/>
          </a:xfrm>
          <a:prstGeom prst="rect">
            <a:avLst/>
          </a:prstGeom>
          <a:noFill/>
          <a:ln/>
        </p:spPr>
        <p:txBody>
          <a:bodyPr wrap="square" rtlCol="0" anchor="ctr"/>
          <a:lstStyle/>
          <a:p>
            <a:pPr marL="0" indent="0" algn="ctr">
              <a:buNone/>
            </a:pPr>
            <a:r>
              <a:rPr lang="en-US" b="1" dirty="0">
                <a:solidFill>
                  <a:srgbClr val="1B2A4A"/>
                </a:solidFill>
                <a:latin typeface="Meiryo" pitchFamily="34" charset="0"/>
                <a:ea typeface="Meiryo" pitchFamily="34" charset="-122"/>
                <a:cs typeface="Meiryo" pitchFamily="34" charset="-120"/>
              </a:rPr>
              <a:t>ディスク交換</a:t>
            </a:r>
            <a:endParaRPr lang="en-US" dirty="0"/>
          </a:p>
        </p:txBody>
      </p:sp>
      <p:sp>
        <p:nvSpPr>
          <p:cNvPr id="23" name="Text 21">
            <a:extLst>
              <a:ext uri="{FF2B5EF4-FFF2-40B4-BE49-F238E27FC236}">
                <a16:creationId xmlns:a16="http://schemas.microsoft.com/office/drawing/2014/main" id="{E6FC6C87-DECC-5C0A-268D-C9BFA594D3DE}"/>
              </a:ext>
            </a:extLst>
          </p:cNvPr>
          <p:cNvSpPr/>
          <p:nvPr/>
        </p:nvSpPr>
        <p:spPr>
          <a:xfrm>
            <a:off x="6556181" y="3350432"/>
            <a:ext cx="1737360" cy="1143000"/>
          </a:xfrm>
          <a:prstGeom prst="rect">
            <a:avLst/>
          </a:prstGeom>
          <a:noFill/>
          <a:ln/>
        </p:spPr>
        <p:txBody>
          <a:bodyPr wrap="square" rtlCol="0" anchor="t"/>
          <a:lstStyle/>
          <a:p>
            <a:pPr marL="0" indent="0" algn="ctr">
              <a:buNone/>
            </a:pPr>
            <a:r>
              <a:rPr lang="en-US" sz="1200" dirty="0">
                <a:solidFill>
                  <a:srgbClr val="4A5568"/>
                </a:solidFill>
                <a:latin typeface="Meiryo" pitchFamily="34" charset="0"/>
                <a:ea typeface="Meiryo" pitchFamily="34" charset="-122"/>
                <a:cs typeface="Meiryo" pitchFamily="34" charset="-120"/>
              </a:rPr>
              <a:t>az vm repair restore</a:t>
            </a:r>
            <a:endParaRPr lang="en-US" sz="1200" dirty="0"/>
          </a:p>
          <a:p>
            <a:pPr marL="0" indent="0" algn="ctr">
              <a:buNone/>
            </a:pPr>
            <a:endParaRPr lang="en-US" sz="1200" dirty="0">
              <a:solidFill>
                <a:srgbClr val="4A5568"/>
              </a:solidFill>
              <a:latin typeface="Meiryo" pitchFamily="34" charset="0"/>
              <a:ea typeface="Meiryo" pitchFamily="34" charset="-122"/>
              <a:cs typeface="Meiryo" pitchFamily="34" charset="-120"/>
            </a:endParaRPr>
          </a:p>
          <a:p>
            <a:pPr marL="0" indent="0" algn="ctr">
              <a:buNone/>
            </a:pPr>
            <a:r>
              <a:rPr lang="en-US" sz="1200" dirty="0" err="1">
                <a:solidFill>
                  <a:srgbClr val="4A5568"/>
                </a:solidFill>
                <a:latin typeface="Meiryo" pitchFamily="34" charset="0"/>
                <a:ea typeface="Meiryo" pitchFamily="34" charset="-122"/>
                <a:cs typeface="Meiryo" pitchFamily="34" charset="-120"/>
              </a:rPr>
              <a:t>修復済みディスクを</a:t>
            </a:r>
            <a:endParaRPr lang="en-US" sz="1200" dirty="0"/>
          </a:p>
          <a:p>
            <a:pPr marL="0" indent="0" algn="ctr">
              <a:buNone/>
            </a:pPr>
            <a:r>
              <a:rPr lang="en-US" sz="1200" dirty="0">
                <a:solidFill>
                  <a:srgbClr val="4A5568"/>
                </a:solidFill>
                <a:latin typeface="Meiryo" pitchFamily="34" charset="0"/>
                <a:ea typeface="Meiryo" pitchFamily="34" charset="-122"/>
                <a:cs typeface="Meiryo" pitchFamily="34" charset="-120"/>
              </a:rPr>
              <a:t>元の VM にスワップ</a:t>
            </a:r>
            <a:endParaRPr lang="en-US" sz="1200" dirty="0"/>
          </a:p>
        </p:txBody>
      </p:sp>
      <p:sp>
        <p:nvSpPr>
          <p:cNvPr id="24" name="Text 22">
            <a:extLst>
              <a:ext uri="{FF2B5EF4-FFF2-40B4-BE49-F238E27FC236}">
                <a16:creationId xmlns:a16="http://schemas.microsoft.com/office/drawing/2014/main" id="{53D68F1B-97F2-34BC-C00E-7D8D9166A625}"/>
              </a:ext>
            </a:extLst>
          </p:cNvPr>
          <p:cNvSpPr/>
          <p:nvPr/>
        </p:nvSpPr>
        <p:spPr>
          <a:xfrm>
            <a:off x="8693589" y="3533312"/>
            <a:ext cx="228600" cy="365760"/>
          </a:xfrm>
          <a:prstGeom prst="rect">
            <a:avLst/>
          </a:prstGeom>
          <a:noFill/>
          <a:ln/>
        </p:spPr>
        <p:txBody>
          <a:bodyPr wrap="square" rtlCol="0" anchor="ctr"/>
          <a:lstStyle/>
          <a:p>
            <a:pPr marL="0" indent="0" algn="ctr">
              <a:buNone/>
            </a:pPr>
            <a:r>
              <a:rPr lang="en-US" sz="2400" dirty="0">
                <a:solidFill>
                  <a:srgbClr val="0078D4"/>
                </a:solidFill>
              </a:rPr>
              <a:t>▶</a:t>
            </a:r>
            <a:endParaRPr lang="en-US" sz="2400" dirty="0"/>
          </a:p>
        </p:txBody>
      </p:sp>
      <p:sp>
        <p:nvSpPr>
          <p:cNvPr id="25" name="Shape 23">
            <a:extLst>
              <a:ext uri="{FF2B5EF4-FFF2-40B4-BE49-F238E27FC236}">
                <a16:creationId xmlns:a16="http://schemas.microsoft.com/office/drawing/2014/main" id="{B0CD8D26-14E3-780D-79C4-1CE871EF7200}"/>
              </a:ext>
            </a:extLst>
          </p:cNvPr>
          <p:cNvSpPr/>
          <p:nvPr/>
        </p:nvSpPr>
        <p:spPr>
          <a:xfrm>
            <a:off x="10110909" y="2436032"/>
            <a:ext cx="365760" cy="365760"/>
          </a:xfrm>
          <a:prstGeom prst="ellipse">
            <a:avLst/>
          </a:prstGeom>
          <a:solidFill>
            <a:srgbClr val="0078D4"/>
          </a:solidFill>
          <a:ln/>
        </p:spPr>
        <p:txBody>
          <a:bodyPr/>
          <a:lstStyle/>
          <a:p>
            <a:endParaRPr lang="ja-JP" altLang="en-US" sz="2800"/>
          </a:p>
        </p:txBody>
      </p:sp>
      <p:sp>
        <p:nvSpPr>
          <p:cNvPr id="26" name="Text 24">
            <a:extLst>
              <a:ext uri="{FF2B5EF4-FFF2-40B4-BE49-F238E27FC236}">
                <a16:creationId xmlns:a16="http://schemas.microsoft.com/office/drawing/2014/main" id="{559B0D53-165E-78A8-0FBC-ED0179B459FD}"/>
              </a:ext>
            </a:extLst>
          </p:cNvPr>
          <p:cNvSpPr/>
          <p:nvPr/>
        </p:nvSpPr>
        <p:spPr>
          <a:xfrm>
            <a:off x="10110909" y="2436032"/>
            <a:ext cx="365760" cy="365760"/>
          </a:xfrm>
          <a:prstGeom prst="rect">
            <a:avLst/>
          </a:prstGeom>
          <a:noFill/>
          <a:ln/>
        </p:spPr>
        <p:txBody>
          <a:bodyPr wrap="square" rtlCol="0" anchor="ctr"/>
          <a:lstStyle/>
          <a:p>
            <a:pPr marL="0" indent="0" algn="ctr">
              <a:buNone/>
            </a:pPr>
            <a:r>
              <a:rPr lang="en-US" sz="2000" b="1" dirty="0">
                <a:solidFill>
                  <a:srgbClr val="FFFFFF"/>
                </a:solidFill>
                <a:latin typeface="Meiryo" pitchFamily="34" charset="0"/>
                <a:ea typeface="Meiryo" pitchFamily="34" charset="-122"/>
                <a:cs typeface="Meiryo" pitchFamily="34" charset="-120"/>
              </a:rPr>
              <a:t>4</a:t>
            </a:r>
            <a:endParaRPr lang="en-US" sz="2000" dirty="0"/>
          </a:p>
        </p:txBody>
      </p:sp>
      <p:sp>
        <p:nvSpPr>
          <p:cNvPr id="27" name="Shape 25">
            <a:extLst>
              <a:ext uri="{FF2B5EF4-FFF2-40B4-BE49-F238E27FC236}">
                <a16:creationId xmlns:a16="http://schemas.microsoft.com/office/drawing/2014/main" id="{4339C1A4-4079-C468-26EE-487798C0F799}"/>
              </a:ext>
            </a:extLst>
          </p:cNvPr>
          <p:cNvSpPr/>
          <p:nvPr/>
        </p:nvSpPr>
        <p:spPr>
          <a:xfrm>
            <a:off x="9379389" y="2938952"/>
            <a:ext cx="192024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4800"/>
          </a:p>
        </p:txBody>
      </p:sp>
      <p:sp>
        <p:nvSpPr>
          <p:cNvPr id="28" name="Text 26">
            <a:extLst>
              <a:ext uri="{FF2B5EF4-FFF2-40B4-BE49-F238E27FC236}">
                <a16:creationId xmlns:a16="http://schemas.microsoft.com/office/drawing/2014/main" id="{BE6D3AB4-E62A-E62D-A001-EEC271438FE5}"/>
              </a:ext>
            </a:extLst>
          </p:cNvPr>
          <p:cNvSpPr/>
          <p:nvPr/>
        </p:nvSpPr>
        <p:spPr>
          <a:xfrm>
            <a:off x="9470829" y="2984672"/>
            <a:ext cx="1737360" cy="320040"/>
          </a:xfrm>
          <a:prstGeom prst="rect">
            <a:avLst/>
          </a:prstGeom>
          <a:noFill/>
          <a:ln/>
        </p:spPr>
        <p:txBody>
          <a:bodyPr wrap="square" rtlCol="0" anchor="ctr"/>
          <a:lstStyle/>
          <a:p>
            <a:pPr marL="0" indent="0" algn="ctr">
              <a:buNone/>
            </a:pPr>
            <a:r>
              <a:rPr lang="en-US" b="1" dirty="0">
                <a:solidFill>
                  <a:srgbClr val="1B2A4A"/>
                </a:solidFill>
                <a:latin typeface="Meiryo" pitchFamily="34" charset="0"/>
                <a:ea typeface="Meiryo" pitchFamily="34" charset="-122"/>
                <a:cs typeface="Meiryo" pitchFamily="34" charset="-120"/>
              </a:rPr>
              <a:t>VM 起動</a:t>
            </a:r>
            <a:endParaRPr lang="en-US" dirty="0"/>
          </a:p>
        </p:txBody>
      </p:sp>
      <p:sp>
        <p:nvSpPr>
          <p:cNvPr id="29" name="Text 27">
            <a:extLst>
              <a:ext uri="{FF2B5EF4-FFF2-40B4-BE49-F238E27FC236}">
                <a16:creationId xmlns:a16="http://schemas.microsoft.com/office/drawing/2014/main" id="{5E17B47B-9D16-5E4B-FC31-C33F207DE631}"/>
              </a:ext>
            </a:extLst>
          </p:cNvPr>
          <p:cNvSpPr/>
          <p:nvPr/>
        </p:nvSpPr>
        <p:spPr>
          <a:xfrm>
            <a:off x="9470829" y="3350432"/>
            <a:ext cx="1737360" cy="1143000"/>
          </a:xfrm>
          <a:prstGeom prst="rect">
            <a:avLst/>
          </a:prstGeom>
          <a:noFill/>
          <a:ln/>
        </p:spPr>
        <p:txBody>
          <a:bodyPr wrap="square" rtlCol="0" anchor="t"/>
          <a:lstStyle/>
          <a:p>
            <a:pPr marL="0" indent="0" algn="ctr">
              <a:buNone/>
            </a:pPr>
            <a:r>
              <a:rPr lang="en-US" sz="1200" dirty="0">
                <a:solidFill>
                  <a:srgbClr val="4A5568"/>
                </a:solidFill>
                <a:latin typeface="Meiryo" pitchFamily="34" charset="0"/>
                <a:ea typeface="Meiryo" pitchFamily="34" charset="-122"/>
                <a:cs typeface="Meiryo" pitchFamily="34" charset="-120"/>
              </a:rPr>
              <a:t>az vm start</a:t>
            </a:r>
            <a:endParaRPr lang="en-US" sz="1200" dirty="0"/>
          </a:p>
          <a:p>
            <a:pPr marL="0" indent="0" algn="ctr">
              <a:buNone/>
            </a:pPr>
            <a:endParaRPr lang="en-US" sz="1200" dirty="0">
              <a:solidFill>
                <a:srgbClr val="4A5568"/>
              </a:solidFill>
              <a:latin typeface="Meiryo" pitchFamily="34" charset="0"/>
              <a:ea typeface="Meiryo" pitchFamily="34" charset="-122"/>
              <a:cs typeface="Meiryo" pitchFamily="34" charset="-120"/>
            </a:endParaRPr>
          </a:p>
          <a:p>
            <a:pPr marL="0" indent="0" algn="ctr">
              <a:buNone/>
            </a:pPr>
            <a:r>
              <a:rPr lang="en-US" sz="1200" dirty="0" err="1">
                <a:solidFill>
                  <a:srgbClr val="4A5568"/>
                </a:solidFill>
                <a:latin typeface="Meiryo" pitchFamily="34" charset="0"/>
                <a:ea typeface="Meiryo" pitchFamily="34" charset="-122"/>
                <a:cs typeface="Meiryo" pitchFamily="34" charset="-120"/>
              </a:rPr>
              <a:t>修復完了後に</a:t>
            </a:r>
            <a:endParaRPr lang="en-US" sz="1200" dirty="0"/>
          </a:p>
          <a:p>
            <a:pPr marL="0" indent="0" algn="ctr">
              <a:buNone/>
            </a:pPr>
            <a:r>
              <a:rPr lang="en-US" sz="1200" dirty="0">
                <a:solidFill>
                  <a:srgbClr val="4A5568"/>
                </a:solidFill>
                <a:latin typeface="Meiryo" pitchFamily="34" charset="0"/>
                <a:ea typeface="Meiryo" pitchFamily="34" charset="-122"/>
                <a:cs typeface="Meiryo" pitchFamily="34" charset="-120"/>
              </a:rPr>
              <a:t>VM を起動・検証</a:t>
            </a:r>
            <a:endParaRPr lang="en-US" sz="1200" dirty="0"/>
          </a:p>
        </p:txBody>
      </p:sp>
      <p:sp>
        <p:nvSpPr>
          <p:cNvPr id="30" name="Text 28">
            <a:extLst>
              <a:ext uri="{FF2B5EF4-FFF2-40B4-BE49-F238E27FC236}">
                <a16:creationId xmlns:a16="http://schemas.microsoft.com/office/drawing/2014/main" id="{AA018766-7659-1623-C7BC-A46C4CDDC48F}"/>
              </a:ext>
            </a:extLst>
          </p:cNvPr>
          <p:cNvSpPr/>
          <p:nvPr/>
        </p:nvSpPr>
        <p:spPr>
          <a:xfrm>
            <a:off x="875469" y="5867918"/>
            <a:ext cx="10332720" cy="320040"/>
          </a:xfrm>
          <a:prstGeom prst="rect">
            <a:avLst/>
          </a:prstGeom>
          <a:noFill/>
          <a:ln/>
        </p:spPr>
        <p:txBody>
          <a:bodyPr wrap="square" rtlCol="0" anchor="ctr"/>
          <a:lstStyle/>
          <a:p>
            <a:pPr marL="0" indent="0">
              <a:buNone/>
            </a:pPr>
            <a:r>
              <a:rPr lang="en-US" b="1" dirty="0">
                <a:solidFill>
                  <a:srgbClr val="0078D4"/>
                </a:solidFill>
                <a:latin typeface="Meiryo" pitchFamily="34" charset="0"/>
                <a:ea typeface="Meiryo" pitchFamily="34" charset="-122"/>
                <a:cs typeface="Meiryo" pitchFamily="34" charset="-120"/>
              </a:rPr>
              <a:t>💡 Tip: </a:t>
            </a:r>
            <a:r>
              <a:rPr lang="en-US" dirty="0">
                <a:solidFill>
                  <a:srgbClr val="2D3748"/>
                </a:solidFill>
                <a:latin typeface="Meiryo" pitchFamily="34" charset="0"/>
                <a:ea typeface="Meiryo" pitchFamily="34" charset="-122"/>
                <a:cs typeface="Meiryo" pitchFamily="34" charset="-120"/>
              </a:rPr>
              <a:t>az vm repair run --run-id win-sfc-and-dism などの組み込みスクリプトも利用可能</a:t>
            </a:r>
            <a:endParaRPr lang="en-US" dirty="0"/>
          </a:p>
        </p:txBody>
      </p:sp>
      <p:sp>
        <p:nvSpPr>
          <p:cNvPr id="31" name="四角形吹き出し 30">
            <a:extLst>
              <a:ext uri="{FF2B5EF4-FFF2-40B4-BE49-F238E27FC236}">
                <a16:creationId xmlns:a16="http://schemas.microsoft.com/office/drawing/2014/main" id="{9B9E692D-E9F0-9DD8-AC4D-2998F8B60CC5}"/>
              </a:ext>
            </a:extLst>
          </p:cNvPr>
          <p:cNvSpPr/>
          <p:nvPr/>
        </p:nvSpPr>
        <p:spPr>
          <a:xfrm>
            <a:off x="584200" y="4854113"/>
            <a:ext cx="2525834" cy="794283"/>
          </a:xfrm>
          <a:prstGeom prst="wedgeRectCallout">
            <a:avLst>
              <a:gd name="adj1" fmla="val -15420"/>
              <a:gd name="adj2" fmla="val -7453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solidFill>
                <a:latin typeface="Yu Gothic UI" panose="020B0500000000000000" pitchFamily="34" charset="-128"/>
                <a:ea typeface="Yu Gothic UI" panose="020B0500000000000000" pitchFamily="34" charset="-128"/>
              </a:rPr>
              <a:t>--enable-nested </a:t>
            </a:r>
            <a:r>
              <a:rPr kumimoji="1" lang="ja-JP" altLang="en-US" sz="1200">
                <a:solidFill>
                  <a:schemeClr val="tx1"/>
                </a:solidFill>
                <a:latin typeface="Yu Gothic UI" panose="020B0500000000000000" pitchFamily="34" charset="-128"/>
                <a:ea typeface="Yu Gothic UI" panose="020B0500000000000000" pitchFamily="34" charset="-128"/>
              </a:rPr>
              <a:t>オプションを使うと</a:t>
            </a:r>
            <a:r>
              <a:rPr kumimoji="1" lang="en-US" altLang="ja-JP" sz="1200" dirty="0">
                <a:solidFill>
                  <a:schemeClr val="tx1"/>
                </a:solidFill>
                <a:latin typeface="Yu Gothic UI" panose="020B0500000000000000" pitchFamily="34" charset="-128"/>
                <a:ea typeface="Yu Gothic UI" panose="020B0500000000000000" pitchFamily="34" charset="-128"/>
              </a:rPr>
              <a:t> Nested Hyper-V </a:t>
            </a:r>
            <a:r>
              <a:rPr kumimoji="1" lang="ja-JP" altLang="en-US" sz="1200">
                <a:solidFill>
                  <a:schemeClr val="tx1"/>
                </a:solidFill>
                <a:latin typeface="Yu Gothic UI" panose="020B0500000000000000" pitchFamily="34" charset="-128"/>
                <a:ea typeface="Yu Gothic UI" panose="020B0500000000000000" pitchFamily="34" charset="-128"/>
              </a:rPr>
              <a:t>が有効な修復</a:t>
            </a:r>
            <a:r>
              <a:rPr kumimoji="1" lang="en-US" altLang="ja-JP" sz="1200" dirty="0">
                <a:solidFill>
                  <a:schemeClr val="tx1"/>
                </a:solidFill>
                <a:latin typeface="Yu Gothic UI" panose="020B0500000000000000" pitchFamily="34" charset="-128"/>
                <a:ea typeface="Yu Gothic UI" panose="020B0500000000000000" pitchFamily="34" charset="-128"/>
              </a:rPr>
              <a:t> VM </a:t>
            </a:r>
            <a:r>
              <a:rPr kumimoji="1" lang="ja-JP" altLang="en-US" sz="1200">
                <a:solidFill>
                  <a:schemeClr val="tx1"/>
                </a:solidFill>
                <a:latin typeface="Yu Gothic UI" panose="020B0500000000000000" pitchFamily="34" charset="-128"/>
                <a:ea typeface="Yu Gothic UI" panose="020B0500000000000000" pitchFamily="34" charset="-128"/>
              </a:rPr>
              <a:t>を作成し、</a:t>
            </a:r>
            <a:r>
              <a:rPr kumimoji="1" lang="en-US" altLang="ja-JP" sz="1200" dirty="0">
                <a:solidFill>
                  <a:schemeClr val="tx1"/>
                </a:solidFill>
                <a:latin typeface="Yu Gothic UI" panose="020B0500000000000000" pitchFamily="34" charset="-128"/>
                <a:ea typeface="Yu Gothic UI" panose="020B0500000000000000" pitchFamily="34" charset="-128"/>
              </a:rPr>
              <a:t>Hyper-V </a:t>
            </a:r>
            <a:r>
              <a:rPr kumimoji="1" lang="ja-JP" altLang="en-US" sz="1200">
                <a:solidFill>
                  <a:schemeClr val="tx1"/>
                </a:solidFill>
                <a:latin typeface="Yu Gothic UI" panose="020B0500000000000000" pitchFamily="34" charset="-128"/>
                <a:ea typeface="Yu Gothic UI" panose="020B0500000000000000" pitchFamily="34" charset="-128"/>
              </a:rPr>
              <a:t>上での復旧を行うことも可能</a:t>
            </a:r>
          </a:p>
        </p:txBody>
      </p:sp>
    </p:spTree>
    <p:extLst>
      <p:ext uri="{BB962C8B-B14F-4D97-AF65-F5344CB8AC3E}">
        <p14:creationId xmlns:p14="http://schemas.microsoft.com/office/powerpoint/2010/main" val="231491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CA63D-8030-9629-9CFC-E5B67405BDD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49B5C37-9190-FAD0-164F-7AE2A105D03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solidFill>
                  <a:srgbClr val="1F2937"/>
                </a:solidFill>
                <a:latin typeface="Yu Gothic" pitchFamily="34" charset="0"/>
                <a:ea typeface="Yu Gothic" pitchFamily="34" charset="-122"/>
                <a:cs typeface="Yu Gothic" pitchFamily="34" charset="-120"/>
              </a:rPr>
              <a:t>トラブルシューティング まとめ </a:t>
            </a:r>
            <a:r>
              <a:rPr lang="en-US" altLang="ja-JP" sz="2000" b="1" dirty="0">
                <a:solidFill>
                  <a:srgbClr val="1F2937"/>
                </a:solidFill>
                <a:latin typeface="Yu Gothic" pitchFamily="34" charset="0"/>
                <a:ea typeface="Yu Gothic" pitchFamily="34" charset="-122"/>
                <a:cs typeface="Yu Gothic" pitchFamily="34" charset="-120"/>
              </a:rPr>
              <a:t>— </a:t>
            </a:r>
            <a:r>
              <a:rPr lang="ja-JP" altLang="en-US" sz="2000" b="1">
                <a:solidFill>
                  <a:srgbClr val="1F2937"/>
                </a:solidFill>
                <a:latin typeface="Yu Gothic" pitchFamily="34" charset="0"/>
                <a:ea typeface="Yu Gothic" pitchFamily="34" charset="-122"/>
                <a:cs typeface="Yu Gothic" pitchFamily="34" charset="-120"/>
              </a:rPr>
              <a:t>状況別ガイド</a:t>
            </a:r>
            <a:endParaRPr lang="en-US" altLang="ja-JP" sz="2000" dirty="0"/>
          </a:p>
        </p:txBody>
      </p:sp>
      <p:sp>
        <p:nvSpPr>
          <p:cNvPr id="2" name="正方形/長方形 1">
            <a:extLst>
              <a:ext uri="{FF2B5EF4-FFF2-40B4-BE49-F238E27FC236}">
                <a16:creationId xmlns:a16="http://schemas.microsoft.com/office/drawing/2014/main" id="{CC2EA0E0-6897-5818-A734-52C35858F02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DDA1CD3-6F21-D00B-D571-CE9FBA9C15F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AE3AABCD-5DBD-F777-89AB-59D6015DF3DE}"/>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 altLang="ja-JP" sz="2000" dirty="0"/>
              <a:t>VM </a:t>
            </a:r>
            <a:r>
              <a:rPr kumimoji="1" lang="ja-JP" altLang="en-US" sz="2000"/>
              <a:t>のトラブルに遭遇した際の対処フローをまとめます。状況に応じて適切なツールを選択することで、迅速な復旧が可能です。</a:t>
            </a:r>
          </a:p>
          <a:p>
            <a:pPr marL="0" indent="0">
              <a:buNone/>
            </a:pPr>
            <a:endParaRPr kumimoji="1" lang="ja-JP" altLang="en-US" sz="2000"/>
          </a:p>
        </p:txBody>
      </p:sp>
      <p:sp>
        <p:nvSpPr>
          <p:cNvPr id="6" name="字幕 1">
            <a:extLst>
              <a:ext uri="{FF2B5EF4-FFF2-40B4-BE49-F238E27FC236}">
                <a16:creationId xmlns:a16="http://schemas.microsoft.com/office/drawing/2014/main" id="{05FBA39F-230D-AF4A-48B1-D77FE7133BF9}"/>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Shape 5">
            <a:extLst>
              <a:ext uri="{FF2B5EF4-FFF2-40B4-BE49-F238E27FC236}">
                <a16:creationId xmlns:a16="http://schemas.microsoft.com/office/drawing/2014/main" id="{CBB394A5-6D4D-1CB3-ABB1-3A8B4C37F068}"/>
              </a:ext>
            </a:extLst>
          </p:cNvPr>
          <p:cNvSpPr/>
          <p:nvPr/>
        </p:nvSpPr>
        <p:spPr>
          <a:xfrm>
            <a:off x="838200" y="2131059"/>
            <a:ext cx="3160706" cy="31089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2800"/>
          </a:p>
        </p:txBody>
      </p:sp>
      <p:sp>
        <p:nvSpPr>
          <p:cNvPr id="7" name="Shape 6">
            <a:extLst>
              <a:ext uri="{FF2B5EF4-FFF2-40B4-BE49-F238E27FC236}">
                <a16:creationId xmlns:a16="http://schemas.microsoft.com/office/drawing/2014/main" id="{D461D739-25AC-0DB4-6CC8-25370F5CCB00}"/>
              </a:ext>
            </a:extLst>
          </p:cNvPr>
          <p:cNvSpPr/>
          <p:nvPr/>
        </p:nvSpPr>
        <p:spPr>
          <a:xfrm>
            <a:off x="838200" y="2131059"/>
            <a:ext cx="3160706" cy="411480"/>
          </a:xfrm>
          <a:prstGeom prst="rect">
            <a:avLst/>
          </a:prstGeom>
          <a:solidFill>
            <a:srgbClr val="E53E3E"/>
          </a:solidFill>
          <a:ln/>
        </p:spPr>
        <p:txBody>
          <a:bodyPr/>
          <a:lstStyle/>
          <a:p>
            <a:endParaRPr lang="ja-JP" altLang="en-US" sz="2800"/>
          </a:p>
        </p:txBody>
      </p:sp>
      <p:sp>
        <p:nvSpPr>
          <p:cNvPr id="8" name="Text 7">
            <a:extLst>
              <a:ext uri="{FF2B5EF4-FFF2-40B4-BE49-F238E27FC236}">
                <a16:creationId xmlns:a16="http://schemas.microsoft.com/office/drawing/2014/main" id="{34580598-7F55-0BD0-7D13-C65F6C51351C}"/>
              </a:ext>
            </a:extLst>
          </p:cNvPr>
          <p:cNvSpPr/>
          <p:nvPr/>
        </p:nvSpPr>
        <p:spPr>
          <a:xfrm>
            <a:off x="838200" y="2131059"/>
            <a:ext cx="3160706" cy="411480"/>
          </a:xfrm>
          <a:prstGeom prst="rect">
            <a:avLst/>
          </a:prstGeom>
          <a:noFill/>
          <a:ln/>
        </p:spPr>
        <p:txBody>
          <a:bodyPr wrap="square" rtlCol="0" anchor="ctr"/>
          <a:lstStyle/>
          <a:p>
            <a:pPr marL="0" indent="0" algn="ctr">
              <a:buNone/>
            </a:pPr>
            <a:r>
              <a:rPr lang="en-US" sz="1600" b="1" dirty="0">
                <a:solidFill>
                  <a:srgbClr val="FFFFFF"/>
                </a:solidFill>
                <a:latin typeface="Meiryo" pitchFamily="34" charset="0"/>
                <a:ea typeface="Meiryo" pitchFamily="34" charset="-122"/>
                <a:cs typeface="Meiryo" pitchFamily="34" charset="-120"/>
              </a:rPr>
              <a:t>VM に接続できない</a:t>
            </a:r>
            <a:endParaRPr lang="en-US" sz="1600" dirty="0"/>
          </a:p>
        </p:txBody>
      </p:sp>
      <p:sp>
        <p:nvSpPr>
          <p:cNvPr id="10" name="Text 8">
            <a:extLst>
              <a:ext uri="{FF2B5EF4-FFF2-40B4-BE49-F238E27FC236}">
                <a16:creationId xmlns:a16="http://schemas.microsoft.com/office/drawing/2014/main" id="{084F94F7-2B69-A2E9-D701-1A78A405459F}"/>
              </a:ext>
            </a:extLst>
          </p:cNvPr>
          <p:cNvSpPr/>
          <p:nvPr/>
        </p:nvSpPr>
        <p:spPr>
          <a:xfrm>
            <a:off x="1021080" y="2633979"/>
            <a:ext cx="2739278" cy="2468880"/>
          </a:xfrm>
          <a:prstGeom prst="rect">
            <a:avLst/>
          </a:prstGeom>
          <a:noFill/>
          <a:ln/>
        </p:spPr>
        <p:txBody>
          <a:bodyPr wrap="square" rtlCol="0" anchor="t"/>
          <a:lstStyle/>
          <a:p>
            <a:pPr marL="0" indent="0" algn="ctr">
              <a:buNone/>
            </a:pPr>
            <a:r>
              <a:rPr lang="en-US" sz="1200" dirty="0">
                <a:solidFill>
                  <a:srgbClr val="2D3748"/>
                </a:solidFill>
                <a:latin typeface="Meiryo" pitchFamily="34" charset="0"/>
                <a:ea typeface="Meiryo" pitchFamily="34" charset="-122"/>
                <a:cs typeface="Meiryo" pitchFamily="34" charset="-120"/>
              </a:rPr>
              <a:t>NSG/ファイアウォールの問題?</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a:t>
            </a:r>
            <a:endParaRPr lang="en-US" sz="1200" dirty="0"/>
          </a:p>
          <a:p>
            <a:pPr marL="0" indent="0" algn="ctr">
              <a:buNone/>
            </a:pPr>
            <a:r>
              <a:rPr lang="en-US" sz="1200" b="1" dirty="0">
                <a:solidFill>
                  <a:srgbClr val="FF0000"/>
                </a:solidFill>
                <a:latin typeface="Meiryo" pitchFamily="34" charset="0"/>
                <a:ea typeface="Meiryo" pitchFamily="34" charset="-122"/>
                <a:cs typeface="Meiryo" pitchFamily="34" charset="-120"/>
              </a:rPr>
              <a:t>Serial Console</a:t>
            </a:r>
            <a:r>
              <a:rPr lang="en-US" sz="1200" dirty="0">
                <a:solidFill>
                  <a:srgbClr val="2D3748"/>
                </a:solidFill>
                <a:latin typeface="Meiryo" pitchFamily="34" charset="0"/>
                <a:ea typeface="Meiryo" pitchFamily="34" charset="-122"/>
                <a:cs typeface="Meiryo" pitchFamily="34" charset="-120"/>
              </a:rPr>
              <a:t> でアクセス</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a:t>
            </a:r>
            <a:endParaRPr lang="en-US" sz="1200" dirty="0"/>
          </a:p>
          <a:p>
            <a:pPr marL="0" indent="0" algn="ctr">
              <a:buNone/>
            </a:pPr>
            <a:r>
              <a:rPr lang="en-US" sz="1200" b="1" dirty="0">
                <a:solidFill>
                  <a:srgbClr val="FF0000"/>
                </a:solidFill>
                <a:latin typeface="Meiryo" pitchFamily="34" charset="0"/>
                <a:ea typeface="Meiryo" pitchFamily="34" charset="-122"/>
                <a:cs typeface="Meiryo" pitchFamily="34" charset="-120"/>
              </a:rPr>
              <a:t>Run Command</a:t>
            </a:r>
            <a:r>
              <a:rPr lang="en-US" sz="1200" dirty="0">
                <a:solidFill>
                  <a:srgbClr val="2D3748"/>
                </a:solidFill>
                <a:latin typeface="Meiryo" pitchFamily="34" charset="0"/>
                <a:ea typeface="Meiryo" pitchFamily="34" charset="-122"/>
                <a:cs typeface="Meiryo" pitchFamily="34" charset="-120"/>
              </a:rPr>
              <a:t> で設定修正</a:t>
            </a:r>
            <a:endParaRPr lang="en-US" sz="1200" dirty="0"/>
          </a:p>
        </p:txBody>
      </p:sp>
      <p:sp>
        <p:nvSpPr>
          <p:cNvPr id="11" name="Shape 9">
            <a:extLst>
              <a:ext uri="{FF2B5EF4-FFF2-40B4-BE49-F238E27FC236}">
                <a16:creationId xmlns:a16="http://schemas.microsoft.com/office/drawing/2014/main" id="{E22D11F9-F5F3-8F5F-F669-D33D1C0E3E17}"/>
              </a:ext>
            </a:extLst>
          </p:cNvPr>
          <p:cNvSpPr/>
          <p:nvPr/>
        </p:nvSpPr>
        <p:spPr>
          <a:xfrm>
            <a:off x="4515647" y="2131059"/>
            <a:ext cx="3160706" cy="31089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2800"/>
          </a:p>
        </p:txBody>
      </p:sp>
      <p:sp>
        <p:nvSpPr>
          <p:cNvPr id="12" name="Shape 10">
            <a:extLst>
              <a:ext uri="{FF2B5EF4-FFF2-40B4-BE49-F238E27FC236}">
                <a16:creationId xmlns:a16="http://schemas.microsoft.com/office/drawing/2014/main" id="{CB485CCB-8BF5-F17F-ED2F-45CC8708648A}"/>
              </a:ext>
            </a:extLst>
          </p:cNvPr>
          <p:cNvSpPr/>
          <p:nvPr/>
        </p:nvSpPr>
        <p:spPr>
          <a:xfrm>
            <a:off x="4515647" y="2131059"/>
            <a:ext cx="3160706" cy="411480"/>
          </a:xfrm>
          <a:prstGeom prst="rect">
            <a:avLst/>
          </a:prstGeom>
          <a:solidFill>
            <a:srgbClr val="DD6B20"/>
          </a:solidFill>
          <a:ln/>
        </p:spPr>
        <p:txBody>
          <a:bodyPr/>
          <a:lstStyle/>
          <a:p>
            <a:endParaRPr lang="ja-JP" altLang="en-US" sz="2800"/>
          </a:p>
        </p:txBody>
      </p:sp>
      <p:sp>
        <p:nvSpPr>
          <p:cNvPr id="13" name="Text 11">
            <a:extLst>
              <a:ext uri="{FF2B5EF4-FFF2-40B4-BE49-F238E27FC236}">
                <a16:creationId xmlns:a16="http://schemas.microsoft.com/office/drawing/2014/main" id="{23A75A3C-ABF8-9D51-9B8A-0C76F26261DD}"/>
              </a:ext>
            </a:extLst>
          </p:cNvPr>
          <p:cNvSpPr/>
          <p:nvPr/>
        </p:nvSpPr>
        <p:spPr>
          <a:xfrm>
            <a:off x="4515647" y="2131059"/>
            <a:ext cx="3160706" cy="411480"/>
          </a:xfrm>
          <a:prstGeom prst="rect">
            <a:avLst/>
          </a:prstGeom>
          <a:noFill/>
          <a:ln/>
        </p:spPr>
        <p:txBody>
          <a:bodyPr wrap="square" rtlCol="0" anchor="ctr"/>
          <a:lstStyle/>
          <a:p>
            <a:pPr marL="0" indent="0" algn="ctr">
              <a:buNone/>
            </a:pPr>
            <a:r>
              <a:rPr lang="en-US" sz="1600" b="1" dirty="0">
                <a:solidFill>
                  <a:srgbClr val="FFFFFF"/>
                </a:solidFill>
                <a:latin typeface="Meiryo" pitchFamily="34" charset="0"/>
                <a:ea typeface="Meiryo" pitchFamily="34" charset="-122"/>
                <a:cs typeface="Meiryo" pitchFamily="34" charset="-120"/>
              </a:rPr>
              <a:t>VM が起動しない</a:t>
            </a:r>
            <a:endParaRPr lang="en-US" sz="1600" dirty="0"/>
          </a:p>
        </p:txBody>
      </p:sp>
      <p:sp>
        <p:nvSpPr>
          <p:cNvPr id="14" name="Text 12">
            <a:extLst>
              <a:ext uri="{FF2B5EF4-FFF2-40B4-BE49-F238E27FC236}">
                <a16:creationId xmlns:a16="http://schemas.microsoft.com/office/drawing/2014/main" id="{E98226E3-19F4-CE20-5883-6E1ECB6B848B}"/>
              </a:ext>
            </a:extLst>
          </p:cNvPr>
          <p:cNvSpPr/>
          <p:nvPr/>
        </p:nvSpPr>
        <p:spPr>
          <a:xfrm>
            <a:off x="4665267" y="2633979"/>
            <a:ext cx="2856703" cy="2468880"/>
          </a:xfrm>
          <a:prstGeom prst="rect">
            <a:avLst/>
          </a:prstGeom>
          <a:noFill/>
          <a:ln/>
        </p:spPr>
        <p:txBody>
          <a:bodyPr wrap="square" rtlCol="0" anchor="t"/>
          <a:lstStyle/>
          <a:p>
            <a:pPr marL="0" indent="0" algn="ctr">
              <a:buNone/>
            </a:pPr>
            <a:r>
              <a:rPr lang="en-US" sz="1200" b="1" dirty="0">
                <a:solidFill>
                  <a:srgbClr val="FF0000"/>
                </a:solidFill>
                <a:latin typeface="Meiryo" pitchFamily="34" charset="0"/>
                <a:ea typeface="Meiryo" pitchFamily="34" charset="-122"/>
                <a:cs typeface="Meiryo" pitchFamily="34" charset="-120"/>
              </a:rPr>
              <a:t>ブート診断</a:t>
            </a:r>
            <a:r>
              <a:rPr lang="en-US" sz="1200" dirty="0">
                <a:solidFill>
                  <a:srgbClr val="2D3748"/>
                </a:solidFill>
                <a:latin typeface="Meiryo" pitchFamily="34" charset="0"/>
                <a:ea typeface="Meiryo" pitchFamily="34" charset="-122"/>
                <a:cs typeface="Meiryo" pitchFamily="34" charset="-120"/>
              </a:rPr>
              <a:t>で原因確認</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(スクリーンショット/シリアルログ)</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原因判明 → </a:t>
            </a:r>
            <a:r>
              <a:rPr lang="en-US" sz="1200" b="1" dirty="0">
                <a:solidFill>
                  <a:srgbClr val="FF0000"/>
                </a:solidFill>
                <a:latin typeface="Meiryo" pitchFamily="34" charset="0"/>
                <a:ea typeface="Meiryo" pitchFamily="34" charset="-122"/>
                <a:cs typeface="Meiryo" pitchFamily="34" charset="-120"/>
              </a:rPr>
              <a:t>Run Command</a:t>
            </a:r>
            <a:r>
              <a:rPr lang="en-US" sz="1200" dirty="0">
                <a:solidFill>
                  <a:srgbClr val="2D3748"/>
                </a:solidFill>
                <a:latin typeface="Meiryo" pitchFamily="34" charset="0"/>
                <a:ea typeface="Meiryo" pitchFamily="34" charset="-122"/>
                <a:cs typeface="Meiryo" pitchFamily="34" charset="-120"/>
              </a:rPr>
              <a:t> で修正</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修正不可 → </a:t>
            </a:r>
            <a:r>
              <a:rPr lang="en-US" sz="1200" b="1" dirty="0">
                <a:solidFill>
                  <a:srgbClr val="FF0000"/>
                </a:solidFill>
                <a:latin typeface="Meiryo" pitchFamily="34" charset="0"/>
                <a:ea typeface="Meiryo" pitchFamily="34" charset="-122"/>
                <a:cs typeface="Meiryo" pitchFamily="34" charset="-120"/>
              </a:rPr>
              <a:t>VM Repair</a:t>
            </a:r>
            <a:r>
              <a:rPr lang="en-US" sz="1200" dirty="0">
                <a:solidFill>
                  <a:srgbClr val="2D3748"/>
                </a:solidFill>
                <a:latin typeface="Meiryo" pitchFamily="34" charset="0"/>
                <a:ea typeface="Meiryo" pitchFamily="34" charset="-122"/>
                <a:cs typeface="Meiryo" pitchFamily="34" charset="-120"/>
              </a:rPr>
              <a:t> で</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OS ディスクを別 VM で修復</a:t>
            </a:r>
            <a:endParaRPr lang="en-US" sz="1200" dirty="0"/>
          </a:p>
        </p:txBody>
      </p:sp>
      <p:sp>
        <p:nvSpPr>
          <p:cNvPr id="15" name="Shape 13">
            <a:extLst>
              <a:ext uri="{FF2B5EF4-FFF2-40B4-BE49-F238E27FC236}">
                <a16:creationId xmlns:a16="http://schemas.microsoft.com/office/drawing/2014/main" id="{80F2B58E-3070-5D5F-F7EE-999F85153A26}"/>
              </a:ext>
            </a:extLst>
          </p:cNvPr>
          <p:cNvSpPr/>
          <p:nvPr/>
        </p:nvSpPr>
        <p:spPr>
          <a:xfrm>
            <a:off x="8193094" y="2131059"/>
            <a:ext cx="3160706" cy="31089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sz="2800"/>
          </a:p>
        </p:txBody>
      </p:sp>
      <p:sp>
        <p:nvSpPr>
          <p:cNvPr id="16" name="Shape 14">
            <a:extLst>
              <a:ext uri="{FF2B5EF4-FFF2-40B4-BE49-F238E27FC236}">
                <a16:creationId xmlns:a16="http://schemas.microsoft.com/office/drawing/2014/main" id="{F57872E9-FC73-18A1-16C7-162DE3EB4D8D}"/>
              </a:ext>
            </a:extLst>
          </p:cNvPr>
          <p:cNvSpPr/>
          <p:nvPr/>
        </p:nvSpPr>
        <p:spPr>
          <a:xfrm>
            <a:off x="8193094" y="2131059"/>
            <a:ext cx="3160706" cy="411480"/>
          </a:xfrm>
          <a:prstGeom prst="rect">
            <a:avLst/>
          </a:prstGeom>
          <a:solidFill>
            <a:srgbClr val="38A169"/>
          </a:solidFill>
          <a:ln/>
        </p:spPr>
        <p:txBody>
          <a:bodyPr/>
          <a:lstStyle/>
          <a:p>
            <a:endParaRPr lang="ja-JP" altLang="en-US" sz="2800"/>
          </a:p>
        </p:txBody>
      </p:sp>
      <p:sp>
        <p:nvSpPr>
          <p:cNvPr id="17" name="Text 15">
            <a:extLst>
              <a:ext uri="{FF2B5EF4-FFF2-40B4-BE49-F238E27FC236}">
                <a16:creationId xmlns:a16="http://schemas.microsoft.com/office/drawing/2014/main" id="{A16B3DDE-347E-4C41-DE21-0A58BD8253CB}"/>
              </a:ext>
            </a:extLst>
          </p:cNvPr>
          <p:cNvSpPr/>
          <p:nvPr/>
        </p:nvSpPr>
        <p:spPr>
          <a:xfrm>
            <a:off x="8193094" y="2131059"/>
            <a:ext cx="3160706" cy="411480"/>
          </a:xfrm>
          <a:prstGeom prst="rect">
            <a:avLst/>
          </a:prstGeom>
          <a:noFill/>
          <a:ln/>
        </p:spPr>
        <p:txBody>
          <a:bodyPr wrap="square" rtlCol="0" anchor="ctr"/>
          <a:lstStyle/>
          <a:p>
            <a:pPr marL="0" indent="0" algn="ctr">
              <a:buNone/>
            </a:pPr>
            <a:r>
              <a:rPr lang="en-US" sz="1600" b="1" dirty="0">
                <a:solidFill>
                  <a:srgbClr val="FFFFFF"/>
                </a:solidFill>
                <a:latin typeface="Meiryo" pitchFamily="34" charset="0"/>
                <a:ea typeface="Meiryo" pitchFamily="34" charset="-122"/>
                <a:cs typeface="Meiryo" pitchFamily="34" charset="-120"/>
              </a:rPr>
              <a:t>設定を変更したい</a:t>
            </a:r>
            <a:endParaRPr lang="en-US" sz="1600" dirty="0"/>
          </a:p>
        </p:txBody>
      </p:sp>
      <p:sp>
        <p:nvSpPr>
          <p:cNvPr id="18" name="Text 16">
            <a:extLst>
              <a:ext uri="{FF2B5EF4-FFF2-40B4-BE49-F238E27FC236}">
                <a16:creationId xmlns:a16="http://schemas.microsoft.com/office/drawing/2014/main" id="{4D5044D8-B05D-224C-EC4F-68DA1D02A26C}"/>
              </a:ext>
            </a:extLst>
          </p:cNvPr>
          <p:cNvSpPr/>
          <p:nvPr/>
        </p:nvSpPr>
        <p:spPr>
          <a:xfrm>
            <a:off x="8375974" y="2633979"/>
            <a:ext cx="2739278" cy="2468880"/>
          </a:xfrm>
          <a:prstGeom prst="rect">
            <a:avLst/>
          </a:prstGeom>
          <a:noFill/>
          <a:ln/>
        </p:spPr>
        <p:txBody>
          <a:bodyPr wrap="square" rtlCol="0" anchor="t"/>
          <a:lstStyle/>
          <a:p>
            <a:pPr marL="0" indent="0" algn="ctr">
              <a:buNone/>
            </a:pPr>
            <a:r>
              <a:rPr lang="en-US" sz="1200" dirty="0">
                <a:solidFill>
                  <a:srgbClr val="2D3748"/>
                </a:solidFill>
                <a:latin typeface="Meiryo" pitchFamily="34" charset="0"/>
                <a:ea typeface="Meiryo" pitchFamily="34" charset="-122"/>
                <a:cs typeface="Meiryo" pitchFamily="34" charset="-120"/>
              </a:rPr>
              <a:t>SSH/RDP が使える</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 通常の接続で対応</a:t>
            </a:r>
            <a:endParaRPr lang="en-US" sz="1200" dirty="0"/>
          </a:p>
          <a:p>
            <a:pPr marL="0" indent="0" algn="ctr">
              <a:buNone/>
            </a:pP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使えない</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 </a:t>
            </a:r>
            <a:r>
              <a:rPr lang="en-US" sz="1200" b="1" dirty="0">
                <a:solidFill>
                  <a:srgbClr val="FF0000"/>
                </a:solidFill>
                <a:latin typeface="Meiryo" pitchFamily="34" charset="0"/>
                <a:ea typeface="Meiryo" pitchFamily="34" charset="-122"/>
                <a:cs typeface="Meiryo" pitchFamily="34" charset="-120"/>
              </a:rPr>
              <a:t>Run Command</a:t>
            </a:r>
            <a:r>
              <a:rPr lang="en-US" sz="1200" dirty="0">
                <a:solidFill>
                  <a:srgbClr val="2D3748"/>
                </a:solidFill>
                <a:latin typeface="Meiryo" pitchFamily="34" charset="0"/>
                <a:ea typeface="Meiryo" pitchFamily="34" charset="-122"/>
                <a:cs typeface="Meiryo" pitchFamily="34" charset="-120"/>
              </a:rPr>
              <a:t> で</a:t>
            </a:r>
            <a:endParaRPr lang="en-US" sz="1200" dirty="0"/>
          </a:p>
          <a:p>
            <a:pPr marL="0" indent="0" algn="ctr">
              <a:buNone/>
            </a:pPr>
            <a:r>
              <a:rPr lang="en-US" sz="1200" dirty="0">
                <a:solidFill>
                  <a:srgbClr val="2D3748"/>
                </a:solidFill>
                <a:latin typeface="Meiryo" pitchFamily="34" charset="0"/>
                <a:ea typeface="Meiryo" pitchFamily="34" charset="-122"/>
                <a:cs typeface="Meiryo" pitchFamily="34" charset="-120"/>
              </a:rPr>
              <a:t>スクリプト実行</a:t>
            </a:r>
            <a:endParaRPr lang="en-US" sz="1200" dirty="0"/>
          </a:p>
        </p:txBody>
      </p:sp>
    </p:spTree>
    <p:extLst>
      <p:ext uri="{BB962C8B-B14F-4D97-AF65-F5344CB8AC3E}">
        <p14:creationId xmlns:p14="http://schemas.microsoft.com/office/powerpoint/2010/main" val="3900250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CF088-A08C-3B2F-268F-EF16DE68BA8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4CB65FE-6F7F-DD06-DBB7-797C9F0DC73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solidFill>
                  <a:srgbClr val="1F2937"/>
                </a:solidFill>
                <a:latin typeface="Yu Gothic" pitchFamily="34" charset="0"/>
                <a:ea typeface="Yu Gothic" pitchFamily="34" charset="-122"/>
                <a:cs typeface="Yu Gothic" pitchFamily="34" charset="-120"/>
              </a:rPr>
              <a:t>その他の</a:t>
            </a:r>
            <a:r>
              <a:rPr lang="en-US" altLang="ja-JP" sz="2000" b="1" dirty="0">
                <a:solidFill>
                  <a:srgbClr val="1F2937"/>
                </a:solidFill>
                <a:latin typeface="Yu Gothic" pitchFamily="34" charset="0"/>
                <a:ea typeface="Yu Gothic" pitchFamily="34" charset="-122"/>
                <a:cs typeface="Yu Gothic" pitchFamily="34" charset="-120"/>
              </a:rPr>
              <a:t> Tips </a:t>
            </a:r>
            <a:endParaRPr lang="en-US" altLang="ja-JP" sz="2000" dirty="0"/>
          </a:p>
        </p:txBody>
      </p:sp>
      <p:sp>
        <p:nvSpPr>
          <p:cNvPr id="2" name="正方形/長方形 1">
            <a:extLst>
              <a:ext uri="{FF2B5EF4-FFF2-40B4-BE49-F238E27FC236}">
                <a16:creationId xmlns:a16="http://schemas.microsoft.com/office/drawing/2014/main" id="{25E65232-A122-DAB2-960F-39532918001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B5B64CF-0422-5ACA-2955-8A30FD20AD7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C001F014-92FC-1352-8AB6-05946D1C3435}"/>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en-US" altLang="ja-JP" sz="2000" dirty="0">
                <a:solidFill>
                  <a:srgbClr val="404040"/>
                </a:solidFill>
              </a:rPr>
              <a:t>Azure VM </a:t>
            </a:r>
            <a:r>
              <a:rPr lang="ja-JP" altLang="en-US" sz="2000">
                <a:solidFill>
                  <a:srgbClr val="404040"/>
                </a:solidFill>
              </a:rPr>
              <a:t>の運用に利用できる便利な機能は他にも存在します。</a:t>
            </a:r>
            <a:endParaRPr lang="en-US" altLang="ja-JP" sz="2000" dirty="0">
              <a:solidFill>
                <a:srgbClr val="404040"/>
              </a:solidFill>
            </a:endParaRPr>
          </a:p>
          <a:p>
            <a:pPr>
              <a:lnSpc>
                <a:spcPct val="114000"/>
              </a:lnSpc>
            </a:pPr>
            <a:r>
              <a:rPr lang="en-US" altLang="ja-JP" sz="2000" dirty="0">
                <a:solidFill>
                  <a:schemeClr val="tx1">
                    <a:lumMod val="85000"/>
                    <a:lumOff val="15000"/>
                  </a:schemeClr>
                </a:solidFill>
              </a:rPr>
              <a:t>Entra ID </a:t>
            </a:r>
            <a:r>
              <a:rPr lang="ja-JP" altLang="en-US" sz="2000">
                <a:solidFill>
                  <a:schemeClr val="tx1">
                    <a:lumMod val="85000"/>
                    <a:lumOff val="15000"/>
                  </a:schemeClr>
                </a:solidFill>
              </a:rPr>
              <a:t>認証を使った</a:t>
            </a:r>
            <a:r>
              <a:rPr lang="en-US" altLang="ja-JP" sz="2000" dirty="0">
                <a:solidFill>
                  <a:schemeClr val="tx1">
                    <a:lumMod val="85000"/>
                    <a:lumOff val="15000"/>
                  </a:schemeClr>
                </a:solidFill>
              </a:rPr>
              <a:t> RDP / SSH </a:t>
            </a:r>
            <a:r>
              <a:rPr lang="ja-JP" altLang="en-US" sz="2000">
                <a:solidFill>
                  <a:schemeClr val="tx1">
                    <a:lumMod val="85000"/>
                    <a:lumOff val="15000"/>
                  </a:schemeClr>
                </a:solidFill>
              </a:rPr>
              <a:t>ログイン</a:t>
            </a:r>
            <a:endParaRPr lang="en-US" altLang="ja-JP" sz="2000" dirty="0">
              <a:solidFill>
                <a:schemeClr val="tx1">
                  <a:lumMod val="85000"/>
                  <a:lumOff val="15000"/>
                </a:schemeClr>
              </a:solidFill>
            </a:endParaRPr>
          </a:p>
          <a:p>
            <a:pPr>
              <a:lnSpc>
                <a:spcPct val="114000"/>
              </a:lnSpc>
            </a:pPr>
            <a:r>
              <a:rPr kumimoji="1" lang="ja-JP" altLang="en-US" sz="2000">
                <a:solidFill>
                  <a:schemeClr val="tx1">
                    <a:lumMod val="85000"/>
                    <a:lumOff val="15000"/>
                  </a:schemeClr>
                </a:solidFill>
              </a:rPr>
              <a:t>カスタムスクリプト拡張機能</a:t>
            </a:r>
            <a:r>
              <a:rPr kumimoji="1" lang="en-US" altLang="ja-JP" sz="2000" dirty="0">
                <a:solidFill>
                  <a:schemeClr val="tx1">
                    <a:lumMod val="85000"/>
                    <a:lumOff val="15000"/>
                  </a:schemeClr>
                </a:solidFill>
              </a:rPr>
              <a:t>: </a:t>
            </a:r>
          </a:p>
          <a:p>
            <a:pPr marL="457200" lvl="1" indent="0">
              <a:lnSpc>
                <a:spcPct val="114000"/>
              </a:lnSpc>
              <a:buNone/>
            </a:pPr>
            <a:r>
              <a:rPr kumimoji="1" lang="en-US" altLang="ja-JP" sz="1800" dirty="0">
                <a:solidFill>
                  <a:schemeClr val="tx1">
                    <a:lumMod val="85000"/>
                    <a:lumOff val="15000"/>
                  </a:schemeClr>
                </a:solidFill>
              </a:rPr>
              <a:t>VM </a:t>
            </a:r>
            <a:r>
              <a:rPr kumimoji="1" lang="ja-JP" altLang="en-US" sz="1800">
                <a:solidFill>
                  <a:schemeClr val="tx1">
                    <a:lumMod val="85000"/>
                    <a:lumOff val="15000"/>
                  </a:schemeClr>
                </a:solidFill>
              </a:rPr>
              <a:t>デプロイ後に自動でスクリプトを実行する機能。初期設定を自動化</a:t>
            </a:r>
            <a:endParaRPr kumimoji="1" lang="en-US" altLang="ja-JP" sz="1800" dirty="0">
              <a:solidFill>
                <a:schemeClr val="tx1">
                  <a:lumMod val="85000"/>
                  <a:lumOff val="15000"/>
                </a:schemeClr>
              </a:solidFill>
            </a:endParaRPr>
          </a:p>
          <a:p>
            <a:pPr>
              <a:lnSpc>
                <a:spcPct val="114000"/>
              </a:lnSpc>
            </a:pPr>
            <a:r>
              <a:rPr kumimoji="1" lang="en-US" altLang="ja-JP" sz="2000" dirty="0">
                <a:solidFill>
                  <a:schemeClr val="tx1">
                    <a:lumMod val="85000"/>
                    <a:lumOff val="15000"/>
                  </a:schemeClr>
                </a:solidFill>
              </a:rPr>
              <a:t>VM Application:</a:t>
            </a:r>
          </a:p>
          <a:p>
            <a:pPr marL="457200" lvl="1" indent="0">
              <a:lnSpc>
                <a:spcPct val="114000"/>
              </a:lnSpc>
              <a:buNone/>
            </a:pPr>
            <a:r>
              <a:rPr kumimoji="1" lang="en-US" altLang="ja-JP" sz="1800" dirty="0">
                <a:solidFill>
                  <a:schemeClr val="tx1">
                    <a:lumMod val="85000"/>
                    <a:lumOff val="15000"/>
                  </a:schemeClr>
                </a:solidFill>
              </a:rPr>
              <a:t>VM </a:t>
            </a:r>
            <a:r>
              <a:rPr kumimoji="1" lang="ja-JP" altLang="en-US" sz="1800">
                <a:solidFill>
                  <a:schemeClr val="tx1">
                    <a:lumMod val="85000"/>
                    <a:lumOff val="15000"/>
                  </a:schemeClr>
                </a:solidFill>
              </a:rPr>
              <a:t>にインストールするべきアプリケーションパッケージの配布、更新、管理をする機能</a:t>
            </a:r>
            <a:endParaRPr kumimoji="1" lang="en-US" altLang="ja-JP" sz="1800" dirty="0">
              <a:solidFill>
                <a:schemeClr val="tx1">
                  <a:lumMod val="85000"/>
                  <a:lumOff val="15000"/>
                </a:schemeClr>
              </a:solidFill>
            </a:endParaRPr>
          </a:p>
          <a:p>
            <a:pPr>
              <a:lnSpc>
                <a:spcPct val="114000"/>
              </a:lnSpc>
            </a:pPr>
            <a:r>
              <a:rPr kumimoji="1" lang="en-US" altLang="ja-JP" sz="2000" dirty="0">
                <a:solidFill>
                  <a:schemeClr val="tx1">
                    <a:lumMod val="85000"/>
                    <a:lumOff val="15000"/>
                  </a:schemeClr>
                </a:solidFill>
              </a:rPr>
              <a:t>Azure Update Manager: </a:t>
            </a:r>
            <a:r>
              <a:rPr lang="ja-JP" altLang="en-US" sz="2000">
                <a:solidFill>
                  <a:schemeClr val="tx1">
                    <a:lumMod val="85000"/>
                    <a:lumOff val="15000"/>
                  </a:schemeClr>
                </a:solidFill>
              </a:rPr>
              <a:t> </a:t>
            </a:r>
            <a:endParaRPr lang="en-US" altLang="ja-JP" sz="2000" dirty="0">
              <a:solidFill>
                <a:schemeClr val="tx1">
                  <a:lumMod val="85000"/>
                  <a:lumOff val="15000"/>
                </a:schemeClr>
              </a:solidFill>
            </a:endParaRPr>
          </a:p>
          <a:p>
            <a:pPr marL="457200" lvl="1" indent="0">
              <a:lnSpc>
                <a:spcPct val="114000"/>
              </a:lnSpc>
              <a:buNone/>
            </a:pPr>
            <a:r>
              <a:rPr lang="en-US" altLang="ja-JP" sz="1800" dirty="0">
                <a:solidFill>
                  <a:schemeClr val="tx1">
                    <a:lumMod val="85000"/>
                    <a:lumOff val="15000"/>
                  </a:schemeClr>
                </a:solidFill>
              </a:rPr>
              <a:t>VM </a:t>
            </a:r>
            <a:r>
              <a:rPr lang="ja-JP" altLang="en-US" sz="1800">
                <a:solidFill>
                  <a:schemeClr val="tx1">
                    <a:lumMod val="85000"/>
                    <a:lumOff val="15000"/>
                  </a:schemeClr>
                </a:solidFill>
              </a:rPr>
              <a:t>のパッチ統合管理の機能</a:t>
            </a:r>
          </a:p>
        </p:txBody>
      </p:sp>
      <p:sp>
        <p:nvSpPr>
          <p:cNvPr id="6" name="字幕 1">
            <a:extLst>
              <a:ext uri="{FF2B5EF4-FFF2-40B4-BE49-F238E27FC236}">
                <a16:creationId xmlns:a16="http://schemas.microsoft.com/office/drawing/2014/main" id="{E60B6DD0-6837-4CDC-2BAD-A90795D61E32}"/>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388540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281B-7F6F-E161-B022-DC70AFDFD2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A7741D-B468-C39F-5D47-87E5E790D0B2}"/>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3</a:t>
            </a:r>
          </a:p>
          <a:p>
            <a:pPr marL="0" indent="0">
              <a:buNone/>
            </a:pP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ハンズオン</a:t>
            </a: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 Azure VM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に対する監視サービスの設定</a:t>
            </a: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0" marR="0" lvl="0" indent="0" algn="l" defTabSz="914400" eaLnBrk="1" fontAlgn="auto" latinLnBrk="0" hangingPunct="1">
              <a:lnSpc>
                <a:spcPct val="90000"/>
              </a:lnSpc>
              <a:spcBef>
                <a:spcPts val="1000"/>
              </a:spcBef>
              <a:spcAft>
                <a:spcPts val="0"/>
              </a:spcAft>
              <a:buClrTx/>
              <a:buSzTx/>
              <a:buFontTx/>
              <a:buNone/>
              <a:tabLst/>
              <a:defRPr/>
            </a:pPr>
            <a:r>
              <a:rPr lang="en" altLang="ja-JP" sz="1400" dirty="0">
                <a:solidFill>
                  <a:srgbClr val="595959"/>
                </a:solidFill>
              </a:rPr>
              <a:t>Hands-on lab: VM monitoring configuration</a:t>
            </a:r>
            <a:endParaRPr kumimoji="0" lang="en-US" altLang="ja-JP" sz="3200" b="0" i="0" u="none" strike="noStrike" kern="0" cap="none" spc="0" normalizeH="0" baseline="0" noProof="0" dirty="0">
              <a:ln>
                <a:noFill/>
              </a:ln>
              <a:solidFill>
                <a:prstClr val="black">
                  <a:lumMod val="75000"/>
                  <a:lumOff val="25000"/>
                </a:prstClr>
              </a:solidFill>
              <a:effectLst/>
              <a:uLnTx/>
              <a:uFillTx/>
              <a:latin typeface="Yu Gothic UI" panose="020B0500000000000000" pitchFamily="34" charset="-128"/>
              <a:ea typeface="Yu Gothic UI" panose="020B0500000000000000" pitchFamily="34" charset="-128"/>
            </a:endParaRPr>
          </a:p>
          <a:p>
            <a:pPr marL="0" indent="0">
              <a:buNone/>
            </a:pP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926534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770B8-BE4C-26BD-3108-1B7E4A32368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8DA3F20-13F4-05B6-6472-F4C12A1DB35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VM </a:t>
            </a:r>
            <a:r>
              <a:rPr lang="ja-JP" altLang="en-US" sz="2000" b="1">
                <a:solidFill>
                  <a:srgbClr val="1F2937"/>
                </a:solidFill>
                <a:latin typeface="Yu Gothic" pitchFamily="34" charset="0"/>
                <a:ea typeface="Yu Gothic" pitchFamily="34" charset="-122"/>
                <a:cs typeface="Yu Gothic" pitchFamily="34" charset="-120"/>
              </a:rPr>
              <a:t>と関連リソースの作成</a:t>
            </a:r>
            <a:endParaRPr lang="en-US" altLang="ja-JP" sz="2000" dirty="0"/>
          </a:p>
        </p:txBody>
      </p:sp>
      <p:sp>
        <p:nvSpPr>
          <p:cNvPr id="2" name="正方形/長方形 1">
            <a:extLst>
              <a:ext uri="{FF2B5EF4-FFF2-40B4-BE49-F238E27FC236}">
                <a16:creationId xmlns:a16="http://schemas.microsoft.com/office/drawing/2014/main" id="{2182DA41-2220-A6CF-7891-5AB68694E9D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D96A9D0-9A71-1E81-FC81-E11F5F92139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F5A3252-651C-A034-B5D4-DB69C3FF198D}"/>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en-US" altLang="ja-JP" sz="2000" dirty="0">
                <a:solidFill>
                  <a:srgbClr val="404040"/>
                </a:solidFill>
              </a:rPr>
              <a:t>Azure Portal </a:t>
            </a:r>
            <a:r>
              <a:rPr lang="ja-JP" altLang="en-US" sz="2000">
                <a:solidFill>
                  <a:srgbClr val="404040"/>
                </a:solidFill>
              </a:rPr>
              <a:t>にログインし、</a:t>
            </a:r>
            <a:r>
              <a:rPr lang="en-US" altLang="ja-JP" sz="2000" dirty="0">
                <a:solidFill>
                  <a:srgbClr val="404040"/>
                </a:solidFill>
              </a:rPr>
              <a:t>Azure VM </a:t>
            </a:r>
            <a:r>
              <a:rPr lang="ja-JP" altLang="en-US" sz="2000">
                <a:solidFill>
                  <a:srgbClr val="404040"/>
                </a:solidFill>
              </a:rPr>
              <a:t>の画面から作成を選択します</a:t>
            </a:r>
            <a:endParaRPr lang="ja-JP" altLang="en-US" sz="2000">
              <a:solidFill>
                <a:srgbClr val="262626"/>
              </a:solidFill>
            </a:endParaRPr>
          </a:p>
        </p:txBody>
      </p:sp>
      <p:sp>
        <p:nvSpPr>
          <p:cNvPr id="6" name="字幕 1">
            <a:extLst>
              <a:ext uri="{FF2B5EF4-FFF2-40B4-BE49-F238E27FC236}">
                <a16:creationId xmlns:a16="http://schemas.microsoft.com/office/drawing/2014/main" id="{EDF5F05C-2744-FED0-7B5B-872F65626708}"/>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8" name="図 7">
            <a:extLst>
              <a:ext uri="{FF2B5EF4-FFF2-40B4-BE49-F238E27FC236}">
                <a16:creationId xmlns:a16="http://schemas.microsoft.com/office/drawing/2014/main" id="{843C7C94-F00A-A511-4A0B-283651017E81}"/>
              </a:ext>
            </a:extLst>
          </p:cNvPr>
          <p:cNvPicPr>
            <a:picLocks noChangeAspect="1"/>
          </p:cNvPicPr>
          <p:nvPr/>
        </p:nvPicPr>
        <p:blipFill>
          <a:blip r:embed="rId3"/>
          <a:stretch>
            <a:fillRect/>
          </a:stretch>
        </p:blipFill>
        <p:spPr>
          <a:xfrm>
            <a:off x="2645856" y="2315745"/>
            <a:ext cx="6900288" cy="4312680"/>
          </a:xfrm>
          <a:prstGeom prst="rect">
            <a:avLst/>
          </a:prstGeom>
        </p:spPr>
      </p:pic>
      <p:sp>
        <p:nvSpPr>
          <p:cNvPr id="10" name="正方形/長方形 9">
            <a:extLst>
              <a:ext uri="{FF2B5EF4-FFF2-40B4-BE49-F238E27FC236}">
                <a16:creationId xmlns:a16="http://schemas.microsoft.com/office/drawing/2014/main" id="{A9857026-6D05-8802-2BBC-B83635E60332}"/>
              </a:ext>
            </a:extLst>
          </p:cNvPr>
          <p:cNvSpPr/>
          <p:nvPr/>
        </p:nvSpPr>
        <p:spPr>
          <a:xfrm>
            <a:off x="3930869" y="3142593"/>
            <a:ext cx="536028" cy="286407"/>
          </a:xfrm>
          <a:prstGeom prst="rect">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47572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EA893-7BFB-896C-D8D9-5692A1B85A5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6398088-E6F4-AD98-06A3-D9DDD67BF13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VM </a:t>
            </a:r>
            <a:r>
              <a:rPr lang="ja-JP" altLang="en-US" sz="2000" b="1">
                <a:solidFill>
                  <a:srgbClr val="1F2937"/>
                </a:solidFill>
                <a:latin typeface="Yu Gothic" pitchFamily="34" charset="0"/>
                <a:ea typeface="Yu Gothic" pitchFamily="34" charset="-122"/>
                <a:cs typeface="Yu Gothic" pitchFamily="34" charset="-120"/>
              </a:rPr>
              <a:t>と関連リソースの作成</a:t>
            </a:r>
            <a:endParaRPr lang="en-US" altLang="ja-JP" sz="2000" dirty="0"/>
          </a:p>
        </p:txBody>
      </p:sp>
      <p:sp>
        <p:nvSpPr>
          <p:cNvPr id="2" name="正方形/長方形 1">
            <a:extLst>
              <a:ext uri="{FF2B5EF4-FFF2-40B4-BE49-F238E27FC236}">
                <a16:creationId xmlns:a16="http://schemas.microsoft.com/office/drawing/2014/main" id="{17383ECA-C0B9-8E3C-EC92-F627E8EFBCE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5E974C0-E0AF-F21D-9532-BD02DA5E2A9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CE4F1D2E-0FE0-2E6F-1A01-71E7EFEB4FE6}"/>
              </a:ext>
            </a:extLst>
          </p:cNvPr>
          <p:cNvSpPr txBox="1">
            <a:spLocks/>
          </p:cNvSpPr>
          <p:nvPr/>
        </p:nvSpPr>
        <p:spPr>
          <a:xfrm>
            <a:off x="584200" y="1359610"/>
            <a:ext cx="5788509"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en-US" altLang="ja-JP" sz="2000" dirty="0">
                <a:solidFill>
                  <a:srgbClr val="404040"/>
                </a:solidFill>
              </a:rPr>
              <a:t>Basic </a:t>
            </a:r>
            <a:r>
              <a:rPr lang="ja-JP" altLang="en-US" sz="2000">
                <a:solidFill>
                  <a:srgbClr val="404040"/>
                </a:solidFill>
              </a:rPr>
              <a:t>の項目では指定されたリソースグループを使い、指定リージョンに、</a:t>
            </a:r>
            <a:r>
              <a:rPr lang="en-US" altLang="ja-JP" sz="2000" dirty="0">
                <a:solidFill>
                  <a:srgbClr val="404040"/>
                </a:solidFill>
              </a:rPr>
              <a:t>Ubuntu 24.04 LTS </a:t>
            </a:r>
            <a:r>
              <a:rPr lang="ja-JP" altLang="en-US" sz="2000">
                <a:solidFill>
                  <a:srgbClr val="404040"/>
                </a:solidFill>
              </a:rPr>
              <a:t>の</a:t>
            </a:r>
            <a:r>
              <a:rPr lang="en-US" altLang="ja-JP" sz="2000" dirty="0">
                <a:solidFill>
                  <a:srgbClr val="404040"/>
                </a:solidFill>
              </a:rPr>
              <a:t> VM </a:t>
            </a:r>
            <a:r>
              <a:rPr lang="ja-JP" altLang="en-US" sz="2000">
                <a:solidFill>
                  <a:srgbClr val="404040"/>
                </a:solidFill>
              </a:rPr>
              <a:t>イメージ、</a:t>
            </a:r>
            <a:r>
              <a:rPr lang="en-US" altLang="ja-JP" sz="2000" dirty="0">
                <a:solidFill>
                  <a:srgbClr val="404040"/>
                </a:solidFill>
              </a:rPr>
              <a:t>DS1_v2 </a:t>
            </a:r>
            <a:r>
              <a:rPr lang="ja-JP" altLang="en-US" sz="2000">
                <a:solidFill>
                  <a:srgbClr val="404040"/>
                </a:solidFill>
              </a:rPr>
              <a:t>もしくはできるだけ古い世代でコア数の少ない</a:t>
            </a:r>
            <a:r>
              <a:rPr lang="en-US" altLang="ja-JP" sz="2000" dirty="0">
                <a:solidFill>
                  <a:srgbClr val="404040"/>
                </a:solidFill>
              </a:rPr>
              <a:t>  VM SKU </a:t>
            </a:r>
            <a:r>
              <a:rPr lang="ja-JP" altLang="en-US" sz="2000">
                <a:solidFill>
                  <a:srgbClr val="404040"/>
                </a:solidFill>
              </a:rPr>
              <a:t>で構築するようにパラメータを設定します。パブリックアクセスは有効にし、</a:t>
            </a:r>
            <a:r>
              <a:rPr lang="en-US" altLang="ja-JP" sz="2000" dirty="0">
                <a:solidFill>
                  <a:srgbClr val="404040"/>
                </a:solidFill>
              </a:rPr>
              <a:t>SSH </a:t>
            </a:r>
            <a:r>
              <a:rPr lang="ja-JP" altLang="en-US" sz="2000">
                <a:solidFill>
                  <a:srgbClr val="404040"/>
                </a:solidFill>
              </a:rPr>
              <a:t>で</a:t>
            </a:r>
            <a:r>
              <a:rPr lang="en-US" altLang="ja-JP" sz="2000" dirty="0">
                <a:solidFill>
                  <a:srgbClr val="404040"/>
                </a:solidFill>
              </a:rPr>
              <a:t> Internet </a:t>
            </a:r>
            <a:r>
              <a:rPr lang="ja-JP" altLang="en-US" sz="2000">
                <a:solidFill>
                  <a:srgbClr val="404040"/>
                </a:solidFill>
              </a:rPr>
              <a:t>からアクセスできるようにします。</a:t>
            </a:r>
            <a:endParaRPr lang="en-US" altLang="ja-JP" sz="2000" dirty="0">
              <a:solidFill>
                <a:srgbClr val="404040"/>
              </a:solidFill>
            </a:endParaRPr>
          </a:p>
        </p:txBody>
      </p:sp>
      <p:sp>
        <p:nvSpPr>
          <p:cNvPr id="6" name="字幕 1">
            <a:extLst>
              <a:ext uri="{FF2B5EF4-FFF2-40B4-BE49-F238E27FC236}">
                <a16:creationId xmlns:a16="http://schemas.microsoft.com/office/drawing/2014/main" id="{68DEEF81-591F-11F2-A244-7AB7FD18F7FB}"/>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7" name="図 6">
            <a:extLst>
              <a:ext uri="{FF2B5EF4-FFF2-40B4-BE49-F238E27FC236}">
                <a16:creationId xmlns:a16="http://schemas.microsoft.com/office/drawing/2014/main" id="{21530112-389F-2C10-CC15-8E4BD2A6FD35}"/>
              </a:ext>
            </a:extLst>
          </p:cNvPr>
          <p:cNvPicPr>
            <a:picLocks noChangeAspect="1"/>
          </p:cNvPicPr>
          <p:nvPr/>
        </p:nvPicPr>
        <p:blipFill>
          <a:blip r:embed="rId3"/>
          <a:stretch>
            <a:fillRect/>
          </a:stretch>
        </p:blipFill>
        <p:spPr>
          <a:xfrm>
            <a:off x="6623002" y="1359610"/>
            <a:ext cx="4883198" cy="8887420"/>
          </a:xfrm>
          <a:prstGeom prst="rect">
            <a:avLst/>
          </a:prstGeom>
        </p:spPr>
      </p:pic>
    </p:spTree>
    <p:extLst>
      <p:ext uri="{BB962C8B-B14F-4D97-AF65-F5344CB8AC3E}">
        <p14:creationId xmlns:p14="http://schemas.microsoft.com/office/powerpoint/2010/main" val="3539353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AF928-D4D0-48B7-418B-9DFC91EFDBE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F71A602-22C7-5AF5-DA47-8208048BC46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VM </a:t>
            </a:r>
            <a:r>
              <a:rPr lang="ja-JP" altLang="en-US" sz="2000" b="1">
                <a:solidFill>
                  <a:srgbClr val="1F2937"/>
                </a:solidFill>
                <a:latin typeface="Yu Gothic" pitchFamily="34" charset="0"/>
                <a:ea typeface="Yu Gothic" pitchFamily="34" charset="-122"/>
                <a:cs typeface="Yu Gothic" pitchFamily="34" charset="-120"/>
              </a:rPr>
              <a:t>と関連リソースの作成</a:t>
            </a:r>
            <a:endParaRPr lang="en-US" altLang="ja-JP" sz="2000" dirty="0"/>
          </a:p>
        </p:txBody>
      </p:sp>
      <p:sp>
        <p:nvSpPr>
          <p:cNvPr id="2" name="正方形/長方形 1">
            <a:extLst>
              <a:ext uri="{FF2B5EF4-FFF2-40B4-BE49-F238E27FC236}">
                <a16:creationId xmlns:a16="http://schemas.microsoft.com/office/drawing/2014/main" id="{5359005E-0271-2AC8-C548-AAB09820056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6271C2D-C606-BD7F-363D-00129DFCCAD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D16DB154-FBB3-1EE3-63C9-C90DFAC536A6}"/>
              </a:ext>
            </a:extLst>
          </p:cNvPr>
          <p:cNvSpPr txBox="1">
            <a:spLocks/>
          </p:cNvSpPr>
          <p:nvPr/>
        </p:nvSpPr>
        <p:spPr>
          <a:xfrm>
            <a:off x="584200" y="1359610"/>
            <a:ext cx="5788509"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en-US" altLang="ja-JP" sz="2000" dirty="0">
                <a:solidFill>
                  <a:srgbClr val="404040"/>
                </a:solidFill>
              </a:rPr>
              <a:t>Disk </a:t>
            </a:r>
            <a:r>
              <a:rPr lang="ja-JP" altLang="en-US" sz="2000">
                <a:solidFill>
                  <a:srgbClr val="404040"/>
                </a:solidFill>
              </a:rPr>
              <a:t>の項目はデフォルト値を使います。</a:t>
            </a:r>
            <a:endParaRPr lang="en-US" altLang="ja-JP" sz="2000" dirty="0">
              <a:solidFill>
                <a:srgbClr val="404040"/>
              </a:solidFill>
            </a:endParaRPr>
          </a:p>
        </p:txBody>
      </p:sp>
      <p:sp>
        <p:nvSpPr>
          <p:cNvPr id="6" name="字幕 1">
            <a:extLst>
              <a:ext uri="{FF2B5EF4-FFF2-40B4-BE49-F238E27FC236}">
                <a16:creationId xmlns:a16="http://schemas.microsoft.com/office/drawing/2014/main" id="{F4E9D253-4273-6A43-DE55-AD9DDCE55D43}"/>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8" name="図 7">
            <a:extLst>
              <a:ext uri="{FF2B5EF4-FFF2-40B4-BE49-F238E27FC236}">
                <a16:creationId xmlns:a16="http://schemas.microsoft.com/office/drawing/2014/main" id="{5CEFD95F-246D-3810-DE82-09FDBD40AA09}"/>
              </a:ext>
            </a:extLst>
          </p:cNvPr>
          <p:cNvPicPr>
            <a:picLocks noChangeAspect="1"/>
          </p:cNvPicPr>
          <p:nvPr/>
        </p:nvPicPr>
        <p:blipFill>
          <a:blip r:embed="rId3"/>
          <a:stretch>
            <a:fillRect/>
          </a:stretch>
        </p:blipFill>
        <p:spPr>
          <a:xfrm>
            <a:off x="6605824" y="1359611"/>
            <a:ext cx="4900376" cy="8918684"/>
          </a:xfrm>
          <a:prstGeom prst="rect">
            <a:avLst/>
          </a:prstGeom>
        </p:spPr>
      </p:pic>
    </p:spTree>
    <p:extLst>
      <p:ext uri="{BB962C8B-B14F-4D97-AF65-F5344CB8AC3E}">
        <p14:creationId xmlns:p14="http://schemas.microsoft.com/office/powerpoint/2010/main" val="2737410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B720E-0BE7-4E0C-C38A-49A6A210CF0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F5F9F18-81C9-E039-DF34-E9886C1A025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VM </a:t>
            </a:r>
            <a:r>
              <a:rPr lang="ja-JP" altLang="en-US" sz="2000" b="1">
                <a:solidFill>
                  <a:srgbClr val="1F2937"/>
                </a:solidFill>
                <a:latin typeface="Yu Gothic" pitchFamily="34" charset="0"/>
                <a:ea typeface="Yu Gothic" pitchFamily="34" charset="-122"/>
                <a:cs typeface="Yu Gothic" pitchFamily="34" charset="-120"/>
              </a:rPr>
              <a:t>と関連リソースの作成</a:t>
            </a:r>
            <a:endParaRPr lang="en-US" altLang="ja-JP" sz="2000" dirty="0"/>
          </a:p>
        </p:txBody>
      </p:sp>
      <p:sp>
        <p:nvSpPr>
          <p:cNvPr id="2" name="正方形/長方形 1">
            <a:extLst>
              <a:ext uri="{FF2B5EF4-FFF2-40B4-BE49-F238E27FC236}">
                <a16:creationId xmlns:a16="http://schemas.microsoft.com/office/drawing/2014/main" id="{10E6417E-B1BA-29E6-E8E9-8BE7EE0C6B7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0FD52D8-A042-C20E-F0F3-96261004EDF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AB600E7E-6E72-1649-5FD6-DC7A8AF2E724}"/>
              </a:ext>
            </a:extLst>
          </p:cNvPr>
          <p:cNvSpPr txBox="1">
            <a:spLocks/>
          </p:cNvSpPr>
          <p:nvPr/>
        </p:nvSpPr>
        <p:spPr>
          <a:xfrm>
            <a:off x="584200" y="1359610"/>
            <a:ext cx="5788509"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ja-JP" altLang="en-US" sz="2000">
                <a:solidFill>
                  <a:srgbClr val="404040"/>
                </a:solidFill>
              </a:rPr>
              <a:t>ネットワークの項目ではパブリック</a:t>
            </a:r>
            <a:r>
              <a:rPr lang="en-US" altLang="ja-JP" sz="2000" dirty="0">
                <a:solidFill>
                  <a:srgbClr val="404040"/>
                </a:solidFill>
              </a:rPr>
              <a:t> IP </a:t>
            </a:r>
            <a:r>
              <a:rPr lang="ja-JP" altLang="en-US" sz="2000">
                <a:solidFill>
                  <a:srgbClr val="404040"/>
                </a:solidFill>
              </a:rPr>
              <a:t>を割り当てる、</a:t>
            </a:r>
            <a:r>
              <a:rPr lang="en-US" altLang="ja-JP" sz="2000" dirty="0">
                <a:solidFill>
                  <a:srgbClr val="404040"/>
                </a:solidFill>
              </a:rPr>
              <a:t>NIC </a:t>
            </a:r>
            <a:r>
              <a:rPr lang="ja-JP" altLang="en-US" sz="2000">
                <a:solidFill>
                  <a:srgbClr val="404040"/>
                </a:solidFill>
              </a:rPr>
              <a:t>の</a:t>
            </a:r>
            <a:r>
              <a:rPr lang="en-US" altLang="ja-JP" sz="2000" dirty="0">
                <a:solidFill>
                  <a:srgbClr val="404040"/>
                </a:solidFill>
              </a:rPr>
              <a:t> NSG </a:t>
            </a:r>
            <a:r>
              <a:rPr lang="ja-JP" altLang="en-US" sz="2000">
                <a:solidFill>
                  <a:srgbClr val="404040"/>
                </a:solidFill>
              </a:rPr>
              <a:t>は</a:t>
            </a:r>
            <a:r>
              <a:rPr lang="en-US" altLang="ja-JP" sz="2000" dirty="0">
                <a:solidFill>
                  <a:srgbClr val="404040"/>
                </a:solidFill>
              </a:rPr>
              <a:t> Basic </a:t>
            </a:r>
            <a:r>
              <a:rPr lang="ja-JP" altLang="en-US" sz="2000">
                <a:solidFill>
                  <a:srgbClr val="404040"/>
                </a:solidFill>
              </a:rPr>
              <a:t>の設定を使う、パブリックインバウンドポートは</a:t>
            </a:r>
            <a:r>
              <a:rPr lang="en-US" altLang="ja-JP" sz="2000" dirty="0">
                <a:solidFill>
                  <a:srgbClr val="404040"/>
                </a:solidFill>
              </a:rPr>
              <a:t> SSH </a:t>
            </a:r>
            <a:r>
              <a:rPr lang="ja-JP" altLang="en-US" sz="2000">
                <a:solidFill>
                  <a:srgbClr val="404040"/>
                </a:solidFill>
              </a:rPr>
              <a:t>を許可するように設定します。</a:t>
            </a:r>
            <a:endParaRPr lang="en-US" altLang="ja-JP" sz="2000" dirty="0">
              <a:solidFill>
                <a:srgbClr val="404040"/>
              </a:solidFill>
            </a:endParaRPr>
          </a:p>
          <a:p>
            <a:pPr marL="0" indent="0">
              <a:lnSpc>
                <a:spcPct val="114000"/>
              </a:lnSpc>
              <a:buNone/>
            </a:pPr>
            <a:endParaRPr lang="en-US" altLang="ja-JP" sz="2000" dirty="0">
              <a:solidFill>
                <a:srgbClr val="404040"/>
              </a:solidFill>
            </a:endParaRPr>
          </a:p>
          <a:p>
            <a:pPr marL="0" indent="0">
              <a:lnSpc>
                <a:spcPct val="114000"/>
              </a:lnSpc>
              <a:buNone/>
            </a:pPr>
            <a:r>
              <a:rPr lang="ja-JP" altLang="en-US" sz="2000">
                <a:solidFill>
                  <a:srgbClr val="404040"/>
                </a:solidFill>
              </a:rPr>
              <a:t>他の項目はデフォルト値を使います。監視の項目も後で設定するのでデフォルトの監視設定無しのままとし、</a:t>
            </a:r>
            <a:r>
              <a:rPr lang="en-US" altLang="ja-JP" sz="2000" dirty="0">
                <a:solidFill>
                  <a:srgbClr val="404040"/>
                </a:solidFill>
              </a:rPr>
              <a:t>VM </a:t>
            </a:r>
            <a:r>
              <a:rPr lang="ja-JP" altLang="en-US" sz="2000">
                <a:solidFill>
                  <a:srgbClr val="404040"/>
                </a:solidFill>
              </a:rPr>
              <a:t>を作成します。</a:t>
            </a:r>
            <a:endParaRPr lang="en-US" altLang="ja-JP" sz="2000" dirty="0">
              <a:solidFill>
                <a:srgbClr val="404040"/>
              </a:solidFill>
            </a:endParaRPr>
          </a:p>
        </p:txBody>
      </p:sp>
      <p:sp>
        <p:nvSpPr>
          <p:cNvPr id="6" name="字幕 1">
            <a:extLst>
              <a:ext uri="{FF2B5EF4-FFF2-40B4-BE49-F238E27FC236}">
                <a16:creationId xmlns:a16="http://schemas.microsoft.com/office/drawing/2014/main" id="{A44B2D01-75CE-93F2-602A-C1805C0C9CAE}"/>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 name="図 4">
            <a:extLst>
              <a:ext uri="{FF2B5EF4-FFF2-40B4-BE49-F238E27FC236}">
                <a16:creationId xmlns:a16="http://schemas.microsoft.com/office/drawing/2014/main" id="{97AF8C67-B176-D3B5-A7E9-D2FC23E68A7E}"/>
              </a:ext>
            </a:extLst>
          </p:cNvPr>
          <p:cNvPicPr>
            <a:picLocks noChangeAspect="1"/>
          </p:cNvPicPr>
          <p:nvPr/>
        </p:nvPicPr>
        <p:blipFill>
          <a:blip r:embed="rId3"/>
          <a:stretch>
            <a:fillRect/>
          </a:stretch>
        </p:blipFill>
        <p:spPr>
          <a:xfrm>
            <a:off x="6660845" y="1359610"/>
            <a:ext cx="4845355" cy="8818546"/>
          </a:xfrm>
          <a:prstGeom prst="rect">
            <a:avLst/>
          </a:prstGeom>
        </p:spPr>
      </p:pic>
    </p:spTree>
    <p:extLst>
      <p:ext uri="{BB962C8B-B14F-4D97-AF65-F5344CB8AC3E}">
        <p14:creationId xmlns:p14="http://schemas.microsoft.com/office/powerpoint/2010/main" val="880095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F522A-98FE-A724-BE4F-DC0F7700CF91}"/>
            </a:ext>
          </a:extLst>
        </p:cNvPr>
        <p:cNvGrpSpPr/>
        <p:nvPr/>
      </p:nvGrpSpPr>
      <p:grpSpPr>
        <a:xfrm>
          <a:off x="0" y="0"/>
          <a:ext cx="0" cy="0"/>
          <a:chOff x="0" y="0"/>
          <a:chExt cx="0" cy="0"/>
        </a:xfrm>
      </p:grpSpPr>
      <p:pic>
        <p:nvPicPr>
          <p:cNvPr id="14" name="図 13">
            <a:extLst>
              <a:ext uri="{FF2B5EF4-FFF2-40B4-BE49-F238E27FC236}">
                <a16:creationId xmlns:a16="http://schemas.microsoft.com/office/drawing/2014/main" id="{EBD34AC2-714B-218D-6400-AB65EFC8A8C1}"/>
              </a:ext>
            </a:extLst>
          </p:cNvPr>
          <p:cNvPicPr>
            <a:picLocks noChangeAspect="1"/>
          </p:cNvPicPr>
          <p:nvPr/>
        </p:nvPicPr>
        <p:blipFill>
          <a:blip r:embed="rId3"/>
          <a:stretch>
            <a:fillRect/>
          </a:stretch>
        </p:blipFill>
        <p:spPr>
          <a:xfrm>
            <a:off x="2207419" y="1941147"/>
            <a:ext cx="7772400" cy="4857750"/>
          </a:xfrm>
          <a:prstGeom prst="rect">
            <a:avLst/>
          </a:prstGeom>
        </p:spPr>
      </p:pic>
      <p:sp>
        <p:nvSpPr>
          <p:cNvPr id="9" name="正方形/長方形 8">
            <a:extLst>
              <a:ext uri="{FF2B5EF4-FFF2-40B4-BE49-F238E27FC236}">
                <a16:creationId xmlns:a16="http://schemas.microsoft.com/office/drawing/2014/main" id="{DB6F320B-6A32-3C98-15C1-93526C027A9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VM </a:t>
            </a:r>
            <a:r>
              <a:rPr lang="ja-JP" altLang="en-US" sz="2000" b="1">
                <a:solidFill>
                  <a:srgbClr val="1F2937"/>
                </a:solidFill>
                <a:latin typeface="Yu Gothic" pitchFamily="34" charset="0"/>
                <a:ea typeface="Yu Gothic" pitchFamily="34" charset="-122"/>
                <a:cs typeface="Yu Gothic" pitchFamily="34" charset="-120"/>
              </a:rPr>
              <a:t>の監視設定</a:t>
            </a:r>
            <a:endParaRPr lang="en-US" altLang="ja-JP" sz="2000" dirty="0"/>
          </a:p>
        </p:txBody>
      </p:sp>
      <p:sp>
        <p:nvSpPr>
          <p:cNvPr id="2" name="正方形/長方形 1">
            <a:extLst>
              <a:ext uri="{FF2B5EF4-FFF2-40B4-BE49-F238E27FC236}">
                <a16:creationId xmlns:a16="http://schemas.microsoft.com/office/drawing/2014/main" id="{8AFD5D40-416F-EBD5-3BE1-7E97991EFBB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0E0F2DD-92CE-684D-5A8A-BCABAE22BD6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字幕 1">
            <a:extLst>
              <a:ext uri="{FF2B5EF4-FFF2-40B4-BE49-F238E27FC236}">
                <a16:creationId xmlns:a16="http://schemas.microsoft.com/office/drawing/2014/main" id="{E4A06998-CADD-EDC0-EB57-FDF0CE6A2F4F}"/>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コンテンツ プレースホルダー 5">
            <a:extLst>
              <a:ext uri="{FF2B5EF4-FFF2-40B4-BE49-F238E27FC236}">
                <a16:creationId xmlns:a16="http://schemas.microsoft.com/office/drawing/2014/main" id="{9210A74F-C156-0871-803F-D6B9E7717EE8}"/>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en-US" altLang="ja-JP" sz="2000" dirty="0">
                <a:solidFill>
                  <a:srgbClr val="404040"/>
                </a:solidFill>
              </a:rPr>
              <a:t>VM</a:t>
            </a:r>
            <a:r>
              <a:rPr lang="ja-JP" altLang="en-US" sz="2000">
                <a:solidFill>
                  <a:srgbClr val="404040"/>
                </a:solidFill>
              </a:rPr>
              <a:t> を作成したら作成した</a:t>
            </a:r>
            <a:r>
              <a:rPr lang="en-US" altLang="ja-JP" sz="2000" dirty="0">
                <a:solidFill>
                  <a:srgbClr val="404040"/>
                </a:solidFill>
              </a:rPr>
              <a:t> VM </a:t>
            </a:r>
            <a:r>
              <a:rPr lang="ja-JP" altLang="en-US" sz="2000">
                <a:solidFill>
                  <a:srgbClr val="404040"/>
                </a:solidFill>
              </a:rPr>
              <a:t>の画面に遷移し、監視設定の画面へ行きます。</a:t>
            </a:r>
            <a:endParaRPr lang="en-US" altLang="ja-JP" sz="2000" dirty="0">
              <a:solidFill>
                <a:srgbClr val="404040"/>
              </a:solidFill>
            </a:endParaRPr>
          </a:p>
        </p:txBody>
      </p:sp>
      <p:sp>
        <p:nvSpPr>
          <p:cNvPr id="12" name="正方形/長方形 11">
            <a:extLst>
              <a:ext uri="{FF2B5EF4-FFF2-40B4-BE49-F238E27FC236}">
                <a16:creationId xmlns:a16="http://schemas.microsoft.com/office/drawing/2014/main" id="{8A7682D9-25EA-67E1-B5EE-A2CCE08A8EBD}"/>
              </a:ext>
            </a:extLst>
          </p:cNvPr>
          <p:cNvSpPr/>
          <p:nvPr/>
        </p:nvSpPr>
        <p:spPr>
          <a:xfrm>
            <a:off x="2207419" y="3726647"/>
            <a:ext cx="1387365" cy="22150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0A07B854-74D0-A1FA-921E-142628B4E3CD}"/>
              </a:ext>
            </a:extLst>
          </p:cNvPr>
          <p:cNvSpPr/>
          <p:nvPr/>
        </p:nvSpPr>
        <p:spPr>
          <a:xfrm>
            <a:off x="4305300" y="5154288"/>
            <a:ext cx="666093" cy="26861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34451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F6C36-FA08-5DD1-CC33-24EF54A7B5C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7DC14E2-7236-BB6D-BACC-7AEA025CC5F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VM </a:t>
            </a:r>
            <a:r>
              <a:rPr lang="ja-JP" altLang="en-US" sz="2000" b="1">
                <a:solidFill>
                  <a:srgbClr val="1F2937"/>
                </a:solidFill>
                <a:latin typeface="Yu Gothic" pitchFamily="34" charset="0"/>
                <a:ea typeface="Yu Gothic" pitchFamily="34" charset="-122"/>
                <a:cs typeface="Yu Gothic" pitchFamily="34" charset="-120"/>
              </a:rPr>
              <a:t>の監視設定</a:t>
            </a:r>
            <a:endParaRPr lang="en-US" altLang="ja-JP" sz="2000" dirty="0"/>
          </a:p>
        </p:txBody>
      </p:sp>
      <p:sp>
        <p:nvSpPr>
          <p:cNvPr id="2" name="正方形/長方形 1">
            <a:extLst>
              <a:ext uri="{FF2B5EF4-FFF2-40B4-BE49-F238E27FC236}">
                <a16:creationId xmlns:a16="http://schemas.microsoft.com/office/drawing/2014/main" id="{EFEC8B15-7D2D-5FAA-B053-2237B1F972C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DFF27A9-F685-123E-67FF-1F7B3FC3C81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字幕 1">
            <a:extLst>
              <a:ext uri="{FF2B5EF4-FFF2-40B4-BE49-F238E27FC236}">
                <a16:creationId xmlns:a16="http://schemas.microsoft.com/office/drawing/2014/main" id="{95FB61A2-C90B-CB64-948C-11582FC317C0}"/>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コンテンツ プレースホルダー 5">
            <a:extLst>
              <a:ext uri="{FF2B5EF4-FFF2-40B4-BE49-F238E27FC236}">
                <a16:creationId xmlns:a16="http://schemas.microsoft.com/office/drawing/2014/main" id="{1EE800C3-0A8E-672C-57B6-827D5FA8DCB5}"/>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ja-JP" altLang="en-US" sz="2000">
                <a:solidFill>
                  <a:srgbClr val="404040"/>
                </a:solidFill>
              </a:rPr>
              <a:t>デフォルト値のまま監視設定を保存します。</a:t>
            </a:r>
            <a:endParaRPr lang="en-US" altLang="ja-JP" sz="2000" dirty="0">
              <a:solidFill>
                <a:srgbClr val="404040"/>
              </a:solidFill>
            </a:endParaRPr>
          </a:p>
        </p:txBody>
      </p:sp>
      <p:pic>
        <p:nvPicPr>
          <p:cNvPr id="3" name="図 2">
            <a:extLst>
              <a:ext uri="{FF2B5EF4-FFF2-40B4-BE49-F238E27FC236}">
                <a16:creationId xmlns:a16="http://schemas.microsoft.com/office/drawing/2014/main" id="{7819ECE5-C5DD-9CF1-ECB4-084660F8C2FC}"/>
              </a:ext>
            </a:extLst>
          </p:cNvPr>
          <p:cNvPicPr>
            <a:picLocks noChangeAspect="1"/>
          </p:cNvPicPr>
          <p:nvPr/>
        </p:nvPicPr>
        <p:blipFill>
          <a:blip r:embed="rId3"/>
          <a:stretch>
            <a:fillRect/>
          </a:stretch>
        </p:blipFill>
        <p:spPr>
          <a:xfrm>
            <a:off x="2680466" y="2369360"/>
            <a:ext cx="6831067" cy="4269417"/>
          </a:xfrm>
          <a:prstGeom prst="rect">
            <a:avLst/>
          </a:prstGeom>
        </p:spPr>
      </p:pic>
      <p:sp>
        <p:nvSpPr>
          <p:cNvPr id="7" name="正方形/長方形 6">
            <a:extLst>
              <a:ext uri="{FF2B5EF4-FFF2-40B4-BE49-F238E27FC236}">
                <a16:creationId xmlns:a16="http://schemas.microsoft.com/office/drawing/2014/main" id="{190C3928-C13F-18F4-4245-50CF75170648}"/>
              </a:ext>
            </a:extLst>
          </p:cNvPr>
          <p:cNvSpPr/>
          <p:nvPr/>
        </p:nvSpPr>
        <p:spPr>
          <a:xfrm>
            <a:off x="4614288" y="3646633"/>
            <a:ext cx="767009" cy="19076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B86B0253-8716-8EA9-AF09-62DFF94D8056}"/>
              </a:ext>
            </a:extLst>
          </p:cNvPr>
          <p:cNvSpPr/>
          <p:nvPr/>
        </p:nvSpPr>
        <p:spPr>
          <a:xfrm>
            <a:off x="5512922" y="6362565"/>
            <a:ext cx="477975" cy="27621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0697C642-FA0F-BDF2-91BF-782B1ACD07B3}"/>
              </a:ext>
            </a:extLst>
          </p:cNvPr>
          <p:cNvSpPr/>
          <p:nvPr/>
        </p:nvSpPr>
        <p:spPr>
          <a:xfrm>
            <a:off x="3182429" y="6362565"/>
            <a:ext cx="727419" cy="27621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92441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3FD5A-95A1-964D-D12F-99A54783A9AE}"/>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DC4197B-3ED6-3A35-769D-0677A048E44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VM </a:t>
            </a:r>
            <a:r>
              <a:rPr lang="ja-JP" altLang="en-US" sz="2000" b="1">
                <a:solidFill>
                  <a:srgbClr val="1F2937"/>
                </a:solidFill>
                <a:latin typeface="Yu Gothic" pitchFamily="34" charset="0"/>
                <a:ea typeface="Yu Gothic" pitchFamily="34" charset="-122"/>
                <a:cs typeface="Yu Gothic" pitchFamily="34" charset="-120"/>
              </a:rPr>
              <a:t>の監視設定</a:t>
            </a:r>
            <a:endParaRPr lang="en-US" altLang="ja-JP" sz="2000" dirty="0"/>
          </a:p>
        </p:txBody>
      </p:sp>
      <p:sp>
        <p:nvSpPr>
          <p:cNvPr id="2" name="正方形/長方形 1">
            <a:extLst>
              <a:ext uri="{FF2B5EF4-FFF2-40B4-BE49-F238E27FC236}">
                <a16:creationId xmlns:a16="http://schemas.microsoft.com/office/drawing/2014/main" id="{57492A78-7305-4FA3-E2E9-0F00346BC3E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54B782D-6DB4-3174-A95D-2E9F89C5255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字幕 1">
            <a:extLst>
              <a:ext uri="{FF2B5EF4-FFF2-40B4-BE49-F238E27FC236}">
                <a16:creationId xmlns:a16="http://schemas.microsoft.com/office/drawing/2014/main" id="{AA1DB176-6B62-A9C4-27D0-B425CAFB7FE4}"/>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コンテンツ プレースホルダー 5">
            <a:extLst>
              <a:ext uri="{FF2B5EF4-FFF2-40B4-BE49-F238E27FC236}">
                <a16:creationId xmlns:a16="http://schemas.microsoft.com/office/drawing/2014/main" id="{38C60605-EBCD-C63B-16F1-F8E930BFCDE7}"/>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ja-JP" altLang="en-US" sz="2000">
                <a:solidFill>
                  <a:srgbClr val="404040"/>
                </a:solidFill>
              </a:rPr>
              <a:t>アラートの設定画面に遷移します。</a:t>
            </a:r>
            <a:endParaRPr lang="en-US" altLang="ja-JP" sz="2000" dirty="0">
              <a:solidFill>
                <a:srgbClr val="404040"/>
              </a:solidFill>
            </a:endParaRPr>
          </a:p>
        </p:txBody>
      </p:sp>
      <p:pic>
        <p:nvPicPr>
          <p:cNvPr id="11" name="図 10">
            <a:extLst>
              <a:ext uri="{FF2B5EF4-FFF2-40B4-BE49-F238E27FC236}">
                <a16:creationId xmlns:a16="http://schemas.microsoft.com/office/drawing/2014/main" id="{0E2D24D7-B705-73A5-9C78-6EBC7A572A4C}"/>
              </a:ext>
            </a:extLst>
          </p:cNvPr>
          <p:cNvPicPr>
            <a:picLocks noChangeAspect="1"/>
          </p:cNvPicPr>
          <p:nvPr/>
        </p:nvPicPr>
        <p:blipFill>
          <a:blip r:embed="rId3"/>
          <a:stretch>
            <a:fillRect/>
          </a:stretch>
        </p:blipFill>
        <p:spPr>
          <a:xfrm>
            <a:off x="2542846" y="2131647"/>
            <a:ext cx="7106307" cy="4441442"/>
          </a:xfrm>
          <a:prstGeom prst="rect">
            <a:avLst/>
          </a:prstGeom>
        </p:spPr>
      </p:pic>
      <p:sp>
        <p:nvSpPr>
          <p:cNvPr id="12" name="正方形/長方形 11">
            <a:extLst>
              <a:ext uri="{FF2B5EF4-FFF2-40B4-BE49-F238E27FC236}">
                <a16:creationId xmlns:a16="http://schemas.microsoft.com/office/drawing/2014/main" id="{D3FCB086-FD16-C472-47D0-9CB122FEC047}"/>
              </a:ext>
            </a:extLst>
          </p:cNvPr>
          <p:cNvSpPr/>
          <p:nvPr/>
        </p:nvSpPr>
        <p:spPr>
          <a:xfrm>
            <a:off x="5265930" y="4672578"/>
            <a:ext cx="556802" cy="24626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68296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3BDA7-B300-5D3B-3948-FA833A69E9C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72ECD32-965B-B719-EDE1-3E893CD8A67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VM </a:t>
            </a:r>
            <a:r>
              <a:rPr lang="ja-JP" altLang="en-US" sz="2000" b="1">
                <a:solidFill>
                  <a:srgbClr val="1F2937"/>
                </a:solidFill>
                <a:latin typeface="Yu Gothic" pitchFamily="34" charset="0"/>
                <a:ea typeface="Yu Gothic" pitchFamily="34" charset="-122"/>
                <a:cs typeface="Yu Gothic" pitchFamily="34" charset="-120"/>
              </a:rPr>
              <a:t>の監視設定</a:t>
            </a:r>
            <a:endParaRPr lang="en-US" altLang="ja-JP" sz="2000" dirty="0"/>
          </a:p>
        </p:txBody>
      </p:sp>
      <p:sp>
        <p:nvSpPr>
          <p:cNvPr id="2" name="正方形/長方形 1">
            <a:extLst>
              <a:ext uri="{FF2B5EF4-FFF2-40B4-BE49-F238E27FC236}">
                <a16:creationId xmlns:a16="http://schemas.microsoft.com/office/drawing/2014/main" id="{B08C4528-4EE5-B82E-C39C-0D09C887C08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7782C5D5-17D9-E64B-F371-4E4692D03B6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字幕 1">
            <a:extLst>
              <a:ext uri="{FF2B5EF4-FFF2-40B4-BE49-F238E27FC236}">
                <a16:creationId xmlns:a16="http://schemas.microsoft.com/office/drawing/2014/main" id="{C81730B3-58F5-3C77-2C9A-81D6DB4C49FC}"/>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コンテンツ プレースホルダー 5">
            <a:extLst>
              <a:ext uri="{FF2B5EF4-FFF2-40B4-BE49-F238E27FC236}">
                <a16:creationId xmlns:a16="http://schemas.microsoft.com/office/drawing/2014/main" id="{DCDE1EE3-CECD-9E8E-D6AC-FB4750B29AAB}"/>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ja-JP" altLang="en-US" sz="2000">
                <a:solidFill>
                  <a:srgbClr val="404040"/>
                </a:solidFill>
              </a:rPr>
              <a:t>推奨アラートの設定画面へ遷移し、</a:t>
            </a:r>
            <a:r>
              <a:rPr lang="en-US" altLang="ja-JP" sz="2000" dirty="0">
                <a:solidFill>
                  <a:srgbClr val="404040"/>
                </a:solidFill>
              </a:rPr>
              <a:t>CPU </a:t>
            </a:r>
            <a:r>
              <a:rPr lang="ja-JP" altLang="en-US" sz="2000">
                <a:solidFill>
                  <a:srgbClr val="404040"/>
                </a:solidFill>
              </a:rPr>
              <a:t>使用率のしきい値を</a:t>
            </a:r>
            <a:r>
              <a:rPr lang="en-US" altLang="ja-JP" sz="2000" dirty="0">
                <a:solidFill>
                  <a:srgbClr val="404040"/>
                </a:solidFill>
              </a:rPr>
              <a:t>40% </a:t>
            </a:r>
            <a:r>
              <a:rPr lang="ja-JP" altLang="en-US" sz="2000">
                <a:solidFill>
                  <a:srgbClr val="404040"/>
                </a:solidFill>
              </a:rPr>
              <a:t>にします。必要に応じてアラート先の</a:t>
            </a:r>
            <a:r>
              <a:rPr lang="en-US" altLang="ja-JP" sz="2000" dirty="0">
                <a:solidFill>
                  <a:srgbClr val="404040"/>
                </a:solidFill>
              </a:rPr>
              <a:t> email </a:t>
            </a:r>
            <a:r>
              <a:rPr lang="ja-JP" altLang="en-US" sz="2000">
                <a:solidFill>
                  <a:srgbClr val="404040"/>
                </a:solidFill>
              </a:rPr>
              <a:t>アドレスを修正します。</a:t>
            </a:r>
            <a:endParaRPr lang="en-US" altLang="ja-JP" sz="2000" dirty="0">
              <a:solidFill>
                <a:srgbClr val="404040"/>
              </a:solidFill>
            </a:endParaRPr>
          </a:p>
        </p:txBody>
      </p:sp>
      <p:pic>
        <p:nvPicPr>
          <p:cNvPr id="3" name="図 2">
            <a:extLst>
              <a:ext uri="{FF2B5EF4-FFF2-40B4-BE49-F238E27FC236}">
                <a16:creationId xmlns:a16="http://schemas.microsoft.com/office/drawing/2014/main" id="{76A918B7-291C-166E-1778-24C0A582951F}"/>
              </a:ext>
            </a:extLst>
          </p:cNvPr>
          <p:cNvPicPr>
            <a:picLocks noChangeAspect="1"/>
          </p:cNvPicPr>
          <p:nvPr/>
        </p:nvPicPr>
        <p:blipFill>
          <a:blip r:embed="rId3"/>
          <a:stretch>
            <a:fillRect/>
          </a:stretch>
        </p:blipFill>
        <p:spPr>
          <a:xfrm>
            <a:off x="2524987" y="2217854"/>
            <a:ext cx="7142026" cy="4463766"/>
          </a:xfrm>
          <a:prstGeom prst="rect">
            <a:avLst/>
          </a:prstGeom>
        </p:spPr>
      </p:pic>
      <p:sp>
        <p:nvSpPr>
          <p:cNvPr id="7" name="正方形/長方形 6">
            <a:extLst>
              <a:ext uri="{FF2B5EF4-FFF2-40B4-BE49-F238E27FC236}">
                <a16:creationId xmlns:a16="http://schemas.microsoft.com/office/drawing/2014/main" id="{A63F27FE-7AC5-B32C-0DDD-82637B22B221}"/>
              </a:ext>
            </a:extLst>
          </p:cNvPr>
          <p:cNvSpPr/>
          <p:nvPr/>
        </p:nvSpPr>
        <p:spPr>
          <a:xfrm>
            <a:off x="4109791" y="2880977"/>
            <a:ext cx="1029767" cy="1565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79568D3E-0726-1B58-59D9-5E22AA494150}"/>
              </a:ext>
            </a:extLst>
          </p:cNvPr>
          <p:cNvSpPr/>
          <p:nvPr/>
        </p:nvSpPr>
        <p:spPr>
          <a:xfrm>
            <a:off x="8524137" y="2970727"/>
            <a:ext cx="1029767" cy="1565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17CA58E6-C439-1C0B-2BFA-B39B1A7531EB}"/>
              </a:ext>
            </a:extLst>
          </p:cNvPr>
          <p:cNvSpPr/>
          <p:nvPr/>
        </p:nvSpPr>
        <p:spPr>
          <a:xfrm>
            <a:off x="8975834" y="2217854"/>
            <a:ext cx="2530366" cy="546367"/>
          </a:xfrm>
          <a:prstGeom prst="wedgeRectCallout">
            <a:avLst>
              <a:gd name="adj1" fmla="val -38386"/>
              <a:gd name="adj2" fmla="val 70195"/>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85000"/>
                    <a:lumOff val="15000"/>
                  </a:schemeClr>
                </a:solidFill>
                <a:latin typeface="Yu Gothic UI" panose="020B0500000000000000" pitchFamily="34" charset="-128"/>
                <a:ea typeface="Yu Gothic UI" panose="020B0500000000000000" pitchFamily="34" charset="-128"/>
              </a:rPr>
              <a:t>CPU </a:t>
            </a:r>
            <a:r>
              <a:rPr kumimoji="1" lang="ja-JP" altLang="en-US">
                <a:solidFill>
                  <a:schemeClr val="tx1">
                    <a:lumMod val="85000"/>
                    <a:lumOff val="15000"/>
                  </a:schemeClr>
                </a:solidFill>
                <a:latin typeface="Yu Gothic UI" panose="020B0500000000000000" pitchFamily="34" charset="-128"/>
                <a:ea typeface="Yu Gothic UI" panose="020B0500000000000000" pitchFamily="34" charset="-128"/>
              </a:rPr>
              <a:t>使用率のしきい値を</a:t>
            </a:r>
            <a:r>
              <a:rPr kumimoji="1" lang="en-US" altLang="ja-JP" dirty="0">
                <a:solidFill>
                  <a:schemeClr val="tx1">
                    <a:lumMod val="85000"/>
                    <a:lumOff val="15000"/>
                  </a:schemeClr>
                </a:solidFill>
                <a:latin typeface="Yu Gothic UI" panose="020B0500000000000000" pitchFamily="34" charset="-128"/>
                <a:ea typeface="Yu Gothic UI" panose="020B0500000000000000" pitchFamily="34" charset="-128"/>
              </a:rPr>
              <a:t>40%</a:t>
            </a:r>
            <a:r>
              <a:rPr kumimoji="1" lang="ja-JP" altLang="en-US">
                <a:solidFill>
                  <a:schemeClr val="tx1">
                    <a:lumMod val="85000"/>
                    <a:lumOff val="15000"/>
                  </a:schemeClr>
                </a:solidFill>
                <a:latin typeface="Yu Gothic UI" panose="020B0500000000000000" pitchFamily="34" charset="-128"/>
                <a:ea typeface="Yu Gothic UI" panose="020B0500000000000000" pitchFamily="34" charset="-128"/>
              </a:rPr>
              <a:t>にし有効化</a:t>
            </a:r>
          </a:p>
        </p:txBody>
      </p:sp>
      <p:sp>
        <p:nvSpPr>
          <p:cNvPr id="13" name="正方形/長方形 12">
            <a:extLst>
              <a:ext uri="{FF2B5EF4-FFF2-40B4-BE49-F238E27FC236}">
                <a16:creationId xmlns:a16="http://schemas.microsoft.com/office/drawing/2014/main" id="{269241EA-55FD-1EBA-8638-EA06C513D535}"/>
              </a:ext>
            </a:extLst>
          </p:cNvPr>
          <p:cNvSpPr/>
          <p:nvPr/>
        </p:nvSpPr>
        <p:spPr>
          <a:xfrm>
            <a:off x="6858247" y="4752231"/>
            <a:ext cx="1550029" cy="25069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7C961316-4E4F-6E8D-C6B6-DCA3D2926C52}"/>
              </a:ext>
            </a:extLst>
          </p:cNvPr>
          <p:cNvSpPr/>
          <p:nvPr/>
        </p:nvSpPr>
        <p:spPr>
          <a:xfrm>
            <a:off x="5476137" y="6430928"/>
            <a:ext cx="504250" cy="16957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吹き出し 14">
            <a:extLst>
              <a:ext uri="{FF2B5EF4-FFF2-40B4-BE49-F238E27FC236}">
                <a16:creationId xmlns:a16="http://schemas.microsoft.com/office/drawing/2014/main" id="{AA1A50A5-B379-AF10-BEB8-B2C905DE3559}"/>
              </a:ext>
            </a:extLst>
          </p:cNvPr>
          <p:cNvSpPr/>
          <p:nvPr/>
        </p:nvSpPr>
        <p:spPr>
          <a:xfrm>
            <a:off x="8749861" y="4823236"/>
            <a:ext cx="2530366" cy="546367"/>
          </a:xfrm>
          <a:prstGeom prst="wedgeRectCallout">
            <a:avLst>
              <a:gd name="adj1" fmla="val -58324"/>
              <a:gd name="adj2" fmla="val -41378"/>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lumMod val="85000"/>
                    <a:lumOff val="15000"/>
                  </a:schemeClr>
                </a:solidFill>
                <a:latin typeface="Yu Gothic UI" panose="020B0500000000000000" pitchFamily="34" charset="-128"/>
                <a:ea typeface="Yu Gothic UI" panose="020B0500000000000000" pitchFamily="34" charset="-128"/>
              </a:rPr>
              <a:t>必要に応じて</a:t>
            </a:r>
            <a:r>
              <a:rPr kumimoji="1" lang="en-US" altLang="ja-JP" dirty="0">
                <a:solidFill>
                  <a:schemeClr val="tx1">
                    <a:lumMod val="85000"/>
                    <a:lumOff val="15000"/>
                  </a:schemeClr>
                </a:solidFill>
                <a:latin typeface="Yu Gothic UI" panose="020B0500000000000000" pitchFamily="34" charset="-128"/>
                <a:ea typeface="Yu Gothic UI" panose="020B0500000000000000" pitchFamily="34" charset="-128"/>
              </a:rPr>
              <a:t> email </a:t>
            </a:r>
            <a:r>
              <a:rPr kumimoji="1" lang="ja-JP" altLang="en-US">
                <a:solidFill>
                  <a:schemeClr val="tx1">
                    <a:lumMod val="85000"/>
                    <a:lumOff val="15000"/>
                  </a:schemeClr>
                </a:solidFill>
                <a:latin typeface="Yu Gothic UI" panose="020B0500000000000000" pitchFamily="34" charset="-128"/>
                <a:ea typeface="Yu Gothic UI" panose="020B0500000000000000" pitchFamily="34" charset="-128"/>
              </a:rPr>
              <a:t>のアドレスを修正</a:t>
            </a:r>
          </a:p>
        </p:txBody>
      </p:sp>
      <p:sp>
        <p:nvSpPr>
          <p:cNvPr id="16" name="四角形吹き出し 15">
            <a:extLst>
              <a:ext uri="{FF2B5EF4-FFF2-40B4-BE49-F238E27FC236}">
                <a16:creationId xmlns:a16="http://schemas.microsoft.com/office/drawing/2014/main" id="{9FAAB1AE-8300-0724-A3A9-EC8CB924AFD2}"/>
              </a:ext>
            </a:extLst>
          </p:cNvPr>
          <p:cNvSpPr/>
          <p:nvPr/>
        </p:nvSpPr>
        <p:spPr>
          <a:xfrm>
            <a:off x="6219495" y="5752428"/>
            <a:ext cx="2530366" cy="546367"/>
          </a:xfrm>
          <a:prstGeom prst="wedgeRectCallout">
            <a:avLst>
              <a:gd name="adj1" fmla="val -55831"/>
              <a:gd name="adj2" fmla="val 72119"/>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lumMod val="85000"/>
                    <a:lumOff val="15000"/>
                  </a:schemeClr>
                </a:solidFill>
                <a:latin typeface="Yu Gothic UI" panose="020B0500000000000000" pitchFamily="34" charset="-128"/>
                <a:ea typeface="Yu Gothic UI" panose="020B0500000000000000" pitchFamily="34" charset="-128"/>
              </a:rPr>
              <a:t>保存</a:t>
            </a:r>
          </a:p>
        </p:txBody>
      </p:sp>
    </p:spTree>
    <p:extLst>
      <p:ext uri="{BB962C8B-B14F-4D97-AF65-F5344CB8AC3E}">
        <p14:creationId xmlns:p14="http://schemas.microsoft.com/office/powerpoint/2010/main" val="430981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D7382-68EF-E080-056F-96F4E610A35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6F06C84-8A30-06E6-28B9-89D36756DF5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CPU </a:t>
            </a:r>
            <a:r>
              <a:rPr lang="ja-JP" altLang="en-US" sz="2000" b="1">
                <a:solidFill>
                  <a:srgbClr val="1F2937"/>
                </a:solidFill>
                <a:latin typeface="Yu Gothic" pitchFamily="34" charset="0"/>
                <a:ea typeface="Yu Gothic" pitchFamily="34" charset="-122"/>
                <a:cs typeface="Yu Gothic" pitchFamily="34" charset="-120"/>
              </a:rPr>
              <a:t>への負荷を生成</a:t>
            </a:r>
            <a:endParaRPr lang="en-US" altLang="ja-JP" sz="2000" dirty="0"/>
          </a:p>
        </p:txBody>
      </p:sp>
      <p:sp>
        <p:nvSpPr>
          <p:cNvPr id="2" name="正方形/長方形 1">
            <a:extLst>
              <a:ext uri="{FF2B5EF4-FFF2-40B4-BE49-F238E27FC236}">
                <a16:creationId xmlns:a16="http://schemas.microsoft.com/office/drawing/2014/main" id="{44D00B7D-4225-CAE2-80BD-EC714254672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7E1B4BDA-4296-A573-3533-6523C995D70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字幕 1">
            <a:extLst>
              <a:ext uri="{FF2B5EF4-FFF2-40B4-BE49-F238E27FC236}">
                <a16:creationId xmlns:a16="http://schemas.microsoft.com/office/drawing/2014/main" id="{03294CE5-4715-027E-9BBA-C24E1E258579}"/>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コンテンツ プレースホルダー 5">
            <a:extLst>
              <a:ext uri="{FF2B5EF4-FFF2-40B4-BE49-F238E27FC236}">
                <a16:creationId xmlns:a16="http://schemas.microsoft.com/office/drawing/2014/main" id="{650B14A4-C704-50F7-E65F-FF0E2AC62A9F}"/>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en-US" altLang="ja-JP" sz="2000" dirty="0">
                <a:solidFill>
                  <a:srgbClr val="404040"/>
                </a:solidFill>
              </a:rPr>
              <a:t>VM </a:t>
            </a:r>
            <a:r>
              <a:rPr lang="ja-JP" altLang="en-US" sz="2000">
                <a:solidFill>
                  <a:srgbClr val="404040"/>
                </a:solidFill>
              </a:rPr>
              <a:t>に</a:t>
            </a:r>
            <a:r>
              <a:rPr lang="en-US" altLang="ja-JP" sz="2000" dirty="0">
                <a:solidFill>
                  <a:srgbClr val="404040"/>
                </a:solidFill>
              </a:rPr>
              <a:t> SSH </a:t>
            </a:r>
            <a:r>
              <a:rPr lang="ja-JP" altLang="en-US" sz="2000">
                <a:solidFill>
                  <a:srgbClr val="404040"/>
                </a:solidFill>
              </a:rPr>
              <a:t>でログインし、</a:t>
            </a:r>
            <a:r>
              <a:rPr lang="en-US" altLang="ja-JP" sz="2000" dirty="0">
                <a:solidFill>
                  <a:srgbClr val="404040"/>
                </a:solidFill>
              </a:rPr>
              <a:t>yes </a:t>
            </a:r>
            <a:r>
              <a:rPr lang="ja-JP" altLang="en-US" sz="2000">
                <a:solidFill>
                  <a:srgbClr val="404040"/>
                </a:solidFill>
              </a:rPr>
              <a:t>コマンドで負荷を生成する</a:t>
            </a:r>
            <a:endParaRPr lang="en-US" altLang="ja-JP" sz="2000" dirty="0">
              <a:solidFill>
                <a:srgbClr val="404040"/>
              </a:solidFill>
            </a:endParaRPr>
          </a:p>
        </p:txBody>
      </p:sp>
      <p:pic>
        <p:nvPicPr>
          <p:cNvPr id="7" name="図 6">
            <a:extLst>
              <a:ext uri="{FF2B5EF4-FFF2-40B4-BE49-F238E27FC236}">
                <a16:creationId xmlns:a16="http://schemas.microsoft.com/office/drawing/2014/main" id="{9792B5E3-0E64-65EB-82FC-E3A022A8BCFE}"/>
              </a:ext>
            </a:extLst>
          </p:cNvPr>
          <p:cNvPicPr>
            <a:picLocks noChangeAspect="1"/>
          </p:cNvPicPr>
          <p:nvPr/>
        </p:nvPicPr>
        <p:blipFill>
          <a:blip r:embed="rId3"/>
          <a:stretch>
            <a:fillRect/>
          </a:stretch>
        </p:blipFill>
        <p:spPr>
          <a:xfrm>
            <a:off x="685800" y="2131647"/>
            <a:ext cx="5603985" cy="4301270"/>
          </a:xfrm>
          <a:prstGeom prst="rect">
            <a:avLst/>
          </a:prstGeom>
        </p:spPr>
      </p:pic>
      <p:sp>
        <p:nvSpPr>
          <p:cNvPr id="8" name="テキスト ボックス 7">
            <a:extLst>
              <a:ext uri="{FF2B5EF4-FFF2-40B4-BE49-F238E27FC236}">
                <a16:creationId xmlns:a16="http://schemas.microsoft.com/office/drawing/2014/main" id="{C5DB864D-51BD-731F-4F9F-7C39A7F6045D}"/>
              </a:ext>
            </a:extLst>
          </p:cNvPr>
          <p:cNvSpPr txBox="1"/>
          <p:nvPr/>
        </p:nvSpPr>
        <p:spPr>
          <a:xfrm>
            <a:off x="6607860" y="2131647"/>
            <a:ext cx="4677103" cy="1329595"/>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左の例では、早く</a:t>
            </a: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CPU </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使用率を上げるために、</a:t>
            </a: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yes &gt; /dev/null &amp; </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で</a:t>
            </a: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yes </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コマンドを複数バックグラウンド実行させている。</a:t>
            </a:r>
            <a:endPar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a:p>
            <a:pPr marL="0" marR="0" indent="0" algn="l"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Jobs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で実行されているバックグラウンドプロセスを確認できる。</a:t>
            </a:r>
            <a:endPar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endParaRPr>
          </a:p>
          <a:p>
            <a:pPr marL="0" marR="0" indent="0" algn="l" defTabSz="931757" rtl="0" eaLnBrk="1" fontAlgn="base" latinLnBrk="0" hangingPunct="1">
              <a:lnSpc>
                <a:spcPct val="90000"/>
              </a:lnSpc>
              <a:spcBef>
                <a:spcPct val="0"/>
              </a:spcBef>
              <a:spcAft>
                <a:spcPct val="0"/>
              </a:spcAft>
              <a:buClrTx/>
              <a:buSzTx/>
              <a:buFontTx/>
              <a:buNone/>
              <a:tabLst/>
            </a:pPr>
            <a:endPar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a:p>
            <a:pPr marL="0" marR="0" indent="0" algn="l" defTabSz="931757" rtl="0" eaLnBrk="1" fontAlgn="base" latinLnBrk="0" hangingPunct="1">
              <a:lnSpc>
                <a:spcPct val="90000"/>
              </a:lnSpc>
              <a:spcBef>
                <a:spcPct val="0"/>
              </a:spcBef>
              <a:spcAft>
                <a:spcPct val="0"/>
              </a:spcAft>
              <a:buClrTx/>
              <a:buSzTx/>
              <a:buFontTx/>
              <a:buNone/>
              <a:tabLst/>
            </a:pP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2695607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E86C3-ABDF-AED8-B2D4-2AE15760A86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D6C18EC-F027-C61B-6503-A21E48A7003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CPU </a:t>
            </a:r>
            <a:r>
              <a:rPr lang="ja-JP" altLang="en-US" sz="2000" b="1">
                <a:solidFill>
                  <a:srgbClr val="1F2937"/>
                </a:solidFill>
                <a:latin typeface="Yu Gothic" pitchFamily="34" charset="0"/>
                <a:ea typeface="Yu Gothic" pitchFamily="34" charset="-122"/>
                <a:cs typeface="Yu Gothic" pitchFamily="34" charset="-120"/>
              </a:rPr>
              <a:t>使用率がしきい値を超える</a:t>
            </a:r>
            <a:endParaRPr lang="en-US" altLang="ja-JP" sz="2000" dirty="0"/>
          </a:p>
        </p:txBody>
      </p:sp>
      <p:sp>
        <p:nvSpPr>
          <p:cNvPr id="2" name="正方形/長方形 1">
            <a:extLst>
              <a:ext uri="{FF2B5EF4-FFF2-40B4-BE49-F238E27FC236}">
                <a16:creationId xmlns:a16="http://schemas.microsoft.com/office/drawing/2014/main" id="{94C63FED-3C96-BAAF-4185-2DFE9F459D2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2103025-A7EE-9430-654A-DD44AA74981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字幕 1">
            <a:extLst>
              <a:ext uri="{FF2B5EF4-FFF2-40B4-BE49-F238E27FC236}">
                <a16:creationId xmlns:a16="http://schemas.microsoft.com/office/drawing/2014/main" id="{ED372C66-686D-53D2-DAF9-811488F327BA}"/>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コンテンツ プレースホルダー 5">
            <a:extLst>
              <a:ext uri="{FF2B5EF4-FFF2-40B4-BE49-F238E27FC236}">
                <a16:creationId xmlns:a16="http://schemas.microsoft.com/office/drawing/2014/main" id="{71B14BAA-FBB5-1164-F6FC-CAFA494D79F5}"/>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en-US" altLang="ja-JP" sz="2000" dirty="0">
                <a:solidFill>
                  <a:srgbClr val="404040"/>
                </a:solidFill>
              </a:rPr>
              <a:t>CPU </a:t>
            </a:r>
            <a:r>
              <a:rPr lang="ja-JP" altLang="en-US" sz="2000">
                <a:solidFill>
                  <a:srgbClr val="404040"/>
                </a:solidFill>
              </a:rPr>
              <a:t>使用率がしきい値を超えるのを待つ。しばらくすると超える。</a:t>
            </a:r>
            <a:endParaRPr lang="en-US" altLang="ja-JP" sz="2000" dirty="0">
              <a:solidFill>
                <a:srgbClr val="404040"/>
              </a:solidFill>
            </a:endParaRPr>
          </a:p>
        </p:txBody>
      </p:sp>
      <p:pic>
        <p:nvPicPr>
          <p:cNvPr id="3" name="図 2">
            <a:extLst>
              <a:ext uri="{FF2B5EF4-FFF2-40B4-BE49-F238E27FC236}">
                <a16:creationId xmlns:a16="http://schemas.microsoft.com/office/drawing/2014/main" id="{EA9930DA-954C-E9EC-E829-0331B6064A5B}"/>
              </a:ext>
            </a:extLst>
          </p:cNvPr>
          <p:cNvPicPr>
            <a:picLocks noChangeAspect="1"/>
          </p:cNvPicPr>
          <p:nvPr/>
        </p:nvPicPr>
        <p:blipFill>
          <a:blip r:embed="rId3"/>
          <a:stretch>
            <a:fillRect/>
          </a:stretch>
        </p:blipFill>
        <p:spPr>
          <a:xfrm>
            <a:off x="2475514" y="2131647"/>
            <a:ext cx="7240971" cy="4525607"/>
          </a:xfrm>
          <a:prstGeom prst="rect">
            <a:avLst/>
          </a:prstGeom>
        </p:spPr>
      </p:pic>
      <p:sp>
        <p:nvSpPr>
          <p:cNvPr id="10" name="正方形/長方形 9">
            <a:extLst>
              <a:ext uri="{FF2B5EF4-FFF2-40B4-BE49-F238E27FC236}">
                <a16:creationId xmlns:a16="http://schemas.microsoft.com/office/drawing/2014/main" id="{11D7C844-77BB-03FD-BE73-2FBA3D64E1F4}"/>
              </a:ext>
            </a:extLst>
          </p:cNvPr>
          <p:cNvSpPr/>
          <p:nvPr/>
        </p:nvSpPr>
        <p:spPr>
          <a:xfrm>
            <a:off x="2475514" y="3761912"/>
            <a:ext cx="1387365" cy="22150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BC7ACC4B-8B98-3AC6-2F32-2E2273DDADB2}"/>
              </a:ext>
            </a:extLst>
          </p:cNvPr>
          <p:cNvSpPr/>
          <p:nvPr/>
        </p:nvSpPr>
        <p:spPr>
          <a:xfrm>
            <a:off x="6779501" y="3540403"/>
            <a:ext cx="2732361" cy="188249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681621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B2D22-C653-88F1-06B0-CF8E59A609C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1031959-F190-011E-5891-B1A5100BC9D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solidFill>
                  <a:srgbClr val="1F2937"/>
                </a:solidFill>
                <a:latin typeface="Yu Gothic" pitchFamily="34" charset="0"/>
                <a:ea typeface="Yu Gothic" pitchFamily="34" charset="-122"/>
                <a:cs typeface="Yu Gothic" pitchFamily="34" charset="-120"/>
              </a:rPr>
              <a:t>アラート生成の確認</a:t>
            </a:r>
            <a:endParaRPr lang="en-US" altLang="ja-JP" sz="2000" dirty="0"/>
          </a:p>
        </p:txBody>
      </p:sp>
      <p:sp>
        <p:nvSpPr>
          <p:cNvPr id="2" name="正方形/長方形 1">
            <a:extLst>
              <a:ext uri="{FF2B5EF4-FFF2-40B4-BE49-F238E27FC236}">
                <a16:creationId xmlns:a16="http://schemas.microsoft.com/office/drawing/2014/main" id="{2FE73891-0D6C-E465-9F79-49410BAD75F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A0E14B6-1AC3-789A-6644-00196208820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6BFBF916-1661-714B-14AA-B1285BE4B8EE}"/>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en-US" altLang="ja-JP" sz="2000" dirty="0">
                <a:solidFill>
                  <a:srgbClr val="404040"/>
                </a:solidFill>
              </a:rPr>
              <a:t>CPU </a:t>
            </a:r>
            <a:r>
              <a:rPr lang="ja-JP" altLang="en-US" sz="2000">
                <a:solidFill>
                  <a:srgbClr val="404040"/>
                </a:solidFill>
              </a:rPr>
              <a:t>使用率がしきい値を超えるとアラートが発火する。メールが届いていることを確認する</a:t>
            </a:r>
            <a:endParaRPr lang="en-US" altLang="ja-JP" sz="2000" dirty="0">
              <a:solidFill>
                <a:srgbClr val="404040"/>
              </a:solidFill>
            </a:endParaRPr>
          </a:p>
        </p:txBody>
      </p:sp>
      <p:sp>
        <p:nvSpPr>
          <p:cNvPr id="6" name="字幕 1">
            <a:extLst>
              <a:ext uri="{FF2B5EF4-FFF2-40B4-BE49-F238E27FC236}">
                <a16:creationId xmlns:a16="http://schemas.microsoft.com/office/drawing/2014/main" id="{32661852-E1B5-F16A-8F08-6E9FE96D59A8}"/>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 name="図 4">
            <a:extLst>
              <a:ext uri="{FF2B5EF4-FFF2-40B4-BE49-F238E27FC236}">
                <a16:creationId xmlns:a16="http://schemas.microsoft.com/office/drawing/2014/main" id="{8E989745-C312-4C48-B933-4EB9C5C3A61C}"/>
              </a:ext>
            </a:extLst>
          </p:cNvPr>
          <p:cNvPicPr>
            <a:picLocks noChangeAspect="1"/>
          </p:cNvPicPr>
          <p:nvPr/>
        </p:nvPicPr>
        <p:blipFill>
          <a:blip r:embed="rId3"/>
          <a:stretch>
            <a:fillRect/>
          </a:stretch>
        </p:blipFill>
        <p:spPr>
          <a:xfrm>
            <a:off x="685800" y="2319829"/>
            <a:ext cx="5340834" cy="3338021"/>
          </a:xfrm>
          <a:prstGeom prst="rect">
            <a:avLst/>
          </a:prstGeom>
        </p:spPr>
      </p:pic>
      <p:sp>
        <p:nvSpPr>
          <p:cNvPr id="7" name="正方形/長方形 6">
            <a:extLst>
              <a:ext uri="{FF2B5EF4-FFF2-40B4-BE49-F238E27FC236}">
                <a16:creationId xmlns:a16="http://schemas.microsoft.com/office/drawing/2014/main" id="{5C2550F3-B69C-5C7E-9ECB-D301944ADBB2}"/>
              </a:ext>
            </a:extLst>
          </p:cNvPr>
          <p:cNvSpPr/>
          <p:nvPr/>
        </p:nvSpPr>
        <p:spPr>
          <a:xfrm>
            <a:off x="1666218" y="3982575"/>
            <a:ext cx="4272127" cy="14799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097A630B-CB06-ADDC-F7A4-DE289F801AC0}"/>
              </a:ext>
            </a:extLst>
          </p:cNvPr>
          <p:cNvPicPr>
            <a:picLocks noChangeAspect="1"/>
          </p:cNvPicPr>
          <p:nvPr/>
        </p:nvPicPr>
        <p:blipFill>
          <a:blip r:embed="rId4"/>
          <a:stretch>
            <a:fillRect/>
          </a:stretch>
        </p:blipFill>
        <p:spPr>
          <a:xfrm>
            <a:off x="6202390" y="2319829"/>
            <a:ext cx="5332436" cy="3338021"/>
          </a:xfrm>
          <a:prstGeom prst="rect">
            <a:avLst/>
          </a:prstGeom>
        </p:spPr>
      </p:pic>
    </p:spTree>
    <p:extLst>
      <p:ext uri="{BB962C8B-B14F-4D97-AF65-F5344CB8AC3E}">
        <p14:creationId xmlns:p14="http://schemas.microsoft.com/office/powerpoint/2010/main" val="606426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122C4-ECBC-9B40-B895-E52BFCAFC22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B757A43-9165-2470-4013-E453A218B58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CPU </a:t>
            </a:r>
            <a:r>
              <a:rPr lang="ja-JP" altLang="en-US" sz="2000" b="1">
                <a:solidFill>
                  <a:srgbClr val="1F2937"/>
                </a:solidFill>
                <a:latin typeface="Yu Gothic" pitchFamily="34" charset="0"/>
                <a:ea typeface="Yu Gothic" pitchFamily="34" charset="-122"/>
                <a:cs typeface="Yu Gothic" pitchFamily="34" charset="-120"/>
              </a:rPr>
              <a:t>の負荷の生成を停止する</a:t>
            </a:r>
            <a:endParaRPr lang="en-US" altLang="ja-JP" sz="2000" dirty="0"/>
          </a:p>
        </p:txBody>
      </p:sp>
      <p:sp>
        <p:nvSpPr>
          <p:cNvPr id="2" name="正方形/長方形 1">
            <a:extLst>
              <a:ext uri="{FF2B5EF4-FFF2-40B4-BE49-F238E27FC236}">
                <a16:creationId xmlns:a16="http://schemas.microsoft.com/office/drawing/2014/main" id="{A5085DCC-4A88-06EC-A2E0-BB903AD7A6B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11</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5F496B6-D049-05BF-9514-8EB8DD90D02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65C95121-1C6E-6788-C16D-9ABD3D5BEB49}"/>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en-US" altLang="ja-JP" sz="2000" dirty="0">
                <a:solidFill>
                  <a:srgbClr val="404040"/>
                </a:solidFill>
              </a:rPr>
              <a:t>SSH </a:t>
            </a:r>
            <a:r>
              <a:rPr lang="ja-JP" altLang="en-US" sz="2000">
                <a:solidFill>
                  <a:srgbClr val="404040"/>
                </a:solidFill>
              </a:rPr>
              <a:t>のセッションから</a:t>
            </a:r>
            <a:r>
              <a:rPr lang="en-US" altLang="ja-JP" sz="2000" dirty="0">
                <a:solidFill>
                  <a:srgbClr val="404040"/>
                </a:solidFill>
              </a:rPr>
              <a:t> yes </a:t>
            </a:r>
            <a:r>
              <a:rPr lang="ja-JP" altLang="en-US" sz="2000">
                <a:solidFill>
                  <a:srgbClr val="404040"/>
                </a:solidFill>
              </a:rPr>
              <a:t>コマンドを停止する。負荷がしきい値を下回ると回復のメールが届く</a:t>
            </a:r>
            <a:endParaRPr lang="en-US" altLang="ja-JP" sz="2000" dirty="0">
              <a:solidFill>
                <a:srgbClr val="404040"/>
              </a:solidFill>
            </a:endParaRPr>
          </a:p>
        </p:txBody>
      </p:sp>
      <p:sp>
        <p:nvSpPr>
          <p:cNvPr id="6" name="字幕 1">
            <a:extLst>
              <a:ext uri="{FF2B5EF4-FFF2-40B4-BE49-F238E27FC236}">
                <a16:creationId xmlns:a16="http://schemas.microsoft.com/office/drawing/2014/main" id="{719B3411-AD03-6D1C-E6F3-33DEC3967DD1}"/>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0" name="図 9">
            <a:extLst>
              <a:ext uri="{FF2B5EF4-FFF2-40B4-BE49-F238E27FC236}">
                <a16:creationId xmlns:a16="http://schemas.microsoft.com/office/drawing/2014/main" id="{6CF4F916-B320-B71B-A172-6B5A1B36E4EA}"/>
              </a:ext>
            </a:extLst>
          </p:cNvPr>
          <p:cNvPicPr>
            <a:picLocks noChangeAspect="1"/>
          </p:cNvPicPr>
          <p:nvPr/>
        </p:nvPicPr>
        <p:blipFill>
          <a:blip r:embed="rId3"/>
          <a:stretch>
            <a:fillRect/>
          </a:stretch>
        </p:blipFill>
        <p:spPr>
          <a:xfrm>
            <a:off x="851336" y="2174872"/>
            <a:ext cx="5119858" cy="3942149"/>
          </a:xfrm>
          <a:prstGeom prst="rect">
            <a:avLst/>
          </a:prstGeom>
        </p:spPr>
      </p:pic>
      <p:sp>
        <p:nvSpPr>
          <p:cNvPr id="11" name="四角形吹き出し 10">
            <a:extLst>
              <a:ext uri="{FF2B5EF4-FFF2-40B4-BE49-F238E27FC236}">
                <a16:creationId xmlns:a16="http://schemas.microsoft.com/office/drawing/2014/main" id="{86D049F8-2C49-E22F-CC94-CC0097A9BFFC}"/>
              </a:ext>
            </a:extLst>
          </p:cNvPr>
          <p:cNvSpPr/>
          <p:nvPr/>
        </p:nvSpPr>
        <p:spPr>
          <a:xfrm>
            <a:off x="956440" y="5657850"/>
            <a:ext cx="4761187" cy="966656"/>
          </a:xfrm>
          <a:prstGeom prst="wedgeRectCallout">
            <a:avLst>
              <a:gd name="adj1" fmla="val -10571"/>
              <a:gd name="adj2" fmla="val -63542"/>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lumMod val="85000"/>
                    <a:lumOff val="15000"/>
                  </a:schemeClr>
                </a:solidFill>
                <a:latin typeface="Yu Gothic UI" panose="020B0500000000000000" pitchFamily="34" charset="-128"/>
                <a:ea typeface="Yu Gothic UI" panose="020B0500000000000000" pitchFamily="34" charset="-128"/>
              </a:rPr>
              <a:t>フォアグラウンドで実行している場合は、</a:t>
            </a:r>
            <a:r>
              <a:rPr kumimoji="1" lang="en-US" altLang="ja-JP" dirty="0">
                <a:solidFill>
                  <a:schemeClr val="tx1">
                    <a:lumMod val="85000"/>
                    <a:lumOff val="15000"/>
                  </a:schemeClr>
                </a:solidFill>
                <a:latin typeface="Yu Gothic UI" panose="020B0500000000000000" pitchFamily="34" charset="-128"/>
                <a:ea typeface="Yu Gothic UI" panose="020B0500000000000000" pitchFamily="34" charset="-128"/>
              </a:rPr>
              <a:t>Ctrl + C </a:t>
            </a:r>
            <a:r>
              <a:rPr kumimoji="1" lang="ja-JP" altLang="en-US">
                <a:solidFill>
                  <a:schemeClr val="tx1">
                    <a:lumMod val="85000"/>
                    <a:lumOff val="15000"/>
                  </a:schemeClr>
                </a:solidFill>
                <a:latin typeface="Yu Gothic UI" panose="020B0500000000000000" pitchFamily="34" charset="-128"/>
                <a:ea typeface="Yu Gothic UI" panose="020B0500000000000000" pitchFamily="34" charset="-128"/>
              </a:rPr>
              <a:t>で、バックグラウンド実行している場合は</a:t>
            </a:r>
            <a:r>
              <a:rPr kumimoji="1" lang="en-US" altLang="ja-JP" dirty="0">
                <a:solidFill>
                  <a:schemeClr val="tx1">
                    <a:lumMod val="85000"/>
                    <a:lumOff val="15000"/>
                  </a:schemeClr>
                </a:solidFill>
                <a:latin typeface="Yu Gothic UI" panose="020B0500000000000000" pitchFamily="34" charset="-128"/>
                <a:ea typeface="Yu Gothic UI" panose="020B0500000000000000" pitchFamily="34" charset="-128"/>
              </a:rPr>
              <a:t> kill %&lt;job</a:t>
            </a:r>
            <a:r>
              <a:rPr kumimoji="1" lang="ja-JP" altLang="en-US">
                <a:solidFill>
                  <a:schemeClr val="tx1">
                    <a:lumMod val="85000"/>
                    <a:lumOff val="15000"/>
                  </a:schemeClr>
                </a:solidFill>
                <a:latin typeface="Yu Gothic UI" panose="020B0500000000000000" pitchFamily="34" charset="-128"/>
                <a:ea typeface="Yu Gothic UI" panose="020B0500000000000000" pitchFamily="34" charset="-128"/>
              </a:rPr>
              <a:t>番号</a:t>
            </a:r>
            <a:r>
              <a:rPr kumimoji="1" lang="en-US" altLang="ja-JP" dirty="0">
                <a:solidFill>
                  <a:schemeClr val="tx1">
                    <a:lumMod val="85000"/>
                    <a:lumOff val="15000"/>
                  </a:schemeClr>
                </a:solidFill>
                <a:latin typeface="Yu Gothic UI" panose="020B0500000000000000" pitchFamily="34" charset="-128"/>
                <a:ea typeface="Yu Gothic UI" panose="020B0500000000000000" pitchFamily="34" charset="-128"/>
              </a:rPr>
              <a:t>&gt; </a:t>
            </a:r>
            <a:r>
              <a:rPr kumimoji="1" lang="ja-JP" altLang="en-US">
                <a:solidFill>
                  <a:schemeClr val="tx1">
                    <a:lumMod val="85000"/>
                    <a:lumOff val="15000"/>
                  </a:schemeClr>
                </a:solidFill>
                <a:latin typeface="Yu Gothic UI" panose="020B0500000000000000" pitchFamily="34" charset="-128"/>
                <a:ea typeface="Yu Gothic UI" panose="020B0500000000000000" pitchFamily="34" charset="-128"/>
              </a:rPr>
              <a:t>で</a:t>
            </a:r>
            <a:r>
              <a:rPr kumimoji="1" lang="en-US" altLang="ja-JP" dirty="0">
                <a:solidFill>
                  <a:schemeClr val="tx1">
                    <a:lumMod val="85000"/>
                    <a:lumOff val="15000"/>
                  </a:schemeClr>
                </a:solidFill>
                <a:latin typeface="Yu Gothic UI" panose="020B0500000000000000" pitchFamily="34" charset="-128"/>
                <a:ea typeface="Yu Gothic UI" panose="020B0500000000000000" pitchFamily="34" charset="-128"/>
              </a:rPr>
              <a:t>yes </a:t>
            </a:r>
            <a:r>
              <a:rPr kumimoji="1" lang="ja-JP" altLang="en-US">
                <a:solidFill>
                  <a:schemeClr val="tx1">
                    <a:lumMod val="85000"/>
                    <a:lumOff val="15000"/>
                  </a:schemeClr>
                </a:solidFill>
                <a:latin typeface="Yu Gothic UI" panose="020B0500000000000000" pitchFamily="34" charset="-128"/>
                <a:ea typeface="Yu Gothic UI" panose="020B0500000000000000" pitchFamily="34" charset="-128"/>
              </a:rPr>
              <a:t>コマンドのプロセスを停止する。</a:t>
            </a:r>
            <a:endParaRPr kumimoji="1" lang="en-US" altLang="ja-JP" dirty="0">
              <a:solidFill>
                <a:schemeClr val="tx1">
                  <a:lumMod val="85000"/>
                  <a:lumOff val="15000"/>
                </a:schemeClr>
              </a:solidFill>
              <a:latin typeface="Yu Gothic UI" panose="020B0500000000000000" pitchFamily="34" charset="-128"/>
              <a:ea typeface="Yu Gothic UI" panose="020B0500000000000000" pitchFamily="34" charset="-128"/>
            </a:endParaRPr>
          </a:p>
        </p:txBody>
      </p:sp>
      <p:pic>
        <p:nvPicPr>
          <p:cNvPr id="12" name="図 11">
            <a:extLst>
              <a:ext uri="{FF2B5EF4-FFF2-40B4-BE49-F238E27FC236}">
                <a16:creationId xmlns:a16="http://schemas.microsoft.com/office/drawing/2014/main" id="{FE770E0D-FA49-8C6B-D31E-D8E4BB36D68D}"/>
              </a:ext>
            </a:extLst>
          </p:cNvPr>
          <p:cNvPicPr>
            <a:picLocks noChangeAspect="1"/>
          </p:cNvPicPr>
          <p:nvPr/>
        </p:nvPicPr>
        <p:blipFill>
          <a:blip r:embed="rId4"/>
          <a:stretch>
            <a:fillRect/>
          </a:stretch>
        </p:blipFill>
        <p:spPr>
          <a:xfrm>
            <a:off x="6220808" y="2174872"/>
            <a:ext cx="5876855" cy="3702464"/>
          </a:xfrm>
          <a:prstGeom prst="rect">
            <a:avLst/>
          </a:prstGeom>
        </p:spPr>
      </p:pic>
    </p:spTree>
    <p:extLst>
      <p:ext uri="{BB962C8B-B14F-4D97-AF65-F5344CB8AC3E}">
        <p14:creationId xmlns:p14="http://schemas.microsoft.com/office/powerpoint/2010/main" val="65160447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spAutoFit/>
      </a:bodyPr>
      <a:lstStyle>
        <a:defPPr marL="0" marR="0" indent="0" algn="l" defTabSz="931757" rtl="0" eaLnBrk="1" fontAlgn="base" latinLnBrk="0" hangingPunct="1">
          <a:lnSpc>
            <a:spcPct val="90000"/>
          </a:lnSpc>
          <a:spcBef>
            <a:spcPct val="0"/>
          </a:spcBef>
          <a:spcAft>
            <a:spcPct val="0"/>
          </a:spcAft>
          <a:buClrTx/>
          <a:buSzTx/>
          <a:buFontTx/>
          <a:buNone/>
          <a:tabLst/>
          <a:defRPr kumimoji="0" sz="1600" b="0" i="0" u="none" strike="noStrike" kern="1200" cap="none" spc="0" normalizeH="0" baseline="0" noProof="0" smtClean="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defRPr>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20988</TotalTime>
  <Words>3804</Words>
  <Application>Microsoft Macintosh PowerPoint</Application>
  <DocSecurity>0</DocSecurity>
  <PresentationFormat>ワイド画面</PresentationFormat>
  <Paragraphs>446</Paragraphs>
  <Slides>35</Slides>
  <Notes>32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35</vt:i4>
      </vt:variant>
    </vt:vector>
  </HeadingPairs>
  <TitlesOfParts>
    <vt:vector size="42" baseType="lpstr">
      <vt:lpstr>Meiryo UI</vt:lpstr>
      <vt:lpstr>Yu Gothic UI</vt:lpstr>
      <vt:lpstr>Meiryo</vt:lpstr>
      <vt:lpstr>Yu Gothic</vt:lpstr>
      <vt:lpstr>Yu Gothic</vt:lpstr>
      <vt:lpstr>Consolas</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hiyam_external_tenant_992867</cp:lastModifiedBy>
  <cp:revision>6</cp:revision>
  <dcterms:created xsi:type="dcterms:W3CDTF">2026-05-27T01:15:34Z</dcterms:created>
  <dcterms:modified xsi:type="dcterms:W3CDTF">2026-08-14T07:17:44Z</dcterms:modified>
</cp:coreProperties>
</file>