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b462b87e504850" /><Relationship Type="http://schemas.openxmlformats.org/officeDocument/2006/relationships/extended-properties" Target="/docProps/app.xml" Id="R6916886e89ef4078" /><Relationship Type="http://schemas.openxmlformats.org/officeDocument/2006/relationships/officeDocument" Target="/ppt/presentation.xml" Id="Rddba72bb6ffc4733" /></Relationships>
</file>

<file path=ppt/presentation.xml><?xml version="1.0" encoding="utf-8"?>
<p:presentation xmlns:p="http://schemas.openxmlformats.org/presentationml/2006/main">
  <p:sldMasterIdLst>
    <p:sldMasterId xmlns:r="http://schemas.openxmlformats.org/officeDocument/2006/relationships" id="2147483648" r:id="R3ba29510df694d10"/>
  </p:sldMasterIdLst>
  <p:notesMasterIdLst>
    <p:notesMasterId xmlns:r="http://schemas.openxmlformats.org/officeDocument/2006/relationships" r:id="R33266fc0a8e143b8"/>
  </p:notesMasterIdLst>
  <p:sldIdLst>
    <p:sldId xmlns:r="http://schemas.openxmlformats.org/officeDocument/2006/relationships" id="256" r:id="R53e175e010234fe4"/>
    <p:sldId xmlns:r="http://schemas.openxmlformats.org/officeDocument/2006/relationships" id="257" r:id="R4fb1384b1fd54278"/>
    <p:sldId xmlns:r="http://schemas.openxmlformats.org/officeDocument/2006/relationships" id="258" r:id="Ra0111a31caa849cb"/>
    <p:sldId xmlns:r="http://schemas.openxmlformats.org/officeDocument/2006/relationships" id="259" r:id="R800364c5dc1d4dfa"/>
    <p:sldId xmlns:r="http://schemas.openxmlformats.org/officeDocument/2006/relationships" id="260" r:id="R0124e334131a4bf6"/>
    <p:sldId xmlns:r="http://schemas.openxmlformats.org/officeDocument/2006/relationships" id="261" r:id="R9726032965dc4c6d"/>
    <p:sldId xmlns:r="http://schemas.openxmlformats.org/officeDocument/2006/relationships" id="262" r:id="R709fd4868e484e2d"/>
    <p:sldId xmlns:r="http://schemas.openxmlformats.org/officeDocument/2006/relationships" id="263" r:id="Rc6420952b46b4a80"/>
    <p:sldId xmlns:r="http://schemas.openxmlformats.org/officeDocument/2006/relationships" id="264" r:id="R46eb3443b6fa46ae"/>
    <p:sldId xmlns:r="http://schemas.openxmlformats.org/officeDocument/2006/relationships" id="265" r:id="R093f7cbcb61f4e8a"/>
    <p:sldId xmlns:r="http://schemas.openxmlformats.org/officeDocument/2006/relationships" id="266" r:id="R349ea1184c9f4fcd"/>
    <p:sldId xmlns:r="http://schemas.openxmlformats.org/officeDocument/2006/relationships" id="267" r:id="Rd965762be3e34dbe"/>
    <p:sldId xmlns:r="http://schemas.openxmlformats.org/officeDocument/2006/relationships" id="268" r:id="R620141e67d9d4e99"/>
    <p:sldId xmlns:r="http://schemas.openxmlformats.org/officeDocument/2006/relationships" id="269" r:id="R83472c2268bf4ab1"/>
    <p:sldId xmlns:r="http://schemas.openxmlformats.org/officeDocument/2006/relationships" id="270" r:id="Rf813b6c7d7c74160"/>
    <p:sldId xmlns:r="http://schemas.openxmlformats.org/officeDocument/2006/relationships" id="271" r:id="R2af6fd12da4d4ae6"/>
    <p:sldId xmlns:r="http://schemas.openxmlformats.org/officeDocument/2006/relationships" id="272" r:id="Re81e944accbd40ef"/>
    <p:sldId xmlns:r="http://schemas.openxmlformats.org/officeDocument/2006/relationships" id="273" r:id="Rf5e07ff81a984201"/>
    <p:sldId xmlns:r="http://schemas.openxmlformats.org/officeDocument/2006/relationships" id="274" r:id="R86db43f5fb8e4775"/>
    <p:sldId xmlns:r="http://schemas.openxmlformats.org/officeDocument/2006/relationships" id="275" r:id="R71c2d82899084c0b"/>
    <p:sldId xmlns:r="http://schemas.openxmlformats.org/officeDocument/2006/relationships" id="276" r:id="Rf34c9345c5724870"/>
    <p:sldId xmlns:r="http://schemas.openxmlformats.org/officeDocument/2006/relationships" id="277" r:id="R1c9b3e511caa4755"/>
    <p:sldId xmlns:r="http://schemas.openxmlformats.org/officeDocument/2006/relationships" id="278" r:id="Rb784037d1b73402f"/>
    <p:sldId xmlns:r="http://schemas.openxmlformats.org/officeDocument/2006/relationships" id="279" r:id="R8a87747910e84004"/>
    <p:sldId xmlns:r="http://schemas.openxmlformats.org/officeDocument/2006/relationships" id="280" r:id="R6f521a5de28640fa"/>
    <p:sldId xmlns:r="http://schemas.openxmlformats.org/officeDocument/2006/relationships" id="281" r:id="Rf53635dedc254315"/>
    <p:sldId xmlns:r="http://schemas.openxmlformats.org/officeDocument/2006/relationships" id="282" r:id="Rfb7e6a015ebd4f62"/>
    <p:sldId xmlns:r="http://schemas.openxmlformats.org/officeDocument/2006/relationships" id="283" r:id="R5c14315602824d56"/>
    <p:sldId xmlns:r="http://schemas.openxmlformats.org/officeDocument/2006/relationships" id="284" r:id="Rc1ba5e4898d54ae4"/>
    <p:sldId xmlns:r="http://schemas.openxmlformats.org/officeDocument/2006/relationships" id="285" r:id="R809240dc493f468f"/>
    <p:sldId xmlns:r="http://schemas.openxmlformats.org/officeDocument/2006/relationships" id="286" r:id="R2eb79f6e2fd2480e"/>
    <p:sldId xmlns:r="http://schemas.openxmlformats.org/officeDocument/2006/relationships" id="287" r:id="R1647fe825d304736"/>
    <p:sldId xmlns:r="http://schemas.openxmlformats.org/officeDocument/2006/relationships" id="288" r:id="R5333d939fb744731"/>
    <p:sldId xmlns:r="http://schemas.openxmlformats.org/officeDocument/2006/relationships" id="289" r:id="R5e42b52345344bbe"/>
    <p:sldId xmlns:r="http://schemas.openxmlformats.org/officeDocument/2006/relationships" id="290" r:id="R96e1bf698cd449de"/>
    <p:sldId xmlns:r="http://schemas.openxmlformats.org/officeDocument/2006/relationships" id="291" r:id="Rfcd30e589bb9485f"/>
    <p:sldId xmlns:r="http://schemas.openxmlformats.org/officeDocument/2006/relationships" id="292" r:id="R1507c266b6d74a4f"/>
    <p:sldId xmlns:r="http://schemas.openxmlformats.org/officeDocument/2006/relationships" id="293" r:id="R700d596670154d72"/>
    <p:sldId xmlns:r="http://schemas.openxmlformats.org/officeDocument/2006/relationships" id="294" r:id="Re284bb16ff5a4037"/>
    <p:sldId xmlns:r="http://schemas.openxmlformats.org/officeDocument/2006/relationships" id="295" r:id="R30792ffa1f7e4ac6"/>
    <p:sldId xmlns:r="http://schemas.openxmlformats.org/officeDocument/2006/relationships" id="296" r:id="Rf0ae4aa08b964451"/>
    <p:sldId xmlns:r="http://schemas.openxmlformats.org/officeDocument/2006/relationships" id="297" r:id="Rf8f208889cab4c57"/>
    <p:sldId xmlns:r="http://schemas.openxmlformats.org/officeDocument/2006/relationships" id="298" r:id="Rbeddae46a19444b5"/>
    <p:sldId xmlns:r="http://schemas.openxmlformats.org/officeDocument/2006/relationships" id="299" r:id="Ra22dbc485d2c411c"/>
    <p:sldId xmlns:r="http://schemas.openxmlformats.org/officeDocument/2006/relationships" id="300" r:id="Rb405fdd68f324ad4"/>
    <p:sldId xmlns:r="http://schemas.openxmlformats.org/officeDocument/2006/relationships" id="301" r:id="R43f992aad22047d8"/>
    <p:sldId xmlns:r="http://schemas.openxmlformats.org/officeDocument/2006/relationships" id="302" r:id="R5f3ae3fc80fd4190"/>
    <p:sldId xmlns:r="http://schemas.openxmlformats.org/officeDocument/2006/relationships" id="303" r:id="Raf6efd254ab9495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3ba29510df694d10" /><Relationship Type="http://schemas.openxmlformats.org/officeDocument/2006/relationships/theme" Target="/ppt/theme/theme1.xml" Id="Rd7db21a409ba4d99" /><Relationship Type="http://schemas.openxmlformats.org/officeDocument/2006/relationships/notesMaster" Target="/ppt/notesMasters/notesMaster1.xml" Id="R33266fc0a8e143b8" /><Relationship Type="http://schemas.openxmlformats.org/officeDocument/2006/relationships/presProps" Target="/ppt/presProps.xml" Id="R8957d2bbf8404521" /><Relationship Type="http://schemas.openxmlformats.org/officeDocument/2006/relationships/viewProps" Target="/ppt/viewProps.xml" Id="R7c090f7f31304f9e" /><Relationship Type="http://schemas.openxmlformats.org/officeDocument/2006/relationships/tableStyles" Target="/ppt/tableStyles.xml" Id="R7b7ce3bf1de0453c" /><Relationship Type="http://schemas.openxmlformats.org/officeDocument/2006/relationships/slide" Target="/ppt/slides/slide1.xml" Id="R53e175e010234fe4" /><Relationship Type="http://schemas.openxmlformats.org/officeDocument/2006/relationships/slide" Target="/ppt/slides/slide2.xml" Id="R4fb1384b1fd54278" /><Relationship Type="http://schemas.openxmlformats.org/officeDocument/2006/relationships/slide" Target="/ppt/slides/slide3.xml" Id="Ra0111a31caa849cb" /><Relationship Type="http://schemas.openxmlformats.org/officeDocument/2006/relationships/slide" Target="/ppt/slides/slide4.xml" Id="R800364c5dc1d4dfa" /><Relationship Type="http://schemas.openxmlformats.org/officeDocument/2006/relationships/slide" Target="/ppt/slides/slide5.xml" Id="R0124e334131a4bf6" /><Relationship Type="http://schemas.openxmlformats.org/officeDocument/2006/relationships/slide" Target="/ppt/slides/slide6.xml" Id="R9726032965dc4c6d" /><Relationship Type="http://schemas.openxmlformats.org/officeDocument/2006/relationships/slide" Target="/ppt/slides/slide7.xml" Id="R709fd4868e484e2d" /><Relationship Type="http://schemas.openxmlformats.org/officeDocument/2006/relationships/slide" Target="/ppt/slides/slide8.xml" Id="Rc6420952b46b4a80" /><Relationship Type="http://schemas.openxmlformats.org/officeDocument/2006/relationships/slide" Target="/ppt/slides/slide9.xml" Id="R46eb3443b6fa46ae" /><Relationship Type="http://schemas.openxmlformats.org/officeDocument/2006/relationships/slide" Target="/ppt/slides/slide10.xml" Id="R093f7cbcb61f4e8a" /><Relationship Type="http://schemas.openxmlformats.org/officeDocument/2006/relationships/slide" Target="/ppt/slides/slide11.xml" Id="R349ea1184c9f4fcd" /><Relationship Type="http://schemas.openxmlformats.org/officeDocument/2006/relationships/slide" Target="/ppt/slides/slide12.xml" Id="Rd965762be3e34dbe" /><Relationship Type="http://schemas.openxmlformats.org/officeDocument/2006/relationships/slide" Target="/ppt/slides/slide13.xml" Id="R620141e67d9d4e99" /><Relationship Type="http://schemas.openxmlformats.org/officeDocument/2006/relationships/slide" Target="/ppt/slides/slide14.xml" Id="R83472c2268bf4ab1" /><Relationship Type="http://schemas.openxmlformats.org/officeDocument/2006/relationships/slide" Target="/ppt/slides/slide15.xml" Id="Rf813b6c7d7c74160" /><Relationship Type="http://schemas.openxmlformats.org/officeDocument/2006/relationships/slide" Target="/ppt/slides/slide16.xml" Id="R2af6fd12da4d4ae6" /><Relationship Type="http://schemas.openxmlformats.org/officeDocument/2006/relationships/slide" Target="/ppt/slides/slide17.xml" Id="Re81e944accbd40ef" /><Relationship Type="http://schemas.openxmlformats.org/officeDocument/2006/relationships/slide" Target="/ppt/slides/slide18.xml" Id="Rf5e07ff81a984201" /><Relationship Type="http://schemas.openxmlformats.org/officeDocument/2006/relationships/slide" Target="/ppt/slides/slide19.xml" Id="R86db43f5fb8e4775" /><Relationship Type="http://schemas.openxmlformats.org/officeDocument/2006/relationships/slide" Target="/ppt/slides/slide20.xml" Id="R71c2d82899084c0b" /><Relationship Type="http://schemas.openxmlformats.org/officeDocument/2006/relationships/slide" Target="/ppt/slides/slide21.xml" Id="Rf34c9345c5724870" /><Relationship Type="http://schemas.openxmlformats.org/officeDocument/2006/relationships/slide" Target="/ppt/slides/slide22.xml" Id="R1c9b3e511caa4755" /><Relationship Type="http://schemas.openxmlformats.org/officeDocument/2006/relationships/slide" Target="/ppt/slides/slide23.xml" Id="Rb784037d1b73402f" /><Relationship Type="http://schemas.openxmlformats.org/officeDocument/2006/relationships/slide" Target="/ppt/slides/slide24.xml" Id="R8a87747910e84004" /><Relationship Type="http://schemas.openxmlformats.org/officeDocument/2006/relationships/slide" Target="/ppt/slides/slide25.xml" Id="R6f521a5de28640fa" /><Relationship Type="http://schemas.openxmlformats.org/officeDocument/2006/relationships/slide" Target="/ppt/slides/slide26.xml" Id="Rf53635dedc254315" /><Relationship Type="http://schemas.openxmlformats.org/officeDocument/2006/relationships/slide" Target="/ppt/slides/slide27.xml" Id="Rfb7e6a015ebd4f62" /><Relationship Type="http://schemas.openxmlformats.org/officeDocument/2006/relationships/slide" Target="/ppt/slides/slide28.xml" Id="R5c14315602824d56" /><Relationship Type="http://schemas.openxmlformats.org/officeDocument/2006/relationships/slide" Target="/ppt/slides/slide29.xml" Id="Rc1ba5e4898d54ae4" /><Relationship Type="http://schemas.openxmlformats.org/officeDocument/2006/relationships/slide" Target="/ppt/slides/slide30.xml" Id="R809240dc493f468f" /><Relationship Type="http://schemas.openxmlformats.org/officeDocument/2006/relationships/slide" Target="/ppt/slides/slide31.xml" Id="R2eb79f6e2fd2480e" /><Relationship Type="http://schemas.openxmlformats.org/officeDocument/2006/relationships/slide" Target="/ppt/slides/slide32.xml" Id="R1647fe825d304736" /><Relationship Type="http://schemas.openxmlformats.org/officeDocument/2006/relationships/slide" Target="/ppt/slides/slide33.xml" Id="R5333d939fb744731" /><Relationship Type="http://schemas.openxmlformats.org/officeDocument/2006/relationships/slide" Target="/ppt/slides/slide34.xml" Id="R5e42b52345344bbe" /><Relationship Type="http://schemas.openxmlformats.org/officeDocument/2006/relationships/slide" Target="/ppt/slides/slide35.xml" Id="R96e1bf698cd449de" /><Relationship Type="http://schemas.openxmlformats.org/officeDocument/2006/relationships/slide" Target="/ppt/slides/slide36.xml" Id="Rfcd30e589bb9485f" /><Relationship Type="http://schemas.openxmlformats.org/officeDocument/2006/relationships/slide" Target="/ppt/slides/slide37.xml" Id="R1507c266b6d74a4f" /><Relationship Type="http://schemas.openxmlformats.org/officeDocument/2006/relationships/slide" Target="/ppt/slides/slide38.xml" Id="R700d596670154d72" /><Relationship Type="http://schemas.openxmlformats.org/officeDocument/2006/relationships/slide" Target="/ppt/slides/slide39.xml" Id="Re284bb16ff5a4037" /><Relationship Type="http://schemas.openxmlformats.org/officeDocument/2006/relationships/slide" Target="/ppt/slides/slide40.xml" Id="R30792ffa1f7e4ac6" /><Relationship Type="http://schemas.openxmlformats.org/officeDocument/2006/relationships/slide" Target="/ppt/slides/slide41.xml" Id="Rf0ae4aa08b964451" /><Relationship Type="http://schemas.openxmlformats.org/officeDocument/2006/relationships/slide" Target="/ppt/slides/slide42.xml" Id="Rf8f208889cab4c57" /><Relationship Type="http://schemas.openxmlformats.org/officeDocument/2006/relationships/slide" Target="/ppt/slides/slide43.xml" Id="Rbeddae46a19444b5" /><Relationship Type="http://schemas.openxmlformats.org/officeDocument/2006/relationships/slide" Target="/ppt/slides/slide44.xml" Id="Ra22dbc485d2c411c" /><Relationship Type="http://schemas.openxmlformats.org/officeDocument/2006/relationships/slide" Target="/ppt/slides/slide45.xml" Id="Rb405fdd68f324ad4" /><Relationship Type="http://schemas.openxmlformats.org/officeDocument/2006/relationships/slide" Target="/ppt/slides/slide46.xml" Id="R43f992aad22047d8" /><Relationship Type="http://schemas.openxmlformats.org/officeDocument/2006/relationships/slide" Target="/ppt/slides/slide47.xml" Id="R5f3ae3fc80fd4190" /><Relationship Type="http://schemas.openxmlformats.org/officeDocument/2006/relationships/slide" Target="/ppt/slides/slide48.xml" Id="Raf6efd254ab949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e625375a53764d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3f9f6b8a3b49f0" /><Relationship Type="http://schemas.openxmlformats.org/officeDocument/2006/relationships/notesMaster" Target="/ppt/notesMasters/notesMaster1.xml" Id="Rafae7f5351804d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edba18e67a4400" /><Relationship Type="http://schemas.openxmlformats.org/officeDocument/2006/relationships/notesMaster" Target="/ppt/notesMasters/notesMaster1.xml" Id="R87abb9ef9c4e4b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1237d386a445a0" /><Relationship Type="http://schemas.openxmlformats.org/officeDocument/2006/relationships/notesMaster" Target="/ppt/notesMasters/notesMaster1.xml" Id="R42dede38823644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0bd5eca78a4eb4" /><Relationship Type="http://schemas.openxmlformats.org/officeDocument/2006/relationships/notesMaster" Target="/ppt/notesMasters/notesMaster1.xml" Id="Rfec958ace29144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2da0c750874554" /><Relationship Type="http://schemas.openxmlformats.org/officeDocument/2006/relationships/notesMaster" Target="/ppt/notesMasters/notesMaster1.xml" Id="R856a52b3b03443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d85713cd33496f" /><Relationship Type="http://schemas.openxmlformats.org/officeDocument/2006/relationships/notesMaster" Target="/ppt/notesMasters/notesMaster1.xml" Id="R5af277f28adc43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1bab4c7e6e4245" /><Relationship Type="http://schemas.openxmlformats.org/officeDocument/2006/relationships/notesMaster" Target="/ppt/notesMasters/notesMaster1.xml" Id="R83e936425e8e44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e42c88a52646d8" /><Relationship Type="http://schemas.openxmlformats.org/officeDocument/2006/relationships/notesMaster" Target="/ppt/notesMasters/notesMaster1.xml" Id="R952fcd422d0b44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94304f98374b35" /><Relationship Type="http://schemas.openxmlformats.org/officeDocument/2006/relationships/notesMaster" Target="/ppt/notesMasters/notesMaster1.xml" Id="Rf96ca5ac086042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f03e9e5f0947c7" /><Relationship Type="http://schemas.openxmlformats.org/officeDocument/2006/relationships/notesMaster" Target="/ppt/notesMasters/notesMaster1.xml" Id="Rba5d8003bc944c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89e2f9fb67463b" /><Relationship Type="http://schemas.openxmlformats.org/officeDocument/2006/relationships/notesMaster" Target="/ppt/notesMasters/notesMaster1.xml" Id="Rbb2ee209b83944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613d62afc74348" /><Relationship Type="http://schemas.openxmlformats.org/officeDocument/2006/relationships/notesMaster" Target="/ppt/notesMasters/notesMaster1.xml" Id="R927b72d6856742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8f858bf8a341dd" /><Relationship Type="http://schemas.openxmlformats.org/officeDocument/2006/relationships/notesMaster" Target="/ppt/notesMasters/notesMaster1.xml" Id="Rad795d0815964b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031d771437469d" /><Relationship Type="http://schemas.openxmlformats.org/officeDocument/2006/relationships/notesMaster" Target="/ppt/notesMasters/notesMaster1.xml" Id="R65690c268c0545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86486049234654" /><Relationship Type="http://schemas.openxmlformats.org/officeDocument/2006/relationships/notesMaster" Target="/ppt/notesMasters/notesMaster1.xml" Id="Rdfd58d8a573f495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980011dcfa4823" /><Relationship Type="http://schemas.openxmlformats.org/officeDocument/2006/relationships/notesMaster" Target="/ppt/notesMasters/notesMaster1.xml" Id="R6001c330d3dd42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0353e09cb4e4f8f" /><Relationship Type="http://schemas.openxmlformats.org/officeDocument/2006/relationships/notesMaster" Target="/ppt/notesMasters/notesMaster1.xml" Id="Rfa3874edd9a24d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9824bd74b742de" /><Relationship Type="http://schemas.openxmlformats.org/officeDocument/2006/relationships/notesMaster" Target="/ppt/notesMasters/notesMaster1.xml" Id="Rd1266f518fde49f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a301a94c5e4afc" /><Relationship Type="http://schemas.openxmlformats.org/officeDocument/2006/relationships/notesMaster" Target="/ppt/notesMasters/notesMaster1.xml" Id="R66c6a78df0de46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35e23cbddaa4dda" /><Relationship Type="http://schemas.openxmlformats.org/officeDocument/2006/relationships/notesMaster" Target="/ppt/notesMasters/notesMaster1.xml" Id="Rb4e23e864d3d4de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75596ad5b14d0b" /><Relationship Type="http://schemas.openxmlformats.org/officeDocument/2006/relationships/notesMaster" Target="/ppt/notesMasters/notesMaster1.xml" Id="R4864c3e04aa84f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73e442c1a24cb5" /><Relationship Type="http://schemas.openxmlformats.org/officeDocument/2006/relationships/notesMaster" Target="/ppt/notesMasters/notesMaster1.xml" Id="R7ee66f2fde01407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80302acb0e141b5" /><Relationship Type="http://schemas.openxmlformats.org/officeDocument/2006/relationships/notesMaster" Target="/ppt/notesMasters/notesMaster1.xml" Id="R60e95c09b255472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1c8f58c62764e04" /><Relationship Type="http://schemas.openxmlformats.org/officeDocument/2006/relationships/notesMaster" Target="/ppt/notesMasters/notesMaster1.xml" Id="R045f22610e42495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d125f445c484aeb" /><Relationship Type="http://schemas.openxmlformats.org/officeDocument/2006/relationships/notesMaster" Target="/ppt/notesMasters/notesMaster1.xml" Id="R90f6d4e45d2b456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11e29613c684e20" /><Relationship Type="http://schemas.openxmlformats.org/officeDocument/2006/relationships/notesMaster" Target="/ppt/notesMasters/notesMaster1.xml" Id="Raa46ccab0fec40b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9c1468b884d4892" /><Relationship Type="http://schemas.openxmlformats.org/officeDocument/2006/relationships/notesMaster" Target="/ppt/notesMasters/notesMaster1.xml" Id="Ra263ba94244f4ca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e0ab76704e54d2f" /><Relationship Type="http://schemas.openxmlformats.org/officeDocument/2006/relationships/notesMaster" Target="/ppt/notesMasters/notesMaster1.xml" Id="R5bea3df2687343c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d85a5297d8548bb" /><Relationship Type="http://schemas.openxmlformats.org/officeDocument/2006/relationships/notesMaster" Target="/ppt/notesMasters/notesMaster1.xml" Id="R37bce1bb4805493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dfe60ff8de94bd6" /><Relationship Type="http://schemas.openxmlformats.org/officeDocument/2006/relationships/notesMaster" Target="/ppt/notesMasters/notesMaster1.xml" Id="R03fcd7bb89c448d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ea97a4ec1b348b1" /><Relationship Type="http://schemas.openxmlformats.org/officeDocument/2006/relationships/notesMaster" Target="/ppt/notesMasters/notesMaster1.xml" Id="Rbcf09e7d8782434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bf1b16c61cf454b" /><Relationship Type="http://schemas.openxmlformats.org/officeDocument/2006/relationships/notesMaster" Target="/ppt/notesMasters/notesMaster1.xml" Id="R14f198d8ca80413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c4a584b34b44870" /><Relationship Type="http://schemas.openxmlformats.org/officeDocument/2006/relationships/notesMaster" Target="/ppt/notesMasters/notesMaster1.xml" Id="R7617db429994434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e20a23bb8154ebd" /><Relationship Type="http://schemas.openxmlformats.org/officeDocument/2006/relationships/notesMaster" Target="/ppt/notesMasters/notesMaster1.xml" Id="Rb7ea9c253d5f44c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d4df9d56cb441e6" /><Relationship Type="http://schemas.openxmlformats.org/officeDocument/2006/relationships/notesMaster" Target="/ppt/notesMasters/notesMaster1.xml" Id="Rb6adaa5bb6dd4bd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e45fbbc35aa47b7" /><Relationship Type="http://schemas.openxmlformats.org/officeDocument/2006/relationships/notesMaster" Target="/ppt/notesMasters/notesMaster1.xml" Id="R28fac247b047459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8ec91886b504ea5" /><Relationship Type="http://schemas.openxmlformats.org/officeDocument/2006/relationships/notesMaster" Target="/ppt/notesMasters/notesMaster1.xml" Id="R37be78e0a33f435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36769b1b4b844d2" /><Relationship Type="http://schemas.openxmlformats.org/officeDocument/2006/relationships/notesMaster" Target="/ppt/notesMasters/notesMaster1.xml" Id="Re4f15bcb37d1457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fca91ec80b246e8" /><Relationship Type="http://schemas.openxmlformats.org/officeDocument/2006/relationships/notesMaster" Target="/ppt/notesMasters/notesMaster1.xml" Id="R02305169d5aa4d3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fa6fb6508aa475f" /><Relationship Type="http://schemas.openxmlformats.org/officeDocument/2006/relationships/notesMaster" Target="/ppt/notesMasters/notesMaster1.xml" Id="R4e559647fc8f415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d397c91ce7b404f" /><Relationship Type="http://schemas.openxmlformats.org/officeDocument/2006/relationships/notesMaster" Target="/ppt/notesMasters/notesMaster1.xml" Id="Rf0f13606d365425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94bba36f9ac4ece" /><Relationship Type="http://schemas.openxmlformats.org/officeDocument/2006/relationships/notesMaster" Target="/ppt/notesMasters/notesMaster1.xml" Id="R144d4033b36b4c7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7e639e194594243" /><Relationship Type="http://schemas.openxmlformats.org/officeDocument/2006/relationships/notesMaster" Target="/ppt/notesMasters/notesMaster1.xml" Id="R2cd5e39af318405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d7d36caa0fb41d8" /><Relationship Type="http://schemas.openxmlformats.org/officeDocument/2006/relationships/notesMaster" Target="/ppt/notesMasters/notesMaster1.xml" Id="R9f45c0cfc05d4d8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8f84815b9eb4164" /><Relationship Type="http://schemas.openxmlformats.org/officeDocument/2006/relationships/notesMaster" Target="/ppt/notesMasters/notesMaster1.xml" Id="Rc51bf5b3553a4c2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2098ee2c37e4da6" /><Relationship Type="http://schemas.openxmlformats.org/officeDocument/2006/relationships/notesMaster" Target="/ppt/notesMasters/notesMaster1.xml" Id="R6c6b923a5f5b4bc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043744acfcf44c1" /><Relationship Type="http://schemas.openxmlformats.org/officeDocument/2006/relationships/notesMaster" Target="/ppt/notesMasters/notesMaster1.xml" Id="Re329da167cdb40c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a10284c985c4032" /><Relationship Type="http://schemas.openxmlformats.org/officeDocument/2006/relationships/notesMaster" Target="/ppt/notesMasters/notesMaster1.xml" Id="Rdcf1a6d9a9314d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Todo アプリの構築 2</a:t>
            </a:r>
          </a:p>
          <a:p xmlns:a="http://schemas.openxmlformats.org/drawingml/2006/main">
            <a:r>
              <a:t>この回では、第5回で作成した Azure リソースへ Todo アプリをデプロイし、Web、API、DB が連携して動く完成形を確認します。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今日のゴール</a:t>
            </a:r>
          </a:p>
          <a:p xmlns:a="http://schemas.openxmlformats.org/drawingml/2006/main">
            <a:r>
              <a:t>今日は GitHub Actions で Web/API の実イメージをデプロイし、ブラウザーから Todo アプリにアクセスして基本動作を確認します。</a:t>
            </a:r>
          </a:p>
          <a:p xmlns:a="http://schemas.openxmlformats.org/drawingml/2006/main">
            <a:r>
              <a:t>講師メモ: 第5回で作った土台を使い、第6回で実イメージをデプロイして Todo アプリを完成確認する流れを強調する。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第5回の終了状態</a:t>
            </a:r>
          </a:p>
          <a:p xmlns:a="http://schemas.openxmlformats.org/drawingml/2006/main">
            <a:r>
              <a:t>前回は Azure 側の土台を作り、PostgreSQL を停止して引き継ぎました。本回はその状態から再開します。</a:t>
            </a:r>
          </a:p>
          <a:p xmlns:a="http://schemas.openxmlformats.org/drawingml/2006/main">
            <a:r>
              <a:t>講師メモ: 第5回で作った土台を使い、第6回で実イメージをデプロイして Todo アプリを完成確認する流れを強調する。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第6回で完成させる範囲</a:t>
            </a:r>
          </a:p>
          <a:p xmlns:a="http://schemas.openxmlformats.org/drawingml/2006/main">
            <a:r>
              <a:t>第5回で作ったリソースに対して、第6回ではリポジトリ、認証情報、variables、workflow、デプロイ、動作確認を進めます。</a:t>
            </a:r>
          </a:p>
          <a:p xmlns:a="http://schemas.openxmlformats.org/drawingml/2006/main">
            <a:r>
              <a:t>講師メモ: 第5回で作った土台を使い、第6回で実イメージをデプロイして Todo アプリを完成確認する流れを強調する。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元ガイドとの対応</a:t>
            </a:r>
          </a:p>
          <a:p xmlns:a="http://schemas.openxmlformats.org/drawingml/2006/main">
            <a:r>
              <a:t>本回では、元ガイドのフェーズ2からフェーズ4を扱います。GitHub 側の設定から、デプロイメント検証までを一続きで確認します。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GitHub Actions が行うこと</a:t>
            </a:r>
          </a:p>
          <a:p xmlns:a="http://schemas.openxmlformats.org/drawingml/2006/main">
            <a:r>
              <a:t>GitHub Actions は、手作業で行うビルド、ACR への push、Container Apps の更新を workflow として実行します。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デプロイの通信経路</a:t>
            </a:r>
          </a:p>
          <a:p xmlns:a="http://schemas.openxmlformats.org/drawingml/2006/main">
            <a:r>
              <a:t>GitHub Actions は Service Principal を使って Azure にログインし、ACR と Container Apps を更新します。PostgreSQL はデプロイ先ではなく、実行時の接続先です。</a:t>
            </a:r>
          </a:p>
          <a:p xmlns:a="http://schemas.openxmlformats.org/drawingml/2006/main">
            <a:r>
              <a:t>確認: GitHub Actions から Azure へのデプロイ時通信と、Web/API/DB の実行時通信を混同しないように説明する。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Secret と Variables</a:t>
            </a:r>
          </a:p>
          <a:p xmlns:a="http://schemas.openxmlformats.org/drawingml/2006/main">
            <a:r>
              <a:t>GitHub に登録する値は、秘密情報と設定値に分けます。Secret は値を再表示できない前提で慎重に扱います。</a:t>
            </a:r>
          </a:p>
          <a:p xmlns:a="http://schemas.openxmlformats.org/drawingml/2006/main">
            <a:r>
              <a:t>注意: Secret、Service Principal JSON、ID、URL は公開資料に残さない。既存スクリーンショットのマスク状態を維持する。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Service Principal の役割</a:t>
            </a:r>
          </a:p>
          <a:p xmlns:a="http://schemas.openxmlformats.org/drawingml/2006/main">
            <a:r>
              <a:t>GitHub Actions は人の代わりに Azure を操作します。その Azure 側の ID として Service Principal を使い、RBAC で操作範囲を決めます。</a:t>
            </a:r>
          </a:p>
          <a:p xmlns:a="http://schemas.openxmlformats.org/drawingml/2006/main">
            <a:r>
              <a:t>注意: Secret、Service Principal JSON、ID、URL は公開資料に残さない。既存スクリーンショットのマスク状態を維持する。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今日使う値を確認する</a:t>
            </a:r>
          </a:p>
          <a:p xmlns:a="http://schemas.openxmlformats.org/drawingml/2006/main">
            <a:r>
              <a:t>第5回の接続情報一覧が、GitHub Actions 設定の入力値になります。Web URL と API URL、ACR 名と login server を取り違えないようにします。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PostgreSQL を再開する</a:t>
            </a:r>
          </a:p>
          <a:p xmlns:a="http://schemas.openxmlformats.org/drawingml/2006/main">
            <a:r>
              <a:t>前回停止した PostgreSQL を、デプロイ後の動作確認に向けて Running に戻します。Start 後の完了を待ってから次へ進みます。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テンプレートからリポジトリを作成する</a:t>
            </a:r>
          </a:p>
          <a:p xmlns:a="http://schemas.openxmlformats.org/drawingml/2006/main">
            <a:r>
              <a:t>元ガイドに従い、テンプレートリポジトリから受講者用の Todo アプリリポジトリを作成します。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リポジトリを作成する</a:t>
            </a:r>
          </a:p>
          <a:p xmlns:a="http://schemas.openxmlformats.org/drawingml/2006/main">
            <a:r>
              <a:t>Repository name は受講者番号などで識別しやすくします。元ガイドの初心者向けフローでは Public を想定します。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作成したリポジトリを確認する</a:t>
            </a:r>
          </a:p>
          <a:p xmlns:a="http://schemas.openxmlformats.org/drawingml/2006/main">
            <a:r>
              <a:t>作成したリポジトリが、第6回の作業場所になります。Actions と Settings に移動できることを確認します。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Cloud Shell を開く</a:t>
            </a:r>
          </a:p>
          <a:p xmlns:a="http://schemas.openxmlformats.org/drawingml/2006/main">
            <a:r>
              <a:t>Service Principal 作成と workflow 有効化は、講師指示に従い Azure Cloud Shell で行います。ローカル端末の Azure CLI は使いません。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Service Principal を作成する</a:t>
            </a:r>
          </a:p>
          <a:p xmlns:a="http://schemas.openxmlformats.org/drawingml/2006/main">
            <a:r>
              <a:t>GitHub Actions が Azure にログインするための資格情報を作成します。出力 JSON には secret が含まれるため、スクリーンショットや資料に残しません。</a:t>
            </a:r>
          </a:p>
          <a:p xmlns:a="http://schemas.openxmlformats.org/drawingml/2006/main">
            <a:r>
              <a:t>注意: Secret、Service Principal JSON、ID、URL は公開資料に残さない。既存スクリーンショットのマスク状態を維持する。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Actions 設定画面を開く</a:t>
            </a:r>
          </a:p>
          <a:p xmlns:a="http://schemas.openxmlformats.org/drawingml/2006/main">
            <a:r>
              <a:t>GitHub リポジトリの Settings から、Actions 用の Secrets と Variables を設定する画面へ移動します。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AZURE_CREDENTIALS を登録する</a:t>
            </a:r>
          </a:p>
          <a:p xmlns:a="http://schemas.openxmlformats.org/drawingml/2006/main">
            <a:r>
              <a:t>Service Principal の JSON 全体を GitHub Actions Secret として登録します。名前のスペルと JSON 全体のコピー漏れに注意します。</a:t>
            </a:r>
          </a:p>
          <a:p xmlns:a="http://schemas.openxmlformats.org/drawingml/2006/main">
            <a:r>
              <a:t>注意: Secret、Service Principal JSON、ID、URL は公開資料に残さない。既存スクリーンショットのマスク状態を維持する。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Repository variables の全体</a:t>
            </a:r>
          </a:p>
          <a:p xmlns:a="http://schemas.openxmlformats.org/drawingml/2006/main">
            <a:r>
              <a:t>デプロイ先リソース名やアプリ設定値は variables として登録します。Secret とは違い、設定値として読み取られます。</a:t>
            </a:r>
          </a:p>
          <a:p xmlns:a="http://schemas.openxmlformats.org/drawingml/2006/main">
            <a:r>
              <a:t>注意: Secret、Service Principal JSON、ID、URL は公開資料に残さない。既存スクリーンショットのマスク状態を維持する。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Azure リソース系の変数</a:t>
            </a:r>
          </a:p>
          <a:p xmlns:a="http://schemas.openxmlformats.org/drawingml/2006/main">
            <a:r>
              <a:t>Resource Group、ACR、Container Apps Environment は、workflow がどの Azure リソースを更新するかを示します。</a:t>
            </a:r>
          </a:p>
          <a:p xmlns:a="http://schemas.openxmlformats.org/drawingml/2006/main">
            <a:r>
              <a:t>注意: Secret、Service Principal JSON、ID、URL は公開資料に残さない。既存スクリーンショットのマスク状態を維持する。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PostgreSQL 系の変数</a:t>
            </a:r>
          </a:p>
          <a:p xmlns:a="http://schemas.openxmlformats.org/drawingml/2006/main">
            <a:r>
              <a:t>API が DB に接続するため、PostgreSQL のサーバー、DB 名、ユーザー相当の値を設定します。</a:t>
            </a:r>
          </a:p>
          <a:p xmlns:a="http://schemas.openxmlformats.org/drawingml/2006/main">
            <a:r>
              <a:t>注意: Secret、Service Principal JSON、ID、URL は公開資料に残さない。既存スクリーンショットのマスク状態を維持する。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Entra ID と URL の変数</a:t>
            </a:r>
          </a:p>
          <a:p xmlns:a="http://schemas.openxmlformats.org/drawingml/2006/main">
            <a:r>
              <a:t>Web サインインと Web/API 連携では、Entra ID の Client ID、Tenant ID、Web URL、API URL を正しく対応させます。</a:t>
            </a:r>
          </a:p>
          <a:p xmlns:a="http://schemas.openxmlformats.org/drawingml/2006/main">
            <a:r>
              <a:t>注意: Secret、Service Principal JSON、ID、URL は公開資料に残さない。既存スクリーンショットのマスク状態を維持する。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ワークフローファイルを確認する</a:t>
            </a:r>
          </a:p>
          <a:p xmlns:a="http://schemas.openxmlformats.org/drawingml/2006/main">
            <a:r>
              <a:t>テンプレートでは workflow が実行対象になっていない場合があります。API と Web の workflow ファイルを有効化する準備をします。</a:t>
            </a:r>
          </a:p>
          <a:p xmlns:a="http://schemas.openxmlformats.org/drawingml/2006/main">
            <a:r>
              <a:t>確認: デプロイ結果は Actions、ACR、Container Apps revision の順で追う。Portal だけで判断しない。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ワークフローを有効化する</a:t>
            </a:r>
          </a:p>
          <a:p xmlns:a="http://schemas.openxmlformats.org/drawingml/2006/main">
            <a:r>
              <a:t>Azure Cloud Shell でリポジトリを clone し、テンプレートファイルを実行対象の YAML として配置して commit/push します。</a:t>
            </a:r>
          </a:p>
          <a:p xmlns:a="http://schemas.openxmlformats.org/drawingml/2006/main">
            <a:r>
              <a:t>確認: デプロイ結果は Actions、ACR、Container Apps revision の順で追う。Portal だけで判断しない。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Actions タブを確認する</a:t>
            </a:r>
          </a:p>
          <a:p xmlns:a="http://schemas.openxmlformats.org/drawingml/2006/main">
            <a:r>
              <a:t>push 後に、API と Web の workflow が Actions タブに表示されることを確認します。表示されない場合はファイル名と配置先を見直します。</a:t>
            </a:r>
          </a:p>
          <a:p xmlns:a="http://schemas.openxmlformats.org/drawingml/2006/main">
            <a:r>
              <a:t>確認: デプロイ結果は Actions、ACR、Container Apps revision の順で追う。Portal だけで判断しない。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ワークフロー実行を監視する</a:t>
            </a:r>
          </a:p>
          <a:p xmlns:a="http://schemas.openxmlformats.org/drawingml/2006/main">
            <a:r>
              <a:t>失敗時は Portal だけでなく、まず GitHub Actions の job log を確認します。Secret や variables のミスはここに現れます。</a:t>
            </a:r>
          </a:p>
          <a:p xmlns:a="http://schemas.openxmlformats.org/drawingml/2006/main">
            <a:r>
              <a:t>確認: デプロイ結果は Actions、ACR、Container Apps revision の順で追う。Portal だけで判断しない。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ワークフロー成功を確認する</a:t>
            </a:r>
          </a:p>
          <a:p xmlns:a="http://schemas.openxmlformats.org/drawingml/2006/main">
            <a:r>
              <a:t>API と Web の workflow が成功すると、ACR にイメージが作成され、Container Apps の revision が更新されます。</a:t>
            </a:r>
          </a:p>
          <a:p xmlns:a="http://schemas.openxmlformats.org/drawingml/2006/main">
            <a:r>
              <a:t>確認: デプロイ結果は Actions、ACR、Container Apps revision の順で追う。Portal だけで判断しない。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ACR の Repositories を確認する</a:t>
            </a:r>
          </a:p>
          <a:p xmlns:a="http://schemas.openxmlformats.org/drawingml/2006/main">
            <a:r>
              <a:t>workflow が成功すると、ACR に API/Web のコンテナイメージが作成されます。タグや repository の存在を確認します。</a:t>
            </a:r>
          </a:p>
          <a:p xmlns:a="http://schemas.openxmlformats.org/drawingml/2006/main">
            <a:r>
              <a:t>確認: デプロイ結果は Actions、ACR、Container Apps revision の順で追う。Portal だけで判断しない。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Environment 内のアプリ一覧</a:t>
            </a:r>
          </a:p>
          <a:p xmlns:a="http://schemas.openxmlformats.org/drawingml/2006/main">
            <a:r>
              <a:t>Container Apps Environment 内に、API と Web の Container App が並んでいることを確認します。</a:t>
            </a:r>
          </a:p>
          <a:p xmlns:a="http://schemas.openxmlformats.org/drawingml/2006/main">
            <a:r>
              <a:t>確認: デプロイ結果は Actions、ACR、Container Apps revision の順で追う。Portal だけで判断しない。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API の revision を確認する</a:t>
            </a:r>
          </a:p>
          <a:p xmlns:a="http://schemas.openxmlformats.org/drawingml/2006/main">
            <a:r>
              <a:t>API のプレースホルダーが、実アプリのイメージを使う revision に更新されていることを確認します。</a:t>
            </a:r>
          </a:p>
          <a:p xmlns:a="http://schemas.openxmlformats.org/drawingml/2006/main">
            <a:r>
              <a:t>確認: デプロイ結果は Actions、ACR、Container Apps revision の順で追う。Portal だけで判断しない。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31: Web の revision を確認する</a:t>
            </a:r>
          </a:p>
          <a:p xmlns:a="http://schemas.openxmlformats.org/drawingml/2006/main">
            <a:r>
              <a:t>Web 側も新しいイメージの revision に更新されます。API と同じく、image と Status を確認します。</a:t>
            </a:r>
          </a:p>
          <a:p xmlns:a="http://schemas.openxmlformats.org/drawingml/2006/main">
            <a:r>
              <a:t>確認: デプロイ結果は Actions、ACR、Container Apps revision の順で追う。Portal だけで判断しない。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32: Web URL を確認する</a:t>
            </a:r>
          </a:p>
          <a:p xmlns:a="http://schemas.openxmlformats.org/drawingml/2006/main">
            <a:r>
              <a:t>利用者がアクセスする入口は Web Container App の Application URL です。第5回で記録した URL と一致しているか確認します。</a:t>
            </a:r>
          </a:p>
          <a:p xmlns:a="http://schemas.openxmlformats.org/drawingml/2006/main">
            <a:r>
              <a:t>確認: Web URL、Entra ID redirect URI、API URL、DB 接続の役割を対応付けて説明する。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33: Entra ID redirect URI を確認する</a:t>
            </a:r>
          </a:p>
          <a:p xmlns:a="http://schemas.openxmlformats.org/drawingml/2006/main">
            <a:r>
              <a:t>Web サインインが成功するには、Entra ID の SPA redirect URI と Web Container App URL が一致している必要があります。</a:t>
            </a:r>
          </a:p>
          <a:p xmlns:a="http://schemas.openxmlformats.org/drawingml/2006/main">
            <a:r>
              <a:t>確認: Web URL、Entra ID redirect URI、API URL、DB 接続の役割を対応付けて説明する。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34: GitHub variables の URL を確認する</a:t>
            </a:r>
          </a:p>
          <a:p xmlns:a="http://schemas.openxmlformats.org/drawingml/2006/main">
            <a:r>
              <a:t>AZURE_REDIRECT_URI と API_PROXY_TARGET が、実際の Web/API URL と一致しているか確認します。</a:t>
            </a:r>
          </a:p>
          <a:p xmlns:a="http://schemas.openxmlformats.org/drawingml/2006/main">
            <a:r>
              <a:t>注意: Secret、Service Principal JSON、ID、URL は公開資料に残さない。既存スクリーンショットのマスク状態を維持する。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35: Web アプリにアクセスする</a:t>
            </a:r>
          </a:p>
          <a:p xmlns:a="http://schemas.openxmlformats.org/drawingml/2006/main">
            <a:r>
              <a:t>ブラウザーで Web URL を開き、Todo アプリのログイン画面が表示されることを確認します。</a:t>
            </a:r>
          </a:p>
          <a:p xmlns:a="http://schemas.openxmlformats.org/drawingml/2006/main">
            <a:r>
              <a:t>確認: Web URL、Entra ID redirect URI、API URL、DB 接続の役割を対応付けて説明する。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36: Entra ID でサインインする</a:t>
            </a:r>
          </a:p>
          <a:p xmlns:a="http://schemas.openxmlformats.org/drawingml/2006/main">
            <a:r>
              <a:t>Microsoft Entra ID の認証を通って Todo 画面に入ります。個人情報が画面共有やスクリーンショットに写らないようにします。</a:t>
            </a:r>
          </a:p>
          <a:p xmlns:a="http://schemas.openxmlformats.org/drawingml/2006/main">
            <a:r>
              <a:t>確認: Web URL、Entra ID redirect URI、API URL、DB 接続の役割を対応付けて説明する。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37: Todo を作成する</a:t>
            </a:r>
          </a:p>
          <a:p xmlns:a="http://schemas.openxmlformats.org/drawingml/2006/main">
            <a:r>
              <a:t>新しい Todo を追加し、Web から API を通って DB に保存されることを確認します。</a:t>
            </a:r>
          </a:p>
          <a:p xmlns:a="http://schemas.openxmlformats.org/drawingml/2006/main">
            <a:r>
              <a:t>確認: Web URL、Entra ID redirect URI、API URL、DB 接続の役割を対応付けて説明する。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38: Todo を編集・削除する</a:t>
            </a:r>
          </a:p>
          <a:p xmlns:a="http://schemas.openxmlformats.org/drawingml/2006/main">
            <a:r>
              <a:t>更新と削除が成功することで、Web、API、DB の基本動作が一通りつながっていることを確認できます。</a:t>
            </a:r>
          </a:p>
          <a:p xmlns:a="http://schemas.openxmlformats.org/drawingml/2006/main">
            <a:r>
              <a:t>確認: Web URL、Entra ID redirect URI、API URL、DB 接続の役割を対応付けて説明する。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39: 更新後も保持されることを確認する</a:t>
            </a:r>
          </a:p>
          <a:p xmlns:a="http://schemas.openxmlformats.org/drawingml/2006/main">
            <a:r>
              <a:t>ページを更新しても Todo の状態が残ることで、画面だけでなく DB 保存まで動いていることを確認できます。</a:t>
            </a:r>
          </a:p>
          <a:p xmlns:a="http://schemas.openxmlformats.org/drawingml/2006/main">
            <a:r>
              <a:t>確認: Web URL、Entra ID redirect URI、API URL、DB 接続の役割を対応付けて説明する。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40: 完成した通信経路を振り返る</a:t>
            </a:r>
          </a:p>
          <a:p xmlns:a="http://schemas.openxmlformats.org/drawingml/2006/main">
            <a:r>
              <a:t>Web、API、PostgreSQL、Entra ID、ACR、GitHub Actions、Managed Identity の役割を、実行時通信とデプロイ時通信に分けて整理します。</a:t>
            </a:r>
          </a:p>
          <a:p xmlns:a="http://schemas.openxmlformats.org/drawingml/2006/main">
            <a:r>
              <a:t>講師メモ: 第5回で作った土台を使い、第6回で実イメージをデプロイして Todo アプリを完成確認する流れを強調する。</a:t>
            </a:r>
          </a:p>
          <a:p xmlns:a="http://schemas.openxmlformats.org/drawingml/2006/main">
            <a:r>
              <a:t>確認: GitHub Actions から Azure へのデプロイ時通信と、Web/API/DB の実行時通信を混同しないように説明する。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41: よくある失敗: 認証と変数</a:t>
            </a:r>
          </a:p>
          <a:p xmlns:a="http://schemas.openxmlformats.org/drawingml/2006/main">
            <a:r>
              <a:t>デプロイ失敗の多くは、認証情報、変数名、値の取り違えから始まります。Portal を見る前に Actions のログを確認します。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42: よくある失敗: DB とサインイン</a:t>
            </a:r>
          </a:p>
          <a:p xmlns:a="http://schemas.openxmlformats.org/drawingml/2006/main">
            <a:r>
              <a:t>アプリが表示されても、API と DB、redirect URI、Container Apps revision のどこかで止まることがあります。確認順をそろえます。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43: スキップ判断</a:t>
            </a:r>
          </a:p>
          <a:p xmlns:a="http://schemas.openxmlformats.org/drawingml/2006/main">
            <a:r>
              <a:t>時間内に復旧できない場合は、アプリ完成そのものよりも、どのサービスが何を担当したかの理解を優先します。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44: クリーンアップ方針</a:t>
            </a:r>
          </a:p>
          <a:p xmlns:a="http://schemas.openxmlformats.org/drawingml/2006/main">
            <a:r>
              <a:t>第6回終了後は、復習のために残す場合でも、不要な課金と資格情報の残置を避けるために停止または削除方針を確認します。</a:t>
            </a:r>
          </a:p>
          <a:p xmlns:a="http://schemas.openxmlformats.org/drawingml/2006/main">
            <a:r>
              <a:t>クローズ: PostgreSQL 停止、Resource group 削除、Entra ID/GitHub 側に残る情報の扱いを明確にする。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45: 停止または削除を確認する</a:t>
            </a:r>
          </a:p>
          <a:p xmlns:a="http://schemas.openxmlformats.org/drawingml/2006/main">
            <a:r>
              <a:t>少なくとも PostgreSQL の停止を確認します。講師指示がある場合は Resource group 削除と、Entra ID/GitHub 側の残存情報も整理します。</a:t>
            </a:r>
          </a:p>
          <a:p xmlns:a="http://schemas.openxmlformats.org/drawingml/2006/main">
            <a:r>
              <a:t>クローズ: PostgreSQL 停止、Resource group 削除、Entra ID/GitHub 側に残る情報の扱いを明確にする。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46: 今日のまとめ</a:t>
            </a:r>
          </a:p>
          <a:p xmlns:a="http://schemas.openxmlformats.org/drawingml/2006/main">
            <a:r>
              <a:t>複数サービスをつなぐときは、デプロイ、認証、接続情報、動作確認、コスト管理をまとめて考えます。</a:t>
            </a:r>
          </a:p>
          <a:p xmlns:a="http://schemas.openxmlformats.org/drawingml/2006/main">
            <a:r>
              <a:t>講師メモ: 第5回で作った土台を使い、第6回で実イメージをデプロイして Todo アプリを完成確認する流れを強調する。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47: 確認クイズ</a:t>
            </a:r>
          </a:p>
          <a:p xmlns:a="http://schemas.openxmlformats.org/drawingml/2006/main">
            <a:r>
              <a:t>GitHub Actions と Azure リソースの関係を、自分の言葉で確認します。</a:t>
            </a:r>
          </a:p>
          <a:p xmlns:a="http://schemas.openxmlformats.org/drawingml/2006/main">
            <a:r>
              <a:t>クローズ: PostgreSQL 停止、Resource group 削除、Entra ID/GitHub 側に残る情報の扱いを明確にする。</a:t>
            </a:r>
          </a:p>
          <a:p xmlns:a="http://schemas.openxmlformats.org/drawingml/2006/main">
            <a:r>
              <a:t>QA 意図: GitHub Actions の自動化範囲、ACR_NAME の扱い、RG 削除だけでは残る可能性があるものを確認する。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48: QA</a:t>
            </a:r>
          </a:p>
          <a:p xmlns:a="http://schemas.openxmlformats.org/drawingml/2006/main">
            <a:r>
              <a:t>第5回から第6回で完成した Todo アプリの構成、GitHub Actions、認証、DB 接続、後片付けについて質問を受けます。</a:t>
            </a:r>
          </a:p>
          <a:p xmlns:a="http://schemas.openxmlformats.org/drawingml/2006/main">
            <a:r>
              <a:t>クローズ: PostgreSQL 停止、Resource group 削除、Entra ID/GitHub 側に残る情報の扱いを明確にする。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8dd712b6e243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0ff8c2af7049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a355ce63f843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c23cbd770c40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0565943196406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fdcb92445f94cc7" /></Relationships>
</file>

<file path=ppt/slideLayouts/slideLayout2.xml><?xml version="1.0" encoding="utf-8"?>
<p:sldLayout xmlns:p="http://schemas.openxmlformats.org/presentationml/2006/main">
  <p:cSld name="標準スライドマスター">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D1A50C14-2547-473E-A140-357F715AE48C}"/>
              </a:ext>
            </a:extLst>
          </p:cNvPr>
          <p:cNvSpPr/>
          <p:nvPr>
            <p:ph type="title" idx="0"/>
          </p:nvPr>
        </p:nvSpPr>
        <p:spPr>
          <a:xfrm xmlns:a="http://schemas.openxmlformats.org/drawingml/2006/main">
            <a:off x="838200" y="365125"/>
            <a:ext cx="10515600" cy="549275"/>
          </a:xfrm>
        </p:spPr>
        <p:txBody>
          <a:bodyPr xmlns:a="http://schemas.openxmlformats.org/drawingml/2006/main">
            <a:normAutofit/>
          </a:bodyPr>
          <a:lstStyle xmlns:a="http://schemas.openxmlformats.org/drawingml/2006/main">
            <a:lvl1pPr>
              <a:buNone/>
              <a:defRPr sz="2400" b="1">
                <a:latin typeface="Yu Gothic UI"/>
                <a:ea typeface="Yu Gothic UI"/>
                <a:cs typeface="Yu Gothic UI"/>
              </a:defRPr>
            </a:lvl1pPr>
          </a:lstStyle>
          <a:p xmlns:a="http://schemas.openxmlformats.org/drawingml/2006/main"/>
        </p:txBody>
      </p:sp>
      <p:sp>
        <p:nvSpPr>
          <p:cNvPr id="3" name="コンテンツ プレースホルダー 2">
            <a:extLst xmlns:a="http://schemas.openxmlformats.org/drawingml/2006/main">
              <a:ext uri="{FF2B5EF4-FFF2-40B4-BE49-F238E27FC236}">
                <a16:creationId xmlns:a16="http://schemas.microsoft.com/office/drawing/2014/main" id="{1F03BF41-DF74-4F68-832D-3D1CD1DE9B4A}"/>
              </a:ext>
            </a:extLst>
          </p:cNvPr>
          <p:cNvSpPr/>
          <p:nvPr>
            <p:ph idx="1"/>
          </p:nvPr>
        </p:nvSpPr>
        <p:spPr>
          <a:xfrm xmlns:a="http://schemas.openxmlformats.org/drawingml/2006/main">
            <a:off x="838200" y="1162974"/>
            <a:ext cx="10515600" cy="4907625"/>
          </a:xfrm>
        </p:spPr>
        <p:txBody>
          <a:bodyPr xmlns:a="http://schemas.openxmlformats.org/drawingml/2006/main">
            <a:normAutofit/>
          </a:bodyPr>
          <a:lstStyle xmlns:a="http://schemas.openxmlformats.org/drawingml/2006/main">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xmlns:a="http://schemas.openxmlformats.org/drawingml/2006/main"/>
        </p:txBody>
      </p:sp>
      <p:sp>
        <p:nvSpPr>
          <p:cNvPr id="4" name="日付プレースホルダー 3">
            <a:extLst xmlns:a="http://schemas.openxmlformats.org/drawingml/2006/main">
              <a:ext uri="{FF2B5EF4-FFF2-40B4-BE49-F238E27FC236}">
                <a16:creationId xmlns:a16="http://schemas.microsoft.com/office/drawing/2014/main" id="{571E96A7-B217-484F-83E2-7FE34696D7B8}"/>
              </a:ext>
            </a:extLst>
          </p:cNvPr>
          <p:cNvSpPr/>
          <p:nvPr>
            <p:ph type="dt" idx="10"/>
          </p:nvPr>
        </p:nvSpPr>
        <p:spPr>
          <a:xfrm xmlns:a="http://schemas.openxmlformats.org/drawingml/2006/main">
            <a:off x="8610600" y="6356348"/>
            <a:ext cx="2743200" cy="365125"/>
          </a:xfrm>
        </p:spPr>
        <p:txBody>
          <a:bodyPr xmlns:a="http://schemas.openxmlformats.org/drawingml/2006/main"/>
          <a:lstStyle xmlns:a="http://schemas.openxmlformats.org/drawingml/2006/main">
            <a:lvl1pPr algn="r">
              <a:buNone/>
              <a:defRPr/>
            </a:lvl1pPr>
          </a:lstStyle>
          <a:p xmlns:a="http://schemas.openxmlformats.org/drawingml/2006/main"/>
        </p:txBody>
      </p:sp>
      <p:sp>
        <p:nvSpPr>
          <p:cNvPr id="5" name="フッター プレースホルダー 4">
            <a:extLst xmlns:a="http://schemas.openxmlformats.org/drawingml/2006/main">
              <a:ext uri="{FF2B5EF4-FFF2-40B4-BE49-F238E27FC236}">
                <a16:creationId xmlns:a16="http://schemas.microsoft.com/office/drawing/2014/main" id="{77737D5D-4FB4-4DA9-9780-D7405A06C353}"/>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B576B126-3647-4E8A-BFBE-BD046B834E99}"/>
              </a:ext>
            </a:extLst>
          </p:cNvPr>
          <p:cNvSpPr/>
          <p:nvPr>
            <p:ph type="sldNum" idx="12"/>
          </p:nvPr>
        </p:nvSpPr>
        <p:spPr>
          <a:xfrm xmlns:a="http://schemas.openxmlformats.org/drawingml/2006/main">
            <a:off x="838200" y="6356349"/>
            <a:ext cx="2743200" cy="365125"/>
          </a:xfrm>
        </p:spPr>
        <p:txBody>
          <a:bodyPr xmlns:a="http://schemas.openxmlformats.org/drawingml/2006/main"/>
          <a:lstStyle xmlns:a="http://schemas.openxmlformats.org/drawingml/2006/main">
            <a:lvl1pPr algn="l">
              <a:buNone/>
              <a:defRPr/>
            </a:lvl1pPr>
          </a:lstStyle>
          <a:p xmlns:a="http://schemas.openxmlformats.org/drawingml/2006/main"/>
        </p:txBody>
      </p:sp>
    </p:spTree>
  </p:cSld>
</p:sldLayout>
</file>

<file path=ppt/slideLayouts/slideLayout3.xml><?xml version="1.0" encoding="utf-8"?>
<p:sldLayout xmlns:p="http://schemas.openxmlformats.org/presentationml/2006/main">
  <p:cSld name="スライド表紙">
    <p:spTree>
      <p:nvGrpSpPr>
        <p:cNvPr id="1" name=""/>
        <p:cNvGrpSpPr/>
        <p:nvPr/>
      </p:nvGrpSpPr>
      <p:grpSpPr>
        <a:xfrm xmlns:a="http://schemas.openxmlformats.org/drawingml/2006/main"/>
      </p:grpSpPr>
      <p:sp>
        <p:nvSpPr>
          <p:cNvPr id="3" name="タイトル 1">
            <a:extLst xmlns:a="http://schemas.openxmlformats.org/drawingml/2006/main">
              <a:ext uri="{FF2B5EF4-FFF2-40B4-BE49-F238E27FC236}">
                <a16:creationId xmlns:a16="http://schemas.microsoft.com/office/drawing/2014/main" id="{AA04A7EC-51A4-2CCD-C19C-6471CA721861}"/>
              </a:ext>
            </a:extLst>
          </p:cNvPr>
          <p:cNvSpPr/>
          <p:nvPr>
            <p:ph type="ctrTitle" idx="0"/>
          </p:nvPr>
        </p:nvSpPr>
        <p:spPr>
          <a:xfrm xmlns:a="http://schemas.openxmlformats.org/drawingml/2006/main">
            <a:off x="1524000" y="1122363"/>
            <a:ext cx="9144000" cy="2387600"/>
          </a:xfrm>
        </p:spPr>
        <p:txBody>
          <a:bodyPr xmlns:a="http://schemas.openxmlformats.org/drawingml/2006/main" anchor="b">
            <a:normAutofit/>
          </a:bodyPr>
          <a:lstStyle xmlns:a="http://schemas.openxmlformats.org/drawingml/2006/main">
            <a:lvl1pPr algn="ctr">
              <a:buNone/>
              <a:defRPr sz="4000"/>
            </a:lvl1pPr>
          </a:lstStyle>
          <a:p xmlns:a="http://schemas.openxmlformats.org/drawingml/2006/main"/>
        </p:txBody>
      </p:sp>
      <p:sp>
        <p:nvSpPr>
          <p:cNvPr id="4" name="字幕 2">
            <a:extLst xmlns:a="http://schemas.openxmlformats.org/drawingml/2006/main">
              <a:ext uri="{FF2B5EF4-FFF2-40B4-BE49-F238E27FC236}">
                <a16:creationId xmlns:a16="http://schemas.microsoft.com/office/drawing/2014/main" id="{6FAFA8D3-BD7F-63F6-E03A-E4C1097B0C91}"/>
              </a:ext>
            </a:extLst>
          </p:cNvPr>
          <p:cNvSpPr/>
          <p:nvPr>
            <p:ph type="subTitle" idx="1"/>
          </p:nvPr>
        </p:nvSpPr>
        <p:spPr>
          <a:xfrm xmlns:a="http://schemas.openxmlformats.org/drawingml/2006/main">
            <a:off x="1524000" y="3602038"/>
            <a:ext cx="9144000" cy="863362"/>
          </a:xfrm>
        </p:spPr>
        <p:txBody>
          <a:bodyPr xmlns:a="http://schemas.openxmlformats.org/drawingml/2006/main"/>
          <a:lstStyle xmlns:a="http://schemas.openxmlformats.org/drawingml/2006/main">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9" name="テキスト プレースホルダー 8">
            <a:extLst xmlns:a="http://schemas.openxmlformats.org/drawingml/2006/main">
              <a:ext uri="{FF2B5EF4-FFF2-40B4-BE49-F238E27FC236}">
                <a16:creationId xmlns:a16="http://schemas.microsoft.com/office/drawing/2014/main" id="{CFB302AD-8C05-763D-CA33-038DD291D42B}"/>
              </a:ext>
            </a:extLst>
          </p:cNvPr>
          <p:cNvSpPr/>
          <p:nvPr>
            <p:ph type="body" idx="10"/>
          </p:nvPr>
        </p:nvSpPr>
        <p:spPr>
          <a:xfrm xmlns:a="http://schemas.openxmlformats.org/drawingml/2006/main">
            <a:off x="577356" y="5155452"/>
            <a:ext cx="5184775" cy="1221390"/>
          </a:xfrm>
        </p:spPr>
        <p:txBody>
          <a:bodyPr xmlns:a="http://schemas.openxmlformats.org/drawingml/2006/main"/>
          <a:lstStyle xmlns:a="http://schemas.openxmlformats.org/drawingml/2006/main">
            <a:lvl1pPr>
              <a:spcBef>
                <a:spcPts val="400"/>
              </a:spcBef>
              <a:buNone/>
              <a:defRPr sz="2400"/>
            </a:lvl1pPr>
          </a:lstStyle>
          <a:p xmlns:a="http://schemas.openxmlformats.org/drawingml/2006/main"/>
        </p:txBody>
      </p:sp>
      <p:sp>
        <p:nvSpPr>
          <p:cNvPr id="12" name="テキスト プレースホルダー 11">
            <a:extLst xmlns:a="http://schemas.openxmlformats.org/drawingml/2006/main">
              <a:ext uri="{FF2B5EF4-FFF2-40B4-BE49-F238E27FC236}">
                <a16:creationId xmlns:a16="http://schemas.microsoft.com/office/drawing/2014/main" id="{C5F34568-844A-6D62-99C6-A28EF2F3CC14}"/>
              </a:ext>
            </a:extLst>
          </p:cNvPr>
          <p:cNvSpPr/>
          <p:nvPr>
            <p:ph type="body" idx="11"/>
          </p:nvPr>
        </p:nvSpPr>
        <p:spPr>
          <a:xfrm xmlns:a="http://schemas.openxmlformats.org/drawingml/2006/main">
            <a:off x="9282113" y="5919642"/>
            <a:ext cx="2572430" cy="457200"/>
          </a:xfrm>
        </p:spPr>
        <p:txBody>
          <a:bodyPr xmlns:a="http://schemas.openxmlformats.org/drawingml/2006/main">
            <a:noAutofit/>
          </a:bodyPr>
          <a:lstStyle xmlns:a="http://schemas.openxmlformats.org/drawingml/2006/main">
            <a:lvl1pPr algn="r">
              <a:buNone/>
              <a:defRPr sz="2400"/>
            </a:lvl1pPr>
          </a:lstStyle>
          <a:p xmlns:a="http://schemas.openxmlformats.org/drawingml/2006/main"/>
        </p:txBody>
      </p:sp>
    </p:spTree>
  </p:cSld>
</p:sldLayout>
</file>

<file path=ppt/slideLayouts/slideLayout4.xml><?xml version="1.0" encoding="utf-8"?>
<p:sldLayout xmlns:p="http://schemas.openxmlformats.org/presentationml/2006/main">
  <p:cSld name="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D1A50C14-2547-473E-A140-357F715AE48C}"/>
              </a:ext>
            </a:extLst>
          </p:cNvPr>
          <p:cNvSpPr/>
          <p:nvPr>
            <p:ph type="title" idx="0"/>
          </p:nvPr>
        </p:nvSpPr>
        <p:spPr>
          <a:xfrm xmlns:a="http://schemas.openxmlformats.org/drawingml/2006/main">
            <a:off x="838200" y="365125"/>
            <a:ext cx="10515600" cy="549275"/>
          </a:xfrm>
        </p:spPr>
        <p:txBody>
          <a:bodyPr xmlns:a="http://schemas.openxmlformats.org/drawingml/2006/main">
            <a:normAutofit/>
          </a:bodyPr>
          <a:lstStyle xmlns:a="http://schemas.openxmlformats.org/drawingml/2006/main">
            <a:lvl1pPr>
              <a:buNone/>
              <a:defRPr sz="2400" b="1">
                <a:latin typeface="Yu Gothic UI"/>
                <a:ea typeface="Yu Gothic UI"/>
                <a:cs typeface="Yu Gothic UI"/>
              </a:defRPr>
            </a:lvl1pPr>
          </a:lstStyle>
          <a:p xmlns:a="http://schemas.openxmlformats.org/drawingml/2006/main"/>
        </p:txBody>
      </p:sp>
      <p:sp>
        <p:nvSpPr>
          <p:cNvPr id="3" name="コンテンツ プレースホルダー 2">
            <a:extLst xmlns:a="http://schemas.openxmlformats.org/drawingml/2006/main">
              <a:ext uri="{FF2B5EF4-FFF2-40B4-BE49-F238E27FC236}">
                <a16:creationId xmlns:a16="http://schemas.microsoft.com/office/drawing/2014/main" id="{1F03BF41-DF74-4F68-832D-3D1CD1DE9B4A}"/>
              </a:ext>
            </a:extLst>
          </p:cNvPr>
          <p:cNvSpPr/>
          <p:nvPr>
            <p:ph idx="1"/>
          </p:nvPr>
        </p:nvSpPr>
        <p:spPr>
          <a:xfrm xmlns:a="http://schemas.openxmlformats.org/drawingml/2006/main">
            <a:off x="838200" y="1162974"/>
            <a:ext cx="10515600" cy="1173825"/>
          </a:xfrm>
        </p:spPr>
        <p:txBody>
          <a:bodyPr xmlns:a="http://schemas.openxmlformats.org/drawingml/2006/main">
            <a:noAutofit/>
          </a:bodyPr>
          <a:lstStyle xmlns:a="http://schemas.openxmlformats.org/drawingml/2006/main">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xmlns:a="http://schemas.openxmlformats.org/drawingml/2006/main"/>
        </p:txBody>
      </p:sp>
      <p:sp>
        <p:nvSpPr>
          <p:cNvPr id="4" name="日付プレースホルダー 3">
            <a:extLst xmlns:a="http://schemas.openxmlformats.org/drawingml/2006/main">
              <a:ext uri="{FF2B5EF4-FFF2-40B4-BE49-F238E27FC236}">
                <a16:creationId xmlns:a16="http://schemas.microsoft.com/office/drawing/2014/main" id="{571E96A7-B217-484F-83E2-7FE34696D7B8}"/>
              </a:ext>
            </a:extLst>
          </p:cNvPr>
          <p:cNvSpPr/>
          <p:nvPr>
            <p:ph type="dt" idx="10"/>
          </p:nvPr>
        </p:nvSpPr>
        <p:spPr>
          <a:xfrm xmlns:a="http://schemas.openxmlformats.org/drawingml/2006/main">
            <a:off x="8610600" y="6356348"/>
            <a:ext cx="2743200" cy="365125"/>
          </a:xfrm>
        </p:spPr>
        <p:txBody>
          <a:bodyPr xmlns:a="http://schemas.openxmlformats.org/drawingml/2006/main"/>
          <a:lstStyle xmlns:a="http://schemas.openxmlformats.org/drawingml/2006/main">
            <a:lvl1pPr algn="r">
              <a:buNone/>
              <a:defRPr/>
            </a:lvl1pPr>
          </a:lstStyle>
          <a:p xmlns:a="http://schemas.openxmlformats.org/drawingml/2006/main"/>
        </p:txBody>
      </p:sp>
      <p:sp>
        <p:nvSpPr>
          <p:cNvPr id="5" name="フッター プレースホルダー 4">
            <a:extLst xmlns:a="http://schemas.openxmlformats.org/drawingml/2006/main">
              <a:ext uri="{FF2B5EF4-FFF2-40B4-BE49-F238E27FC236}">
                <a16:creationId xmlns:a16="http://schemas.microsoft.com/office/drawing/2014/main" id="{77737D5D-4FB4-4DA9-9780-D7405A06C353}"/>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B576B126-3647-4E8A-BFBE-BD046B834E99}"/>
              </a:ext>
            </a:extLst>
          </p:cNvPr>
          <p:cNvSpPr/>
          <p:nvPr>
            <p:ph type="sldNum" idx="12"/>
          </p:nvPr>
        </p:nvSpPr>
        <p:spPr>
          <a:xfrm xmlns:a="http://schemas.openxmlformats.org/drawingml/2006/main">
            <a:off x="838200" y="6356349"/>
            <a:ext cx="2743200" cy="365125"/>
          </a:xfrm>
        </p:spPr>
        <p:txBody>
          <a:bodyPr xmlns:a="http://schemas.openxmlformats.org/drawingml/2006/main"/>
          <a:lstStyle xmlns:a="http://schemas.openxmlformats.org/drawingml/2006/main">
            <a:lvl1pPr algn="l">
              <a:buNone/>
              <a:defRPr/>
            </a:lvl1pPr>
          </a:lstStyle>
          <a:p xmlns:a="http://schemas.openxmlformats.org/drawingml/2006/main"/>
        </p:txBody>
      </p:sp>
    </p:spTree>
  </p:cSld>
</p:sldLayout>
</file>

<file path=ppt/slideLayouts/slideLayout5.xml><?xml version="1.0" encoding="utf-8"?>
<p:sldLayout xmlns:p="http://schemas.openxmlformats.org/presentationml/2006/main">
  <p:cSld name="エンドクレジット">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セクションタイトル">
    <p:spTree>
      <p:nvGrpSpPr>
        <p:cNvPr id="1" name=""/>
        <p:cNvGrpSpPr/>
        <p:nvPr/>
      </p:nvGrpSpPr>
      <p:grpSpPr>
        <a:xfrm xmlns:a="http://schemas.openxmlformats.org/drawingml/2006/main"/>
      </p:grpSpPr>
      <p:sp>
        <p:nvSpPr>
          <p:cNvPr id="2" name="日付プレースホルダー 1">
            <a:extLst xmlns:a="http://schemas.openxmlformats.org/drawingml/2006/main">
              <a:ext uri="{FF2B5EF4-FFF2-40B4-BE49-F238E27FC236}">
                <a16:creationId xmlns:a16="http://schemas.microsoft.com/office/drawing/2014/main" id="{7D02FB24-493B-4123-A0B6-09180120D3D5}"/>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3" name="フッター プレースホルダー 2">
            <a:extLst xmlns:a="http://schemas.openxmlformats.org/drawingml/2006/main">
              <a:ext uri="{FF2B5EF4-FFF2-40B4-BE49-F238E27FC236}">
                <a16:creationId xmlns:a16="http://schemas.microsoft.com/office/drawing/2014/main" id="{8890D093-FE2F-4604-946C-D15AB7EBF10A}"/>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4" name="スライド番号プレースホルダー 3">
            <a:extLst xmlns:a="http://schemas.openxmlformats.org/drawingml/2006/main">
              <a:ext uri="{FF2B5EF4-FFF2-40B4-BE49-F238E27FC236}">
                <a16:creationId xmlns:a16="http://schemas.microsoft.com/office/drawing/2014/main" id="{9D7F2009-FCEB-48FE-8C7A-B8C659F513DD}"/>
              </a:ext>
            </a:extLst>
          </p:cNvPr>
          <p:cNvSpPr/>
          <p:nvPr>
            <p:ph type="sldNum" idx="12"/>
          </p:nvPr>
        </p:nvSpPr>
        <p:spPr/>
        <p:txBody>
          <a:bodyPr xmlns:a="http://schemas.openxmlformats.org/drawingml/2006/main"/>
          <a:lstStyle xmlns:a="http://schemas.openxmlformats.org/drawingml/2006/main"/>
          <a:p xmlns:a="http://schemas.openxmlformats.org/drawingml/2006/main"/>
        </p:txBody>
      </p:sp>
      <p:sp>
        <p:nvSpPr>
          <p:cNvPr id="7" name="テキスト プレースホルダー 6">
            <a:extLst xmlns:a="http://schemas.openxmlformats.org/drawingml/2006/main">
              <a:ext uri="{FF2B5EF4-FFF2-40B4-BE49-F238E27FC236}">
                <a16:creationId xmlns:a16="http://schemas.microsoft.com/office/drawing/2014/main" id="{C8DCFE20-2760-245C-6805-9307FDD861B2}"/>
              </a:ext>
            </a:extLst>
          </p:cNvPr>
          <p:cNvSpPr/>
          <p:nvPr>
            <p:ph type="body" idx="13"/>
          </p:nvPr>
        </p:nvSpPr>
        <p:spPr>
          <a:xfrm xmlns:a="http://schemas.openxmlformats.org/drawingml/2006/main">
            <a:off x="838200" y="2716213"/>
            <a:ext cx="10374313" cy="2262187"/>
          </a:xfrm>
        </p:spPr>
        <p:txBody>
          <a:bodyPr xmlns:a="http://schemas.openxmlformats.org/drawingml/2006/main"/>
          <a:lstStyle xmlns:a="http://schemas.openxmlformats.org/drawingml/2006/main">
            <a:lvl1pPr>
              <a:buNone/>
              <a:defRPr sz="3600"/>
            </a:lvl1pPr>
          </a:lstStyle>
          <a:p xmlns:a="http://schemas.openxmlformats.org/drawingml/2006/main"/>
        </p:txBody>
      </p:sp>
    </p:spTree>
  </p:cSld>
</p:sldLayout>
</file>

<file path=ppt/slideLayouts/slideLayout7.xml><?xml version="1.0" encoding="utf-8"?>
<p:sldLayout xmlns:p="http://schemas.openxmlformats.org/presentationml/2006/main">
  <p:cSld name="リード文なし">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D1A50C14-2547-473E-A140-357F715AE48C}"/>
              </a:ext>
            </a:extLst>
          </p:cNvPr>
          <p:cNvSpPr/>
          <p:nvPr>
            <p:ph type="title" idx="0"/>
          </p:nvPr>
        </p:nvSpPr>
        <p:spPr>
          <a:xfrm xmlns:a="http://schemas.openxmlformats.org/drawingml/2006/main">
            <a:off x="838200" y="365125"/>
            <a:ext cx="10515600" cy="549275"/>
          </a:xfrm>
        </p:spPr>
        <p:txBody>
          <a:bodyPr xmlns:a="http://schemas.openxmlformats.org/drawingml/2006/main">
            <a:normAutofit/>
          </a:bodyPr>
          <a:lstStyle xmlns:a="http://schemas.openxmlformats.org/drawingml/2006/main">
            <a:lvl1pPr>
              <a:buNone/>
              <a:defRPr sz="2400" b="1">
                <a:latin typeface="Yu Gothic UI"/>
                <a:ea typeface="Yu Gothic UI"/>
                <a:cs typeface="Yu Gothic UI"/>
              </a:defRPr>
            </a:lvl1pPr>
          </a:lstStyle>
          <a:p xmlns:a="http://schemas.openxmlformats.org/drawingml/2006/main"/>
        </p:txBody>
      </p:sp>
      <p:sp>
        <p:nvSpPr>
          <p:cNvPr id="4" name="日付プレースホルダー 3">
            <a:extLst xmlns:a="http://schemas.openxmlformats.org/drawingml/2006/main">
              <a:ext uri="{FF2B5EF4-FFF2-40B4-BE49-F238E27FC236}">
                <a16:creationId xmlns:a16="http://schemas.microsoft.com/office/drawing/2014/main" id="{571E96A7-B217-484F-83E2-7FE34696D7B8}"/>
              </a:ext>
            </a:extLst>
          </p:cNvPr>
          <p:cNvSpPr/>
          <p:nvPr>
            <p:ph type="dt" idx="10"/>
          </p:nvPr>
        </p:nvSpPr>
        <p:spPr>
          <a:xfrm xmlns:a="http://schemas.openxmlformats.org/drawingml/2006/main">
            <a:off x="8610600" y="6356348"/>
            <a:ext cx="2743200" cy="365125"/>
          </a:xfrm>
        </p:spPr>
        <p:txBody>
          <a:bodyPr xmlns:a="http://schemas.openxmlformats.org/drawingml/2006/main"/>
          <a:lstStyle xmlns:a="http://schemas.openxmlformats.org/drawingml/2006/main">
            <a:lvl1pPr algn="r">
              <a:buNone/>
              <a:defRPr/>
            </a:lvl1pPr>
          </a:lstStyle>
          <a:p xmlns:a="http://schemas.openxmlformats.org/drawingml/2006/main"/>
        </p:txBody>
      </p:sp>
      <p:sp>
        <p:nvSpPr>
          <p:cNvPr id="5" name="フッター プレースホルダー 4">
            <a:extLst xmlns:a="http://schemas.openxmlformats.org/drawingml/2006/main">
              <a:ext uri="{FF2B5EF4-FFF2-40B4-BE49-F238E27FC236}">
                <a16:creationId xmlns:a16="http://schemas.microsoft.com/office/drawing/2014/main" id="{77737D5D-4FB4-4DA9-9780-D7405A06C353}"/>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B576B126-3647-4E8A-BFBE-BD046B834E99}"/>
              </a:ext>
            </a:extLst>
          </p:cNvPr>
          <p:cNvSpPr/>
          <p:nvPr>
            <p:ph type="sldNum" idx="12"/>
          </p:nvPr>
        </p:nvSpPr>
        <p:spPr>
          <a:xfrm xmlns:a="http://schemas.openxmlformats.org/drawingml/2006/main">
            <a:off x="838200" y="6356349"/>
            <a:ext cx="2743200" cy="365125"/>
          </a:xfrm>
        </p:spPr>
        <p:txBody>
          <a:bodyPr xmlns:a="http://schemas.openxmlformats.org/drawingml/2006/main"/>
          <a:lstStyle xmlns:a="http://schemas.openxmlformats.org/drawingml/2006/main">
            <a:lvl1pPr algn="l">
              <a:buNone/>
              <a:defRPr/>
            </a:lvl1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76a156e61584c1e" /><Relationship Type="http://schemas.openxmlformats.org/officeDocument/2006/relationships/slideLayout" Target="/ppt/slideLayouts/slideLayout2.xml" Id="R88f49a59cebe4445" /><Relationship Type="http://schemas.openxmlformats.org/officeDocument/2006/relationships/slideLayout" Target="/ppt/slideLayouts/slideLayout3.xml" Id="R1a4bffc503004dfe" /><Relationship Type="http://schemas.openxmlformats.org/officeDocument/2006/relationships/slideLayout" Target="/ppt/slideLayouts/slideLayout4.xml" Id="R574aa00cf2684939" /><Relationship Type="http://schemas.openxmlformats.org/officeDocument/2006/relationships/slideLayout" Target="/ppt/slideLayouts/slideLayout5.xml" Id="Rb73c313b4e134430" /><Relationship Type="http://schemas.openxmlformats.org/officeDocument/2006/relationships/slideLayout" Target="/ppt/slideLayouts/slideLayout6.xml" Id="Rc4ee6fe99d6a4d76" /><Relationship Type="http://schemas.openxmlformats.org/officeDocument/2006/relationships/slideLayout" Target="/ppt/slideLayouts/slideLayout7.xml" Id="R52e1dbd3d45143e3" /></Relationships>
</file>

<file path=ppt/slideMasters/slideMaster1.xml><?xml version="1.0" encoding="utf-8"?>
<p:sldMaster xmlns:p="http://schemas.openxmlformats.org/presentationml/2006/main">
  <p:cSld>
    <p:bg>
      <p:bgPr>
        <a:solidFill xmlns:a="http://schemas.openxmlformats.org/drawingml/2006/main">
          <a:srgbClr val="FCFCFC"/>
        </a:solidFill>
      </p:bgPr>
    </p:bg>
    <p:spTree>
      <p:nvGrpSpPr>
        <p:cNvPr id="1" name=""/>
        <p:cNvGrpSpPr/>
        <p:nvPr/>
      </p:nvGrpSpPr>
      <p:grpSpPr>
        <a:xfrm xmlns:a="http://schemas.openxmlformats.org/drawingml/2006/main"/>
      </p:grpSpPr>
      <p:sp>
        <p:nvSpPr>
          <p:cNvPr id="2" name="タイトル プレースホルダー 1">
            <a:extLst xmlns:a="http://schemas.openxmlformats.org/drawingml/2006/main">
              <a:ext uri="{FF2B5EF4-FFF2-40B4-BE49-F238E27FC236}">
                <a16:creationId xmlns:a16="http://schemas.microsoft.com/office/drawing/2014/main" id="{1B48D7FF-B78B-44FF-983F-50666A1D5F71}"/>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テキスト プレースホルダー 2">
            <a:extLst xmlns:a="http://schemas.openxmlformats.org/drawingml/2006/main">
              <a:ext uri="{FF2B5EF4-FFF2-40B4-BE49-F238E27FC236}">
                <a16:creationId xmlns:a16="http://schemas.microsoft.com/office/drawing/2014/main" id="{E698EC68-E480-458A-B36D-265A18218A83}"/>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付プレースホルダー 3">
            <a:extLst xmlns:a="http://schemas.openxmlformats.org/drawingml/2006/main">
              <a:ext uri="{FF2B5EF4-FFF2-40B4-BE49-F238E27FC236}">
                <a16:creationId xmlns:a16="http://schemas.microsoft.com/office/drawing/2014/main" id="{F91653D7-C620-4352-A865-1F041D89FB04}"/>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フッター プレースホルダー 4">
            <a:extLst xmlns:a="http://schemas.openxmlformats.org/drawingml/2006/main">
              <a:ext uri="{FF2B5EF4-FFF2-40B4-BE49-F238E27FC236}">
                <a16:creationId xmlns:a16="http://schemas.microsoft.com/office/drawing/2014/main" id="{56603EA2-4A43-4B89-B70F-998BB42EEB64}"/>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D9C29C83-EA4C-4F10-BAC0-CA53A8B36BC8}"/>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f49a59cebe4445"/>
    <p:sldLayoutId xmlns:r="http://schemas.openxmlformats.org/officeDocument/2006/relationships" id="2147483650" r:id="R1a4bffc503004dfe"/>
    <p:sldLayoutId xmlns:r="http://schemas.openxmlformats.org/officeDocument/2006/relationships" id="2147483651" r:id="R574aa00cf2684939"/>
    <p:sldLayoutId xmlns:r="http://schemas.openxmlformats.org/officeDocument/2006/relationships" id="2147483652" r:id="Rb73c313b4e134430"/>
    <p:sldLayoutId xmlns:r="http://schemas.openxmlformats.org/officeDocument/2006/relationships" id="2147483653" r:id="Rc4ee6fe99d6a4d76"/>
    <p:sldLayoutId xmlns:r="http://schemas.openxmlformats.org/officeDocument/2006/relationships" id="2147483654" r:id="R52e1dbd3d45143e3"/>
  </p:sldLayoutIdLst>
  <p:txStyles>
    <p:titleStyle>
      <a:lvl1pPr xmlns:a="http://schemas.openxmlformats.org/drawingml/2006/main" algn="l">
        <a:lnSpc>
          <a:spcPct val="90000"/>
        </a:lnSpc>
        <a:spcBef>
          <a:spcPts val="0"/>
        </a:spcBef>
        <a:buNone/>
        <a:defRPr sz="4400">
          <a:solidFill>
            <a:schemeClr val="tx1"/>
          </a:solidFill>
          <a:latin typeface="Yu Gothic UI"/>
          <a:ea typeface="Yu Gothic UI"/>
          <a:cs typeface="Yu Gothic UI"/>
        </a:defRPr>
      </a:lvl1pPr>
    </p:titleStyle>
    <p:bodyStyle>
      <a:lvl1pPr xmlns:a="http://schemas.openxmlformats.org/drawingml/2006/main" marL="228600" indent="-228600" algn="l">
        <a:lnSpc>
          <a:spcPct val="90000"/>
        </a:lnSpc>
        <a:spcBef>
          <a:spcPts val="1000"/>
        </a:spcBef>
        <a:buChar char="•"/>
        <a:defRPr sz="2800">
          <a:solidFill>
            <a:schemeClr val="tx1"/>
          </a:solidFill>
          <a:latin typeface="Yu Gothic UI"/>
          <a:ea typeface="Yu Gothic UI"/>
          <a:cs typeface="Yu Gothic UI"/>
        </a:defRPr>
      </a:lvl1pPr>
      <a:lvl2pPr xmlns:a="http://schemas.openxmlformats.org/drawingml/2006/main" marL="685800" indent="-228600" algn="l">
        <a:lnSpc>
          <a:spcPct val="90000"/>
        </a:lnSpc>
        <a:spcBef>
          <a:spcPts val="500"/>
        </a:spcBef>
        <a:buChar char="•"/>
        <a:defRPr sz="2400">
          <a:solidFill>
            <a:schemeClr val="tx1"/>
          </a:solidFill>
          <a:latin typeface="Yu Gothic UI"/>
          <a:ea typeface="Yu Gothic UI"/>
          <a:cs typeface="Yu Gothic UI"/>
        </a:defRPr>
      </a:lvl2pPr>
      <a:lvl3pPr xmlns:a="http://schemas.openxmlformats.org/drawingml/2006/main" marL="1143000" indent="-228600" algn="l">
        <a:lnSpc>
          <a:spcPct val="90000"/>
        </a:lnSpc>
        <a:spcBef>
          <a:spcPts val="500"/>
        </a:spcBef>
        <a:buChar char="•"/>
        <a:defRPr sz="2000">
          <a:solidFill>
            <a:schemeClr val="tx1"/>
          </a:solidFill>
          <a:latin typeface="Yu Gothic UI"/>
          <a:ea typeface="Yu Gothic UI"/>
          <a:cs typeface="Yu Gothic UI"/>
        </a:defRPr>
      </a:lvl3pPr>
      <a:lvl4pPr xmlns:a="http://schemas.openxmlformats.org/drawingml/2006/main" marL="1600200" indent="-228600" algn="l">
        <a:lnSpc>
          <a:spcPct val="90000"/>
        </a:lnSpc>
        <a:spcBef>
          <a:spcPts val="500"/>
        </a:spcBef>
        <a:buChar char="•"/>
        <a:defRPr sz="1800">
          <a:solidFill>
            <a:schemeClr val="tx1"/>
          </a:solidFill>
          <a:latin typeface="Yu Gothic UI"/>
          <a:ea typeface="Yu Gothic UI"/>
          <a:cs typeface="Yu Gothic UI"/>
        </a:defRPr>
      </a:lvl4pPr>
      <a:lvl5pPr xmlns:a="http://schemas.openxmlformats.org/drawingml/2006/main" marL="2057400" indent="-228600" algn="l">
        <a:lnSpc>
          <a:spcPct val="90000"/>
        </a:lnSpc>
        <a:spcBef>
          <a:spcPts val="500"/>
        </a:spcBef>
        <a:buChar char="•"/>
        <a:defRPr sz="1800">
          <a:solidFill>
            <a:schemeClr val="tx1"/>
          </a:solidFill>
          <a:latin typeface="Yu Gothic UI"/>
          <a:ea typeface="Yu Gothic UI"/>
          <a:cs typeface="Yu Gothic UI"/>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3.xml" Id="R1a8a8f53e53640db" /><Relationship Type="http://schemas.openxmlformats.org/officeDocument/2006/relationships/notesSlide" Target="/ppt/notesSlides/notesSlide1.xml" Id="R2f3ebde17aed48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bc523131146f4883" /><Relationship Type="http://schemas.openxmlformats.org/officeDocument/2006/relationships/notesSlide" Target="/ppt/notesSlides/notesSlide2.xml" Id="Rf9c669229ae945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45a3c3c73cc746ce" /><Relationship Type="http://schemas.openxmlformats.org/officeDocument/2006/relationships/notesSlide" Target="/ppt/notesSlides/notesSlide3.xml" Id="Re4e9df0af5424b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cd9d0c1a76da4bc9" /><Relationship Type="http://schemas.openxmlformats.org/officeDocument/2006/relationships/notesSlide" Target="/ppt/notesSlides/notesSlide4.xml" Id="R4238e6d4f4f147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154206f62597457d" /><Relationship Type="http://schemas.openxmlformats.org/officeDocument/2006/relationships/notesSlide" Target="/ppt/notesSlides/notesSlide5.xml" Id="Rc09a50aa722d40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38f78d48f25642dd" /><Relationship Type="http://schemas.openxmlformats.org/officeDocument/2006/relationships/notesSlide" Target="/ppt/notesSlides/notesSlide6.xml" Id="Rbbb6065803f44b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3eba61c9d290440f" /><Relationship Type="http://schemas.openxmlformats.org/officeDocument/2006/relationships/notesSlide" Target="/ppt/notesSlides/notesSlide7.xml" Id="R7559f853191546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1475b69409ec4663" /><Relationship Type="http://schemas.openxmlformats.org/officeDocument/2006/relationships/notesSlide" Target="/ppt/notesSlides/notesSlide8.xml" Id="Rc351640176714d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132efa3a6692496a" /><Relationship Type="http://schemas.openxmlformats.org/officeDocument/2006/relationships/notesSlide" Target="/ppt/notesSlides/notesSlide9.xml" Id="R871eba5cb9bd47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bd5826bcf0154ab9" /><Relationship Type="http://schemas.openxmlformats.org/officeDocument/2006/relationships/notesSlide" Target="/ppt/notesSlides/notesSlide10.xml" Id="R78d3d314abcd46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9314593e1eb04a76" /><Relationship Type="http://schemas.openxmlformats.org/officeDocument/2006/relationships/image" Target="/ppt/media/image.png" Id="R2915ab93fe6c43f9" /><Relationship Type="http://schemas.openxmlformats.org/officeDocument/2006/relationships/image" Target="/ppt/media/image2.png" Id="R8015482ec4664f15" /><Relationship Type="http://schemas.openxmlformats.org/officeDocument/2006/relationships/notesSlide" Target="/ppt/notesSlides/notesSlide11.xml" Id="Rad3dc146b48c4f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2579bcb256bc4a3a" /><Relationship Type="http://schemas.openxmlformats.org/officeDocument/2006/relationships/image" Target="/ppt/media/image3.png" Id="R44991fdb79f74535" /><Relationship Type="http://schemas.openxmlformats.org/officeDocument/2006/relationships/notesSlide" Target="/ppt/notesSlides/notesSlide12.xml" Id="R817ff8a29cfc48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fad3929270b74a81" /><Relationship Type="http://schemas.openxmlformats.org/officeDocument/2006/relationships/image" Target="/ppt/media/image4.png" Id="R88c155c4faf449ed" /><Relationship Type="http://schemas.openxmlformats.org/officeDocument/2006/relationships/notesSlide" Target="/ppt/notesSlides/notesSlide13.xml" Id="R4ad6db4bb5aa43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d393666c22374ace" /><Relationship Type="http://schemas.openxmlformats.org/officeDocument/2006/relationships/image" Target="/ppt/media/image5.png" Id="R5be8a9f7b0664641" /><Relationship Type="http://schemas.openxmlformats.org/officeDocument/2006/relationships/notesSlide" Target="/ppt/notesSlides/notesSlide14.xml" Id="Ra05e96380ba647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9ecec6251bee4775" /><Relationship Type="http://schemas.openxmlformats.org/officeDocument/2006/relationships/image" Target="/ppt/media/image6.png" Id="Rd4b438d7f2834b34" /><Relationship Type="http://schemas.openxmlformats.org/officeDocument/2006/relationships/image" Target="/ppt/media/image7.png" Id="R0523f48e5b2c4a0b" /><Relationship Type="http://schemas.openxmlformats.org/officeDocument/2006/relationships/notesSlide" Target="/ppt/notesSlides/notesSlide15.xml" Id="R88bd2dbff7cc40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4.xml" Id="R448b9d5518f043b8" /><Relationship Type="http://schemas.openxmlformats.org/officeDocument/2006/relationships/image" Target="/ppt/media/image8.png" Id="R28aa1fb3187247f5" /><Relationship Type="http://schemas.openxmlformats.org/officeDocument/2006/relationships/notesSlide" Target="/ppt/notesSlides/notesSlide16.xml" Id="R0e12e413471849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4e12c642d1a441b1" /><Relationship Type="http://schemas.openxmlformats.org/officeDocument/2006/relationships/image" Target="/ppt/media/image9.png" Id="R367b162e3688473b" /><Relationship Type="http://schemas.openxmlformats.org/officeDocument/2006/relationships/notesSlide" Target="/ppt/notesSlides/notesSlide17.xml" Id="R72f16eda57214a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0241117c7a2244d1" /><Relationship Type="http://schemas.openxmlformats.org/officeDocument/2006/relationships/image" Target="/ppt/media/image10.png" Id="Rfd5cd844f26449fb" /><Relationship Type="http://schemas.openxmlformats.org/officeDocument/2006/relationships/notesSlide" Target="/ppt/notesSlides/notesSlide18.xml" Id="Rb53ee6dcd3fb441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4.xml" Id="Rca5100e4b85e4455" /><Relationship Type="http://schemas.openxmlformats.org/officeDocument/2006/relationships/image" Target="/ppt/media/image11.png" Id="Rad460a1ca27349cc" /><Relationship Type="http://schemas.openxmlformats.org/officeDocument/2006/relationships/notesSlide" Target="/ppt/notesSlides/notesSlide19.xml" Id="R6bbbd805bfcf42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4.xml" Id="Rcf2bbdcc512644ac" /><Relationship Type="http://schemas.openxmlformats.org/officeDocument/2006/relationships/notesSlide" Target="/ppt/notesSlides/notesSlide20.xml" Id="Rd39919991a6d48f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4.xml" Id="R513536478ed04217" /><Relationship Type="http://schemas.openxmlformats.org/officeDocument/2006/relationships/notesSlide" Target="/ppt/notesSlides/notesSlide21.xml" Id="Re20ae66e800a403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4.xml" Id="R8e3728f734a04421" /><Relationship Type="http://schemas.openxmlformats.org/officeDocument/2006/relationships/notesSlide" Target="/ppt/notesSlides/notesSlide22.xml" Id="R4c6b360bb9144dd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4.xml" Id="Rf1a2d40d9e3842eb" /><Relationship Type="http://schemas.openxmlformats.org/officeDocument/2006/relationships/image" Target="/ppt/media/image12.png" Id="R63f0723e35234795" /><Relationship Type="http://schemas.openxmlformats.org/officeDocument/2006/relationships/notesSlide" Target="/ppt/notesSlides/notesSlide23.xml" Id="R0873ac10ae2d43e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4.xml" Id="Rf33d445fa88543d0" /><Relationship Type="http://schemas.openxmlformats.org/officeDocument/2006/relationships/image" Target="/ppt/media/image13.png" Id="Raa1b4e68c1314351" /><Relationship Type="http://schemas.openxmlformats.org/officeDocument/2006/relationships/image" Target="/ppt/media/image14.png" Id="R344ad5eb2c75412f" /><Relationship Type="http://schemas.openxmlformats.org/officeDocument/2006/relationships/notesSlide" Target="/ppt/notesSlides/notesSlide24.xml" Id="Rb7bc519da0ca47d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4.xml" Id="R98f766a48b9a4424" /><Relationship Type="http://schemas.openxmlformats.org/officeDocument/2006/relationships/image" Target="/ppt/media/image15.png" Id="R769859ab3aa94d5e" /><Relationship Type="http://schemas.openxmlformats.org/officeDocument/2006/relationships/notesSlide" Target="/ppt/notesSlides/notesSlide25.xml" Id="R5be27f6f259346b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4.xml" Id="R91e0bd619bfa4cae" /><Relationship Type="http://schemas.openxmlformats.org/officeDocument/2006/relationships/image" Target="/ppt/media/image16.png" Id="R77146983d0174c7e" /><Relationship Type="http://schemas.openxmlformats.org/officeDocument/2006/relationships/notesSlide" Target="/ppt/notesSlides/notesSlide26.xml" Id="R41733e962f994ed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4.xml" Id="R001aa8c3b80a47a4" /><Relationship Type="http://schemas.openxmlformats.org/officeDocument/2006/relationships/image" Target="/ppt/media/image17.png" Id="R57ee41e3e2ad4496" /><Relationship Type="http://schemas.openxmlformats.org/officeDocument/2006/relationships/notesSlide" Target="/ppt/notesSlides/notesSlide27.xml" Id="R3012831a0d3142e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4.xml" Id="Rd0f29bd64aee4b2f" /><Relationship Type="http://schemas.openxmlformats.org/officeDocument/2006/relationships/image" Target="/ppt/media/image18.png" Id="R83fabf8d7843449d" /><Relationship Type="http://schemas.openxmlformats.org/officeDocument/2006/relationships/notesSlide" Target="/ppt/notesSlides/notesSlide28.xml" Id="Re541dbba45c5454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4.xml" Id="R9c3fad2be7b34377" /><Relationship Type="http://schemas.openxmlformats.org/officeDocument/2006/relationships/image" Target="/ppt/media/image19.png" Id="R867e882cd5bd45df" /><Relationship Type="http://schemas.openxmlformats.org/officeDocument/2006/relationships/notesSlide" Target="/ppt/notesSlides/notesSlide29.xml" Id="Rab40bac6c9c94ae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4.xml" Id="R687348057e024c8b" /><Relationship Type="http://schemas.openxmlformats.org/officeDocument/2006/relationships/image" Target="/ppt/media/image20.png" Id="Rc5e60114cd8b43b3" /><Relationship Type="http://schemas.openxmlformats.org/officeDocument/2006/relationships/notesSlide" Target="/ppt/notesSlides/notesSlide30.xml" Id="R69f74bea593a4c3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4.xml" Id="R65ace3d6978744aa" /><Relationship Type="http://schemas.openxmlformats.org/officeDocument/2006/relationships/image" Target="/ppt/media/image21.png" Id="R3ef935e2d78d4105" /><Relationship Type="http://schemas.openxmlformats.org/officeDocument/2006/relationships/notesSlide" Target="/ppt/notesSlides/notesSlide31.xml" Id="R8a695896a2804e1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4.xml" Id="Ref11f899d06b4fe1" /><Relationship Type="http://schemas.openxmlformats.org/officeDocument/2006/relationships/image" Target="/ppt/media/image22.png" Id="Rf1387900719b4769" /><Relationship Type="http://schemas.openxmlformats.org/officeDocument/2006/relationships/notesSlide" Target="/ppt/notesSlides/notesSlide32.xml" Id="R6568f6a560ec405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4.xml" Id="R4a483648aad54ea5" /><Relationship Type="http://schemas.openxmlformats.org/officeDocument/2006/relationships/image" Target="/ppt/media/image23.png" Id="R5d2672250a46400b" /><Relationship Type="http://schemas.openxmlformats.org/officeDocument/2006/relationships/notesSlide" Target="/ppt/notesSlides/notesSlide33.xml" Id="Rde76b793ce0d468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4.xml" Id="R6208097bf7a74a88" /><Relationship Type="http://schemas.openxmlformats.org/officeDocument/2006/relationships/image" Target="/ppt/media/image24.png" Id="R6941db52632e46ae" /><Relationship Type="http://schemas.openxmlformats.org/officeDocument/2006/relationships/notesSlide" Target="/ppt/notesSlides/notesSlide34.xml" Id="R493a4b45a81c493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4.xml" Id="R0fa0c6e56eed4488" /><Relationship Type="http://schemas.openxmlformats.org/officeDocument/2006/relationships/image" Target="/ppt/media/image25.png" Id="R99613b2b5db64993" /><Relationship Type="http://schemas.openxmlformats.org/officeDocument/2006/relationships/notesSlide" Target="/ppt/notesSlides/notesSlide35.xml" Id="Rf51a8ee3195b492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4.xml" Id="R4c3b5a9931bc4438" /><Relationship Type="http://schemas.openxmlformats.org/officeDocument/2006/relationships/image" Target="/ppt/media/image26.png" Id="R14cc445f17464ea3" /><Relationship Type="http://schemas.openxmlformats.org/officeDocument/2006/relationships/notesSlide" Target="/ppt/notesSlides/notesSlide36.xml" Id="Rcebf9f61cd4b43d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xml" Id="R071d526e12df4d0f" /><Relationship Type="http://schemas.openxmlformats.org/officeDocument/2006/relationships/image" Target="/ppt/media/image27.png" Id="R936a64e3df244db4" /><Relationship Type="http://schemas.openxmlformats.org/officeDocument/2006/relationships/image" Target="/ppt/media/image28.png" Id="R00f0db0640144238" /><Relationship Type="http://schemas.openxmlformats.org/officeDocument/2006/relationships/notesSlide" Target="/ppt/notesSlides/notesSlide37.xml" Id="R87deddb971274fb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4.xml" Id="Rb60ea0e859e74fc7" /><Relationship Type="http://schemas.openxmlformats.org/officeDocument/2006/relationships/image" Target="/ppt/media/image29.png" Id="R0febdbe0d2a147e4" /><Relationship Type="http://schemas.openxmlformats.org/officeDocument/2006/relationships/notesSlide" Target="/ppt/notesSlides/notesSlide38.xml" Id="R822ba3d6aed64dc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4.xml" Id="Rd96d4db8d9e948f0" /><Relationship Type="http://schemas.openxmlformats.org/officeDocument/2006/relationships/notesSlide" Target="/ppt/notesSlides/notesSlide39.xml" Id="Rb94ccf09497b43a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4.xml" Id="R5560097695a549e3" /><Relationship Type="http://schemas.openxmlformats.org/officeDocument/2006/relationships/notesSlide" Target="/ppt/notesSlides/notesSlide40.xml" Id="R9102abed3fb04ab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4.xml" Id="R5252fe01432044f9" /><Relationship Type="http://schemas.openxmlformats.org/officeDocument/2006/relationships/notesSlide" Target="/ppt/notesSlides/notesSlide41.xml" Id="R3ba9b3375b1b485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4.xml" Id="R62179d6bc3864924" /><Relationship Type="http://schemas.openxmlformats.org/officeDocument/2006/relationships/notesSlide" Target="/ppt/notesSlides/notesSlide42.xml" Id="R412a50297f7b447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4.xml" Id="R92ddb8025cc84a6b" /><Relationship Type="http://schemas.openxmlformats.org/officeDocument/2006/relationships/notesSlide" Target="/ppt/notesSlides/notesSlide43.xml" Id="Racea0af8e4dc4e6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4.xml" Id="Rd083e6b23bd34b50" /><Relationship Type="http://schemas.openxmlformats.org/officeDocument/2006/relationships/notesSlide" Target="/ppt/notesSlides/notesSlide44.xml" Id="R964bc7500d1941c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4.xml" Id="R3959ca0067b4443b" /><Relationship Type="http://schemas.openxmlformats.org/officeDocument/2006/relationships/image" Target="/ppt/media/image30.png" Id="R590fa24f688542a7" /><Relationship Type="http://schemas.openxmlformats.org/officeDocument/2006/relationships/image" Target="/ppt/media/image31.png" Id="R6ba8e3711db24b16" /><Relationship Type="http://schemas.openxmlformats.org/officeDocument/2006/relationships/notesSlide" Target="/ppt/notesSlides/notesSlide45.xml" Id="R61423d2776b6477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4.xml" Id="R16c8a3d4781c4612" /><Relationship Type="http://schemas.openxmlformats.org/officeDocument/2006/relationships/notesSlide" Target="/ppt/notesSlides/notesSlide46.xml" Id="Ra0ab84909d9d4b8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4.xml" Id="R7a358c5b4a4047e7" /><Relationship Type="http://schemas.openxmlformats.org/officeDocument/2006/relationships/notesSlide" Target="/ppt/notesSlides/notesSlide47.xml" Id="R7befc33a8c04493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4.xml" Id="Rc68f8ccdef524a8b" /><Relationship Type="http://schemas.openxmlformats.org/officeDocument/2006/relationships/notesSlide" Target="/ppt/notesSlides/notesSlide48.xml" Id="R913327ccf35a494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CB1C2D-945C-47F0-8A3B-E72C4C2EA9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207E296-FDAD-405E-A755-ED3F462644B5}"/>
              </a:ext>
            </a:extLst>
          </p:cNvPr>
          <p:cNvSpPr>
            <a:spLocks xmlns:a="http://schemas.openxmlformats.org/drawingml/2006/main" noGrp="1"/>
          </p:cNvSpPr>
          <p:nvPr/>
        </p:nvSpPr>
        <p:spPr>
          <a:xfrm xmlns:a="http://schemas.openxmlformats.org/drawingml/2006/main">
            <a:off x="0" y="0"/>
            <a:ext cx="1257300" cy="6858000"/>
          </a:xfrm>
          <a:prstGeom xmlns:a="http://schemas.openxmlformats.org/drawingml/2006/main" prst="rect">
            <a:avLst/>
          </a:prstGeom>
          <a:ln xmlns:a="http://schemas.openxmlformats.org/drawingml/2006/main" w="0">
            <a:solidFill>
              <a:srgbClr val="2563EB"/>
            </a:solidFill>
            <a:prstDash val="solid"/>
          </a:ln>
        </p:spPr>
      </p:sp>
      <p:sp>
        <p:nvSpPr>
          <p:cNvPr id="3" name="">
            <a:extLst xmlns:a="http://schemas.openxmlformats.org/drawingml/2006/main">
              <a:ext uri="{FF2B5EF4-FFF2-40B4-BE49-F238E27FC236}">
                <a16:creationId xmlns:a16="http://schemas.microsoft.com/office/drawing/2014/main" id="{068AD8B9-2E71-44D6-8D43-F49F37B8BC74}"/>
              </a:ext>
            </a:extLst>
          </p:cNvPr>
          <p:cNvSpPr>
            <a:spLocks xmlns:a="http://schemas.openxmlformats.org/drawingml/2006/main" noGrp="1"/>
          </p:cNvSpPr>
          <p:nvPr/>
        </p:nvSpPr>
        <p:spPr>
          <a:xfrm xmlns:a="http://schemas.openxmlformats.org/drawingml/2006/main">
            <a:off x="1257300" y="0"/>
            <a:ext cx="152400" cy="6858000"/>
          </a:xfrm>
          <a:prstGeom xmlns:a="http://schemas.openxmlformats.org/drawingml/2006/main" prst="rect">
            <a:avLst/>
          </a:prstGeom>
          <a:ln xmlns:a="http://schemas.openxmlformats.org/drawingml/2006/main" w="0">
            <a:solidFill>
              <a:srgbClr val="0F766E"/>
            </a:solidFill>
            <a:prstDash val="solid"/>
          </a:ln>
        </p:spPr>
      </p:sp>
      <p:sp>
        <p:nvSpPr>
          <p:cNvPr id="4" name="">
            <a:extLst xmlns:a="http://schemas.openxmlformats.org/drawingml/2006/main">
              <a:ext uri="{FF2B5EF4-FFF2-40B4-BE49-F238E27FC236}">
                <a16:creationId xmlns:a16="http://schemas.microsoft.com/office/drawing/2014/main" id="{B4CA6F8C-E950-4F01-81D8-E6B63142D3BC}"/>
              </a:ext>
            </a:extLst>
          </p:cNvPr>
          <p:cNvSpPr>
            <a:spLocks xmlns:a="http://schemas.openxmlformats.org/drawingml/2006/main" noGrp="1"/>
          </p:cNvSpPr>
          <p:nvPr/>
        </p:nvSpPr>
        <p:spPr>
          <a:xfrm xmlns:a="http://schemas.openxmlformats.org/drawingml/2006/main">
            <a:off x="1952625" y="914400"/>
            <a:ext cx="7239000" cy="3048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563EB"/>
                </a:solidFill>
                <a:latin typeface="Yu Gothic"/>
                <a:ea typeface="Yu Gothic"/>
                <a:cs typeface="Yu Gothic"/>
              </a:defRPr>
            </a:pPr>
            <a:r>
              <a:rPr sz="1350" b="1">
                <a:solidFill>
                  <a:srgbClr val="2563EB"/>
                </a:solidFill>
                <a:latin typeface="Yu Gothic"/>
                <a:ea typeface="Yu Gothic"/>
                <a:cs typeface="Yu Gothic"/>
              </a:rPr>
              <a:t>Azure Workshop for Beginners</a:t>
            </a:r>
          </a:p>
        </p:txBody>
      </p:sp>
      <p:sp>
        <p:nvSpPr>
          <p:cNvPr id="5" name="">
            <a:extLst xmlns:a="http://schemas.openxmlformats.org/drawingml/2006/main">
              <a:ext uri="{FF2B5EF4-FFF2-40B4-BE49-F238E27FC236}">
                <a16:creationId xmlns:a16="http://schemas.microsoft.com/office/drawing/2014/main" id="{FC2FFFCB-2E41-4CCE-BBEB-8FED6494E90E}"/>
              </a:ext>
            </a:extLst>
          </p:cNvPr>
          <p:cNvSpPr>
            <a:spLocks xmlns:a="http://schemas.openxmlformats.org/drawingml/2006/main" noGrp="1"/>
          </p:cNvSpPr>
          <p:nvPr/>
        </p:nvSpPr>
        <p:spPr>
          <a:xfrm xmlns:a="http://schemas.openxmlformats.org/drawingml/2006/main">
            <a:off x="1952625" y="1504950"/>
            <a:ext cx="7239000" cy="8191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F2937"/>
                </a:solidFill>
                <a:latin typeface="Yu Gothic"/>
                <a:ea typeface="Yu Gothic"/>
                <a:cs typeface="Yu Gothic"/>
              </a:defRPr>
            </a:pPr>
            <a:r>
              <a:rPr sz="3300" b="1">
                <a:solidFill>
                  <a:srgbClr val="1F2937"/>
                </a:solidFill>
                <a:latin typeface="Yu Gothic"/>
                <a:ea typeface="Yu Gothic"/>
                <a:cs typeface="Yu Gothic"/>
              </a:rPr>
              <a:t>Todo アプリの構築 2</a:t>
            </a:r>
          </a:p>
        </p:txBody>
      </p:sp>
      <p:sp>
        <p:nvSpPr>
          <p:cNvPr id="6" name="">
            <a:extLst xmlns:a="http://schemas.openxmlformats.org/drawingml/2006/main">
              <a:ext uri="{FF2B5EF4-FFF2-40B4-BE49-F238E27FC236}">
                <a16:creationId xmlns:a16="http://schemas.microsoft.com/office/drawing/2014/main" id="{16A03A23-267A-4F62-9D1B-270945BBCFC7}"/>
              </a:ext>
            </a:extLst>
          </p:cNvPr>
          <p:cNvSpPr>
            <a:spLocks xmlns:a="http://schemas.openxmlformats.org/drawingml/2006/main" noGrp="1"/>
          </p:cNvSpPr>
          <p:nvPr/>
        </p:nvSpPr>
        <p:spPr>
          <a:xfrm xmlns:a="http://schemas.openxmlformats.org/drawingml/2006/main">
            <a:off x="1981200" y="2524125"/>
            <a:ext cx="8191500" cy="6858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64748B"/>
                </a:solidFill>
                <a:latin typeface="Yu Gothic"/>
                <a:ea typeface="Yu Gothic"/>
                <a:cs typeface="Yu Gothic"/>
              </a:defRPr>
            </a:pPr>
            <a:r>
              <a:rPr sz="1575" b="0">
                <a:solidFill>
                  <a:srgbClr val="64748B"/>
                </a:solidFill>
                <a:latin typeface="Yu Gothic"/>
                <a:ea typeface="Yu Gothic"/>
                <a:cs typeface="Yu Gothic"/>
              </a:rPr>
              <a:t>この回では、第5回で作成した Azure リソースへ Todo アプリをデプロイし、Web、API、DB が連携して動く完成形を確認します。</a:t>
            </a:r>
          </a:p>
        </p:txBody>
      </p:sp>
      <p:sp>
        <p:nvSpPr>
          <p:cNvPr id="7" name="">
            <a:extLst xmlns:a="http://schemas.openxmlformats.org/drawingml/2006/main">
              <a:ext uri="{FF2B5EF4-FFF2-40B4-BE49-F238E27FC236}">
                <a16:creationId xmlns:a16="http://schemas.microsoft.com/office/drawing/2014/main" id="{5518CC8F-6DC8-4EA9-9CE7-BEE2B81CB15B}"/>
              </a:ext>
            </a:extLst>
          </p:cNvPr>
          <p:cNvSpPr>
            <a:spLocks xmlns:a="http://schemas.openxmlformats.org/drawingml/2006/main" noGrp="1"/>
          </p:cNvSpPr>
          <p:nvPr/>
        </p:nvSpPr>
        <p:spPr>
          <a:xfrm xmlns:a="http://schemas.openxmlformats.org/drawingml/2006/main">
            <a:off x="1981200" y="3619500"/>
            <a:ext cx="1143000" cy="323850"/>
          </a:xfrm>
          <a:prstGeom xmlns:a="http://schemas.openxmlformats.org/drawingml/2006/main" prst="rect">
            <a:avLst/>
          </a:prstGeom>
          <a:ln xmlns:a="http://schemas.openxmlformats.org/drawingml/2006/main" w="9525">
            <a:solidFill>
              <a:srgbClr val="2563EB"/>
            </a:solidFill>
            <a:prstDash val="solid"/>
          </a:ln>
        </p:spPr>
      </p:sp>
      <p:sp>
        <p:nvSpPr>
          <p:cNvPr id="8" name="">
            <a:extLst xmlns:a="http://schemas.openxmlformats.org/drawingml/2006/main">
              <a:ext uri="{FF2B5EF4-FFF2-40B4-BE49-F238E27FC236}">
                <a16:creationId xmlns:a16="http://schemas.microsoft.com/office/drawing/2014/main" id="{B44C3EBB-7DEC-4035-A138-4673BC339098}"/>
              </a:ext>
            </a:extLst>
          </p:cNvPr>
          <p:cNvSpPr>
            <a:spLocks xmlns:a="http://schemas.openxmlformats.org/drawingml/2006/main" noGrp="1"/>
          </p:cNvSpPr>
          <p:nvPr/>
        </p:nvSpPr>
        <p:spPr>
          <a:xfrm xmlns:a="http://schemas.openxmlformats.org/drawingml/2006/main">
            <a:off x="2095500" y="3686175"/>
            <a:ext cx="9144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2563EB"/>
                </a:solidFill>
                <a:latin typeface="Yu Gothic"/>
                <a:ea typeface="Yu Gothic"/>
                <a:cs typeface="Yu Gothic"/>
              </a:defRPr>
            </a:pPr>
            <a:r>
              <a:rPr sz="975" b="1">
                <a:solidFill>
                  <a:srgbClr val="2563EB"/>
                </a:solidFill>
                <a:latin typeface="Yu Gothic"/>
                <a:ea typeface="Yu Gothic"/>
                <a:cs typeface="Yu Gothic"/>
              </a:rPr>
              <a:t>第6回</a:t>
            </a:r>
          </a:p>
        </p:txBody>
      </p:sp>
      <p:sp>
        <p:nvSpPr>
          <p:cNvPr id="9" name="">
            <a:extLst xmlns:a="http://schemas.openxmlformats.org/drawingml/2006/main">
              <a:ext uri="{FF2B5EF4-FFF2-40B4-BE49-F238E27FC236}">
                <a16:creationId xmlns:a16="http://schemas.microsoft.com/office/drawing/2014/main" id="{46817FE5-BECB-4123-87B8-12983C86604F}"/>
              </a:ext>
            </a:extLst>
          </p:cNvPr>
          <p:cNvSpPr>
            <a:spLocks xmlns:a="http://schemas.openxmlformats.org/drawingml/2006/main" noGrp="1"/>
          </p:cNvSpPr>
          <p:nvPr/>
        </p:nvSpPr>
        <p:spPr>
          <a:xfrm xmlns:a="http://schemas.openxmlformats.org/drawingml/2006/main">
            <a:off x="3314700" y="3619500"/>
            <a:ext cx="2381250" cy="323850"/>
          </a:xfrm>
          <a:prstGeom xmlns:a="http://schemas.openxmlformats.org/drawingml/2006/main" prst="rect">
            <a:avLst/>
          </a:prstGeom>
          <a:ln xmlns:a="http://schemas.openxmlformats.org/drawingml/2006/main" w="9525">
            <a:solidFill>
              <a:srgbClr val="0F766E"/>
            </a:solidFill>
            <a:prstDash val="solid"/>
          </a:ln>
        </p:spPr>
      </p:sp>
      <p:sp>
        <p:nvSpPr>
          <p:cNvPr id="10" name="">
            <a:extLst xmlns:a="http://schemas.openxmlformats.org/drawingml/2006/main">
              <a:ext uri="{FF2B5EF4-FFF2-40B4-BE49-F238E27FC236}">
                <a16:creationId xmlns:a16="http://schemas.microsoft.com/office/drawing/2014/main" id="{C7A507B9-824B-4CCD-9E7E-11F23A9EB51F}"/>
              </a:ext>
            </a:extLst>
          </p:cNvPr>
          <p:cNvSpPr>
            <a:spLocks xmlns:a="http://schemas.openxmlformats.org/drawingml/2006/main" noGrp="1"/>
          </p:cNvSpPr>
          <p:nvPr/>
        </p:nvSpPr>
        <p:spPr>
          <a:xfrm xmlns:a="http://schemas.openxmlformats.org/drawingml/2006/main">
            <a:off x="3429000" y="3686175"/>
            <a:ext cx="215265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766E"/>
                </a:solidFill>
                <a:latin typeface="Yu Gothic"/>
                <a:ea typeface="Yu Gothic"/>
                <a:cs typeface="Yu Gothic"/>
              </a:defRPr>
            </a:pPr>
            <a:r>
              <a:rPr sz="975" b="1">
                <a:solidFill>
                  <a:srgbClr val="0F766E"/>
                </a:solidFill>
                <a:latin typeface="Yu Gothic"/>
                <a:ea typeface="Yu Gothic"/>
                <a:cs typeface="Yu Gothic"/>
              </a:rPr>
              <a:t>オンライン座学 + ハンズオン</a:t>
            </a:r>
          </a:p>
        </p:txBody>
      </p:sp>
      <p:sp>
        <p:nvSpPr>
          <p:cNvPr id="11" name="">
            <a:extLst xmlns:a="http://schemas.openxmlformats.org/drawingml/2006/main">
              <a:ext uri="{FF2B5EF4-FFF2-40B4-BE49-F238E27FC236}">
                <a16:creationId xmlns:a16="http://schemas.microsoft.com/office/drawing/2014/main" id="{F4512C4A-E586-4EF1-B185-986272CD62F4}"/>
              </a:ext>
            </a:extLst>
          </p:cNvPr>
          <p:cNvSpPr>
            <a:spLocks xmlns:a="http://schemas.openxmlformats.org/drawingml/2006/main" noGrp="1"/>
          </p:cNvSpPr>
          <p:nvPr/>
        </p:nvSpPr>
        <p:spPr>
          <a:xfrm xmlns:a="http://schemas.openxmlformats.org/drawingml/2006/main">
            <a:off x="5886450" y="3619500"/>
            <a:ext cx="1676400" cy="323850"/>
          </a:xfrm>
          <a:prstGeom xmlns:a="http://schemas.openxmlformats.org/drawingml/2006/main" prst="rect">
            <a:avLst/>
          </a:prstGeom>
          <a:ln xmlns:a="http://schemas.openxmlformats.org/drawingml/2006/main" w="9525">
            <a:solidFill>
              <a:srgbClr val="EA580C"/>
            </a:solidFill>
            <a:prstDash val="solid"/>
          </a:ln>
        </p:spPr>
      </p:sp>
      <p:sp>
        <p:nvSpPr>
          <p:cNvPr id="12" name="">
            <a:extLst xmlns:a="http://schemas.openxmlformats.org/drawingml/2006/main">
              <a:ext uri="{FF2B5EF4-FFF2-40B4-BE49-F238E27FC236}">
                <a16:creationId xmlns:a16="http://schemas.microsoft.com/office/drawing/2014/main" id="{FA0C5679-3EEA-42AC-9205-E304B938EEA9}"/>
              </a:ext>
            </a:extLst>
          </p:cNvPr>
          <p:cNvSpPr>
            <a:spLocks xmlns:a="http://schemas.openxmlformats.org/drawingml/2006/main" noGrp="1"/>
          </p:cNvSpPr>
          <p:nvPr/>
        </p:nvSpPr>
        <p:spPr>
          <a:xfrm xmlns:a="http://schemas.openxmlformats.org/drawingml/2006/main">
            <a:off x="6000750" y="3686175"/>
            <a:ext cx="14478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EA580C"/>
                </a:solidFill>
                <a:latin typeface="Yu Gothic"/>
                <a:ea typeface="Yu Gothic"/>
                <a:cs typeface="Yu Gothic"/>
              </a:defRPr>
            </a:pPr>
            <a:r>
              <a:rPr sz="975" b="1">
                <a:solidFill>
                  <a:srgbClr val="EA580C"/>
                </a:solidFill>
                <a:latin typeface="Yu Gothic"/>
                <a:ea typeface="Yu Gothic"/>
                <a:cs typeface="Yu Gothic"/>
              </a:rPr>
              <a:t>50分 + 10分 QA</a:t>
            </a:r>
          </a:p>
        </p:txBody>
      </p:sp>
      <p:sp>
        <p:nvSpPr>
          <p:cNvPr id="13" name="">
            <a:extLst xmlns:a="http://schemas.openxmlformats.org/drawingml/2006/main">
              <a:ext uri="{FF2B5EF4-FFF2-40B4-BE49-F238E27FC236}">
                <a16:creationId xmlns:a16="http://schemas.microsoft.com/office/drawing/2014/main" id="{7CF67220-5335-42C2-9318-6565611D057C}"/>
              </a:ext>
            </a:extLst>
          </p:cNvPr>
          <p:cNvSpPr>
            <a:spLocks xmlns:a="http://schemas.openxmlformats.org/drawingml/2006/main" noGrp="1"/>
          </p:cNvSpPr>
          <p:nvPr/>
        </p:nvSpPr>
        <p:spPr>
          <a:xfrm xmlns:a="http://schemas.openxmlformats.org/drawingml/2006/main">
            <a:off x="7753350" y="3619500"/>
            <a:ext cx="1638300" cy="323850"/>
          </a:xfrm>
          <a:prstGeom xmlns:a="http://schemas.openxmlformats.org/drawingml/2006/main" prst="rect">
            <a:avLst/>
          </a:prstGeom>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FE817FA5-9EB6-4795-84E1-FBD8335C4BA7}"/>
              </a:ext>
            </a:extLst>
          </p:cNvPr>
          <p:cNvSpPr>
            <a:spLocks xmlns:a="http://schemas.openxmlformats.org/drawingml/2006/main" noGrp="1"/>
          </p:cNvSpPr>
          <p:nvPr/>
        </p:nvSpPr>
        <p:spPr>
          <a:xfrm xmlns:a="http://schemas.openxmlformats.org/drawingml/2006/main">
            <a:off x="7867650" y="3686175"/>
            <a:ext cx="14097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5803D"/>
                </a:solidFill>
                <a:latin typeface="Yu Gothic"/>
                <a:ea typeface="Yu Gothic"/>
                <a:cs typeface="Yu Gothic"/>
              </a:defRPr>
            </a:pPr>
            <a:r>
              <a:rPr sz="975" b="1">
                <a:solidFill>
                  <a:srgbClr val="15803D"/>
                </a:solidFill>
                <a:latin typeface="Yu Gothic"/>
                <a:ea typeface="Yu Gothic"/>
                <a:cs typeface="Yu Gothic"/>
              </a:rPr>
              <a:t>2026年7月23日</a:t>
            </a:r>
          </a:p>
        </p:txBody>
      </p:sp>
      <p:sp>
        <p:nvSpPr>
          <p:cNvPr id="15" name="">
            <a:extLst xmlns:a="http://schemas.openxmlformats.org/drawingml/2006/main">
              <a:ext uri="{FF2B5EF4-FFF2-40B4-BE49-F238E27FC236}">
                <a16:creationId xmlns:a16="http://schemas.microsoft.com/office/drawing/2014/main" id="{21AFABF3-1E05-4862-9F3A-46AA61F3BE65}"/>
              </a:ext>
            </a:extLst>
          </p:cNvPr>
          <p:cNvSpPr>
            <a:spLocks xmlns:a="http://schemas.openxmlformats.org/drawingml/2006/main" noGrp="1"/>
          </p:cNvSpPr>
          <p:nvPr/>
        </p:nvSpPr>
        <p:spPr>
          <a:xfrm xmlns:a="http://schemas.openxmlformats.org/drawingml/2006/main">
            <a:off x="1981200" y="5219700"/>
            <a:ext cx="8096250" cy="3048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F2937"/>
                </a:solidFill>
                <a:latin typeface="Yu Gothic"/>
                <a:ea typeface="Yu Gothic"/>
                <a:cs typeface="Yu Gothic"/>
              </a:defRPr>
            </a:pPr>
            <a:r>
              <a:rPr sz="1275" b="0">
                <a:solidFill>
                  <a:srgbClr val="1F2937"/>
                </a:solidFill>
                <a:latin typeface="Yu Gothic"/>
                <a:ea typeface="Yu Gothic"/>
                <a:cs typeface="Yu Gothic"/>
              </a:rPr>
              <a:t>GitHub Actions で実イメージをデプロイし、Todo 操作と後片付けまで確認します。</a:t>
            </a:r>
          </a:p>
        </p:txBody>
      </p:sp>
      <p:sp>
        <p:nvSpPr>
          <p:cNvPr id="16" name="">
            <a:extLst xmlns:a="http://schemas.openxmlformats.org/drawingml/2006/main">
              <a:ext uri="{FF2B5EF4-FFF2-40B4-BE49-F238E27FC236}">
                <a16:creationId xmlns:a16="http://schemas.microsoft.com/office/drawing/2014/main" id="{098D3BF3-9F62-4657-BF86-B68B898CD99E}"/>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8816902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CE4354-81CE-4D15-9176-C3701CE540B8}"/>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今日のゴール</a:t>
            </a:r>
          </a:p>
        </p:txBody>
      </p:sp>
      <p:sp>
        <p:nvSpPr>
          <p:cNvPr id="2" name="">
            <a:extLst xmlns:a="http://schemas.openxmlformats.org/drawingml/2006/main">
              <a:ext uri="{FF2B5EF4-FFF2-40B4-BE49-F238E27FC236}">
                <a16:creationId xmlns:a16="http://schemas.microsoft.com/office/drawing/2014/main" id="{519B180A-2206-40B2-8FA9-C4EC6D51D45A}"/>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02 / 48</a:t>
            </a:r>
          </a:p>
        </p:txBody>
      </p:sp>
      <p:sp>
        <p:nvSpPr>
          <p:cNvPr id="3" name="">
            <a:extLst xmlns:a="http://schemas.openxmlformats.org/drawingml/2006/main">
              <a:ext uri="{FF2B5EF4-FFF2-40B4-BE49-F238E27FC236}">
                <a16:creationId xmlns:a16="http://schemas.microsoft.com/office/drawing/2014/main" id="{E5C229CE-36B7-4709-B619-5240E3FDEF42}"/>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62A50849-6540-4F0F-9149-60CAA6D8DBAF}"/>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今日は GitHub Actions で Web/API の実イメージをデプロイし、ブラウザーから Todo アプリにアクセスして基本動作を確認します。</a:t>
            </a:r>
          </a:p>
        </p:txBody>
      </p:sp>
      <p:sp>
        <p:nvSpPr>
          <p:cNvPr id="5" name="">
            <a:extLst xmlns:a="http://schemas.openxmlformats.org/drawingml/2006/main">
              <a:ext uri="{FF2B5EF4-FFF2-40B4-BE49-F238E27FC236}">
                <a16:creationId xmlns:a16="http://schemas.microsoft.com/office/drawing/2014/main" id="{A8142642-4FC3-4523-BAD5-28FC236533DC}"/>
              </a:ext>
            </a:extLst>
          </p:cNvPr>
          <p:cNvSpPr>
            <a:spLocks xmlns:a="http://schemas.openxmlformats.org/drawingml/2006/main" noGrp="1"/>
          </p:cNvSpPr>
          <p:nvPr/>
        </p:nvSpPr>
        <p:spPr>
          <a:xfrm xmlns:a="http://schemas.openxmlformats.org/drawingml/2006/main">
            <a:off x="904875" y="1952625"/>
            <a:ext cx="4933950" cy="1762125"/>
          </a:xfrm>
          <a:prstGeom xmlns:a="http://schemas.openxmlformats.org/drawingml/2006/main" prst="rect">
            <a:avLst/>
          </a:prstGeom>
          <a:ln xmlns:a="http://schemas.openxmlformats.org/drawingml/2006/main" w="9525">
            <a:solidFill>
              <a:srgbClr val="DBE4EF"/>
            </a:solidFill>
            <a:prstDash val="solid"/>
          </a:ln>
        </p:spPr>
      </p:sp>
      <p:sp>
        <p:nvSpPr>
          <p:cNvPr id="6" name="">
            <a:extLst xmlns:a="http://schemas.openxmlformats.org/drawingml/2006/main">
              <a:ext uri="{FF2B5EF4-FFF2-40B4-BE49-F238E27FC236}">
                <a16:creationId xmlns:a16="http://schemas.microsoft.com/office/drawing/2014/main" id="{9DC58D78-2892-4F51-9686-4F4D4EAE2BB0}"/>
              </a:ext>
            </a:extLst>
          </p:cNvPr>
          <p:cNvSpPr>
            <a:spLocks xmlns:a="http://schemas.openxmlformats.org/drawingml/2006/main" noGrp="1"/>
          </p:cNvSpPr>
          <p:nvPr/>
        </p:nvSpPr>
        <p:spPr>
          <a:xfrm xmlns:a="http://schemas.openxmlformats.org/drawingml/2006/main">
            <a:off x="904875" y="1952625"/>
            <a:ext cx="76200" cy="1762125"/>
          </a:xfrm>
          <a:prstGeom xmlns:a="http://schemas.openxmlformats.org/drawingml/2006/main" prst="rect">
            <a:avLst/>
          </a:prstGeom>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023E0EE7-B06E-442A-862F-9EB8A9B3E487}"/>
              </a:ext>
            </a:extLst>
          </p:cNvPr>
          <p:cNvSpPr>
            <a:spLocks xmlns:a="http://schemas.openxmlformats.org/drawingml/2006/main" noGrp="1"/>
          </p:cNvSpPr>
          <p:nvPr/>
        </p:nvSpPr>
        <p:spPr>
          <a:xfrm xmlns:a="http://schemas.openxmlformats.org/drawingml/2006/main">
            <a:off x="1133475" y="2124075"/>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Goal 1</a:t>
            </a:r>
          </a:p>
        </p:txBody>
      </p:sp>
      <p:sp>
        <p:nvSpPr>
          <p:cNvPr id="8" name="">
            <a:extLst xmlns:a="http://schemas.openxmlformats.org/drawingml/2006/main">
              <a:ext uri="{FF2B5EF4-FFF2-40B4-BE49-F238E27FC236}">
                <a16:creationId xmlns:a16="http://schemas.microsoft.com/office/drawing/2014/main" id="{62578762-97A7-4EF3-A20A-5A1B30705C45}"/>
              </a:ext>
            </a:extLst>
          </p:cNvPr>
          <p:cNvSpPr>
            <a:spLocks xmlns:a="http://schemas.openxmlformats.org/drawingml/2006/main" noGrp="1"/>
          </p:cNvSpPr>
          <p:nvPr/>
        </p:nvSpPr>
        <p:spPr>
          <a:xfrm xmlns:a="http://schemas.openxmlformats.org/drawingml/2006/main">
            <a:off x="1133475" y="2352675"/>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DB を再開する</a:t>
            </a:r>
          </a:p>
        </p:txBody>
      </p:sp>
      <p:sp>
        <p:nvSpPr>
          <p:cNvPr id="9" name="">
            <a:extLst xmlns:a="http://schemas.openxmlformats.org/drawingml/2006/main">
              <a:ext uri="{FF2B5EF4-FFF2-40B4-BE49-F238E27FC236}">
                <a16:creationId xmlns:a16="http://schemas.microsoft.com/office/drawing/2014/main" id="{A3FCE745-E352-4CB1-B8D3-0F717B64E8D7}"/>
              </a:ext>
            </a:extLst>
          </p:cNvPr>
          <p:cNvSpPr>
            <a:spLocks xmlns:a="http://schemas.openxmlformats.org/drawingml/2006/main" noGrp="1"/>
          </p:cNvSpPr>
          <p:nvPr/>
        </p:nvSpPr>
        <p:spPr>
          <a:xfrm xmlns:a="http://schemas.openxmlformats.org/drawingml/2006/main">
            <a:off x="1133475" y="2790825"/>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第5回で停止した PostgreSQL を Running に戻します。</a:t>
            </a:r>
          </a:p>
        </p:txBody>
      </p:sp>
      <p:sp>
        <p:nvSpPr>
          <p:cNvPr id="10" name="">
            <a:extLst xmlns:a="http://schemas.openxmlformats.org/drawingml/2006/main">
              <a:ext uri="{FF2B5EF4-FFF2-40B4-BE49-F238E27FC236}">
                <a16:creationId xmlns:a16="http://schemas.microsoft.com/office/drawing/2014/main" id="{F279E117-49BD-454D-BE81-6CB0BE0A740E}"/>
              </a:ext>
            </a:extLst>
          </p:cNvPr>
          <p:cNvSpPr>
            <a:spLocks xmlns:a="http://schemas.openxmlformats.org/drawingml/2006/main" noGrp="1"/>
          </p:cNvSpPr>
          <p:nvPr/>
        </p:nvSpPr>
        <p:spPr>
          <a:xfrm xmlns:a="http://schemas.openxmlformats.org/drawingml/2006/main">
            <a:off x="6067425" y="1952625"/>
            <a:ext cx="4933950" cy="1762125"/>
          </a:xfrm>
          <a:prstGeom xmlns:a="http://schemas.openxmlformats.org/drawingml/2006/main" prst="rect">
            <a:avLst/>
          </a:prstGeom>
          <a:ln xmlns:a="http://schemas.openxmlformats.org/drawingml/2006/main" w="9525">
            <a:solidFill>
              <a:srgbClr val="DBE4EF"/>
            </a:solidFill>
            <a:prstDash val="solid"/>
          </a:ln>
        </p:spPr>
      </p:sp>
      <p:sp>
        <p:nvSpPr>
          <p:cNvPr id="11" name="">
            <a:extLst xmlns:a="http://schemas.openxmlformats.org/drawingml/2006/main">
              <a:ext uri="{FF2B5EF4-FFF2-40B4-BE49-F238E27FC236}">
                <a16:creationId xmlns:a16="http://schemas.microsoft.com/office/drawing/2014/main" id="{7E940594-4842-4EC1-A528-E1AAFA4C398E}"/>
              </a:ext>
            </a:extLst>
          </p:cNvPr>
          <p:cNvSpPr>
            <a:spLocks xmlns:a="http://schemas.openxmlformats.org/drawingml/2006/main" noGrp="1"/>
          </p:cNvSpPr>
          <p:nvPr/>
        </p:nvSpPr>
        <p:spPr>
          <a:xfrm xmlns:a="http://schemas.openxmlformats.org/drawingml/2006/main">
            <a:off x="6067425" y="1952625"/>
            <a:ext cx="76200" cy="1762125"/>
          </a:xfrm>
          <a:prstGeom xmlns:a="http://schemas.openxmlformats.org/drawingml/2006/main" prst="rect">
            <a:avLst/>
          </a:prstGeom>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81923FDB-D3A1-40F7-9CE6-63CA9572EBA3}"/>
              </a:ext>
            </a:extLst>
          </p:cNvPr>
          <p:cNvSpPr>
            <a:spLocks xmlns:a="http://schemas.openxmlformats.org/drawingml/2006/main" noGrp="1"/>
          </p:cNvSpPr>
          <p:nvPr/>
        </p:nvSpPr>
        <p:spPr>
          <a:xfrm xmlns:a="http://schemas.openxmlformats.org/drawingml/2006/main">
            <a:off x="6296025" y="2124075"/>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Goal 2</a:t>
            </a:r>
          </a:p>
        </p:txBody>
      </p:sp>
      <p:sp>
        <p:nvSpPr>
          <p:cNvPr id="13" name="">
            <a:extLst xmlns:a="http://schemas.openxmlformats.org/drawingml/2006/main">
              <a:ext uri="{FF2B5EF4-FFF2-40B4-BE49-F238E27FC236}">
                <a16:creationId xmlns:a16="http://schemas.microsoft.com/office/drawing/2014/main" id="{C3BC7588-8148-48EF-8985-630BD8AE3543}"/>
              </a:ext>
            </a:extLst>
          </p:cNvPr>
          <p:cNvSpPr>
            <a:spLocks xmlns:a="http://schemas.openxmlformats.org/drawingml/2006/main" noGrp="1"/>
          </p:cNvSpPr>
          <p:nvPr/>
        </p:nvSpPr>
        <p:spPr>
          <a:xfrm xmlns:a="http://schemas.openxmlformats.org/drawingml/2006/main">
            <a:off x="6296025" y="2352675"/>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GitHub Actions を設定</a:t>
            </a:r>
          </a:p>
        </p:txBody>
      </p:sp>
      <p:sp>
        <p:nvSpPr>
          <p:cNvPr id="14" name="">
            <a:extLst xmlns:a="http://schemas.openxmlformats.org/drawingml/2006/main">
              <a:ext uri="{FF2B5EF4-FFF2-40B4-BE49-F238E27FC236}">
                <a16:creationId xmlns:a16="http://schemas.microsoft.com/office/drawing/2014/main" id="{59661BA1-6B62-45E3-A16A-5BD07AD20BDC}"/>
              </a:ext>
            </a:extLst>
          </p:cNvPr>
          <p:cNvSpPr>
            <a:spLocks xmlns:a="http://schemas.openxmlformats.org/drawingml/2006/main" noGrp="1"/>
          </p:cNvSpPr>
          <p:nvPr/>
        </p:nvSpPr>
        <p:spPr>
          <a:xfrm xmlns:a="http://schemas.openxmlformats.org/drawingml/2006/main">
            <a:off x="6296025" y="2790825"/>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Secret と variables を登録し、workflow を有効化します。</a:t>
            </a:r>
          </a:p>
        </p:txBody>
      </p:sp>
      <p:sp>
        <p:nvSpPr>
          <p:cNvPr id="15" name="">
            <a:extLst xmlns:a="http://schemas.openxmlformats.org/drawingml/2006/main">
              <a:ext uri="{FF2B5EF4-FFF2-40B4-BE49-F238E27FC236}">
                <a16:creationId xmlns:a16="http://schemas.microsoft.com/office/drawing/2014/main" id="{B4610D5F-64F3-46FD-8E2E-7AEAA01010A2}"/>
              </a:ext>
            </a:extLst>
          </p:cNvPr>
          <p:cNvSpPr>
            <a:spLocks xmlns:a="http://schemas.openxmlformats.org/drawingml/2006/main" noGrp="1"/>
          </p:cNvSpPr>
          <p:nvPr/>
        </p:nvSpPr>
        <p:spPr>
          <a:xfrm xmlns:a="http://schemas.openxmlformats.org/drawingml/2006/main">
            <a:off x="904875" y="3924300"/>
            <a:ext cx="4933950" cy="1762125"/>
          </a:xfrm>
          <a:prstGeom xmlns:a="http://schemas.openxmlformats.org/drawingml/2006/main" prst="rect">
            <a:avLst/>
          </a:prstGeom>
          <a:ln xmlns:a="http://schemas.openxmlformats.org/drawingml/2006/main" w="9525">
            <a:solidFill>
              <a:srgbClr val="DBE4EF"/>
            </a:solidFill>
            <a:prstDash val="solid"/>
          </a:ln>
        </p:spPr>
      </p:sp>
      <p:sp>
        <p:nvSpPr>
          <p:cNvPr id="16" name="">
            <a:extLst xmlns:a="http://schemas.openxmlformats.org/drawingml/2006/main">
              <a:ext uri="{FF2B5EF4-FFF2-40B4-BE49-F238E27FC236}">
                <a16:creationId xmlns:a16="http://schemas.microsoft.com/office/drawing/2014/main" id="{1A029657-4842-4510-A740-0F18C8311E05}"/>
              </a:ext>
            </a:extLst>
          </p:cNvPr>
          <p:cNvSpPr>
            <a:spLocks xmlns:a="http://schemas.openxmlformats.org/drawingml/2006/main" noGrp="1"/>
          </p:cNvSpPr>
          <p:nvPr/>
        </p:nvSpPr>
        <p:spPr>
          <a:xfrm xmlns:a="http://schemas.openxmlformats.org/drawingml/2006/main">
            <a:off x="904875" y="3924300"/>
            <a:ext cx="76200" cy="1762125"/>
          </a:xfrm>
          <a:prstGeom xmlns:a="http://schemas.openxmlformats.org/drawingml/2006/main" prst="rect">
            <a:avLst/>
          </a:prstGeom>
          <a:ln xmlns:a="http://schemas.openxmlformats.org/drawingml/2006/main" w="0">
            <a:solidFill>
              <a:srgbClr val="EA580C"/>
            </a:solidFill>
            <a:prstDash val="solid"/>
          </a:ln>
        </p:spPr>
      </p:sp>
      <p:sp>
        <p:nvSpPr>
          <p:cNvPr id="17" name="">
            <a:extLst xmlns:a="http://schemas.openxmlformats.org/drawingml/2006/main">
              <a:ext uri="{FF2B5EF4-FFF2-40B4-BE49-F238E27FC236}">
                <a16:creationId xmlns:a16="http://schemas.microsoft.com/office/drawing/2014/main" id="{C9109B3B-8317-4E73-A076-ABD1AF6B5636}"/>
              </a:ext>
            </a:extLst>
          </p:cNvPr>
          <p:cNvSpPr>
            <a:spLocks xmlns:a="http://schemas.openxmlformats.org/drawingml/2006/main" noGrp="1"/>
          </p:cNvSpPr>
          <p:nvPr/>
        </p:nvSpPr>
        <p:spPr>
          <a:xfrm xmlns:a="http://schemas.openxmlformats.org/drawingml/2006/main">
            <a:off x="1133475" y="4095750"/>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Goal 3</a:t>
            </a:r>
          </a:p>
        </p:txBody>
      </p:sp>
      <p:sp>
        <p:nvSpPr>
          <p:cNvPr id="18" name="">
            <a:extLst xmlns:a="http://schemas.openxmlformats.org/drawingml/2006/main">
              <a:ext uri="{FF2B5EF4-FFF2-40B4-BE49-F238E27FC236}">
                <a16:creationId xmlns:a16="http://schemas.microsoft.com/office/drawing/2014/main" id="{6212254B-55A2-4DE8-A85A-229AD96A4A17}"/>
              </a:ext>
            </a:extLst>
          </p:cNvPr>
          <p:cNvSpPr>
            <a:spLocks xmlns:a="http://schemas.openxmlformats.org/drawingml/2006/main" noGrp="1"/>
          </p:cNvSpPr>
          <p:nvPr/>
        </p:nvSpPr>
        <p:spPr>
          <a:xfrm xmlns:a="http://schemas.openxmlformats.org/drawingml/2006/main">
            <a:off x="1133475" y="4324350"/>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デプロイを確認</a:t>
            </a:r>
          </a:p>
        </p:txBody>
      </p:sp>
      <p:sp>
        <p:nvSpPr>
          <p:cNvPr id="19" name="">
            <a:extLst xmlns:a="http://schemas.openxmlformats.org/drawingml/2006/main">
              <a:ext uri="{FF2B5EF4-FFF2-40B4-BE49-F238E27FC236}">
                <a16:creationId xmlns:a16="http://schemas.microsoft.com/office/drawing/2014/main" id="{5A16F3BE-DC09-4AB5-9E52-921674393370}"/>
              </a:ext>
            </a:extLst>
          </p:cNvPr>
          <p:cNvSpPr>
            <a:spLocks xmlns:a="http://schemas.openxmlformats.org/drawingml/2006/main" noGrp="1"/>
          </p:cNvSpPr>
          <p:nvPr/>
        </p:nvSpPr>
        <p:spPr>
          <a:xfrm xmlns:a="http://schemas.openxmlformats.org/drawingml/2006/main">
            <a:off x="1133475" y="4762500"/>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ACR のイメージと Container Apps の revision を確認します。</a:t>
            </a:r>
          </a:p>
        </p:txBody>
      </p:sp>
      <p:sp>
        <p:nvSpPr>
          <p:cNvPr id="20" name="">
            <a:extLst xmlns:a="http://schemas.openxmlformats.org/drawingml/2006/main">
              <a:ext uri="{FF2B5EF4-FFF2-40B4-BE49-F238E27FC236}">
                <a16:creationId xmlns:a16="http://schemas.microsoft.com/office/drawing/2014/main" id="{10BD4B63-9897-4079-973A-9ADB47458E00}"/>
              </a:ext>
            </a:extLst>
          </p:cNvPr>
          <p:cNvSpPr>
            <a:spLocks xmlns:a="http://schemas.openxmlformats.org/drawingml/2006/main" noGrp="1"/>
          </p:cNvSpPr>
          <p:nvPr/>
        </p:nvSpPr>
        <p:spPr>
          <a:xfrm xmlns:a="http://schemas.openxmlformats.org/drawingml/2006/main">
            <a:off x="6067425" y="3924300"/>
            <a:ext cx="4933950" cy="1762125"/>
          </a:xfrm>
          <a:prstGeom xmlns:a="http://schemas.openxmlformats.org/drawingml/2006/main" prst="rect">
            <a:avLst/>
          </a:prstGeom>
          <a:ln xmlns:a="http://schemas.openxmlformats.org/drawingml/2006/main" w="9525">
            <a:solidFill>
              <a:srgbClr val="DBE4EF"/>
            </a:solidFill>
            <a:prstDash val="solid"/>
          </a:ln>
        </p:spPr>
      </p:sp>
      <p:sp>
        <p:nvSpPr>
          <p:cNvPr id="21" name="">
            <a:extLst xmlns:a="http://schemas.openxmlformats.org/drawingml/2006/main">
              <a:ext uri="{FF2B5EF4-FFF2-40B4-BE49-F238E27FC236}">
                <a16:creationId xmlns:a16="http://schemas.microsoft.com/office/drawing/2014/main" id="{0D1F41EC-659E-46D2-8B88-D637E5CF2C5F}"/>
              </a:ext>
            </a:extLst>
          </p:cNvPr>
          <p:cNvSpPr>
            <a:spLocks xmlns:a="http://schemas.openxmlformats.org/drawingml/2006/main" noGrp="1"/>
          </p:cNvSpPr>
          <p:nvPr/>
        </p:nvSpPr>
        <p:spPr>
          <a:xfrm xmlns:a="http://schemas.openxmlformats.org/drawingml/2006/main">
            <a:off x="6067425" y="3924300"/>
            <a:ext cx="76200" cy="1762125"/>
          </a:xfrm>
          <a:prstGeom xmlns:a="http://schemas.openxmlformats.org/drawingml/2006/main" prst="rect">
            <a:avLst/>
          </a:prstGeom>
          <a:ln xmlns:a="http://schemas.openxmlformats.org/drawingml/2006/main" w="0">
            <a:solidFill>
              <a:srgbClr val="15803D"/>
            </a:solidFill>
            <a:prstDash val="solid"/>
          </a:ln>
        </p:spPr>
      </p:sp>
      <p:sp>
        <p:nvSpPr>
          <p:cNvPr id="22" name="">
            <a:extLst xmlns:a="http://schemas.openxmlformats.org/drawingml/2006/main">
              <a:ext uri="{FF2B5EF4-FFF2-40B4-BE49-F238E27FC236}">
                <a16:creationId xmlns:a16="http://schemas.microsoft.com/office/drawing/2014/main" id="{24D2C738-F5A3-4620-A210-45B49B1154F9}"/>
              </a:ext>
            </a:extLst>
          </p:cNvPr>
          <p:cNvSpPr>
            <a:spLocks xmlns:a="http://schemas.openxmlformats.org/drawingml/2006/main" noGrp="1"/>
          </p:cNvSpPr>
          <p:nvPr/>
        </p:nvSpPr>
        <p:spPr>
          <a:xfrm xmlns:a="http://schemas.openxmlformats.org/drawingml/2006/main">
            <a:off x="6296025" y="4095750"/>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Goal 4</a:t>
            </a:r>
          </a:p>
        </p:txBody>
      </p:sp>
      <p:sp>
        <p:nvSpPr>
          <p:cNvPr id="23" name="">
            <a:extLst xmlns:a="http://schemas.openxmlformats.org/drawingml/2006/main">
              <a:ext uri="{FF2B5EF4-FFF2-40B4-BE49-F238E27FC236}">
                <a16:creationId xmlns:a16="http://schemas.microsoft.com/office/drawing/2014/main" id="{20FBFA85-A648-4F8D-AA5A-9F552796D566}"/>
              </a:ext>
            </a:extLst>
          </p:cNvPr>
          <p:cNvSpPr>
            <a:spLocks xmlns:a="http://schemas.openxmlformats.org/drawingml/2006/main" noGrp="1"/>
          </p:cNvSpPr>
          <p:nvPr/>
        </p:nvSpPr>
        <p:spPr>
          <a:xfrm xmlns:a="http://schemas.openxmlformats.org/drawingml/2006/main">
            <a:off x="6296025" y="4324350"/>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動作と後片付け</a:t>
            </a:r>
          </a:p>
        </p:txBody>
      </p:sp>
      <p:sp>
        <p:nvSpPr>
          <p:cNvPr id="24" name="">
            <a:extLst xmlns:a="http://schemas.openxmlformats.org/drawingml/2006/main">
              <a:ext uri="{FF2B5EF4-FFF2-40B4-BE49-F238E27FC236}">
                <a16:creationId xmlns:a16="http://schemas.microsoft.com/office/drawing/2014/main" id="{37ED4639-D238-40E7-94B7-1191406B628A}"/>
              </a:ext>
            </a:extLst>
          </p:cNvPr>
          <p:cNvSpPr>
            <a:spLocks xmlns:a="http://schemas.openxmlformats.org/drawingml/2006/main" noGrp="1"/>
          </p:cNvSpPr>
          <p:nvPr/>
        </p:nvSpPr>
        <p:spPr>
          <a:xfrm xmlns:a="http://schemas.openxmlformats.org/drawingml/2006/main">
            <a:off x="6296025" y="4762500"/>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Todo 操作を確認し、停止または削除方針を決めます。</a:t>
            </a:r>
          </a:p>
        </p:txBody>
      </p:sp>
      <p:sp>
        <p:nvSpPr>
          <p:cNvPr id="25" name="">
            <a:extLst xmlns:a="http://schemas.openxmlformats.org/drawingml/2006/main">
              <a:ext uri="{FF2B5EF4-FFF2-40B4-BE49-F238E27FC236}">
                <a16:creationId xmlns:a16="http://schemas.microsoft.com/office/drawing/2014/main" id="{4D546CCD-D8A5-44E8-8944-D3A05C17BE35}"/>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F5FBF0-D566-4984-BA5E-41E368B9433D}"/>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第5回の終了状態</a:t>
            </a:r>
          </a:p>
        </p:txBody>
      </p:sp>
      <p:sp>
        <p:nvSpPr>
          <p:cNvPr id="2" name="">
            <a:extLst xmlns:a="http://schemas.openxmlformats.org/drawingml/2006/main">
              <a:ext uri="{FF2B5EF4-FFF2-40B4-BE49-F238E27FC236}">
                <a16:creationId xmlns:a16="http://schemas.microsoft.com/office/drawing/2014/main" id="{44C015F9-E75A-4FC7-9203-B8721DBF619B}"/>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03 / 48</a:t>
            </a:r>
          </a:p>
        </p:txBody>
      </p:sp>
      <p:sp>
        <p:nvSpPr>
          <p:cNvPr id="3" name="">
            <a:extLst xmlns:a="http://schemas.openxmlformats.org/drawingml/2006/main">
              <a:ext uri="{FF2B5EF4-FFF2-40B4-BE49-F238E27FC236}">
                <a16:creationId xmlns:a16="http://schemas.microsoft.com/office/drawing/2014/main" id="{9F9E7957-0298-46EE-8172-6AB973995C12}"/>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078CED54-93DD-4FB8-83E3-2ECA23C23632}"/>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前回は Azure 側の土台を作り、PostgreSQL を停止して引き継ぎました。本回はその状態から再開します。</a:t>
            </a:r>
          </a:p>
        </p:txBody>
      </p:sp>
      <p:sp>
        <p:nvSpPr>
          <p:cNvPr id="5" name="">
            <a:extLst xmlns:a="http://schemas.openxmlformats.org/drawingml/2006/main">
              <a:ext uri="{FF2B5EF4-FFF2-40B4-BE49-F238E27FC236}">
                <a16:creationId xmlns:a16="http://schemas.microsoft.com/office/drawing/2014/main" id="{451FBCF5-48FB-4BB8-B331-FD8175E05880}"/>
              </a:ext>
            </a:extLst>
          </p:cNvPr>
          <p:cNvSpPr>
            <a:spLocks xmlns:a="http://schemas.openxmlformats.org/drawingml/2006/main" noGrp="1"/>
          </p:cNvSpPr>
          <p:nvPr/>
        </p:nvSpPr>
        <p:spPr>
          <a:xfrm xmlns:a="http://schemas.openxmlformats.org/drawingml/2006/main">
            <a:off x="2238375" y="1619250"/>
            <a:ext cx="771525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F2937"/>
                </a:solidFill>
                <a:latin typeface="Yu Gothic"/>
                <a:ea typeface="Yu Gothic"/>
                <a:cs typeface="Yu Gothic"/>
              </a:defRPr>
            </a:pPr>
            <a:r>
              <a:rPr sz="1500" b="1">
                <a:solidFill>
                  <a:srgbClr val="1F2937"/>
                </a:solidFill>
                <a:latin typeface="Yu Gothic"/>
                <a:ea typeface="Yu Gothic"/>
                <a:cs typeface="Yu Gothic"/>
              </a:rPr>
              <a:t>第5回の完了条件は「土台作成」と「値の記録」</a:t>
            </a:r>
          </a:p>
        </p:txBody>
      </p:sp>
      <p:sp>
        <p:nvSpPr>
          <p:cNvPr id="6" name="">
            <a:extLst xmlns:a="http://schemas.openxmlformats.org/drawingml/2006/main">
              <a:ext uri="{FF2B5EF4-FFF2-40B4-BE49-F238E27FC236}">
                <a16:creationId xmlns:a16="http://schemas.microsoft.com/office/drawing/2014/main" id="{BA2A7A53-A276-4BE8-B1A1-22D19146F94A}"/>
              </a:ext>
            </a:extLst>
          </p:cNvPr>
          <p:cNvSpPr>
            <a:spLocks xmlns:a="http://schemas.openxmlformats.org/drawingml/2006/main" noGrp="1"/>
          </p:cNvSpPr>
          <p:nvPr/>
        </p:nvSpPr>
        <p:spPr>
          <a:xfrm xmlns:a="http://schemas.openxmlformats.org/drawingml/2006/main">
            <a:off x="1190625" y="2238375"/>
            <a:ext cx="6381750" cy="2809875"/>
          </a:xfrm>
          <a:prstGeom xmlns:a="http://schemas.openxmlformats.org/drawingml/2006/main" prst="rect">
            <a:avLst/>
          </a:prstGeom>
          <a:ln xmlns:a="http://schemas.openxmlformats.org/drawingml/2006/main" w="14288">
            <a:solidFill>
              <a:srgbClr val="15803D"/>
            </a:solidFill>
            <a:prstDash val="solid"/>
          </a:ln>
        </p:spPr>
      </p:sp>
      <p:sp>
        <p:nvSpPr>
          <p:cNvPr id="7" name="">
            <a:extLst xmlns:a="http://schemas.openxmlformats.org/drawingml/2006/main">
              <a:ext uri="{FF2B5EF4-FFF2-40B4-BE49-F238E27FC236}">
                <a16:creationId xmlns:a16="http://schemas.microsoft.com/office/drawing/2014/main" id="{1EE47AC2-4F33-40C1-AE59-8C564822FA11}"/>
              </a:ext>
            </a:extLst>
          </p:cNvPr>
          <p:cNvSpPr>
            <a:spLocks xmlns:a="http://schemas.openxmlformats.org/drawingml/2006/main" noGrp="1"/>
          </p:cNvSpPr>
          <p:nvPr/>
        </p:nvSpPr>
        <p:spPr>
          <a:xfrm xmlns:a="http://schemas.openxmlformats.org/drawingml/2006/main">
            <a:off x="7905750" y="2238375"/>
            <a:ext cx="3095625" cy="2809875"/>
          </a:xfrm>
          <a:prstGeom xmlns:a="http://schemas.openxmlformats.org/drawingml/2006/main" prst="rect">
            <a:avLst/>
          </a:prstGeom>
          <a:ln xmlns:a="http://schemas.openxmlformats.org/drawingml/2006/main" w="14288">
            <a:solidFill>
              <a:srgbClr val="EA580C"/>
            </a:solidFill>
            <a:prstDash val="solid"/>
          </a:ln>
        </p:spPr>
      </p:sp>
      <p:sp>
        <p:nvSpPr>
          <p:cNvPr id="8" name="">
            <a:extLst xmlns:a="http://schemas.openxmlformats.org/drawingml/2006/main">
              <a:ext uri="{FF2B5EF4-FFF2-40B4-BE49-F238E27FC236}">
                <a16:creationId xmlns:a16="http://schemas.microsoft.com/office/drawing/2014/main" id="{28D16C9E-ECAF-48A0-BC5A-C0848DBB3C80}"/>
              </a:ext>
            </a:extLst>
          </p:cNvPr>
          <p:cNvSpPr>
            <a:spLocks xmlns:a="http://schemas.openxmlformats.org/drawingml/2006/main" noGrp="1"/>
          </p:cNvSpPr>
          <p:nvPr/>
        </p:nvSpPr>
        <p:spPr>
          <a:xfrm xmlns:a="http://schemas.openxmlformats.org/drawingml/2006/main">
            <a:off x="1524000" y="2428875"/>
            <a:ext cx="2857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5803D"/>
                </a:solidFill>
                <a:latin typeface="Yu Gothic"/>
                <a:ea typeface="Yu Gothic"/>
                <a:cs typeface="Yu Gothic"/>
              </a:defRPr>
            </a:pPr>
            <a:r>
              <a:rPr sz="1425" b="1">
                <a:solidFill>
                  <a:srgbClr val="15803D"/>
                </a:solidFill>
                <a:latin typeface="Yu Gothic"/>
                <a:ea typeface="Yu Gothic"/>
                <a:cs typeface="Yu Gothic"/>
              </a:rPr>
              <a:t>第5回で作成済み</a:t>
            </a:r>
          </a:p>
        </p:txBody>
      </p:sp>
      <p:sp>
        <p:nvSpPr>
          <p:cNvPr id="9" name="">
            <a:extLst xmlns:a="http://schemas.openxmlformats.org/drawingml/2006/main">
              <a:ext uri="{FF2B5EF4-FFF2-40B4-BE49-F238E27FC236}">
                <a16:creationId xmlns:a16="http://schemas.microsoft.com/office/drawing/2014/main" id="{11172A47-665B-47F1-9148-2572E755FAB3}"/>
              </a:ext>
            </a:extLst>
          </p:cNvPr>
          <p:cNvSpPr>
            <a:spLocks xmlns:a="http://schemas.openxmlformats.org/drawingml/2006/main" noGrp="1"/>
          </p:cNvSpPr>
          <p:nvPr/>
        </p:nvSpPr>
        <p:spPr>
          <a:xfrm xmlns:a="http://schemas.openxmlformats.org/drawingml/2006/main">
            <a:off x="8239125" y="24288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EA580C"/>
                </a:solidFill>
                <a:latin typeface="Yu Gothic"/>
                <a:ea typeface="Yu Gothic"/>
                <a:cs typeface="Yu Gothic"/>
              </a:defRPr>
            </a:pPr>
            <a:r>
              <a:rPr sz="1425" b="1">
                <a:solidFill>
                  <a:srgbClr val="EA580C"/>
                </a:solidFill>
                <a:latin typeface="Yu Gothic"/>
                <a:ea typeface="Yu Gothic"/>
                <a:cs typeface="Yu Gothic"/>
              </a:rPr>
              <a:t>第6回で更新</a:t>
            </a:r>
          </a:p>
        </p:txBody>
      </p:sp>
      <p:sp>
        <p:nvSpPr>
          <p:cNvPr id="10" name="">
            <a:extLst xmlns:a="http://schemas.openxmlformats.org/drawingml/2006/main">
              <a:ext uri="{FF2B5EF4-FFF2-40B4-BE49-F238E27FC236}">
                <a16:creationId xmlns:a16="http://schemas.microsoft.com/office/drawing/2014/main" id="{91C21DD4-5F76-475E-B37D-5D1CE3523361}"/>
              </a:ext>
            </a:extLst>
          </p:cNvPr>
          <p:cNvSpPr>
            <a:spLocks xmlns:a="http://schemas.openxmlformats.org/drawingml/2006/main" noGrp="1"/>
          </p:cNvSpPr>
          <p:nvPr/>
        </p:nvSpPr>
        <p:spPr>
          <a:xfrm xmlns:a="http://schemas.openxmlformats.org/drawingml/2006/main">
            <a:off x="1666875" y="2857500"/>
            <a:ext cx="2143125" cy="476250"/>
          </a:xfrm>
          <a:prstGeom xmlns:a="http://schemas.openxmlformats.org/drawingml/2006/main" prst="rect">
            <a:avLst/>
          </a:prstGeom>
          <a:ln xmlns:a="http://schemas.openxmlformats.org/drawingml/2006/main" w="12383">
            <a:solidFill>
              <a:srgbClr val="2563EB"/>
            </a:solidFill>
            <a:prstDash val="solid"/>
          </a:ln>
        </p:spPr>
      </p:sp>
      <p:sp>
        <p:nvSpPr>
          <p:cNvPr id="11" name="">
            <a:extLst xmlns:a="http://schemas.openxmlformats.org/drawingml/2006/main">
              <a:ext uri="{FF2B5EF4-FFF2-40B4-BE49-F238E27FC236}">
                <a16:creationId xmlns:a16="http://schemas.microsoft.com/office/drawing/2014/main" id="{A7AD4FC1-94A3-451C-A6C6-D29AED00CA0E}"/>
              </a:ext>
            </a:extLst>
          </p:cNvPr>
          <p:cNvSpPr>
            <a:spLocks xmlns:a="http://schemas.openxmlformats.org/drawingml/2006/main" noGrp="1"/>
          </p:cNvSpPr>
          <p:nvPr/>
        </p:nvSpPr>
        <p:spPr>
          <a:xfrm xmlns:a="http://schemas.openxmlformats.org/drawingml/2006/main">
            <a:off x="1781175" y="2952750"/>
            <a:ext cx="1914525"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Resource group</a:t>
            </a:r>
          </a:p>
        </p:txBody>
      </p:sp>
      <p:sp>
        <p:nvSpPr>
          <p:cNvPr id="12" name="">
            <a:extLst xmlns:a="http://schemas.openxmlformats.org/drawingml/2006/main">
              <a:ext uri="{FF2B5EF4-FFF2-40B4-BE49-F238E27FC236}">
                <a16:creationId xmlns:a16="http://schemas.microsoft.com/office/drawing/2014/main" id="{2C333BB0-CB04-4DA5-B547-364791C3289D}"/>
              </a:ext>
            </a:extLst>
          </p:cNvPr>
          <p:cNvSpPr>
            <a:spLocks xmlns:a="http://schemas.openxmlformats.org/drawingml/2006/main" noGrp="1"/>
          </p:cNvSpPr>
          <p:nvPr/>
        </p:nvSpPr>
        <p:spPr>
          <a:xfrm xmlns:a="http://schemas.openxmlformats.org/drawingml/2006/main">
            <a:off x="1781175" y="3267075"/>
            <a:ext cx="1914525" cy="190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残す</a:t>
            </a:r>
          </a:p>
        </p:txBody>
      </p:sp>
      <p:sp>
        <p:nvSpPr>
          <p:cNvPr id="13" name="">
            <a:extLst xmlns:a="http://schemas.openxmlformats.org/drawingml/2006/main">
              <a:ext uri="{FF2B5EF4-FFF2-40B4-BE49-F238E27FC236}">
                <a16:creationId xmlns:a16="http://schemas.microsoft.com/office/drawing/2014/main" id="{EE0A4164-B83B-4601-BF8F-9229879F58F9}"/>
              </a:ext>
            </a:extLst>
          </p:cNvPr>
          <p:cNvSpPr>
            <a:spLocks xmlns:a="http://schemas.openxmlformats.org/drawingml/2006/main" noGrp="1"/>
          </p:cNvSpPr>
          <p:nvPr/>
        </p:nvSpPr>
        <p:spPr>
          <a:xfrm xmlns:a="http://schemas.openxmlformats.org/drawingml/2006/main">
            <a:off x="4524375" y="2857500"/>
            <a:ext cx="2143125" cy="476250"/>
          </a:xfrm>
          <a:prstGeom xmlns:a="http://schemas.openxmlformats.org/drawingml/2006/main" prst="rect">
            <a:avLst/>
          </a:prstGeom>
          <a:ln xmlns:a="http://schemas.openxmlformats.org/drawingml/2006/main" w="12383">
            <a:solidFill>
              <a:srgbClr val="0F766E"/>
            </a:solidFill>
            <a:prstDash val="solid"/>
          </a:ln>
        </p:spPr>
      </p:sp>
      <p:sp>
        <p:nvSpPr>
          <p:cNvPr id="14" name="">
            <a:extLst xmlns:a="http://schemas.openxmlformats.org/drawingml/2006/main">
              <a:ext uri="{FF2B5EF4-FFF2-40B4-BE49-F238E27FC236}">
                <a16:creationId xmlns:a16="http://schemas.microsoft.com/office/drawing/2014/main" id="{5AEC1741-7485-446E-9A22-FF79A6DFAB38}"/>
              </a:ext>
            </a:extLst>
          </p:cNvPr>
          <p:cNvSpPr>
            <a:spLocks xmlns:a="http://schemas.openxmlformats.org/drawingml/2006/main" noGrp="1"/>
          </p:cNvSpPr>
          <p:nvPr/>
        </p:nvSpPr>
        <p:spPr>
          <a:xfrm xmlns:a="http://schemas.openxmlformats.org/drawingml/2006/main">
            <a:off x="4638675" y="2952750"/>
            <a:ext cx="1914525"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VNet / Subnets</a:t>
            </a:r>
          </a:p>
        </p:txBody>
      </p:sp>
      <p:sp>
        <p:nvSpPr>
          <p:cNvPr id="15" name="">
            <a:extLst xmlns:a="http://schemas.openxmlformats.org/drawingml/2006/main">
              <a:ext uri="{FF2B5EF4-FFF2-40B4-BE49-F238E27FC236}">
                <a16:creationId xmlns:a16="http://schemas.microsoft.com/office/drawing/2014/main" id="{BB035758-4192-4C04-B80C-8C1B094F84A0}"/>
              </a:ext>
            </a:extLst>
          </p:cNvPr>
          <p:cNvSpPr>
            <a:spLocks xmlns:a="http://schemas.openxmlformats.org/drawingml/2006/main" noGrp="1"/>
          </p:cNvSpPr>
          <p:nvPr/>
        </p:nvSpPr>
        <p:spPr>
          <a:xfrm xmlns:a="http://schemas.openxmlformats.org/drawingml/2006/main">
            <a:off x="4638675" y="3267075"/>
            <a:ext cx="1914525" cy="190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接続先として参照</a:t>
            </a:r>
          </a:p>
        </p:txBody>
      </p:sp>
      <p:sp>
        <p:nvSpPr>
          <p:cNvPr id="16" name="">
            <a:extLst xmlns:a="http://schemas.openxmlformats.org/drawingml/2006/main">
              <a:ext uri="{FF2B5EF4-FFF2-40B4-BE49-F238E27FC236}">
                <a16:creationId xmlns:a16="http://schemas.microsoft.com/office/drawing/2014/main" id="{93216BD4-C21B-4B89-9312-AB781A3DF027}"/>
              </a:ext>
            </a:extLst>
          </p:cNvPr>
          <p:cNvSpPr>
            <a:spLocks xmlns:a="http://schemas.openxmlformats.org/drawingml/2006/main" noGrp="1"/>
          </p:cNvSpPr>
          <p:nvPr/>
        </p:nvSpPr>
        <p:spPr>
          <a:xfrm xmlns:a="http://schemas.openxmlformats.org/drawingml/2006/main">
            <a:off x="1666875" y="3495675"/>
            <a:ext cx="2143125" cy="476250"/>
          </a:xfrm>
          <a:prstGeom xmlns:a="http://schemas.openxmlformats.org/drawingml/2006/main" prst="rect">
            <a:avLst/>
          </a:prstGeom>
          <a:ln xmlns:a="http://schemas.openxmlformats.org/drawingml/2006/main" w="12383">
            <a:solidFill>
              <a:srgbClr val="EA580C"/>
            </a:solidFill>
            <a:prstDash val="solid"/>
          </a:ln>
        </p:spPr>
      </p:sp>
      <p:sp>
        <p:nvSpPr>
          <p:cNvPr id="17" name="">
            <a:extLst xmlns:a="http://schemas.openxmlformats.org/drawingml/2006/main">
              <a:ext uri="{FF2B5EF4-FFF2-40B4-BE49-F238E27FC236}">
                <a16:creationId xmlns:a16="http://schemas.microsoft.com/office/drawing/2014/main" id="{811B544C-70C5-404D-85F2-9CC2D5359EFC}"/>
              </a:ext>
            </a:extLst>
          </p:cNvPr>
          <p:cNvSpPr>
            <a:spLocks xmlns:a="http://schemas.openxmlformats.org/drawingml/2006/main" noGrp="1"/>
          </p:cNvSpPr>
          <p:nvPr/>
        </p:nvSpPr>
        <p:spPr>
          <a:xfrm xmlns:a="http://schemas.openxmlformats.org/drawingml/2006/main">
            <a:off x="1781175" y="3590925"/>
            <a:ext cx="1914525"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ACR</a:t>
            </a:r>
          </a:p>
        </p:txBody>
      </p:sp>
      <p:sp>
        <p:nvSpPr>
          <p:cNvPr id="18" name="">
            <a:extLst xmlns:a="http://schemas.openxmlformats.org/drawingml/2006/main">
              <a:ext uri="{FF2B5EF4-FFF2-40B4-BE49-F238E27FC236}">
                <a16:creationId xmlns:a16="http://schemas.microsoft.com/office/drawing/2014/main" id="{C171AB11-BE3B-4DAB-A9D8-458E0D5D0C50}"/>
              </a:ext>
            </a:extLst>
          </p:cNvPr>
          <p:cNvSpPr>
            <a:spLocks xmlns:a="http://schemas.openxmlformats.org/drawingml/2006/main" noGrp="1"/>
          </p:cNvSpPr>
          <p:nvPr/>
        </p:nvSpPr>
        <p:spPr>
          <a:xfrm xmlns:a="http://schemas.openxmlformats.org/drawingml/2006/main">
            <a:off x="1781175" y="3905250"/>
            <a:ext cx="1914525" cy="190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push 先として利用</a:t>
            </a:r>
          </a:p>
        </p:txBody>
      </p:sp>
      <p:sp>
        <p:nvSpPr>
          <p:cNvPr id="19" name="">
            <a:extLst xmlns:a="http://schemas.openxmlformats.org/drawingml/2006/main">
              <a:ext uri="{FF2B5EF4-FFF2-40B4-BE49-F238E27FC236}">
                <a16:creationId xmlns:a16="http://schemas.microsoft.com/office/drawing/2014/main" id="{DCB9CB96-14DB-4B5A-9207-F56C974D221E}"/>
              </a:ext>
            </a:extLst>
          </p:cNvPr>
          <p:cNvSpPr>
            <a:spLocks xmlns:a="http://schemas.openxmlformats.org/drawingml/2006/main" noGrp="1"/>
          </p:cNvSpPr>
          <p:nvPr/>
        </p:nvSpPr>
        <p:spPr>
          <a:xfrm xmlns:a="http://schemas.openxmlformats.org/drawingml/2006/main">
            <a:off x="4524375" y="3495675"/>
            <a:ext cx="2143125" cy="476250"/>
          </a:xfrm>
          <a:prstGeom xmlns:a="http://schemas.openxmlformats.org/drawingml/2006/main" prst="rect">
            <a:avLst/>
          </a:prstGeom>
          <a:ln xmlns:a="http://schemas.openxmlformats.org/drawingml/2006/main" w="12383">
            <a:solidFill>
              <a:srgbClr val="BE185D"/>
            </a:solidFill>
            <a:prstDash val="solid"/>
          </a:ln>
        </p:spPr>
      </p:sp>
      <p:sp>
        <p:nvSpPr>
          <p:cNvPr id="20" name="">
            <a:extLst xmlns:a="http://schemas.openxmlformats.org/drawingml/2006/main">
              <a:ext uri="{FF2B5EF4-FFF2-40B4-BE49-F238E27FC236}">
                <a16:creationId xmlns:a16="http://schemas.microsoft.com/office/drawing/2014/main" id="{383D2165-3041-4ADC-A281-EE070C8D28F3}"/>
              </a:ext>
            </a:extLst>
          </p:cNvPr>
          <p:cNvSpPr>
            <a:spLocks xmlns:a="http://schemas.openxmlformats.org/drawingml/2006/main" noGrp="1"/>
          </p:cNvSpPr>
          <p:nvPr/>
        </p:nvSpPr>
        <p:spPr>
          <a:xfrm xmlns:a="http://schemas.openxmlformats.org/drawingml/2006/main">
            <a:off x="4638675" y="3590925"/>
            <a:ext cx="1914525"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PostgreSQL</a:t>
            </a:r>
          </a:p>
        </p:txBody>
      </p:sp>
      <p:sp>
        <p:nvSpPr>
          <p:cNvPr id="21" name="">
            <a:extLst xmlns:a="http://schemas.openxmlformats.org/drawingml/2006/main">
              <a:ext uri="{FF2B5EF4-FFF2-40B4-BE49-F238E27FC236}">
                <a16:creationId xmlns:a16="http://schemas.microsoft.com/office/drawing/2014/main" id="{01B1A111-53E5-4217-9C81-D3FD47E9EF03}"/>
              </a:ext>
            </a:extLst>
          </p:cNvPr>
          <p:cNvSpPr>
            <a:spLocks xmlns:a="http://schemas.openxmlformats.org/drawingml/2006/main" noGrp="1"/>
          </p:cNvSpPr>
          <p:nvPr/>
        </p:nvSpPr>
        <p:spPr>
          <a:xfrm xmlns:a="http://schemas.openxmlformats.org/drawingml/2006/main">
            <a:off x="4638675" y="3905250"/>
            <a:ext cx="1914525" cy="190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Stopped から再開</a:t>
            </a:r>
          </a:p>
        </p:txBody>
      </p:sp>
      <p:sp>
        <p:nvSpPr>
          <p:cNvPr id="22" name="">
            <a:extLst xmlns:a="http://schemas.openxmlformats.org/drawingml/2006/main">
              <a:ext uri="{FF2B5EF4-FFF2-40B4-BE49-F238E27FC236}">
                <a16:creationId xmlns:a16="http://schemas.microsoft.com/office/drawing/2014/main" id="{71C1397C-B4D9-4134-B6FB-708A8F92CF84}"/>
              </a:ext>
            </a:extLst>
          </p:cNvPr>
          <p:cNvSpPr>
            <a:spLocks xmlns:a="http://schemas.openxmlformats.org/drawingml/2006/main" noGrp="1"/>
          </p:cNvSpPr>
          <p:nvPr/>
        </p:nvSpPr>
        <p:spPr>
          <a:xfrm xmlns:a="http://schemas.openxmlformats.org/drawingml/2006/main">
            <a:off x="1666875" y="4133850"/>
            <a:ext cx="2143125" cy="476250"/>
          </a:xfrm>
          <a:prstGeom xmlns:a="http://schemas.openxmlformats.org/drawingml/2006/main" prst="rect">
            <a:avLst/>
          </a:prstGeom>
          <a:ln xmlns:a="http://schemas.openxmlformats.org/drawingml/2006/main" w="12383">
            <a:solidFill>
              <a:srgbClr val="7C3AED"/>
            </a:solidFill>
            <a:prstDash val="solid"/>
          </a:ln>
        </p:spPr>
      </p:sp>
      <p:sp>
        <p:nvSpPr>
          <p:cNvPr id="23" name="">
            <a:extLst xmlns:a="http://schemas.openxmlformats.org/drawingml/2006/main">
              <a:ext uri="{FF2B5EF4-FFF2-40B4-BE49-F238E27FC236}">
                <a16:creationId xmlns:a16="http://schemas.microsoft.com/office/drawing/2014/main" id="{7A1C043B-8CB9-44FF-B2DA-7FB934DCAAE1}"/>
              </a:ext>
            </a:extLst>
          </p:cNvPr>
          <p:cNvSpPr>
            <a:spLocks xmlns:a="http://schemas.openxmlformats.org/drawingml/2006/main" noGrp="1"/>
          </p:cNvSpPr>
          <p:nvPr/>
        </p:nvSpPr>
        <p:spPr>
          <a:xfrm xmlns:a="http://schemas.openxmlformats.org/drawingml/2006/main">
            <a:off x="1781175" y="4229100"/>
            <a:ext cx="1914525"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63" b="1">
                <a:solidFill>
                  <a:srgbClr val="1F2937"/>
                </a:solidFill>
                <a:latin typeface="Yu Gothic"/>
                <a:ea typeface="Yu Gothic"/>
                <a:cs typeface="Yu Gothic"/>
              </a:defRPr>
            </a:pPr>
            <a:r>
              <a:rPr sz="1163" b="1">
                <a:solidFill>
                  <a:srgbClr val="1F2937"/>
                </a:solidFill>
                <a:latin typeface="Yu Gothic"/>
                <a:ea typeface="Yu Gothic"/>
                <a:cs typeface="Yu Gothic"/>
              </a:rPr>
              <a:t>Managed Identity / Entra</a:t>
            </a:r>
          </a:p>
        </p:txBody>
      </p:sp>
      <p:sp>
        <p:nvSpPr>
          <p:cNvPr id="24" name="">
            <a:extLst xmlns:a="http://schemas.openxmlformats.org/drawingml/2006/main">
              <a:ext uri="{FF2B5EF4-FFF2-40B4-BE49-F238E27FC236}">
                <a16:creationId xmlns:a16="http://schemas.microsoft.com/office/drawing/2014/main" id="{56A8C46B-0FC0-4BC6-A939-46325E8BA893}"/>
              </a:ext>
            </a:extLst>
          </p:cNvPr>
          <p:cNvSpPr>
            <a:spLocks xmlns:a="http://schemas.openxmlformats.org/drawingml/2006/main" noGrp="1"/>
          </p:cNvSpPr>
          <p:nvPr/>
        </p:nvSpPr>
        <p:spPr>
          <a:xfrm xmlns:a="http://schemas.openxmlformats.org/drawingml/2006/main">
            <a:off x="1781175" y="4543425"/>
            <a:ext cx="1914525" cy="190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ID を記録済み</a:t>
            </a:r>
          </a:p>
        </p:txBody>
      </p:sp>
      <p:sp>
        <p:nvSpPr>
          <p:cNvPr id="25" name="">
            <a:extLst xmlns:a="http://schemas.openxmlformats.org/drawingml/2006/main">
              <a:ext uri="{FF2B5EF4-FFF2-40B4-BE49-F238E27FC236}">
                <a16:creationId xmlns:a16="http://schemas.microsoft.com/office/drawing/2014/main" id="{9992A78D-6246-4516-AFC3-3867BE5AE4A3}"/>
              </a:ext>
            </a:extLst>
          </p:cNvPr>
          <p:cNvSpPr>
            <a:spLocks xmlns:a="http://schemas.openxmlformats.org/drawingml/2006/main" noGrp="1"/>
          </p:cNvSpPr>
          <p:nvPr/>
        </p:nvSpPr>
        <p:spPr>
          <a:xfrm xmlns:a="http://schemas.openxmlformats.org/drawingml/2006/main">
            <a:off x="4524375" y="4133850"/>
            <a:ext cx="2143125" cy="476250"/>
          </a:xfrm>
          <a:prstGeom xmlns:a="http://schemas.openxmlformats.org/drawingml/2006/main" prst="rect">
            <a:avLst/>
          </a:prstGeom>
          <a:ln xmlns:a="http://schemas.openxmlformats.org/drawingml/2006/main" w="12383">
            <a:solidFill>
              <a:srgbClr val="15803D"/>
            </a:solidFill>
            <a:prstDash val="solid"/>
          </a:ln>
        </p:spPr>
      </p:sp>
      <p:sp>
        <p:nvSpPr>
          <p:cNvPr id="26" name="">
            <a:extLst xmlns:a="http://schemas.openxmlformats.org/drawingml/2006/main">
              <a:ext uri="{FF2B5EF4-FFF2-40B4-BE49-F238E27FC236}">
                <a16:creationId xmlns:a16="http://schemas.microsoft.com/office/drawing/2014/main" id="{6E773941-76F7-4148-843A-26CCE7E29A1D}"/>
              </a:ext>
            </a:extLst>
          </p:cNvPr>
          <p:cNvSpPr>
            <a:spLocks xmlns:a="http://schemas.openxmlformats.org/drawingml/2006/main" noGrp="1"/>
          </p:cNvSpPr>
          <p:nvPr/>
        </p:nvSpPr>
        <p:spPr>
          <a:xfrm xmlns:a="http://schemas.openxmlformats.org/drawingml/2006/main">
            <a:off x="4638675" y="4229100"/>
            <a:ext cx="1914525"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63" b="1">
                <a:solidFill>
                  <a:srgbClr val="1F2937"/>
                </a:solidFill>
                <a:latin typeface="Yu Gothic"/>
                <a:ea typeface="Yu Gothic"/>
                <a:cs typeface="Yu Gothic"/>
              </a:defRPr>
            </a:pPr>
            <a:r>
              <a:rPr sz="1163" b="1">
                <a:solidFill>
                  <a:srgbClr val="1F2937"/>
                </a:solidFill>
                <a:latin typeface="Yu Gothic"/>
                <a:ea typeface="Yu Gothic"/>
                <a:cs typeface="Yu Gothic"/>
              </a:rPr>
              <a:t>API / Web Container App</a:t>
            </a:r>
          </a:p>
        </p:txBody>
      </p:sp>
      <p:sp>
        <p:nvSpPr>
          <p:cNvPr id="27" name="">
            <a:extLst xmlns:a="http://schemas.openxmlformats.org/drawingml/2006/main">
              <a:ext uri="{FF2B5EF4-FFF2-40B4-BE49-F238E27FC236}">
                <a16:creationId xmlns:a16="http://schemas.microsoft.com/office/drawing/2014/main" id="{027DA787-9C3F-490A-8E9F-8C12A4B5537D}"/>
              </a:ext>
            </a:extLst>
          </p:cNvPr>
          <p:cNvSpPr>
            <a:spLocks xmlns:a="http://schemas.openxmlformats.org/drawingml/2006/main" noGrp="1"/>
          </p:cNvSpPr>
          <p:nvPr/>
        </p:nvSpPr>
        <p:spPr>
          <a:xfrm xmlns:a="http://schemas.openxmlformats.org/drawingml/2006/main">
            <a:off x="4638675" y="4543425"/>
            <a:ext cx="1914525" cy="190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プレースホルダー作成済み</a:t>
            </a:r>
          </a:p>
        </p:txBody>
      </p:sp>
      <p:sp>
        <p:nvSpPr>
          <p:cNvPr id="28" name="">
            <a:extLst xmlns:a="http://schemas.openxmlformats.org/drawingml/2006/main">
              <a:ext uri="{FF2B5EF4-FFF2-40B4-BE49-F238E27FC236}">
                <a16:creationId xmlns:a16="http://schemas.microsoft.com/office/drawing/2014/main" id="{FAA0E3F5-34CC-4115-B6F0-B7C949BFA97B}"/>
              </a:ext>
            </a:extLst>
          </p:cNvPr>
          <p:cNvSpPr>
            <a:spLocks xmlns:a="http://schemas.openxmlformats.org/drawingml/2006/main" noGrp="1"/>
          </p:cNvSpPr>
          <p:nvPr/>
        </p:nvSpPr>
        <p:spPr>
          <a:xfrm xmlns:a="http://schemas.openxmlformats.org/drawingml/2006/main">
            <a:off x="8477250" y="3000375"/>
            <a:ext cx="1952625" cy="628650"/>
          </a:xfrm>
          <a:prstGeom xmlns:a="http://schemas.openxmlformats.org/drawingml/2006/main" prst="rect">
            <a:avLst/>
          </a:prstGeom>
          <a:ln xmlns:a="http://schemas.openxmlformats.org/drawingml/2006/main" w="12383">
            <a:solidFill>
              <a:srgbClr val="7C3AED"/>
            </a:solidFill>
            <a:prstDash val="solid"/>
          </a:ln>
        </p:spPr>
      </p:sp>
      <p:sp>
        <p:nvSpPr>
          <p:cNvPr id="29" name="">
            <a:extLst xmlns:a="http://schemas.openxmlformats.org/drawingml/2006/main">
              <a:ext uri="{FF2B5EF4-FFF2-40B4-BE49-F238E27FC236}">
                <a16:creationId xmlns:a16="http://schemas.microsoft.com/office/drawing/2014/main" id="{A8650F90-0CB9-49A3-8B1D-4066AC131109}"/>
              </a:ext>
            </a:extLst>
          </p:cNvPr>
          <p:cNvSpPr>
            <a:spLocks xmlns:a="http://schemas.openxmlformats.org/drawingml/2006/main" noGrp="1"/>
          </p:cNvSpPr>
          <p:nvPr/>
        </p:nvSpPr>
        <p:spPr>
          <a:xfrm xmlns:a="http://schemas.openxmlformats.org/drawingml/2006/main">
            <a:off x="8591550" y="3095625"/>
            <a:ext cx="1724025"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GitHub Actions</a:t>
            </a:r>
          </a:p>
        </p:txBody>
      </p:sp>
      <p:sp>
        <p:nvSpPr>
          <p:cNvPr id="30" name="">
            <a:extLst xmlns:a="http://schemas.openxmlformats.org/drawingml/2006/main">
              <a:ext uri="{FF2B5EF4-FFF2-40B4-BE49-F238E27FC236}">
                <a16:creationId xmlns:a16="http://schemas.microsoft.com/office/drawing/2014/main" id="{41494933-F0AD-4D83-9589-77182AC26821}"/>
              </a:ext>
            </a:extLst>
          </p:cNvPr>
          <p:cNvSpPr>
            <a:spLocks xmlns:a="http://schemas.openxmlformats.org/drawingml/2006/main" noGrp="1"/>
          </p:cNvSpPr>
          <p:nvPr/>
        </p:nvSpPr>
        <p:spPr>
          <a:xfrm xmlns:a="http://schemas.openxmlformats.org/drawingml/2006/main">
            <a:off x="8591550" y="3409950"/>
            <a:ext cx="1724025"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build / push / deploy</a:t>
            </a:r>
          </a:p>
        </p:txBody>
      </p:sp>
      <p:sp>
        <p:nvSpPr>
          <p:cNvPr id="31" name="">
            <a:extLst xmlns:a="http://schemas.openxmlformats.org/drawingml/2006/main">
              <a:ext uri="{FF2B5EF4-FFF2-40B4-BE49-F238E27FC236}">
                <a16:creationId xmlns:a16="http://schemas.microsoft.com/office/drawing/2014/main" id="{37BC4ACC-E4A7-4BF4-B996-02776A5C10ED}"/>
              </a:ext>
            </a:extLst>
          </p:cNvPr>
          <p:cNvSpPr>
            <a:spLocks xmlns:a="http://schemas.openxmlformats.org/drawingml/2006/main" noGrp="1"/>
          </p:cNvSpPr>
          <p:nvPr/>
        </p:nvSpPr>
        <p:spPr>
          <a:xfrm xmlns:a="http://schemas.openxmlformats.org/drawingml/2006/main">
            <a:off x="8477250" y="4000500"/>
            <a:ext cx="1952625" cy="628650"/>
          </a:xfrm>
          <a:prstGeom xmlns:a="http://schemas.openxmlformats.org/drawingml/2006/main" prst="rect">
            <a:avLst/>
          </a:prstGeom>
          <a:ln xmlns:a="http://schemas.openxmlformats.org/drawingml/2006/main" w="12383">
            <a:solidFill>
              <a:srgbClr val="2563EB"/>
            </a:solidFill>
            <a:prstDash val="solid"/>
          </a:ln>
        </p:spPr>
      </p:sp>
      <p:sp>
        <p:nvSpPr>
          <p:cNvPr id="32" name="">
            <a:extLst xmlns:a="http://schemas.openxmlformats.org/drawingml/2006/main">
              <a:ext uri="{FF2B5EF4-FFF2-40B4-BE49-F238E27FC236}">
                <a16:creationId xmlns:a16="http://schemas.microsoft.com/office/drawing/2014/main" id="{9480F344-9F52-48DE-8D64-5A9151CE370B}"/>
              </a:ext>
            </a:extLst>
          </p:cNvPr>
          <p:cNvSpPr>
            <a:spLocks xmlns:a="http://schemas.openxmlformats.org/drawingml/2006/main" noGrp="1"/>
          </p:cNvSpPr>
          <p:nvPr/>
        </p:nvSpPr>
        <p:spPr>
          <a:xfrm xmlns:a="http://schemas.openxmlformats.org/drawingml/2006/main">
            <a:off x="8591550" y="4095750"/>
            <a:ext cx="1724025"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Web / API</a:t>
            </a:r>
          </a:p>
        </p:txBody>
      </p:sp>
      <p:sp>
        <p:nvSpPr>
          <p:cNvPr id="33" name="">
            <a:extLst xmlns:a="http://schemas.openxmlformats.org/drawingml/2006/main">
              <a:ext uri="{FF2B5EF4-FFF2-40B4-BE49-F238E27FC236}">
                <a16:creationId xmlns:a16="http://schemas.microsoft.com/office/drawing/2014/main" id="{DB380BE5-8C76-4726-86C1-C4C36E986D16}"/>
              </a:ext>
            </a:extLst>
          </p:cNvPr>
          <p:cNvSpPr>
            <a:spLocks xmlns:a="http://schemas.openxmlformats.org/drawingml/2006/main" noGrp="1"/>
          </p:cNvSpPr>
          <p:nvPr/>
        </p:nvSpPr>
        <p:spPr>
          <a:xfrm xmlns:a="http://schemas.openxmlformats.org/drawingml/2006/main">
            <a:off x="8591550" y="4410075"/>
            <a:ext cx="1724025"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実イメージへ更新</a:t>
            </a:r>
          </a:p>
        </p:txBody>
      </p:sp>
      <p:sp>
        <p:nvSpPr>
          <p:cNvPr id="34" name="">
            <a:extLst xmlns:a="http://schemas.openxmlformats.org/drawingml/2006/main">
              <a:ext uri="{FF2B5EF4-FFF2-40B4-BE49-F238E27FC236}">
                <a16:creationId xmlns:a16="http://schemas.microsoft.com/office/drawing/2014/main" id="{C50EB8E5-696A-41EB-804C-F90E1C11DB47}"/>
              </a:ext>
            </a:extLst>
          </p:cNvPr>
          <p:cNvSpPr>
            <a:spLocks xmlns:a="http://schemas.openxmlformats.org/drawingml/2006/main" noGrp="1"/>
          </p:cNvSpPr>
          <p:nvPr/>
        </p:nvSpPr>
        <p:spPr>
          <a:xfrm xmlns:a="http://schemas.openxmlformats.org/drawingml/2006/main">
            <a:off x="7572375" y="3638550"/>
            <a:ext cx="904875" cy="-323850"/>
          </a:xfrm>
          <a:prstGeom xmlns:a="http://schemas.openxmlformats.org/drawingml/2006/main" prst="line">
            <a:avLst/>
          </a:prstGeom>
          <a:ln xmlns:a="http://schemas.openxmlformats.org/drawingml/2006/main" w="20955">
            <a:solidFill>
              <a:srgbClr val="EA580C"/>
            </a:solidFill>
            <a:prstDash val="solid"/>
          </a:ln>
        </p:spPr>
      </p:sp>
      <p:sp>
        <p:nvSpPr>
          <p:cNvPr id="35" name="">
            <a:extLst xmlns:a="http://schemas.openxmlformats.org/drawingml/2006/main">
              <a:ext uri="{FF2B5EF4-FFF2-40B4-BE49-F238E27FC236}">
                <a16:creationId xmlns:a16="http://schemas.microsoft.com/office/drawing/2014/main" id="{D891F351-975E-4E64-BA4F-7C1CF0A03319}"/>
              </a:ext>
            </a:extLst>
          </p:cNvPr>
          <p:cNvSpPr>
            <a:spLocks xmlns:a="http://schemas.openxmlformats.org/drawingml/2006/main" noGrp="1"/>
          </p:cNvSpPr>
          <p:nvPr/>
        </p:nvSpPr>
        <p:spPr>
          <a:xfrm xmlns:a="http://schemas.openxmlformats.org/drawingml/2006/main">
            <a:off x="7572375" y="4210050"/>
            <a:ext cx="904875" cy="95250"/>
          </a:xfrm>
          <a:prstGeom xmlns:a="http://schemas.openxmlformats.org/drawingml/2006/main" prst="line">
            <a:avLst/>
          </a:prstGeom>
          <a:ln xmlns:a="http://schemas.openxmlformats.org/drawingml/2006/main" w="20955">
            <a:solidFill>
              <a:srgbClr val="EA580C"/>
            </a:solidFill>
            <a:prstDash val="solid"/>
          </a:ln>
        </p:spPr>
      </p:sp>
      <p:sp>
        <p:nvSpPr>
          <p:cNvPr id="36" name="">
            <a:extLst xmlns:a="http://schemas.openxmlformats.org/drawingml/2006/main">
              <a:ext uri="{FF2B5EF4-FFF2-40B4-BE49-F238E27FC236}">
                <a16:creationId xmlns:a16="http://schemas.microsoft.com/office/drawing/2014/main" id="{700F2C8A-5ECF-4245-AB73-C497E2D3DE89}"/>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3B67C6-8773-4475-946D-A3C956A75AD9}"/>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第6回で完成させる範囲</a:t>
            </a:r>
          </a:p>
        </p:txBody>
      </p:sp>
      <p:sp>
        <p:nvSpPr>
          <p:cNvPr id="2" name="">
            <a:extLst xmlns:a="http://schemas.openxmlformats.org/drawingml/2006/main">
              <a:ext uri="{FF2B5EF4-FFF2-40B4-BE49-F238E27FC236}">
                <a16:creationId xmlns:a16="http://schemas.microsoft.com/office/drawing/2014/main" id="{9537D061-CFB5-46CC-B766-6A869475CA8A}"/>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04 / 48</a:t>
            </a:r>
          </a:p>
        </p:txBody>
      </p:sp>
      <p:sp>
        <p:nvSpPr>
          <p:cNvPr id="3" name="">
            <a:extLst xmlns:a="http://schemas.openxmlformats.org/drawingml/2006/main">
              <a:ext uri="{FF2B5EF4-FFF2-40B4-BE49-F238E27FC236}">
                <a16:creationId xmlns:a16="http://schemas.microsoft.com/office/drawing/2014/main" id="{4BEC9B54-B033-448B-9788-29B697972DF8}"/>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466D6236-7E6E-4C54-8D71-577098112DB4}"/>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第5回で作ったリソースに対して、第6回ではリポジトリ、認証情報、variables、workflow、デプロイ、動作確認を進めます。</a:t>
            </a:r>
          </a:p>
        </p:txBody>
      </p:sp>
      <p:sp>
        <p:nvSpPr>
          <p:cNvPr id="5" name="">
            <a:extLst xmlns:a="http://schemas.openxmlformats.org/drawingml/2006/main">
              <a:ext uri="{FF2B5EF4-FFF2-40B4-BE49-F238E27FC236}">
                <a16:creationId xmlns:a16="http://schemas.microsoft.com/office/drawing/2014/main" id="{25819E5F-7855-4891-AC55-A4591713CBE4}"/>
              </a:ext>
            </a:extLst>
          </p:cNvPr>
          <p:cNvSpPr>
            <a:spLocks xmlns:a="http://schemas.openxmlformats.org/drawingml/2006/main" noGrp="1"/>
          </p:cNvSpPr>
          <p:nvPr/>
        </p:nvSpPr>
        <p:spPr>
          <a:xfrm xmlns:a="http://schemas.openxmlformats.org/drawingml/2006/main">
            <a:off x="9048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6" name="">
            <a:extLst xmlns:a="http://schemas.openxmlformats.org/drawingml/2006/main">
              <a:ext uri="{FF2B5EF4-FFF2-40B4-BE49-F238E27FC236}">
                <a16:creationId xmlns:a16="http://schemas.microsoft.com/office/drawing/2014/main" id="{177D917B-6887-4904-A683-8BB852FC931D}"/>
              </a:ext>
            </a:extLst>
          </p:cNvPr>
          <p:cNvSpPr>
            <a:spLocks xmlns:a="http://schemas.openxmlformats.org/drawingml/2006/main" noGrp="1"/>
          </p:cNvSpPr>
          <p:nvPr/>
        </p:nvSpPr>
        <p:spPr>
          <a:xfrm xmlns:a="http://schemas.openxmlformats.org/drawingml/2006/main">
            <a:off x="9906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区分</a:t>
            </a:r>
          </a:p>
        </p:txBody>
      </p:sp>
      <p:sp>
        <p:nvSpPr>
          <p:cNvPr id="7" name="">
            <a:extLst xmlns:a="http://schemas.openxmlformats.org/drawingml/2006/main">
              <a:ext uri="{FF2B5EF4-FFF2-40B4-BE49-F238E27FC236}">
                <a16:creationId xmlns:a16="http://schemas.microsoft.com/office/drawing/2014/main" id="{CCCC759E-64DB-47C2-81DD-5F9A3B37D41C}"/>
              </a:ext>
            </a:extLst>
          </p:cNvPr>
          <p:cNvSpPr>
            <a:spLocks xmlns:a="http://schemas.openxmlformats.org/drawingml/2006/main" noGrp="1"/>
          </p:cNvSpPr>
          <p:nvPr/>
        </p:nvSpPr>
        <p:spPr>
          <a:xfrm xmlns:a="http://schemas.openxmlformats.org/drawingml/2006/main">
            <a:off x="436562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8" name="">
            <a:extLst xmlns:a="http://schemas.openxmlformats.org/drawingml/2006/main">
              <a:ext uri="{FF2B5EF4-FFF2-40B4-BE49-F238E27FC236}">
                <a16:creationId xmlns:a16="http://schemas.microsoft.com/office/drawing/2014/main" id="{27FBFEE4-ED3E-4EDE-9726-6832F412FC52}"/>
              </a:ext>
            </a:extLst>
          </p:cNvPr>
          <p:cNvSpPr>
            <a:spLocks xmlns:a="http://schemas.openxmlformats.org/drawingml/2006/main" noGrp="1"/>
          </p:cNvSpPr>
          <p:nvPr/>
        </p:nvSpPr>
        <p:spPr>
          <a:xfrm xmlns:a="http://schemas.openxmlformats.org/drawingml/2006/main">
            <a:off x="445135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第5回まで</a:t>
            </a:r>
          </a:p>
        </p:txBody>
      </p:sp>
      <p:sp>
        <p:nvSpPr>
          <p:cNvPr id="9" name="">
            <a:extLst xmlns:a="http://schemas.openxmlformats.org/drawingml/2006/main">
              <a:ext uri="{FF2B5EF4-FFF2-40B4-BE49-F238E27FC236}">
                <a16:creationId xmlns:a16="http://schemas.microsoft.com/office/drawing/2014/main" id="{C01BDE83-C12A-48F2-92DE-26817C6FCFE1}"/>
              </a:ext>
            </a:extLst>
          </p:cNvPr>
          <p:cNvSpPr>
            <a:spLocks xmlns:a="http://schemas.openxmlformats.org/drawingml/2006/main" noGrp="1"/>
          </p:cNvSpPr>
          <p:nvPr/>
        </p:nvSpPr>
        <p:spPr>
          <a:xfrm xmlns:a="http://schemas.openxmlformats.org/drawingml/2006/main">
            <a:off x="78263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10" name="">
            <a:extLst xmlns:a="http://schemas.openxmlformats.org/drawingml/2006/main">
              <a:ext uri="{FF2B5EF4-FFF2-40B4-BE49-F238E27FC236}">
                <a16:creationId xmlns:a16="http://schemas.microsoft.com/office/drawing/2014/main" id="{BAE4182D-35E0-4B79-B056-1A7CDF6B8B07}"/>
              </a:ext>
            </a:extLst>
          </p:cNvPr>
          <p:cNvSpPr>
            <a:spLocks xmlns:a="http://schemas.openxmlformats.org/drawingml/2006/main" noGrp="1"/>
          </p:cNvSpPr>
          <p:nvPr/>
        </p:nvSpPr>
        <p:spPr>
          <a:xfrm xmlns:a="http://schemas.openxmlformats.org/drawingml/2006/main">
            <a:off x="79121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第6回で行うこと</a:t>
            </a:r>
          </a:p>
        </p:txBody>
      </p:sp>
      <p:sp>
        <p:nvSpPr>
          <p:cNvPr id="11" name="">
            <a:extLst xmlns:a="http://schemas.openxmlformats.org/drawingml/2006/main">
              <a:ext uri="{FF2B5EF4-FFF2-40B4-BE49-F238E27FC236}">
                <a16:creationId xmlns:a16="http://schemas.microsoft.com/office/drawing/2014/main" id="{B9735CF2-C957-4EED-8D2D-D8D31E1997F9}"/>
              </a:ext>
            </a:extLst>
          </p:cNvPr>
          <p:cNvSpPr>
            <a:spLocks xmlns:a="http://schemas.openxmlformats.org/drawingml/2006/main" noGrp="1"/>
          </p:cNvSpPr>
          <p:nvPr/>
        </p:nvSpPr>
        <p:spPr>
          <a:xfrm xmlns:a="http://schemas.openxmlformats.org/drawingml/2006/main">
            <a:off x="9048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2" name="">
            <a:extLst xmlns:a="http://schemas.openxmlformats.org/drawingml/2006/main">
              <a:ext uri="{FF2B5EF4-FFF2-40B4-BE49-F238E27FC236}">
                <a16:creationId xmlns:a16="http://schemas.microsoft.com/office/drawing/2014/main" id="{5912C4A6-7C80-467B-A186-76F7EFF2C4BD}"/>
              </a:ext>
            </a:extLst>
          </p:cNvPr>
          <p:cNvSpPr>
            <a:spLocks xmlns:a="http://schemas.openxmlformats.org/drawingml/2006/main" noGrp="1"/>
          </p:cNvSpPr>
          <p:nvPr/>
        </p:nvSpPr>
        <p:spPr>
          <a:xfrm xmlns:a="http://schemas.openxmlformats.org/drawingml/2006/main">
            <a:off x="9906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a:t>
            </a:r>
          </a:p>
        </p:txBody>
      </p:sp>
      <p:sp>
        <p:nvSpPr>
          <p:cNvPr id="13" name="">
            <a:extLst xmlns:a="http://schemas.openxmlformats.org/drawingml/2006/main">
              <a:ext uri="{FF2B5EF4-FFF2-40B4-BE49-F238E27FC236}">
                <a16:creationId xmlns:a16="http://schemas.microsoft.com/office/drawing/2014/main" id="{C221B6BF-4764-4AE0-BA1B-80CDB5D54BC4}"/>
              </a:ext>
            </a:extLst>
          </p:cNvPr>
          <p:cNvSpPr>
            <a:spLocks xmlns:a="http://schemas.openxmlformats.org/drawingml/2006/main" noGrp="1"/>
          </p:cNvSpPr>
          <p:nvPr/>
        </p:nvSpPr>
        <p:spPr>
          <a:xfrm xmlns:a="http://schemas.openxmlformats.org/drawingml/2006/main">
            <a:off x="436562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4" name="">
            <a:extLst xmlns:a="http://schemas.openxmlformats.org/drawingml/2006/main">
              <a:ext uri="{FF2B5EF4-FFF2-40B4-BE49-F238E27FC236}">
                <a16:creationId xmlns:a16="http://schemas.microsoft.com/office/drawing/2014/main" id="{8483A890-AAE3-4E01-9FEB-BDAC5F542176}"/>
              </a:ext>
            </a:extLst>
          </p:cNvPr>
          <p:cNvSpPr>
            <a:spLocks xmlns:a="http://schemas.openxmlformats.org/drawingml/2006/main" noGrp="1"/>
          </p:cNvSpPr>
          <p:nvPr/>
        </p:nvSpPr>
        <p:spPr>
          <a:xfrm xmlns:a="http://schemas.openxmlformats.org/drawingml/2006/main">
            <a:off x="445135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リソース作成済み</a:t>
            </a:r>
          </a:p>
        </p:txBody>
      </p:sp>
      <p:sp>
        <p:nvSpPr>
          <p:cNvPr id="15" name="">
            <a:extLst xmlns:a="http://schemas.openxmlformats.org/drawingml/2006/main">
              <a:ext uri="{FF2B5EF4-FFF2-40B4-BE49-F238E27FC236}">
                <a16:creationId xmlns:a16="http://schemas.microsoft.com/office/drawing/2014/main" id="{6BCD8D41-8BFE-490B-AE6F-B47A5E8B713C}"/>
              </a:ext>
            </a:extLst>
          </p:cNvPr>
          <p:cNvSpPr>
            <a:spLocks xmlns:a="http://schemas.openxmlformats.org/drawingml/2006/main" noGrp="1"/>
          </p:cNvSpPr>
          <p:nvPr/>
        </p:nvSpPr>
        <p:spPr>
          <a:xfrm xmlns:a="http://schemas.openxmlformats.org/drawingml/2006/main">
            <a:off x="78263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6" name="">
            <a:extLst xmlns:a="http://schemas.openxmlformats.org/drawingml/2006/main">
              <a:ext uri="{FF2B5EF4-FFF2-40B4-BE49-F238E27FC236}">
                <a16:creationId xmlns:a16="http://schemas.microsoft.com/office/drawing/2014/main" id="{57918726-1B60-4F40-808A-2D01D337ED7D}"/>
              </a:ext>
            </a:extLst>
          </p:cNvPr>
          <p:cNvSpPr>
            <a:spLocks xmlns:a="http://schemas.openxmlformats.org/drawingml/2006/main" noGrp="1"/>
          </p:cNvSpPr>
          <p:nvPr/>
        </p:nvSpPr>
        <p:spPr>
          <a:xfrm xmlns:a="http://schemas.openxmlformats.org/drawingml/2006/main">
            <a:off x="79121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DB 再開、ACR と Container Apps の更新確認</a:t>
            </a:r>
          </a:p>
        </p:txBody>
      </p:sp>
      <p:sp>
        <p:nvSpPr>
          <p:cNvPr id="17" name="">
            <a:extLst xmlns:a="http://schemas.openxmlformats.org/drawingml/2006/main">
              <a:ext uri="{FF2B5EF4-FFF2-40B4-BE49-F238E27FC236}">
                <a16:creationId xmlns:a16="http://schemas.microsoft.com/office/drawing/2014/main" id="{135726D1-19EE-41D4-8BE4-8D4AFD9079A7}"/>
              </a:ext>
            </a:extLst>
          </p:cNvPr>
          <p:cNvSpPr>
            <a:spLocks xmlns:a="http://schemas.openxmlformats.org/drawingml/2006/main" noGrp="1"/>
          </p:cNvSpPr>
          <p:nvPr/>
        </p:nvSpPr>
        <p:spPr>
          <a:xfrm xmlns:a="http://schemas.openxmlformats.org/drawingml/2006/main">
            <a:off x="9048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18" name="">
            <a:extLst xmlns:a="http://schemas.openxmlformats.org/drawingml/2006/main">
              <a:ext uri="{FF2B5EF4-FFF2-40B4-BE49-F238E27FC236}">
                <a16:creationId xmlns:a16="http://schemas.microsoft.com/office/drawing/2014/main" id="{7EF59CF7-4113-4A39-BC02-BB2D50BAE02B}"/>
              </a:ext>
            </a:extLst>
          </p:cNvPr>
          <p:cNvSpPr>
            <a:spLocks xmlns:a="http://schemas.openxmlformats.org/drawingml/2006/main" noGrp="1"/>
          </p:cNvSpPr>
          <p:nvPr/>
        </p:nvSpPr>
        <p:spPr>
          <a:xfrm xmlns:a="http://schemas.openxmlformats.org/drawingml/2006/main">
            <a:off x="9906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GitHub</a:t>
            </a:r>
          </a:p>
        </p:txBody>
      </p:sp>
      <p:sp>
        <p:nvSpPr>
          <p:cNvPr id="19" name="">
            <a:extLst xmlns:a="http://schemas.openxmlformats.org/drawingml/2006/main">
              <a:ext uri="{FF2B5EF4-FFF2-40B4-BE49-F238E27FC236}">
                <a16:creationId xmlns:a16="http://schemas.microsoft.com/office/drawing/2014/main" id="{3FAC6D0D-C4B6-4AFD-A71A-D9CA07C0DC5E}"/>
              </a:ext>
            </a:extLst>
          </p:cNvPr>
          <p:cNvSpPr>
            <a:spLocks xmlns:a="http://schemas.openxmlformats.org/drawingml/2006/main" noGrp="1"/>
          </p:cNvSpPr>
          <p:nvPr/>
        </p:nvSpPr>
        <p:spPr>
          <a:xfrm xmlns:a="http://schemas.openxmlformats.org/drawingml/2006/main">
            <a:off x="436562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0" name="">
            <a:extLst xmlns:a="http://schemas.openxmlformats.org/drawingml/2006/main">
              <a:ext uri="{FF2B5EF4-FFF2-40B4-BE49-F238E27FC236}">
                <a16:creationId xmlns:a16="http://schemas.microsoft.com/office/drawing/2014/main" id="{5D756786-C058-4EA7-B730-EF0D3A13726F}"/>
              </a:ext>
            </a:extLst>
          </p:cNvPr>
          <p:cNvSpPr>
            <a:spLocks xmlns:a="http://schemas.openxmlformats.org/drawingml/2006/main" noGrp="1"/>
          </p:cNvSpPr>
          <p:nvPr/>
        </p:nvSpPr>
        <p:spPr>
          <a:xfrm xmlns:a="http://schemas.openxmlformats.org/drawingml/2006/main">
            <a:off x="445135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未設定</a:t>
            </a:r>
          </a:p>
        </p:txBody>
      </p:sp>
      <p:sp>
        <p:nvSpPr>
          <p:cNvPr id="21" name="">
            <a:extLst xmlns:a="http://schemas.openxmlformats.org/drawingml/2006/main">
              <a:ext uri="{FF2B5EF4-FFF2-40B4-BE49-F238E27FC236}">
                <a16:creationId xmlns:a16="http://schemas.microsoft.com/office/drawing/2014/main" id="{78714917-04FA-4B60-AD7D-FBCD08DFD6BA}"/>
              </a:ext>
            </a:extLst>
          </p:cNvPr>
          <p:cNvSpPr>
            <a:spLocks xmlns:a="http://schemas.openxmlformats.org/drawingml/2006/main" noGrp="1"/>
          </p:cNvSpPr>
          <p:nvPr/>
        </p:nvSpPr>
        <p:spPr>
          <a:xfrm xmlns:a="http://schemas.openxmlformats.org/drawingml/2006/main">
            <a:off x="78263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2" name="">
            <a:extLst xmlns:a="http://schemas.openxmlformats.org/drawingml/2006/main">
              <a:ext uri="{FF2B5EF4-FFF2-40B4-BE49-F238E27FC236}">
                <a16:creationId xmlns:a16="http://schemas.microsoft.com/office/drawing/2014/main" id="{C1E1FE39-5D25-40A9-8546-60FAB86C0B09}"/>
              </a:ext>
            </a:extLst>
          </p:cNvPr>
          <p:cNvSpPr>
            <a:spLocks xmlns:a="http://schemas.openxmlformats.org/drawingml/2006/main" noGrp="1"/>
          </p:cNvSpPr>
          <p:nvPr/>
        </p:nvSpPr>
        <p:spPr>
          <a:xfrm xmlns:a="http://schemas.openxmlformats.org/drawingml/2006/main">
            <a:off x="79121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リポジトリ、Secret、variables、workflow を設定</a:t>
            </a:r>
          </a:p>
        </p:txBody>
      </p:sp>
      <p:sp>
        <p:nvSpPr>
          <p:cNvPr id="23" name="">
            <a:extLst xmlns:a="http://schemas.openxmlformats.org/drawingml/2006/main">
              <a:ext uri="{FF2B5EF4-FFF2-40B4-BE49-F238E27FC236}">
                <a16:creationId xmlns:a16="http://schemas.microsoft.com/office/drawing/2014/main" id="{4E862AD9-FCD1-45C9-9140-174F4B83450D}"/>
              </a:ext>
            </a:extLst>
          </p:cNvPr>
          <p:cNvSpPr>
            <a:spLocks xmlns:a="http://schemas.openxmlformats.org/drawingml/2006/main" noGrp="1"/>
          </p:cNvSpPr>
          <p:nvPr/>
        </p:nvSpPr>
        <p:spPr>
          <a:xfrm xmlns:a="http://schemas.openxmlformats.org/drawingml/2006/main">
            <a:off x="9048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4" name="">
            <a:extLst xmlns:a="http://schemas.openxmlformats.org/drawingml/2006/main">
              <a:ext uri="{FF2B5EF4-FFF2-40B4-BE49-F238E27FC236}">
                <a16:creationId xmlns:a16="http://schemas.microsoft.com/office/drawing/2014/main" id="{D87B083D-0784-411A-B4D1-99654914E1EB}"/>
              </a:ext>
            </a:extLst>
          </p:cNvPr>
          <p:cNvSpPr>
            <a:spLocks xmlns:a="http://schemas.openxmlformats.org/drawingml/2006/main" noGrp="1"/>
          </p:cNvSpPr>
          <p:nvPr/>
        </p:nvSpPr>
        <p:spPr>
          <a:xfrm xmlns:a="http://schemas.openxmlformats.org/drawingml/2006/main">
            <a:off x="9906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アプリ</a:t>
            </a:r>
          </a:p>
        </p:txBody>
      </p:sp>
      <p:sp>
        <p:nvSpPr>
          <p:cNvPr id="25" name="">
            <a:extLst xmlns:a="http://schemas.openxmlformats.org/drawingml/2006/main">
              <a:ext uri="{FF2B5EF4-FFF2-40B4-BE49-F238E27FC236}">
                <a16:creationId xmlns:a16="http://schemas.microsoft.com/office/drawing/2014/main" id="{BA27F29E-AD8A-49AF-BB86-2BACACCCDE16}"/>
              </a:ext>
            </a:extLst>
          </p:cNvPr>
          <p:cNvSpPr>
            <a:spLocks xmlns:a="http://schemas.openxmlformats.org/drawingml/2006/main" noGrp="1"/>
          </p:cNvSpPr>
          <p:nvPr/>
        </p:nvSpPr>
        <p:spPr>
          <a:xfrm xmlns:a="http://schemas.openxmlformats.org/drawingml/2006/main">
            <a:off x="436562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6" name="">
            <a:extLst xmlns:a="http://schemas.openxmlformats.org/drawingml/2006/main">
              <a:ext uri="{FF2B5EF4-FFF2-40B4-BE49-F238E27FC236}">
                <a16:creationId xmlns:a16="http://schemas.microsoft.com/office/drawing/2014/main" id="{E43E63CE-72D5-4897-A86B-BB224F25F17B}"/>
              </a:ext>
            </a:extLst>
          </p:cNvPr>
          <p:cNvSpPr>
            <a:spLocks xmlns:a="http://schemas.openxmlformats.org/drawingml/2006/main" noGrp="1"/>
          </p:cNvSpPr>
          <p:nvPr/>
        </p:nvSpPr>
        <p:spPr>
          <a:xfrm xmlns:a="http://schemas.openxmlformats.org/drawingml/2006/main">
            <a:off x="445135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プレースホルダー</a:t>
            </a:r>
          </a:p>
        </p:txBody>
      </p:sp>
      <p:sp>
        <p:nvSpPr>
          <p:cNvPr id="27" name="">
            <a:extLst xmlns:a="http://schemas.openxmlformats.org/drawingml/2006/main">
              <a:ext uri="{FF2B5EF4-FFF2-40B4-BE49-F238E27FC236}">
                <a16:creationId xmlns:a16="http://schemas.microsoft.com/office/drawing/2014/main" id="{1CC0424B-B951-487D-94A1-6E2FCFF10111}"/>
              </a:ext>
            </a:extLst>
          </p:cNvPr>
          <p:cNvSpPr>
            <a:spLocks xmlns:a="http://schemas.openxmlformats.org/drawingml/2006/main" noGrp="1"/>
          </p:cNvSpPr>
          <p:nvPr/>
        </p:nvSpPr>
        <p:spPr>
          <a:xfrm xmlns:a="http://schemas.openxmlformats.org/drawingml/2006/main">
            <a:off x="78263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8" name="">
            <a:extLst xmlns:a="http://schemas.openxmlformats.org/drawingml/2006/main">
              <a:ext uri="{FF2B5EF4-FFF2-40B4-BE49-F238E27FC236}">
                <a16:creationId xmlns:a16="http://schemas.microsoft.com/office/drawing/2014/main" id="{F6A76141-D2D9-4AFC-90C5-353DD81E3955}"/>
              </a:ext>
            </a:extLst>
          </p:cNvPr>
          <p:cNvSpPr>
            <a:spLocks xmlns:a="http://schemas.openxmlformats.org/drawingml/2006/main" noGrp="1"/>
          </p:cNvSpPr>
          <p:nvPr/>
        </p:nvSpPr>
        <p:spPr>
          <a:xfrm xmlns:a="http://schemas.openxmlformats.org/drawingml/2006/main">
            <a:off x="79121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実イメージに更新し、Todo 操作を確認</a:t>
            </a:r>
          </a:p>
        </p:txBody>
      </p:sp>
      <p:sp>
        <p:nvSpPr>
          <p:cNvPr id="29" name="">
            <a:extLst xmlns:a="http://schemas.openxmlformats.org/drawingml/2006/main">
              <a:ext uri="{FF2B5EF4-FFF2-40B4-BE49-F238E27FC236}">
                <a16:creationId xmlns:a16="http://schemas.microsoft.com/office/drawing/2014/main" id="{0FC95BC4-831A-4C2D-BD0C-49E9983D45E3}"/>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360791-5032-48E0-A808-608E70706795}"/>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元ガイドとの対応</a:t>
            </a:r>
          </a:p>
        </p:txBody>
      </p:sp>
      <p:sp>
        <p:nvSpPr>
          <p:cNvPr id="2" name="">
            <a:extLst xmlns:a="http://schemas.openxmlformats.org/drawingml/2006/main">
              <a:ext uri="{FF2B5EF4-FFF2-40B4-BE49-F238E27FC236}">
                <a16:creationId xmlns:a16="http://schemas.microsoft.com/office/drawing/2014/main" id="{5897039D-C854-4752-BF6A-6CCAC2EC8961}"/>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05 / 48</a:t>
            </a:r>
          </a:p>
        </p:txBody>
      </p:sp>
      <p:sp>
        <p:nvSpPr>
          <p:cNvPr id="3" name="">
            <a:extLst xmlns:a="http://schemas.openxmlformats.org/drawingml/2006/main">
              <a:ext uri="{FF2B5EF4-FFF2-40B4-BE49-F238E27FC236}">
                <a16:creationId xmlns:a16="http://schemas.microsoft.com/office/drawing/2014/main" id="{8E7BB435-C5A3-4410-A0B8-1F156704338F}"/>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6D4A26C7-52E8-4B2B-A44F-92635D3A1049}"/>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本回では、元ガイドのフェーズ2からフェーズ4を扱います。GitHub 側の設定から、デプロイメント検証までを一続きで確認します。</a:t>
            </a:r>
          </a:p>
        </p:txBody>
      </p:sp>
      <p:sp>
        <p:nvSpPr>
          <p:cNvPr id="5" name="">
            <a:extLst xmlns:a="http://schemas.openxmlformats.org/drawingml/2006/main">
              <a:ext uri="{FF2B5EF4-FFF2-40B4-BE49-F238E27FC236}">
                <a16:creationId xmlns:a16="http://schemas.microsoft.com/office/drawing/2014/main" id="{34FB53CF-9939-497C-B951-58FCE27B9A0F}"/>
              </a:ext>
            </a:extLst>
          </p:cNvPr>
          <p:cNvSpPr>
            <a:spLocks xmlns:a="http://schemas.openxmlformats.org/drawingml/2006/main" noGrp="1"/>
          </p:cNvSpPr>
          <p:nvPr/>
        </p:nvSpPr>
        <p:spPr>
          <a:xfrm xmlns:a="http://schemas.openxmlformats.org/drawingml/2006/main">
            <a:off x="9048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6" name="">
            <a:extLst xmlns:a="http://schemas.openxmlformats.org/drawingml/2006/main">
              <a:ext uri="{FF2B5EF4-FFF2-40B4-BE49-F238E27FC236}">
                <a16:creationId xmlns:a16="http://schemas.microsoft.com/office/drawing/2014/main" id="{F43DE9A3-1329-4AE7-B3D8-6C8B74548707}"/>
              </a:ext>
            </a:extLst>
          </p:cNvPr>
          <p:cNvSpPr>
            <a:spLocks xmlns:a="http://schemas.openxmlformats.org/drawingml/2006/main" noGrp="1"/>
          </p:cNvSpPr>
          <p:nvPr/>
        </p:nvSpPr>
        <p:spPr>
          <a:xfrm xmlns:a="http://schemas.openxmlformats.org/drawingml/2006/main">
            <a:off x="9906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元ガイドの範囲</a:t>
            </a:r>
          </a:p>
        </p:txBody>
      </p:sp>
      <p:sp>
        <p:nvSpPr>
          <p:cNvPr id="7" name="">
            <a:extLst xmlns:a="http://schemas.openxmlformats.org/drawingml/2006/main">
              <a:ext uri="{FF2B5EF4-FFF2-40B4-BE49-F238E27FC236}">
                <a16:creationId xmlns:a16="http://schemas.microsoft.com/office/drawing/2014/main" id="{50DDA994-93E2-42D7-9F9A-EC62D6F8A8E3}"/>
              </a:ext>
            </a:extLst>
          </p:cNvPr>
          <p:cNvSpPr>
            <a:spLocks xmlns:a="http://schemas.openxmlformats.org/drawingml/2006/main" noGrp="1"/>
          </p:cNvSpPr>
          <p:nvPr/>
        </p:nvSpPr>
        <p:spPr>
          <a:xfrm xmlns:a="http://schemas.openxmlformats.org/drawingml/2006/main">
            <a:off x="436562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8" name="">
            <a:extLst xmlns:a="http://schemas.openxmlformats.org/drawingml/2006/main">
              <a:ext uri="{FF2B5EF4-FFF2-40B4-BE49-F238E27FC236}">
                <a16:creationId xmlns:a16="http://schemas.microsoft.com/office/drawing/2014/main" id="{71EC9F7C-76C5-4247-B2B5-AEBE8B7287B4}"/>
              </a:ext>
            </a:extLst>
          </p:cNvPr>
          <p:cNvSpPr>
            <a:spLocks xmlns:a="http://schemas.openxmlformats.org/drawingml/2006/main" noGrp="1"/>
          </p:cNvSpPr>
          <p:nvPr/>
        </p:nvSpPr>
        <p:spPr>
          <a:xfrm xmlns:a="http://schemas.openxmlformats.org/drawingml/2006/main">
            <a:off x="445135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本回での扱い</a:t>
            </a:r>
          </a:p>
        </p:txBody>
      </p:sp>
      <p:sp>
        <p:nvSpPr>
          <p:cNvPr id="9" name="">
            <a:extLst xmlns:a="http://schemas.openxmlformats.org/drawingml/2006/main">
              <a:ext uri="{FF2B5EF4-FFF2-40B4-BE49-F238E27FC236}">
                <a16:creationId xmlns:a16="http://schemas.microsoft.com/office/drawing/2014/main" id="{D80F19B8-D69E-4564-BD54-39FD228A5A50}"/>
              </a:ext>
            </a:extLst>
          </p:cNvPr>
          <p:cNvSpPr>
            <a:spLocks xmlns:a="http://schemas.openxmlformats.org/drawingml/2006/main" noGrp="1"/>
          </p:cNvSpPr>
          <p:nvPr/>
        </p:nvSpPr>
        <p:spPr>
          <a:xfrm xmlns:a="http://schemas.openxmlformats.org/drawingml/2006/main">
            <a:off x="78263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10" name="">
            <a:extLst xmlns:a="http://schemas.openxmlformats.org/drawingml/2006/main">
              <a:ext uri="{FF2B5EF4-FFF2-40B4-BE49-F238E27FC236}">
                <a16:creationId xmlns:a16="http://schemas.microsoft.com/office/drawing/2014/main" id="{BF678EF2-AF9D-483A-9E52-1F655CDE79B3}"/>
              </a:ext>
            </a:extLst>
          </p:cNvPr>
          <p:cNvSpPr>
            <a:spLocks xmlns:a="http://schemas.openxmlformats.org/drawingml/2006/main" noGrp="1"/>
          </p:cNvSpPr>
          <p:nvPr/>
        </p:nvSpPr>
        <p:spPr>
          <a:xfrm xmlns:a="http://schemas.openxmlformats.org/drawingml/2006/main">
            <a:off x="79121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注意</a:t>
            </a:r>
          </a:p>
        </p:txBody>
      </p:sp>
      <p:sp>
        <p:nvSpPr>
          <p:cNvPr id="11" name="">
            <a:extLst xmlns:a="http://schemas.openxmlformats.org/drawingml/2006/main">
              <a:ext uri="{FF2B5EF4-FFF2-40B4-BE49-F238E27FC236}">
                <a16:creationId xmlns:a16="http://schemas.microsoft.com/office/drawing/2014/main" id="{84CA9FF2-EF6E-46D5-B464-71EB0470C005}"/>
              </a:ext>
            </a:extLst>
          </p:cNvPr>
          <p:cNvSpPr>
            <a:spLocks xmlns:a="http://schemas.openxmlformats.org/drawingml/2006/main" noGrp="1"/>
          </p:cNvSpPr>
          <p:nvPr/>
        </p:nvSpPr>
        <p:spPr>
          <a:xfrm xmlns:a="http://schemas.openxmlformats.org/drawingml/2006/main">
            <a:off x="9048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2" name="">
            <a:extLst xmlns:a="http://schemas.openxmlformats.org/drawingml/2006/main">
              <a:ext uri="{FF2B5EF4-FFF2-40B4-BE49-F238E27FC236}">
                <a16:creationId xmlns:a16="http://schemas.microsoft.com/office/drawing/2014/main" id="{0C3DAAA3-6D3D-45C0-9A14-3234CA5B9498}"/>
              </a:ext>
            </a:extLst>
          </p:cNvPr>
          <p:cNvSpPr>
            <a:spLocks xmlns:a="http://schemas.openxmlformats.org/drawingml/2006/main" noGrp="1"/>
          </p:cNvSpPr>
          <p:nvPr/>
        </p:nvSpPr>
        <p:spPr>
          <a:xfrm xmlns:a="http://schemas.openxmlformats.org/drawingml/2006/main">
            <a:off x="9906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フェーズ2</a:t>
            </a:r>
          </a:p>
        </p:txBody>
      </p:sp>
      <p:sp>
        <p:nvSpPr>
          <p:cNvPr id="13" name="">
            <a:extLst xmlns:a="http://schemas.openxmlformats.org/drawingml/2006/main">
              <a:ext uri="{FF2B5EF4-FFF2-40B4-BE49-F238E27FC236}">
                <a16:creationId xmlns:a16="http://schemas.microsoft.com/office/drawing/2014/main" id="{0BAD3BD3-98CF-4603-8444-313E40D07B74}"/>
              </a:ext>
            </a:extLst>
          </p:cNvPr>
          <p:cNvSpPr>
            <a:spLocks xmlns:a="http://schemas.openxmlformats.org/drawingml/2006/main" noGrp="1"/>
          </p:cNvSpPr>
          <p:nvPr/>
        </p:nvSpPr>
        <p:spPr>
          <a:xfrm xmlns:a="http://schemas.openxmlformats.org/drawingml/2006/main">
            <a:off x="436562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4" name="">
            <a:extLst xmlns:a="http://schemas.openxmlformats.org/drawingml/2006/main">
              <a:ext uri="{FF2B5EF4-FFF2-40B4-BE49-F238E27FC236}">
                <a16:creationId xmlns:a16="http://schemas.microsoft.com/office/drawing/2014/main" id="{1C94736E-7EF4-42CF-B07E-1227CD7ADDF3}"/>
              </a:ext>
            </a:extLst>
          </p:cNvPr>
          <p:cNvSpPr>
            <a:spLocks xmlns:a="http://schemas.openxmlformats.org/drawingml/2006/main" noGrp="1"/>
          </p:cNvSpPr>
          <p:nvPr/>
        </p:nvSpPr>
        <p:spPr>
          <a:xfrm xmlns:a="http://schemas.openxmlformats.org/drawingml/2006/main">
            <a:off x="445135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テンプレートからリポジトリを作成</a:t>
            </a:r>
          </a:p>
        </p:txBody>
      </p:sp>
      <p:sp>
        <p:nvSpPr>
          <p:cNvPr id="15" name="">
            <a:extLst xmlns:a="http://schemas.openxmlformats.org/drawingml/2006/main">
              <a:ext uri="{FF2B5EF4-FFF2-40B4-BE49-F238E27FC236}">
                <a16:creationId xmlns:a16="http://schemas.microsoft.com/office/drawing/2014/main" id="{907E5A94-B87A-4F96-8B6F-76DAB2DFC2CA}"/>
              </a:ext>
            </a:extLst>
          </p:cNvPr>
          <p:cNvSpPr>
            <a:spLocks xmlns:a="http://schemas.openxmlformats.org/drawingml/2006/main" noGrp="1"/>
          </p:cNvSpPr>
          <p:nvPr/>
        </p:nvSpPr>
        <p:spPr>
          <a:xfrm xmlns:a="http://schemas.openxmlformats.org/drawingml/2006/main">
            <a:off x="78263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6" name="">
            <a:extLst xmlns:a="http://schemas.openxmlformats.org/drawingml/2006/main">
              <a:ext uri="{FF2B5EF4-FFF2-40B4-BE49-F238E27FC236}">
                <a16:creationId xmlns:a16="http://schemas.microsoft.com/office/drawing/2014/main" id="{56658247-902F-4208-B259-5181E0E90080}"/>
              </a:ext>
            </a:extLst>
          </p:cNvPr>
          <p:cNvSpPr>
            <a:spLocks xmlns:a="http://schemas.openxmlformats.org/drawingml/2006/main" noGrp="1"/>
          </p:cNvSpPr>
          <p:nvPr/>
        </p:nvSpPr>
        <p:spPr>
          <a:xfrm xmlns:a="http://schemas.openxmlformats.org/drawingml/2006/main">
            <a:off x="79121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Public を想定</a:t>
            </a:r>
          </a:p>
        </p:txBody>
      </p:sp>
      <p:sp>
        <p:nvSpPr>
          <p:cNvPr id="17" name="">
            <a:extLst xmlns:a="http://schemas.openxmlformats.org/drawingml/2006/main">
              <a:ext uri="{FF2B5EF4-FFF2-40B4-BE49-F238E27FC236}">
                <a16:creationId xmlns:a16="http://schemas.microsoft.com/office/drawing/2014/main" id="{0EE86D4C-62FC-41E9-A641-2CCF38E966E0}"/>
              </a:ext>
            </a:extLst>
          </p:cNvPr>
          <p:cNvSpPr>
            <a:spLocks xmlns:a="http://schemas.openxmlformats.org/drawingml/2006/main" noGrp="1"/>
          </p:cNvSpPr>
          <p:nvPr/>
        </p:nvSpPr>
        <p:spPr>
          <a:xfrm xmlns:a="http://schemas.openxmlformats.org/drawingml/2006/main">
            <a:off x="9048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18" name="">
            <a:extLst xmlns:a="http://schemas.openxmlformats.org/drawingml/2006/main">
              <a:ext uri="{FF2B5EF4-FFF2-40B4-BE49-F238E27FC236}">
                <a16:creationId xmlns:a16="http://schemas.microsoft.com/office/drawing/2014/main" id="{1C5EF70B-2F39-4E2E-ACDF-5EC3C74CD800}"/>
              </a:ext>
            </a:extLst>
          </p:cNvPr>
          <p:cNvSpPr>
            <a:spLocks xmlns:a="http://schemas.openxmlformats.org/drawingml/2006/main" noGrp="1"/>
          </p:cNvSpPr>
          <p:nvPr/>
        </p:nvSpPr>
        <p:spPr>
          <a:xfrm xmlns:a="http://schemas.openxmlformats.org/drawingml/2006/main">
            <a:off x="9906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ステップ3.1</a:t>
            </a:r>
          </a:p>
        </p:txBody>
      </p:sp>
      <p:sp>
        <p:nvSpPr>
          <p:cNvPr id="19" name="">
            <a:extLst xmlns:a="http://schemas.openxmlformats.org/drawingml/2006/main">
              <a:ext uri="{FF2B5EF4-FFF2-40B4-BE49-F238E27FC236}">
                <a16:creationId xmlns:a16="http://schemas.microsoft.com/office/drawing/2014/main" id="{5E2D0C1D-BF4E-4113-9CFE-8689D40C26D1}"/>
              </a:ext>
            </a:extLst>
          </p:cNvPr>
          <p:cNvSpPr>
            <a:spLocks xmlns:a="http://schemas.openxmlformats.org/drawingml/2006/main" noGrp="1"/>
          </p:cNvSpPr>
          <p:nvPr/>
        </p:nvSpPr>
        <p:spPr>
          <a:xfrm xmlns:a="http://schemas.openxmlformats.org/drawingml/2006/main">
            <a:off x="436562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0" name="">
            <a:extLst xmlns:a="http://schemas.openxmlformats.org/drawingml/2006/main">
              <a:ext uri="{FF2B5EF4-FFF2-40B4-BE49-F238E27FC236}">
                <a16:creationId xmlns:a16="http://schemas.microsoft.com/office/drawing/2014/main" id="{DC90D45C-D3A9-4B8E-B889-0153CCFA1DB4}"/>
              </a:ext>
            </a:extLst>
          </p:cNvPr>
          <p:cNvSpPr>
            <a:spLocks xmlns:a="http://schemas.openxmlformats.org/drawingml/2006/main" noGrp="1"/>
          </p:cNvSpPr>
          <p:nvPr/>
        </p:nvSpPr>
        <p:spPr>
          <a:xfrm xmlns:a="http://schemas.openxmlformats.org/drawingml/2006/main">
            <a:off x="445135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Service Principal と認証情報</a:t>
            </a:r>
          </a:p>
        </p:txBody>
      </p:sp>
      <p:sp>
        <p:nvSpPr>
          <p:cNvPr id="21" name="">
            <a:extLst xmlns:a="http://schemas.openxmlformats.org/drawingml/2006/main">
              <a:ext uri="{FF2B5EF4-FFF2-40B4-BE49-F238E27FC236}">
                <a16:creationId xmlns:a16="http://schemas.microsoft.com/office/drawing/2014/main" id="{8B475659-EEAA-439E-BF1D-997AD98E263A}"/>
              </a:ext>
            </a:extLst>
          </p:cNvPr>
          <p:cNvSpPr>
            <a:spLocks xmlns:a="http://schemas.openxmlformats.org/drawingml/2006/main" noGrp="1"/>
          </p:cNvSpPr>
          <p:nvPr/>
        </p:nvSpPr>
        <p:spPr>
          <a:xfrm xmlns:a="http://schemas.openxmlformats.org/drawingml/2006/main">
            <a:off x="78263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2" name="">
            <a:extLst xmlns:a="http://schemas.openxmlformats.org/drawingml/2006/main">
              <a:ext uri="{FF2B5EF4-FFF2-40B4-BE49-F238E27FC236}">
                <a16:creationId xmlns:a16="http://schemas.microsoft.com/office/drawing/2014/main" id="{AFEBFFCD-766C-4A2F-B41C-EFFB4420A3BD}"/>
              </a:ext>
            </a:extLst>
          </p:cNvPr>
          <p:cNvSpPr>
            <a:spLocks xmlns:a="http://schemas.openxmlformats.org/drawingml/2006/main" noGrp="1"/>
          </p:cNvSpPr>
          <p:nvPr/>
        </p:nvSpPr>
        <p:spPr>
          <a:xfrm xmlns:a="http://schemas.openxmlformats.org/drawingml/2006/main">
            <a:off x="79121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Cloud Shell から実行</a:t>
            </a:r>
          </a:p>
        </p:txBody>
      </p:sp>
      <p:sp>
        <p:nvSpPr>
          <p:cNvPr id="23" name="">
            <a:extLst xmlns:a="http://schemas.openxmlformats.org/drawingml/2006/main">
              <a:ext uri="{FF2B5EF4-FFF2-40B4-BE49-F238E27FC236}">
                <a16:creationId xmlns:a16="http://schemas.microsoft.com/office/drawing/2014/main" id="{28DBF9C3-4D92-4378-8921-B5DC4FA63135}"/>
              </a:ext>
            </a:extLst>
          </p:cNvPr>
          <p:cNvSpPr>
            <a:spLocks xmlns:a="http://schemas.openxmlformats.org/drawingml/2006/main" noGrp="1"/>
          </p:cNvSpPr>
          <p:nvPr/>
        </p:nvSpPr>
        <p:spPr>
          <a:xfrm xmlns:a="http://schemas.openxmlformats.org/drawingml/2006/main">
            <a:off x="9048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4" name="">
            <a:extLst xmlns:a="http://schemas.openxmlformats.org/drawingml/2006/main">
              <a:ext uri="{FF2B5EF4-FFF2-40B4-BE49-F238E27FC236}">
                <a16:creationId xmlns:a16="http://schemas.microsoft.com/office/drawing/2014/main" id="{483953E4-2933-4A22-8B8A-39FE495BB631}"/>
              </a:ext>
            </a:extLst>
          </p:cNvPr>
          <p:cNvSpPr>
            <a:spLocks xmlns:a="http://schemas.openxmlformats.org/drawingml/2006/main" noGrp="1"/>
          </p:cNvSpPr>
          <p:nvPr/>
        </p:nvSpPr>
        <p:spPr>
          <a:xfrm xmlns:a="http://schemas.openxmlformats.org/drawingml/2006/main">
            <a:off x="9906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ステップ3.2/3.3</a:t>
            </a:r>
          </a:p>
        </p:txBody>
      </p:sp>
      <p:sp>
        <p:nvSpPr>
          <p:cNvPr id="25" name="">
            <a:extLst xmlns:a="http://schemas.openxmlformats.org/drawingml/2006/main">
              <a:ext uri="{FF2B5EF4-FFF2-40B4-BE49-F238E27FC236}">
                <a16:creationId xmlns:a16="http://schemas.microsoft.com/office/drawing/2014/main" id="{7F5049D5-36F7-4180-B9DC-CC90249DDF1E}"/>
              </a:ext>
            </a:extLst>
          </p:cNvPr>
          <p:cNvSpPr>
            <a:spLocks xmlns:a="http://schemas.openxmlformats.org/drawingml/2006/main" noGrp="1"/>
          </p:cNvSpPr>
          <p:nvPr/>
        </p:nvSpPr>
        <p:spPr>
          <a:xfrm xmlns:a="http://schemas.openxmlformats.org/drawingml/2006/main">
            <a:off x="436562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6" name="">
            <a:extLst xmlns:a="http://schemas.openxmlformats.org/drawingml/2006/main">
              <a:ext uri="{FF2B5EF4-FFF2-40B4-BE49-F238E27FC236}">
                <a16:creationId xmlns:a16="http://schemas.microsoft.com/office/drawing/2014/main" id="{A280D350-1FB2-4526-AEF7-69772FFE0DC6}"/>
              </a:ext>
            </a:extLst>
          </p:cNvPr>
          <p:cNvSpPr>
            <a:spLocks xmlns:a="http://schemas.openxmlformats.org/drawingml/2006/main" noGrp="1"/>
          </p:cNvSpPr>
          <p:nvPr/>
        </p:nvSpPr>
        <p:spPr>
          <a:xfrm xmlns:a="http://schemas.openxmlformats.org/drawingml/2006/main">
            <a:off x="445135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Secret と Repository variables</a:t>
            </a:r>
          </a:p>
        </p:txBody>
      </p:sp>
      <p:sp>
        <p:nvSpPr>
          <p:cNvPr id="27" name="">
            <a:extLst xmlns:a="http://schemas.openxmlformats.org/drawingml/2006/main">
              <a:ext uri="{FF2B5EF4-FFF2-40B4-BE49-F238E27FC236}">
                <a16:creationId xmlns:a16="http://schemas.microsoft.com/office/drawing/2014/main" id="{A39F5537-65D7-4EB6-B899-ADB6ECC69DF1}"/>
              </a:ext>
            </a:extLst>
          </p:cNvPr>
          <p:cNvSpPr>
            <a:spLocks xmlns:a="http://schemas.openxmlformats.org/drawingml/2006/main" noGrp="1"/>
          </p:cNvSpPr>
          <p:nvPr/>
        </p:nvSpPr>
        <p:spPr>
          <a:xfrm xmlns:a="http://schemas.openxmlformats.org/drawingml/2006/main">
            <a:off x="78263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8" name="">
            <a:extLst xmlns:a="http://schemas.openxmlformats.org/drawingml/2006/main">
              <a:ext uri="{FF2B5EF4-FFF2-40B4-BE49-F238E27FC236}">
                <a16:creationId xmlns:a16="http://schemas.microsoft.com/office/drawing/2014/main" id="{73579044-84BD-4F4C-A296-A8AB280C44B5}"/>
              </a:ext>
            </a:extLst>
          </p:cNvPr>
          <p:cNvSpPr>
            <a:spLocks xmlns:a="http://schemas.openxmlformats.org/drawingml/2006/main" noGrp="1"/>
          </p:cNvSpPr>
          <p:nvPr/>
        </p:nvSpPr>
        <p:spPr>
          <a:xfrm xmlns:a="http://schemas.openxmlformats.org/drawingml/2006/main">
            <a:off x="79121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Secret value は表示しない</a:t>
            </a:r>
          </a:p>
        </p:txBody>
      </p:sp>
      <p:sp>
        <p:nvSpPr>
          <p:cNvPr id="29" name="">
            <a:extLst xmlns:a="http://schemas.openxmlformats.org/drawingml/2006/main">
              <a:ext uri="{FF2B5EF4-FFF2-40B4-BE49-F238E27FC236}">
                <a16:creationId xmlns:a16="http://schemas.microsoft.com/office/drawing/2014/main" id="{DD3CBEB9-9322-4406-A44C-6F020BE3C3AE}"/>
              </a:ext>
            </a:extLst>
          </p:cNvPr>
          <p:cNvSpPr>
            <a:spLocks xmlns:a="http://schemas.openxmlformats.org/drawingml/2006/main" noGrp="1"/>
          </p:cNvSpPr>
          <p:nvPr/>
        </p:nvSpPr>
        <p:spPr>
          <a:xfrm xmlns:a="http://schemas.openxmlformats.org/drawingml/2006/main">
            <a:off x="9048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0" name="">
            <a:extLst xmlns:a="http://schemas.openxmlformats.org/drawingml/2006/main">
              <a:ext uri="{FF2B5EF4-FFF2-40B4-BE49-F238E27FC236}">
                <a16:creationId xmlns:a16="http://schemas.microsoft.com/office/drawing/2014/main" id="{3E6AB0AA-9C5F-47B5-99C7-9DAA257225CE}"/>
              </a:ext>
            </a:extLst>
          </p:cNvPr>
          <p:cNvSpPr>
            <a:spLocks xmlns:a="http://schemas.openxmlformats.org/drawingml/2006/main" noGrp="1"/>
          </p:cNvSpPr>
          <p:nvPr/>
        </p:nvSpPr>
        <p:spPr>
          <a:xfrm xmlns:a="http://schemas.openxmlformats.org/drawingml/2006/main">
            <a:off x="9906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ステップ3.4/3.5</a:t>
            </a:r>
          </a:p>
        </p:txBody>
      </p:sp>
      <p:sp>
        <p:nvSpPr>
          <p:cNvPr id="31" name="">
            <a:extLst xmlns:a="http://schemas.openxmlformats.org/drawingml/2006/main">
              <a:ext uri="{FF2B5EF4-FFF2-40B4-BE49-F238E27FC236}">
                <a16:creationId xmlns:a16="http://schemas.microsoft.com/office/drawing/2014/main" id="{EC1F0B03-571C-4A28-965C-68EAD4F9EC79}"/>
              </a:ext>
            </a:extLst>
          </p:cNvPr>
          <p:cNvSpPr>
            <a:spLocks xmlns:a="http://schemas.openxmlformats.org/drawingml/2006/main" noGrp="1"/>
          </p:cNvSpPr>
          <p:nvPr/>
        </p:nvSpPr>
        <p:spPr>
          <a:xfrm xmlns:a="http://schemas.openxmlformats.org/drawingml/2006/main">
            <a:off x="436562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2" name="">
            <a:extLst xmlns:a="http://schemas.openxmlformats.org/drawingml/2006/main">
              <a:ext uri="{FF2B5EF4-FFF2-40B4-BE49-F238E27FC236}">
                <a16:creationId xmlns:a16="http://schemas.microsoft.com/office/drawing/2014/main" id="{31921902-0D24-44A6-805B-F4A61C432BD9}"/>
              </a:ext>
            </a:extLst>
          </p:cNvPr>
          <p:cNvSpPr>
            <a:spLocks xmlns:a="http://schemas.openxmlformats.org/drawingml/2006/main" noGrp="1"/>
          </p:cNvSpPr>
          <p:nvPr/>
        </p:nvSpPr>
        <p:spPr>
          <a:xfrm xmlns:a="http://schemas.openxmlformats.org/drawingml/2006/main">
            <a:off x="445135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workflow 有効化と実行</a:t>
            </a:r>
          </a:p>
        </p:txBody>
      </p:sp>
      <p:sp>
        <p:nvSpPr>
          <p:cNvPr id="33" name="">
            <a:extLst xmlns:a="http://schemas.openxmlformats.org/drawingml/2006/main">
              <a:ext uri="{FF2B5EF4-FFF2-40B4-BE49-F238E27FC236}">
                <a16:creationId xmlns:a16="http://schemas.microsoft.com/office/drawing/2014/main" id="{DD06384B-DF01-4FC3-81AE-5647426C0A27}"/>
              </a:ext>
            </a:extLst>
          </p:cNvPr>
          <p:cNvSpPr>
            <a:spLocks xmlns:a="http://schemas.openxmlformats.org/drawingml/2006/main" noGrp="1"/>
          </p:cNvSpPr>
          <p:nvPr/>
        </p:nvSpPr>
        <p:spPr>
          <a:xfrm xmlns:a="http://schemas.openxmlformats.org/drawingml/2006/main">
            <a:off x="78263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4" name="">
            <a:extLst xmlns:a="http://schemas.openxmlformats.org/drawingml/2006/main">
              <a:ext uri="{FF2B5EF4-FFF2-40B4-BE49-F238E27FC236}">
                <a16:creationId xmlns:a16="http://schemas.microsoft.com/office/drawing/2014/main" id="{0D002D99-A20B-42DC-99D7-70EA1D568C62}"/>
              </a:ext>
            </a:extLst>
          </p:cNvPr>
          <p:cNvSpPr>
            <a:spLocks xmlns:a="http://schemas.openxmlformats.org/drawingml/2006/main" noGrp="1"/>
          </p:cNvSpPr>
          <p:nvPr/>
        </p:nvSpPr>
        <p:spPr>
          <a:xfrm xmlns:a="http://schemas.openxmlformats.org/drawingml/2006/main">
            <a:off x="79121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Actions ログを確認</a:t>
            </a:r>
          </a:p>
        </p:txBody>
      </p:sp>
      <p:sp>
        <p:nvSpPr>
          <p:cNvPr id="35" name="">
            <a:extLst xmlns:a="http://schemas.openxmlformats.org/drawingml/2006/main">
              <a:ext uri="{FF2B5EF4-FFF2-40B4-BE49-F238E27FC236}">
                <a16:creationId xmlns:a16="http://schemas.microsoft.com/office/drawing/2014/main" id="{79202663-95C9-496A-B875-F9F55F1744D2}"/>
              </a:ext>
            </a:extLst>
          </p:cNvPr>
          <p:cNvSpPr>
            <a:spLocks xmlns:a="http://schemas.openxmlformats.org/drawingml/2006/main" noGrp="1"/>
          </p:cNvSpPr>
          <p:nvPr/>
        </p:nvSpPr>
        <p:spPr>
          <a:xfrm xmlns:a="http://schemas.openxmlformats.org/drawingml/2006/main">
            <a:off x="904875" y="5048250"/>
            <a:ext cx="3460750" cy="647700"/>
          </a:xfrm>
          <a:prstGeom xmlns:a="http://schemas.openxmlformats.org/drawingml/2006/main" prst="rect">
            <a:avLst/>
          </a:prstGeom>
          <a:ln xmlns:a="http://schemas.openxmlformats.org/drawingml/2006/main" w="9525">
            <a:solidFill>
              <a:srgbClr val="DDE5EF"/>
            </a:solidFill>
            <a:prstDash val="solid"/>
          </a:ln>
        </p:spPr>
      </p:sp>
      <p:sp>
        <p:nvSpPr>
          <p:cNvPr id="36" name="">
            <a:extLst xmlns:a="http://schemas.openxmlformats.org/drawingml/2006/main">
              <a:ext uri="{FF2B5EF4-FFF2-40B4-BE49-F238E27FC236}">
                <a16:creationId xmlns:a16="http://schemas.microsoft.com/office/drawing/2014/main" id="{3829A1D6-A1FE-4E1C-B333-FAC5C367FCE3}"/>
              </a:ext>
            </a:extLst>
          </p:cNvPr>
          <p:cNvSpPr>
            <a:spLocks xmlns:a="http://schemas.openxmlformats.org/drawingml/2006/main" noGrp="1"/>
          </p:cNvSpPr>
          <p:nvPr/>
        </p:nvSpPr>
        <p:spPr>
          <a:xfrm xmlns:a="http://schemas.openxmlformats.org/drawingml/2006/main">
            <a:off x="990600" y="51149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フェーズ4</a:t>
            </a:r>
          </a:p>
        </p:txBody>
      </p:sp>
      <p:sp>
        <p:nvSpPr>
          <p:cNvPr id="37" name="">
            <a:extLst xmlns:a="http://schemas.openxmlformats.org/drawingml/2006/main">
              <a:ext uri="{FF2B5EF4-FFF2-40B4-BE49-F238E27FC236}">
                <a16:creationId xmlns:a16="http://schemas.microsoft.com/office/drawing/2014/main" id="{11D2AB26-5E05-44EC-8850-FCBFA8AD9272}"/>
              </a:ext>
            </a:extLst>
          </p:cNvPr>
          <p:cNvSpPr>
            <a:spLocks xmlns:a="http://schemas.openxmlformats.org/drawingml/2006/main" noGrp="1"/>
          </p:cNvSpPr>
          <p:nvPr/>
        </p:nvSpPr>
        <p:spPr>
          <a:xfrm xmlns:a="http://schemas.openxmlformats.org/drawingml/2006/main">
            <a:off x="4365625" y="5048250"/>
            <a:ext cx="3460750" cy="647700"/>
          </a:xfrm>
          <a:prstGeom xmlns:a="http://schemas.openxmlformats.org/drawingml/2006/main" prst="rect">
            <a:avLst/>
          </a:prstGeom>
          <a:ln xmlns:a="http://schemas.openxmlformats.org/drawingml/2006/main" w="9525">
            <a:solidFill>
              <a:srgbClr val="DDE5EF"/>
            </a:solidFill>
            <a:prstDash val="solid"/>
          </a:ln>
        </p:spPr>
      </p:sp>
      <p:sp>
        <p:nvSpPr>
          <p:cNvPr id="38" name="">
            <a:extLst xmlns:a="http://schemas.openxmlformats.org/drawingml/2006/main">
              <a:ext uri="{FF2B5EF4-FFF2-40B4-BE49-F238E27FC236}">
                <a16:creationId xmlns:a16="http://schemas.microsoft.com/office/drawing/2014/main" id="{F6288431-E812-4AD1-8C7B-E6BF144A915D}"/>
              </a:ext>
            </a:extLst>
          </p:cNvPr>
          <p:cNvSpPr>
            <a:spLocks xmlns:a="http://schemas.openxmlformats.org/drawingml/2006/main" noGrp="1"/>
          </p:cNvSpPr>
          <p:nvPr/>
        </p:nvSpPr>
        <p:spPr>
          <a:xfrm xmlns:a="http://schemas.openxmlformats.org/drawingml/2006/main">
            <a:off x="4451350" y="51149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Container Apps とアプリ動作確認</a:t>
            </a:r>
          </a:p>
        </p:txBody>
      </p:sp>
      <p:sp>
        <p:nvSpPr>
          <p:cNvPr id="39" name="">
            <a:extLst xmlns:a="http://schemas.openxmlformats.org/drawingml/2006/main">
              <a:ext uri="{FF2B5EF4-FFF2-40B4-BE49-F238E27FC236}">
                <a16:creationId xmlns:a16="http://schemas.microsoft.com/office/drawing/2014/main" id="{7DD00772-012B-4B04-B0C8-0AB7EA01886A}"/>
              </a:ext>
            </a:extLst>
          </p:cNvPr>
          <p:cNvSpPr>
            <a:spLocks xmlns:a="http://schemas.openxmlformats.org/drawingml/2006/main" noGrp="1"/>
          </p:cNvSpPr>
          <p:nvPr/>
        </p:nvSpPr>
        <p:spPr>
          <a:xfrm xmlns:a="http://schemas.openxmlformats.org/drawingml/2006/main">
            <a:off x="7826375" y="5048250"/>
            <a:ext cx="3460750" cy="647700"/>
          </a:xfrm>
          <a:prstGeom xmlns:a="http://schemas.openxmlformats.org/drawingml/2006/main" prst="rect">
            <a:avLst/>
          </a:prstGeom>
          <a:ln xmlns:a="http://schemas.openxmlformats.org/drawingml/2006/main" w="9525">
            <a:solidFill>
              <a:srgbClr val="DDE5EF"/>
            </a:solidFill>
            <a:prstDash val="solid"/>
          </a:ln>
        </p:spPr>
      </p:sp>
      <p:sp>
        <p:nvSpPr>
          <p:cNvPr id="40" name="">
            <a:extLst xmlns:a="http://schemas.openxmlformats.org/drawingml/2006/main">
              <a:ext uri="{FF2B5EF4-FFF2-40B4-BE49-F238E27FC236}">
                <a16:creationId xmlns:a16="http://schemas.microsoft.com/office/drawing/2014/main" id="{F35797DD-43FA-405B-8620-34EF06505A5E}"/>
              </a:ext>
            </a:extLst>
          </p:cNvPr>
          <p:cNvSpPr>
            <a:spLocks xmlns:a="http://schemas.openxmlformats.org/drawingml/2006/main" noGrp="1"/>
          </p:cNvSpPr>
          <p:nvPr/>
        </p:nvSpPr>
        <p:spPr>
          <a:xfrm xmlns:a="http://schemas.openxmlformats.org/drawingml/2006/main">
            <a:off x="7912100" y="51149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URL と redirect URI の一致を確認</a:t>
            </a:r>
          </a:p>
        </p:txBody>
      </p:sp>
      <p:sp>
        <p:nvSpPr>
          <p:cNvPr id="41" name="">
            <a:extLst xmlns:a="http://schemas.openxmlformats.org/drawingml/2006/main">
              <a:ext uri="{FF2B5EF4-FFF2-40B4-BE49-F238E27FC236}">
                <a16:creationId xmlns:a16="http://schemas.microsoft.com/office/drawing/2014/main" id="{F54798FC-1C1A-46F4-9E96-B4F450E584EB}"/>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8499A1-C3DE-421A-A5A6-4254FC0C8BEA}"/>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GitHub Actions が行うこと</a:t>
            </a:r>
          </a:p>
        </p:txBody>
      </p:sp>
      <p:sp>
        <p:nvSpPr>
          <p:cNvPr id="2" name="">
            <a:extLst xmlns:a="http://schemas.openxmlformats.org/drawingml/2006/main">
              <a:ext uri="{FF2B5EF4-FFF2-40B4-BE49-F238E27FC236}">
                <a16:creationId xmlns:a16="http://schemas.microsoft.com/office/drawing/2014/main" id="{28229C45-D2E8-4E74-95B9-8C778B07B2DD}"/>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06 / 48</a:t>
            </a:r>
          </a:p>
        </p:txBody>
      </p:sp>
      <p:sp>
        <p:nvSpPr>
          <p:cNvPr id="3" name="">
            <a:extLst xmlns:a="http://schemas.openxmlformats.org/drawingml/2006/main">
              <a:ext uri="{FF2B5EF4-FFF2-40B4-BE49-F238E27FC236}">
                <a16:creationId xmlns:a16="http://schemas.microsoft.com/office/drawing/2014/main" id="{34E0B1D2-5A2E-4922-83B0-15776402465D}"/>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C214F9CA-4D0A-4262-98B5-52B3302E16A0}"/>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GitHub Actions は、手作業で行うビルド、ACR への push、Container Apps の更新を workflow として実行します。</a:t>
            </a:r>
          </a:p>
        </p:txBody>
      </p:sp>
      <p:sp>
        <p:nvSpPr>
          <p:cNvPr id="5" name="">
            <a:extLst xmlns:a="http://schemas.openxmlformats.org/drawingml/2006/main">
              <a:ext uri="{FF2B5EF4-FFF2-40B4-BE49-F238E27FC236}">
                <a16:creationId xmlns:a16="http://schemas.microsoft.com/office/drawing/2014/main" id="{EA310938-1721-4F26-9ECF-0235AD2F093C}"/>
              </a:ext>
            </a:extLst>
          </p:cNvPr>
          <p:cNvSpPr>
            <a:spLocks xmlns:a="http://schemas.openxmlformats.org/drawingml/2006/main" noGrp="1"/>
          </p:cNvSpPr>
          <p:nvPr/>
        </p:nvSpPr>
        <p:spPr>
          <a:xfrm xmlns:a="http://schemas.openxmlformats.org/drawingml/2006/main">
            <a:off x="904875" y="1952625"/>
            <a:ext cx="4933950" cy="1762125"/>
          </a:xfrm>
          <a:prstGeom xmlns:a="http://schemas.openxmlformats.org/drawingml/2006/main" prst="rect">
            <a:avLst/>
          </a:prstGeom>
          <a:ln xmlns:a="http://schemas.openxmlformats.org/drawingml/2006/main" w="9525">
            <a:solidFill>
              <a:srgbClr val="DBE4EF"/>
            </a:solidFill>
            <a:prstDash val="solid"/>
          </a:ln>
        </p:spPr>
      </p:sp>
      <p:sp>
        <p:nvSpPr>
          <p:cNvPr id="6" name="">
            <a:extLst xmlns:a="http://schemas.openxmlformats.org/drawingml/2006/main">
              <a:ext uri="{FF2B5EF4-FFF2-40B4-BE49-F238E27FC236}">
                <a16:creationId xmlns:a16="http://schemas.microsoft.com/office/drawing/2014/main" id="{13993145-89D8-481E-BA16-EE8A00E4A98A}"/>
              </a:ext>
            </a:extLst>
          </p:cNvPr>
          <p:cNvSpPr>
            <a:spLocks xmlns:a="http://schemas.openxmlformats.org/drawingml/2006/main" noGrp="1"/>
          </p:cNvSpPr>
          <p:nvPr/>
        </p:nvSpPr>
        <p:spPr>
          <a:xfrm xmlns:a="http://schemas.openxmlformats.org/drawingml/2006/main">
            <a:off x="904875" y="1952625"/>
            <a:ext cx="76200" cy="1762125"/>
          </a:xfrm>
          <a:prstGeom xmlns:a="http://schemas.openxmlformats.org/drawingml/2006/main" prst="rect">
            <a:avLst/>
          </a:prstGeom>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793F7D8C-34E2-4C3C-843F-9B36FC30D4F4}"/>
              </a:ext>
            </a:extLst>
          </p:cNvPr>
          <p:cNvSpPr>
            <a:spLocks xmlns:a="http://schemas.openxmlformats.org/drawingml/2006/main" noGrp="1"/>
          </p:cNvSpPr>
          <p:nvPr/>
        </p:nvSpPr>
        <p:spPr>
          <a:xfrm xmlns:a="http://schemas.openxmlformats.org/drawingml/2006/main">
            <a:off x="1133475" y="2124075"/>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1</a:t>
            </a:r>
          </a:p>
        </p:txBody>
      </p:sp>
      <p:sp>
        <p:nvSpPr>
          <p:cNvPr id="8" name="">
            <a:extLst xmlns:a="http://schemas.openxmlformats.org/drawingml/2006/main">
              <a:ext uri="{FF2B5EF4-FFF2-40B4-BE49-F238E27FC236}">
                <a16:creationId xmlns:a16="http://schemas.microsoft.com/office/drawing/2014/main" id="{AE0B2419-AD30-4434-A250-B36C481E098A}"/>
              </a:ext>
            </a:extLst>
          </p:cNvPr>
          <p:cNvSpPr>
            <a:spLocks xmlns:a="http://schemas.openxmlformats.org/drawingml/2006/main" noGrp="1"/>
          </p:cNvSpPr>
          <p:nvPr/>
        </p:nvSpPr>
        <p:spPr>
          <a:xfrm xmlns:a="http://schemas.openxmlformats.org/drawingml/2006/main">
            <a:off x="1133475" y="2352675"/>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コード取得</a:t>
            </a:r>
          </a:p>
        </p:txBody>
      </p:sp>
      <p:sp>
        <p:nvSpPr>
          <p:cNvPr id="9" name="">
            <a:extLst xmlns:a="http://schemas.openxmlformats.org/drawingml/2006/main">
              <a:ext uri="{FF2B5EF4-FFF2-40B4-BE49-F238E27FC236}">
                <a16:creationId xmlns:a16="http://schemas.microsoft.com/office/drawing/2014/main" id="{40DB6449-AF29-44E7-956C-9A4EE827B5B2}"/>
              </a:ext>
            </a:extLst>
          </p:cNvPr>
          <p:cNvSpPr>
            <a:spLocks xmlns:a="http://schemas.openxmlformats.org/drawingml/2006/main" noGrp="1"/>
          </p:cNvSpPr>
          <p:nvPr/>
        </p:nvSpPr>
        <p:spPr>
          <a:xfrm xmlns:a="http://schemas.openxmlformats.org/drawingml/2006/main">
            <a:off x="1133475" y="2790825"/>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リポジトリの API/Web コードを使います。</a:t>
            </a:r>
          </a:p>
        </p:txBody>
      </p:sp>
      <p:sp>
        <p:nvSpPr>
          <p:cNvPr id="10" name="">
            <a:extLst xmlns:a="http://schemas.openxmlformats.org/drawingml/2006/main">
              <a:ext uri="{FF2B5EF4-FFF2-40B4-BE49-F238E27FC236}">
                <a16:creationId xmlns:a16="http://schemas.microsoft.com/office/drawing/2014/main" id="{ABFAAF29-8C0A-4702-9995-39880C7A93C1}"/>
              </a:ext>
            </a:extLst>
          </p:cNvPr>
          <p:cNvSpPr>
            <a:spLocks xmlns:a="http://schemas.openxmlformats.org/drawingml/2006/main" noGrp="1"/>
          </p:cNvSpPr>
          <p:nvPr/>
        </p:nvSpPr>
        <p:spPr>
          <a:xfrm xmlns:a="http://schemas.openxmlformats.org/drawingml/2006/main">
            <a:off x="6067425" y="1952625"/>
            <a:ext cx="4933950" cy="1762125"/>
          </a:xfrm>
          <a:prstGeom xmlns:a="http://schemas.openxmlformats.org/drawingml/2006/main" prst="rect">
            <a:avLst/>
          </a:prstGeom>
          <a:ln xmlns:a="http://schemas.openxmlformats.org/drawingml/2006/main" w="9525">
            <a:solidFill>
              <a:srgbClr val="DBE4EF"/>
            </a:solidFill>
            <a:prstDash val="solid"/>
          </a:ln>
        </p:spPr>
      </p:sp>
      <p:sp>
        <p:nvSpPr>
          <p:cNvPr id="11" name="">
            <a:extLst xmlns:a="http://schemas.openxmlformats.org/drawingml/2006/main">
              <a:ext uri="{FF2B5EF4-FFF2-40B4-BE49-F238E27FC236}">
                <a16:creationId xmlns:a16="http://schemas.microsoft.com/office/drawing/2014/main" id="{3632F46B-2C9B-4616-B15D-6C2749258B83}"/>
              </a:ext>
            </a:extLst>
          </p:cNvPr>
          <p:cNvSpPr>
            <a:spLocks xmlns:a="http://schemas.openxmlformats.org/drawingml/2006/main" noGrp="1"/>
          </p:cNvSpPr>
          <p:nvPr/>
        </p:nvSpPr>
        <p:spPr>
          <a:xfrm xmlns:a="http://schemas.openxmlformats.org/drawingml/2006/main">
            <a:off x="6067425" y="1952625"/>
            <a:ext cx="76200" cy="1762125"/>
          </a:xfrm>
          <a:prstGeom xmlns:a="http://schemas.openxmlformats.org/drawingml/2006/main" prst="rect">
            <a:avLst/>
          </a:prstGeom>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DD20B641-8699-4BFD-9539-B6394D942B1B}"/>
              </a:ext>
            </a:extLst>
          </p:cNvPr>
          <p:cNvSpPr>
            <a:spLocks xmlns:a="http://schemas.openxmlformats.org/drawingml/2006/main" noGrp="1"/>
          </p:cNvSpPr>
          <p:nvPr/>
        </p:nvSpPr>
        <p:spPr>
          <a:xfrm xmlns:a="http://schemas.openxmlformats.org/drawingml/2006/main">
            <a:off x="6296025" y="2124075"/>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43479FA5-6B30-4CEA-8001-B8E41EBB5FD3}"/>
              </a:ext>
            </a:extLst>
          </p:cNvPr>
          <p:cNvSpPr>
            <a:spLocks xmlns:a="http://schemas.openxmlformats.org/drawingml/2006/main" noGrp="1"/>
          </p:cNvSpPr>
          <p:nvPr/>
        </p:nvSpPr>
        <p:spPr>
          <a:xfrm xmlns:a="http://schemas.openxmlformats.org/drawingml/2006/main">
            <a:off x="6296025" y="2352675"/>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ビルド</a:t>
            </a:r>
          </a:p>
        </p:txBody>
      </p:sp>
      <p:sp>
        <p:nvSpPr>
          <p:cNvPr id="14" name="">
            <a:extLst xmlns:a="http://schemas.openxmlformats.org/drawingml/2006/main">
              <a:ext uri="{FF2B5EF4-FFF2-40B4-BE49-F238E27FC236}">
                <a16:creationId xmlns:a16="http://schemas.microsoft.com/office/drawing/2014/main" id="{124A6F91-7703-409E-BED8-838194C093D7}"/>
              </a:ext>
            </a:extLst>
          </p:cNvPr>
          <p:cNvSpPr>
            <a:spLocks xmlns:a="http://schemas.openxmlformats.org/drawingml/2006/main" noGrp="1"/>
          </p:cNvSpPr>
          <p:nvPr/>
        </p:nvSpPr>
        <p:spPr>
          <a:xfrm xmlns:a="http://schemas.openxmlformats.org/drawingml/2006/main">
            <a:off x="6296025" y="2790825"/>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コンテナイメージを作成します。</a:t>
            </a:r>
          </a:p>
        </p:txBody>
      </p:sp>
      <p:sp>
        <p:nvSpPr>
          <p:cNvPr id="15" name="">
            <a:extLst xmlns:a="http://schemas.openxmlformats.org/drawingml/2006/main">
              <a:ext uri="{FF2B5EF4-FFF2-40B4-BE49-F238E27FC236}">
                <a16:creationId xmlns:a16="http://schemas.microsoft.com/office/drawing/2014/main" id="{96BB746B-3BE8-4C17-9F4C-E69FD5EDF5F8}"/>
              </a:ext>
            </a:extLst>
          </p:cNvPr>
          <p:cNvSpPr>
            <a:spLocks xmlns:a="http://schemas.openxmlformats.org/drawingml/2006/main" noGrp="1"/>
          </p:cNvSpPr>
          <p:nvPr/>
        </p:nvSpPr>
        <p:spPr>
          <a:xfrm xmlns:a="http://schemas.openxmlformats.org/drawingml/2006/main">
            <a:off x="904875" y="3924300"/>
            <a:ext cx="4933950" cy="1762125"/>
          </a:xfrm>
          <a:prstGeom xmlns:a="http://schemas.openxmlformats.org/drawingml/2006/main" prst="rect">
            <a:avLst/>
          </a:prstGeom>
          <a:ln xmlns:a="http://schemas.openxmlformats.org/drawingml/2006/main" w="9525">
            <a:solidFill>
              <a:srgbClr val="DBE4EF"/>
            </a:solidFill>
            <a:prstDash val="solid"/>
          </a:ln>
        </p:spPr>
      </p:sp>
      <p:sp>
        <p:nvSpPr>
          <p:cNvPr id="16" name="">
            <a:extLst xmlns:a="http://schemas.openxmlformats.org/drawingml/2006/main">
              <a:ext uri="{FF2B5EF4-FFF2-40B4-BE49-F238E27FC236}">
                <a16:creationId xmlns:a16="http://schemas.microsoft.com/office/drawing/2014/main" id="{6E643CEC-3765-42D5-92F5-8238B288887F}"/>
              </a:ext>
            </a:extLst>
          </p:cNvPr>
          <p:cNvSpPr>
            <a:spLocks xmlns:a="http://schemas.openxmlformats.org/drawingml/2006/main" noGrp="1"/>
          </p:cNvSpPr>
          <p:nvPr/>
        </p:nvSpPr>
        <p:spPr>
          <a:xfrm xmlns:a="http://schemas.openxmlformats.org/drawingml/2006/main">
            <a:off x="904875" y="3924300"/>
            <a:ext cx="76200" cy="1762125"/>
          </a:xfrm>
          <a:prstGeom xmlns:a="http://schemas.openxmlformats.org/drawingml/2006/main" prst="rect">
            <a:avLst/>
          </a:prstGeom>
          <a:ln xmlns:a="http://schemas.openxmlformats.org/drawingml/2006/main" w="0">
            <a:solidFill>
              <a:srgbClr val="EA580C"/>
            </a:solidFill>
            <a:prstDash val="solid"/>
          </a:ln>
        </p:spPr>
      </p:sp>
      <p:sp>
        <p:nvSpPr>
          <p:cNvPr id="17" name="">
            <a:extLst xmlns:a="http://schemas.openxmlformats.org/drawingml/2006/main">
              <a:ext uri="{FF2B5EF4-FFF2-40B4-BE49-F238E27FC236}">
                <a16:creationId xmlns:a16="http://schemas.microsoft.com/office/drawing/2014/main" id="{957BBF19-10F3-4539-9A5E-7F7F4EAAD54B}"/>
              </a:ext>
            </a:extLst>
          </p:cNvPr>
          <p:cNvSpPr>
            <a:spLocks xmlns:a="http://schemas.openxmlformats.org/drawingml/2006/main" noGrp="1"/>
          </p:cNvSpPr>
          <p:nvPr/>
        </p:nvSpPr>
        <p:spPr>
          <a:xfrm xmlns:a="http://schemas.openxmlformats.org/drawingml/2006/main">
            <a:off x="1133475" y="4095750"/>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3</a:t>
            </a:r>
          </a:p>
        </p:txBody>
      </p:sp>
      <p:sp>
        <p:nvSpPr>
          <p:cNvPr id="18" name="">
            <a:extLst xmlns:a="http://schemas.openxmlformats.org/drawingml/2006/main">
              <a:ext uri="{FF2B5EF4-FFF2-40B4-BE49-F238E27FC236}">
                <a16:creationId xmlns:a16="http://schemas.microsoft.com/office/drawing/2014/main" id="{21303730-EC11-42BA-A410-17264B7EA5BA}"/>
              </a:ext>
            </a:extLst>
          </p:cNvPr>
          <p:cNvSpPr>
            <a:spLocks xmlns:a="http://schemas.openxmlformats.org/drawingml/2006/main" noGrp="1"/>
          </p:cNvSpPr>
          <p:nvPr/>
        </p:nvSpPr>
        <p:spPr>
          <a:xfrm xmlns:a="http://schemas.openxmlformats.org/drawingml/2006/main">
            <a:off x="1133475" y="4324350"/>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push</a:t>
            </a:r>
          </a:p>
        </p:txBody>
      </p:sp>
      <p:sp>
        <p:nvSpPr>
          <p:cNvPr id="19" name="">
            <a:extLst xmlns:a="http://schemas.openxmlformats.org/drawingml/2006/main">
              <a:ext uri="{FF2B5EF4-FFF2-40B4-BE49-F238E27FC236}">
                <a16:creationId xmlns:a16="http://schemas.microsoft.com/office/drawing/2014/main" id="{B391EAC1-2771-48AD-87F6-566DD3B926E8}"/>
              </a:ext>
            </a:extLst>
          </p:cNvPr>
          <p:cNvSpPr>
            <a:spLocks xmlns:a="http://schemas.openxmlformats.org/drawingml/2006/main" noGrp="1"/>
          </p:cNvSpPr>
          <p:nvPr/>
        </p:nvSpPr>
        <p:spPr>
          <a:xfrm xmlns:a="http://schemas.openxmlformats.org/drawingml/2006/main">
            <a:off x="1133475" y="4762500"/>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ACR にイメージを登録します。</a:t>
            </a:r>
          </a:p>
        </p:txBody>
      </p:sp>
      <p:sp>
        <p:nvSpPr>
          <p:cNvPr id="20" name="">
            <a:extLst xmlns:a="http://schemas.openxmlformats.org/drawingml/2006/main">
              <a:ext uri="{FF2B5EF4-FFF2-40B4-BE49-F238E27FC236}">
                <a16:creationId xmlns:a16="http://schemas.microsoft.com/office/drawing/2014/main" id="{C7155089-07E4-467E-9FAC-D68104CBA206}"/>
              </a:ext>
            </a:extLst>
          </p:cNvPr>
          <p:cNvSpPr>
            <a:spLocks xmlns:a="http://schemas.openxmlformats.org/drawingml/2006/main" noGrp="1"/>
          </p:cNvSpPr>
          <p:nvPr/>
        </p:nvSpPr>
        <p:spPr>
          <a:xfrm xmlns:a="http://schemas.openxmlformats.org/drawingml/2006/main">
            <a:off x="6067425" y="3924300"/>
            <a:ext cx="4933950" cy="1762125"/>
          </a:xfrm>
          <a:prstGeom xmlns:a="http://schemas.openxmlformats.org/drawingml/2006/main" prst="rect">
            <a:avLst/>
          </a:prstGeom>
          <a:ln xmlns:a="http://schemas.openxmlformats.org/drawingml/2006/main" w="9525">
            <a:solidFill>
              <a:srgbClr val="DBE4EF"/>
            </a:solidFill>
            <a:prstDash val="solid"/>
          </a:ln>
        </p:spPr>
      </p:sp>
      <p:sp>
        <p:nvSpPr>
          <p:cNvPr id="21" name="">
            <a:extLst xmlns:a="http://schemas.openxmlformats.org/drawingml/2006/main">
              <a:ext uri="{FF2B5EF4-FFF2-40B4-BE49-F238E27FC236}">
                <a16:creationId xmlns:a16="http://schemas.microsoft.com/office/drawing/2014/main" id="{C54A926A-CAD4-4FBB-8174-887756B5DC27}"/>
              </a:ext>
            </a:extLst>
          </p:cNvPr>
          <p:cNvSpPr>
            <a:spLocks xmlns:a="http://schemas.openxmlformats.org/drawingml/2006/main" noGrp="1"/>
          </p:cNvSpPr>
          <p:nvPr/>
        </p:nvSpPr>
        <p:spPr>
          <a:xfrm xmlns:a="http://schemas.openxmlformats.org/drawingml/2006/main">
            <a:off x="6067425" y="3924300"/>
            <a:ext cx="76200" cy="1762125"/>
          </a:xfrm>
          <a:prstGeom xmlns:a="http://schemas.openxmlformats.org/drawingml/2006/main" prst="rect">
            <a:avLst/>
          </a:prstGeom>
          <a:ln xmlns:a="http://schemas.openxmlformats.org/drawingml/2006/main" w="0">
            <a:solidFill>
              <a:srgbClr val="15803D"/>
            </a:solidFill>
            <a:prstDash val="solid"/>
          </a:ln>
        </p:spPr>
      </p:sp>
      <p:sp>
        <p:nvSpPr>
          <p:cNvPr id="22" name="">
            <a:extLst xmlns:a="http://schemas.openxmlformats.org/drawingml/2006/main">
              <a:ext uri="{FF2B5EF4-FFF2-40B4-BE49-F238E27FC236}">
                <a16:creationId xmlns:a16="http://schemas.microsoft.com/office/drawing/2014/main" id="{302A6935-09CA-4833-9D32-2F0D71D8A3E8}"/>
              </a:ext>
            </a:extLst>
          </p:cNvPr>
          <p:cNvSpPr>
            <a:spLocks xmlns:a="http://schemas.openxmlformats.org/drawingml/2006/main" noGrp="1"/>
          </p:cNvSpPr>
          <p:nvPr/>
        </p:nvSpPr>
        <p:spPr>
          <a:xfrm xmlns:a="http://schemas.openxmlformats.org/drawingml/2006/main">
            <a:off x="6296025" y="4095750"/>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4</a:t>
            </a:r>
          </a:p>
        </p:txBody>
      </p:sp>
      <p:sp>
        <p:nvSpPr>
          <p:cNvPr id="23" name="">
            <a:extLst xmlns:a="http://schemas.openxmlformats.org/drawingml/2006/main">
              <a:ext uri="{FF2B5EF4-FFF2-40B4-BE49-F238E27FC236}">
                <a16:creationId xmlns:a16="http://schemas.microsoft.com/office/drawing/2014/main" id="{783D2F33-F9F7-47BE-9E71-2AA025EF691D}"/>
              </a:ext>
            </a:extLst>
          </p:cNvPr>
          <p:cNvSpPr>
            <a:spLocks xmlns:a="http://schemas.openxmlformats.org/drawingml/2006/main" noGrp="1"/>
          </p:cNvSpPr>
          <p:nvPr/>
        </p:nvSpPr>
        <p:spPr>
          <a:xfrm xmlns:a="http://schemas.openxmlformats.org/drawingml/2006/main">
            <a:off x="6296025" y="4324350"/>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更新</a:t>
            </a:r>
          </a:p>
        </p:txBody>
      </p:sp>
      <p:sp>
        <p:nvSpPr>
          <p:cNvPr id="24" name="">
            <a:extLst xmlns:a="http://schemas.openxmlformats.org/drawingml/2006/main">
              <a:ext uri="{FF2B5EF4-FFF2-40B4-BE49-F238E27FC236}">
                <a16:creationId xmlns:a16="http://schemas.microsoft.com/office/drawing/2014/main" id="{AEE07FF3-E1FB-40C9-A6D6-71749683E7B5}"/>
              </a:ext>
            </a:extLst>
          </p:cNvPr>
          <p:cNvSpPr>
            <a:spLocks xmlns:a="http://schemas.openxmlformats.org/drawingml/2006/main" noGrp="1"/>
          </p:cNvSpPr>
          <p:nvPr/>
        </p:nvSpPr>
        <p:spPr>
          <a:xfrm xmlns:a="http://schemas.openxmlformats.org/drawingml/2006/main">
            <a:off x="6296025" y="4762500"/>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Container Apps の revision を更新します。</a:t>
            </a:r>
          </a:p>
        </p:txBody>
      </p:sp>
      <p:sp>
        <p:nvSpPr>
          <p:cNvPr id="25" name="">
            <a:extLst xmlns:a="http://schemas.openxmlformats.org/drawingml/2006/main">
              <a:ext uri="{FF2B5EF4-FFF2-40B4-BE49-F238E27FC236}">
                <a16:creationId xmlns:a16="http://schemas.microsoft.com/office/drawing/2014/main" id="{36048BF6-E5ED-45AE-847C-6F410165CC34}"/>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7FCC69-9A4A-49C8-BDAA-CE0AB7B506BA}"/>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デプロイの通信経路</a:t>
            </a:r>
          </a:p>
        </p:txBody>
      </p:sp>
      <p:sp>
        <p:nvSpPr>
          <p:cNvPr id="2" name="">
            <a:extLst xmlns:a="http://schemas.openxmlformats.org/drawingml/2006/main">
              <a:ext uri="{FF2B5EF4-FFF2-40B4-BE49-F238E27FC236}">
                <a16:creationId xmlns:a16="http://schemas.microsoft.com/office/drawing/2014/main" id="{1BB50637-E733-4B21-87A9-089E99ADA2CC}"/>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07 / 48</a:t>
            </a:r>
          </a:p>
        </p:txBody>
      </p:sp>
      <p:sp>
        <p:nvSpPr>
          <p:cNvPr id="3" name="">
            <a:extLst xmlns:a="http://schemas.openxmlformats.org/drawingml/2006/main">
              <a:ext uri="{FF2B5EF4-FFF2-40B4-BE49-F238E27FC236}">
                <a16:creationId xmlns:a16="http://schemas.microsoft.com/office/drawing/2014/main" id="{B33CD633-0F14-407A-9A73-9F33D3D868AA}"/>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399285EB-8B80-40E7-92FE-FDAE9A46A6CA}"/>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GitHub Actions は Service Principal を使って Azure にログインし、ACR と Container Apps を更新します。PostgreSQL はデプロイ先ではなく、実行時の接続先です。</a:t>
            </a:r>
          </a:p>
        </p:txBody>
      </p:sp>
      <p:sp>
        <p:nvSpPr>
          <p:cNvPr id="5" name="">
            <a:extLst xmlns:a="http://schemas.openxmlformats.org/drawingml/2006/main">
              <a:ext uri="{FF2B5EF4-FFF2-40B4-BE49-F238E27FC236}">
                <a16:creationId xmlns:a16="http://schemas.microsoft.com/office/drawing/2014/main" id="{CDB60D9F-CE11-4BE7-B9D4-AEAE15AA3351}"/>
              </a:ext>
            </a:extLst>
          </p:cNvPr>
          <p:cNvSpPr>
            <a:spLocks xmlns:a="http://schemas.openxmlformats.org/drawingml/2006/main" noGrp="1"/>
          </p:cNvSpPr>
          <p:nvPr/>
        </p:nvSpPr>
        <p:spPr>
          <a:xfrm xmlns:a="http://schemas.openxmlformats.org/drawingml/2006/main">
            <a:off x="1809750" y="1571625"/>
            <a:ext cx="8572500" cy="285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2563EB"/>
                </a:solidFill>
                <a:latin typeface="Yu Gothic"/>
                <a:ea typeface="Yu Gothic"/>
                <a:cs typeface="Yu Gothic"/>
              </a:defRPr>
            </a:pPr>
            <a:r>
              <a:rPr sz="1575" b="1">
                <a:solidFill>
                  <a:srgbClr val="2563EB"/>
                </a:solidFill>
                <a:latin typeface="Yu Gothic"/>
                <a:ea typeface="Yu Gothic"/>
                <a:cs typeface="Yu Gothic"/>
              </a:rPr>
              <a:t>デプロイ時通信: GitHub Actions が Azure リソースを更新</a:t>
            </a:r>
          </a:p>
        </p:txBody>
      </p:sp>
      <p:sp>
        <p:nvSpPr>
          <p:cNvPr id="6" name="">
            <a:extLst xmlns:a="http://schemas.openxmlformats.org/drawingml/2006/main">
              <a:ext uri="{FF2B5EF4-FFF2-40B4-BE49-F238E27FC236}">
                <a16:creationId xmlns:a16="http://schemas.microsoft.com/office/drawing/2014/main" id="{97FF3AAB-DF4F-4589-B689-64F3E0C97163}"/>
              </a:ext>
            </a:extLst>
          </p:cNvPr>
          <p:cNvSpPr>
            <a:spLocks xmlns:a="http://schemas.openxmlformats.org/drawingml/2006/main" noGrp="1"/>
          </p:cNvSpPr>
          <p:nvPr/>
        </p:nvSpPr>
        <p:spPr>
          <a:xfrm xmlns:a="http://schemas.openxmlformats.org/drawingml/2006/main">
            <a:off x="904875" y="2524125"/>
            <a:ext cx="2000250" cy="819150"/>
          </a:xfrm>
          <a:prstGeom xmlns:a="http://schemas.openxmlformats.org/drawingml/2006/main" prst="rect">
            <a:avLst/>
          </a:prstGeom>
          <a:ln xmlns:a="http://schemas.openxmlformats.org/drawingml/2006/main" w="12383">
            <a:solidFill>
              <a:srgbClr val="7C3AED"/>
            </a:solidFill>
            <a:prstDash val="solid"/>
          </a:ln>
        </p:spPr>
      </p:sp>
      <p:sp>
        <p:nvSpPr>
          <p:cNvPr id="7" name="">
            <a:extLst xmlns:a="http://schemas.openxmlformats.org/drawingml/2006/main">
              <a:ext uri="{FF2B5EF4-FFF2-40B4-BE49-F238E27FC236}">
                <a16:creationId xmlns:a16="http://schemas.microsoft.com/office/drawing/2014/main" id="{7AFE3144-40B3-42A5-B3B5-25BC8197876B}"/>
              </a:ext>
            </a:extLst>
          </p:cNvPr>
          <p:cNvSpPr>
            <a:spLocks xmlns:a="http://schemas.openxmlformats.org/drawingml/2006/main" noGrp="1"/>
          </p:cNvSpPr>
          <p:nvPr/>
        </p:nvSpPr>
        <p:spPr>
          <a:xfrm xmlns:a="http://schemas.openxmlformats.org/drawingml/2006/main">
            <a:off x="1019175" y="2619375"/>
            <a:ext cx="17716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GitHub Actions</a:t>
            </a:r>
          </a:p>
        </p:txBody>
      </p:sp>
      <p:sp>
        <p:nvSpPr>
          <p:cNvPr id="8" name="">
            <a:extLst xmlns:a="http://schemas.openxmlformats.org/drawingml/2006/main">
              <a:ext uri="{FF2B5EF4-FFF2-40B4-BE49-F238E27FC236}">
                <a16:creationId xmlns:a16="http://schemas.microsoft.com/office/drawing/2014/main" id="{85D52581-693B-44F1-9CE3-A1DF5A53A992}"/>
              </a:ext>
            </a:extLst>
          </p:cNvPr>
          <p:cNvSpPr>
            <a:spLocks xmlns:a="http://schemas.openxmlformats.org/drawingml/2006/main" noGrp="1"/>
          </p:cNvSpPr>
          <p:nvPr/>
        </p:nvSpPr>
        <p:spPr>
          <a:xfrm xmlns:a="http://schemas.openxmlformats.org/drawingml/2006/main">
            <a:off x="1019175" y="2933700"/>
            <a:ext cx="1771650" cy="3619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workflow 実行</a:t>
            </a:r>
          </a:p>
        </p:txBody>
      </p:sp>
      <p:sp>
        <p:nvSpPr>
          <p:cNvPr id="9" name="">
            <a:extLst xmlns:a="http://schemas.openxmlformats.org/drawingml/2006/main">
              <a:ext uri="{FF2B5EF4-FFF2-40B4-BE49-F238E27FC236}">
                <a16:creationId xmlns:a16="http://schemas.microsoft.com/office/drawing/2014/main" id="{64B58E4B-63CE-4D12-B71D-346E5FA60E0B}"/>
              </a:ext>
            </a:extLst>
          </p:cNvPr>
          <p:cNvSpPr>
            <a:spLocks xmlns:a="http://schemas.openxmlformats.org/drawingml/2006/main" noGrp="1"/>
          </p:cNvSpPr>
          <p:nvPr/>
        </p:nvSpPr>
        <p:spPr>
          <a:xfrm xmlns:a="http://schemas.openxmlformats.org/drawingml/2006/main">
            <a:off x="3667125" y="2524125"/>
            <a:ext cx="2000250" cy="819150"/>
          </a:xfrm>
          <a:prstGeom xmlns:a="http://schemas.openxmlformats.org/drawingml/2006/main" prst="rect">
            <a:avLst/>
          </a:prstGeom>
          <a:ln xmlns:a="http://schemas.openxmlformats.org/drawingml/2006/main" w="12383">
            <a:solidFill>
              <a:srgbClr val="EA580C"/>
            </a:solidFill>
            <a:prstDash val="solid"/>
          </a:ln>
        </p:spPr>
      </p:sp>
      <p:sp>
        <p:nvSpPr>
          <p:cNvPr id="10" name="">
            <a:extLst xmlns:a="http://schemas.openxmlformats.org/drawingml/2006/main">
              <a:ext uri="{FF2B5EF4-FFF2-40B4-BE49-F238E27FC236}">
                <a16:creationId xmlns:a16="http://schemas.microsoft.com/office/drawing/2014/main" id="{0AB662D7-56F8-41C9-BA84-88ED2072877D}"/>
              </a:ext>
            </a:extLst>
          </p:cNvPr>
          <p:cNvSpPr>
            <a:spLocks xmlns:a="http://schemas.openxmlformats.org/drawingml/2006/main" noGrp="1"/>
          </p:cNvSpPr>
          <p:nvPr/>
        </p:nvSpPr>
        <p:spPr>
          <a:xfrm xmlns:a="http://schemas.openxmlformats.org/drawingml/2006/main">
            <a:off x="3781425" y="2619375"/>
            <a:ext cx="17716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Service Principal</a:t>
            </a:r>
          </a:p>
        </p:txBody>
      </p:sp>
      <p:sp>
        <p:nvSpPr>
          <p:cNvPr id="11" name="">
            <a:extLst xmlns:a="http://schemas.openxmlformats.org/drawingml/2006/main">
              <a:ext uri="{FF2B5EF4-FFF2-40B4-BE49-F238E27FC236}">
                <a16:creationId xmlns:a16="http://schemas.microsoft.com/office/drawing/2014/main" id="{634C403D-C6A6-4E47-A6EC-D06031BEA452}"/>
              </a:ext>
            </a:extLst>
          </p:cNvPr>
          <p:cNvSpPr>
            <a:spLocks xmlns:a="http://schemas.openxmlformats.org/drawingml/2006/main" noGrp="1"/>
          </p:cNvSpPr>
          <p:nvPr/>
        </p:nvSpPr>
        <p:spPr>
          <a:xfrm xmlns:a="http://schemas.openxmlformats.org/drawingml/2006/main">
            <a:off x="3781425" y="2933700"/>
            <a:ext cx="1771650" cy="3619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Azure へログイン</a:t>
            </a:r>
          </a:p>
        </p:txBody>
      </p:sp>
      <p:sp>
        <p:nvSpPr>
          <p:cNvPr id="12" name="">
            <a:extLst xmlns:a="http://schemas.openxmlformats.org/drawingml/2006/main">
              <a:ext uri="{FF2B5EF4-FFF2-40B4-BE49-F238E27FC236}">
                <a16:creationId xmlns:a16="http://schemas.microsoft.com/office/drawing/2014/main" id="{2661E58D-ED63-451D-8F63-ADC73E25926B}"/>
              </a:ext>
            </a:extLst>
          </p:cNvPr>
          <p:cNvSpPr>
            <a:spLocks xmlns:a="http://schemas.openxmlformats.org/drawingml/2006/main" noGrp="1"/>
          </p:cNvSpPr>
          <p:nvPr/>
        </p:nvSpPr>
        <p:spPr>
          <a:xfrm xmlns:a="http://schemas.openxmlformats.org/drawingml/2006/main">
            <a:off x="6429375" y="2524125"/>
            <a:ext cx="2190750" cy="819150"/>
          </a:xfrm>
          <a:prstGeom xmlns:a="http://schemas.openxmlformats.org/drawingml/2006/main" prst="rect">
            <a:avLst/>
          </a:prstGeom>
          <a:ln xmlns:a="http://schemas.openxmlformats.org/drawingml/2006/main" w="12383">
            <a:solidFill>
              <a:srgbClr val="2563EB"/>
            </a:solidFill>
            <a:prstDash val="solid"/>
          </a:ln>
        </p:spPr>
      </p:sp>
      <p:sp>
        <p:nvSpPr>
          <p:cNvPr id="13" name="">
            <a:extLst xmlns:a="http://schemas.openxmlformats.org/drawingml/2006/main">
              <a:ext uri="{FF2B5EF4-FFF2-40B4-BE49-F238E27FC236}">
                <a16:creationId xmlns:a16="http://schemas.microsoft.com/office/drawing/2014/main" id="{6B1A0F2E-26C1-4E31-BC17-4308EB0EA2A1}"/>
              </a:ext>
            </a:extLst>
          </p:cNvPr>
          <p:cNvSpPr>
            <a:spLocks xmlns:a="http://schemas.openxmlformats.org/drawingml/2006/main" noGrp="1"/>
          </p:cNvSpPr>
          <p:nvPr/>
        </p:nvSpPr>
        <p:spPr>
          <a:xfrm xmlns:a="http://schemas.openxmlformats.org/drawingml/2006/main">
            <a:off x="6543675" y="2619375"/>
            <a:ext cx="19621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63" b="1">
                <a:solidFill>
                  <a:srgbClr val="1F2937"/>
                </a:solidFill>
                <a:latin typeface="Yu Gothic"/>
                <a:ea typeface="Yu Gothic"/>
                <a:cs typeface="Yu Gothic"/>
              </a:defRPr>
            </a:pPr>
            <a:r>
              <a:rPr sz="1163" b="1">
                <a:solidFill>
                  <a:srgbClr val="1F2937"/>
                </a:solidFill>
                <a:latin typeface="Yu Gothic"/>
                <a:ea typeface="Yu Gothic"/>
                <a:cs typeface="Yu Gothic"/>
              </a:rPr>
              <a:t>Azure Resource Manager</a:t>
            </a:r>
          </a:p>
        </p:txBody>
      </p:sp>
      <p:sp>
        <p:nvSpPr>
          <p:cNvPr id="14" name="">
            <a:extLst xmlns:a="http://schemas.openxmlformats.org/drawingml/2006/main">
              <a:ext uri="{FF2B5EF4-FFF2-40B4-BE49-F238E27FC236}">
                <a16:creationId xmlns:a16="http://schemas.microsoft.com/office/drawing/2014/main" id="{670630E3-FCF0-40F5-BB18-80AFDC070A9F}"/>
              </a:ext>
            </a:extLst>
          </p:cNvPr>
          <p:cNvSpPr>
            <a:spLocks xmlns:a="http://schemas.openxmlformats.org/drawingml/2006/main" noGrp="1"/>
          </p:cNvSpPr>
          <p:nvPr/>
        </p:nvSpPr>
        <p:spPr>
          <a:xfrm xmlns:a="http://schemas.openxmlformats.org/drawingml/2006/main">
            <a:off x="6543675" y="2933700"/>
            <a:ext cx="1962150" cy="3619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Container Apps 更新</a:t>
            </a:r>
          </a:p>
        </p:txBody>
      </p:sp>
      <p:sp>
        <p:nvSpPr>
          <p:cNvPr id="15" name="">
            <a:extLst xmlns:a="http://schemas.openxmlformats.org/drawingml/2006/main">
              <a:ext uri="{FF2B5EF4-FFF2-40B4-BE49-F238E27FC236}">
                <a16:creationId xmlns:a16="http://schemas.microsoft.com/office/drawing/2014/main" id="{EE137222-52BA-4C31-9C34-1F324BAFF9BE}"/>
              </a:ext>
            </a:extLst>
          </p:cNvPr>
          <p:cNvSpPr>
            <a:spLocks xmlns:a="http://schemas.openxmlformats.org/drawingml/2006/main" noGrp="1"/>
          </p:cNvSpPr>
          <p:nvPr/>
        </p:nvSpPr>
        <p:spPr>
          <a:xfrm xmlns:a="http://schemas.openxmlformats.org/drawingml/2006/main">
            <a:off x="9334500" y="2143125"/>
            <a:ext cx="1714500" cy="666750"/>
          </a:xfrm>
          <a:prstGeom xmlns:a="http://schemas.openxmlformats.org/drawingml/2006/main" prst="rect">
            <a:avLst/>
          </a:prstGeom>
          <a:ln xmlns:a="http://schemas.openxmlformats.org/drawingml/2006/main" w="12383">
            <a:solidFill>
              <a:srgbClr val="0F766E"/>
            </a:solidFill>
            <a:prstDash val="solid"/>
          </a:ln>
        </p:spPr>
      </p:sp>
      <p:sp>
        <p:nvSpPr>
          <p:cNvPr id="16" name="">
            <a:extLst xmlns:a="http://schemas.openxmlformats.org/drawingml/2006/main">
              <a:ext uri="{FF2B5EF4-FFF2-40B4-BE49-F238E27FC236}">
                <a16:creationId xmlns:a16="http://schemas.microsoft.com/office/drawing/2014/main" id="{3235E397-1BDF-4632-BF77-70DD5429D581}"/>
              </a:ext>
            </a:extLst>
          </p:cNvPr>
          <p:cNvSpPr>
            <a:spLocks xmlns:a="http://schemas.openxmlformats.org/drawingml/2006/main" noGrp="1"/>
          </p:cNvSpPr>
          <p:nvPr/>
        </p:nvSpPr>
        <p:spPr>
          <a:xfrm xmlns:a="http://schemas.openxmlformats.org/drawingml/2006/main">
            <a:off x="9448800" y="2238375"/>
            <a:ext cx="14859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ACR</a:t>
            </a:r>
          </a:p>
        </p:txBody>
      </p:sp>
      <p:sp>
        <p:nvSpPr>
          <p:cNvPr id="17" name="">
            <a:extLst xmlns:a="http://schemas.openxmlformats.org/drawingml/2006/main">
              <a:ext uri="{FF2B5EF4-FFF2-40B4-BE49-F238E27FC236}">
                <a16:creationId xmlns:a16="http://schemas.microsoft.com/office/drawing/2014/main" id="{1D19F96D-0EDA-4066-B872-8C0D42A180AC}"/>
              </a:ext>
            </a:extLst>
          </p:cNvPr>
          <p:cNvSpPr>
            <a:spLocks xmlns:a="http://schemas.openxmlformats.org/drawingml/2006/main" noGrp="1"/>
          </p:cNvSpPr>
          <p:nvPr/>
        </p:nvSpPr>
        <p:spPr>
          <a:xfrm xmlns:a="http://schemas.openxmlformats.org/drawingml/2006/main">
            <a:off x="9448800" y="2552700"/>
            <a:ext cx="1485900" cy="2095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image push</a:t>
            </a:r>
          </a:p>
        </p:txBody>
      </p:sp>
      <p:sp>
        <p:nvSpPr>
          <p:cNvPr id="18" name="">
            <a:extLst xmlns:a="http://schemas.openxmlformats.org/drawingml/2006/main">
              <a:ext uri="{FF2B5EF4-FFF2-40B4-BE49-F238E27FC236}">
                <a16:creationId xmlns:a16="http://schemas.microsoft.com/office/drawing/2014/main" id="{4E1A03C5-C703-46BF-9999-F4CED3DD059A}"/>
              </a:ext>
            </a:extLst>
          </p:cNvPr>
          <p:cNvSpPr>
            <a:spLocks xmlns:a="http://schemas.openxmlformats.org/drawingml/2006/main" noGrp="1"/>
          </p:cNvSpPr>
          <p:nvPr/>
        </p:nvSpPr>
        <p:spPr>
          <a:xfrm xmlns:a="http://schemas.openxmlformats.org/drawingml/2006/main">
            <a:off x="9334500" y="3238500"/>
            <a:ext cx="1714500" cy="666750"/>
          </a:xfrm>
          <a:prstGeom xmlns:a="http://schemas.openxmlformats.org/drawingml/2006/main" prst="rect">
            <a:avLst/>
          </a:prstGeom>
          <a:ln xmlns:a="http://schemas.openxmlformats.org/drawingml/2006/main" w="12383">
            <a:solidFill>
              <a:srgbClr val="15803D"/>
            </a:solidFill>
            <a:prstDash val="solid"/>
          </a:ln>
        </p:spPr>
      </p:sp>
      <p:sp>
        <p:nvSpPr>
          <p:cNvPr id="19" name="">
            <a:extLst xmlns:a="http://schemas.openxmlformats.org/drawingml/2006/main">
              <a:ext uri="{FF2B5EF4-FFF2-40B4-BE49-F238E27FC236}">
                <a16:creationId xmlns:a16="http://schemas.microsoft.com/office/drawing/2014/main" id="{005B793B-701E-46EE-B52C-03D79BB64FB5}"/>
              </a:ext>
            </a:extLst>
          </p:cNvPr>
          <p:cNvSpPr>
            <a:spLocks xmlns:a="http://schemas.openxmlformats.org/drawingml/2006/main" noGrp="1"/>
          </p:cNvSpPr>
          <p:nvPr/>
        </p:nvSpPr>
        <p:spPr>
          <a:xfrm xmlns:a="http://schemas.openxmlformats.org/drawingml/2006/main">
            <a:off x="9448800" y="3333750"/>
            <a:ext cx="14859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Container Apps</a:t>
            </a:r>
          </a:p>
        </p:txBody>
      </p:sp>
      <p:sp>
        <p:nvSpPr>
          <p:cNvPr id="20" name="">
            <a:extLst xmlns:a="http://schemas.openxmlformats.org/drawingml/2006/main">
              <a:ext uri="{FF2B5EF4-FFF2-40B4-BE49-F238E27FC236}">
                <a16:creationId xmlns:a16="http://schemas.microsoft.com/office/drawing/2014/main" id="{C626672D-CD11-45C3-94C0-F0E2532E33DF}"/>
              </a:ext>
            </a:extLst>
          </p:cNvPr>
          <p:cNvSpPr>
            <a:spLocks xmlns:a="http://schemas.openxmlformats.org/drawingml/2006/main" noGrp="1"/>
          </p:cNvSpPr>
          <p:nvPr/>
        </p:nvSpPr>
        <p:spPr>
          <a:xfrm xmlns:a="http://schemas.openxmlformats.org/drawingml/2006/main">
            <a:off x="9448800" y="3648075"/>
            <a:ext cx="1485900" cy="2095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revision 更新</a:t>
            </a:r>
          </a:p>
        </p:txBody>
      </p:sp>
      <p:sp>
        <p:nvSpPr>
          <p:cNvPr id="21" name="">
            <a:extLst xmlns:a="http://schemas.openxmlformats.org/drawingml/2006/main">
              <a:ext uri="{FF2B5EF4-FFF2-40B4-BE49-F238E27FC236}">
                <a16:creationId xmlns:a16="http://schemas.microsoft.com/office/drawing/2014/main" id="{A5E8A581-C927-411F-88E5-D9C93E5CC0BC}"/>
              </a:ext>
            </a:extLst>
          </p:cNvPr>
          <p:cNvSpPr>
            <a:spLocks xmlns:a="http://schemas.openxmlformats.org/drawingml/2006/main" noGrp="1"/>
          </p:cNvSpPr>
          <p:nvPr/>
        </p:nvSpPr>
        <p:spPr>
          <a:xfrm xmlns:a="http://schemas.openxmlformats.org/drawingml/2006/main">
            <a:off x="4333875" y="4524375"/>
            <a:ext cx="3524250" cy="742950"/>
          </a:xfrm>
          <a:prstGeom xmlns:a="http://schemas.openxmlformats.org/drawingml/2006/main" prst="rect">
            <a:avLst/>
          </a:prstGeom>
          <a:ln xmlns:a="http://schemas.openxmlformats.org/drawingml/2006/main" w="12383">
            <a:solidFill>
              <a:srgbClr val="BE185D"/>
            </a:solidFill>
            <a:prstDash val="solid"/>
          </a:ln>
        </p:spPr>
      </p:sp>
      <p:sp>
        <p:nvSpPr>
          <p:cNvPr id="22" name="">
            <a:extLst xmlns:a="http://schemas.openxmlformats.org/drawingml/2006/main">
              <a:ext uri="{FF2B5EF4-FFF2-40B4-BE49-F238E27FC236}">
                <a16:creationId xmlns:a16="http://schemas.microsoft.com/office/drawing/2014/main" id="{CCEDBA95-0152-493E-B18A-7A3A136ED5F9}"/>
              </a:ext>
            </a:extLst>
          </p:cNvPr>
          <p:cNvSpPr>
            <a:spLocks xmlns:a="http://schemas.openxmlformats.org/drawingml/2006/main" noGrp="1"/>
          </p:cNvSpPr>
          <p:nvPr/>
        </p:nvSpPr>
        <p:spPr>
          <a:xfrm xmlns:a="http://schemas.openxmlformats.org/drawingml/2006/main">
            <a:off x="4448175" y="4619625"/>
            <a:ext cx="32956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PostgreSQL</a:t>
            </a:r>
          </a:p>
        </p:txBody>
      </p:sp>
      <p:sp>
        <p:nvSpPr>
          <p:cNvPr id="23" name="">
            <a:extLst xmlns:a="http://schemas.openxmlformats.org/drawingml/2006/main">
              <a:ext uri="{FF2B5EF4-FFF2-40B4-BE49-F238E27FC236}">
                <a16:creationId xmlns:a16="http://schemas.microsoft.com/office/drawing/2014/main" id="{C60FE571-C715-427B-B179-7CED3A7100F1}"/>
              </a:ext>
            </a:extLst>
          </p:cNvPr>
          <p:cNvSpPr>
            <a:spLocks xmlns:a="http://schemas.openxmlformats.org/drawingml/2006/main" noGrp="1"/>
          </p:cNvSpPr>
          <p:nvPr/>
        </p:nvSpPr>
        <p:spPr>
          <a:xfrm xmlns:a="http://schemas.openxmlformats.org/drawingml/2006/main">
            <a:off x="4448175" y="4933950"/>
            <a:ext cx="3295650" cy="285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デプロイ先ではなく実行時の接続先</a:t>
            </a:r>
          </a:p>
        </p:txBody>
      </p:sp>
      <p:sp>
        <p:nvSpPr>
          <p:cNvPr id="24" name="">
            <a:extLst xmlns:a="http://schemas.openxmlformats.org/drawingml/2006/main">
              <a:ext uri="{FF2B5EF4-FFF2-40B4-BE49-F238E27FC236}">
                <a16:creationId xmlns:a16="http://schemas.microsoft.com/office/drawing/2014/main" id="{2F238EFE-B8A2-4584-9D86-F5458756525C}"/>
              </a:ext>
            </a:extLst>
          </p:cNvPr>
          <p:cNvSpPr>
            <a:spLocks xmlns:a="http://schemas.openxmlformats.org/drawingml/2006/main" noGrp="1"/>
          </p:cNvSpPr>
          <p:nvPr/>
        </p:nvSpPr>
        <p:spPr>
          <a:xfrm xmlns:a="http://schemas.openxmlformats.org/drawingml/2006/main">
            <a:off x="2905125" y="2933700"/>
            <a:ext cx="762000" cy="0"/>
          </a:xfrm>
          <a:prstGeom xmlns:a="http://schemas.openxmlformats.org/drawingml/2006/main" prst="line">
            <a:avLst/>
          </a:prstGeom>
          <a:ln xmlns:a="http://schemas.openxmlformats.org/drawingml/2006/main" w="20955">
            <a:solidFill>
              <a:srgbClr val="7C3AED"/>
            </a:solidFill>
            <a:prstDash val="solid"/>
          </a:ln>
        </p:spPr>
      </p:sp>
      <p:sp>
        <p:nvSpPr>
          <p:cNvPr id="25" name="">
            <a:extLst xmlns:a="http://schemas.openxmlformats.org/drawingml/2006/main">
              <a:ext uri="{FF2B5EF4-FFF2-40B4-BE49-F238E27FC236}">
                <a16:creationId xmlns:a16="http://schemas.microsoft.com/office/drawing/2014/main" id="{71C60CA5-4CC0-44A1-8C9D-351A49E9C89D}"/>
              </a:ext>
            </a:extLst>
          </p:cNvPr>
          <p:cNvSpPr>
            <a:spLocks xmlns:a="http://schemas.openxmlformats.org/drawingml/2006/main" noGrp="1"/>
          </p:cNvSpPr>
          <p:nvPr/>
        </p:nvSpPr>
        <p:spPr>
          <a:xfrm xmlns:a="http://schemas.openxmlformats.org/drawingml/2006/main">
            <a:off x="5667375" y="2933700"/>
            <a:ext cx="762000" cy="0"/>
          </a:xfrm>
          <a:prstGeom xmlns:a="http://schemas.openxmlformats.org/drawingml/2006/main" prst="line">
            <a:avLst/>
          </a:prstGeom>
          <a:ln xmlns:a="http://schemas.openxmlformats.org/drawingml/2006/main" w="20955">
            <a:solidFill>
              <a:srgbClr val="EA580C"/>
            </a:solidFill>
            <a:prstDash val="solid"/>
          </a:ln>
        </p:spPr>
      </p:sp>
      <p:sp>
        <p:nvSpPr>
          <p:cNvPr id="26" name="">
            <a:extLst xmlns:a="http://schemas.openxmlformats.org/drawingml/2006/main">
              <a:ext uri="{FF2B5EF4-FFF2-40B4-BE49-F238E27FC236}">
                <a16:creationId xmlns:a16="http://schemas.microsoft.com/office/drawing/2014/main" id="{92C20C89-B654-419B-A9DA-225D7AB726D6}"/>
              </a:ext>
            </a:extLst>
          </p:cNvPr>
          <p:cNvSpPr>
            <a:spLocks xmlns:a="http://schemas.openxmlformats.org/drawingml/2006/main" noGrp="1"/>
          </p:cNvSpPr>
          <p:nvPr/>
        </p:nvSpPr>
        <p:spPr>
          <a:xfrm xmlns:a="http://schemas.openxmlformats.org/drawingml/2006/main">
            <a:off x="8620125" y="2800350"/>
            <a:ext cx="714375" cy="-323850"/>
          </a:xfrm>
          <a:prstGeom xmlns:a="http://schemas.openxmlformats.org/drawingml/2006/main" prst="line">
            <a:avLst/>
          </a:prstGeom>
          <a:ln xmlns:a="http://schemas.openxmlformats.org/drawingml/2006/main" w="20955">
            <a:solidFill>
              <a:srgbClr val="0F766E"/>
            </a:solidFill>
            <a:prstDash val="solid"/>
          </a:ln>
        </p:spPr>
      </p:sp>
      <p:sp>
        <p:nvSpPr>
          <p:cNvPr id="27" name="">
            <a:extLst xmlns:a="http://schemas.openxmlformats.org/drawingml/2006/main">
              <a:ext uri="{FF2B5EF4-FFF2-40B4-BE49-F238E27FC236}">
                <a16:creationId xmlns:a16="http://schemas.microsoft.com/office/drawing/2014/main" id="{F487DE85-6B8B-4C4E-A38B-93F7BE7EE5BE}"/>
              </a:ext>
            </a:extLst>
          </p:cNvPr>
          <p:cNvSpPr>
            <a:spLocks xmlns:a="http://schemas.openxmlformats.org/drawingml/2006/main" noGrp="1"/>
          </p:cNvSpPr>
          <p:nvPr/>
        </p:nvSpPr>
        <p:spPr>
          <a:xfrm xmlns:a="http://schemas.openxmlformats.org/drawingml/2006/main">
            <a:off x="8620125" y="3095625"/>
            <a:ext cx="714375" cy="476250"/>
          </a:xfrm>
          <a:prstGeom xmlns:a="http://schemas.openxmlformats.org/drawingml/2006/main" prst="line">
            <a:avLst/>
          </a:prstGeom>
          <a:ln xmlns:a="http://schemas.openxmlformats.org/drawingml/2006/main" w="20955">
            <a:solidFill>
              <a:srgbClr val="15803D"/>
            </a:solidFill>
            <a:prstDash val="solid"/>
          </a:ln>
        </p:spPr>
      </p:sp>
      <p:sp>
        <p:nvSpPr>
          <p:cNvPr id="28" name="">
            <a:extLst xmlns:a="http://schemas.openxmlformats.org/drawingml/2006/main">
              <a:ext uri="{FF2B5EF4-FFF2-40B4-BE49-F238E27FC236}">
                <a16:creationId xmlns:a16="http://schemas.microsoft.com/office/drawing/2014/main" id="{95B2467D-8E6B-429A-9C82-85D2A65041CD}"/>
              </a:ext>
            </a:extLst>
          </p:cNvPr>
          <p:cNvSpPr>
            <a:spLocks xmlns:a="http://schemas.openxmlformats.org/drawingml/2006/main" noGrp="1"/>
          </p:cNvSpPr>
          <p:nvPr/>
        </p:nvSpPr>
        <p:spPr>
          <a:xfrm xmlns:a="http://schemas.openxmlformats.org/drawingml/2006/main">
            <a:off x="2381250" y="5572125"/>
            <a:ext cx="7429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64748B"/>
                </a:solidFill>
                <a:latin typeface="Yu Gothic"/>
                <a:ea typeface="Yu Gothic"/>
                <a:cs typeface="Yu Gothic"/>
              </a:defRPr>
            </a:pPr>
            <a:r>
              <a:rPr sz="1200" b="0">
                <a:solidFill>
                  <a:srgbClr val="64748B"/>
                </a:solidFill>
                <a:latin typeface="Yu Gothic"/>
                <a:ea typeface="Yu Gothic"/>
                <a:cs typeface="Yu Gothic"/>
              </a:rPr>
              <a:t>注意: PostgreSQL への Todo データ接続は、デプロイ後に API が実行時に行います。</a:t>
            </a:r>
          </a:p>
        </p:txBody>
      </p:sp>
      <p:sp>
        <p:nvSpPr>
          <p:cNvPr id="29" name="">
            <a:extLst xmlns:a="http://schemas.openxmlformats.org/drawingml/2006/main">
              <a:ext uri="{FF2B5EF4-FFF2-40B4-BE49-F238E27FC236}">
                <a16:creationId xmlns:a16="http://schemas.microsoft.com/office/drawing/2014/main" id="{5FB28026-6580-41B0-9AAB-C5DBEB770D0B}"/>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4C11F19-5DFB-4127-82BF-FFAE98382D76}"/>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Secret と Variables</a:t>
            </a:r>
          </a:p>
        </p:txBody>
      </p:sp>
      <p:sp>
        <p:nvSpPr>
          <p:cNvPr id="2" name="">
            <a:extLst xmlns:a="http://schemas.openxmlformats.org/drawingml/2006/main">
              <a:ext uri="{FF2B5EF4-FFF2-40B4-BE49-F238E27FC236}">
                <a16:creationId xmlns:a16="http://schemas.microsoft.com/office/drawing/2014/main" id="{2AD35138-1492-4565-8F1D-56329E5A0F69}"/>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08 / 48</a:t>
            </a:r>
          </a:p>
        </p:txBody>
      </p:sp>
      <p:sp>
        <p:nvSpPr>
          <p:cNvPr id="3" name="">
            <a:extLst xmlns:a="http://schemas.openxmlformats.org/drawingml/2006/main">
              <a:ext uri="{FF2B5EF4-FFF2-40B4-BE49-F238E27FC236}">
                <a16:creationId xmlns:a16="http://schemas.microsoft.com/office/drawing/2014/main" id="{84CD4E7C-7C47-4E17-AE47-CDC9D7DB6D44}"/>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D7B55B3D-559C-40C5-BFFE-DCC106C6017B}"/>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GitHub に登録する値は、秘密情報と設定値に分けます。Secret は値を再表示できない前提で慎重に扱います。</a:t>
            </a:r>
          </a:p>
        </p:txBody>
      </p:sp>
      <p:sp>
        <p:nvSpPr>
          <p:cNvPr id="5" name="">
            <a:extLst xmlns:a="http://schemas.openxmlformats.org/drawingml/2006/main">
              <a:ext uri="{FF2B5EF4-FFF2-40B4-BE49-F238E27FC236}">
                <a16:creationId xmlns:a16="http://schemas.microsoft.com/office/drawing/2014/main" id="{C3582981-E3C3-4EEB-8533-9BB226C453AE}"/>
              </a:ext>
            </a:extLst>
          </p:cNvPr>
          <p:cNvSpPr>
            <a:spLocks xmlns:a="http://schemas.openxmlformats.org/drawingml/2006/main" noGrp="1"/>
          </p:cNvSpPr>
          <p:nvPr/>
        </p:nvSpPr>
        <p:spPr>
          <a:xfrm xmlns:a="http://schemas.openxmlformats.org/drawingml/2006/main">
            <a:off x="9048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6" name="">
            <a:extLst xmlns:a="http://schemas.openxmlformats.org/drawingml/2006/main">
              <a:ext uri="{FF2B5EF4-FFF2-40B4-BE49-F238E27FC236}">
                <a16:creationId xmlns:a16="http://schemas.microsoft.com/office/drawing/2014/main" id="{DE6F90B7-1864-4CD8-933F-2EB0FDE37088}"/>
              </a:ext>
            </a:extLst>
          </p:cNvPr>
          <p:cNvSpPr>
            <a:spLocks xmlns:a="http://schemas.openxmlformats.org/drawingml/2006/main" noGrp="1"/>
          </p:cNvSpPr>
          <p:nvPr/>
        </p:nvSpPr>
        <p:spPr>
          <a:xfrm xmlns:a="http://schemas.openxmlformats.org/drawingml/2006/main">
            <a:off x="9906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種類</a:t>
            </a:r>
          </a:p>
        </p:txBody>
      </p:sp>
      <p:sp>
        <p:nvSpPr>
          <p:cNvPr id="7" name="">
            <a:extLst xmlns:a="http://schemas.openxmlformats.org/drawingml/2006/main">
              <a:ext uri="{FF2B5EF4-FFF2-40B4-BE49-F238E27FC236}">
                <a16:creationId xmlns:a16="http://schemas.microsoft.com/office/drawing/2014/main" id="{6480DA1A-B1F3-4BE6-893B-171789C7DFA6}"/>
              </a:ext>
            </a:extLst>
          </p:cNvPr>
          <p:cNvSpPr>
            <a:spLocks xmlns:a="http://schemas.openxmlformats.org/drawingml/2006/main" noGrp="1"/>
          </p:cNvSpPr>
          <p:nvPr/>
        </p:nvSpPr>
        <p:spPr>
          <a:xfrm xmlns:a="http://schemas.openxmlformats.org/drawingml/2006/main">
            <a:off x="436562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8" name="">
            <a:extLst xmlns:a="http://schemas.openxmlformats.org/drawingml/2006/main">
              <a:ext uri="{FF2B5EF4-FFF2-40B4-BE49-F238E27FC236}">
                <a16:creationId xmlns:a16="http://schemas.microsoft.com/office/drawing/2014/main" id="{DCC43863-EFD9-480B-8E30-7CD233BDBE19}"/>
              </a:ext>
            </a:extLst>
          </p:cNvPr>
          <p:cNvSpPr>
            <a:spLocks xmlns:a="http://schemas.openxmlformats.org/drawingml/2006/main" noGrp="1"/>
          </p:cNvSpPr>
          <p:nvPr/>
        </p:nvSpPr>
        <p:spPr>
          <a:xfrm xmlns:a="http://schemas.openxmlformats.org/drawingml/2006/main">
            <a:off x="445135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例</a:t>
            </a:r>
          </a:p>
        </p:txBody>
      </p:sp>
      <p:sp>
        <p:nvSpPr>
          <p:cNvPr id="9" name="">
            <a:extLst xmlns:a="http://schemas.openxmlformats.org/drawingml/2006/main">
              <a:ext uri="{FF2B5EF4-FFF2-40B4-BE49-F238E27FC236}">
                <a16:creationId xmlns:a16="http://schemas.microsoft.com/office/drawing/2014/main" id="{73EA6E79-DA08-4BE1-B9DC-8A52DF3D9760}"/>
              </a:ext>
            </a:extLst>
          </p:cNvPr>
          <p:cNvSpPr>
            <a:spLocks xmlns:a="http://schemas.openxmlformats.org/drawingml/2006/main" noGrp="1"/>
          </p:cNvSpPr>
          <p:nvPr/>
        </p:nvSpPr>
        <p:spPr>
          <a:xfrm xmlns:a="http://schemas.openxmlformats.org/drawingml/2006/main">
            <a:off x="78263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10" name="">
            <a:extLst xmlns:a="http://schemas.openxmlformats.org/drawingml/2006/main">
              <a:ext uri="{FF2B5EF4-FFF2-40B4-BE49-F238E27FC236}">
                <a16:creationId xmlns:a16="http://schemas.microsoft.com/office/drawing/2014/main" id="{FE26CA97-18B7-4E3A-AFD0-D5C357DC2962}"/>
              </a:ext>
            </a:extLst>
          </p:cNvPr>
          <p:cNvSpPr>
            <a:spLocks xmlns:a="http://schemas.openxmlformats.org/drawingml/2006/main" noGrp="1"/>
          </p:cNvSpPr>
          <p:nvPr/>
        </p:nvSpPr>
        <p:spPr>
          <a:xfrm xmlns:a="http://schemas.openxmlformats.org/drawingml/2006/main">
            <a:off x="79121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扱い</a:t>
            </a:r>
          </a:p>
        </p:txBody>
      </p:sp>
      <p:sp>
        <p:nvSpPr>
          <p:cNvPr id="11" name="">
            <a:extLst xmlns:a="http://schemas.openxmlformats.org/drawingml/2006/main">
              <a:ext uri="{FF2B5EF4-FFF2-40B4-BE49-F238E27FC236}">
                <a16:creationId xmlns:a16="http://schemas.microsoft.com/office/drawing/2014/main" id="{274E5524-A555-49FF-8634-056AB4102CE3}"/>
              </a:ext>
            </a:extLst>
          </p:cNvPr>
          <p:cNvSpPr>
            <a:spLocks xmlns:a="http://schemas.openxmlformats.org/drawingml/2006/main" noGrp="1"/>
          </p:cNvSpPr>
          <p:nvPr/>
        </p:nvSpPr>
        <p:spPr>
          <a:xfrm xmlns:a="http://schemas.openxmlformats.org/drawingml/2006/main">
            <a:off x="9048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2" name="">
            <a:extLst xmlns:a="http://schemas.openxmlformats.org/drawingml/2006/main">
              <a:ext uri="{FF2B5EF4-FFF2-40B4-BE49-F238E27FC236}">
                <a16:creationId xmlns:a16="http://schemas.microsoft.com/office/drawing/2014/main" id="{7B5FD336-B845-45FF-A31A-F38DFDB3279F}"/>
              </a:ext>
            </a:extLst>
          </p:cNvPr>
          <p:cNvSpPr>
            <a:spLocks xmlns:a="http://schemas.openxmlformats.org/drawingml/2006/main" noGrp="1"/>
          </p:cNvSpPr>
          <p:nvPr/>
        </p:nvSpPr>
        <p:spPr>
          <a:xfrm xmlns:a="http://schemas.openxmlformats.org/drawingml/2006/main">
            <a:off x="9906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Secret</a:t>
            </a:r>
          </a:p>
        </p:txBody>
      </p:sp>
      <p:sp>
        <p:nvSpPr>
          <p:cNvPr id="13" name="">
            <a:extLst xmlns:a="http://schemas.openxmlformats.org/drawingml/2006/main">
              <a:ext uri="{FF2B5EF4-FFF2-40B4-BE49-F238E27FC236}">
                <a16:creationId xmlns:a16="http://schemas.microsoft.com/office/drawing/2014/main" id="{8F77E885-0FC4-4203-B102-23262FF386D3}"/>
              </a:ext>
            </a:extLst>
          </p:cNvPr>
          <p:cNvSpPr>
            <a:spLocks xmlns:a="http://schemas.openxmlformats.org/drawingml/2006/main" noGrp="1"/>
          </p:cNvSpPr>
          <p:nvPr/>
        </p:nvSpPr>
        <p:spPr>
          <a:xfrm xmlns:a="http://schemas.openxmlformats.org/drawingml/2006/main">
            <a:off x="436562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4" name="">
            <a:extLst xmlns:a="http://schemas.openxmlformats.org/drawingml/2006/main">
              <a:ext uri="{FF2B5EF4-FFF2-40B4-BE49-F238E27FC236}">
                <a16:creationId xmlns:a16="http://schemas.microsoft.com/office/drawing/2014/main" id="{CE568508-52B3-4A85-AF2F-E170CFEE7FB4}"/>
              </a:ext>
            </a:extLst>
          </p:cNvPr>
          <p:cNvSpPr>
            <a:spLocks xmlns:a="http://schemas.openxmlformats.org/drawingml/2006/main" noGrp="1"/>
          </p:cNvSpPr>
          <p:nvPr/>
        </p:nvSpPr>
        <p:spPr>
          <a:xfrm xmlns:a="http://schemas.openxmlformats.org/drawingml/2006/main">
            <a:off x="445135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AZURE_CREDENTIALS</a:t>
            </a:r>
          </a:p>
        </p:txBody>
      </p:sp>
      <p:sp>
        <p:nvSpPr>
          <p:cNvPr id="15" name="">
            <a:extLst xmlns:a="http://schemas.openxmlformats.org/drawingml/2006/main">
              <a:ext uri="{FF2B5EF4-FFF2-40B4-BE49-F238E27FC236}">
                <a16:creationId xmlns:a16="http://schemas.microsoft.com/office/drawing/2014/main" id="{72AE89B6-F9AB-4917-B47E-8B5889B98B54}"/>
              </a:ext>
            </a:extLst>
          </p:cNvPr>
          <p:cNvSpPr>
            <a:spLocks xmlns:a="http://schemas.openxmlformats.org/drawingml/2006/main" noGrp="1"/>
          </p:cNvSpPr>
          <p:nvPr/>
        </p:nvSpPr>
        <p:spPr>
          <a:xfrm xmlns:a="http://schemas.openxmlformats.org/drawingml/2006/main">
            <a:off x="78263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6" name="">
            <a:extLst xmlns:a="http://schemas.openxmlformats.org/drawingml/2006/main">
              <a:ext uri="{FF2B5EF4-FFF2-40B4-BE49-F238E27FC236}">
                <a16:creationId xmlns:a16="http://schemas.microsoft.com/office/drawing/2014/main" id="{C36BFF8A-E670-4915-99C3-B4783EDC92B1}"/>
              </a:ext>
            </a:extLst>
          </p:cNvPr>
          <p:cNvSpPr>
            <a:spLocks xmlns:a="http://schemas.openxmlformats.org/drawingml/2006/main" noGrp="1"/>
          </p:cNvSpPr>
          <p:nvPr/>
        </p:nvSpPr>
        <p:spPr>
          <a:xfrm xmlns:a="http://schemas.openxmlformats.org/drawingml/2006/main">
            <a:off x="79121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値は再表示できない。公開資料に残さない。</a:t>
            </a:r>
          </a:p>
        </p:txBody>
      </p:sp>
      <p:sp>
        <p:nvSpPr>
          <p:cNvPr id="17" name="">
            <a:extLst xmlns:a="http://schemas.openxmlformats.org/drawingml/2006/main">
              <a:ext uri="{FF2B5EF4-FFF2-40B4-BE49-F238E27FC236}">
                <a16:creationId xmlns:a16="http://schemas.microsoft.com/office/drawing/2014/main" id="{179E1447-BB68-44A4-82E6-ACF67B223F42}"/>
              </a:ext>
            </a:extLst>
          </p:cNvPr>
          <p:cNvSpPr>
            <a:spLocks xmlns:a="http://schemas.openxmlformats.org/drawingml/2006/main" noGrp="1"/>
          </p:cNvSpPr>
          <p:nvPr/>
        </p:nvSpPr>
        <p:spPr>
          <a:xfrm xmlns:a="http://schemas.openxmlformats.org/drawingml/2006/main">
            <a:off x="9048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18" name="">
            <a:extLst xmlns:a="http://schemas.openxmlformats.org/drawingml/2006/main">
              <a:ext uri="{FF2B5EF4-FFF2-40B4-BE49-F238E27FC236}">
                <a16:creationId xmlns:a16="http://schemas.microsoft.com/office/drawing/2014/main" id="{499F3087-202F-47CF-8E49-99CA94CB4649}"/>
              </a:ext>
            </a:extLst>
          </p:cNvPr>
          <p:cNvSpPr>
            <a:spLocks xmlns:a="http://schemas.openxmlformats.org/drawingml/2006/main" noGrp="1"/>
          </p:cNvSpPr>
          <p:nvPr/>
        </p:nvSpPr>
        <p:spPr>
          <a:xfrm xmlns:a="http://schemas.openxmlformats.org/drawingml/2006/main">
            <a:off x="9906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Repository variables</a:t>
            </a:r>
          </a:p>
        </p:txBody>
      </p:sp>
      <p:sp>
        <p:nvSpPr>
          <p:cNvPr id="19" name="">
            <a:extLst xmlns:a="http://schemas.openxmlformats.org/drawingml/2006/main">
              <a:ext uri="{FF2B5EF4-FFF2-40B4-BE49-F238E27FC236}">
                <a16:creationId xmlns:a16="http://schemas.microsoft.com/office/drawing/2014/main" id="{FBF3CF26-36CA-4904-8839-77064B097DF1}"/>
              </a:ext>
            </a:extLst>
          </p:cNvPr>
          <p:cNvSpPr>
            <a:spLocks xmlns:a="http://schemas.openxmlformats.org/drawingml/2006/main" noGrp="1"/>
          </p:cNvSpPr>
          <p:nvPr/>
        </p:nvSpPr>
        <p:spPr>
          <a:xfrm xmlns:a="http://schemas.openxmlformats.org/drawingml/2006/main">
            <a:off x="436562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0" name="">
            <a:extLst xmlns:a="http://schemas.openxmlformats.org/drawingml/2006/main">
              <a:ext uri="{FF2B5EF4-FFF2-40B4-BE49-F238E27FC236}">
                <a16:creationId xmlns:a16="http://schemas.microsoft.com/office/drawing/2014/main" id="{93BBF115-9392-43FF-BAC7-00E893C61F96}"/>
              </a:ext>
            </a:extLst>
          </p:cNvPr>
          <p:cNvSpPr>
            <a:spLocks xmlns:a="http://schemas.openxmlformats.org/drawingml/2006/main" noGrp="1"/>
          </p:cNvSpPr>
          <p:nvPr/>
        </p:nvSpPr>
        <p:spPr>
          <a:xfrm xmlns:a="http://schemas.openxmlformats.org/drawingml/2006/main">
            <a:off x="445135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RESOURCE_GROUP、ACR_NAME、URL、ID</a:t>
            </a:r>
          </a:p>
        </p:txBody>
      </p:sp>
      <p:sp>
        <p:nvSpPr>
          <p:cNvPr id="21" name="">
            <a:extLst xmlns:a="http://schemas.openxmlformats.org/drawingml/2006/main">
              <a:ext uri="{FF2B5EF4-FFF2-40B4-BE49-F238E27FC236}">
                <a16:creationId xmlns:a16="http://schemas.microsoft.com/office/drawing/2014/main" id="{DABE9003-F089-421A-9C23-5CF6B68C731F}"/>
              </a:ext>
            </a:extLst>
          </p:cNvPr>
          <p:cNvSpPr>
            <a:spLocks xmlns:a="http://schemas.openxmlformats.org/drawingml/2006/main" noGrp="1"/>
          </p:cNvSpPr>
          <p:nvPr/>
        </p:nvSpPr>
        <p:spPr>
          <a:xfrm xmlns:a="http://schemas.openxmlformats.org/drawingml/2006/main">
            <a:off x="78263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2" name="">
            <a:extLst xmlns:a="http://schemas.openxmlformats.org/drawingml/2006/main">
              <a:ext uri="{FF2B5EF4-FFF2-40B4-BE49-F238E27FC236}">
                <a16:creationId xmlns:a16="http://schemas.microsoft.com/office/drawing/2014/main" id="{F3940265-0DC1-48A5-9BD2-76AD7B84AA0E}"/>
              </a:ext>
            </a:extLst>
          </p:cNvPr>
          <p:cNvSpPr>
            <a:spLocks xmlns:a="http://schemas.openxmlformats.org/drawingml/2006/main" noGrp="1"/>
          </p:cNvSpPr>
          <p:nvPr/>
        </p:nvSpPr>
        <p:spPr>
          <a:xfrm xmlns:a="http://schemas.openxmlformats.org/drawingml/2006/main">
            <a:off x="79121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設定値として使う。実環境名や ID は公開時にマスクする。</a:t>
            </a:r>
          </a:p>
        </p:txBody>
      </p:sp>
      <p:sp>
        <p:nvSpPr>
          <p:cNvPr id="23" name="">
            <a:extLst xmlns:a="http://schemas.openxmlformats.org/drawingml/2006/main">
              <a:ext uri="{FF2B5EF4-FFF2-40B4-BE49-F238E27FC236}">
                <a16:creationId xmlns:a16="http://schemas.microsoft.com/office/drawing/2014/main" id="{DA8F952C-08DE-4DF0-A4F9-4BC6E7322A4D}"/>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117899-F380-4273-BD4E-90798EBBDBC0}"/>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Service Principal の役割</a:t>
            </a:r>
          </a:p>
        </p:txBody>
      </p:sp>
      <p:sp>
        <p:nvSpPr>
          <p:cNvPr id="2" name="">
            <a:extLst xmlns:a="http://schemas.openxmlformats.org/drawingml/2006/main">
              <a:ext uri="{FF2B5EF4-FFF2-40B4-BE49-F238E27FC236}">
                <a16:creationId xmlns:a16="http://schemas.microsoft.com/office/drawing/2014/main" id="{63B4FCF0-A7F7-4147-8A8C-C0BD69F261AB}"/>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09 / 48</a:t>
            </a:r>
          </a:p>
        </p:txBody>
      </p:sp>
      <p:sp>
        <p:nvSpPr>
          <p:cNvPr id="3" name="">
            <a:extLst xmlns:a="http://schemas.openxmlformats.org/drawingml/2006/main">
              <a:ext uri="{FF2B5EF4-FFF2-40B4-BE49-F238E27FC236}">
                <a16:creationId xmlns:a16="http://schemas.microsoft.com/office/drawing/2014/main" id="{CFBF0AA0-781A-43EE-B6B7-311B829F8BD9}"/>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AB417580-C437-4455-A20C-0857AA488714}"/>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GitHub Actions は人の代わりに Azure を操作します。その Azure 側の ID として Service Principal を使い、RBAC で操作範囲を決めます。</a:t>
            </a:r>
          </a:p>
        </p:txBody>
      </p:sp>
      <p:sp>
        <p:nvSpPr>
          <p:cNvPr id="5" name="">
            <a:extLst xmlns:a="http://schemas.openxmlformats.org/drawingml/2006/main">
              <a:ext uri="{FF2B5EF4-FFF2-40B4-BE49-F238E27FC236}">
                <a16:creationId xmlns:a16="http://schemas.microsoft.com/office/drawing/2014/main" id="{50DEA2F6-82DC-42ED-9C69-44A46386BFF6}"/>
              </a:ext>
            </a:extLst>
          </p:cNvPr>
          <p:cNvSpPr>
            <a:spLocks xmlns:a="http://schemas.openxmlformats.org/drawingml/2006/main" noGrp="1"/>
          </p:cNvSpPr>
          <p:nvPr/>
        </p:nvSpPr>
        <p:spPr>
          <a:xfrm xmlns:a="http://schemas.openxmlformats.org/drawingml/2006/main">
            <a:off x="904875" y="1952625"/>
            <a:ext cx="4933950" cy="1762125"/>
          </a:xfrm>
          <a:prstGeom xmlns:a="http://schemas.openxmlformats.org/drawingml/2006/main" prst="rect">
            <a:avLst/>
          </a:prstGeom>
          <a:ln xmlns:a="http://schemas.openxmlformats.org/drawingml/2006/main" w="9525">
            <a:solidFill>
              <a:srgbClr val="DBE4EF"/>
            </a:solidFill>
            <a:prstDash val="solid"/>
          </a:ln>
        </p:spPr>
      </p:sp>
      <p:sp>
        <p:nvSpPr>
          <p:cNvPr id="6" name="">
            <a:extLst xmlns:a="http://schemas.openxmlformats.org/drawingml/2006/main">
              <a:ext uri="{FF2B5EF4-FFF2-40B4-BE49-F238E27FC236}">
                <a16:creationId xmlns:a16="http://schemas.microsoft.com/office/drawing/2014/main" id="{D7BDB946-CC96-40B7-BF5F-348381A58B9E}"/>
              </a:ext>
            </a:extLst>
          </p:cNvPr>
          <p:cNvSpPr>
            <a:spLocks xmlns:a="http://schemas.openxmlformats.org/drawingml/2006/main" noGrp="1"/>
          </p:cNvSpPr>
          <p:nvPr/>
        </p:nvSpPr>
        <p:spPr>
          <a:xfrm xmlns:a="http://schemas.openxmlformats.org/drawingml/2006/main">
            <a:off x="904875" y="1952625"/>
            <a:ext cx="76200" cy="1762125"/>
          </a:xfrm>
          <a:prstGeom xmlns:a="http://schemas.openxmlformats.org/drawingml/2006/main" prst="rect">
            <a:avLst/>
          </a:prstGeom>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6B51B62C-27B6-4441-8919-6C928DE11469}"/>
              </a:ext>
            </a:extLst>
          </p:cNvPr>
          <p:cNvSpPr>
            <a:spLocks xmlns:a="http://schemas.openxmlformats.org/drawingml/2006/main" noGrp="1"/>
          </p:cNvSpPr>
          <p:nvPr/>
        </p:nvSpPr>
        <p:spPr>
          <a:xfrm xmlns:a="http://schemas.openxmlformats.org/drawingml/2006/main">
            <a:off x="1133475" y="2124075"/>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Identity</a:t>
            </a:r>
          </a:p>
        </p:txBody>
      </p:sp>
      <p:sp>
        <p:nvSpPr>
          <p:cNvPr id="8" name="">
            <a:extLst xmlns:a="http://schemas.openxmlformats.org/drawingml/2006/main">
              <a:ext uri="{FF2B5EF4-FFF2-40B4-BE49-F238E27FC236}">
                <a16:creationId xmlns:a16="http://schemas.microsoft.com/office/drawing/2014/main" id="{94E6BF49-9717-4015-806D-9C71F174ECDD}"/>
              </a:ext>
            </a:extLst>
          </p:cNvPr>
          <p:cNvSpPr>
            <a:spLocks xmlns:a="http://schemas.openxmlformats.org/drawingml/2006/main" noGrp="1"/>
          </p:cNvSpPr>
          <p:nvPr/>
        </p:nvSpPr>
        <p:spPr>
          <a:xfrm xmlns:a="http://schemas.openxmlformats.org/drawingml/2006/main">
            <a:off x="1133475" y="2352675"/>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Azure 側の実行 ID</a:t>
            </a:r>
          </a:p>
        </p:txBody>
      </p:sp>
      <p:sp>
        <p:nvSpPr>
          <p:cNvPr id="9" name="">
            <a:extLst xmlns:a="http://schemas.openxmlformats.org/drawingml/2006/main">
              <a:ext uri="{FF2B5EF4-FFF2-40B4-BE49-F238E27FC236}">
                <a16:creationId xmlns:a16="http://schemas.microsoft.com/office/drawing/2014/main" id="{28D346CB-592B-4ED4-8C6A-868B15C81F1C}"/>
              </a:ext>
            </a:extLst>
          </p:cNvPr>
          <p:cNvSpPr>
            <a:spLocks xmlns:a="http://schemas.openxmlformats.org/drawingml/2006/main" noGrp="1"/>
          </p:cNvSpPr>
          <p:nvPr/>
        </p:nvSpPr>
        <p:spPr>
          <a:xfrm xmlns:a="http://schemas.openxmlformats.org/drawingml/2006/main">
            <a:off x="1133475" y="2790825"/>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workflow が Azure にログインするための ID です。</a:t>
            </a:r>
          </a:p>
        </p:txBody>
      </p:sp>
      <p:sp>
        <p:nvSpPr>
          <p:cNvPr id="10" name="">
            <a:extLst xmlns:a="http://schemas.openxmlformats.org/drawingml/2006/main">
              <a:ext uri="{FF2B5EF4-FFF2-40B4-BE49-F238E27FC236}">
                <a16:creationId xmlns:a16="http://schemas.microsoft.com/office/drawing/2014/main" id="{62908B3F-4815-4D30-B8BB-4B49741945B7}"/>
              </a:ext>
            </a:extLst>
          </p:cNvPr>
          <p:cNvSpPr>
            <a:spLocks xmlns:a="http://schemas.openxmlformats.org/drawingml/2006/main" noGrp="1"/>
          </p:cNvSpPr>
          <p:nvPr/>
        </p:nvSpPr>
        <p:spPr>
          <a:xfrm xmlns:a="http://schemas.openxmlformats.org/drawingml/2006/main">
            <a:off x="6067425" y="1952625"/>
            <a:ext cx="4933950" cy="1762125"/>
          </a:xfrm>
          <a:prstGeom xmlns:a="http://schemas.openxmlformats.org/drawingml/2006/main" prst="rect">
            <a:avLst/>
          </a:prstGeom>
          <a:ln xmlns:a="http://schemas.openxmlformats.org/drawingml/2006/main" w="9525">
            <a:solidFill>
              <a:srgbClr val="DBE4EF"/>
            </a:solidFill>
            <a:prstDash val="solid"/>
          </a:ln>
        </p:spPr>
      </p:sp>
      <p:sp>
        <p:nvSpPr>
          <p:cNvPr id="11" name="">
            <a:extLst xmlns:a="http://schemas.openxmlformats.org/drawingml/2006/main">
              <a:ext uri="{FF2B5EF4-FFF2-40B4-BE49-F238E27FC236}">
                <a16:creationId xmlns:a16="http://schemas.microsoft.com/office/drawing/2014/main" id="{374F7516-E791-4C78-88D2-32AE5097B75B}"/>
              </a:ext>
            </a:extLst>
          </p:cNvPr>
          <p:cNvSpPr>
            <a:spLocks xmlns:a="http://schemas.openxmlformats.org/drawingml/2006/main" noGrp="1"/>
          </p:cNvSpPr>
          <p:nvPr/>
        </p:nvSpPr>
        <p:spPr>
          <a:xfrm xmlns:a="http://schemas.openxmlformats.org/drawingml/2006/main">
            <a:off x="6067425" y="1952625"/>
            <a:ext cx="76200" cy="1762125"/>
          </a:xfrm>
          <a:prstGeom xmlns:a="http://schemas.openxmlformats.org/drawingml/2006/main" prst="rect">
            <a:avLst/>
          </a:prstGeom>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922D7B46-BB15-4CCF-9FC5-CAC6F419F160}"/>
              </a:ext>
            </a:extLst>
          </p:cNvPr>
          <p:cNvSpPr>
            <a:spLocks xmlns:a="http://schemas.openxmlformats.org/drawingml/2006/main" noGrp="1"/>
          </p:cNvSpPr>
          <p:nvPr/>
        </p:nvSpPr>
        <p:spPr>
          <a:xfrm xmlns:a="http://schemas.openxmlformats.org/drawingml/2006/main">
            <a:off x="6296025" y="2124075"/>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Scope</a:t>
            </a:r>
          </a:p>
        </p:txBody>
      </p:sp>
      <p:sp>
        <p:nvSpPr>
          <p:cNvPr id="13" name="">
            <a:extLst xmlns:a="http://schemas.openxmlformats.org/drawingml/2006/main">
              <a:ext uri="{FF2B5EF4-FFF2-40B4-BE49-F238E27FC236}">
                <a16:creationId xmlns:a16="http://schemas.microsoft.com/office/drawing/2014/main" id="{5D4AFD9F-889A-49BF-8B78-311E718DC254}"/>
              </a:ext>
            </a:extLst>
          </p:cNvPr>
          <p:cNvSpPr>
            <a:spLocks xmlns:a="http://schemas.openxmlformats.org/drawingml/2006/main" noGrp="1"/>
          </p:cNvSpPr>
          <p:nvPr/>
        </p:nvSpPr>
        <p:spPr>
          <a:xfrm xmlns:a="http://schemas.openxmlformats.org/drawingml/2006/main">
            <a:off x="6296025" y="2352675"/>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操作範囲</a:t>
            </a:r>
          </a:p>
        </p:txBody>
      </p:sp>
      <p:sp>
        <p:nvSpPr>
          <p:cNvPr id="14" name="">
            <a:extLst xmlns:a="http://schemas.openxmlformats.org/drawingml/2006/main">
              <a:ext uri="{FF2B5EF4-FFF2-40B4-BE49-F238E27FC236}">
                <a16:creationId xmlns:a16="http://schemas.microsoft.com/office/drawing/2014/main" id="{D9FA4E9C-EE36-4ED5-9AAA-8FE7A0B437DA}"/>
              </a:ext>
            </a:extLst>
          </p:cNvPr>
          <p:cNvSpPr>
            <a:spLocks xmlns:a="http://schemas.openxmlformats.org/drawingml/2006/main" noGrp="1"/>
          </p:cNvSpPr>
          <p:nvPr/>
        </p:nvSpPr>
        <p:spPr>
          <a:xfrm xmlns:a="http://schemas.openxmlformats.org/drawingml/2006/main">
            <a:off x="6296025" y="2790825"/>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原則として第5回のリソースグループをスコープにします。</a:t>
            </a:r>
          </a:p>
        </p:txBody>
      </p:sp>
      <p:sp>
        <p:nvSpPr>
          <p:cNvPr id="15" name="">
            <a:extLst xmlns:a="http://schemas.openxmlformats.org/drawingml/2006/main">
              <a:ext uri="{FF2B5EF4-FFF2-40B4-BE49-F238E27FC236}">
                <a16:creationId xmlns:a16="http://schemas.microsoft.com/office/drawing/2014/main" id="{6DFDA7D0-6FF3-4FC0-B136-DE41F94FDB2A}"/>
              </a:ext>
            </a:extLst>
          </p:cNvPr>
          <p:cNvSpPr>
            <a:spLocks xmlns:a="http://schemas.openxmlformats.org/drawingml/2006/main" noGrp="1"/>
          </p:cNvSpPr>
          <p:nvPr/>
        </p:nvSpPr>
        <p:spPr>
          <a:xfrm xmlns:a="http://schemas.openxmlformats.org/drawingml/2006/main">
            <a:off x="904875" y="3924300"/>
            <a:ext cx="4933950" cy="1762125"/>
          </a:xfrm>
          <a:prstGeom xmlns:a="http://schemas.openxmlformats.org/drawingml/2006/main" prst="rect">
            <a:avLst/>
          </a:prstGeom>
          <a:ln xmlns:a="http://schemas.openxmlformats.org/drawingml/2006/main" w="9525">
            <a:solidFill>
              <a:srgbClr val="DBE4EF"/>
            </a:solidFill>
            <a:prstDash val="solid"/>
          </a:ln>
        </p:spPr>
      </p:sp>
      <p:sp>
        <p:nvSpPr>
          <p:cNvPr id="16" name="">
            <a:extLst xmlns:a="http://schemas.openxmlformats.org/drawingml/2006/main">
              <a:ext uri="{FF2B5EF4-FFF2-40B4-BE49-F238E27FC236}">
                <a16:creationId xmlns:a16="http://schemas.microsoft.com/office/drawing/2014/main" id="{5394B7AE-913E-4947-B03F-F7EE61388E45}"/>
              </a:ext>
            </a:extLst>
          </p:cNvPr>
          <p:cNvSpPr>
            <a:spLocks xmlns:a="http://schemas.openxmlformats.org/drawingml/2006/main" noGrp="1"/>
          </p:cNvSpPr>
          <p:nvPr/>
        </p:nvSpPr>
        <p:spPr>
          <a:xfrm xmlns:a="http://schemas.openxmlformats.org/drawingml/2006/main">
            <a:off x="904875" y="3924300"/>
            <a:ext cx="76200" cy="1762125"/>
          </a:xfrm>
          <a:prstGeom xmlns:a="http://schemas.openxmlformats.org/drawingml/2006/main" prst="rect">
            <a:avLst/>
          </a:prstGeom>
          <a:ln xmlns:a="http://schemas.openxmlformats.org/drawingml/2006/main" w="0">
            <a:solidFill>
              <a:srgbClr val="EA580C"/>
            </a:solidFill>
            <a:prstDash val="solid"/>
          </a:ln>
        </p:spPr>
      </p:sp>
      <p:sp>
        <p:nvSpPr>
          <p:cNvPr id="17" name="">
            <a:extLst xmlns:a="http://schemas.openxmlformats.org/drawingml/2006/main">
              <a:ext uri="{FF2B5EF4-FFF2-40B4-BE49-F238E27FC236}">
                <a16:creationId xmlns:a16="http://schemas.microsoft.com/office/drawing/2014/main" id="{5225E558-7944-4883-8C81-7C5F6FCA33B9}"/>
              </a:ext>
            </a:extLst>
          </p:cNvPr>
          <p:cNvSpPr>
            <a:spLocks xmlns:a="http://schemas.openxmlformats.org/drawingml/2006/main" noGrp="1"/>
          </p:cNvSpPr>
          <p:nvPr/>
        </p:nvSpPr>
        <p:spPr>
          <a:xfrm xmlns:a="http://schemas.openxmlformats.org/drawingml/2006/main">
            <a:off x="1133475" y="4095750"/>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Role</a:t>
            </a:r>
          </a:p>
        </p:txBody>
      </p:sp>
      <p:sp>
        <p:nvSpPr>
          <p:cNvPr id="18" name="">
            <a:extLst xmlns:a="http://schemas.openxmlformats.org/drawingml/2006/main">
              <a:ext uri="{FF2B5EF4-FFF2-40B4-BE49-F238E27FC236}">
                <a16:creationId xmlns:a16="http://schemas.microsoft.com/office/drawing/2014/main" id="{BF9C9684-E46E-4796-AA19-8C86D642C0A4}"/>
              </a:ext>
            </a:extLst>
          </p:cNvPr>
          <p:cNvSpPr>
            <a:spLocks xmlns:a="http://schemas.openxmlformats.org/drawingml/2006/main" noGrp="1"/>
          </p:cNvSpPr>
          <p:nvPr/>
        </p:nvSpPr>
        <p:spPr>
          <a:xfrm xmlns:a="http://schemas.openxmlformats.org/drawingml/2006/main">
            <a:off x="1133475" y="4324350"/>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ロール付与</a:t>
            </a:r>
          </a:p>
        </p:txBody>
      </p:sp>
      <p:sp>
        <p:nvSpPr>
          <p:cNvPr id="19" name="">
            <a:extLst xmlns:a="http://schemas.openxmlformats.org/drawingml/2006/main">
              <a:ext uri="{FF2B5EF4-FFF2-40B4-BE49-F238E27FC236}">
                <a16:creationId xmlns:a16="http://schemas.microsoft.com/office/drawing/2014/main" id="{1D2E3C29-A4F0-40DA-9A55-A9D416E6F82A}"/>
              </a:ext>
            </a:extLst>
          </p:cNvPr>
          <p:cNvSpPr>
            <a:spLocks xmlns:a="http://schemas.openxmlformats.org/drawingml/2006/main" noGrp="1"/>
          </p:cNvSpPr>
          <p:nvPr/>
        </p:nvSpPr>
        <p:spPr>
          <a:xfrm xmlns:a="http://schemas.openxmlformats.org/drawingml/2006/main">
            <a:off x="1133475" y="4762500"/>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講師が検証したロールと権限で実行します。</a:t>
            </a:r>
          </a:p>
        </p:txBody>
      </p:sp>
      <p:sp>
        <p:nvSpPr>
          <p:cNvPr id="20" name="">
            <a:extLst xmlns:a="http://schemas.openxmlformats.org/drawingml/2006/main">
              <a:ext uri="{FF2B5EF4-FFF2-40B4-BE49-F238E27FC236}">
                <a16:creationId xmlns:a16="http://schemas.microsoft.com/office/drawing/2014/main" id="{9AC40F28-A079-4D1F-B356-D8533ABDC446}"/>
              </a:ext>
            </a:extLst>
          </p:cNvPr>
          <p:cNvSpPr>
            <a:spLocks xmlns:a="http://schemas.openxmlformats.org/drawingml/2006/main" noGrp="1"/>
          </p:cNvSpPr>
          <p:nvPr/>
        </p:nvSpPr>
        <p:spPr>
          <a:xfrm xmlns:a="http://schemas.openxmlformats.org/drawingml/2006/main">
            <a:off x="6067425" y="3924300"/>
            <a:ext cx="4933950" cy="1762125"/>
          </a:xfrm>
          <a:prstGeom xmlns:a="http://schemas.openxmlformats.org/drawingml/2006/main" prst="rect">
            <a:avLst/>
          </a:prstGeom>
          <a:ln xmlns:a="http://schemas.openxmlformats.org/drawingml/2006/main" w="9525">
            <a:solidFill>
              <a:srgbClr val="DBE4EF"/>
            </a:solidFill>
            <a:prstDash val="solid"/>
          </a:ln>
        </p:spPr>
      </p:sp>
      <p:sp>
        <p:nvSpPr>
          <p:cNvPr id="21" name="">
            <a:extLst xmlns:a="http://schemas.openxmlformats.org/drawingml/2006/main">
              <a:ext uri="{FF2B5EF4-FFF2-40B4-BE49-F238E27FC236}">
                <a16:creationId xmlns:a16="http://schemas.microsoft.com/office/drawing/2014/main" id="{30991F80-3742-4560-AEF5-1C3306E0C372}"/>
              </a:ext>
            </a:extLst>
          </p:cNvPr>
          <p:cNvSpPr>
            <a:spLocks xmlns:a="http://schemas.openxmlformats.org/drawingml/2006/main" noGrp="1"/>
          </p:cNvSpPr>
          <p:nvPr/>
        </p:nvSpPr>
        <p:spPr>
          <a:xfrm xmlns:a="http://schemas.openxmlformats.org/drawingml/2006/main">
            <a:off x="6067425" y="3924300"/>
            <a:ext cx="76200" cy="1762125"/>
          </a:xfrm>
          <a:prstGeom xmlns:a="http://schemas.openxmlformats.org/drawingml/2006/main" prst="rect">
            <a:avLst/>
          </a:prstGeom>
          <a:ln xmlns:a="http://schemas.openxmlformats.org/drawingml/2006/main" w="0">
            <a:solidFill>
              <a:srgbClr val="BE185D"/>
            </a:solidFill>
            <a:prstDash val="solid"/>
          </a:ln>
        </p:spPr>
      </p:sp>
      <p:sp>
        <p:nvSpPr>
          <p:cNvPr id="22" name="">
            <a:extLst xmlns:a="http://schemas.openxmlformats.org/drawingml/2006/main">
              <a:ext uri="{FF2B5EF4-FFF2-40B4-BE49-F238E27FC236}">
                <a16:creationId xmlns:a16="http://schemas.microsoft.com/office/drawing/2014/main" id="{EA443278-12AA-4DBA-8A40-F59B9C8B3B8B}"/>
              </a:ext>
            </a:extLst>
          </p:cNvPr>
          <p:cNvSpPr>
            <a:spLocks xmlns:a="http://schemas.openxmlformats.org/drawingml/2006/main" noGrp="1"/>
          </p:cNvSpPr>
          <p:nvPr/>
        </p:nvSpPr>
        <p:spPr>
          <a:xfrm xmlns:a="http://schemas.openxmlformats.org/drawingml/2006/main">
            <a:off x="6296025" y="4095750"/>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E185D"/>
                </a:solidFill>
                <a:latin typeface="Yu Gothic"/>
                <a:ea typeface="Yu Gothic"/>
                <a:cs typeface="Yu Gothic"/>
              </a:defRPr>
            </a:pPr>
            <a:r>
              <a:rPr sz="900" b="1">
                <a:solidFill>
                  <a:srgbClr val="BE185D"/>
                </a:solidFill>
                <a:latin typeface="Yu Gothic"/>
                <a:ea typeface="Yu Gothic"/>
                <a:cs typeface="Yu Gothic"/>
              </a:rPr>
              <a:t>Secret</a:t>
            </a:r>
          </a:p>
        </p:txBody>
      </p:sp>
      <p:sp>
        <p:nvSpPr>
          <p:cNvPr id="23" name="">
            <a:extLst xmlns:a="http://schemas.openxmlformats.org/drawingml/2006/main">
              <a:ext uri="{FF2B5EF4-FFF2-40B4-BE49-F238E27FC236}">
                <a16:creationId xmlns:a16="http://schemas.microsoft.com/office/drawing/2014/main" id="{7F3262BA-85B3-4891-9E83-286D80A9E8BA}"/>
              </a:ext>
            </a:extLst>
          </p:cNvPr>
          <p:cNvSpPr>
            <a:spLocks xmlns:a="http://schemas.openxmlformats.org/drawingml/2006/main" noGrp="1"/>
          </p:cNvSpPr>
          <p:nvPr/>
        </p:nvSpPr>
        <p:spPr>
          <a:xfrm xmlns:a="http://schemas.openxmlformats.org/drawingml/2006/main">
            <a:off x="6296025" y="4324350"/>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JSON を登録</a:t>
            </a:r>
          </a:p>
        </p:txBody>
      </p:sp>
      <p:sp>
        <p:nvSpPr>
          <p:cNvPr id="24" name="">
            <a:extLst xmlns:a="http://schemas.openxmlformats.org/drawingml/2006/main">
              <a:ext uri="{FF2B5EF4-FFF2-40B4-BE49-F238E27FC236}">
                <a16:creationId xmlns:a16="http://schemas.microsoft.com/office/drawing/2014/main" id="{D1603EF9-93DE-40BF-83C4-D57C38883CE3}"/>
              </a:ext>
            </a:extLst>
          </p:cNvPr>
          <p:cNvSpPr>
            <a:spLocks xmlns:a="http://schemas.openxmlformats.org/drawingml/2006/main" noGrp="1"/>
          </p:cNvSpPr>
          <p:nvPr/>
        </p:nvSpPr>
        <p:spPr>
          <a:xfrm xmlns:a="http://schemas.openxmlformats.org/drawingml/2006/main">
            <a:off x="6296025" y="4762500"/>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取得した JSON は GitHub Secret に入れ、画面共有しません。</a:t>
            </a:r>
          </a:p>
        </p:txBody>
      </p:sp>
      <p:sp>
        <p:nvSpPr>
          <p:cNvPr id="25" name="">
            <a:extLst xmlns:a="http://schemas.openxmlformats.org/drawingml/2006/main">
              <a:ext uri="{FF2B5EF4-FFF2-40B4-BE49-F238E27FC236}">
                <a16:creationId xmlns:a16="http://schemas.microsoft.com/office/drawing/2014/main" id="{26E901D2-EDCE-4993-9786-2D89A9165C6D}"/>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20CE2B-C609-48EC-A730-E6906FA198E8}"/>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今日使う値を確認する</a:t>
            </a:r>
          </a:p>
        </p:txBody>
      </p:sp>
      <p:sp>
        <p:nvSpPr>
          <p:cNvPr id="2" name="">
            <a:extLst xmlns:a="http://schemas.openxmlformats.org/drawingml/2006/main">
              <a:ext uri="{FF2B5EF4-FFF2-40B4-BE49-F238E27FC236}">
                <a16:creationId xmlns:a16="http://schemas.microsoft.com/office/drawing/2014/main" id="{92B14E91-8354-4C5D-BF55-F60F96A64258}"/>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10 / 48</a:t>
            </a:r>
          </a:p>
        </p:txBody>
      </p:sp>
      <p:sp>
        <p:nvSpPr>
          <p:cNvPr id="3" name="">
            <a:extLst xmlns:a="http://schemas.openxmlformats.org/drawingml/2006/main">
              <a:ext uri="{FF2B5EF4-FFF2-40B4-BE49-F238E27FC236}">
                <a16:creationId xmlns:a16="http://schemas.microsoft.com/office/drawing/2014/main" id="{4A32092F-72E7-4B56-961C-9DE6B136891D}"/>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7A7DFDE4-36FF-40FC-84EC-301030BF7786}"/>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第5回の接続情報一覧が、GitHub Actions 設定の入力値になります。Web URL と API URL、ACR 名と login server を取り違えないようにします。</a:t>
            </a:r>
          </a:p>
        </p:txBody>
      </p:sp>
      <p:sp>
        <p:nvSpPr>
          <p:cNvPr id="5" name="">
            <a:extLst xmlns:a="http://schemas.openxmlformats.org/drawingml/2006/main">
              <a:ext uri="{FF2B5EF4-FFF2-40B4-BE49-F238E27FC236}">
                <a16:creationId xmlns:a16="http://schemas.microsoft.com/office/drawing/2014/main" id="{9BBB2A0F-D8FA-44AB-9D2D-564E4BBD0507}"/>
              </a:ext>
            </a:extLst>
          </p:cNvPr>
          <p:cNvSpPr>
            <a:spLocks xmlns:a="http://schemas.openxmlformats.org/drawingml/2006/main" noGrp="1"/>
          </p:cNvSpPr>
          <p:nvPr/>
        </p:nvSpPr>
        <p:spPr>
          <a:xfrm xmlns:a="http://schemas.openxmlformats.org/drawingml/2006/main">
            <a:off x="9048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6" name="">
            <a:extLst xmlns:a="http://schemas.openxmlformats.org/drawingml/2006/main">
              <a:ext uri="{FF2B5EF4-FFF2-40B4-BE49-F238E27FC236}">
                <a16:creationId xmlns:a16="http://schemas.microsoft.com/office/drawing/2014/main" id="{5C0CDBEF-A691-4043-AC84-FE594C67C9F0}"/>
              </a:ext>
            </a:extLst>
          </p:cNvPr>
          <p:cNvSpPr>
            <a:spLocks xmlns:a="http://schemas.openxmlformats.org/drawingml/2006/main" noGrp="1"/>
          </p:cNvSpPr>
          <p:nvPr/>
        </p:nvSpPr>
        <p:spPr>
          <a:xfrm xmlns:a="http://schemas.openxmlformats.org/drawingml/2006/main">
            <a:off x="9906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項目</a:t>
            </a:r>
          </a:p>
        </p:txBody>
      </p:sp>
      <p:sp>
        <p:nvSpPr>
          <p:cNvPr id="7" name="">
            <a:extLst xmlns:a="http://schemas.openxmlformats.org/drawingml/2006/main">
              <a:ext uri="{FF2B5EF4-FFF2-40B4-BE49-F238E27FC236}">
                <a16:creationId xmlns:a16="http://schemas.microsoft.com/office/drawing/2014/main" id="{8969BF43-FC48-45CF-89E9-320683DBB943}"/>
              </a:ext>
            </a:extLst>
          </p:cNvPr>
          <p:cNvSpPr>
            <a:spLocks xmlns:a="http://schemas.openxmlformats.org/drawingml/2006/main" noGrp="1"/>
          </p:cNvSpPr>
          <p:nvPr/>
        </p:nvSpPr>
        <p:spPr>
          <a:xfrm xmlns:a="http://schemas.openxmlformats.org/drawingml/2006/main">
            <a:off x="436562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8" name="">
            <a:extLst xmlns:a="http://schemas.openxmlformats.org/drawingml/2006/main">
              <a:ext uri="{FF2B5EF4-FFF2-40B4-BE49-F238E27FC236}">
                <a16:creationId xmlns:a16="http://schemas.microsoft.com/office/drawing/2014/main" id="{E531FCE6-567A-420D-8032-CA1C1C51573A}"/>
              </a:ext>
            </a:extLst>
          </p:cNvPr>
          <p:cNvSpPr>
            <a:spLocks xmlns:a="http://schemas.openxmlformats.org/drawingml/2006/main" noGrp="1"/>
          </p:cNvSpPr>
          <p:nvPr/>
        </p:nvSpPr>
        <p:spPr>
          <a:xfrm xmlns:a="http://schemas.openxmlformats.org/drawingml/2006/main">
            <a:off x="445135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使う場所</a:t>
            </a:r>
          </a:p>
        </p:txBody>
      </p:sp>
      <p:sp>
        <p:nvSpPr>
          <p:cNvPr id="9" name="">
            <a:extLst xmlns:a="http://schemas.openxmlformats.org/drawingml/2006/main">
              <a:ext uri="{FF2B5EF4-FFF2-40B4-BE49-F238E27FC236}">
                <a16:creationId xmlns:a16="http://schemas.microsoft.com/office/drawing/2014/main" id="{286FEC6F-A3C5-4299-B920-C3719FC41A00}"/>
              </a:ext>
            </a:extLst>
          </p:cNvPr>
          <p:cNvSpPr>
            <a:spLocks xmlns:a="http://schemas.openxmlformats.org/drawingml/2006/main" noGrp="1"/>
          </p:cNvSpPr>
          <p:nvPr/>
        </p:nvSpPr>
        <p:spPr>
          <a:xfrm xmlns:a="http://schemas.openxmlformats.org/drawingml/2006/main">
            <a:off x="78263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10" name="">
            <a:extLst xmlns:a="http://schemas.openxmlformats.org/drawingml/2006/main">
              <a:ext uri="{FF2B5EF4-FFF2-40B4-BE49-F238E27FC236}">
                <a16:creationId xmlns:a16="http://schemas.microsoft.com/office/drawing/2014/main" id="{0FA3497E-CB1C-4378-877F-A33DA96797AB}"/>
              </a:ext>
            </a:extLst>
          </p:cNvPr>
          <p:cNvSpPr>
            <a:spLocks xmlns:a="http://schemas.openxmlformats.org/drawingml/2006/main" noGrp="1"/>
          </p:cNvSpPr>
          <p:nvPr/>
        </p:nvSpPr>
        <p:spPr>
          <a:xfrm xmlns:a="http://schemas.openxmlformats.org/drawingml/2006/main">
            <a:off x="79121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注意</a:t>
            </a:r>
          </a:p>
        </p:txBody>
      </p:sp>
      <p:sp>
        <p:nvSpPr>
          <p:cNvPr id="11" name="">
            <a:extLst xmlns:a="http://schemas.openxmlformats.org/drawingml/2006/main">
              <a:ext uri="{FF2B5EF4-FFF2-40B4-BE49-F238E27FC236}">
                <a16:creationId xmlns:a16="http://schemas.microsoft.com/office/drawing/2014/main" id="{C971719A-6178-4C73-A5BE-743EB9D46EA5}"/>
              </a:ext>
            </a:extLst>
          </p:cNvPr>
          <p:cNvSpPr>
            <a:spLocks xmlns:a="http://schemas.openxmlformats.org/drawingml/2006/main" noGrp="1"/>
          </p:cNvSpPr>
          <p:nvPr/>
        </p:nvSpPr>
        <p:spPr>
          <a:xfrm xmlns:a="http://schemas.openxmlformats.org/drawingml/2006/main">
            <a:off x="9048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2" name="">
            <a:extLst xmlns:a="http://schemas.openxmlformats.org/drawingml/2006/main">
              <a:ext uri="{FF2B5EF4-FFF2-40B4-BE49-F238E27FC236}">
                <a16:creationId xmlns:a16="http://schemas.microsoft.com/office/drawing/2014/main" id="{AE877297-63C7-4DA3-B978-B439CBDC1E5C}"/>
              </a:ext>
            </a:extLst>
          </p:cNvPr>
          <p:cNvSpPr>
            <a:spLocks xmlns:a="http://schemas.openxmlformats.org/drawingml/2006/main" noGrp="1"/>
          </p:cNvSpPr>
          <p:nvPr/>
        </p:nvSpPr>
        <p:spPr>
          <a:xfrm xmlns:a="http://schemas.openxmlformats.org/drawingml/2006/main">
            <a:off x="9906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Resource group</a:t>
            </a:r>
          </a:p>
        </p:txBody>
      </p:sp>
      <p:sp>
        <p:nvSpPr>
          <p:cNvPr id="13" name="">
            <a:extLst xmlns:a="http://schemas.openxmlformats.org/drawingml/2006/main">
              <a:ext uri="{FF2B5EF4-FFF2-40B4-BE49-F238E27FC236}">
                <a16:creationId xmlns:a16="http://schemas.microsoft.com/office/drawing/2014/main" id="{8B8517D9-6AF5-4C3D-A34F-C231A9A33B05}"/>
              </a:ext>
            </a:extLst>
          </p:cNvPr>
          <p:cNvSpPr>
            <a:spLocks xmlns:a="http://schemas.openxmlformats.org/drawingml/2006/main" noGrp="1"/>
          </p:cNvSpPr>
          <p:nvPr/>
        </p:nvSpPr>
        <p:spPr>
          <a:xfrm xmlns:a="http://schemas.openxmlformats.org/drawingml/2006/main">
            <a:off x="436562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4" name="">
            <a:extLst xmlns:a="http://schemas.openxmlformats.org/drawingml/2006/main">
              <a:ext uri="{FF2B5EF4-FFF2-40B4-BE49-F238E27FC236}">
                <a16:creationId xmlns:a16="http://schemas.microsoft.com/office/drawing/2014/main" id="{FFA224F7-507B-4BBB-9E53-7BF04F4B9A3E}"/>
              </a:ext>
            </a:extLst>
          </p:cNvPr>
          <p:cNvSpPr>
            <a:spLocks xmlns:a="http://schemas.openxmlformats.org/drawingml/2006/main" noGrp="1"/>
          </p:cNvSpPr>
          <p:nvPr/>
        </p:nvSpPr>
        <p:spPr>
          <a:xfrm xmlns:a="http://schemas.openxmlformats.org/drawingml/2006/main">
            <a:off x="445135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Service Principal scope、RESOURCE_GROUP</a:t>
            </a:r>
          </a:p>
        </p:txBody>
      </p:sp>
      <p:sp>
        <p:nvSpPr>
          <p:cNvPr id="15" name="">
            <a:extLst xmlns:a="http://schemas.openxmlformats.org/drawingml/2006/main">
              <a:ext uri="{FF2B5EF4-FFF2-40B4-BE49-F238E27FC236}">
                <a16:creationId xmlns:a16="http://schemas.microsoft.com/office/drawing/2014/main" id="{3A40035E-9031-431E-B3E6-FA24334FE6F7}"/>
              </a:ext>
            </a:extLst>
          </p:cNvPr>
          <p:cNvSpPr>
            <a:spLocks xmlns:a="http://schemas.openxmlformats.org/drawingml/2006/main" noGrp="1"/>
          </p:cNvSpPr>
          <p:nvPr/>
        </p:nvSpPr>
        <p:spPr>
          <a:xfrm xmlns:a="http://schemas.openxmlformats.org/drawingml/2006/main">
            <a:off x="78263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6" name="">
            <a:extLst xmlns:a="http://schemas.openxmlformats.org/drawingml/2006/main">
              <a:ext uri="{FF2B5EF4-FFF2-40B4-BE49-F238E27FC236}">
                <a16:creationId xmlns:a16="http://schemas.microsoft.com/office/drawing/2014/main" id="{54493AB3-71A3-4C34-B8D0-A372F94A4C07}"/>
              </a:ext>
            </a:extLst>
          </p:cNvPr>
          <p:cNvSpPr>
            <a:spLocks xmlns:a="http://schemas.openxmlformats.org/drawingml/2006/main" noGrp="1"/>
          </p:cNvSpPr>
          <p:nvPr/>
        </p:nvSpPr>
        <p:spPr>
          <a:xfrm xmlns:a="http://schemas.openxmlformats.org/drawingml/2006/main">
            <a:off x="79121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第5回の RG を使う</a:t>
            </a:r>
          </a:p>
        </p:txBody>
      </p:sp>
      <p:sp>
        <p:nvSpPr>
          <p:cNvPr id="17" name="">
            <a:extLst xmlns:a="http://schemas.openxmlformats.org/drawingml/2006/main">
              <a:ext uri="{FF2B5EF4-FFF2-40B4-BE49-F238E27FC236}">
                <a16:creationId xmlns:a16="http://schemas.microsoft.com/office/drawing/2014/main" id="{22195EDB-4D4F-4815-9694-2C45139BBB8C}"/>
              </a:ext>
            </a:extLst>
          </p:cNvPr>
          <p:cNvSpPr>
            <a:spLocks xmlns:a="http://schemas.openxmlformats.org/drawingml/2006/main" noGrp="1"/>
          </p:cNvSpPr>
          <p:nvPr/>
        </p:nvSpPr>
        <p:spPr>
          <a:xfrm xmlns:a="http://schemas.openxmlformats.org/drawingml/2006/main">
            <a:off x="9048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18" name="">
            <a:extLst xmlns:a="http://schemas.openxmlformats.org/drawingml/2006/main">
              <a:ext uri="{FF2B5EF4-FFF2-40B4-BE49-F238E27FC236}">
                <a16:creationId xmlns:a16="http://schemas.microsoft.com/office/drawing/2014/main" id="{9DFF11B9-D8B7-4F35-884E-A334DC0099AF}"/>
              </a:ext>
            </a:extLst>
          </p:cNvPr>
          <p:cNvSpPr>
            <a:spLocks xmlns:a="http://schemas.openxmlformats.org/drawingml/2006/main" noGrp="1"/>
          </p:cNvSpPr>
          <p:nvPr/>
        </p:nvSpPr>
        <p:spPr>
          <a:xfrm xmlns:a="http://schemas.openxmlformats.org/drawingml/2006/main">
            <a:off x="9906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 name</a:t>
            </a:r>
          </a:p>
        </p:txBody>
      </p:sp>
      <p:sp>
        <p:nvSpPr>
          <p:cNvPr id="19" name="">
            <a:extLst xmlns:a="http://schemas.openxmlformats.org/drawingml/2006/main">
              <a:ext uri="{FF2B5EF4-FFF2-40B4-BE49-F238E27FC236}">
                <a16:creationId xmlns:a16="http://schemas.microsoft.com/office/drawing/2014/main" id="{E5D3FAE9-63F1-419F-8D34-D52BDE969649}"/>
              </a:ext>
            </a:extLst>
          </p:cNvPr>
          <p:cNvSpPr>
            <a:spLocks xmlns:a="http://schemas.openxmlformats.org/drawingml/2006/main" noGrp="1"/>
          </p:cNvSpPr>
          <p:nvPr/>
        </p:nvSpPr>
        <p:spPr>
          <a:xfrm xmlns:a="http://schemas.openxmlformats.org/drawingml/2006/main">
            <a:off x="436562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0" name="">
            <a:extLst xmlns:a="http://schemas.openxmlformats.org/drawingml/2006/main">
              <a:ext uri="{FF2B5EF4-FFF2-40B4-BE49-F238E27FC236}">
                <a16:creationId xmlns:a16="http://schemas.microsoft.com/office/drawing/2014/main" id="{C2918C0E-1A19-41D0-8F53-00DD2AEF040C}"/>
              </a:ext>
            </a:extLst>
          </p:cNvPr>
          <p:cNvSpPr>
            <a:spLocks xmlns:a="http://schemas.openxmlformats.org/drawingml/2006/main" noGrp="1"/>
          </p:cNvSpPr>
          <p:nvPr/>
        </p:nvSpPr>
        <p:spPr>
          <a:xfrm xmlns:a="http://schemas.openxmlformats.org/drawingml/2006/main">
            <a:off x="445135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ACR_NAME</a:t>
            </a:r>
          </a:p>
        </p:txBody>
      </p:sp>
      <p:sp>
        <p:nvSpPr>
          <p:cNvPr id="21" name="">
            <a:extLst xmlns:a="http://schemas.openxmlformats.org/drawingml/2006/main">
              <a:ext uri="{FF2B5EF4-FFF2-40B4-BE49-F238E27FC236}">
                <a16:creationId xmlns:a16="http://schemas.microsoft.com/office/drawing/2014/main" id="{87512C4F-DF34-4392-A1A0-98052CE7105F}"/>
              </a:ext>
            </a:extLst>
          </p:cNvPr>
          <p:cNvSpPr>
            <a:spLocks xmlns:a="http://schemas.openxmlformats.org/drawingml/2006/main" noGrp="1"/>
          </p:cNvSpPr>
          <p:nvPr/>
        </p:nvSpPr>
        <p:spPr>
          <a:xfrm xmlns:a="http://schemas.openxmlformats.org/drawingml/2006/main">
            <a:off x="78263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2" name="">
            <a:extLst xmlns:a="http://schemas.openxmlformats.org/drawingml/2006/main">
              <a:ext uri="{FF2B5EF4-FFF2-40B4-BE49-F238E27FC236}">
                <a16:creationId xmlns:a16="http://schemas.microsoft.com/office/drawing/2014/main" id="{C803D9DE-2FE1-4C4D-9F8E-8E0EFCC16428}"/>
              </a:ext>
            </a:extLst>
          </p:cNvPr>
          <p:cNvSpPr>
            <a:spLocks xmlns:a="http://schemas.openxmlformats.org/drawingml/2006/main" noGrp="1"/>
          </p:cNvSpPr>
          <p:nvPr/>
        </p:nvSpPr>
        <p:spPr>
          <a:xfrm xmlns:a="http://schemas.openxmlformats.org/drawingml/2006/main">
            <a:off x="79121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.azurecr.io を含めない</a:t>
            </a:r>
          </a:p>
        </p:txBody>
      </p:sp>
      <p:sp>
        <p:nvSpPr>
          <p:cNvPr id="23" name="">
            <a:extLst xmlns:a="http://schemas.openxmlformats.org/drawingml/2006/main">
              <a:ext uri="{FF2B5EF4-FFF2-40B4-BE49-F238E27FC236}">
                <a16:creationId xmlns:a16="http://schemas.microsoft.com/office/drawing/2014/main" id="{C93AF4F8-2800-454D-A9FD-752663E66B15}"/>
              </a:ext>
            </a:extLst>
          </p:cNvPr>
          <p:cNvSpPr>
            <a:spLocks xmlns:a="http://schemas.openxmlformats.org/drawingml/2006/main" noGrp="1"/>
          </p:cNvSpPr>
          <p:nvPr/>
        </p:nvSpPr>
        <p:spPr>
          <a:xfrm xmlns:a="http://schemas.openxmlformats.org/drawingml/2006/main">
            <a:off x="9048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4" name="">
            <a:extLst xmlns:a="http://schemas.openxmlformats.org/drawingml/2006/main">
              <a:ext uri="{FF2B5EF4-FFF2-40B4-BE49-F238E27FC236}">
                <a16:creationId xmlns:a16="http://schemas.microsoft.com/office/drawing/2014/main" id="{6D0B0A29-6E1E-422E-863C-0A80129A8F47}"/>
              </a:ext>
            </a:extLst>
          </p:cNvPr>
          <p:cNvSpPr>
            <a:spLocks xmlns:a="http://schemas.openxmlformats.org/drawingml/2006/main" noGrp="1"/>
          </p:cNvSpPr>
          <p:nvPr/>
        </p:nvSpPr>
        <p:spPr>
          <a:xfrm xmlns:a="http://schemas.openxmlformats.org/drawingml/2006/main">
            <a:off x="9906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PostgreSQL FQDN</a:t>
            </a:r>
          </a:p>
        </p:txBody>
      </p:sp>
      <p:sp>
        <p:nvSpPr>
          <p:cNvPr id="25" name="">
            <a:extLst xmlns:a="http://schemas.openxmlformats.org/drawingml/2006/main">
              <a:ext uri="{FF2B5EF4-FFF2-40B4-BE49-F238E27FC236}">
                <a16:creationId xmlns:a16="http://schemas.microsoft.com/office/drawing/2014/main" id="{45043ECD-9458-4FAF-BC66-8E8DC5CB710D}"/>
              </a:ext>
            </a:extLst>
          </p:cNvPr>
          <p:cNvSpPr>
            <a:spLocks xmlns:a="http://schemas.openxmlformats.org/drawingml/2006/main" noGrp="1"/>
          </p:cNvSpPr>
          <p:nvPr/>
        </p:nvSpPr>
        <p:spPr>
          <a:xfrm xmlns:a="http://schemas.openxmlformats.org/drawingml/2006/main">
            <a:off x="436562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6" name="">
            <a:extLst xmlns:a="http://schemas.openxmlformats.org/drawingml/2006/main">
              <a:ext uri="{FF2B5EF4-FFF2-40B4-BE49-F238E27FC236}">
                <a16:creationId xmlns:a16="http://schemas.microsoft.com/office/drawing/2014/main" id="{6B3B163D-CA0E-4C86-B849-A45B62EFE889}"/>
              </a:ext>
            </a:extLst>
          </p:cNvPr>
          <p:cNvSpPr>
            <a:spLocks xmlns:a="http://schemas.openxmlformats.org/drawingml/2006/main" noGrp="1"/>
          </p:cNvSpPr>
          <p:nvPr/>
        </p:nvSpPr>
        <p:spPr>
          <a:xfrm xmlns:a="http://schemas.openxmlformats.org/drawingml/2006/main">
            <a:off x="445135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POSTGRES_SERVER</a:t>
            </a:r>
          </a:p>
        </p:txBody>
      </p:sp>
      <p:sp>
        <p:nvSpPr>
          <p:cNvPr id="27" name="">
            <a:extLst xmlns:a="http://schemas.openxmlformats.org/drawingml/2006/main">
              <a:ext uri="{FF2B5EF4-FFF2-40B4-BE49-F238E27FC236}">
                <a16:creationId xmlns:a16="http://schemas.microsoft.com/office/drawing/2014/main" id="{69CBB1BC-0C7D-4D8A-A375-C4EF92109A2B}"/>
              </a:ext>
            </a:extLst>
          </p:cNvPr>
          <p:cNvSpPr>
            <a:spLocks xmlns:a="http://schemas.openxmlformats.org/drawingml/2006/main" noGrp="1"/>
          </p:cNvSpPr>
          <p:nvPr/>
        </p:nvSpPr>
        <p:spPr>
          <a:xfrm xmlns:a="http://schemas.openxmlformats.org/drawingml/2006/main">
            <a:off x="78263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8" name="">
            <a:extLst xmlns:a="http://schemas.openxmlformats.org/drawingml/2006/main">
              <a:ext uri="{FF2B5EF4-FFF2-40B4-BE49-F238E27FC236}">
                <a16:creationId xmlns:a16="http://schemas.microsoft.com/office/drawing/2014/main" id="{D6A4E376-EC5C-47FA-A9DE-ED2AF239F11B}"/>
              </a:ext>
            </a:extLst>
          </p:cNvPr>
          <p:cNvSpPr>
            <a:spLocks xmlns:a="http://schemas.openxmlformats.org/drawingml/2006/main" noGrp="1"/>
          </p:cNvSpPr>
          <p:nvPr/>
        </p:nvSpPr>
        <p:spPr>
          <a:xfrm xmlns:a="http://schemas.openxmlformats.org/drawingml/2006/main">
            <a:off x="79121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サーバー名だけでなく FQDN を使う</a:t>
            </a:r>
          </a:p>
        </p:txBody>
      </p:sp>
      <p:sp>
        <p:nvSpPr>
          <p:cNvPr id="29" name="">
            <a:extLst xmlns:a="http://schemas.openxmlformats.org/drawingml/2006/main">
              <a:ext uri="{FF2B5EF4-FFF2-40B4-BE49-F238E27FC236}">
                <a16:creationId xmlns:a16="http://schemas.microsoft.com/office/drawing/2014/main" id="{884B7266-22A8-4878-890C-D3E42A7594FB}"/>
              </a:ext>
            </a:extLst>
          </p:cNvPr>
          <p:cNvSpPr>
            <a:spLocks xmlns:a="http://schemas.openxmlformats.org/drawingml/2006/main" noGrp="1"/>
          </p:cNvSpPr>
          <p:nvPr/>
        </p:nvSpPr>
        <p:spPr>
          <a:xfrm xmlns:a="http://schemas.openxmlformats.org/drawingml/2006/main">
            <a:off x="9048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0" name="">
            <a:extLst xmlns:a="http://schemas.openxmlformats.org/drawingml/2006/main">
              <a:ext uri="{FF2B5EF4-FFF2-40B4-BE49-F238E27FC236}">
                <a16:creationId xmlns:a16="http://schemas.microsoft.com/office/drawing/2014/main" id="{1BF759B1-906D-4599-A86C-0ED20DFBC797}"/>
              </a:ext>
            </a:extLst>
          </p:cNvPr>
          <p:cNvSpPr>
            <a:spLocks xmlns:a="http://schemas.openxmlformats.org/drawingml/2006/main" noGrp="1"/>
          </p:cNvSpPr>
          <p:nvPr/>
        </p:nvSpPr>
        <p:spPr>
          <a:xfrm xmlns:a="http://schemas.openxmlformats.org/drawingml/2006/main">
            <a:off x="9906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Web URL</a:t>
            </a:r>
          </a:p>
        </p:txBody>
      </p:sp>
      <p:sp>
        <p:nvSpPr>
          <p:cNvPr id="31" name="">
            <a:extLst xmlns:a="http://schemas.openxmlformats.org/drawingml/2006/main">
              <a:ext uri="{FF2B5EF4-FFF2-40B4-BE49-F238E27FC236}">
                <a16:creationId xmlns:a16="http://schemas.microsoft.com/office/drawing/2014/main" id="{7295CE57-C8A0-44D4-887B-C521EA2A856C}"/>
              </a:ext>
            </a:extLst>
          </p:cNvPr>
          <p:cNvSpPr>
            <a:spLocks xmlns:a="http://schemas.openxmlformats.org/drawingml/2006/main" noGrp="1"/>
          </p:cNvSpPr>
          <p:nvPr/>
        </p:nvSpPr>
        <p:spPr>
          <a:xfrm xmlns:a="http://schemas.openxmlformats.org/drawingml/2006/main">
            <a:off x="436562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2" name="">
            <a:extLst xmlns:a="http://schemas.openxmlformats.org/drawingml/2006/main">
              <a:ext uri="{FF2B5EF4-FFF2-40B4-BE49-F238E27FC236}">
                <a16:creationId xmlns:a16="http://schemas.microsoft.com/office/drawing/2014/main" id="{AFE0DE9A-EA8D-48B2-85D2-B9093ADD059A}"/>
              </a:ext>
            </a:extLst>
          </p:cNvPr>
          <p:cNvSpPr>
            <a:spLocks xmlns:a="http://schemas.openxmlformats.org/drawingml/2006/main" noGrp="1"/>
          </p:cNvSpPr>
          <p:nvPr/>
        </p:nvSpPr>
        <p:spPr>
          <a:xfrm xmlns:a="http://schemas.openxmlformats.org/drawingml/2006/main">
            <a:off x="445135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AZURE_REDIRECT_URI</a:t>
            </a:r>
          </a:p>
        </p:txBody>
      </p:sp>
      <p:sp>
        <p:nvSpPr>
          <p:cNvPr id="33" name="">
            <a:extLst xmlns:a="http://schemas.openxmlformats.org/drawingml/2006/main">
              <a:ext uri="{FF2B5EF4-FFF2-40B4-BE49-F238E27FC236}">
                <a16:creationId xmlns:a16="http://schemas.microsoft.com/office/drawing/2014/main" id="{D64D500D-E295-442D-A72D-CBBB5B594564}"/>
              </a:ext>
            </a:extLst>
          </p:cNvPr>
          <p:cNvSpPr>
            <a:spLocks xmlns:a="http://schemas.openxmlformats.org/drawingml/2006/main" noGrp="1"/>
          </p:cNvSpPr>
          <p:nvPr/>
        </p:nvSpPr>
        <p:spPr>
          <a:xfrm xmlns:a="http://schemas.openxmlformats.org/drawingml/2006/main">
            <a:off x="78263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4" name="">
            <a:extLst xmlns:a="http://schemas.openxmlformats.org/drawingml/2006/main">
              <a:ext uri="{FF2B5EF4-FFF2-40B4-BE49-F238E27FC236}">
                <a16:creationId xmlns:a16="http://schemas.microsoft.com/office/drawing/2014/main" id="{5F9D2728-BD5F-4C5E-93A9-D03E05F92260}"/>
              </a:ext>
            </a:extLst>
          </p:cNvPr>
          <p:cNvSpPr>
            <a:spLocks xmlns:a="http://schemas.openxmlformats.org/drawingml/2006/main" noGrp="1"/>
          </p:cNvSpPr>
          <p:nvPr/>
        </p:nvSpPr>
        <p:spPr>
          <a:xfrm xmlns:a="http://schemas.openxmlformats.org/drawingml/2006/main">
            <a:off x="79121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Entra ID redirect URI と一致</a:t>
            </a:r>
          </a:p>
        </p:txBody>
      </p:sp>
      <p:sp>
        <p:nvSpPr>
          <p:cNvPr id="35" name="">
            <a:extLst xmlns:a="http://schemas.openxmlformats.org/drawingml/2006/main">
              <a:ext uri="{FF2B5EF4-FFF2-40B4-BE49-F238E27FC236}">
                <a16:creationId xmlns:a16="http://schemas.microsoft.com/office/drawing/2014/main" id="{0E06B165-BC5D-406F-B38A-1555F1E104B1}"/>
              </a:ext>
            </a:extLst>
          </p:cNvPr>
          <p:cNvSpPr>
            <a:spLocks xmlns:a="http://schemas.openxmlformats.org/drawingml/2006/main" noGrp="1"/>
          </p:cNvSpPr>
          <p:nvPr/>
        </p:nvSpPr>
        <p:spPr>
          <a:xfrm xmlns:a="http://schemas.openxmlformats.org/drawingml/2006/main">
            <a:off x="904875" y="5048250"/>
            <a:ext cx="3460750" cy="647700"/>
          </a:xfrm>
          <a:prstGeom xmlns:a="http://schemas.openxmlformats.org/drawingml/2006/main" prst="rect">
            <a:avLst/>
          </a:prstGeom>
          <a:ln xmlns:a="http://schemas.openxmlformats.org/drawingml/2006/main" w="9525">
            <a:solidFill>
              <a:srgbClr val="DDE5EF"/>
            </a:solidFill>
            <a:prstDash val="solid"/>
          </a:ln>
        </p:spPr>
      </p:sp>
      <p:sp>
        <p:nvSpPr>
          <p:cNvPr id="36" name="">
            <a:extLst xmlns:a="http://schemas.openxmlformats.org/drawingml/2006/main">
              <a:ext uri="{FF2B5EF4-FFF2-40B4-BE49-F238E27FC236}">
                <a16:creationId xmlns:a16="http://schemas.microsoft.com/office/drawing/2014/main" id="{A1E0D4D0-F9C9-462F-B370-6773B920F569}"/>
              </a:ext>
            </a:extLst>
          </p:cNvPr>
          <p:cNvSpPr>
            <a:spLocks xmlns:a="http://schemas.openxmlformats.org/drawingml/2006/main" noGrp="1"/>
          </p:cNvSpPr>
          <p:nvPr/>
        </p:nvSpPr>
        <p:spPr>
          <a:xfrm xmlns:a="http://schemas.openxmlformats.org/drawingml/2006/main">
            <a:off x="990600" y="51149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API URL</a:t>
            </a:r>
          </a:p>
        </p:txBody>
      </p:sp>
      <p:sp>
        <p:nvSpPr>
          <p:cNvPr id="37" name="">
            <a:extLst xmlns:a="http://schemas.openxmlformats.org/drawingml/2006/main">
              <a:ext uri="{FF2B5EF4-FFF2-40B4-BE49-F238E27FC236}">
                <a16:creationId xmlns:a16="http://schemas.microsoft.com/office/drawing/2014/main" id="{90E5F12E-5796-4EAF-8092-4BD6D497A3F3}"/>
              </a:ext>
            </a:extLst>
          </p:cNvPr>
          <p:cNvSpPr>
            <a:spLocks xmlns:a="http://schemas.openxmlformats.org/drawingml/2006/main" noGrp="1"/>
          </p:cNvSpPr>
          <p:nvPr/>
        </p:nvSpPr>
        <p:spPr>
          <a:xfrm xmlns:a="http://schemas.openxmlformats.org/drawingml/2006/main">
            <a:off x="4365625" y="5048250"/>
            <a:ext cx="3460750" cy="647700"/>
          </a:xfrm>
          <a:prstGeom xmlns:a="http://schemas.openxmlformats.org/drawingml/2006/main" prst="rect">
            <a:avLst/>
          </a:prstGeom>
          <a:ln xmlns:a="http://schemas.openxmlformats.org/drawingml/2006/main" w="9525">
            <a:solidFill>
              <a:srgbClr val="DDE5EF"/>
            </a:solidFill>
            <a:prstDash val="solid"/>
          </a:ln>
        </p:spPr>
      </p:sp>
      <p:sp>
        <p:nvSpPr>
          <p:cNvPr id="38" name="">
            <a:extLst xmlns:a="http://schemas.openxmlformats.org/drawingml/2006/main">
              <a:ext uri="{FF2B5EF4-FFF2-40B4-BE49-F238E27FC236}">
                <a16:creationId xmlns:a16="http://schemas.microsoft.com/office/drawing/2014/main" id="{6A8AC63F-CA77-4703-A2E0-2F9A9C7B728C}"/>
              </a:ext>
            </a:extLst>
          </p:cNvPr>
          <p:cNvSpPr>
            <a:spLocks xmlns:a="http://schemas.openxmlformats.org/drawingml/2006/main" noGrp="1"/>
          </p:cNvSpPr>
          <p:nvPr/>
        </p:nvSpPr>
        <p:spPr>
          <a:xfrm xmlns:a="http://schemas.openxmlformats.org/drawingml/2006/main">
            <a:off x="4451350" y="51149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API_PROXY_TARGET</a:t>
            </a:r>
          </a:p>
        </p:txBody>
      </p:sp>
      <p:sp>
        <p:nvSpPr>
          <p:cNvPr id="39" name="">
            <a:extLst xmlns:a="http://schemas.openxmlformats.org/drawingml/2006/main">
              <a:ext uri="{FF2B5EF4-FFF2-40B4-BE49-F238E27FC236}">
                <a16:creationId xmlns:a16="http://schemas.microsoft.com/office/drawing/2014/main" id="{154E4057-A70A-42DA-89E2-B4629334434E}"/>
              </a:ext>
            </a:extLst>
          </p:cNvPr>
          <p:cNvSpPr>
            <a:spLocks xmlns:a="http://schemas.openxmlformats.org/drawingml/2006/main" noGrp="1"/>
          </p:cNvSpPr>
          <p:nvPr/>
        </p:nvSpPr>
        <p:spPr>
          <a:xfrm xmlns:a="http://schemas.openxmlformats.org/drawingml/2006/main">
            <a:off x="7826375" y="5048250"/>
            <a:ext cx="3460750" cy="647700"/>
          </a:xfrm>
          <a:prstGeom xmlns:a="http://schemas.openxmlformats.org/drawingml/2006/main" prst="rect">
            <a:avLst/>
          </a:prstGeom>
          <a:ln xmlns:a="http://schemas.openxmlformats.org/drawingml/2006/main" w="9525">
            <a:solidFill>
              <a:srgbClr val="DDE5EF"/>
            </a:solidFill>
            <a:prstDash val="solid"/>
          </a:ln>
        </p:spPr>
      </p:sp>
      <p:sp>
        <p:nvSpPr>
          <p:cNvPr id="40" name="">
            <a:extLst xmlns:a="http://schemas.openxmlformats.org/drawingml/2006/main">
              <a:ext uri="{FF2B5EF4-FFF2-40B4-BE49-F238E27FC236}">
                <a16:creationId xmlns:a16="http://schemas.microsoft.com/office/drawing/2014/main" id="{44F2FE8A-2669-4D3D-868F-986FDFC33B12}"/>
              </a:ext>
            </a:extLst>
          </p:cNvPr>
          <p:cNvSpPr>
            <a:spLocks xmlns:a="http://schemas.openxmlformats.org/drawingml/2006/main" noGrp="1"/>
          </p:cNvSpPr>
          <p:nvPr/>
        </p:nvSpPr>
        <p:spPr>
          <a:xfrm xmlns:a="http://schemas.openxmlformats.org/drawingml/2006/main">
            <a:off x="7912100" y="51149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内部 API URL を使う</a:t>
            </a:r>
          </a:p>
        </p:txBody>
      </p:sp>
      <p:sp>
        <p:nvSpPr>
          <p:cNvPr id="41" name="">
            <a:extLst xmlns:a="http://schemas.openxmlformats.org/drawingml/2006/main">
              <a:ext uri="{FF2B5EF4-FFF2-40B4-BE49-F238E27FC236}">
                <a16:creationId xmlns:a16="http://schemas.microsoft.com/office/drawing/2014/main" id="{5AFE3F0F-E637-4120-A486-59C95A51DDD8}"/>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73288E-D988-4995-B542-706A541D3A59}"/>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PostgreSQL を再開する</a:t>
            </a:r>
          </a:p>
        </p:txBody>
      </p:sp>
      <p:sp>
        <p:nvSpPr>
          <p:cNvPr id="2" name="">
            <a:extLst xmlns:a="http://schemas.openxmlformats.org/drawingml/2006/main">
              <a:ext uri="{FF2B5EF4-FFF2-40B4-BE49-F238E27FC236}">
                <a16:creationId xmlns:a16="http://schemas.microsoft.com/office/drawing/2014/main" id="{C0807826-D9A0-4411-8706-EAD66AEB30EB}"/>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11 / 48</a:t>
            </a:r>
          </a:p>
        </p:txBody>
      </p:sp>
      <p:sp>
        <p:nvSpPr>
          <p:cNvPr id="3" name="">
            <a:extLst xmlns:a="http://schemas.openxmlformats.org/drawingml/2006/main">
              <a:ext uri="{FF2B5EF4-FFF2-40B4-BE49-F238E27FC236}">
                <a16:creationId xmlns:a16="http://schemas.microsoft.com/office/drawing/2014/main" id="{D35CA223-794B-4695-BB0B-758C5F515FB0}"/>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3A20F209-30BA-4E66-9EE3-89EA41FF8FFD}"/>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前回停止した PostgreSQL を、デプロイ後の動作確認に向けて Running に戻します。Start 後の完了を待ってから次へ進みます。</a:t>
            </a:r>
          </a:p>
        </p:txBody>
      </p:sp>
      <p:sp>
        <p:nvSpPr>
          <p:cNvPr id="5" name="">
            <a:extLst xmlns:a="http://schemas.openxmlformats.org/drawingml/2006/main">
              <a:ext uri="{FF2B5EF4-FFF2-40B4-BE49-F238E27FC236}">
                <a16:creationId xmlns:a16="http://schemas.microsoft.com/office/drawing/2014/main" id="{AF451472-4A1F-4699-9B12-356647AABB13}"/>
              </a:ext>
            </a:extLst>
          </p:cNvPr>
          <p:cNvSpPr>
            <a:spLocks xmlns:a="http://schemas.openxmlformats.org/drawingml/2006/main" noGrp="1"/>
          </p:cNvSpPr>
          <p:nvPr/>
        </p:nvSpPr>
        <p:spPr>
          <a:xfrm xmlns:a="http://schemas.openxmlformats.org/drawingml/2006/main">
            <a:off x="904875" y="1866900"/>
            <a:ext cx="4972050" cy="342900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915ab93fe6c43f9"/>
          <a:stretch xmlns:a="http://schemas.openxmlformats.org/drawingml/2006/main"/>
        </p:blipFill>
        <p:spPr>
          <a:xfrm xmlns:a="http://schemas.openxmlformats.org/drawingml/2006/main">
            <a:off x="1019175" y="2113955"/>
            <a:ext cx="4743450" cy="266819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19F1796-FF23-4F20-97C6-F9D3A30A431F}"/>
              </a:ext>
            </a:extLst>
          </p:cNvPr>
          <p:cNvSpPr>
            <a:spLocks xmlns:a="http://schemas.openxmlformats.org/drawingml/2006/main" noGrp="1"/>
          </p:cNvSpPr>
          <p:nvPr/>
        </p:nvSpPr>
        <p:spPr>
          <a:xfrm xmlns:a="http://schemas.openxmlformats.org/drawingml/2006/main">
            <a:off x="1057275" y="4972050"/>
            <a:ext cx="46672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Start 操作を実行する</a:t>
            </a:r>
          </a:p>
        </p:txBody>
      </p:sp>
      <p:sp>
        <p:nvSpPr>
          <p:cNvPr id="8" name="">
            <a:extLst xmlns:a="http://schemas.openxmlformats.org/drawingml/2006/main">
              <a:ext uri="{FF2B5EF4-FFF2-40B4-BE49-F238E27FC236}">
                <a16:creationId xmlns:a16="http://schemas.microsoft.com/office/drawing/2014/main" id="{21740C5B-CC7F-4287-86B6-4790D2387FA3}"/>
              </a:ext>
            </a:extLst>
          </p:cNvPr>
          <p:cNvSpPr>
            <a:spLocks xmlns:a="http://schemas.openxmlformats.org/drawingml/2006/main" noGrp="1"/>
          </p:cNvSpPr>
          <p:nvPr/>
        </p:nvSpPr>
        <p:spPr>
          <a:xfrm xmlns:a="http://schemas.openxmlformats.org/drawingml/2006/main">
            <a:off x="6334125" y="1866900"/>
            <a:ext cx="4972050" cy="3429000"/>
          </a:xfrm>
          <a:prstGeom xmlns:a="http://schemas.openxmlformats.org/drawingml/2006/main" prst="rect">
            <a:avLst/>
          </a:prstGeom>
          <a:ln xmlns:a="http://schemas.openxmlformats.org/drawingml/2006/main" w="9525">
            <a:solidFill>
              <a:srgbClr val="CAD5E4"/>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015482ec4664f15"/>
          <a:stretch xmlns:a="http://schemas.openxmlformats.org/drawingml/2006/main"/>
        </p:blipFill>
        <p:spPr>
          <a:xfrm xmlns:a="http://schemas.openxmlformats.org/drawingml/2006/main">
            <a:off x="6448425" y="2113955"/>
            <a:ext cx="4743450" cy="266819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8FE36AA-4901-48CE-A966-51E4648537A6}"/>
              </a:ext>
            </a:extLst>
          </p:cNvPr>
          <p:cNvSpPr>
            <a:spLocks xmlns:a="http://schemas.openxmlformats.org/drawingml/2006/main" noGrp="1"/>
          </p:cNvSpPr>
          <p:nvPr/>
        </p:nvSpPr>
        <p:spPr>
          <a:xfrm xmlns:a="http://schemas.openxmlformats.org/drawingml/2006/main">
            <a:off x="6486525" y="4972050"/>
            <a:ext cx="46672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Running 状態を確認する</a:t>
            </a:r>
          </a:p>
        </p:txBody>
      </p:sp>
      <p:sp>
        <p:nvSpPr>
          <p:cNvPr id="11" name="">
            <a:extLst xmlns:a="http://schemas.openxmlformats.org/drawingml/2006/main">
              <a:ext uri="{FF2B5EF4-FFF2-40B4-BE49-F238E27FC236}">
                <a16:creationId xmlns:a16="http://schemas.microsoft.com/office/drawing/2014/main" id="{739E0974-037F-40F6-96EF-5D8F30C6BD42}"/>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8DE066-4D50-4C89-A3FC-0CEA878E6EB4}"/>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テンプレートからリポジトリを作成する</a:t>
            </a:r>
          </a:p>
        </p:txBody>
      </p:sp>
      <p:sp>
        <p:nvSpPr>
          <p:cNvPr id="2" name="">
            <a:extLst xmlns:a="http://schemas.openxmlformats.org/drawingml/2006/main">
              <a:ext uri="{FF2B5EF4-FFF2-40B4-BE49-F238E27FC236}">
                <a16:creationId xmlns:a16="http://schemas.microsoft.com/office/drawing/2014/main" id="{D4226F8B-D4D6-4E4C-BFD8-68B8E48B8E22}"/>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12 / 48</a:t>
            </a:r>
          </a:p>
        </p:txBody>
      </p:sp>
      <p:sp>
        <p:nvSpPr>
          <p:cNvPr id="3" name="">
            <a:extLst xmlns:a="http://schemas.openxmlformats.org/drawingml/2006/main">
              <a:ext uri="{FF2B5EF4-FFF2-40B4-BE49-F238E27FC236}">
                <a16:creationId xmlns:a16="http://schemas.microsoft.com/office/drawing/2014/main" id="{73665EF1-2ACD-4B7A-9BEB-A59E56D36E0C}"/>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8678F49F-E778-4F9E-A993-6BD04BF36F90}"/>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元ガイドに従い、テンプレートリポジトリから受講者用の Todo アプリリポジトリを作成します。</a:t>
            </a:r>
          </a:p>
        </p:txBody>
      </p:sp>
      <p:sp>
        <p:nvSpPr>
          <p:cNvPr id="5" name="">
            <a:extLst xmlns:a="http://schemas.openxmlformats.org/drawingml/2006/main">
              <a:ext uri="{FF2B5EF4-FFF2-40B4-BE49-F238E27FC236}">
                <a16:creationId xmlns:a16="http://schemas.microsoft.com/office/drawing/2014/main" id="{717A53AB-04A5-4C03-AB13-3EEC81713EBA}"/>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4991fdb79f74535"/>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DDB8AC7-89AD-451E-B9A2-FA82ACC0C8BB}"/>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テンプレートリポジトリを開く</a:t>
            </a:r>
          </a:p>
        </p:txBody>
      </p:sp>
      <p:sp>
        <p:nvSpPr>
          <p:cNvPr id="8" name="">
            <a:extLst xmlns:a="http://schemas.openxmlformats.org/drawingml/2006/main">
              <a:ext uri="{FF2B5EF4-FFF2-40B4-BE49-F238E27FC236}">
                <a16:creationId xmlns:a16="http://schemas.microsoft.com/office/drawing/2014/main" id="{0D53928D-658D-4BD9-AAE3-B63D17CBF5D3}"/>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B5BBB8F1-E09A-4D45-A01E-17FA47E2CB6A}"/>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B854C79D-7979-4B7A-8195-9CAE08640DAE}"/>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9027097C-FC7C-47B9-A5DB-CB4C0E35139B}"/>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GitHub</a:t>
            </a:r>
          </a:p>
        </p:txBody>
      </p:sp>
      <p:sp>
        <p:nvSpPr>
          <p:cNvPr id="12" name="">
            <a:extLst xmlns:a="http://schemas.openxmlformats.org/drawingml/2006/main">
              <a:ext uri="{FF2B5EF4-FFF2-40B4-BE49-F238E27FC236}">
                <a16:creationId xmlns:a16="http://schemas.microsoft.com/office/drawing/2014/main" id="{0EABC1B7-13E5-4402-BE5B-BCEE58FB5D15}"/>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テンプレートから受講者用リポジトリを作成します。</a:t>
            </a:r>
          </a:p>
        </p:txBody>
      </p:sp>
      <p:sp>
        <p:nvSpPr>
          <p:cNvPr id="13" name="">
            <a:extLst xmlns:a="http://schemas.openxmlformats.org/drawingml/2006/main">
              <a:ext uri="{FF2B5EF4-FFF2-40B4-BE49-F238E27FC236}">
                <a16:creationId xmlns:a16="http://schemas.microsoft.com/office/drawing/2014/main" id="{E99A1B4D-136B-45C8-9741-56A022B99D52}"/>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DCB4D0-FD58-49D6-9A12-4E0AA2D0990C}"/>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リポジトリを作成する</a:t>
            </a:r>
          </a:p>
        </p:txBody>
      </p:sp>
      <p:sp>
        <p:nvSpPr>
          <p:cNvPr id="2" name="">
            <a:extLst xmlns:a="http://schemas.openxmlformats.org/drawingml/2006/main">
              <a:ext uri="{FF2B5EF4-FFF2-40B4-BE49-F238E27FC236}">
                <a16:creationId xmlns:a16="http://schemas.microsoft.com/office/drawing/2014/main" id="{871B0477-2421-430A-B7A8-EB35C201B586}"/>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13 / 48</a:t>
            </a:r>
          </a:p>
        </p:txBody>
      </p:sp>
      <p:sp>
        <p:nvSpPr>
          <p:cNvPr id="3" name="">
            <a:extLst xmlns:a="http://schemas.openxmlformats.org/drawingml/2006/main">
              <a:ext uri="{FF2B5EF4-FFF2-40B4-BE49-F238E27FC236}">
                <a16:creationId xmlns:a16="http://schemas.microsoft.com/office/drawing/2014/main" id="{CDE4A37D-8E11-4DF6-926C-FE6BE7E646B8}"/>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9C9CC95A-89AE-44CC-A3CD-21506B4F51B7}"/>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Repository name は受講者番号などで識別しやすくします。元ガイドの初心者向けフローでは Public を想定します。</a:t>
            </a:r>
          </a:p>
        </p:txBody>
      </p:sp>
      <p:sp>
        <p:nvSpPr>
          <p:cNvPr id="5" name="">
            <a:extLst xmlns:a="http://schemas.openxmlformats.org/drawingml/2006/main">
              <a:ext uri="{FF2B5EF4-FFF2-40B4-BE49-F238E27FC236}">
                <a16:creationId xmlns:a16="http://schemas.microsoft.com/office/drawing/2014/main" id="{8288421F-A110-418B-9125-7FCB7B30B5F4}"/>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8c155c4faf449ed"/>
          <a:stretch xmlns:a="http://schemas.openxmlformats.org/drawingml/2006/main"/>
        </p:blipFill>
        <p:spPr>
          <a:xfrm xmlns:a="http://schemas.openxmlformats.org/drawingml/2006/main">
            <a:off x="5389245" y="1828800"/>
            <a:ext cx="5699760" cy="3562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26B2678-C142-48CB-B010-369C92116D2C}"/>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リポジトリ名と Public を指定する</a:t>
            </a:r>
          </a:p>
        </p:txBody>
      </p:sp>
      <p:sp>
        <p:nvSpPr>
          <p:cNvPr id="8" name="">
            <a:extLst xmlns:a="http://schemas.openxmlformats.org/drawingml/2006/main">
              <a:ext uri="{FF2B5EF4-FFF2-40B4-BE49-F238E27FC236}">
                <a16:creationId xmlns:a16="http://schemas.microsoft.com/office/drawing/2014/main" id="{A5629B6E-D7C6-4FAB-86D2-00FA31174EF8}"/>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4F6BE132-6B2D-4322-BE8D-7CDACDD0407C}"/>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5F57A599-2ACC-4C99-B783-651F66195F0E}"/>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8B4B40D2-F84A-4EAB-ABAC-8EDB8157D7EF}"/>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Repository</a:t>
            </a:r>
          </a:p>
        </p:txBody>
      </p:sp>
      <p:sp>
        <p:nvSpPr>
          <p:cNvPr id="12" name="">
            <a:extLst xmlns:a="http://schemas.openxmlformats.org/drawingml/2006/main">
              <a:ext uri="{FF2B5EF4-FFF2-40B4-BE49-F238E27FC236}">
                <a16:creationId xmlns:a16="http://schemas.microsoft.com/office/drawing/2014/main" id="{60B4E739-DB93-47C1-9688-2C33CAC87CBE}"/>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Public 想定で作成し、Repository URL を記録します。</a:t>
            </a:r>
          </a:p>
        </p:txBody>
      </p:sp>
      <p:sp>
        <p:nvSpPr>
          <p:cNvPr id="13" name="">
            <a:extLst xmlns:a="http://schemas.openxmlformats.org/drawingml/2006/main">
              <a:ext uri="{FF2B5EF4-FFF2-40B4-BE49-F238E27FC236}">
                <a16:creationId xmlns:a16="http://schemas.microsoft.com/office/drawing/2014/main" id="{8A5C320E-B241-4746-B227-359BE0956D1A}"/>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693D25-6094-4A3D-B1E4-89529511DC95}"/>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作成したリポジトリを確認する</a:t>
            </a:r>
          </a:p>
        </p:txBody>
      </p:sp>
      <p:sp>
        <p:nvSpPr>
          <p:cNvPr id="2" name="">
            <a:extLst xmlns:a="http://schemas.openxmlformats.org/drawingml/2006/main">
              <a:ext uri="{FF2B5EF4-FFF2-40B4-BE49-F238E27FC236}">
                <a16:creationId xmlns:a16="http://schemas.microsoft.com/office/drawing/2014/main" id="{9AF540B5-87BC-4E89-8A0E-09027A02129F}"/>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14 / 48</a:t>
            </a:r>
          </a:p>
        </p:txBody>
      </p:sp>
      <p:sp>
        <p:nvSpPr>
          <p:cNvPr id="3" name="">
            <a:extLst xmlns:a="http://schemas.openxmlformats.org/drawingml/2006/main">
              <a:ext uri="{FF2B5EF4-FFF2-40B4-BE49-F238E27FC236}">
                <a16:creationId xmlns:a16="http://schemas.microsoft.com/office/drawing/2014/main" id="{EB192B92-340E-43ED-9ADB-7A378C2BBD81}"/>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CF83DBE3-F464-48B1-9EB5-508FDC405AAE}"/>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作成したリポジトリが、第6回の作業場所になります。Actions と Settings に移動できることを確認します。</a:t>
            </a:r>
          </a:p>
        </p:txBody>
      </p:sp>
      <p:sp>
        <p:nvSpPr>
          <p:cNvPr id="5" name="">
            <a:extLst xmlns:a="http://schemas.openxmlformats.org/drawingml/2006/main">
              <a:ext uri="{FF2B5EF4-FFF2-40B4-BE49-F238E27FC236}">
                <a16:creationId xmlns:a16="http://schemas.microsoft.com/office/drawing/2014/main" id="{8CC1F248-98E8-4B65-B123-DEBA8EC8E3AF}"/>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be8a9f7b0664641"/>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029F795-B511-48DE-BC38-741C649F37EA}"/>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作成済みリポジトリを確認する</a:t>
            </a:r>
          </a:p>
        </p:txBody>
      </p:sp>
      <p:sp>
        <p:nvSpPr>
          <p:cNvPr id="8" name="">
            <a:extLst xmlns:a="http://schemas.openxmlformats.org/drawingml/2006/main">
              <a:ext uri="{FF2B5EF4-FFF2-40B4-BE49-F238E27FC236}">
                <a16:creationId xmlns:a16="http://schemas.microsoft.com/office/drawing/2014/main" id="{8E86699F-413C-495D-9BEA-97C788E830F7}"/>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2B0062EE-200B-433C-A378-EE29EDF21989}"/>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4FBAA952-FAFE-4107-BC2A-A90D501F3C2A}"/>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BBEFE6AE-261A-4C70-8E4B-62C5A9852A7B}"/>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作業場所</a:t>
            </a:r>
          </a:p>
        </p:txBody>
      </p:sp>
      <p:sp>
        <p:nvSpPr>
          <p:cNvPr id="12" name="">
            <a:extLst xmlns:a="http://schemas.openxmlformats.org/drawingml/2006/main">
              <a:ext uri="{FF2B5EF4-FFF2-40B4-BE49-F238E27FC236}">
                <a16:creationId xmlns:a16="http://schemas.microsoft.com/office/drawing/2014/main" id="{6E6F0D94-1556-4251-9852-3697A0928FE1}"/>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Settings と Actions に移動できることを確認します。</a:t>
            </a:r>
          </a:p>
        </p:txBody>
      </p:sp>
      <p:sp>
        <p:nvSpPr>
          <p:cNvPr id="13" name="">
            <a:extLst xmlns:a="http://schemas.openxmlformats.org/drawingml/2006/main">
              <a:ext uri="{FF2B5EF4-FFF2-40B4-BE49-F238E27FC236}">
                <a16:creationId xmlns:a16="http://schemas.microsoft.com/office/drawing/2014/main" id="{D75ABED9-23CA-496E-824B-6990D248B5C6}"/>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48CE4C-6390-46BA-8B66-E7310A8496F0}"/>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Cloud Shell を開く</a:t>
            </a:r>
          </a:p>
        </p:txBody>
      </p:sp>
      <p:sp>
        <p:nvSpPr>
          <p:cNvPr id="2" name="">
            <a:extLst xmlns:a="http://schemas.openxmlformats.org/drawingml/2006/main">
              <a:ext uri="{FF2B5EF4-FFF2-40B4-BE49-F238E27FC236}">
                <a16:creationId xmlns:a16="http://schemas.microsoft.com/office/drawing/2014/main" id="{729A55B7-D0D2-4B8D-A3FD-8095716A58A0}"/>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15 / 48</a:t>
            </a:r>
          </a:p>
        </p:txBody>
      </p:sp>
      <p:sp>
        <p:nvSpPr>
          <p:cNvPr id="3" name="">
            <a:extLst xmlns:a="http://schemas.openxmlformats.org/drawingml/2006/main">
              <a:ext uri="{FF2B5EF4-FFF2-40B4-BE49-F238E27FC236}">
                <a16:creationId xmlns:a16="http://schemas.microsoft.com/office/drawing/2014/main" id="{38A4F528-FE6B-40D9-90EF-F14F2AE0FDB2}"/>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DE5C8044-E9D5-406F-86D6-09E0E8EE4DC6}"/>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Service Principal 作成と workflow 有効化は、講師指示に従い Azure Cloud Shell で行います。ローカル端末の Azure CLI は使いません。</a:t>
            </a:r>
          </a:p>
        </p:txBody>
      </p:sp>
      <p:sp>
        <p:nvSpPr>
          <p:cNvPr id="5" name="">
            <a:extLst xmlns:a="http://schemas.openxmlformats.org/drawingml/2006/main">
              <a:ext uri="{FF2B5EF4-FFF2-40B4-BE49-F238E27FC236}">
                <a16:creationId xmlns:a16="http://schemas.microsoft.com/office/drawing/2014/main" id="{320F4EA0-22AF-4A0C-9A18-09FE7144A1E1}"/>
              </a:ext>
            </a:extLst>
          </p:cNvPr>
          <p:cNvSpPr>
            <a:spLocks xmlns:a="http://schemas.openxmlformats.org/drawingml/2006/main" noGrp="1"/>
          </p:cNvSpPr>
          <p:nvPr/>
        </p:nvSpPr>
        <p:spPr>
          <a:xfrm xmlns:a="http://schemas.openxmlformats.org/drawingml/2006/main">
            <a:off x="904875" y="1866900"/>
            <a:ext cx="4972050" cy="342900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4b438d7f2834b34"/>
          <a:stretch xmlns:a="http://schemas.openxmlformats.org/drawingml/2006/main"/>
        </p:blipFill>
        <p:spPr>
          <a:xfrm xmlns:a="http://schemas.openxmlformats.org/drawingml/2006/main">
            <a:off x="1019175" y="2159403"/>
            <a:ext cx="4743450" cy="257729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8BDD446-FC78-4A19-B495-837445991108}"/>
              </a:ext>
            </a:extLst>
          </p:cNvPr>
          <p:cNvSpPr>
            <a:spLocks xmlns:a="http://schemas.openxmlformats.org/drawingml/2006/main" noGrp="1"/>
          </p:cNvSpPr>
          <p:nvPr/>
        </p:nvSpPr>
        <p:spPr>
          <a:xfrm xmlns:a="http://schemas.openxmlformats.org/drawingml/2006/main">
            <a:off x="1057275" y="4972050"/>
            <a:ext cx="46672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Cloud Shell を開く</a:t>
            </a:r>
          </a:p>
        </p:txBody>
      </p:sp>
      <p:sp>
        <p:nvSpPr>
          <p:cNvPr id="8" name="">
            <a:extLst xmlns:a="http://schemas.openxmlformats.org/drawingml/2006/main">
              <a:ext uri="{FF2B5EF4-FFF2-40B4-BE49-F238E27FC236}">
                <a16:creationId xmlns:a16="http://schemas.microsoft.com/office/drawing/2014/main" id="{858C1FEF-04AD-4311-9678-AAF42691BE0A}"/>
              </a:ext>
            </a:extLst>
          </p:cNvPr>
          <p:cNvSpPr>
            <a:spLocks xmlns:a="http://schemas.openxmlformats.org/drawingml/2006/main" noGrp="1"/>
          </p:cNvSpPr>
          <p:nvPr/>
        </p:nvSpPr>
        <p:spPr>
          <a:xfrm xmlns:a="http://schemas.openxmlformats.org/drawingml/2006/main">
            <a:off x="6334125" y="1866900"/>
            <a:ext cx="4972050" cy="3429000"/>
          </a:xfrm>
          <a:prstGeom xmlns:a="http://schemas.openxmlformats.org/drawingml/2006/main" prst="rect">
            <a:avLst/>
          </a:prstGeom>
          <a:ln xmlns:a="http://schemas.openxmlformats.org/drawingml/2006/main" w="9525">
            <a:solidFill>
              <a:srgbClr val="CAD5E4"/>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523f48e5b2c4a0b"/>
          <a:stretch xmlns:a="http://schemas.openxmlformats.org/drawingml/2006/main"/>
        </p:blipFill>
        <p:spPr>
          <a:xfrm xmlns:a="http://schemas.openxmlformats.org/drawingml/2006/main">
            <a:off x="6448425" y="2113955"/>
            <a:ext cx="4743450" cy="266819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2A69982-12E8-495F-A02B-82A34F3A7A09}"/>
              </a:ext>
            </a:extLst>
          </p:cNvPr>
          <p:cNvSpPr>
            <a:spLocks xmlns:a="http://schemas.openxmlformats.org/drawingml/2006/main" noGrp="1"/>
          </p:cNvSpPr>
          <p:nvPr/>
        </p:nvSpPr>
        <p:spPr>
          <a:xfrm xmlns:a="http://schemas.openxmlformats.org/drawingml/2006/main">
            <a:off x="6486525" y="4972050"/>
            <a:ext cx="46672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対象サブスクリプションを確認する</a:t>
            </a:r>
          </a:p>
        </p:txBody>
      </p:sp>
      <p:sp>
        <p:nvSpPr>
          <p:cNvPr id="11" name="">
            <a:extLst xmlns:a="http://schemas.openxmlformats.org/drawingml/2006/main">
              <a:ext uri="{FF2B5EF4-FFF2-40B4-BE49-F238E27FC236}">
                <a16:creationId xmlns:a16="http://schemas.microsoft.com/office/drawing/2014/main" id="{373F951D-D787-44F0-A0FE-90DBB4E02ED1}"/>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098207-18CD-40E0-9BC5-D4437D49167D}"/>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Service Principal を作成する</a:t>
            </a:r>
          </a:p>
        </p:txBody>
      </p:sp>
      <p:sp>
        <p:nvSpPr>
          <p:cNvPr id="2" name="">
            <a:extLst xmlns:a="http://schemas.openxmlformats.org/drawingml/2006/main">
              <a:ext uri="{FF2B5EF4-FFF2-40B4-BE49-F238E27FC236}">
                <a16:creationId xmlns:a16="http://schemas.microsoft.com/office/drawing/2014/main" id="{F65C2807-4749-4C77-A35D-9E86A3F2F2F3}"/>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16 / 48</a:t>
            </a:r>
          </a:p>
        </p:txBody>
      </p:sp>
      <p:sp>
        <p:nvSpPr>
          <p:cNvPr id="3" name="">
            <a:extLst xmlns:a="http://schemas.openxmlformats.org/drawingml/2006/main">
              <a:ext uri="{FF2B5EF4-FFF2-40B4-BE49-F238E27FC236}">
                <a16:creationId xmlns:a16="http://schemas.microsoft.com/office/drawing/2014/main" id="{43165F04-DC98-4EBF-B2E1-CA88CE20DF69}"/>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A8290E07-4EDB-48D9-839B-354805817919}"/>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GitHub Actions が Azure にログインするための資格情報を作成します。出力 JSON には secret が含まれるため、スクリーンショットや資料に残しません。</a:t>
            </a:r>
          </a:p>
        </p:txBody>
      </p:sp>
      <p:sp>
        <p:nvSpPr>
          <p:cNvPr id="5" name="">
            <a:extLst xmlns:a="http://schemas.openxmlformats.org/drawingml/2006/main">
              <a:ext uri="{FF2B5EF4-FFF2-40B4-BE49-F238E27FC236}">
                <a16:creationId xmlns:a16="http://schemas.microsoft.com/office/drawing/2014/main" id="{1ECBE4E6-BD73-4471-A99B-F61CE62DBDE9}"/>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8aa1fb3187247f5"/>
          <a:stretch xmlns:a="http://schemas.openxmlformats.org/drawingml/2006/main"/>
        </p:blipFill>
        <p:spPr>
          <a:xfrm xmlns:a="http://schemas.openxmlformats.org/drawingml/2006/main">
            <a:off x="5238750" y="1979758"/>
            <a:ext cx="6000750" cy="326043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A778EAF-3B11-4005-BAB6-9CD43A170834}"/>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Service Principal 作成コマンドを実行する</a:t>
            </a:r>
          </a:p>
        </p:txBody>
      </p:sp>
      <p:sp>
        <p:nvSpPr>
          <p:cNvPr id="8" name="">
            <a:extLst xmlns:a="http://schemas.openxmlformats.org/drawingml/2006/main">
              <a:ext uri="{FF2B5EF4-FFF2-40B4-BE49-F238E27FC236}">
                <a16:creationId xmlns:a16="http://schemas.microsoft.com/office/drawing/2014/main" id="{BF7AA439-CD9F-40CC-9E07-043B48D48640}"/>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F3AC15FC-5C4C-427F-B8F4-DA5E3853A1CB}"/>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EA580C"/>
            </a:solidFill>
            <a:prstDash val="solid"/>
          </a:ln>
        </p:spPr>
      </p:sp>
      <p:sp>
        <p:nvSpPr>
          <p:cNvPr id="10" name="">
            <a:extLst xmlns:a="http://schemas.openxmlformats.org/drawingml/2006/main">
              <a:ext uri="{FF2B5EF4-FFF2-40B4-BE49-F238E27FC236}">
                <a16:creationId xmlns:a16="http://schemas.microsoft.com/office/drawing/2014/main" id="{777CA711-C2DF-49F0-B347-EC904D54C130}"/>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7809795F-5C94-413C-846B-07BCDBC10068}"/>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Secret JSON</a:t>
            </a:r>
          </a:p>
        </p:txBody>
      </p:sp>
      <p:sp>
        <p:nvSpPr>
          <p:cNvPr id="12" name="">
            <a:extLst xmlns:a="http://schemas.openxmlformats.org/drawingml/2006/main">
              <a:ext uri="{FF2B5EF4-FFF2-40B4-BE49-F238E27FC236}">
                <a16:creationId xmlns:a16="http://schemas.microsoft.com/office/drawing/2014/main" id="{25B7F45A-1A0E-4FC1-B58B-24DB1638C7C3}"/>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Service Principal の出力 JSON は資料や画面共有に残しません。</a:t>
            </a:r>
          </a:p>
        </p:txBody>
      </p:sp>
      <p:sp>
        <p:nvSpPr>
          <p:cNvPr id="13" name="">
            <a:extLst xmlns:a="http://schemas.openxmlformats.org/drawingml/2006/main">
              <a:ext uri="{FF2B5EF4-FFF2-40B4-BE49-F238E27FC236}">
                <a16:creationId xmlns:a16="http://schemas.microsoft.com/office/drawing/2014/main" id="{A3100CF8-491E-4195-B33A-EFB080389F7F}"/>
              </a:ext>
            </a:extLst>
          </p:cNvPr>
          <p:cNvSpPr>
            <a:spLocks xmlns:a="http://schemas.openxmlformats.org/drawingml/2006/main" noGrp="1"/>
          </p:cNvSpPr>
          <p:nvPr/>
        </p:nvSpPr>
        <p:spPr>
          <a:xfrm xmlns:a="http://schemas.openxmlformats.org/drawingml/2006/main">
            <a:off x="952500" y="4305300"/>
            <a:ext cx="3619500" cy="666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
            <a:extLst xmlns:a="http://schemas.openxmlformats.org/drawingml/2006/main">
              <a:ext uri="{FF2B5EF4-FFF2-40B4-BE49-F238E27FC236}">
                <a16:creationId xmlns:a16="http://schemas.microsoft.com/office/drawing/2014/main" id="{30B3567F-C23D-4855-BC96-FD336ABE967C}"/>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4589F00-FA8D-4EDE-BADB-C6DCE0995DC8}"/>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Actions 設定画面を開く</a:t>
            </a:r>
          </a:p>
        </p:txBody>
      </p:sp>
      <p:sp>
        <p:nvSpPr>
          <p:cNvPr id="2" name="">
            <a:extLst xmlns:a="http://schemas.openxmlformats.org/drawingml/2006/main">
              <a:ext uri="{FF2B5EF4-FFF2-40B4-BE49-F238E27FC236}">
                <a16:creationId xmlns:a16="http://schemas.microsoft.com/office/drawing/2014/main" id="{E2224394-1B16-4204-9ABC-88A8BB9AEC54}"/>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17 / 48</a:t>
            </a:r>
          </a:p>
        </p:txBody>
      </p:sp>
      <p:sp>
        <p:nvSpPr>
          <p:cNvPr id="3" name="">
            <a:extLst xmlns:a="http://schemas.openxmlformats.org/drawingml/2006/main">
              <a:ext uri="{FF2B5EF4-FFF2-40B4-BE49-F238E27FC236}">
                <a16:creationId xmlns:a16="http://schemas.microsoft.com/office/drawing/2014/main" id="{8869D3C5-680A-4DE3-9794-B3EEBBF48479}"/>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24D9E1F7-03B7-4D9A-B78C-4EECC5B3DB9E}"/>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GitHub リポジトリの Settings から、Actions 用の Secrets と Variables を設定する画面へ移動します。</a:t>
            </a:r>
          </a:p>
        </p:txBody>
      </p:sp>
      <p:sp>
        <p:nvSpPr>
          <p:cNvPr id="5" name="">
            <a:extLst xmlns:a="http://schemas.openxmlformats.org/drawingml/2006/main">
              <a:ext uri="{FF2B5EF4-FFF2-40B4-BE49-F238E27FC236}">
                <a16:creationId xmlns:a16="http://schemas.microsoft.com/office/drawing/2014/main" id="{A845A0F8-A088-4493-92A8-B33E83C16D40}"/>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67b162e3688473b"/>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A6722A4-A73F-491F-8B58-46246A71DB92}"/>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Secrets and variables の入口</a:t>
            </a:r>
          </a:p>
        </p:txBody>
      </p:sp>
      <p:sp>
        <p:nvSpPr>
          <p:cNvPr id="8" name="">
            <a:extLst xmlns:a="http://schemas.openxmlformats.org/drawingml/2006/main">
              <a:ext uri="{FF2B5EF4-FFF2-40B4-BE49-F238E27FC236}">
                <a16:creationId xmlns:a16="http://schemas.microsoft.com/office/drawing/2014/main" id="{C758D10F-AB54-40FC-92DD-42546428EEC9}"/>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E64519F7-7932-4A40-A3F7-E61BAFE86C94}"/>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7C3AED"/>
            </a:solidFill>
            <a:prstDash val="solid"/>
          </a:ln>
        </p:spPr>
      </p:sp>
      <p:sp>
        <p:nvSpPr>
          <p:cNvPr id="10" name="">
            <a:extLst xmlns:a="http://schemas.openxmlformats.org/drawingml/2006/main">
              <a:ext uri="{FF2B5EF4-FFF2-40B4-BE49-F238E27FC236}">
                <a16:creationId xmlns:a16="http://schemas.microsoft.com/office/drawing/2014/main" id="{F4A8A4D0-D7D2-40AD-8D53-4E096A7DE9CE}"/>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C3AED"/>
                </a:solidFill>
                <a:latin typeface="Yu Gothic"/>
                <a:ea typeface="Yu Gothic"/>
                <a:cs typeface="Yu Gothic"/>
              </a:defRPr>
            </a:pPr>
            <a:r>
              <a:rPr sz="900" b="1">
                <a:solidFill>
                  <a:srgbClr val="7C3AE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C4891198-F937-4C3B-A3C1-7E50D699FBA5}"/>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Settings</a:t>
            </a:r>
          </a:p>
        </p:txBody>
      </p:sp>
      <p:sp>
        <p:nvSpPr>
          <p:cNvPr id="12" name="">
            <a:extLst xmlns:a="http://schemas.openxmlformats.org/drawingml/2006/main">
              <a:ext uri="{FF2B5EF4-FFF2-40B4-BE49-F238E27FC236}">
                <a16:creationId xmlns:a16="http://schemas.microsoft.com/office/drawing/2014/main" id="{C8383A61-A24D-478A-B430-6E5164E1F888}"/>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Secrets と Variables のタブを見分けます。</a:t>
            </a:r>
          </a:p>
        </p:txBody>
      </p:sp>
      <p:sp>
        <p:nvSpPr>
          <p:cNvPr id="13" name="">
            <a:extLst xmlns:a="http://schemas.openxmlformats.org/drawingml/2006/main">
              <a:ext uri="{FF2B5EF4-FFF2-40B4-BE49-F238E27FC236}">
                <a16:creationId xmlns:a16="http://schemas.microsoft.com/office/drawing/2014/main" id="{0F36EA5D-2611-4453-A2AA-847771273100}"/>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22DC3AA-2C24-4122-B9DF-B409BD636CC3}"/>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AZURE_CREDENTIALS を登録する</a:t>
            </a:r>
          </a:p>
        </p:txBody>
      </p:sp>
      <p:sp>
        <p:nvSpPr>
          <p:cNvPr id="2" name="">
            <a:extLst xmlns:a="http://schemas.openxmlformats.org/drawingml/2006/main">
              <a:ext uri="{FF2B5EF4-FFF2-40B4-BE49-F238E27FC236}">
                <a16:creationId xmlns:a16="http://schemas.microsoft.com/office/drawing/2014/main" id="{86877BC7-4835-441D-9793-9C2090E62D0E}"/>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18 / 48</a:t>
            </a:r>
          </a:p>
        </p:txBody>
      </p:sp>
      <p:sp>
        <p:nvSpPr>
          <p:cNvPr id="3" name="">
            <a:extLst xmlns:a="http://schemas.openxmlformats.org/drawingml/2006/main">
              <a:ext uri="{FF2B5EF4-FFF2-40B4-BE49-F238E27FC236}">
                <a16:creationId xmlns:a16="http://schemas.microsoft.com/office/drawing/2014/main" id="{DF75609D-0F6C-4134-A9C3-D62C4E9E9F45}"/>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2CD488D9-0155-4A1B-8A22-6280526A3F11}"/>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Service Principal の JSON 全体を GitHub Actions Secret として登録します。名前のスペルと JSON 全体のコピー漏れに注意します。</a:t>
            </a:r>
          </a:p>
        </p:txBody>
      </p:sp>
      <p:sp>
        <p:nvSpPr>
          <p:cNvPr id="5" name="">
            <a:extLst xmlns:a="http://schemas.openxmlformats.org/drawingml/2006/main">
              <a:ext uri="{FF2B5EF4-FFF2-40B4-BE49-F238E27FC236}">
                <a16:creationId xmlns:a16="http://schemas.microsoft.com/office/drawing/2014/main" id="{5CF5E434-5250-4DFE-AC2F-889D051FF8F3}"/>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d5cd844f26449fb"/>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8B1ABAD-8CA0-4DDA-88CC-4BF599ADAB54}"/>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AZURE_CREDENTIALS Secret を追加する</a:t>
            </a:r>
          </a:p>
        </p:txBody>
      </p:sp>
      <p:sp>
        <p:nvSpPr>
          <p:cNvPr id="8" name="">
            <a:extLst xmlns:a="http://schemas.openxmlformats.org/drawingml/2006/main">
              <a:ext uri="{FF2B5EF4-FFF2-40B4-BE49-F238E27FC236}">
                <a16:creationId xmlns:a16="http://schemas.microsoft.com/office/drawing/2014/main" id="{9DBE27F2-AD46-4F0D-BFA3-A0D8E330C861}"/>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81892827-C9BA-4F42-AD99-7EDC421B2C81}"/>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BE185D"/>
            </a:solidFill>
            <a:prstDash val="solid"/>
          </a:ln>
        </p:spPr>
      </p:sp>
      <p:sp>
        <p:nvSpPr>
          <p:cNvPr id="10" name="">
            <a:extLst xmlns:a="http://schemas.openxmlformats.org/drawingml/2006/main">
              <a:ext uri="{FF2B5EF4-FFF2-40B4-BE49-F238E27FC236}">
                <a16:creationId xmlns:a16="http://schemas.microsoft.com/office/drawing/2014/main" id="{77D0899D-9895-4ADC-B26B-631BB036CB36}"/>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E185D"/>
                </a:solidFill>
                <a:latin typeface="Yu Gothic"/>
                <a:ea typeface="Yu Gothic"/>
                <a:cs typeface="Yu Gothic"/>
              </a:defRPr>
            </a:pPr>
            <a:r>
              <a:rPr sz="900" b="1">
                <a:solidFill>
                  <a:srgbClr val="BE185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24630A69-98D2-4086-92C8-80E904BCCD36}"/>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AZURE_CREDENTIALS</a:t>
            </a:r>
          </a:p>
        </p:txBody>
      </p:sp>
      <p:sp>
        <p:nvSpPr>
          <p:cNvPr id="12" name="">
            <a:extLst xmlns:a="http://schemas.openxmlformats.org/drawingml/2006/main">
              <a:ext uri="{FF2B5EF4-FFF2-40B4-BE49-F238E27FC236}">
                <a16:creationId xmlns:a16="http://schemas.microsoft.com/office/drawing/2014/main" id="{4BC5D651-B380-40F5-99BF-F1E359114D9D}"/>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Secret value は登録後に再表示できません。コピー漏れに注意します。</a:t>
            </a:r>
          </a:p>
        </p:txBody>
      </p:sp>
      <p:sp>
        <p:nvSpPr>
          <p:cNvPr id="13" name="">
            <a:extLst xmlns:a="http://schemas.openxmlformats.org/drawingml/2006/main">
              <a:ext uri="{FF2B5EF4-FFF2-40B4-BE49-F238E27FC236}">
                <a16:creationId xmlns:a16="http://schemas.microsoft.com/office/drawing/2014/main" id="{AE4E8244-9AEC-45D8-BBE5-90E9A0C46C78}"/>
              </a:ext>
            </a:extLst>
          </p:cNvPr>
          <p:cNvSpPr>
            <a:spLocks xmlns:a="http://schemas.openxmlformats.org/drawingml/2006/main" noGrp="1"/>
          </p:cNvSpPr>
          <p:nvPr/>
        </p:nvSpPr>
        <p:spPr>
          <a:xfrm xmlns:a="http://schemas.openxmlformats.org/drawingml/2006/main">
            <a:off x="952500" y="4305300"/>
            <a:ext cx="3619500" cy="666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
            <a:extLst xmlns:a="http://schemas.openxmlformats.org/drawingml/2006/main">
              <a:ext uri="{FF2B5EF4-FFF2-40B4-BE49-F238E27FC236}">
                <a16:creationId xmlns:a16="http://schemas.microsoft.com/office/drawing/2014/main" id="{F24802D4-73A1-4BDB-BBD4-F874F142515A}"/>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A909A5-A8B8-4EC0-8E18-849436C86C48}"/>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Repository variables の全体</a:t>
            </a:r>
          </a:p>
        </p:txBody>
      </p:sp>
      <p:sp>
        <p:nvSpPr>
          <p:cNvPr id="2" name="">
            <a:extLst xmlns:a="http://schemas.openxmlformats.org/drawingml/2006/main">
              <a:ext uri="{FF2B5EF4-FFF2-40B4-BE49-F238E27FC236}">
                <a16:creationId xmlns:a16="http://schemas.microsoft.com/office/drawing/2014/main" id="{C2D33D72-21D7-492D-901C-5FB08B6AC209}"/>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19 / 48</a:t>
            </a:r>
          </a:p>
        </p:txBody>
      </p:sp>
      <p:sp>
        <p:nvSpPr>
          <p:cNvPr id="3" name="">
            <a:extLst xmlns:a="http://schemas.openxmlformats.org/drawingml/2006/main">
              <a:ext uri="{FF2B5EF4-FFF2-40B4-BE49-F238E27FC236}">
                <a16:creationId xmlns:a16="http://schemas.microsoft.com/office/drawing/2014/main" id="{0E682300-B414-49B9-8D32-50E59205AB24}"/>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E8AD7531-A3DB-419D-948D-2D55C02462DB}"/>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デプロイ先リソース名やアプリ設定値は variables として登録します。Secret とは違い、設定値として読み取られます。</a:t>
            </a:r>
          </a:p>
        </p:txBody>
      </p:sp>
      <p:sp>
        <p:nvSpPr>
          <p:cNvPr id="5" name="">
            <a:extLst xmlns:a="http://schemas.openxmlformats.org/drawingml/2006/main">
              <a:ext uri="{FF2B5EF4-FFF2-40B4-BE49-F238E27FC236}">
                <a16:creationId xmlns:a16="http://schemas.microsoft.com/office/drawing/2014/main" id="{B8FB4506-46EA-411D-AA6B-A85267D526DC}"/>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d460a1ca27349cc"/>
          <a:stretch xmlns:a="http://schemas.openxmlformats.org/drawingml/2006/main"/>
        </p:blipFill>
        <p:spPr>
          <a:xfrm xmlns:a="http://schemas.openxmlformats.org/drawingml/2006/main">
            <a:off x="6903244" y="1828800"/>
            <a:ext cx="2671763" cy="3562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A9B7F7D-43F9-4075-9CE9-E6E6F3692AEB}"/>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Repository variables タブを開く</a:t>
            </a:r>
          </a:p>
        </p:txBody>
      </p:sp>
      <p:sp>
        <p:nvSpPr>
          <p:cNvPr id="8" name="">
            <a:extLst xmlns:a="http://schemas.openxmlformats.org/drawingml/2006/main">
              <a:ext uri="{FF2B5EF4-FFF2-40B4-BE49-F238E27FC236}">
                <a16:creationId xmlns:a16="http://schemas.microsoft.com/office/drawing/2014/main" id="{8112ADDE-C687-49B8-AB6C-4389CB5610E8}"/>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634D16BB-362F-4B25-9533-96B4F9112FCE}"/>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ED55374C-8E0E-463B-834E-06C8D8E76EDF}"/>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D6E8D9DF-E7A1-43C6-A70F-A6A02D0541B2}"/>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Variables</a:t>
            </a:r>
          </a:p>
        </p:txBody>
      </p:sp>
      <p:sp>
        <p:nvSpPr>
          <p:cNvPr id="12" name="">
            <a:extLst xmlns:a="http://schemas.openxmlformats.org/drawingml/2006/main">
              <a:ext uri="{FF2B5EF4-FFF2-40B4-BE49-F238E27FC236}">
                <a16:creationId xmlns:a16="http://schemas.microsoft.com/office/drawing/2014/main" id="{C8E55DAB-98A9-4A93-BF1B-C1472BC05522}"/>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第5回の接続情報一覧を元に設定します。URL と ID は公開時にマスクします。</a:t>
            </a:r>
          </a:p>
        </p:txBody>
      </p:sp>
      <p:sp>
        <p:nvSpPr>
          <p:cNvPr id="13" name="">
            <a:extLst xmlns:a="http://schemas.openxmlformats.org/drawingml/2006/main">
              <a:ext uri="{FF2B5EF4-FFF2-40B4-BE49-F238E27FC236}">
                <a16:creationId xmlns:a16="http://schemas.microsoft.com/office/drawing/2014/main" id="{BF745706-9DF7-4D1C-B58E-C8A1349F00BB}"/>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1EA782-8291-47D3-AE24-426C113C33D7}"/>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Azure リソース系の変数</a:t>
            </a:r>
          </a:p>
        </p:txBody>
      </p:sp>
      <p:sp>
        <p:nvSpPr>
          <p:cNvPr id="2" name="">
            <a:extLst xmlns:a="http://schemas.openxmlformats.org/drawingml/2006/main">
              <a:ext uri="{FF2B5EF4-FFF2-40B4-BE49-F238E27FC236}">
                <a16:creationId xmlns:a16="http://schemas.microsoft.com/office/drawing/2014/main" id="{64FD509F-B9EB-4523-BE74-5636D9859136}"/>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20 / 48</a:t>
            </a:r>
          </a:p>
        </p:txBody>
      </p:sp>
      <p:sp>
        <p:nvSpPr>
          <p:cNvPr id="3" name="">
            <a:extLst xmlns:a="http://schemas.openxmlformats.org/drawingml/2006/main">
              <a:ext uri="{FF2B5EF4-FFF2-40B4-BE49-F238E27FC236}">
                <a16:creationId xmlns:a16="http://schemas.microsoft.com/office/drawing/2014/main" id="{00AF2C5C-AF43-449B-A98F-AF6C3374828A}"/>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9332AE44-7A8F-4F50-83B1-980EAF1311C8}"/>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Resource Group、ACR、Container Apps Environment は、workflow がどの Azure リソースを更新するかを示します。</a:t>
            </a:r>
          </a:p>
        </p:txBody>
      </p:sp>
      <p:sp>
        <p:nvSpPr>
          <p:cNvPr id="5" name="">
            <a:extLst xmlns:a="http://schemas.openxmlformats.org/drawingml/2006/main">
              <a:ext uri="{FF2B5EF4-FFF2-40B4-BE49-F238E27FC236}">
                <a16:creationId xmlns:a16="http://schemas.microsoft.com/office/drawing/2014/main" id="{DE39C3B2-C2B1-495D-BA3D-C3A943AB7B29}"/>
              </a:ext>
            </a:extLst>
          </p:cNvPr>
          <p:cNvSpPr>
            <a:spLocks xmlns:a="http://schemas.openxmlformats.org/drawingml/2006/main" noGrp="1"/>
          </p:cNvSpPr>
          <p:nvPr/>
        </p:nvSpPr>
        <p:spPr>
          <a:xfrm xmlns:a="http://schemas.openxmlformats.org/drawingml/2006/main">
            <a:off x="9048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6" name="">
            <a:extLst xmlns:a="http://schemas.openxmlformats.org/drawingml/2006/main">
              <a:ext uri="{FF2B5EF4-FFF2-40B4-BE49-F238E27FC236}">
                <a16:creationId xmlns:a16="http://schemas.microsoft.com/office/drawing/2014/main" id="{A72F1D19-DAB7-4C03-AF94-A96998C743DD}"/>
              </a:ext>
            </a:extLst>
          </p:cNvPr>
          <p:cNvSpPr>
            <a:spLocks xmlns:a="http://schemas.openxmlformats.org/drawingml/2006/main" noGrp="1"/>
          </p:cNvSpPr>
          <p:nvPr/>
        </p:nvSpPr>
        <p:spPr>
          <a:xfrm xmlns:a="http://schemas.openxmlformats.org/drawingml/2006/main">
            <a:off x="9906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変数名</a:t>
            </a:r>
          </a:p>
        </p:txBody>
      </p:sp>
      <p:sp>
        <p:nvSpPr>
          <p:cNvPr id="7" name="">
            <a:extLst xmlns:a="http://schemas.openxmlformats.org/drawingml/2006/main">
              <a:ext uri="{FF2B5EF4-FFF2-40B4-BE49-F238E27FC236}">
                <a16:creationId xmlns:a16="http://schemas.microsoft.com/office/drawing/2014/main" id="{4E56E9FE-98CF-45F8-A4EC-F844B56DDF32}"/>
              </a:ext>
            </a:extLst>
          </p:cNvPr>
          <p:cNvSpPr>
            <a:spLocks xmlns:a="http://schemas.openxmlformats.org/drawingml/2006/main" noGrp="1"/>
          </p:cNvSpPr>
          <p:nvPr/>
        </p:nvSpPr>
        <p:spPr>
          <a:xfrm xmlns:a="http://schemas.openxmlformats.org/drawingml/2006/main">
            <a:off x="436562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8" name="">
            <a:extLst xmlns:a="http://schemas.openxmlformats.org/drawingml/2006/main">
              <a:ext uri="{FF2B5EF4-FFF2-40B4-BE49-F238E27FC236}">
                <a16:creationId xmlns:a16="http://schemas.microsoft.com/office/drawing/2014/main" id="{8AF135FA-BC66-45E2-815C-4AD1A94B3F7A}"/>
              </a:ext>
            </a:extLst>
          </p:cNvPr>
          <p:cNvSpPr>
            <a:spLocks xmlns:a="http://schemas.openxmlformats.org/drawingml/2006/main" noGrp="1"/>
          </p:cNvSpPr>
          <p:nvPr/>
        </p:nvSpPr>
        <p:spPr>
          <a:xfrm xmlns:a="http://schemas.openxmlformats.org/drawingml/2006/main">
            <a:off x="445135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値</a:t>
            </a:r>
          </a:p>
        </p:txBody>
      </p:sp>
      <p:sp>
        <p:nvSpPr>
          <p:cNvPr id="9" name="">
            <a:extLst xmlns:a="http://schemas.openxmlformats.org/drawingml/2006/main">
              <a:ext uri="{FF2B5EF4-FFF2-40B4-BE49-F238E27FC236}">
                <a16:creationId xmlns:a16="http://schemas.microsoft.com/office/drawing/2014/main" id="{57D0C014-55C9-4BD4-8549-637B877944F1}"/>
              </a:ext>
            </a:extLst>
          </p:cNvPr>
          <p:cNvSpPr>
            <a:spLocks xmlns:a="http://schemas.openxmlformats.org/drawingml/2006/main" noGrp="1"/>
          </p:cNvSpPr>
          <p:nvPr/>
        </p:nvSpPr>
        <p:spPr>
          <a:xfrm xmlns:a="http://schemas.openxmlformats.org/drawingml/2006/main">
            <a:off x="78263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10" name="">
            <a:extLst xmlns:a="http://schemas.openxmlformats.org/drawingml/2006/main">
              <a:ext uri="{FF2B5EF4-FFF2-40B4-BE49-F238E27FC236}">
                <a16:creationId xmlns:a16="http://schemas.microsoft.com/office/drawing/2014/main" id="{4DC485FA-CF44-4841-A499-1154CB3956FB}"/>
              </a:ext>
            </a:extLst>
          </p:cNvPr>
          <p:cNvSpPr>
            <a:spLocks xmlns:a="http://schemas.openxmlformats.org/drawingml/2006/main" noGrp="1"/>
          </p:cNvSpPr>
          <p:nvPr/>
        </p:nvSpPr>
        <p:spPr>
          <a:xfrm xmlns:a="http://schemas.openxmlformats.org/drawingml/2006/main">
            <a:off x="79121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注意</a:t>
            </a:r>
          </a:p>
        </p:txBody>
      </p:sp>
      <p:sp>
        <p:nvSpPr>
          <p:cNvPr id="11" name="">
            <a:extLst xmlns:a="http://schemas.openxmlformats.org/drawingml/2006/main">
              <a:ext uri="{FF2B5EF4-FFF2-40B4-BE49-F238E27FC236}">
                <a16:creationId xmlns:a16="http://schemas.microsoft.com/office/drawing/2014/main" id="{44610206-585B-47D0-98FF-4F1C4A92E8B4}"/>
              </a:ext>
            </a:extLst>
          </p:cNvPr>
          <p:cNvSpPr>
            <a:spLocks xmlns:a="http://schemas.openxmlformats.org/drawingml/2006/main" noGrp="1"/>
          </p:cNvSpPr>
          <p:nvPr/>
        </p:nvSpPr>
        <p:spPr>
          <a:xfrm xmlns:a="http://schemas.openxmlformats.org/drawingml/2006/main">
            <a:off x="9048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2" name="">
            <a:extLst xmlns:a="http://schemas.openxmlformats.org/drawingml/2006/main">
              <a:ext uri="{FF2B5EF4-FFF2-40B4-BE49-F238E27FC236}">
                <a16:creationId xmlns:a16="http://schemas.microsoft.com/office/drawing/2014/main" id="{23F2271F-C52D-4714-BCE3-2C8524775AED}"/>
              </a:ext>
            </a:extLst>
          </p:cNvPr>
          <p:cNvSpPr>
            <a:spLocks xmlns:a="http://schemas.openxmlformats.org/drawingml/2006/main" noGrp="1"/>
          </p:cNvSpPr>
          <p:nvPr/>
        </p:nvSpPr>
        <p:spPr>
          <a:xfrm xmlns:a="http://schemas.openxmlformats.org/drawingml/2006/main">
            <a:off x="9906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RESOURCE_GROUP</a:t>
            </a:r>
          </a:p>
        </p:txBody>
      </p:sp>
      <p:sp>
        <p:nvSpPr>
          <p:cNvPr id="13" name="">
            <a:extLst xmlns:a="http://schemas.openxmlformats.org/drawingml/2006/main">
              <a:ext uri="{FF2B5EF4-FFF2-40B4-BE49-F238E27FC236}">
                <a16:creationId xmlns:a16="http://schemas.microsoft.com/office/drawing/2014/main" id="{721F0DC6-BEBC-4917-85BD-45ABAB4BB5CF}"/>
              </a:ext>
            </a:extLst>
          </p:cNvPr>
          <p:cNvSpPr>
            <a:spLocks xmlns:a="http://schemas.openxmlformats.org/drawingml/2006/main" noGrp="1"/>
          </p:cNvSpPr>
          <p:nvPr/>
        </p:nvSpPr>
        <p:spPr>
          <a:xfrm xmlns:a="http://schemas.openxmlformats.org/drawingml/2006/main">
            <a:off x="436562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4" name="">
            <a:extLst xmlns:a="http://schemas.openxmlformats.org/drawingml/2006/main">
              <a:ext uri="{FF2B5EF4-FFF2-40B4-BE49-F238E27FC236}">
                <a16:creationId xmlns:a16="http://schemas.microsoft.com/office/drawing/2014/main" id="{4E00B01B-9FA2-4355-84E5-46CC95ABFCCF}"/>
              </a:ext>
            </a:extLst>
          </p:cNvPr>
          <p:cNvSpPr>
            <a:spLocks xmlns:a="http://schemas.openxmlformats.org/drawingml/2006/main" noGrp="1"/>
          </p:cNvSpPr>
          <p:nvPr/>
        </p:nvSpPr>
        <p:spPr>
          <a:xfrm xmlns:a="http://schemas.openxmlformats.org/drawingml/2006/main">
            <a:off x="445135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第5回の Resource group 名</a:t>
            </a:r>
          </a:p>
        </p:txBody>
      </p:sp>
      <p:sp>
        <p:nvSpPr>
          <p:cNvPr id="15" name="">
            <a:extLst xmlns:a="http://schemas.openxmlformats.org/drawingml/2006/main">
              <a:ext uri="{FF2B5EF4-FFF2-40B4-BE49-F238E27FC236}">
                <a16:creationId xmlns:a16="http://schemas.microsoft.com/office/drawing/2014/main" id="{1C42FB55-F33D-4B4C-AC4A-E44B11034FAA}"/>
              </a:ext>
            </a:extLst>
          </p:cNvPr>
          <p:cNvSpPr>
            <a:spLocks xmlns:a="http://schemas.openxmlformats.org/drawingml/2006/main" noGrp="1"/>
          </p:cNvSpPr>
          <p:nvPr/>
        </p:nvSpPr>
        <p:spPr>
          <a:xfrm xmlns:a="http://schemas.openxmlformats.org/drawingml/2006/main">
            <a:off x="78263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6" name="">
            <a:extLst xmlns:a="http://schemas.openxmlformats.org/drawingml/2006/main">
              <a:ext uri="{FF2B5EF4-FFF2-40B4-BE49-F238E27FC236}">
                <a16:creationId xmlns:a16="http://schemas.microsoft.com/office/drawing/2014/main" id="{86D8667A-B540-40B1-95CA-CE2648E6A71F}"/>
              </a:ext>
            </a:extLst>
          </p:cNvPr>
          <p:cNvSpPr>
            <a:spLocks xmlns:a="http://schemas.openxmlformats.org/drawingml/2006/main" noGrp="1"/>
          </p:cNvSpPr>
          <p:nvPr/>
        </p:nvSpPr>
        <p:spPr>
          <a:xfrm xmlns:a="http://schemas.openxmlformats.org/drawingml/2006/main">
            <a:off x="79121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Service Principal の scope と合わせる</a:t>
            </a:r>
          </a:p>
        </p:txBody>
      </p:sp>
      <p:sp>
        <p:nvSpPr>
          <p:cNvPr id="17" name="">
            <a:extLst xmlns:a="http://schemas.openxmlformats.org/drawingml/2006/main">
              <a:ext uri="{FF2B5EF4-FFF2-40B4-BE49-F238E27FC236}">
                <a16:creationId xmlns:a16="http://schemas.microsoft.com/office/drawing/2014/main" id="{03180BF1-E272-46DA-9EE1-FA0E89634CEA}"/>
              </a:ext>
            </a:extLst>
          </p:cNvPr>
          <p:cNvSpPr>
            <a:spLocks xmlns:a="http://schemas.openxmlformats.org/drawingml/2006/main" noGrp="1"/>
          </p:cNvSpPr>
          <p:nvPr/>
        </p:nvSpPr>
        <p:spPr>
          <a:xfrm xmlns:a="http://schemas.openxmlformats.org/drawingml/2006/main">
            <a:off x="9048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18" name="">
            <a:extLst xmlns:a="http://schemas.openxmlformats.org/drawingml/2006/main">
              <a:ext uri="{FF2B5EF4-FFF2-40B4-BE49-F238E27FC236}">
                <a16:creationId xmlns:a16="http://schemas.microsoft.com/office/drawing/2014/main" id="{1E4B320D-EBD1-4459-B285-58DA1C20D3FC}"/>
              </a:ext>
            </a:extLst>
          </p:cNvPr>
          <p:cNvSpPr>
            <a:spLocks xmlns:a="http://schemas.openxmlformats.org/drawingml/2006/main" noGrp="1"/>
          </p:cNvSpPr>
          <p:nvPr/>
        </p:nvSpPr>
        <p:spPr>
          <a:xfrm xmlns:a="http://schemas.openxmlformats.org/drawingml/2006/main">
            <a:off x="9906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ACR_NAME</a:t>
            </a:r>
          </a:p>
        </p:txBody>
      </p:sp>
      <p:sp>
        <p:nvSpPr>
          <p:cNvPr id="19" name="">
            <a:extLst xmlns:a="http://schemas.openxmlformats.org/drawingml/2006/main">
              <a:ext uri="{FF2B5EF4-FFF2-40B4-BE49-F238E27FC236}">
                <a16:creationId xmlns:a16="http://schemas.microsoft.com/office/drawing/2014/main" id="{22478DA5-94E4-4D84-9111-568A77480E93}"/>
              </a:ext>
            </a:extLst>
          </p:cNvPr>
          <p:cNvSpPr>
            <a:spLocks xmlns:a="http://schemas.openxmlformats.org/drawingml/2006/main" noGrp="1"/>
          </p:cNvSpPr>
          <p:nvPr/>
        </p:nvSpPr>
        <p:spPr>
          <a:xfrm xmlns:a="http://schemas.openxmlformats.org/drawingml/2006/main">
            <a:off x="436562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0" name="">
            <a:extLst xmlns:a="http://schemas.openxmlformats.org/drawingml/2006/main">
              <a:ext uri="{FF2B5EF4-FFF2-40B4-BE49-F238E27FC236}">
                <a16:creationId xmlns:a16="http://schemas.microsoft.com/office/drawing/2014/main" id="{38C4564C-07A0-411F-91B1-13D7FB25C723}"/>
              </a:ext>
            </a:extLst>
          </p:cNvPr>
          <p:cNvSpPr>
            <a:spLocks xmlns:a="http://schemas.openxmlformats.org/drawingml/2006/main" noGrp="1"/>
          </p:cNvSpPr>
          <p:nvPr/>
        </p:nvSpPr>
        <p:spPr>
          <a:xfrm xmlns:a="http://schemas.openxmlformats.org/drawingml/2006/main">
            <a:off x="445135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 名</a:t>
            </a:r>
          </a:p>
        </p:txBody>
      </p:sp>
      <p:sp>
        <p:nvSpPr>
          <p:cNvPr id="21" name="">
            <a:extLst xmlns:a="http://schemas.openxmlformats.org/drawingml/2006/main">
              <a:ext uri="{FF2B5EF4-FFF2-40B4-BE49-F238E27FC236}">
                <a16:creationId xmlns:a16="http://schemas.microsoft.com/office/drawing/2014/main" id="{CF9D2F23-1EDA-41D9-85CD-FB7DE6AE19CE}"/>
              </a:ext>
            </a:extLst>
          </p:cNvPr>
          <p:cNvSpPr>
            <a:spLocks xmlns:a="http://schemas.openxmlformats.org/drawingml/2006/main" noGrp="1"/>
          </p:cNvSpPr>
          <p:nvPr/>
        </p:nvSpPr>
        <p:spPr>
          <a:xfrm xmlns:a="http://schemas.openxmlformats.org/drawingml/2006/main">
            <a:off x="78263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2" name="">
            <a:extLst xmlns:a="http://schemas.openxmlformats.org/drawingml/2006/main">
              <a:ext uri="{FF2B5EF4-FFF2-40B4-BE49-F238E27FC236}">
                <a16:creationId xmlns:a16="http://schemas.microsoft.com/office/drawing/2014/main" id="{09223C92-84E9-4C62-A82D-8A622D485F43}"/>
              </a:ext>
            </a:extLst>
          </p:cNvPr>
          <p:cNvSpPr>
            <a:spLocks xmlns:a="http://schemas.openxmlformats.org/drawingml/2006/main" noGrp="1"/>
          </p:cNvSpPr>
          <p:nvPr/>
        </p:nvSpPr>
        <p:spPr>
          <a:xfrm xmlns:a="http://schemas.openxmlformats.org/drawingml/2006/main">
            <a:off x="79121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.azurecr.io は含めない</a:t>
            </a:r>
          </a:p>
        </p:txBody>
      </p:sp>
      <p:sp>
        <p:nvSpPr>
          <p:cNvPr id="23" name="">
            <a:extLst xmlns:a="http://schemas.openxmlformats.org/drawingml/2006/main">
              <a:ext uri="{FF2B5EF4-FFF2-40B4-BE49-F238E27FC236}">
                <a16:creationId xmlns:a16="http://schemas.microsoft.com/office/drawing/2014/main" id="{2C928628-D43E-44B7-AA1E-85837F4CA676}"/>
              </a:ext>
            </a:extLst>
          </p:cNvPr>
          <p:cNvSpPr>
            <a:spLocks xmlns:a="http://schemas.openxmlformats.org/drawingml/2006/main" noGrp="1"/>
          </p:cNvSpPr>
          <p:nvPr/>
        </p:nvSpPr>
        <p:spPr>
          <a:xfrm xmlns:a="http://schemas.openxmlformats.org/drawingml/2006/main">
            <a:off x="9048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4" name="">
            <a:extLst xmlns:a="http://schemas.openxmlformats.org/drawingml/2006/main">
              <a:ext uri="{FF2B5EF4-FFF2-40B4-BE49-F238E27FC236}">
                <a16:creationId xmlns:a16="http://schemas.microsoft.com/office/drawing/2014/main" id="{78FC8D7B-4C94-4557-8E51-383BDCA24038}"/>
              </a:ext>
            </a:extLst>
          </p:cNvPr>
          <p:cNvSpPr>
            <a:spLocks xmlns:a="http://schemas.openxmlformats.org/drawingml/2006/main" noGrp="1"/>
          </p:cNvSpPr>
          <p:nvPr/>
        </p:nvSpPr>
        <p:spPr>
          <a:xfrm xmlns:a="http://schemas.openxmlformats.org/drawingml/2006/main">
            <a:off x="9906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CONTAINER_APP_ENVIRONMENT</a:t>
            </a:r>
          </a:p>
        </p:txBody>
      </p:sp>
      <p:sp>
        <p:nvSpPr>
          <p:cNvPr id="25" name="">
            <a:extLst xmlns:a="http://schemas.openxmlformats.org/drawingml/2006/main">
              <a:ext uri="{FF2B5EF4-FFF2-40B4-BE49-F238E27FC236}">
                <a16:creationId xmlns:a16="http://schemas.microsoft.com/office/drawing/2014/main" id="{91487E64-B3F4-4C8A-BA69-72CE3B425844}"/>
              </a:ext>
            </a:extLst>
          </p:cNvPr>
          <p:cNvSpPr>
            <a:spLocks xmlns:a="http://schemas.openxmlformats.org/drawingml/2006/main" noGrp="1"/>
          </p:cNvSpPr>
          <p:nvPr/>
        </p:nvSpPr>
        <p:spPr>
          <a:xfrm xmlns:a="http://schemas.openxmlformats.org/drawingml/2006/main">
            <a:off x="436562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6" name="">
            <a:extLst xmlns:a="http://schemas.openxmlformats.org/drawingml/2006/main">
              <a:ext uri="{FF2B5EF4-FFF2-40B4-BE49-F238E27FC236}">
                <a16:creationId xmlns:a16="http://schemas.microsoft.com/office/drawing/2014/main" id="{28D5A00C-A77D-423E-81CB-AEC98DE91563}"/>
              </a:ext>
            </a:extLst>
          </p:cNvPr>
          <p:cNvSpPr>
            <a:spLocks xmlns:a="http://schemas.openxmlformats.org/drawingml/2006/main" noGrp="1"/>
          </p:cNvSpPr>
          <p:nvPr/>
        </p:nvSpPr>
        <p:spPr>
          <a:xfrm xmlns:a="http://schemas.openxmlformats.org/drawingml/2006/main">
            <a:off x="445135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Container Apps Environment 名</a:t>
            </a:r>
          </a:p>
        </p:txBody>
      </p:sp>
      <p:sp>
        <p:nvSpPr>
          <p:cNvPr id="27" name="">
            <a:extLst xmlns:a="http://schemas.openxmlformats.org/drawingml/2006/main">
              <a:ext uri="{FF2B5EF4-FFF2-40B4-BE49-F238E27FC236}">
                <a16:creationId xmlns:a16="http://schemas.microsoft.com/office/drawing/2014/main" id="{DA472FFB-86EE-4633-9C7E-BD3C77C01005}"/>
              </a:ext>
            </a:extLst>
          </p:cNvPr>
          <p:cNvSpPr>
            <a:spLocks xmlns:a="http://schemas.openxmlformats.org/drawingml/2006/main" noGrp="1"/>
          </p:cNvSpPr>
          <p:nvPr/>
        </p:nvSpPr>
        <p:spPr>
          <a:xfrm xmlns:a="http://schemas.openxmlformats.org/drawingml/2006/main">
            <a:off x="78263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8" name="">
            <a:extLst xmlns:a="http://schemas.openxmlformats.org/drawingml/2006/main">
              <a:ext uri="{FF2B5EF4-FFF2-40B4-BE49-F238E27FC236}">
                <a16:creationId xmlns:a16="http://schemas.microsoft.com/office/drawing/2014/main" id="{EF3D0BB8-A205-4960-9266-2B70AD886428}"/>
              </a:ext>
            </a:extLst>
          </p:cNvPr>
          <p:cNvSpPr>
            <a:spLocks xmlns:a="http://schemas.openxmlformats.org/drawingml/2006/main" noGrp="1"/>
          </p:cNvSpPr>
          <p:nvPr/>
        </p:nvSpPr>
        <p:spPr>
          <a:xfrm xmlns:a="http://schemas.openxmlformats.org/drawingml/2006/main">
            <a:off x="79121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第5回で作成済み</a:t>
            </a:r>
          </a:p>
        </p:txBody>
      </p:sp>
      <p:sp>
        <p:nvSpPr>
          <p:cNvPr id="29" name="">
            <a:extLst xmlns:a="http://schemas.openxmlformats.org/drawingml/2006/main">
              <a:ext uri="{FF2B5EF4-FFF2-40B4-BE49-F238E27FC236}">
                <a16:creationId xmlns:a16="http://schemas.microsoft.com/office/drawing/2014/main" id="{638375FD-6669-44DA-B022-FFC956590B96}"/>
              </a:ext>
            </a:extLst>
          </p:cNvPr>
          <p:cNvSpPr>
            <a:spLocks xmlns:a="http://schemas.openxmlformats.org/drawingml/2006/main" noGrp="1"/>
          </p:cNvSpPr>
          <p:nvPr/>
        </p:nvSpPr>
        <p:spPr>
          <a:xfrm xmlns:a="http://schemas.openxmlformats.org/drawingml/2006/main">
            <a:off x="9048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0" name="">
            <a:extLst xmlns:a="http://schemas.openxmlformats.org/drawingml/2006/main">
              <a:ext uri="{FF2B5EF4-FFF2-40B4-BE49-F238E27FC236}">
                <a16:creationId xmlns:a16="http://schemas.microsoft.com/office/drawing/2014/main" id="{FB485DCF-EA12-49A3-BA28-D8F75FE13691}"/>
              </a:ext>
            </a:extLst>
          </p:cNvPr>
          <p:cNvSpPr>
            <a:spLocks xmlns:a="http://schemas.openxmlformats.org/drawingml/2006/main" noGrp="1"/>
          </p:cNvSpPr>
          <p:nvPr/>
        </p:nvSpPr>
        <p:spPr>
          <a:xfrm xmlns:a="http://schemas.openxmlformats.org/drawingml/2006/main">
            <a:off x="9906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REPOSITORY</a:t>
            </a:r>
          </a:p>
        </p:txBody>
      </p:sp>
      <p:sp>
        <p:nvSpPr>
          <p:cNvPr id="31" name="">
            <a:extLst xmlns:a="http://schemas.openxmlformats.org/drawingml/2006/main">
              <a:ext uri="{FF2B5EF4-FFF2-40B4-BE49-F238E27FC236}">
                <a16:creationId xmlns:a16="http://schemas.microsoft.com/office/drawing/2014/main" id="{C7E4DCA7-52DD-4C12-B855-B5E3A2D7F814}"/>
              </a:ext>
            </a:extLst>
          </p:cNvPr>
          <p:cNvSpPr>
            <a:spLocks xmlns:a="http://schemas.openxmlformats.org/drawingml/2006/main" noGrp="1"/>
          </p:cNvSpPr>
          <p:nvPr/>
        </p:nvSpPr>
        <p:spPr>
          <a:xfrm xmlns:a="http://schemas.openxmlformats.org/drawingml/2006/main">
            <a:off x="436562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2" name="">
            <a:extLst xmlns:a="http://schemas.openxmlformats.org/drawingml/2006/main">
              <a:ext uri="{FF2B5EF4-FFF2-40B4-BE49-F238E27FC236}">
                <a16:creationId xmlns:a16="http://schemas.microsoft.com/office/drawing/2014/main" id="{D0E7069F-D38E-4FF6-A290-386F75F72A26}"/>
              </a:ext>
            </a:extLst>
          </p:cNvPr>
          <p:cNvSpPr>
            <a:spLocks xmlns:a="http://schemas.openxmlformats.org/drawingml/2006/main" noGrp="1"/>
          </p:cNvSpPr>
          <p:nvPr/>
        </p:nvSpPr>
        <p:spPr>
          <a:xfrm xmlns:a="http://schemas.openxmlformats.org/drawingml/2006/main">
            <a:off x="445135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GitHub repository URL</a:t>
            </a:r>
          </a:p>
        </p:txBody>
      </p:sp>
      <p:sp>
        <p:nvSpPr>
          <p:cNvPr id="33" name="">
            <a:extLst xmlns:a="http://schemas.openxmlformats.org/drawingml/2006/main">
              <a:ext uri="{FF2B5EF4-FFF2-40B4-BE49-F238E27FC236}">
                <a16:creationId xmlns:a16="http://schemas.microsoft.com/office/drawing/2014/main" id="{DF1C8DCD-B935-4E92-99CF-254B8FF6395F}"/>
              </a:ext>
            </a:extLst>
          </p:cNvPr>
          <p:cNvSpPr>
            <a:spLocks xmlns:a="http://schemas.openxmlformats.org/drawingml/2006/main" noGrp="1"/>
          </p:cNvSpPr>
          <p:nvPr/>
        </p:nvSpPr>
        <p:spPr>
          <a:xfrm xmlns:a="http://schemas.openxmlformats.org/drawingml/2006/main">
            <a:off x="78263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4" name="">
            <a:extLst xmlns:a="http://schemas.openxmlformats.org/drawingml/2006/main">
              <a:ext uri="{FF2B5EF4-FFF2-40B4-BE49-F238E27FC236}">
                <a16:creationId xmlns:a16="http://schemas.microsoft.com/office/drawing/2014/main" id="{BB07E678-23F9-4175-B228-9443BCCAD05A}"/>
              </a:ext>
            </a:extLst>
          </p:cNvPr>
          <p:cNvSpPr>
            <a:spLocks xmlns:a="http://schemas.openxmlformats.org/drawingml/2006/main" noGrp="1"/>
          </p:cNvSpPr>
          <p:nvPr/>
        </p:nvSpPr>
        <p:spPr>
          <a:xfrm xmlns:a="http://schemas.openxmlformats.org/drawingml/2006/main">
            <a:off x="79121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受講者の repo を指定</a:t>
            </a:r>
          </a:p>
        </p:txBody>
      </p:sp>
      <p:sp>
        <p:nvSpPr>
          <p:cNvPr id="35" name="">
            <a:extLst xmlns:a="http://schemas.openxmlformats.org/drawingml/2006/main">
              <a:ext uri="{FF2B5EF4-FFF2-40B4-BE49-F238E27FC236}">
                <a16:creationId xmlns:a16="http://schemas.microsoft.com/office/drawing/2014/main" id="{3C41A10A-A4CB-4717-AB34-D5135657FE2D}"/>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6A59CD-21CB-4FC4-961D-20D89CDD4A25}"/>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PostgreSQL 系の変数</a:t>
            </a:r>
          </a:p>
        </p:txBody>
      </p:sp>
      <p:sp>
        <p:nvSpPr>
          <p:cNvPr id="2" name="">
            <a:extLst xmlns:a="http://schemas.openxmlformats.org/drawingml/2006/main">
              <a:ext uri="{FF2B5EF4-FFF2-40B4-BE49-F238E27FC236}">
                <a16:creationId xmlns:a16="http://schemas.microsoft.com/office/drawing/2014/main" id="{CD8CA4DD-754D-488F-9719-9A4D19248AB0}"/>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21 / 48</a:t>
            </a:r>
          </a:p>
        </p:txBody>
      </p:sp>
      <p:sp>
        <p:nvSpPr>
          <p:cNvPr id="3" name="">
            <a:extLst xmlns:a="http://schemas.openxmlformats.org/drawingml/2006/main">
              <a:ext uri="{FF2B5EF4-FFF2-40B4-BE49-F238E27FC236}">
                <a16:creationId xmlns:a16="http://schemas.microsoft.com/office/drawing/2014/main" id="{74C23079-5B3A-4571-8697-42D03E743EBE}"/>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1C016A9E-3E07-428E-AF39-4204FD4374E9}"/>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API が DB に接続するため、PostgreSQL のサーバー、DB 名、ユーザー相当の値を設定します。</a:t>
            </a:r>
          </a:p>
        </p:txBody>
      </p:sp>
      <p:sp>
        <p:nvSpPr>
          <p:cNvPr id="5" name="">
            <a:extLst xmlns:a="http://schemas.openxmlformats.org/drawingml/2006/main">
              <a:ext uri="{FF2B5EF4-FFF2-40B4-BE49-F238E27FC236}">
                <a16:creationId xmlns:a16="http://schemas.microsoft.com/office/drawing/2014/main" id="{CC7261A1-4106-4F38-82E6-3D41ECFD0033}"/>
              </a:ext>
            </a:extLst>
          </p:cNvPr>
          <p:cNvSpPr>
            <a:spLocks xmlns:a="http://schemas.openxmlformats.org/drawingml/2006/main" noGrp="1"/>
          </p:cNvSpPr>
          <p:nvPr/>
        </p:nvSpPr>
        <p:spPr>
          <a:xfrm xmlns:a="http://schemas.openxmlformats.org/drawingml/2006/main">
            <a:off x="9048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6" name="">
            <a:extLst xmlns:a="http://schemas.openxmlformats.org/drawingml/2006/main">
              <a:ext uri="{FF2B5EF4-FFF2-40B4-BE49-F238E27FC236}">
                <a16:creationId xmlns:a16="http://schemas.microsoft.com/office/drawing/2014/main" id="{12A2D08A-07C6-4A0D-B480-EEF496FA1444}"/>
              </a:ext>
            </a:extLst>
          </p:cNvPr>
          <p:cNvSpPr>
            <a:spLocks xmlns:a="http://schemas.openxmlformats.org/drawingml/2006/main" noGrp="1"/>
          </p:cNvSpPr>
          <p:nvPr/>
        </p:nvSpPr>
        <p:spPr>
          <a:xfrm xmlns:a="http://schemas.openxmlformats.org/drawingml/2006/main">
            <a:off x="9906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変数名</a:t>
            </a:r>
          </a:p>
        </p:txBody>
      </p:sp>
      <p:sp>
        <p:nvSpPr>
          <p:cNvPr id="7" name="">
            <a:extLst xmlns:a="http://schemas.openxmlformats.org/drawingml/2006/main">
              <a:ext uri="{FF2B5EF4-FFF2-40B4-BE49-F238E27FC236}">
                <a16:creationId xmlns:a16="http://schemas.microsoft.com/office/drawing/2014/main" id="{2C747745-1209-41D6-B8AF-DC9B48D1F875}"/>
              </a:ext>
            </a:extLst>
          </p:cNvPr>
          <p:cNvSpPr>
            <a:spLocks xmlns:a="http://schemas.openxmlformats.org/drawingml/2006/main" noGrp="1"/>
          </p:cNvSpPr>
          <p:nvPr/>
        </p:nvSpPr>
        <p:spPr>
          <a:xfrm xmlns:a="http://schemas.openxmlformats.org/drawingml/2006/main">
            <a:off x="436562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8" name="">
            <a:extLst xmlns:a="http://schemas.openxmlformats.org/drawingml/2006/main">
              <a:ext uri="{FF2B5EF4-FFF2-40B4-BE49-F238E27FC236}">
                <a16:creationId xmlns:a16="http://schemas.microsoft.com/office/drawing/2014/main" id="{A8C4B505-960F-4234-B12F-86701B52DDDB}"/>
              </a:ext>
            </a:extLst>
          </p:cNvPr>
          <p:cNvSpPr>
            <a:spLocks xmlns:a="http://schemas.openxmlformats.org/drawingml/2006/main" noGrp="1"/>
          </p:cNvSpPr>
          <p:nvPr/>
        </p:nvSpPr>
        <p:spPr>
          <a:xfrm xmlns:a="http://schemas.openxmlformats.org/drawingml/2006/main">
            <a:off x="445135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値</a:t>
            </a:r>
          </a:p>
        </p:txBody>
      </p:sp>
      <p:sp>
        <p:nvSpPr>
          <p:cNvPr id="9" name="">
            <a:extLst xmlns:a="http://schemas.openxmlformats.org/drawingml/2006/main">
              <a:ext uri="{FF2B5EF4-FFF2-40B4-BE49-F238E27FC236}">
                <a16:creationId xmlns:a16="http://schemas.microsoft.com/office/drawing/2014/main" id="{AD6F6ADC-2085-4D40-8FCB-12FF6588CB44}"/>
              </a:ext>
            </a:extLst>
          </p:cNvPr>
          <p:cNvSpPr>
            <a:spLocks xmlns:a="http://schemas.openxmlformats.org/drawingml/2006/main" noGrp="1"/>
          </p:cNvSpPr>
          <p:nvPr/>
        </p:nvSpPr>
        <p:spPr>
          <a:xfrm xmlns:a="http://schemas.openxmlformats.org/drawingml/2006/main">
            <a:off x="78263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10" name="">
            <a:extLst xmlns:a="http://schemas.openxmlformats.org/drawingml/2006/main">
              <a:ext uri="{FF2B5EF4-FFF2-40B4-BE49-F238E27FC236}">
                <a16:creationId xmlns:a16="http://schemas.microsoft.com/office/drawing/2014/main" id="{42C9DF01-6285-4164-B6C1-EAA2DBF54929}"/>
              </a:ext>
            </a:extLst>
          </p:cNvPr>
          <p:cNvSpPr>
            <a:spLocks xmlns:a="http://schemas.openxmlformats.org/drawingml/2006/main" noGrp="1"/>
          </p:cNvSpPr>
          <p:nvPr/>
        </p:nvSpPr>
        <p:spPr>
          <a:xfrm xmlns:a="http://schemas.openxmlformats.org/drawingml/2006/main">
            <a:off x="79121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注意</a:t>
            </a:r>
          </a:p>
        </p:txBody>
      </p:sp>
      <p:sp>
        <p:nvSpPr>
          <p:cNvPr id="11" name="">
            <a:extLst xmlns:a="http://schemas.openxmlformats.org/drawingml/2006/main">
              <a:ext uri="{FF2B5EF4-FFF2-40B4-BE49-F238E27FC236}">
                <a16:creationId xmlns:a16="http://schemas.microsoft.com/office/drawing/2014/main" id="{50BECBE1-F6A3-4D0D-9B64-DECD5CC415B3}"/>
              </a:ext>
            </a:extLst>
          </p:cNvPr>
          <p:cNvSpPr>
            <a:spLocks xmlns:a="http://schemas.openxmlformats.org/drawingml/2006/main" noGrp="1"/>
          </p:cNvSpPr>
          <p:nvPr/>
        </p:nvSpPr>
        <p:spPr>
          <a:xfrm xmlns:a="http://schemas.openxmlformats.org/drawingml/2006/main">
            <a:off x="9048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2" name="">
            <a:extLst xmlns:a="http://schemas.openxmlformats.org/drawingml/2006/main">
              <a:ext uri="{FF2B5EF4-FFF2-40B4-BE49-F238E27FC236}">
                <a16:creationId xmlns:a16="http://schemas.microsoft.com/office/drawing/2014/main" id="{3557F055-C646-44FC-B0C0-5643E7825070}"/>
              </a:ext>
            </a:extLst>
          </p:cNvPr>
          <p:cNvSpPr>
            <a:spLocks xmlns:a="http://schemas.openxmlformats.org/drawingml/2006/main" noGrp="1"/>
          </p:cNvSpPr>
          <p:nvPr/>
        </p:nvSpPr>
        <p:spPr>
          <a:xfrm xmlns:a="http://schemas.openxmlformats.org/drawingml/2006/main">
            <a:off x="9906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POSTGRES_SERVER</a:t>
            </a:r>
          </a:p>
        </p:txBody>
      </p:sp>
      <p:sp>
        <p:nvSpPr>
          <p:cNvPr id="13" name="">
            <a:extLst xmlns:a="http://schemas.openxmlformats.org/drawingml/2006/main">
              <a:ext uri="{FF2B5EF4-FFF2-40B4-BE49-F238E27FC236}">
                <a16:creationId xmlns:a16="http://schemas.microsoft.com/office/drawing/2014/main" id="{F48A940B-845C-4906-BDFF-AE2EC548CDAD}"/>
              </a:ext>
            </a:extLst>
          </p:cNvPr>
          <p:cNvSpPr>
            <a:spLocks xmlns:a="http://schemas.openxmlformats.org/drawingml/2006/main" noGrp="1"/>
          </p:cNvSpPr>
          <p:nvPr/>
        </p:nvSpPr>
        <p:spPr>
          <a:xfrm xmlns:a="http://schemas.openxmlformats.org/drawingml/2006/main">
            <a:off x="436562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4" name="">
            <a:extLst xmlns:a="http://schemas.openxmlformats.org/drawingml/2006/main">
              <a:ext uri="{FF2B5EF4-FFF2-40B4-BE49-F238E27FC236}">
                <a16:creationId xmlns:a16="http://schemas.microsoft.com/office/drawing/2014/main" id="{6C7ED379-56A3-4DDE-8699-CB9B020067DA}"/>
              </a:ext>
            </a:extLst>
          </p:cNvPr>
          <p:cNvSpPr>
            <a:spLocks xmlns:a="http://schemas.openxmlformats.org/drawingml/2006/main" noGrp="1"/>
          </p:cNvSpPr>
          <p:nvPr/>
        </p:nvSpPr>
        <p:spPr>
          <a:xfrm xmlns:a="http://schemas.openxmlformats.org/drawingml/2006/main">
            <a:off x="445135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PostgreSQL サーバー FQDN</a:t>
            </a:r>
          </a:p>
        </p:txBody>
      </p:sp>
      <p:sp>
        <p:nvSpPr>
          <p:cNvPr id="15" name="">
            <a:extLst xmlns:a="http://schemas.openxmlformats.org/drawingml/2006/main">
              <a:ext uri="{FF2B5EF4-FFF2-40B4-BE49-F238E27FC236}">
                <a16:creationId xmlns:a16="http://schemas.microsoft.com/office/drawing/2014/main" id="{1DBABE39-2119-4725-8D1A-F9C5560FE6E3}"/>
              </a:ext>
            </a:extLst>
          </p:cNvPr>
          <p:cNvSpPr>
            <a:spLocks xmlns:a="http://schemas.openxmlformats.org/drawingml/2006/main" noGrp="1"/>
          </p:cNvSpPr>
          <p:nvPr/>
        </p:nvSpPr>
        <p:spPr>
          <a:xfrm xmlns:a="http://schemas.openxmlformats.org/drawingml/2006/main">
            <a:off x="78263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6" name="">
            <a:extLst xmlns:a="http://schemas.openxmlformats.org/drawingml/2006/main">
              <a:ext uri="{FF2B5EF4-FFF2-40B4-BE49-F238E27FC236}">
                <a16:creationId xmlns:a16="http://schemas.microsoft.com/office/drawing/2014/main" id="{6DA5BB31-B9AB-4646-86A4-D5258EF3955D}"/>
              </a:ext>
            </a:extLst>
          </p:cNvPr>
          <p:cNvSpPr>
            <a:spLocks xmlns:a="http://schemas.openxmlformats.org/drawingml/2006/main" noGrp="1"/>
          </p:cNvSpPr>
          <p:nvPr/>
        </p:nvSpPr>
        <p:spPr>
          <a:xfrm xmlns:a="http://schemas.openxmlformats.org/drawingml/2006/main">
            <a:off x="79121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FQDN を使う</a:t>
            </a:r>
          </a:p>
        </p:txBody>
      </p:sp>
      <p:sp>
        <p:nvSpPr>
          <p:cNvPr id="17" name="">
            <a:extLst xmlns:a="http://schemas.openxmlformats.org/drawingml/2006/main">
              <a:ext uri="{FF2B5EF4-FFF2-40B4-BE49-F238E27FC236}">
                <a16:creationId xmlns:a16="http://schemas.microsoft.com/office/drawing/2014/main" id="{38B05616-A74E-48D5-AB8A-6C6EC88D793E}"/>
              </a:ext>
            </a:extLst>
          </p:cNvPr>
          <p:cNvSpPr>
            <a:spLocks xmlns:a="http://schemas.openxmlformats.org/drawingml/2006/main" noGrp="1"/>
          </p:cNvSpPr>
          <p:nvPr/>
        </p:nvSpPr>
        <p:spPr>
          <a:xfrm xmlns:a="http://schemas.openxmlformats.org/drawingml/2006/main">
            <a:off x="9048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18" name="">
            <a:extLst xmlns:a="http://schemas.openxmlformats.org/drawingml/2006/main">
              <a:ext uri="{FF2B5EF4-FFF2-40B4-BE49-F238E27FC236}">
                <a16:creationId xmlns:a16="http://schemas.microsoft.com/office/drawing/2014/main" id="{72B6FE2E-2239-4DE1-873A-EEABAB4B12BA}"/>
              </a:ext>
            </a:extLst>
          </p:cNvPr>
          <p:cNvSpPr>
            <a:spLocks xmlns:a="http://schemas.openxmlformats.org/drawingml/2006/main" noGrp="1"/>
          </p:cNvSpPr>
          <p:nvPr/>
        </p:nvSpPr>
        <p:spPr>
          <a:xfrm xmlns:a="http://schemas.openxmlformats.org/drawingml/2006/main">
            <a:off x="9906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POSTGRES_DB</a:t>
            </a:r>
          </a:p>
        </p:txBody>
      </p:sp>
      <p:sp>
        <p:nvSpPr>
          <p:cNvPr id="19" name="">
            <a:extLst xmlns:a="http://schemas.openxmlformats.org/drawingml/2006/main">
              <a:ext uri="{FF2B5EF4-FFF2-40B4-BE49-F238E27FC236}">
                <a16:creationId xmlns:a16="http://schemas.microsoft.com/office/drawing/2014/main" id="{1A4A873C-9CCB-465C-B81E-3DCD636CD209}"/>
              </a:ext>
            </a:extLst>
          </p:cNvPr>
          <p:cNvSpPr>
            <a:spLocks xmlns:a="http://schemas.openxmlformats.org/drawingml/2006/main" noGrp="1"/>
          </p:cNvSpPr>
          <p:nvPr/>
        </p:nvSpPr>
        <p:spPr>
          <a:xfrm xmlns:a="http://schemas.openxmlformats.org/drawingml/2006/main">
            <a:off x="436562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0" name="">
            <a:extLst xmlns:a="http://schemas.openxmlformats.org/drawingml/2006/main">
              <a:ext uri="{FF2B5EF4-FFF2-40B4-BE49-F238E27FC236}">
                <a16:creationId xmlns:a16="http://schemas.microsoft.com/office/drawing/2014/main" id="{C0A2D140-66D7-44B1-BF82-43C66B816F83}"/>
              </a:ext>
            </a:extLst>
          </p:cNvPr>
          <p:cNvSpPr>
            <a:spLocks xmlns:a="http://schemas.openxmlformats.org/drawingml/2006/main" noGrp="1"/>
          </p:cNvSpPr>
          <p:nvPr/>
        </p:nvSpPr>
        <p:spPr>
          <a:xfrm xmlns:a="http://schemas.openxmlformats.org/drawingml/2006/main">
            <a:off x="445135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tododb</a:t>
            </a:r>
          </a:p>
        </p:txBody>
      </p:sp>
      <p:sp>
        <p:nvSpPr>
          <p:cNvPr id="21" name="">
            <a:extLst xmlns:a="http://schemas.openxmlformats.org/drawingml/2006/main">
              <a:ext uri="{FF2B5EF4-FFF2-40B4-BE49-F238E27FC236}">
                <a16:creationId xmlns:a16="http://schemas.microsoft.com/office/drawing/2014/main" id="{E684CE19-5043-4BEA-8ED5-F76C73E87F43}"/>
              </a:ext>
            </a:extLst>
          </p:cNvPr>
          <p:cNvSpPr>
            <a:spLocks xmlns:a="http://schemas.openxmlformats.org/drawingml/2006/main" noGrp="1"/>
          </p:cNvSpPr>
          <p:nvPr/>
        </p:nvSpPr>
        <p:spPr>
          <a:xfrm xmlns:a="http://schemas.openxmlformats.org/drawingml/2006/main">
            <a:off x="78263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2" name="">
            <a:extLst xmlns:a="http://schemas.openxmlformats.org/drawingml/2006/main">
              <a:ext uri="{FF2B5EF4-FFF2-40B4-BE49-F238E27FC236}">
                <a16:creationId xmlns:a16="http://schemas.microsoft.com/office/drawing/2014/main" id="{DFD7F375-98A8-421B-96C3-61CBC304EBCB}"/>
              </a:ext>
            </a:extLst>
          </p:cNvPr>
          <p:cNvSpPr>
            <a:spLocks xmlns:a="http://schemas.openxmlformats.org/drawingml/2006/main" noGrp="1"/>
          </p:cNvSpPr>
          <p:nvPr/>
        </p:nvSpPr>
        <p:spPr>
          <a:xfrm xmlns:a="http://schemas.openxmlformats.org/drawingml/2006/main">
            <a:off x="79121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元ガイドに合わせる</a:t>
            </a:r>
          </a:p>
        </p:txBody>
      </p:sp>
      <p:sp>
        <p:nvSpPr>
          <p:cNvPr id="23" name="">
            <a:extLst xmlns:a="http://schemas.openxmlformats.org/drawingml/2006/main">
              <a:ext uri="{FF2B5EF4-FFF2-40B4-BE49-F238E27FC236}">
                <a16:creationId xmlns:a16="http://schemas.microsoft.com/office/drawing/2014/main" id="{9A6BD6AC-7E66-4439-AE37-8E85F9F230DD}"/>
              </a:ext>
            </a:extLst>
          </p:cNvPr>
          <p:cNvSpPr>
            <a:spLocks xmlns:a="http://schemas.openxmlformats.org/drawingml/2006/main" noGrp="1"/>
          </p:cNvSpPr>
          <p:nvPr/>
        </p:nvSpPr>
        <p:spPr>
          <a:xfrm xmlns:a="http://schemas.openxmlformats.org/drawingml/2006/main">
            <a:off x="9048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4" name="">
            <a:extLst xmlns:a="http://schemas.openxmlformats.org/drawingml/2006/main">
              <a:ext uri="{FF2B5EF4-FFF2-40B4-BE49-F238E27FC236}">
                <a16:creationId xmlns:a16="http://schemas.microsoft.com/office/drawing/2014/main" id="{533A3328-5195-4F35-BB57-FA4BDA09F9C3}"/>
              </a:ext>
            </a:extLst>
          </p:cNvPr>
          <p:cNvSpPr>
            <a:spLocks xmlns:a="http://schemas.openxmlformats.org/drawingml/2006/main" noGrp="1"/>
          </p:cNvSpPr>
          <p:nvPr/>
        </p:nvSpPr>
        <p:spPr>
          <a:xfrm xmlns:a="http://schemas.openxmlformats.org/drawingml/2006/main">
            <a:off x="9906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POSTGRES_USER</a:t>
            </a:r>
          </a:p>
        </p:txBody>
      </p:sp>
      <p:sp>
        <p:nvSpPr>
          <p:cNvPr id="25" name="">
            <a:extLst xmlns:a="http://schemas.openxmlformats.org/drawingml/2006/main">
              <a:ext uri="{FF2B5EF4-FFF2-40B4-BE49-F238E27FC236}">
                <a16:creationId xmlns:a16="http://schemas.microsoft.com/office/drawing/2014/main" id="{FC62A8B4-E837-49D2-B45A-0CDC2E35D923}"/>
              </a:ext>
            </a:extLst>
          </p:cNvPr>
          <p:cNvSpPr>
            <a:spLocks xmlns:a="http://schemas.openxmlformats.org/drawingml/2006/main" noGrp="1"/>
          </p:cNvSpPr>
          <p:nvPr/>
        </p:nvSpPr>
        <p:spPr>
          <a:xfrm xmlns:a="http://schemas.openxmlformats.org/drawingml/2006/main">
            <a:off x="436562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6" name="">
            <a:extLst xmlns:a="http://schemas.openxmlformats.org/drawingml/2006/main">
              <a:ext uri="{FF2B5EF4-FFF2-40B4-BE49-F238E27FC236}">
                <a16:creationId xmlns:a16="http://schemas.microsoft.com/office/drawing/2014/main" id="{608DACDE-3517-46F1-AE27-36258E882E05}"/>
              </a:ext>
            </a:extLst>
          </p:cNvPr>
          <p:cNvSpPr>
            <a:spLocks xmlns:a="http://schemas.openxmlformats.org/drawingml/2006/main" noGrp="1"/>
          </p:cNvSpPr>
          <p:nvPr/>
        </p:nvSpPr>
        <p:spPr>
          <a:xfrm xmlns:a="http://schemas.openxmlformats.org/drawingml/2006/main">
            <a:off x="445135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Managed Identity 名</a:t>
            </a:r>
          </a:p>
        </p:txBody>
      </p:sp>
      <p:sp>
        <p:nvSpPr>
          <p:cNvPr id="27" name="">
            <a:extLst xmlns:a="http://schemas.openxmlformats.org/drawingml/2006/main">
              <a:ext uri="{FF2B5EF4-FFF2-40B4-BE49-F238E27FC236}">
                <a16:creationId xmlns:a16="http://schemas.microsoft.com/office/drawing/2014/main" id="{DC51887A-9196-4417-A215-0F00DDC850EF}"/>
              </a:ext>
            </a:extLst>
          </p:cNvPr>
          <p:cNvSpPr>
            <a:spLocks xmlns:a="http://schemas.openxmlformats.org/drawingml/2006/main" noGrp="1"/>
          </p:cNvSpPr>
          <p:nvPr/>
        </p:nvSpPr>
        <p:spPr>
          <a:xfrm xmlns:a="http://schemas.openxmlformats.org/drawingml/2006/main">
            <a:off x="78263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8" name="">
            <a:extLst xmlns:a="http://schemas.openxmlformats.org/drawingml/2006/main">
              <a:ext uri="{FF2B5EF4-FFF2-40B4-BE49-F238E27FC236}">
                <a16:creationId xmlns:a16="http://schemas.microsoft.com/office/drawing/2014/main" id="{2CC7D569-61B4-4A32-8D64-F480FEF9DC87}"/>
              </a:ext>
            </a:extLst>
          </p:cNvPr>
          <p:cNvSpPr>
            <a:spLocks xmlns:a="http://schemas.openxmlformats.org/drawingml/2006/main" noGrp="1"/>
          </p:cNvSpPr>
          <p:nvPr/>
        </p:nvSpPr>
        <p:spPr>
          <a:xfrm xmlns:a="http://schemas.openxmlformats.org/drawingml/2006/main">
            <a:off x="79121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 ではない</a:t>
            </a:r>
          </a:p>
        </p:txBody>
      </p:sp>
      <p:sp>
        <p:nvSpPr>
          <p:cNvPr id="29" name="">
            <a:extLst xmlns:a="http://schemas.openxmlformats.org/drawingml/2006/main">
              <a:ext uri="{FF2B5EF4-FFF2-40B4-BE49-F238E27FC236}">
                <a16:creationId xmlns:a16="http://schemas.microsoft.com/office/drawing/2014/main" id="{823B6A57-C746-4FE7-A657-B2E35D692EE0}"/>
              </a:ext>
            </a:extLst>
          </p:cNvPr>
          <p:cNvSpPr>
            <a:spLocks xmlns:a="http://schemas.openxmlformats.org/drawingml/2006/main" noGrp="1"/>
          </p:cNvSpPr>
          <p:nvPr/>
        </p:nvSpPr>
        <p:spPr>
          <a:xfrm xmlns:a="http://schemas.openxmlformats.org/drawingml/2006/main">
            <a:off x="9048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0" name="">
            <a:extLst xmlns:a="http://schemas.openxmlformats.org/drawingml/2006/main">
              <a:ext uri="{FF2B5EF4-FFF2-40B4-BE49-F238E27FC236}">
                <a16:creationId xmlns:a16="http://schemas.microsoft.com/office/drawing/2014/main" id="{F429D3FE-A7A6-4640-A5E6-39C890FB34BB}"/>
              </a:ext>
            </a:extLst>
          </p:cNvPr>
          <p:cNvSpPr>
            <a:spLocks xmlns:a="http://schemas.openxmlformats.org/drawingml/2006/main" noGrp="1"/>
          </p:cNvSpPr>
          <p:nvPr/>
        </p:nvSpPr>
        <p:spPr>
          <a:xfrm xmlns:a="http://schemas.openxmlformats.org/drawingml/2006/main">
            <a:off x="9906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DATABASE_TYPE</a:t>
            </a:r>
          </a:p>
        </p:txBody>
      </p:sp>
      <p:sp>
        <p:nvSpPr>
          <p:cNvPr id="31" name="">
            <a:extLst xmlns:a="http://schemas.openxmlformats.org/drawingml/2006/main">
              <a:ext uri="{FF2B5EF4-FFF2-40B4-BE49-F238E27FC236}">
                <a16:creationId xmlns:a16="http://schemas.microsoft.com/office/drawing/2014/main" id="{A995A335-A8BB-47F5-8C13-69D98FCEBA24}"/>
              </a:ext>
            </a:extLst>
          </p:cNvPr>
          <p:cNvSpPr>
            <a:spLocks xmlns:a="http://schemas.openxmlformats.org/drawingml/2006/main" noGrp="1"/>
          </p:cNvSpPr>
          <p:nvPr/>
        </p:nvSpPr>
        <p:spPr>
          <a:xfrm xmlns:a="http://schemas.openxmlformats.org/drawingml/2006/main">
            <a:off x="436562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2" name="">
            <a:extLst xmlns:a="http://schemas.openxmlformats.org/drawingml/2006/main">
              <a:ext uri="{FF2B5EF4-FFF2-40B4-BE49-F238E27FC236}">
                <a16:creationId xmlns:a16="http://schemas.microsoft.com/office/drawing/2014/main" id="{3FF9E53C-A566-4B37-BCB4-B88AA034F203}"/>
              </a:ext>
            </a:extLst>
          </p:cNvPr>
          <p:cNvSpPr>
            <a:spLocks xmlns:a="http://schemas.openxmlformats.org/drawingml/2006/main" noGrp="1"/>
          </p:cNvSpPr>
          <p:nvPr/>
        </p:nvSpPr>
        <p:spPr>
          <a:xfrm xmlns:a="http://schemas.openxmlformats.org/drawingml/2006/main">
            <a:off x="445135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postgresql</a:t>
            </a:r>
          </a:p>
        </p:txBody>
      </p:sp>
      <p:sp>
        <p:nvSpPr>
          <p:cNvPr id="33" name="">
            <a:extLst xmlns:a="http://schemas.openxmlformats.org/drawingml/2006/main">
              <a:ext uri="{FF2B5EF4-FFF2-40B4-BE49-F238E27FC236}">
                <a16:creationId xmlns:a16="http://schemas.microsoft.com/office/drawing/2014/main" id="{7FFDAB7E-41AB-44C3-AF5E-BC7FC5EEA12C}"/>
              </a:ext>
            </a:extLst>
          </p:cNvPr>
          <p:cNvSpPr>
            <a:spLocks xmlns:a="http://schemas.openxmlformats.org/drawingml/2006/main" noGrp="1"/>
          </p:cNvSpPr>
          <p:nvPr/>
        </p:nvSpPr>
        <p:spPr>
          <a:xfrm xmlns:a="http://schemas.openxmlformats.org/drawingml/2006/main">
            <a:off x="78263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4" name="">
            <a:extLst xmlns:a="http://schemas.openxmlformats.org/drawingml/2006/main">
              <a:ext uri="{FF2B5EF4-FFF2-40B4-BE49-F238E27FC236}">
                <a16:creationId xmlns:a16="http://schemas.microsoft.com/office/drawing/2014/main" id="{F840BF59-5684-431F-AA25-9D792F0F5D8D}"/>
              </a:ext>
            </a:extLst>
          </p:cNvPr>
          <p:cNvSpPr>
            <a:spLocks xmlns:a="http://schemas.openxmlformats.org/drawingml/2006/main" noGrp="1"/>
          </p:cNvSpPr>
          <p:nvPr/>
        </p:nvSpPr>
        <p:spPr>
          <a:xfrm xmlns:a="http://schemas.openxmlformats.org/drawingml/2006/main">
            <a:off x="79121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固定値</a:t>
            </a:r>
          </a:p>
        </p:txBody>
      </p:sp>
      <p:sp>
        <p:nvSpPr>
          <p:cNvPr id="35" name="">
            <a:extLst xmlns:a="http://schemas.openxmlformats.org/drawingml/2006/main">
              <a:ext uri="{FF2B5EF4-FFF2-40B4-BE49-F238E27FC236}">
                <a16:creationId xmlns:a16="http://schemas.microsoft.com/office/drawing/2014/main" id="{5A54EEE1-54A2-45DB-9754-31240D0C93F8}"/>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461D4D-0ADE-4323-9912-3B81F35D514A}"/>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Entra ID と URL の変数</a:t>
            </a:r>
          </a:p>
        </p:txBody>
      </p:sp>
      <p:sp>
        <p:nvSpPr>
          <p:cNvPr id="2" name="">
            <a:extLst xmlns:a="http://schemas.openxmlformats.org/drawingml/2006/main">
              <a:ext uri="{FF2B5EF4-FFF2-40B4-BE49-F238E27FC236}">
                <a16:creationId xmlns:a16="http://schemas.microsoft.com/office/drawing/2014/main" id="{899ABDDE-EEDA-4A80-B662-A450C36AD991}"/>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22 / 48</a:t>
            </a:r>
          </a:p>
        </p:txBody>
      </p:sp>
      <p:sp>
        <p:nvSpPr>
          <p:cNvPr id="3" name="">
            <a:extLst xmlns:a="http://schemas.openxmlformats.org/drawingml/2006/main">
              <a:ext uri="{FF2B5EF4-FFF2-40B4-BE49-F238E27FC236}">
                <a16:creationId xmlns:a16="http://schemas.microsoft.com/office/drawing/2014/main" id="{8F96BB54-050F-4943-BE21-58511B77E318}"/>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7BE70C74-57D7-40BB-8A86-53C057576D16}"/>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Web サインインと Web/API 連携では、Entra ID の Client ID、Tenant ID、Web URL、API URL を正しく対応させます。</a:t>
            </a:r>
          </a:p>
        </p:txBody>
      </p:sp>
      <p:sp>
        <p:nvSpPr>
          <p:cNvPr id="5" name="">
            <a:extLst xmlns:a="http://schemas.openxmlformats.org/drawingml/2006/main">
              <a:ext uri="{FF2B5EF4-FFF2-40B4-BE49-F238E27FC236}">
                <a16:creationId xmlns:a16="http://schemas.microsoft.com/office/drawing/2014/main" id="{26B76F91-6665-4ABA-B630-4FF1E511F20B}"/>
              </a:ext>
            </a:extLst>
          </p:cNvPr>
          <p:cNvSpPr>
            <a:spLocks xmlns:a="http://schemas.openxmlformats.org/drawingml/2006/main" noGrp="1"/>
          </p:cNvSpPr>
          <p:nvPr/>
        </p:nvSpPr>
        <p:spPr>
          <a:xfrm xmlns:a="http://schemas.openxmlformats.org/drawingml/2006/main">
            <a:off x="9048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6" name="">
            <a:extLst xmlns:a="http://schemas.openxmlformats.org/drawingml/2006/main">
              <a:ext uri="{FF2B5EF4-FFF2-40B4-BE49-F238E27FC236}">
                <a16:creationId xmlns:a16="http://schemas.microsoft.com/office/drawing/2014/main" id="{12DC4C59-F51F-4C18-B33F-A6E243287546}"/>
              </a:ext>
            </a:extLst>
          </p:cNvPr>
          <p:cNvSpPr>
            <a:spLocks xmlns:a="http://schemas.openxmlformats.org/drawingml/2006/main" noGrp="1"/>
          </p:cNvSpPr>
          <p:nvPr/>
        </p:nvSpPr>
        <p:spPr>
          <a:xfrm xmlns:a="http://schemas.openxmlformats.org/drawingml/2006/main">
            <a:off x="9906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変数名</a:t>
            </a:r>
          </a:p>
        </p:txBody>
      </p:sp>
      <p:sp>
        <p:nvSpPr>
          <p:cNvPr id="7" name="">
            <a:extLst xmlns:a="http://schemas.openxmlformats.org/drawingml/2006/main">
              <a:ext uri="{FF2B5EF4-FFF2-40B4-BE49-F238E27FC236}">
                <a16:creationId xmlns:a16="http://schemas.microsoft.com/office/drawing/2014/main" id="{0E1D2F39-12F4-4D22-8FFB-A31472F00BB1}"/>
              </a:ext>
            </a:extLst>
          </p:cNvPr>
          <p:cNvSpPr>
            <a:spLocks xmlns:a="http://schemas.openxmlformats.org/drawingml/2006/main" noGrp="1"/>
          </p:cNvSpPr>
          <p:nvPr/>
        </p:nvSpPr>
        <p:spPr>
          <a:xfrm xmlns:a="http://schemas.openxmlformats.org/drawingml/2006/main">
            <a:off x="436562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8" name="">
            <a:extLst xmlns:a="http://schemas.openxmlformats.org/drawingml/2006/main">
              <a:ext uri="{FF2B5EF4-FFF2-40B4-BE49-F238E27FC236}">
                <a16:creationId xmlns:a16="http://schemas.microsoft.com/office/drawing/2014/main" id="{371021D2-7A94-4A9F-AA35-117E82007EA1}"/>
              </a:ext>
            </a:extLst>
          </p:cNvPr>
          <p:cNvSpPr>
            <a:spLocks xmlns:a="http://schemas.openxmlformats.org/drawingml/2006/main" noGrp="1"/>
          </p:cNvSpPr>
          <p:nvPr/>
        </p:nvSpPr>
        <p:spPr>
          <a:xfrm xmlns:a="http://schemas.openxmlformats.org/drawingml/2006/main">
            <a:off x="445135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値</a:t>
            </a:r>
          </a:p>
        </p:txBody>
      </p:sp>
      <p:sp>
        <p:nvSpPr>
          <p:cNvPr id="9" name="">
            <a:extLst xmlns:a="http://schemas.openxmlformats.org/drawingml/2006/main">
              <a:ext uri="{FF2B5EF4-FFF2-40B4-BE49-F238E27FC236}">
                <a16:creationId xmlns:a16="http://schemas.microsoft.com/office/drawing/2014/main" id="{FA203C91-994E-41FA-9412-6C22266FD869}"/>
              </a:ext>
            </a:extLst>
          </p:cNvPr>
          <p:cNvSpPr>
            <a:spLocks xmlns:a="http://schemas.openxmlformats.org/drawingml/2006/main" noGrp="1"/>
          </p:cNvSpPr>
          <p:nvPr/>
        </p:nvSpPr>
        <p:spPr>
          <a:xfrm xmlns:a="http://schemas.openxmlformats.org/drawingml/2006/main">
            <a:off x="78263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10" name="">
            <a:extLst xmlns:a="http://schemas.openxmlformats.org/drawingml/2006/main">
              <a:ext uri="{FF2B5EF4-FFF2-40B4-BE49-F238E27FC236}">
                <a16:creationId xmlns:a16="http://schemas.microsoft.com/office/drawing/2014/main" id="{10B98D80-9007-4AF7-BFDB-8A2D2D608A80}"/>
              </a:ext>
            </a:extLst>
          </p:cNvPr>
          <p:cNvSpPr>
            <a:spLocks xmlns:a="http://schemas.openxmlformats.org/drawingml/2006/main" noGrp="1"/>
          </p:cNvSpPr>
          <p:nvPr/>
        </p:nvSpPr>
        <p:spPr>
          <a:xfrm xmlns:a="http://schemas.openxmlformats.org/drawingml/2006/main">
            <a:off x="79121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注意</a:t>
            </a:r>
          </a:p>
        </p:txBody>
      </p:sp>
      <p:sp>
        <p:nvSpPr>
          <p:cNvPr id="11" name="">
            <a:extLst xmlns:a="http://schemas.openxmlformats.org/drawingml/2006/main">
              <a:ext uri="{FF2B5EF4-FFF2-40B4-BE49-F238E27FC236}">
                <a16:creationId xmlns:a16="http://schemas.microsoft.com/office/drawing/2014/main" id="{1366B63D-7A57-4EC0-B8B9-476EB310B888}"/>
              </a:ext>
            </a:extLst>
          </p:cNvPr>
          <p:cNvSpPr>
            <a:spLocks xmlns:a="http://schemas.openxmlformats.org/drawingml/2006/main" noGrp="1"/>
          </p:cNvSpPr>
          <p:nvPr/>
        </p:nvSpPr>
        <p:spPr>
          <a:xfrm xmlns:a="http://schemas.openxmlformats.org/drawingml/2006/main">
            <a:off x="9048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2" name="">
            <a:extLst xmlns:a="http://schemas.openxmlformats.org/drawingml/2006/main">
              <a:ext uri="{FF2B5EF4-FFF2-40B4-BE49-F238E27FC236}">
                <a16:creationId xmlns:a16="http://schemas.microsoft.com/office/drawing/2014/main" id="{CBF3AE92-E87C-4609-9A65-13BA7711395A}"/>
              </a:ext>
            </a:extLst>
          </p:cNvPr>
          <p:cNvSpPr>
            <a:spLocks xmlns:a="http://schemas.openxmlformats.org/drawingml/2006/main" noGrp="1"/>
          </p:cNvSpPr>
          <p:nvPr/>
        </p:nvSpPr>
        <p:spPr>
          <a:xfrm xmlns:a="http://schemas.openxmlformats.org/drawingml/2006/main">
            <a:off x="9906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AZURE_CLIENT_ID</a:t>
            </a:r>
          </a:p>
        </p:txBody>
      </p:sp>
      <p:sp>
        <p:nvSpPr>
          <p:cNvPr id="13" name="">
            <a:extLst xmlns:a="http://schemas.openxmlformats.org/drawingml/2006/main">
              <a:ext uri="{FF2B5EF4-FFF2-40B4-BE49-F238E27FC236}">
                <a16:creationId xmlns:a16="http://schemas.microsoft.com/office/drawing/2014/main" id="{00467616-1B10-4A78-8A7C-F959F9819F9F}"/>
              </a:ext>
            </a:extLst>
          </p:cNvPr>
          <p:cNvSpPr>
            <a:spLocks xmlns:a="http://schemas.openxmlformats.org/drawingml/2006/main" noGrp="1"/>
          </p:cNvSpPr>
          <p:nvPr/>
        </p:nvSpPr>
        <p:spPr>
          <a:xfrm xmlns:a="http://schemas.openxmlformats.org/drawingml/2006/main">
            <a:off x="436562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4" name="">
            <a:extLst xmlns:a="http://schemas.openxmlformats.org/drawingml/2006/main">
              <a:ext uri="{FF2B5EF4-FFF2-40B4-BE49-F238E27FC236}">
                <a16:creationId xmlns:a16="http://schemas.microsoft.com/office/drawing/2014/main" id="{CD0B4D71-6221-4FA5-A1BD-92C2E9DF4024}"/>
              </a:ext>
            </a:extLst>
          </p:cNvPr>
          <p:cNvSpPr>
            <a:spLocks xmlns:a="http://schemas.openxmlformats.org/drawingml/2006/main" noGrp="1"/>
          </p:cNvSpPr>
          <p:nvPr/>
        </p:nvSpPr>
        <p:spPr>
          <a:xfrm xmlns:a="http://schemas.openxmlformats.org/drawingml/2006/main">
            <a:off x="445135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Web サインイン用 App registration の Client ID</a:t>
            </a:r>
          </a:p>
        </p:txBody>
      </p:sp>
      <p:sp>
        <p:nvSpPr>
          <p:cNvPr id="15" name="">
            <a:extLst xmlns:a="http://schemas.openxmlformats.org/drawingml/2006/main">
              <a:ext uri="{FF2B5EF4-FFF2-40B4-BE49-F238E27FC236}">
                <a16:creationId xmlns:a16="http://schemas.microsoft.com/office/drawing/2014/main" id="{5F062C69-779A-485C-9B71-D8D2072185FA}"/>
              </a:ext>
            </a:extLst>
          </p:cNvPr>
          <p:cNvSpPr>
            <a:spLocks xmlns:a="http://schemas.openxmlformats.org/drawingml/2006/main" noGrp="1"/>
          </p:cNvSpPr>
          <p:nvPr/>
        </p:nvSpPr>
        <p:spPr>
          <a:xfrm xmlns:a="http://schemas.openxmlformats.org/drawingml/2006/main">
            <a:off x="78263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6" name="">
            <a:extLst xmlns:a="http://schemas.openxmlformats.org/drawingml/2006/main">
              <a:ext uri="{FF2B5EF4-FFF2-40B4-BE49-F238E27FC236}">
                <a16:creationId xmlns:a16="http://schemas.microsoft.com/office/drawing/2014/main" id="{46EB440A-C920-4D08-86E1-A9343DA73692}"/>
              </a:ext>
            </a:extLst>
          </p:cNvPr>
          <p:cNvSpPr>
            <a:spLocks xmlns:a="http://schemas.openxmlformats.org/drawingml/2006/main" noGrp="1"/>
          </p:cNvSpPr>
          <p:nvPr/>
        </p:nvSpPr>
        <p:spPr>
          <a:xfrm xmlns:a="http://schemas.openxmlformats.org/drawingml/2006/main">
            <a:off x="79121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GitHub Actions 用 SP ではない</a:t>
            </a:r>
          </a:p>
        </p:txBody>
      </p:sp>
      <p:sp>
        <p:nvSpPr>
          <p:cNvPr id="17" name="">
            <a:extLst xmlns:a="http://schemas.openxmlformats.org/drawingml/2006/main">
              <a:ext uri="{FF2B5EF4-FFF2-40B4-BE49-F238E27FC236}">
                <a16:creationId xmlns:a16="http://schemas.microsoft.com/office/drawing/2014/main" id="{C5F89BA6-5AB0-4E0F-8C6D-C4ECB94EE2E1}"/>
              </a:ext>
            </a:extLst>
          </p:cNvPr>
          <p:cNvSpPr>
            <a:spLocks xmlns:a="http://schemas.openxmlformats.org/drawingml/2006/main" noGrp="1"/>
          </p:cNvSpPr>
          <p:nvPr/>
        </p:nvSpPr>
        <p:spPr>
          <a:xfrm xmlns:a="http://schemas.openxmlformats.org/drawingml/2006/main">
            <a:off x="9048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18" name="">
            <a:extLst xmlns:a="http://schemas.openxmlformats.org/drawingml/2006/main">
              <a:ext uri="{FF2B5EF4-FFF2-40B4-BE49-F238E27FC236}">
                <a16:creationId xmlns:a16="http://schemas.microsoft.com/office/drawing/2014/main" id="{49639A5C-6744-4EFE-9CA7-1BD4B76E3C4A}"/>
              </a:ext>
            </a:extLst>
          </p:cNvPr>
          <p:cNvSpPr>
            <a:spLocks xmlns:a="http://schemas.openxmlformats.org/drawingml/2006/main" noGrp="1"/>
          </p:cNvSpPr>
          <p:nvPr/>
        </p:nvSpPr>
        <p:spPr>
          <a:xfrm xmlns:a="http://schemas.openxmlformats.org/drawingml/2006/main">
            <a:off x="9906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AZURE_TENANT_ID</a:t>
            </a:r>
          </a:p>
        </p:txBody>
      </p:sp>
      <p:sp>
        <p:nvSpPr>
          <p:cNvPr id="19" name="">
            <a:extLst xmlns:a="http://schemas.openxmlformats.org/drawingml/2006/main">
              <a:ext uri="{FF2B5EF4-FFF2-40B4-BE49-F238E27FC236}">
                <a16:creationId xmlns:a16="http://schemas.microsoft.com/office/drawing/2014/main" id="{8A7C35B4-8953-4710-B726-FF3548347CD6}"/>
              </a:ext>
            </a:extLst>
          </p:cNvPr>
          <p:cNvSpPr>
            <a:spLocks xmlns:a="http://schemas.openxmlformats.org/drawingml/2006/main" noGrp="1"/>
          </p:cNvSpPr>
          <p:nvPr/>
        </p:nvSpPr>
        <p:spPr>
          <a:xfrm xmlns:a="http://schemas.openxmlformats.org/drawingml/2006/main">
            <a:off x="436562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0" name="">
            <a:extLst xmlns:a="http://schemas.openxmlformats.org/drawingml/2006/main">
              <a:ext uri="{FF2B5EF4-FFF2-40B4-BE49-F238E27FC236}">
                <a16:creationId xmlns:a16="http://schemas.microsoft.com/office/drawing/2014/main" id="{C998D82D-8924-44BA-A090-20A77F425570}"/>
              </a:ext>
            </a:extLst>
          </p:cNvPr>
          <p:cNvSpPr>
            <a:spLocks xmlns:a="http://schemas.openxmlformats.org/drawingml/2006/main" noGrp="1"/>
          </p:cNvSpPr>
          <p:nvPr/>
        </p:nvSpPr>
        <p:spPr>
          <a:xfrm xmlns:a="http://schemas.openxmlformats.org/drawingml/2006/main">
            <a:off x="445135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Tenant ID</a:t>
            </a:r>
          </a:p>
        </p:txBody>
      </p:sp>
      <p:sp>
        <p:nvSpPr>
          <p:cNvPr id="21" name="">
            <a:extLst xmlns:a="http://schemas.openxmlformats.org/drawingml/2006/main">
              <a:ext uri="{FF2B5EF4-FFF2-40B4-BE49-F238E27FC236}">
                <a16:creationId xmlns:a16="http://schemas.microsoft.com/office/drawing/2014/main" id="{C261FEE9-1C5D-405E-AB64-1AD3B256A177}"/>
              </a:ext>
            </a:extLst>
          </p:cNvPr>
          <p:cNvSpPr>
            <a:spLocks xmlns:a="http://schemas.openxmlformats.org/drawingml/2006/main" noGrp="1"/>
          </p:cNvSpPr>
          <p:nvPr/>
        </p:nvSpPr>
        <p:spPr>
          <a:xfrm xmlns:a="http://schemas.openxmlformats.org/drawingml/2006/main">
            <a:off x="78263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2" name="">
            <a:extLst xmlns:a="http://schemas.openxmlformats.org/drawingml/2006/main">
              <a:ext uri="{FF2B5EF4-FFF2-40B4-BE49-F238E27FC236}">
                <a16:creationId xmlns:a16="http://schemas.microsoft.com/office/drawing/2014/main" id="{FA24E136-9828-4FA9-9BE5-F3F07234F3FC}"/>
              </a:ext>
            </a:extLst>
          </p:cNvPr>
          <p:cNvSpPr>
            <a:spLocks xmlns:a="http://schemas.openxmlformats.org/drawingml/2006/main" noGrp="1"/>
          </p:cNvSpPr>
          <p:nvPr/>
        </p:nvSpPr>
        <p:spPr>
          <a:xfrm xmlns:a="http://schemas.openxmlformats.org/drawingml/2006/main">
            <a:off x="79121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公開時はマスク</a:t>
            </a:r>
          </a:p>
        </p:txBody>
      </p:sp>
      <p:sp>
        <p:nvSpPr>
          <p:cNvPr id="23" name="">
            <a:extLst xmlns:a="http://schemas.openxmlformats.org/drawingml/2006/main">
              <a:ext uri="{FF2B5EF4-FFF2-40B4-BE49-F238E27FC236}">
                <a16:creationId xmlns:a16="http://schemas.microsoft.com/office/drawing/2014/main" id="{84B6BA11-D0CC-417F-A87C-763DE43D2F79}"/>
              </a:ext>
            </a:extLst>
          </p:cNvPr>
          <p:cNvSpPr>
            <a:spLocks xmlns:a="http://schemas.openxmlformats.org/drawingml/2006/main" noGrp="1"/>
          </p:cNvSpPr>
          <p:nvPr/>
        </p:nvSpPr>
        <p:spPr>
          <a:xfrm xmlns:a="http://schemas.openxmlformats.org/drawingml/2006/main">
            <a:off x="9048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4" name="">
            <a:extLst xmlns:a="http://schemas.openxmlformats.org/drawingml/2006/main">
              <a:ext uri="{FF2B5EF4-FFF2-40B4-BE49-F238E27FC236}">
                <a16:creationId xmlns:a16="http://schemas.microsoft.com/office/drawing/2014/main" id="{560B0A7B-CDCA-454F-B9F7-9BB5D87DAEC8}"/>
              </a:ext>
            </a:extLst>
          </p:cNvPr>
          <p:cNvSpPr>
            <a:spLocks xmlns:a="http://schemas.openxmlformats.org/drawingml/2006/main" noGrp="1"/>
          </p:cNvSpPr>
          <p:nvPr/>
        </p:nvSpPr>
        <p:spPr>
          <a:xfrm xmlns:a="http://schemas.openxmlformats.org/drawingml/2006/main">
            <a:off x="9906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USER_ASSIGNED_IDENTITY_CLIENT_ID</a:t>
            </a:r>
          </a:p>
        </p:txBody>
      </p:sp>
      <p:sp>
        <p:nvSpPr>
          <p:cNvPr id="25" name="">
            <a:extLst xmlns:a="http://schemas.openxmlformats.org/drawingml/2006/main">
              <a:ext uri="{FF2B5EF4-FFF2-40B4-BE49-F238E27FC236}">
                <a16:creationId xmlns:a16="http://schemas.microsoft.com/office/drawing/2014/main" id="{3C329CF1-743D-4BC9-BD11-2658772CC87C}"/>
              </a:ext>
            </a:extLst>
          </p:cNvPr>
          <p:cNvSpPr>
            <a:spLocks xmlns:a="http://schemas.openxmlformats.org/drawingml/2006/main" noGrp="1"/>
          </p:cNvSpPr>
          <p:nvPr/>
        </p:nvSpPr>
        <p:spPr>
          <a:xfrm xmlns:a="http://schemas.openxmlformats.org/drawingml/2006/main">
            <a:off x="436562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6" name="">
            <a:extLst xmlns:a="http://schemas.openxmlformats.org/drawingml/2006/main">
              <a:ext uri="{FF2B5EF4-FFF2-40B4-BE49-F238E27FC236}">
                <a16:creationId xmlns:a16="http://schemas.microsoft.com/office/drawing/2014/main" id="{995D26EE-D8A3-4DE1-807F-532B8C6F58E9}"/>
              </a:ext>
            </a:extLst>
          </p:cNvPr>
          <p:cNvSpPr>
            <a:spLocks xmlns:a="http://schemas.openxmlformats.org/drawingml/2006/main" noGrp="1"/>
          </p:cNvSpPr>
          <p:nvPr/>
        </p:nvSpPr>
        <p:spPr>
          <a:xfrm xmlns:a="http://schemas.openxmlformats.org/drawingml/2006/main">
            <a:off x="445135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Managed Identity client ID</a:t>
            </a:r>
          </a:p>
        </p:txBody>
      </p:sp>
      <p:sp>
        <p:nvSpPr>
          <p:cNvPr id="27" name="">
            <a:extLst xmlns:a="http://schemas.openxmlformats.org/drawingml/2006/main">
              <a:ext uri="{FF2B5EF4-FFF2-40B4-BE49-F238E27FC236}">
                <a16:creationId xmlns:a16="http://schemas.microsoft.com/office/drawing/2014/main" id="{DAE5C647-8E3E-457F-8A2F-B49CDD6CE979}"/>
              </a:ext>
            </a:extLst>
          </p:cNvPr>
          <p:cNvSpPr>
            <a:spLocks xmlns:a="http://schemas.openxmlformats.org/drawingml/2006/main" noGrp="1"/>
          </p:cNvSpPr>
          <p:nvPr/>
        </p:nvSpPr>
        <p:spPr>
          <a:xfrm xmlns:a="http://schemas.openxmlformats.org/drawingml/2006/main">
            <a:off x="78263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8" name="">
            <a:extLst xmlns:a="http://schemas.openxmlformats.org/drawingml/2006/main">
              <a:ext uri="{FF2B5EF4-FFF2-40B4-BE49-F238E27FC236}">
                <a16:creationId xmlns:a16="http://schemas.microsoft.com/office/drawing/2014/main" id="{E5FC1459-3EC6-42C1-A501-515C7A030839}"/>
              </a:ext>
            </a:extLst>
          </p:cNvPr>
          <p:cNvSpPr>
            <a:spLocks xmlns:a="http://schemas.openxmlformats.org/drawingml/2006/main" noGrp="1"/>
          </p:cNvSpPr>
          <p:nvPr/>
        </p:nvSpPr>
        <p:spPr>
          <a:xfrm xmlns:a="http://schemas.openxmlformats.org/drawingml/2006/main">
            <a:off x="79121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公開時はマスク</a:t>
            </a:r>
          </a:p>
        </p:txBody>
      </p:sp>
      <p:sp>
        <p:nvSpPr>
          <p:cNvPr id="29" name="">
            <a:extLst xmlns:a="http://schemas.openxmlformats.org/drawingml/2006/main">
              <a:ext uri="{FF2B5EF4-FFF2-40B4-BE49-F238E27FC236}">
                <a16:creationId xmlns:a16="http://schemas.microsoft.com/office/drawing/2014/main" id="{AEF1E247-DF07-4E00-83D3-D8A17641FF77}"/>
              </a:ext>
            </a:extLst>
          </p:cNvPr>
          <p:cNvSpPr>
            <a:spLocks xmlns:a="http://schemas.openxmlformats.org/drawingml/2006/main" noGrp="1"/>
          </p:cNvSpPr>
          <p:nvPr/>
        </p:nvSpPr>
        <p:spPr>
          <a:xfrm xmlns:a="http://schemas.openxmlformats.org/drawingml/2006/main">
            <a:off x="9048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0" name="">
            <a:extLst xmlns:a="http://schemas.openxmlformats.org/drawingml/2006/main">
              <a:ext uri="{FF2B5EF4-FFF2-40B4-BE49-F238E27FC236}">
                <a16:creationId xmlns:a16="http://schemas.microsoft.com/office/drawing/2014/main" id="{8BFE2529-6365-46B1-850A-5B65FE2BDBB5}"/>
              </a:ext>
            </a:extLst>
          </p:cNvPr>
          <p:cNvSpPr>
            <a:spLocks xmlns:a="http://schemas.openxmlformats.org/drawingml/2006/main" noGrp="1"/>
          </p:cNvSpPr>
          <p:nvPr/>
        </p:nvSpPr>
        <p:spPr>
          <a:xfrm xmlns:a="http://schemas.openxmlformats.org/drawingml/2006/main">
            <a:off x="9906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AZURE_REDIRECT_URI</a:t>
            </a:r>
          </a:p>
        </p:txBody>
      </p:sp>
      <p:sp>
        <p:nvSpPr>
          <p:cNvPr id="31" name="">
            <a:extLst xmlns:a="http://schemas.openxmlformats.org/drawingml/2006/main">
              <a:ext uri="{FF2B5EF4-FFF2-40B4-BE49-F238E27FC236}">
                <a16:creationId xmlns:a16="http://schemas.microsoft.com/office/drawing/2014/main" id="{CBF58BF4-7B53-44EB-9DB6-ADDB1E2C6189}"/>
              </a:ext>
            </a:extLst>
          </p:cNvPr>
          <p:cNvSpPr>
            <a:spLocks xmlns:a="http://schemas.openxmlformats.org/drawingml/2006/main" noGrp="1"/>
          </p:cNvSpPr>
          <p:nvPr/>
        </p:nvSpPr>
        <p:spPr>
          <a:xfrm xmlns:a="http://schemas.openxmlformats.org/drawingml/2006/main">
            <a:off x="436562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2" name="">
            <a:extLst xmlns:a="http://schemas.openxmlformats.org/drawingml/2006/main">
              <a:ext uri="{FF2B5EF4-FFF2-40B4-BE49-F238E27FC236}">
                <a16:creationId xmlns:a16="http://schemas.microsoft.com/office/drawing/2014/main" id="{79468291-469F-46BE-8F87-66A11980DDC6}"/>
              </a:ext>
            </a:extLst>
          </p:cNvPr>
          <p:cNvSpPr>
            <a:spLocks xmlns:a="http://schemas.openxmlformats.org/drawingml/2006/main" noGrp="1"/>
          </p:cNvSpPr>
          <p:nvPr/>
        </p:nvSpPr>
        <p:spPr>
          <a:xfrm xmlns:a="http://schemas.openxmlformats.org/drawingml/2006/main">
            <a:off x="445135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Web Container App URL</a:t>
            </a:r>
          </a:p>
        </p:txBody>
      </p:sp>
      <p:sp>
        <p:nvSpPr>
          <p:cNvPr id="33" name="">
            <a:extLst xmlns:a="http://schemas.openxmlformats.org/drawingml/2006/main">
              <a:ext uri="{FF2B5EF4-FFF2-40B4-BE49-F238E27FC236}">
                <a16:creationId xmlns:a16="http://schemas.microsoft.com/office/drawing/2014/main" id="{A6C96AAC-4D3E-4BFF-9E2F-A93D142E9551}"/>
              </a:ext>
            </a:extLst>
          </p:cNvPr>
          <p:cNvSpPr>
            <a:spLocks xmlns:a="http://schemas.openxmlformats.org/drawingml/2006/main" noGrp="1"/>
          </p:cNvSpPr>
          <p:nvPr/>
        </p:nvSpPr>
        <p:spPr>
          <a:xfrm xmlns:a="http://schemas.openxmlformats.org/drawingml/2006/main">
            <a:off x="78263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4" name="">
            <a:extLst xmlns:a="http://schemas.openxmlformats.org/drawingml/2006/main">
              <a:ext uri="{FF2B5EF4-FFF2-40B4-BE49-F238E27FC236}">
                <a16:creationId xmlns:a16="http://schemas.microsoft.com/office/drawing/2014/main" id="{C59738A6-CEBE-4218-8CE7-18874F5CEDDE}"/>
              </a:ext>
            </a:extLst>
          </p:cNvPr>
          <p:cNvSpPr>
            <a:spLocks xmlns:a="http://schemas.openxmlformats.org/drawingml/2006/main" noGrp="1"/>
          </p:cNvSpPr>
          <p:nvPr/>
        </p:nvSpPr>
        <p:spPr>
          <a:xfrm xmlns:a="http://schemas.openxmlformats.org/drawingml/2006/main">
            <a:off x="79121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/callback は付けない</a:t>
            </a:r>
          </a:p>
        </p:txBody>
      </p:sp>
      <p:sp>
        <p:nvSpPr>
          <p:cNvPr id="35" name="">
            <a:extLst xmlns:a="http://schemas.openxmlformats.org/drawingml/2006/main">
              <a:ext uri="{FF2B5EF4-FFF2-40B4-BE49-F238E27FC236}">
                <a16:creationId xmlns:a16="http://schemas.microsoft.com/office/drawing/2014/main" id="{1218926C-40DD-49A6-89FD-EC68AF8768B8}"/>
              </a:ext>
            </a:extLst>
          </p:cNvPr>
          <p:cNvSpPr>
            <a:spLocks xmlns:a="http://schemas.openxmlformats.org/drawingml/2006/main" noGrp="1"/>
          </p:cNvSpPr>
          <p:nvPr/>
        </p:nvSpPr>
        <p:spPr>
          <a:xfrm xmlns:a="http://schemas.openxmlformats.org/drawingml/2006/main">
            <a:off x="904875" y="5048250"/>
            <a:ext cx="3460750" cy="647700"/>
          </a:xfrm>
          <a:prstGeom xmlns:a="http://schemas.openxmlformats.org/drawingml/2006/main" prst="rect">
            <a:avLst/>
          </a:prstGeom>
          <a:ln xmlns:a="http://schemas.openxmlformats.org/drawingml/2006/main" w="9525">
            <a:solidFill>
              <a:srgbClr val="DDE5EF"/>
            </a:solidFill>
            <a:prstDash val="solid"/>
          </a:ln>
        </p:spPr>
      </p:sp>
      <p:sp>
        <p:nvSpPr>
          <p:cNvPr id="36" name="">
            <a:extLst xmlns:a="http://schemas.openxmlformats.org/drawingml/2006/main">
              <a:ext uri="{FF2B5EF4-FFF2-40B4-BE49-F238E27FC236}">
                <a16:creationId xmlns:a16="http://schemas.microsoft.com/office/drawing/2014/main" id="{3BF6FAC7-B07E-43EA-B46D-EDEB3F53B8C0}"/>
              </a:ext>
            </a:extLst>
          </p:cNvPr>
          <p:cNvSpPr>
            <a:spLocks xmlns:a="http://schemas.openxmlformats.org/drawingml/2006/main" noGrp="1"/>
          </p:cNvSpPr>
          <p:nvPr/>
        </p:nvSpPr>
        <p:spPr>
          <a:xfrm xmlns:a="http://schemas.openxmlformats.org/drawingml/2006/main">
            <a:off x="990600" y="51149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API_PROXY_TARGET</a:t>
            </a:r>
          </a:p>
        </p:txBody>
      </p:sp>
      <p:sp>
        <p:nvSpPr>
          <p:cNvPr id="37" name="">
            <a:extLst xmlns:a="http://schemas.openxmlformats.org/drawingml/2006/main">
              <a:ext uri="{FF2B5EF4-FFF2-40B4-BE49-F238E27FC236}">
                <a16:creationId xmlns:a16="http://schemas.microsoft.com/office/drawing/2014/main" id="{D8F56CEC-60E0-4FC2-99B5-0D65F31E8E2C}"/>
              </a:ext>
            </a:extLst>
          </p:cNvPr>
          <p:cNvSpPr>
            <a:spLocks xmlns:a="http://schemas.openxmlformats.org/drawingml/2006/main" noGrp="1"/>
          </p:cNvSpPr>
          <p:nvPr/>
        </p:nvSpPr>
        <p:spPr>
          <a:xfrm xmlns:a="http://schemas.openxmlformats.org/drawingml/2006/main">
            <a:off x="4365625" y="5048250"/>
            <a:ext cx="3460750" cy="647700"/>
          </a:xfrm>
          <a:prstGeom xmlns:a="http://schemas.openxmlformats.org/drawingml/2006/main" prst="rect">
            <a:avLst/>
          </a:prstGeom>
          <a:ln xmlns:a="http://schemas.openxmlformats.org/drawingml/2006/main" w="9525">
            <a:solidFill>
              <a:srgbClr val="DDE5EF"/>
            </a:solidFill>
            <a:prstDash val="solid"/>
          </a:ln>
        </p:spPr>
      </p:sp>
      <p:sp>
        <p:nvSpPr>
          <p:cNvPr id="38" name="">
            <a:extLst xmlns:a="http://schemas.openxmlformats.org/drawingml/2006/main">
              <a:ext uri="{FF2B5EF4-FFF2-40B4-BE49-F238E27FC236}">
                <a16:creationId xmlns:a16="http://schemas.microsoft.com/office/drawing/2014/main" id="{1551BDC1-64EB-4AAC-A5C6-0FE0C906BC26}"/>
              </a:ext>
            </a:extLst>
          </p:cNvPr>
          <p:cNvSpPr>
            <a:spLocks xmlns:a="http://schemas.openxmlformats.org/drawingml/2006/main" noGrp="1"/>
          </p:cNvSpPr>
          <p:nvPr/>
        </p:nvSpPr>
        <p:spPr>
          <a:xfrm xmlns:a="http://schemas.openxmlformats.org/drawingml/2006/main">
            <a:off x="4451350" y="51149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API Container App URL</a:t>
            </a:r>
          </a:p>
        </p:txBody>
      </p:sp>
      <p:sp>
        <p:nvSpPr>
          <p:cNvPr id="39" name="">
            <a:extLst xmlns:a="http://schemas.openxmlformats.org/drawingml/2006/main">
              <a:ext uri="{FF2B5EF4-FFF2-40B4-BE49-F238E27FC236}">
                <a16:creationId xmlns:a16="http://schemas.microsoft.com/office/drawing/2014/main" id="{F6506E5C-C87B-4040-81D1-BB12F165183E}"/>
              </a:ext>
            </a:extLst>
          </p:cNvPr>
          <p:cNvSpPr>
            <a:spLocks xmlns:a="http://schemas.openxmlformats.org/drawingml/2006/main" noGrp="1"/>
          </p:cNvSpPr>
          <p:nvPr/>
        </p:nvSpPr>
        <p:spPr>
          <a:xfrm xmlns:a="http://schemas.openxmlformats.org/drawingml/2006/main">
            <a:off x="7826375" y="5048250"/>
            <a:ext cx="3460750" cy="647700"/>
          </a:xfrm>
          <a:prstGeom xmlns:a="http://schemas.openxmlformats.org/drawingml/2006/main" prst="rect">
            <a:avLst/>
          </a:prstGeom>
          <a:ln xmlns:a="http://schemas.openxmlformats.org/drawingml/2006/main" w="9525">
            <a:solidFill>
              <a:srgbClr val="DDE5EF"/>
            </a:solidFill>
            <a:prstDash val="solid"/>
          </a:ln>
        </p:spPr>
      </p:sp>
      <p:sp>
        <p:nvSpPr>
          <p:cNvPr id="40" name="">
            <a:extLst xmlns:a="http://schemas.openxmlformats.org/drawingml/2006/main">
              <a:ext uri="{FF2B5EF4-FFF2-40B4-BE49-F238E27FC236}">
                <a16:creationId xmlns:a16="http://schemas.microsoft.com/office/drawing/2014/main" id="{7E4E4839-CCDD-46E0-BA61-5A827FCF0844}"/>
              </a:ext>
            </a:extLst>
          </p:cNvPr>
          <p:cNvSpPr>
            <a:spLocks xmlns:a="http://schemas.openxmlformats.org/drawingml/2006/main" noGrp="1"/>
          </p:cNvSpPr>
          <p:nvPr/>
        </p:nvSpPr>
        <p:spPr>
          <a:xfrm xmlns:a="http://schemas.openxmlformats.org/drawingml/2006/main">
            <a:off x="7912100" y="51149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Web URL と取り違えない</a:t>
            </a:r>
          </a:p>
        </p:txBody>
      </p:sp>
      <p:sp>
        <p:nvSpPr>
          <p:cNvPr id="41" name="">
            <a:extLst xmlns:a="http://schemas.openxmlformats.org/drawingml/2006/main">
              <a:ext uri="{FF2B5EF4-FFF2-40B4-BE49-F238E27FC236}">
                <a16:creationId xmlns:a16="http://schemas.microsoft.com/office/drawing/2014/main" id="{923BBF56-A4E6-406B-B86A-7BDF2E159FD6}"/>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4E86EC-43F8-455A-BA20-979D8B933C7B}"/>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ワークフローファイルを確認する</a:t>
            </a:r>
          </a:p>
        </p:txBody>
      </p:sp>
      <p:sp>
        <p:nvSpPr>
          <p:cNvPr id="2" name="">
            <a:extLst xmlns:a="http://schemas.openxmlformats.org/drawingml/2006/main">
              <a:ext uri="{FF2B5EF4-FFF2-40B4-BE49-F238E27FC236}">
                <a16:creationId xmlns:a16="http://schemas.microsoft.com/office/drawing/2014/main" id="{E887536E-80A7-461F-9AA7-A2EA92FD1D3E}"/>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23 / 48</a:t>
            </a:r>
          </a:p>
        </p:txBody>
      </p:sp>
      <p:sp>
        <p:nvSpPr>
          <p:cNvPr id="3" name="">
            <a:extLst xmlns:a="http://schemas.openxmlformats.org/drawingml/2006/main">
              <a:ext uri="{FF2B5EF4-FFF2-40B4-BE49-F238E27FC236}">
                <a16:creationId xmlns:a16="http://schemas.microsoft.com/office/drawing/2014/main" id="{453AEBC5-1599-4836-95C3-2DE5AFF619E8}"/>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F7668DF8-A1E5-4257-8B89-2FDE79CF7BE2}"/>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テンプレートでは workflow が実行対象になっていない場合があります。API と Web の workflow ファイルを有効化する準備をします。</a:t>
            </a:r>
          </a:p>
        </p:txBody>
      </p:sp>
      <p:sp>
        <p:nvSpPr>
          <p:cNvPr id="5" name="">
            <a:extLst xmlns:a="http://schemas.openxmlformats.org/drawingml/2006/main">
              <a:ext uri="{FF2B5EF4-FFF2-40B4-BE49-F238E27FC236}">
                <a16:creationId xmlns:a16="http://schemas.microsoft.com/office/drawing/2014/main" id="{136A7653-8BF1-4DC9-9579-0913460B0741}"/>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3f0723e35234795"/>
          <a:stretch xmlns:a="http://schemas.openxmlformats.org/drawingml/2006/main"/>
        </p:blipFill>
        <p:spPr>
          <a:xfrm xmlns:a="http://schemas.openxmlformats.org/drawingml/2006/main">
            <a:off x="5238750" y="1979758"/>
            <a:ext cx="6000750" cy="326043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DB474A6-B96F-468D-AF28-8543AFA4EA77}"/>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workflow テンプレートファイルを確認する</a:t>
            </a:r>
          </a:p>
        </p:txBody>
      </p:sp>
      <p:sp>
        <p:nvSpPr>
          <p:cNvPr id="8" name="">
            <a:extLst xmlns:a="http://schemas.openxmlformats.org/drawingml/2006/main">
              <a:ext uri="{FF2B5EF4-FFF2-40B4-BE49-F238E27FC236}">
                <a16:creationId xmlns:a16="http://schemas.microsoft.com/office/drawing/2014/main" id="{56FB7067-109C-415C-8A50-793CE26C3C78}"/>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BCFAC5BC-EAD1-4322-B4C9-ECF5B633DFF5}"/>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32C0093D-5E83-4B05-B9CF-9A2BB48CAFAC}"/>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FB9B9D38-8C75-480A-84DE-B0D8EF94CC75}"/>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Workflow</a:t>
            </a:r>
          </a:p>
        </p:txBody>
      </p:sp>
      <p:sp>
        <p:nvSpPr>
          <p:cNvPr id="12" name="">
            <a:extLst xmlns:a="http://schemas.openxmlformats.org/drawingml/2006/main">
              <a:ext uri="{FF2B5EF4-FFF2-40B4-BE49-F238E27FC236}">
                <a16:creationId xmlns:a16="http://schemas.microsoft.com/office/drawing/2014/main" id="{54B344E7-D4F9-40EA-8EA4-4EC20C9ABE28}"/>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API と Web の workflow ファイルを有効化する準備をします。</a:t>
            </a:r>
          </a:p>
        </p:txBody>
      </p:sp>
      <p:sp>
        <p:nvSpPr>
          <p:cNvPr id="13" name="">
            <a:extLst xmlns:a="http://schemas.openxmlformats.org/drawingml/2006/main">
              <a:ext uri="{FF2B5EF4-FFF2-40B4-BE49-F238E27FC236}">
                <a16:creationId xmlns:a16="http://schemas.microsoft.com/office/drawing/2014/main" id="{65B2F81D-56E1-4127-98FE-F8EA2EA8270B}"/>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43629D-EB57-4FAC-AE15-B0B61DB1B7A3}"/>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ワークフローを有効化する</a:t>
            </a:r>
          </a:p>
        </p:txBody>
      </p:sp>
      <p:sp>
        <p:nvSpPr>
          <p:cNvPr id="2" name="">
            <a:extLst xmlns:a="http://schemas.openxmlformats.org/drawingml/2006/main">
              <a:ext uri="{FF2B5EF4-FFF2-40B4-BE49-F238E27FC236}">
                <a16:creationId xmlns:a16="http://schemas.microsoft.com/office/drawing/2014/main" id="{905668D4-E6AB-4876-A1BD-D0263CD9D991}"/>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24 / 48</a:t>
            </a:r>
          </a:p>
        </p:txBody>
      </p:sp>
      <p:sp>
        <p:nvSpPr>
          <p:cNvPr id="3" name="">
            <a:extLst xmlns:a="http://schemas.openxmlformats.org/drawingml/2006/main">
              <a:ext uri="{FF2B5EF4-FFF2-40B4-BE49-F238E27FC236}">
                <a16:creationId xmlns:a16="http://schemas.microsoft.com/office/drawing/2014/main" id="{10489A23-52FB-44B9-AF60-E683CEA50B6E}"/>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71AD940F-634F-41CA-A269-001EF408D03F}"/>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Azure Cloud Shell でリポジトリを clone し、テンプレートファイルを実行対象の YAML として配置して commit/push します。</a:t>
            </a:r>
          </a:p>
        </p:txBody>
      </p:sp>
      <p:sp>
        <p:nvSpPr>
          <p:cNvPr id="5" name="">
            <a:extLst xmlns:a="http://schemas.openxmlformats.org/drawingml/2006/main">
              <a:ext uri="{FF2B5EF4-FFF2-40B4-BE49-F238E27FC236}">
                <a16:creationId xmlns:a16="http://schemas.microsoft.com/office/drawing/2014/main" id="{ECD9B320-15DC-4240-B89E-EDFC5B053E07}"/>
              </a:ext>
            </a:extLst>
          </p:cNvPr>
          <p:cNvSpPr>
            <a:spLocks xmlns:a="http://schemas.openxmlformats.org/drawingml/2006/main" noGrp="1"/>
          </p:cNvSpPr>
          <p:nvPr/>
        </p:nvSpPr>
        <p:spPr>
          <a:xfrm xmlns:a="http://schemas.openxmlformats.org/drawingml/2006/main">
            <a:off x="904875" y="1866900"/>
            <a:ext cx="4972050" cy="342900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a1b4e68c1314351"/>
          <a:stretch xmlns:a="http://schemas.openxmlformats.org/drawingml/2006/main"/>
        </p:blipFill>
        <p:spPr>
          <a:xfrm xmlns:a="http://schemas.openxmlformats.org/drawingml/2006/main">
            <a:off x="1019175" y="2159403"/>
            <a:ext cx="4743450" cy="257729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12078B7-0257-4797-B406-1C6765C67749}"/>
              </a:ext>
            </a:extLst>
          </p:cNvPr>
          <p:cNvSpPr>
            <a:spLocks xmlns:a="http://schemas.openxmlformats.org/drawingml/2006/main" noGrp="1"/>
          </p:cNvSpPr>
          <p:nvPr/>
        </p:nvSpPr>
        <p:spPr>
          <a:xfrm xmlns:a="http://schemas.openxmlformats.org/drawingml/2006/main">
            <a:off x="1057275" y="4972050"/>
            <a:ext cx="46672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workflow ファイルをコピーする</a:t>
            </a:r>
          </a:p>
        </p:txBody>
      </p:sp>
      <p:sp>
        <p:nvSpPr>
          <p:cNvPr id="8" name="">
            <a:extLst xmlns:a="http://schemas.openxmlformats.org/drawingml/2006/main">
              <a:ext uri="{FF2B5EF4-FFF2-40B4-BE49-F238E27FC236}">
                <a16:creationId xmlns:a16="http://schemas.microsoft.com/office/drawing/2014/main" id="{06453276-ABDC-405F-880C-30EFBE8EDF97}"/>
              </a:ext>
            </a:extLst>
          </p:cNvPr>
          <p:cNvSpPr>
            <a:spLocks xmlns:a="http://schemas.openxmlformats.org/drawingml/2006/main" noGrp="1"/>
          </p:cNvSpPr>
          <p:nvPr/>
        </p:nvSpPr>
        <p:spPr>
          <a:xfrm xmlns:a="http://schemas.openxmlformats.org/drawingml/2006/main">
            <a:off x="6334125" y="1866900"/>
            <a:ext cx="4972050" cy="3429000"/>
          </a:xfrm>
          <a:prstGeom xmlns:a="http://schemas.openxmlformats.org/drawingml/2006/main" prst="rect">
            <a:avLst/>
          </a:prstGeom>
          <a:ln xmlns:a="http://schemas.openxmlformats.org/drawingml/2006/main" w="9525">
            <a:solidFill>
              <a:srgbClr val="CAD5E4"/>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44ad5eb2c75412f"/>
          <a:stretch xmlns:a="http://schemas.openxmlformats.org/drawingml/2006/main"/>
        </p:blipFill>
        <p:spPr>
          <a:xfrm xmlns:a="http://schemas.openxmlformats.org/drawingml/2006/main">
            <a:off x="6448425" y="2159403"/>
            <a:ext cx="4743450" cy="257729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10186BC-3E0E-4D94-80E0-CF77F29D0FBA}"/>
              </a:ext>
            </a:extLst>
          </p:cNvPr>
          <p:cNvSpPr>
            <a:spLocks xmlns:a="http://schemas.openxmlformats.org/drawingml/2006/main" noGrp="1"/>
          </p:cNvSpPr>
          <p:nvPr/>
        </p:nvSpPr>
        <p:spPr>
          <a:xfrm xmlns:a="http://schemas.openxmlformats.org/drawingml/2006/main">
            <a:off x="6486525" y="4972050"/>
            <a:ext cx="46672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commit/push で反映する</a:t>
            </a:r>
          </a:p>
        </p:txBody>
      </p:sp>
      <p:sp>
        <p:nvSpPr>
          <p:cNvPr id="11" name="">
            <a:extLst xmlns:a="http://schemas.openxmlformats.org/drawingml/2006/main">
              <a:ext uri="{FF2B5EF4-FFF2-40B4-BE49-F238E27FC236}">
                <a16:creationId xmlns:a16="http://schemas.microsoft.com/office/drawing/2014/main" id="{9342AD3F-5D47-4B91-AFEE-0978775AE93D}"/>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3D267D-0F20-4C3E-8795-F2B0BDCC5CB5}"/>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Actions タブを確認する</a:t>
            </a:r>
          </a:p>
        </p:txBody>
      </p:sp>
      <p:sp>
        <p:nvSpPr>
          <p:cNvPr id="2" name="">
            <a:extLst xmlns:a="http://schemas.openxmlformats.org/drawingml/2006/main">
              <a:ext uri="{FF2B5EF4-FFF2-40B4-BE49-F238E27FC236}">
                <a16:creationId xmlns:a16="http://schemas.microsoft.com/office/drawing/2014/main" id="{A5B157C2-EDFC-40FA-9410-2E5BBC901AA0}"/>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25 / 48</a:t>
            </a:r>
          </a:p>
        </p:txBody>
      </p:sp>
      <p:sp>
        <p:nvSpPr>
          <p:cNvPr id="3" name="">
            <a:extLst xmlns:a="http://schemas.openxmlformats.org/drawingml/2006/main">
              <a:ext uri="{FF2B5EF4-FFF2-40B4-BE49-F238E27FC236}">
                <a16:creationId xmlns:a16="http://schemas.microsoft.com/office/drawing/2014/main" id="{230B0B9F-AE35-4495-BE5D-10C862F7AAEB}"/>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D6C72976-5063-42B9-B18A-4DC74FBB788B}"/>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push 後に、API と Web の workflow が Actions タブに表示されることを確認します。表示されない場合はファイル名と配置先を見直します。</a:t>
            </a:r>
          </a:p>
        </p:txBody>
      </p:sp>
      <p:sp>
        <p:nvSpPr>
          <p:cNvPr id="5" name="">
            <a:extLst xmlns:a="http://schemas.openxmlformats.org/drawingml/2006/main">
              <a:ext uri="{FF2B5EF4-FFF2-40B4-BE49-F238E27FC236}">
                <a16:creationId xmlns:a16="http://schemas.microsoft.com/office/drawing/2014/main" id="{F13A80CD-166E-49C9-A568-ACD50089CF88}"/>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69859ab3aa94d5e"/>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0B74147-DCB7-49C9-9FAA-FD8C26A7DDB9}"/>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Actions タブで workflow を確認する</a:t>
            </a:r>
          </a:p>
        </p:txBody>
      </p:sp>
      <p:sp>
        <p:nvSpPr>
          <p:cNvPr id="8" name="">
            <a:extLst xmlns:a="http://schemas.openxmlformats.org/drawingml/2006/main">
              <a:ext uri="{FF2B5EF4-FFF2-40B4-BE49-F238E27FC236}">
                <a16:creationId xmlns:a16="http://schemas.microsoft.com/office/drawing/2014/main" id="{0969AE71-7514-4150-BC7D-87801CEF841E}"/>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69C0E527-4966-4D15-8C25-97DDF8D477C1}"/>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7C3AED"/>
            </a:solidFill>
            <a:prstDash val="solid"/>
          </a:ln>
        </p:spPr>
      </p:sp>
      <p:sp>
        <p:nvSpPr>
          <p:cNvPr id="10" name="">
            <a:extLst xmlns:a="http://schemas.openxmlformats.org/drawingml/2006/main">
              <a:ext uri="{FF2B5EF4-FFF2-40B4-BE49-F238E27FC236}">
                <a16:creationId xmlns:a16="http://schemas.microsoft.com/office/drawing/2014/main" id="{7B0E819C-2B8A-4988-AEED-BF6081A5DBD4}"/>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C3AED"/>
                </a:solidFill>
                <a:latin typeface="Yu Gothic"/>
                <a:ea typeface="Yu Gothic"/>
                <a:cs typeface="Yu Gothic"/>
              </a:defRPr>
            </a:pPr>
            <a:r>
              <a:rPr sz="900" b="1">
                <a:solidFill>
                  <a:srgbClr val="7C3AE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D5D34CCB-E55B-4386-97DD-FC39BBF36135}"/>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Actions</a:t>
            </a:r>
          </a:p>
        </p:txBody>
      </p:sp>
      <p:sp>
        <p:nvSpPr>
          <p:cNvPr id="12" name="">
            <a:extLst xmlns:a="http://schemas.openxmlformats.org/drawingml/2006/main">
              <a:ext uri="{FF2B5EF4-FFF2-40B4-BE49-F238E27FC236}">
                <a16:creationId xmlns:a16="http://schemas.microsoft.com/office/drawing/2014/main" id="{728476CD-67EA-47C3-BFC2-3D4F8E61F5E5}"/>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API と Web の workflow が表示されることを確認します。</a:t>
            </a:r>
          </a:p>
        </p:txBody>
      </p:sp>
      <p:sp>
        <p:nvSpPr>
          <p:cNvPr id="13" name="">
            <a:extLst xmlns:a="http://schemas.openxmlformats.org/drawingml/2006/main">
              <a:ext uri="{FF2B5EF4-FFF2-40B4-BE49-F238E27FC236}">
                <a16:creationId xmlns:a16="http://schemas.microsoft.com/office/drawing/2014/main" id="{1807800D-C9BD-4991-A9EA-1722FA7D8802}"/>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DB94ED-FD43-490D-8A17-AFC3CBDB76B9}"/>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ワークフロー実行を監視する</a:t>
            </a:r>
          </a:p>
        </p:txBody>
      </p:sp>
      <p:sp>
        <p:nvSpPr>
          <p:cNvPr id="2" name="">
            <a:extLst xmlns:a="http://schemas.openxmlformats.org/drawingml/2006/main">
              <a:ext uri="{FF2B5EF4-FFF2-40B4-BE49-F238E27FC236}">
                <a16:creationId xmlns:a16="http://schemas.microsoft.com/office/drawing/2014/main" id="{E974BF71-84FE-4F63-8B91-4333CD071398}"/>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26 / 48</a:t>
            </a:r>
          </a:p>
        </p:txBody>
      </p:sp>
      <p:sp>
        <p:nvSpPr>
          <p:cNvPr id="3" name="">
            <a:extLst xmlns:a="http://schemas.openxmlformats.org/drawingml/2006/main">
              <a:ext uri="{FF2B5EF4-FFF2-40B4-BE49-F238E27FC236}">
                <a16:creationId xmlns:a16="http://schemas.microsoft.com/office/drawing/2014/main" id="{FD99AFD9-D17E-4587-AF6C-BD088F53D68A}"/>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C70DD989-2916-4877-A9CC-CB30EF0E5D8A}"/>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失敗時は Portal だけでなく、まず GitHub Actions の job log を確認します。Secret や variables のミスはここに現れます。</a:t>
            </a:r>
          </a:p>
        </p:txBody>
      </p:sp>
      <p:sp>
        <p:nvSpPr>
          <p:cNvPr id="5" name="">
            <a:extLst xmlns:a="http://schemas.openxmlformats.org/drawingml/2006/main">
              <a:ext uri="{FF2B5EF4-FFF2-40B4-BE49-F238E27FC236}">
                <a16:creationId xmlns:a16="http://schemas.microsoft.com/office/drawing/2014/main" id="{F2D65AC5-FC02-41DA-8510-86F191037CF8}"/>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7146983d0174c7e"/>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497EC98-5D6B-4812-89CC-8F808F77F68C}"/>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workflow 実行を監視する</a:t>
            </a:r>
          </a:p>
        </p:txBody>
      </p:sp>
      <p:sp>
        <p:nvSpPr>
          <p:cNvPr id="8" name="">
            <a:extLst xmlns:a="http://schemas.openxmlformats.org/drawingml/2006/main">
              <a:ext uri="{FF2B5EF4-FFF2-40B4-BE49-F238E27FC236}">
                <a16:creationId xmlns:a16="http://schemas.microsoft.com/office/drawing/2014/main" id="{1FEF81D4-5D3E-44E5-8748-51AE7CA045A0}"/>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A8617B4E-AA96-420C-89D5-D2235A4B987A}"/>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EA580C"/>
            </a:solidFill>
            <a:prstDash val="solid"/>
          </a:ln>
        </p:spPr>
      </p:sp>
      <p:sp>
        <p:nvSpPr>
          <p:cNvPr id="10" name="">
            <a:extLst xmlns:a="http://schemas.openxmlformats.org/drawingml/2006/main">
              <a:ext uri="{FF2B5EF4-FFF2-40B4-BE49-F238E27FC236}">
                <a16:creationId xmlns:a16="http://schemas.microsoft.com/office/drawing/2014/main" id="{4DCE9FE1-E24F-41F0-845B-119459A19744}"/>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08A5ECD4-9AE2-4F41-8E6B-7B5E91071F13}"/>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ログ確認</a:t>
            </a:r>
          </a:p>
        </p:txBody>
      </p:sp>
      <p:sp>
        <p:nvSpPr>
          <p:cNvPr id="12" name="">
            <a:extLst xmlns:a="http://schemas.openxmlformats.org/drawingml/2006/main">
              <a:ext uri="{FF2B5EF4-FFF2-40B4-BE49-F238E27FC236}">
                <a16:creationId xmlns:a16="http://schemas.microsoft.com/office/drawing/2014/main" id="{F9E09E84-4746-45ED-B13F-ACFDE15AA694}"/>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失敗時は Portal より先に Actions の job log を確認します。</a:t>
            </a:r>
          </a:p>
        </p:txBody>
      </p:sp>
      <p:sp>
        <p:nvSpPr>
          <p:cNvPr id="13" name="">
            <a:extLst xmlns:a="http://schemas.openxmlformats.org/drawingml/2006/main">
              <a:ext uri="{FF2B5EF4-FFF2-40B4-BE49-F238E27FC236}">
                <a16:creationId xmlns:a16="http://schemas.microsoft.com/office/drawing/2014/main" id="{9D14D86A-71AB-4209-9441-D4F160BCA44C}"/>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D1D5D3-2961-487C-8585-73971C81E87E}"/>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ワークフロー成功を確認する</a:t>
            </a:r>
          </a:p>
        </p:txBody>
      </p:sp>
      <p:sp>
        <p:nvSpPr>
          <p:cNvPr id="2" name="">
            <a:extLst xmlns:a="http://schemas.openxmlformats.org/drawingml/2006/main">
              <a:ext uri="{FF2B5EF4-FFF2-40B4-BE49-F238E27FC236}">
                <a16:creationId xmlns:a16="http://schemas.microsoft.com/office/drawing/2014/main" id="{F283EB0C-1D74-4012-AC64-0E1D6713769B}"/>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27 / 48</a:t>
            </a:r>
          </a:p>
        </p:txBody>
      </p:sp>
      <p:sp>
        <p:nvSpPr>
          <p:cNvPr id="3" name="">
            <a:extLst xmlns:a="http://schemas.openxmlformats.org/drawingml/2006/main">
              <a:ext uri="{FF2B5EF4-FFF2-40B4-BE49-F238E27FC236}">
                <a16:creationId xmlns:a16="http://schemas.microsoft.com/office/drawing/2014/main" id="{9A04C7B7-7732-49EA-839B-57B60527915D}"/>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334880F2-0A64-41D4-A151-5A2B27A39C4C}"/>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API と Web の workflow が成功すると、ACR にイメージが作成され、Container Apps の revision が更新されます。</a:t>
            </a:r>
          </a:p>
        </p:txBody>
      </p:sp>
      <p:sp>
        <p:nvSpPr>
          <p:cNvPr id="5" name="">
            <a:extLst xmlns:a="http://schemas.openxmlformats.org/drawingml/2006/main">
              <a:ext uri="{FF2B5EF4-FFF2-40B4-BE49-F238E27FC236}">
                <a16:creationId xmlns:a16="http://schemas.microsoft.com/office/drawing/2014/main" id="{18D538C5-862F-4777-A593-DF56965C3E30}"/>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7ee41e3e2ad4496"/>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A803AD5-B151-49AB-AF60-4A3C2BF4F292}"/>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workflow 成功を確認する</a:t>
            </a:r>
          </a:p>
        </p:txBody>
      </p:sp>
      <p:sp>
        <p:nvSpPr>
          <p:cNvPr id="8" name="">
            <a:extLst xmlns:a="http://schemas.openxmlformats.org/drawingml/2006/main">
              <a:ext uri="{FF2B5EF4-FFF2-40B4-BE49-F238E27FC236}">
                <a16:creationId xmlns:a16="http://schemas.microsoft.com/office/drawing/2014/main" id="{306E8917-8B19-473C-8B94-F3578BD7C7CF}"/>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6483B9B1-6D38-4568-87C3-4BC793BEC757}"/>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8D989DE1-3C0A-4F8D-BB2B-36A8769161B2}"/>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F14E1742-800D-45A8-BDDF-27369BBFC09B}"/>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Success</a:t>
            </a:r>
          </a:p>
        </p:txBody>
      </p:sp>
      <p:sp>
        <p:nvSpPr>
          <p:cNvPr id="12" name="">
            <a:extLst xmlns:a="http://schemas.openxmlformats.org/drawingml/2006/main">
              <a:ext uri="{FF2B5EF4-FFF2-40B4-BE49-F238E27FC236}">
                <a16:creationId xmlns:a16="http://schemas.microsoft.com/office/drawing/2014/main" id="{60C5DB63-0E3A-4EF7-8CA1-FC370549CC59}"/>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成功後に ACR と Container Apps の確認へ進みます。</a:t>
            </a:r>
          </a:p>
        </p:txBody>
      </p:sp>
      <p:sp>
        <p:nvSpPr>
          <p:cNvPr id="13" name="">
            <a:extLst xmlns:a="http://schemas.openxmlformats.org/drawingml/2006/main">
              <a:ext uri="{FF2B5EF4-FFF2-40B4-BE49-F238E27FC236}">
                <a16:creationId xmlns:a16="http://schemas.microsoft.com/office/drawing/2014/main" id="{4DB64F0B-FBFF-4B07-A373-6A3CB26F4DB3}"/>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E7D2BD-FFC3-4FFA-A90A-B53C1E9B36B0}"/>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ACR の Repositories を確認する</a:t>
            </a:r>
          </a:p>
        </p:txBody>
      </p:sp>
      <p:sp>
        <p:nvSpPr>
          <p:cNvPr id="2" name="">
            <a:extLst xmlns:a="http://schemas.openxmlformats.org/drawingml/2006/main">
              <a:ext uri="{FF2B5EF4-FFF2-40B4-BE49-F238E27FC236}">
                <a16:creationId xmlns:a16="http://schemas.microsoft.com/office/drawing/2014/main" id="{AE034546-6FCD-43A8-A0BB-25D80552DED0}"/>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28 / 48</a:t>
            </a:r>
          </a:p>
        </p:txBody>
      </p:sp>
      <p:sp>
        <p:nvSpPr>
          <p:cNvPr id="3" name="">
            <a:extLst xmlns:a="http://schemas.openxmlformats.org/drawingml/2006/main">
              <a:ext uri="{FF2B5EF4-FFF2-40B4-BE49-F238E27FC236}">
                <a16:creationId xmlns:a16="http://schemas.microsoft.com/office/drawing/2014/main" id="{A9932C9F-AF53-4332-ACFD-403512414D13}"/>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8A92A4F8-59EC-4473-B27F-6C714623B070}"/>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workflow が成功すると、ACR に API/Web のコンテナイメージが作成されます。タグや repository の存在を確認します。</a:t>
            </a:r>
          </a:p>
        </p:txBody>
      </p:sp>
      <p:sp>
        <p:nvSpPr>
          <p:cNvPr id="5" name="">
            <a:extLst xmlns:a="http://schemas.openxmlformats.org/drawingml/2006/main">
              <a:ext uri="{FF2B5EF4-FFF2-40B4-BE49-F238E27FC236}">
                <a16:creationId xmlns:a16="http://schemas.microsoft.com/office/drawing/2014/main" id="{ECE924C5-643E-4932-9B7C-618EA63F990E}"/>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3fabf8d7843449d"/>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0742D7C-2877-4BA3-A103-B669E3D28676}"/>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ACR の repositories を確認する</a:t>
            </a:r>
          </a:p>
        </p:txBody>
      </p:sp>
      <p:sp>
        <p:nvSpPr>
          <p:cNvPr id="8" name="">
            <a:extLst xmlns:a="http://schemas.openxmlformats.org/drawingml/2006/main">
              <a:ext uri="{FF2B5EF4-FFF2-40B4-BE49-F238E27FC236}">
                <a16:creationId xmlns:a16="http://schemas.microsoft.com/office/drawing/2014/main" id="{B328B29F-5D65-4C6C-8440-EC11E60BB850}"/>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173EC31F-F073-41CE-B191-4AC430AB801A}"/>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8947F02D-796C-4626-9FCC-9E4CE4084E48}"/>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5F5A8BD3-3585-4A11-80EB-81323B1D4867}"/>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ACR</a:t>
            </a:r>
          </a:p>
        </p:txBody>
      </p:sp>
      <p:sp>
        <p:nvSpPr>
          <p:cNvPr id="12" name="">
            <a:extLst xmlns:a="http://schemas.openxmlformats.org/drawingml/2006/main">
              <a:ext uri="{FF2B5EF4-FFF2-40B4-BE49-F238E27FC236}">
                <a16:creationId xmlns:a16="http://schemas.microsoft.com/office/drawing/2014/main" id="{80D812EE-7033-410F-A8E5-337443B9A837}"/>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API/Web の repository とタグが作成されたことを見ます。</a:t>
            </a:r>
          </a:p>
        </p:txBody>
      </p:sp>
      <p:sp>
        <p:nvSpPr>
          <p:cNvPr id="13" name="">
            <a:extLst xmlns:a="http://schemas.openxmlformats.org/drawingml/2006/main">
              <a:ext uri="{FF2B5EF4-FFF2-40B4-BE49-F238E27FC236}">
                <a16:creationId xmlns:a16="http://schemas.microsoft.com/office/drawing/2014/main" id="{1DD40E1D-437E-4F66-9340-BADC15950D73}"/>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E1FEEC-7EB8-43B2-BD68-2B326AA61279}"/>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Environment 内のアプリ一覧</a:t>
            </a:r>
          </a:p>
        </p:txBody>
      </p:sp>
      <p:sp>
        <p:nvSpPr>
          <p:cNvPr id="2" name="">
            <a:extLst xmlns:a="http://schemas.openxmlformats.org/drawingml/2006/main">
              <a:ext uri="{FF2B5EF4-FFF2-40B4-BE49-F238E27FC236}">
                <a16:creationId xmlns:a16="http://schemas.microsoft.com/office/drawing/2014/main" id="{CDA0A379-FBE4-484D-BFDF-EB10FDD1D9DB}"/>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29 / 48</a:t>
            </a:r>
          </a:p>
        </p:txBody>
      </p:sp>
      <p:sp>
        <p:nvSpPr>
          <p:cNvPr id="3" name="">
            <a:extLst xmlns:a="http://schemas.openxmlformats.org/drawingml/2006/main">
              <a:ext uri="{FF2B5EF4-FFF2-40B4-BE49-F238E27FC236}">
                <a16:creationId xmlns:a16="http://schemas.microsoft.com/office/drawing/2014/main" id="{9640462B-7572-41C1-BC06-70932A7AB6A0}"/>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0CF641CE-4DA5-4468-B7B8-3D85C66789A7}"/>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Container Apps Environment 内に、API と Web の Container App が並んでいることを確認します。</a:t>
            </a:r>
          </a:p>
        </p:txBody>
      </p:sp>
      <p:sp>
        <p:nvSpPr>
          <p:cNvPr id="5" name="">
            <a:extLst xmlns:a="http://schemas.openxmlformats.org/drawingml/2006/main">
              <a:ext uri="{FF2B5EF4-FFF2-40B4-BE49-F238E27FC236}">
                <a16:creationId xmlns:a16="http://schemas.microsoft.com/office/drawing/2014/main" id="{891A45CD-F7E3-4626-ACAA-E304B6096FDA}"/>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67e882cd5bd45df"/>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EC64B88-0D3F-4C07-9C5B-AFDF98122A27}"/>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Environment 内の API/Web を確認する</a:t>
            </a:r>
          </a:p>
        </p:txBody>
      </p:sp>
      <p:sp>
        <p:nvSpPr>
          <p:cNvPr id="8" name="">
            <a:extLst xmlns:a="http://schemas.openxmlformats.org/drawingml/2006/main">
              <a:ext uri="{FF2B5EF4-FFF2-40B4-BE49-F238E27FC236}">
                <a16:creationId xmlns:a16="http://schemas.microsoft.com/office/drawing/2014/main" id="{4EDD7089-BC90-4FB9-884D-AE051A2D6AB2}"/>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96A99364-3F72-46F3-9E2E-BDC8DEFF735B}"/>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D4C20C71-41F1-4396-B75E-C42E10F1F15D}"/>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FC35E4D9-24C0-4C95-A99D-0870BEB2F807}"/>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Environment</a:t>
            </a:r>
          </a:p>
        </p:txBody>
      </p:sp>
      <p:sp>
        <p:nvSpPr>
          <p:cNvPr id="12" name="">
            <a:extLst xmlns:a="http://schemas.openxmlformats.org/drawingml/2006/main">
              <a:ext uri="{FF2B5EF4-FFF2-40B4-BE49-F238E27FC236}">
                <a16:creationId xmlns:a16="http://schemas.microsoft.com/office/drawing/2014/main" id="{E669B4B6-1357-4B17-9E5F-E8FE41066575}"/>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API と Web が同じ Container Apps Environment にあるか確認します。</a:t>
            </a:r>
          </a:p>
        </p:txBody>
      </p:sp>
      <p:sp>
        <p:nvSpPr>
          <p:cNvPr id="13" name="">
            <a:extLst xmlns:a="http://schemas.openxmlformats.org/drawingml/2006/main">
              <a:ext uri="{FF2B5EF4-FFF2-40B4-BE49-F238E27FC236}">
                <a16:creationId xmlns:a16="http://schemas.microsoft.com/office/drawing/2014/main" id="{A1CDA6BC-A491-4B00-9EA2-D95A9E021527}"/>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B8A485-A9AE-4FBE-9B1A-5305BA8CEAA5}"/>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API の revision を確認する</a:t>
            </a:r>
          </a:p>
        </p:txBody>
      </p:sp>
      <p:sp>
        <p:nvSpPr>
          <p:cNvPr id="2" name="">
            <a:extLst xmlns:a="http://schemas.openxmlformats.org/drawingml/2006/main">
              <a:ext uri="{FF2B5EF4-FFF2-40B4-BE49-F238E27FC236}">
                <a16:creationId xmlns:a16="http://schemas.microsoft.com/office/drawing/2014/main" id="{42410770-992E-4296-A91A-5B3D8E4DD2B7}"/>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30 / 48</a:t>
            </a:r>
          </a:p>
        </p:txBody>
      </p:sp>
      <p:sp>
        <p:nvSpPr>
          <p:cNvPr id="3" name="">
            <a:extLst xmlns:a="http://schemas.openxmlformats.org/drawingml/2006/main">
              <a:ext uri="{FF2B5EF4-FFF2-40B4-BE49-F238E27FC236}">
                <a16:creationId xmlns:a16="http://schemas.microsoft.com/office/drawing/2014/main" id="{402CA32C-747D-48DA-8DC1-5E8C11ED513F}"/>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711B4E67-5423-43DB-A306-FCDC69F93672}"/>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API のプレースホルダーが、実アプリのイメージを使う revision に更新されていることを確認します。</a:t>
            </a:r>
          </a:p>
        </p:txBody>
      </p:sp>
      <p:sp>
        <p:nvSpPr>
          <p:cNvPr id="5" name="">
            <a:extLst xmlns:a="http://schemas.openxmlformats.org/drawingml/2006/main">
              <a:ext uri="{FF2B5EF4-FFF2-40B4-BE49-F238E27FC236}">
                <a16:creationId xmlns:a16="http://schemas.microsoft.com/office/drawing/2014/main" id="{484FEDC3-E865-4016-A690-9AA4895DC2F7}"/>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5e60114cd8b43b3"/>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9677EF0-D918-45A1-86E0-AAE137FC7663}"/>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API Container App の revision</a:t>
            </a:r>
          </a:p>
        </p:txBody>
      </p:sp>
      <p:sp>
        <p:nvSpPr>
          <p:cNvPr id="8" name="">
            <a:extLst xmlns:a="http://schemas.openxmlformats.org/drawingml/2006/main">
              <a:ext uri="{FF2B5EF4-FFF2-40B4-BE49-F238E27FC236}">
                <a16:creationId xmlns:a16="http://schemas.microsoft.com/office/drawing/2014/main" id="{2E8C4122-4856-4721-BCD7-F24A2CB80D15}"/>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E3678B18-5117-4CB5-87DC-2AFBD1BBC795}"/>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881D5CA9-641B-492F-85BA-2E364B47EFF0}"/>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FAAED90A-4FB3-435B-936E-910C7DCFF66E}"/>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API revision</a:t>
            </a:r>
          </a:p>
        </p:txBody>
      </p:sp>
      <p:sp>
        <p:nvSpPr>
          <p:cNvPr id="12" name="">
            <a:extLst xmlns:a="http://schemas.openxmlformats.org/drawingml/2006/main">
              <a:ext uri="{FF2B5EF4-FFF2-40B4-BE49-F238E27FC236}">
                <a16:creationId xmlns:a16="http://schemas.microsoft.com/office/drawing/2014/main" id="{2CD53D50-95AC-428F-B329-F4F6F5E0D348}"/>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API が実アプリのイメージに更新されたことを確認します。</a:t>
            </a:r>
          </a:p>
        </p:txBody>
      </p:sp>
      <p:sp>
        <p:nvSpPr>
          <p:cNvPr id="13" name="">
            <a:extLst xmlns:a="http://schemas.openxmlformats.org/drawingml/2006/main">
              <a:ext uri="{FF2B5EF4-FFF2-40B4-BE49-F238E27FC236}">
                <a16:creationId xmlns:a16="http://schemas.microsoft.com/office/drawing/2014/main" id="{C381F705-261F-47BA-9EEF-65A1B0981B6D}"/>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FA05C90-1788-4A07-86AE-8AD86A4931DF}"/>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Web の revision を確認する</a:t>
            </a:r>
          </a:p>
        </p:txBody>
      </p:sp>
      <p:sp>
        <p:nvSpPr>
          <p:cNvPr id="2" name="">
            <a:extLst xmlns:a="http://schemas.openxmlformats.org/drawingml/2006/main">
              <a:ext uri="{FF2B5EF4-FFF2-40B4-BE49-F238E27FC236}">
                <a16:creationId xmlns:a16="http://schemas.microsoft.com/office/drawing/2014/main" id="{9711B10E-904A-47C4-B5B7-6C8F11500C51}"/>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31 / 48</a:t>
            </a:r>
          </a:p>
        </p:txBody>
      </p:sp>
      <p:sp>
        <p:nvSpPr>
          <p:cNvPr id="3" name="">
            <a:extLst xmlns:a="http://schemas.openxmlformats.org/drawingml/2006/main">
              <a:ext uri="{FF2B5EF4-FFF2-40B4-BE49-F238E27FC236}">
                <a16:creationId xmlns:a16="http://schemas.microsoft.com/office/drawing/2014/main" id="{C9EDDF97-1571-44FB-9C1A-EE8888379CBB}"/>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2686F770-BF0E-4527-8D4B-C5242FAA33FF}"/>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Web 側も新しいイメージの revision に更新されます。API と同じく、image と Status を確認します。</a:t>
            </a:r>
          </a:p>
        </p:txBody>
      </p:sp>
      <p:sp>
        <p:nvSpPr>
          <p:cNvPr id="5" name="">
            <a:extLst xmlns:a="http://schemas.openxmlformats.org/drawingml/2006/main">
              <a:ext uri="{FF2B5EF4-FFF2-40B4-BE49-F238E27FC236}">
                <a16:creationId xmlns:a16="http://schemas.microsoft.com/office/drawing/2014/main" id="{9A814DAA-CD72-465C-9E2F-74FA4B09014F}"/>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ef935e2d78d4105"/>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9BA53B3-7C7A-43BD-966A-9CF2863F7D74}"/>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Web Container App の revision</a:t>
            </a:r>
          </a:p>
        </p:txBody>
      </p:sp>
      <p:sp>
        <p:nvSpPr>
          <p:cNvPr id="8" name="">
            <a:extLst xmlns:a="http://schemas.openxmlformats.org/drawingml/2006/main">
              <a:ext uri="{FF2B5EF4-FFF2-40B4-BE49-F238E27FC236}">
                <a16:creationId xmlns:a16="http://schemas.microsoft.com/office/drawing/2014/main" id="{5CF78345-8407-48C3-B14D-0C414AE506DB}"/>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AF8E5192-EE69-47BF-9952-0179EEB8B9BD}"/>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8218CDC6-57F3-4987-8877-4D21EE5A048A}"/>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70CADF15-D7CE-4258-BBD7-8801B88E634D}"/>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Web revision</a:t>
            </a:r>
          </a:p>
        </p:txBody>
      </p:sp>
      <p:sp>
        <p:nvSpPr>
          <p:cNvPr id="12" name="">
            <a:extLst xmlns:a="http://schemas.openxmlformats.org/drawingml/2006/main">
              <a:ext uri="{FF2B5EF4-FFF2-40B4-BE49-F238E27FC236}">
                <a16:creationId xmlns:a16="http://schemas.microsoft.com/office/drawing/2014/main" id="{26BA0C75-879A-4CE2-A34D-8BD2932327F5}"/>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Web 側の image と Status を確認します。</a:t>
            </a:r>
          </a:p>
        </p:txBody>
      </p:sp>
      <p:sp>
        <p:nvSpPr>
          <p:cNvPr id="13" name="">
            <a:extLst xmlns:a="http://schemas.openxmlformats.org/drawingml/2006/main">
              <a:ext uri="{FF2B5EF4-FFF2-40B4-BE49-F238E27FC236}">
                <a16:creationId xmlns:a16="http://schemas.microsoft.com/office/drawing/2014/main" id="{47C09900-852C-44AD-8D2E-11E71136FDD4}"/>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5F915D-1C96-4D57-B615-6D52A0C311F7}"/>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Web URL を確認する</a:t>
            </a:r>
          </a:p>
        </p:txBody>
      </p:sp>
      <p:sp>
        <p:nvSpPr>
          <p:cNvPr id="2" name="">
            <a:extLst xmlns:a="http://schemas.openxmlformats.org/drawingml/2006/main">
              <a:ext uri="{FF2B5EF4-FFF2-40B4-BE49-F238E27FC236}">
                <a16:creationId xmlns:a16="http://schemas.microsoft.com/office/drawing/2014/main" id="{DD8B7F9A-7A39-40A7-961C-3CB453033722}"/>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32 / 48</a:t>
            </a:r>
          </a:p>
        </p:txBody>
      </p:sp>
      <p:sp>
        <p:nvSpPr>
          <p:cNvPr id="3" name="">
            <a:extLst xmlns:a="http://schemas.openxmlformats.org/drawingml/2006/main">
              <a:ext uri="{FF2B5EF4-FFF2-40B4-BE49-F238E27FC236}">
                <a16:creationId xmlns:a16="http://schemas.microsoft.com/office/drawing/2014/main" id="{19D4DAC8-5F29-4E36-8892-D76CF3413193}"/>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A2BDC844-EA42-4003-B8D8-D1FAB3FE592F}"/>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利用者がアクセスする入口は Web Container App の Application URL です。第5回で記録した URL と一致しているか確認します。</a:t>
            </a:r>
          </a:p>
        </p:txBody>
      </p:sp>
      <p:sp>
        <p:nvSpPr>
          <p:cNvPr id="5" name="">
            <a:extLst xmlns:a="http://schemas.openxmlformats.org/drawingml/2006/main">
              <a:ext uri="{FF2B5EF4-FFF2-40B4-BE49-F238E27FC236}">
                <a16:creationId xmlns:a16="http://schemas.microsoft.com/office/drawing/2014/main" id="{56C0ECD1-840E-4128-BB2F-343D3283449D}"/>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1387900719b4769"/>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CF127F4-0723-4C3A-A051-2BF7C02B7A7A}"/>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Web Application URL を確認する</a:t>
            </a:r>
          </a:p>
        </p:txBody>
      </p:sp>
      <p:sp>
        <p:nvSpPr>
          <p:cNvPr id="8" name="">
            <a:extLst xmlns:a="http://schemas.openxmlformats.org/drawingml/2006/main">
              <a:ext uri="{FF2B5EF4-FFF2-40B4-BE49-F238E27FC236}">
                <a16:creationId xmlns:a16="http://schemas.microsoft.com/office/drawing/2014/main" id="{2DB8E12F-18F4-40DE-98A7-BE444B014D6F}"/>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E36D0598-9476-4C6F-BABF-4A9B031126D9}"/>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7C07CC24-76BF-466D-BAAB-A773D8A08AE5}"/>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EDA3EFD9-8549-4B01-9F89-B4FFE2F96B27}"/>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Web URL</a:t>
            </a:r>
          </a:p>
        </p:txBody>
      </p:sp>
      <p:sp>
        <p:nvSpPr>
          <p:cNvPr id="12" name="">
            <a:extLst xmlns:a="http://schemas.openxmlformats.org/drawingml/2006/main">
              <a:ext uri="{FF2B5EF4-FFF2-40B4-BE49-F238E27FC236}">
                <a16:creationId xmlns:a16="http://schemas.microsoft.com/office/drawing/2014/main" id="{92CDC970-53B2-4568-B433-C89F78B5D928}"/>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利用者入口であり、redirect URI と一致させる URL です。</a:t>
            </a:r>
          </a:p>
        </p:txBody>
      </p:sp>
      <p:sp>
        <p:nvSpPr>
          <p:cNvPr id="13" name="">
            <a:extLst xmlns:a="http://schemas.openxmlformats.org/drawingml/2006/main">
              <a:ext uri="{FF2B5EF4-FFF2-40B4-BE49-F238E27FC236}">
                <a16:creationId xmlns:a16="http://schemas.microsoft.com/office/drawing/2014/main" id="{E38D6469-4139-4F33-B31C-8F4B3F07BD6E}"/>
              </a:ext>
            </a:extLst>
          </p:cNvPr>
          <p:cNvSpPr>
            <a:spLocks xmlns:a="http://schemas.openxmlformats.org/drawingml/2006/main" noGrp="1"/>
          </p:cNvSpPr>
          <p:nvPr/>
        </p:nvSpPr>
        <p:spPr>
          <a:xfrm xmlns:a="http://schemas.openxmlformats.org/drawingml/2006/main">
            <a:off x="952500" y="4305300"/>
            <a:ext cx="3619500" cy="666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
            <a:extLst xmlns:a="http://schemas.openxmlformats.org/drawingml/2006/main">
              <a:ext uri="{FF2B5EF4-FFF2-40B4-BE49-F238E27FC236}">
                <a16:creationId xmlns:a16="http://schemas.microsoft.com/office/drawing/2014/main" id="{0E8DED17-4A94-4F38-BE16-2A06D1C2AC01}"/>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BB840F-4B45-4AE1-A423-A1FE90704FAD}"/>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Entra ID redirect URI を確認する</a:t>
            </a:r>
          </a:p>
        </p:txBody>
      </p:sp>
      <p:sp>
        <p:nvSpPr>
          <p:cNvPr id="2" name="">
            <a:extLst xmlns:a="http://schemas.openxmlformats.org/drawingml/2006/main">
              <a:ext uri="{FF2B5EF4-FFF2-40B4-BE49-F238E27FC236}">
                <a16:creationId xmlns:a16="http://schemas.microsoft.com/office/drawing/2014/main" id="{EB8CB97D-85DE-4E33-A180-095089CE06F9}"/>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33 / 48</a:t>
            </a:r>
          </a:p>
        </p:txBody>
      </p:sp>
      <p:sp>
        <p:nvSpPr>
          <p:cNvPr id="3" name="">
            <a:extLst xmlns:a="http://schemas.openxmlformats.org/drawingml/2006/main">
              <a:ext uri="{FF2B5EF4-FFF2-40B4-BE49-F238E27FC236}">
                <a16:creationId xmlns:a16="http://schemas.microsoft.com/office/drawing/2014/main" id="{098347E1-199C-4C83-ACA3-2AF81A2864F1}"/>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6D142A7E-3879-4577-8D38-8737DF37493C}"/>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Web サインインが成功するには、Entra ID の SPA redirect URI と Web Container App URL が一致している必要があります。</a:t>
            </a:r>
          </a:p>
        </p:txBody>
      </p:sp>
      <p:sp>
        <p:nvSpPr>
          <p:cNvPr id="5" name="">
            <a:extLst xmlns:a="http://schemas.openxmlformats.org/drawingml/2006/main">
              <a:ext uri="{FF2B5EF4-FFF2-40B4-BE49-F238E27FC236}">
                <a16:creationId xmlns:a16="http://schemas.microsoft.com/office/drawing/2014/main" id="{D9ADFF98-70B3-4B67-A95A-2867AF03C3C7}"/>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d2672250a46400b"/>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5A8EB83-5D2D-41BB-B6AB-B601C1CB2839}"/>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SPA redirect URI を確認する</a:t>
            </a:r>
          </a:p>
        </p:txBody>
      </p:sp>
      <p:sp>
        <p:nvSpPr>
          <p:cNvPr id="8" name="">
            <a:extLst xmlns:a="http://schemas.openxmlformats.org/drawingml/2006/main">
              <a:ext uri="{FF2B5EF4-FFF2-40B4-BE49-F238E27FC236}">
                <a16:creationId xmlns:a16="http://schemas.microsoft.com/office/drawing/2014/main" id="{A62398CE-303B-4897-BFA7-46CC3D81A8CD}"/>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7B553191-C836-47B5-A655-A5FB514F196F}"/>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EA580C"/>
            </a:solidFill>
            <a:prstDash val="solid"/>
          </a:ln>
        </p:spPr>
      </p:sp>
      <p:sp>
        <p:nvSpPr>
          <p:cNvPr id="10" name="">
            <a:extLst xmlns:a="http://schemas.openxmlformats.org/drawingml/2006/main">
              <a:ext uri="{FF2B5EF4-FFF2-40B4-BE49-F238E27FC236}">
                <a16:creationId xmlns:a16="http://schemas.microsoft.com/office/drawing/2014/main" id="{B086DE11-2F58-4A3C-B83B-BC12F15FDB28}"/>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1A349E5E-D022-4D12-9C6D-6533E0D4957E}"/>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Redirect URI</a:t>
            </a:r>
          </a:p>
        </p:txBody>
      </p:sp>
      <p:sp>
        <p:nvSpPr>
          <p:cNvPr id="12" name="">
            <a:extLst xmlns:a="http://schemas.openxmlformats.org/drawingml/2006/main">
              <a:ext uri="{FF2B5EF4-FFF2-40B4-BE49-F238E27FC236}">
                <a16:creationId xmlns:a16="http://schemas.microsoft.com/office/drawing/2014/main" id="{87288E1C-96E3-4F6E-BCEE-30C3E0916ACB}"/>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Web サインイン失敗時の主要確認箇所です。</a:t>
            </a:r>
          </a:p>
        </p:txBody>
      </p:sp>
      <p:sp>
        <p:nvSpPr>
          <p:cNvPr id="13" name="">
            <a:extLst xmlns:a="http://schemas.openxmlformats.org/drawingml/2006/main">
              <a:ext uri="{FF2B5EF4-FFF2-40B4-BE49-F238E27FC236}">
                <a16:creationId xmlns:a16="http://schemas.microsoft.com/office/drawing/2014/main" id="{4C55097D-4332-438E-AEBC-CAD7A75FEAA5}"/>
              </a:ext>
            </a:extLst>
          </p:cNvPr>
          <p:cNvSpPr>
            <a:spLocks xmlns:a="http://schemas.openxmlformats.org/drawingml/2006/main" noGrp="1"/>
          </p:cNvSpPr>
          <p:nvPr/>
        </p:nvSpPr>
        <p:spPr>
          <a:xfrm xmlns:a="http://schemas.openxmlformats.org/drawingml/2006/main">
            <a:off x="952500" y="4305300"/>
            <a:ext cx="3619500" cy="666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
            <a:extLst xmlns:a="http://schemas.openxmlformats.org/drawingml/2006/main">
              <a:ext uri="{FF2B5EF4-FFF2-40B4-BE49-F238E27FC236}">
                <a16:creationId xmlns:a16="http://schemas.microsoft.com/office/drawing/2014/main" id="{5715625D-C437-4DAE-BFDD-AD75701118FA}"/>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95B149D-291C-4960-B74F-92E1EFD02ECA}"/>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GitHub variables の URL を確認する</a:t>
            </a:r>
          </a:p>
        </p:txBody>
      </p:sp>
      <p:sp>
        <p:nvSpPr>
          <p:cNvPr id="2" name="">
            <a:extLst xmlns:a="http://schemas.openxmlformats.org/drawingml/2006/main">
              <a:ext uri="{FF2B5EF4-FFF2-40B4-BE49-F238E27FC236}">
                <a16:creationId xmlns:a16="http://schemas.microsoft.com/office/drawing/2014/main" id="{9B572888-E4F7-4570-A9B9-682047EF0D8E}"/>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34 / 48</a:t>
            </a:r>
          </a:p>
        </p:txBody>
      </p:sp>
      <p:sp>
        <p:nvSpPr>
          <p:cNvPr id="3" name="">
            <a:extLst xmlns:a="http://schemas.openxmlformats.org/drawingml/2006/main">
              <a:ext uri="{FF2B5EF4-FFF2-40B4-BE49-F238E27FC236}">
                <a16:creationId xmlns:a16="http://schemas.microsoft.com/office/drawing/2014/main" id="{15673AEC-E857-4FB9-8723-9F3546374F63}"/>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D5FDDE8A-5149-4287-9430-FCA9C6D578B1}"/>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AZURE_REDIRECT_URI と API_PROXY_TARGET が、実際の Web/API URL と一致しているか確認します。</a:t>
            </a:r>
          </a:p>
        </p:txBody>
      </p:sp>
      <p:sp>
        <p:nvSpPr>
          <p:cNvPr id="5" name="">
            <a:extLst xmlns:a="http://schemas.openxmlformats.org/drawingml/2006/main">
              <a:ext uri="{FF2B5EF4-FFF2-40B4-BE49-F238E27FC236}">
                <a16:creationId xmlns:a16="http://schemas.microsoft.com/office/drawing/2014/main" id="{0EF12770-61D6-433B-B036-3109A4C29736}"/>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941db52632e46ae"/>
          <a:stretch xmlns:a="http://schemas.openxmlformats.org/drawingml/2006/main"/>
        </p:blipFill>
        <p:spPr>
          <a:xfrm xmlns:a="http://schemas.openxmlformats.org/drawingml/2006/main">
            <a:off x="6903244" y="1828800"/>
            <a:ext cx="2671763" cy="3562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887CD41-5FE8-4544-90DC-F669A1BAC53B}"/>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URL variables を確認する</a:t>
            </a:r>
          </a:p>
        </p:txBody>
      </p:sp>
      <p:sp>
        <p:nvSpPr>
          <p:cNvPr id="8" name="">
            <a:extLst xmlns:a="http://schemas.openxmlformats.org/drawingml/2006/main">
              <a:ext uri="{FF2B5EF4-FFF2-40B4-BE49-F238E27FC236}">
                <a16:creationId xmlns:a16="http://schemas.microsoft.com/office/drawing/2014/main" id="{BE7E9BFD-190D-4C09-A88D-711986247E33}"/>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7F83A72A-E6E2-4CC3-9E1C-347F27C23259}"/>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7C3AED"/>
            </a:solidFill>
            <a:prstDash val="solid"/>
          </a:ln>
        </p:spPr>
      </p:sp>
      <p:sp>
        <p:nvSpPr>
          <p:cNvPr id="10" name="">
            <a:extLst xmlns:a="http://schemas.openxmlformats.org/drawingml/2006/main">
              <a:ext uri="{FF2B5EF4-FFF2-40B4-BE49-F238E27FC236}">
                <a16:creationId xmlns:a16="http://schemas.microsoft.com/office/drawing/2014/main" id="{129F55DA-5C3B-4748-B111-01A0050AB496}"/>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C3AED"/>
                </a:solidFill>
                <a:latin typeface="Yu Gothic"/>
                <a:ea typeface="Yu Gothic"/>
                <a:cs typeface="Yu Gothic"/>
              </a:defRPr>
            </a:pPr>
            <a:r>
              <a:rPr sz="900" b="1">
                <a:solidFill>
                  <a:srgbClr val="7C3AE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753534EE-81CD-4B32-A14B-B79AB56D5CAE}"/>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URL variables</a:t>
            </a:r>
          </a:p>
        </p:txBody>
      </p:sp>
      <p:sp>
        <p:nvSpPr>
          <p:cNvPr id="12" name="">
            <a:extLst xmlns:a="http://schemas.openxmlformats.org/drawingml/2006/main">
              <a:ext uri="{FF2B5EF4-FFF2-40B4-BE49-F238E27FC236}">
                <a16:creationId xmlns:a16="http://schemas.microsoft.com/office/drawing/2014/main" id="{2B9302CD-9069-48BA-AABE-56F1B581C978}"/>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AZURE_REDIRECT_URI と API_PROXY_TARGET を取り違えないようにします。</a:t>
            </a:r>
          </a:p>
        </p:txBody>
      </p:sp>
      <p:sp>
        <p:nvSpPr>
          <p:cNvPr id="13" name="">
            <a:extLst xmlns:a="http://schemas.openxmlformats.org/drawingml/2006/main">
              <a:ext uri="{FF2B5EF4-FFF2-40B4-BE49-F238E27FC236}">
                <a16:creationId xmlns:a16="http://schemas.microsoft.com/office/drawing/2014/main" id="{8AF01BA4-A37A-482E-8E1E-65D65CFFA8DF}"/>
              </a:ext>
            </a:extLst>
          </p:cNvPr>
          <p:cNvSpPr>
            <a:spLocks xmlns:a="http://schemas.openxmlformats.org/drawingml/2006/main" noGrp="1"/>
          </p:cNvSpPr>
          <p:nvPr/>
        </p:nvSpPr>
        <p:spPr>
          <a:xfrm xmlns:a="http://schemas.openxmlformats.org/drawingml/2006/main">
            <a:off x="952500" y="4305300"/>
            <a:ext cx="3619500" cy="666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
            <a:extLst xmlns:a="http://schemas.openxmlformats.org/drawingml/2006/main">
              <a:ext uri="{FF2B5EF4-FFF2-40B4-BE49-F238E27FC236}">
                <a16:creationId xmlns:a16="http://schemas.microsoft.com/office/drawing/2014/main" id="{BD9CE275-DA73-4B18-A93E-F9AB8286B8F6}"/>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859A62-F892-4CCA-9658-760DD8EBE37A}"/>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Web アプリにアクセスする</a:t>
            </a:r>
          </a:p>
        </p:txBody>
      </p:sp>
      <p:sp>
        <p:nvSpPr>
          <p:cNvPr id="2" name="">
            <a:extLst xmlns:a="http://schemas.openxmlformats.org/drawingml/2006/main">
              <a:ext uri="{FF2B5EF4-FFF2-40B4-BE49-F238E27FC236}">
                <a16:creationId xmlns:a16="http://schemas.microsoft.com/office/drawing/2014/main" id="{9816729D-8D59-4A59-AC6E-68F6481D99C5}"/>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35 / 48</a:t>
            </a:r>
          </a:p>
        </p:txBody>
      </p:sp>
      <p:sp>
        <p:nvSpPr>
          <p:cNvPr id="3" name="">
            <a:extLst xmlns:a="http://schemas.openxmlformats.org/drawingml/2006/main">
              <a:ext uri="{FF2B5EF4-FFF2-40B4-BE49-F238E27FC236}">
                <a16:creationId xmlns:a16="http://schemas.microsoft.com/office/drawing/2014/main" id="{0B0EBED4-7A6C-4C19-B359-FCD4E19354C0}"/>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FE7F7207-56C9-4CEE-A8C7-FBDC602D49C9}"/>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ブラウザーで Web URL を開き、Todo アプリのログイン画面が表示されることを確認します。</a:t>
            </a:r>
          </a:p>
        </p:txBody>
      </p:sp>
      <p:sp>
        <p:nvSpPr>
          <p:cNvPr id="5" name="">
            <a:extLst xmlns:a="http://schemas.openxmlformats.org/drawingml/2006/main">
              <a:ext uri="{FF2B5EF4-FFF2-40B4-BE49-F238E27FC236}">
                <a16:creationId xmlns:a16="http://schemas.microsoft.com/office/drawing/2014/main" id="{A8AC0C28-054B-411A-8229-42204ED86098}"/>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9613b2b5db64993"/>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B5BFB16-CDD2-48A5-9D1F-A78E7C64589B}"/>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Todo アプリのログイン画面を確認する</a:t>
            </a:r>
          </a:p>
        </p:txBody>
      </p:sp>
      <p:sp>
        <p:nvSpPr>
          <p:cNvPr id="8" name="">
            <a:extLst xmlns:a="http://schemas.openxmlformats.org/drawingml/2006/main">
              <a:ext uri="{FF2B5EF4-FFF2-40B4-BE49-F238E27FC236}">
                <a16:creationId xmlns:a16="http://schemas.microsoft.com/office/drawing/2014/main" id="{319AEBEA-FC76-4657-AB5F-69426445B5E9}"/>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06FC107B-5905-4E60-9204-09A9826BF104}"/>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0D4111F3-D43F-427C-8F9D-312087036164}"/>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15231008-1882-4A78-BBB9-49A565FE5766}"/>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Web アプリ</a:t>
            </a:r>
          </a:p>
        </p:txBody>
      </p:sp>
      <p:sp>
        <p:nvSpPr>
          <p:cNvPr id="12" name="">
            <a:extLst xmlns:a="http://schemas.openxmlformats.org/drawingml/2006/main">
              <a:ext uri="{FF2B5EF4-FFF2-40B4-BE49-F238E27FC236}">
                <a16:creationId xmlns:a16="http://schemas.microsoft.com/office/drawing/2014/main" id="{63F447EB-5E49-4ADD-AB8C-73B60794C93B}"/>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Web URL を開き、ログイン画面が表示されることを確認します。</a:t>
            </a:r>
          </a:p>
        </p:txBody>
      </p:sp>
      <p:sp>
        <p:nvSpPr>
          <p:cNvPr id="13" name="">
            <a:extLst xmlns:a="http://schemas.openxmlformats.org/drawingml/2006/main">
              <a:ext uri="{FF2B5EF4-FFF2-40B4-BE49-F238E27FC236}">
                <a16:creationId xmlns:a16="http://schemas.microsoft.com/office/drawing/2014/main" id="{414A2CF0-7340-425F-8EE3-FD7FC63547D6}"/>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CB3B49-339C-4313-BFE7-2962E4F3900E}"/>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Entra ID でサインインする</a:t>
            </a:r>
          </a:p>
        </p:txBody>
      </p:sp>
      <p:sp>
        <p:nvSpPr>
          <p:cNvPr id="2" name="">
            <a:extLst xmlns:a="http://schemas.openxmlformats.org/drawingml/2006/main">
              <a:ext uri="{FF2B5EF4-FFF2-40B4-BE49-F238E27FC236}">
                <a16:creationId xmlns:a16="http://schemas.microsoft.com/office/drawing/2014/main" id="{0F18DDED-507D-4518-8040-D9B60A3390AA}"/>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36 / 48</a:t>
            </a:r>
          </a:p>
        </p:txBody>
      </p:sp>
      <p:sp>
        <p:nvSpPr>
          <p:cNvPr id="3" name="">
            <a:extLst xmlns:a="http://schemas.openxmlformats.org/drawingml/2006/main">
              <a:ext uri="{FF2B5EF4-FFF2-40B4-BE49-F238E27FC236}">
                <a16:creationId xmlns:a16="http://schemas.microsoft.com/office/drawing/2014/main" id="{30A9AD37-3441-40D3-BC5B-A0442988D02B}"/>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55103349-9416-4A34-BD93-81B3AEE58729}"/>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Microsoft Entra ID の認証を通って Todo 画面に入ります。個人情報が画面共有やスクリーンショットに写らないようにします。</a:t>
            </a:r>
          </a:p>
        </p:txBody>
      </p:sp>
      <p:sp>
        <p:nvSpPr>
          <p:cNvPr id="5" name="">
            <a:extLst xmlns:a="http://schemas.openxmlformats.org/drawingml/2006/main">
              <a:ext uri="{FF2B5EF4-FFF2-40B4-BE49-F238E27FC236}">
                <a16:creationId xmlns:a16="http://schemas.microsoft.com/office/drawing/2014/main" id="{68BA5B2F-931F-4B91-AC36-2106F32C6F70}"/>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4cc445f17464ea3"/>
          <a:stretch xmlns:a="http://schemas.openxmlformats.org/drawingml/2006/main"/>
        </p:blipFill>
        <p:spPr>
          <a:xfrm xmlns:a="http://schemas.openxmlformats.org/drawingml/2006/main">
            <a:off x="5368166" y="1828800"/>
            <a:ext cx="5741918" cy="3562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77A60E5-3D67-4BEC-B927-B4786AF7A52D}"/>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Entra ID でサインインする</a:t>
            </a:r>
          </a:p>
        </p:txBody>
      </p:sp>
      <p:sp>
        <p:nvSpPr>
          <p:cNvPr id="8" name="">
            <a:extLst xmlns:a="http://schemas.openxmlformats.org/drawingml/2006/main">
              <a:ext uri="{FF2B5EF4-FFF2-40B4-BE49-F238E27FC236}">
                <a16:creationId xmlns:a16="http://schemas.microsoft.com/office/drawing/2014/main" id="{EBC90BDC-D9BA-4C7F-B8E1-6078E00CA5C8}"/>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51D7C97D-2E44-4431-9ADB-E9C5004C6029}"/>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7C3AED"/>
            </a:solidFill>
            <a:prstDash val="solid"/>
          </a:ln>
        </p:spPr>
      </p:sp>
      <p:sp>
        <p:nvSpPr>
          <p:cNvPr id="10" name="">
            <a:extLst xmlns:a="http://schemas.openxmlformats.org/drawingml/2006/main">
              <a:ext uri="{FF2B5EF4-FFF2-40B4-BE49-F238E27FC236}">
                <a16:creationId xmlns:a16="http://schemas.microsoft.com/office/drawing/2014/main" id="{FD539F92-7D23-407C-ADFF-E93BADD9AD50}"/>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C3AED"/>
                </a:solidFill>
                <a:latin typeface="Yu Gothic"/>
                <a:ea typeface="Yu Gothic"/>
                <a:cs typeface="Yu Gothic"/>
              </a:defRPr>
            </a:pPr>
            <a:r>
              <a:rPr sz="900" b="1">
                <a:solidFill>
                  <a:srgbClr val="7C3AE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09D6B1F9-CBDE-462B-BD48-2BEBEB18DE59}"/>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サインイン</a:t>
            </a:r>
          </a:p>
        </p:txBody>
      </p:sp>
      <p:sp>
        <p:nvSpPr>
          <p:cNvPr id="12" name="">
            <a:extLst xmlns:a="http://schemas.openxmlformats.org/drawingml/2006/main">
              <a:ext uri="{FF2B5EF4-FFF2-40B4-BE49-F238E27FC236}">
                <a16:creationId xmlns:a16="http://schemas.microsoft.com/office/drawing/2014/main" id="{51A27D15-2EF5-47F1-9335-37C1A7BAEE75}"/>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ユーザー名やメールが画面共有に写らないよう注意します。</a:t>
            </a:r>
          </a:p>
        </p:txBody>
      </p:sp>
      <p:sp>
        <p:nvSpPr>
          <p:cNvPr id="13" name="">
            <a:extLst xmlns:a="http://schemas.openxmlformats.org/drawingml/2006/main">
              <a:ext uri="{FF2B5EF4-FFF2-40B4-BE49-F238E27FC236}">
                <a16:creationId xmlns:a16="http://schemas.microsoft.com/office/drawing/2014/main" id="{A2D70CA5-F050-4D93-ABB3-D0E4D1FF77F9}"/>
              </a:ext>
            </a:extLst>
          </p:cNvPr>
          <p:cNvSpPr>
            <a:spLocks xmlns:a="http://schemas.openxmlformats.org/drawingml/2006/main" noGrp="1"/>
          </p:cNvSpPr>
          <p:nvPr/>
        </p:nvSpPr>
        <p:spPr>
          <a:xfrm xmlns:a="http://schemas.openxmlformats.org/drawingml/2006/main">
            <a:off x="952500" y="4305300"/>
            <a:ext cx="3619500" cy="666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
            <a:extLst xmlns:a="http://schemas.openxmlformats.org/drawingml/2006/main">
              <a:ext uri="{FF2B5EF4-FFF2-40B4-BE49-F238E27FC236}">
                <a16:creationId xmlns:a16="http://schemas.microsoft.com/office/drawing/2014/main" id="{E0D4E723-95EA-4A34-BCBE-0346DBE55782}"/>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6A612D-4637-4CB2-9F3E-1448210FC0B5}"/>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Todo を作成する</a:t>
            </a:r>
          </a:p>
        </p:txBody>
      </p:sp>
      <p:sp>
        <p:nvSpPr>
          <p:cNvPr id="2" name="">
            <a:extLst xmlns:a="http://schemas.openxmlformats.org/drawingml/2006/main">
              <a:ext uri="{FF2B5EF4-FFF2-40B4-BE49-F238E27FC236}">
                <a16:creationId xmlns:a16="http://schemas.microsoft.com/office/drawing/2014/main" id="{63AA276F-63B0-458F-9110-E66B9B18F721}"/>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37 / 48</a:t>
            </a:r>
          </a:p>
        </p:txBody>
      </p:sp>
      <p:sp>
        <p:nvSpPr>
          <p:cNvPr id="3" name="">
            <a:extLst xmlns:a="http://schemas.openxmlformats.org/drawingml/2006/main">
              <a:ext uri="{FF2B5EF4-FFF2-40B4-BE49-F238E27FC236}">
                <a16:creationId xmlns:a16="http://schemas.microsoft.com/office/drawing/2014/main" id="{7BCE48AC-5D9C-43CF-8C6B-87A1A927D16B}"/>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96EC9A7B-3F86-4444-B8AB-E2F5B385CEFA}"/>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新しい Todo を追加し、Web から API を通って DB に保存されることを確認します。</a:t>
            </a:r>
          </a:p>
        </p:txBody>
      </p:sp>
      <p:sp>
        <p:nvSpPr>
          <p:cNvPr id="5" name="">
            <a:extLst xmlns:a="http://schemas.openxmlformats.org/drawingml/2006/main">
              <a:ext uri="{FF2B5EF4-FFF2-40B4-BE49-F238E27FC236}">
                <a16:creationId xmlns:a16="http://schemas.microsoft.com/office/drawing/2014/main" id="{81C99B2A-6156-4FCA-A926-983A7D352B19}"/>
              </a:ext>
            </a:extLst>
          </p:cNvPr>
          <p:cNvSpPr>
            <a:spLocks xmlns:a="http://schemas.openxmlformats.org/drawingml/2006/main" noGrp="1"/>
          </p:cNvSpPr>
          <p:nvPr/>
        </p:nvSpPr>
        <p:spPr>
          <a:xfrm xmlns:a="http://schemas.openxmlformats.org/drawingml/2006/main">
            <a:off x="904875" y="1866900"/>
            <a:ext cx="4972050" cy="342900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36a64e3df244db4"/>
          <a:stretch xmlns:a="http://schemas.openxmlformats.org/drawingml/2006/main"/>
        </p:blipFill>
        <p:spPr>
          <a:xfrm xmlns:a="http://schemas.openxmlformats.org/drawingml/2006/main">
            <a:off x="1019175" y="2113955"/>
            <a:ext cx="4743450" cy="266819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DFCE4C-1F7A-490A-A018-84C480BA3680}"/>
              </a:ext>
            </a:extLst>
          </p:cNvPr>
          <p:cNvSpPr>
            <a:spLocks xmlns:a="http://schemas.openxmlformats.org/drawingml/2006/main" noGrp="1"/>
          </p:cNvSpPr>
          <p:nvPr/>
        </p:nvSpPr>
        <p:spPr>
          <a:xfrm xmlns:a="http://schemas.openxmlformats.org/drawingml/2006/main">
            <a:off x="1057275" y="4972050"/>
            <a:ext cx="46672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Todo 一覧を表示する</a:t>
            </a:r>
          </a:p>
        </p:txBody>
      </p:sp>
      <p:sp>
        <p:nvSpPr>
          <p:cNvPr id="8" name="">
            <a:extLst xmlns:a="http://schemas.openxmlformats.org/drawingml/2006/main">
              <a:ext uri="{FF2B5EF4-FFF2-40B4-BE49-F238E27FC236}">
                <a16:creationId xmlns:a16="http://schemas.microsoft.com/office/drawing/2014/main" id="{F70A2F6A-0E88-4108-AD02-5D42D88FC1CA}"/>
              </a:ext>
            </a:extLst>
          </p:cNvPr>
          <p:cNvSpPr>
            <a:spLocks xmlns:a="http://schemas.openxmlformats.org/drawingml/2006/main" noGrp="1"/>
          </p:cNvSpPr>
          <p:nvPr/>
        </p:nvSpPr>
        <p:spPr>
          <a:xfrm xmlns:a="http://schemas.openxmlformats.org/drawingml/2006/main">
            <a:off x="6334125" y="1866900"/>
            <a:ext cx="4972050" cy="3429000"/>
          </a:xfrm>
          <a:prstGeom xmlns:a="http://schemas.openxmlformats.org/drawingml/2006/main" prst="rect">
            <a:avLst/>
          </a:prstGeom>
          <a:ln xmlns:a="http://schemas.openxmlformats.org/drawingml/2006/main" w="9525">
            <a:solidFill>
              <a:srgbClr val="CAD5E4"/>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0f0db0640144238"/>
          <a:stretch xmlns:a="http://schemas.openxmlformats.org/drawingml/2006/main"/>
        </p:blipFill>
        <p:spPr>
          <a:xfrm xmlns:a="http://schemas.openxmlformats.org/drawingml/2006/main">
            <a:off x="6448425" y="2113955"/>
            <a:ext cx="4743450" cy="266819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FAE6612-F0EC-41D8-8D46-F1A1A664A6D7}"/>
              </a:ext>
            </a:extLst>
          </p:cNvPr>
          <p:cNvSpPr>
            <a:spLocks xmlns:a="http://schemas.openxmlformats.org/drawingml/2006/main" noGrp="1"/>
          </p:cNvSpPr>
          <p:nvPr/>
        </p:nvSpPr>
        <p:spPr>
          <a:xfrm xmlns:a="http://schemas.openxmlformats.org/drawingml/2006/main">
            <a:off x="6486525" y="4972050"/>
            <a:ext cx="46672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Todo 作成を確認する</a:t>
            </a:r>
          </a:p>
        </p:txBody>
      </p:sp>
      <p:sp>
        <p:nvSpPr>
          <p:cNvPr id="11" name="">
            <a:extLst xmlns:a="http://schemas.openxmlformats.org/drawingml/2006/main">
              <a:ext uri="{FF2B5EF4-FFF2-40B4-BE49-F238E27FC236}">
                <a16:creationId xmlns:a16="http://schemas.microsoft.com/office/drawing/2014/main" id="{2F77DABF-371B-4437-9D7D-4B87E52C23E9}"/>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BFA444-311A-4B4B-B428-007497961151}"/>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Todo を編集・削除する</a:t>
            </a:r>
          </a:p>
        </p:txBody>
      </p:sp>
      <p:sp>
        <p:nvSpPr>
          <p:cNvPr id="2" name="">
            <a:extLst xmlns:a="http://schemas.openxmlformats.org/drawingml/2006/main">
              <a:ext uri="{FF2B5EF4-FFF2-40B4-BE49-F238E27FC236}">
                <a16:creationId xmlns:a16="http://schemas.microsoft.com/office/drawing/2014/main" id="{9B0E1A90-CB78-46E5-AF3F-3614777EBF80}"/>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38 / 48</a:t>
            </a:r>
          </a:p>
        </p:txBody>
      </p:sp>
      <p:sp>
        <p:nvSpPr>
          <p:cNvPr id="3" name="">
            <a:extLst xmlns:a="http://schemas.openxmlformats.org/drawingml/2006/main">
              <a:ext uri="{FF2B5EF4-FFF2-40B4-BE49-F238E27FC236}">
                <a16:creationId xmlns:a16="http://schemas.microsoft.com/office/drawing/2014/main" id="{A25A4841-A861-46DF-B360-E664BC735841}"/>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236506FC-7009-4E7F-B35B-4B5360E9C9F3}"/>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更新と削除が成功することで、Web、API、DB の基本動作が一通りつながっていることを確認できます。</a:t>
            </a:r>
          </a:p>
        </p:txBody>
      </p:sp>
      <p:sp>
        <p:nvSpPr>
          <p:cNvPr id="5" name="">
            <a:extLst xmlns:a="http://schemas.openxmlformats.org/drawingml/2006/main">
              <a:ext uri="{FF2B5EF4-FFF2-40B4-BE49-F238E27FC236}">
                <a16:creationId xmlns:a16="http://schemas.microsoft.com/office/drawing/2014/main" id="{E6FD549A-6142-44B9-9F97-A0BA2C2ED725}"/>
              </a:ext>
            </a:extLst>
          </p:cNvPr>
          <p:cNvSpPr>
            <a:spLocks xmlns:a="http://schemas.openxmlformats.org/drawingml/2006/main" noGrp="1"/>
          </p:cNvSpPr>
          <p:nvPr/>
        </p:nvSpPr>
        <p:spPr>
          <a:xfrm xmlns:a="http://schemas.openxmlformats.org/drawingml/2006/main">
            <a:off x="5095875" y="1695450"/>
            <a:ext cx="6286500" cy="409575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febdbe0d2a147e4"/>
          <a:stretch xmlns:a="http://schemas.openxmlformats.org/drawingml/2006/main"/>
        </p:blipFill>
        <p:spPr>
          <a:xfrm xmlns:a="http://schemas.openxmlformats.org/drawingml/2006/main">
            <a:off x="5238750" y="1922264"/>
            <a:ext cx="6000750" cy="337542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CFE4A6B-5B8C-4131-AE17-221EDD7F8739}"/>
              </a:ext>
            </a:extLst>
          </p:cNvPr>
          <p:cNvSpPr>
            <a:spLocks xmlns:a="http://schemas.openxmlformats.org/drawingml/2006/main" noGrp="1"/>
          </p:cNvSpPr>
          <p:nvPr/>
        </p:nvSpPr>
        <p:spPr>
          <a:xfrm xmlns:a="http://schemas.openxmlformats.org/drawingml/2006/main">
            <a:off x="5286375" y="5429250"/>
            <a:ext cx="590550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編集または削除の反映を確認する</a:t>
            </a:r>
          </a:p>
        </p:txBody>
      </p:sp>
      <p:sp>
        <p:nvSpPr>
          <p:cNvPr id="8" name="">
            <a:extLst xmlns:a="http://schemas.openxmlformats.org/drawingml/2006/main">
              <a:ext uri="{FF2B5EF4-FFF2-40B4-BE49-F238E27FC236}">
                <a16:creationId xmlns:a16="http://schemas.microsoft.com/office/drawing/2014/main" id="{1FF58947-935C-4857-A31F-B08810550E33}"/>
              </a:ext>
            </a:extLst>
          </p:cNvPr>
          <p:cNvSpPr>
            <a:spLocks xmlns:a="http://schemas.openxmlformats.org/drawingml/2006/main" noGrp="1"/>
          </p:cNvSpPr>
          <p:nvPr/>
        </p:nvSpPr>
        <p:spPr>
          <a:xfrm xmlns:a="http://schemas.openxmlformats.org/drawingml/2006/main">
            <a:off x="904875" y="2095500"/>
            <a:ext cx="3714750" cy="1952625"/>
          </a:xfrm>
          <a:prstGeom xmlns:a="http://schemas.openxmlformats.org/drawingml/2006/main" prst="rect">
            <a:avLst/>
          </a:prstGeom>
          <a:ln xmlns:a="http://schemas.openxmlformats.org/drawingml/2006/main" w="9525">
            <a:solidFill>
              <a:srgbClr val="DBE4EF"/>
            </a:solidFill>
            <a:prstDash val="solid"/>
          </a:ln>
        </p:spPr>
      </p:sp>
      <p:sp>
        <p:nvSpPr>
          <p:cNvPr id="9" name="">
            <a:extLst xmlns:a="http://schemas.openxmlformats.org/drawingml/2006/main">
              <a:ext uri="{FF2B5EF4-FFF2-40B4-BE49-F238E27FC236}">
                <a16:creationId xmlns:a16="http://schemas.microsoft.com/office/drawing/2014/main" id="{B376BC47-8F98-4B60-9E43-6D73E552FFE8}"/>
              </a:ext>
            </a:extLst>
          </p:cNvPr>
          <p:cNvSpPr>
            <a:spLocks xmlns:a="http://schemas.openxmlformats.org/drawingml/2006/main" noGrp="1"/>
          </p:cNvSpPr>
          <p:nvPr/>
        </p:nvSpPr>
        <p:spPr>
          <a:xfrm xmlns:a="http://schemas.openxmlformats.org/drawingml/2006/main">
            <a:off x="904875" y="2095500"/>
            <a:ext cx="76200" cy="1952625"/>
          </a:xfrm>
          <a:prstGeom xmlns:a="http://schemas.openxmlformats.org/drawingml/2006/main" prst="rect">
            <a:avLst/>
          </a:prstGeom>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B2BE6DEB-0B35-4271-85D9-D635A929A1AC}"/>
              </a:ext>
            </a:extLst>
          </p:cNvPr>
          <p:cNvSpPr>
            <a:spLocks xmlns:a="http://schemas.openxmlformats.org/drawingml/2006/main" noGrp="1"/>
          </p:cNvSpPr>
          <p:nvPr/>
        </p:nvSpPr>
        <p:spPr>
          <a:xfrm xmlns:a="http://schemas.openxmlformats.org/drawingml/2006/main">
            <a:off x="1133475" y="2266950"/>
            <a:ext cx="33337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
            <a:extLst xmlns:a="http://schemas.openxmlformats.org/drawingml/2006/main">
              <a:ext uri="{FF2B5EF4-FFF2-40B4-BE49-F238E27FC236}">
                <a16:creationId xmlns:a16="http://schemas.microsoft.com/office/drawing/2014/main" id="{2AD515D1-667D-40C6-A353-C7D0450C29BE}"/>
              </a:ext>
            </a:extLst>
          </p:cNvPr>
          <p:cNvSpPr>
            <a:spLocks xmlns:a="http://schemas.openxmlformats.org/drawingml/2006/main" noGrp="1"/>
          </p:cNvSpPr>
          <p:nvPr/>
        </p:nvSpPr>
        <p:spPr>
          <a:xfrm xmlns:a="http://schemas.openxmlformats.org/drawingml/2006/main">
            <a:off x="1133475" y="2495550"/>
            <a:ext cx="33147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編集・削除</a:t>
            </a:r>
          </a:p>
        </p:txBody>
      </p:sp>
      <p:sp>
        <p:nvSpPr>
          <p:cNvPr id="12" name="">
            <a:extLst xmlns:a="http://schemas.openxmlformats.org/drawingml/2006/main">
              <a:ext uri="{FF2B5EF4-FFF2-40B4-BE49-F238E27FC236}">
                <a16:creationId xmlns:a16="http://schemas.microsoft.com/office/drawing/2014/main" id="{BC178D0B-E55E-4C9B-AE67-C56C8247105B}"/>
              </a:ext>
            </a:extLst>
          </p:cNvPr>
          <p:cNvSpPr>
            <a:spLocks xmlns:a="http://schemas.openxmlformats.org/drawingml/2006/main" noGrp="1"/>
          </p:cNvSpPr>
          <p:nvPr/>
        </p:nvSpPr>
        <p:spPr>
          <a:xfrm xmlns:a="http://schemas.openxmlformats.org/drawingml/2006/main">
            <a:off x="1133475" y="2933700"/>
            <a:ext cx="3314700" cy="10001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Todo 操作が API と DB までつながっていることを確認します。</a:t>
            </a:r>
          </a:p>
        </p:txBody>
      </p:sp>
      <p:sp>
        <p:nvSpPr>
          <p:cNvPr id="13" name="">
            <a:extLst xmlns:a="http://schemas.openxmlformats.org/drawingml/2006/main">
              <a:ext uri="{FF2B5EF4-FFF2-40B4-BE49-F238E27FC236}">
                <a16:creationId xmlns:a16="http://schemas.microsoft.com/office/drawing/2014/main" id="{790A39E6-0662-4DA6-A75C-ED16830674FE}"/>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B13069-81A2-4F26-A569-1BDA28EE08BC}"/>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更新後も保持されることを確認する</a:t>
            </a:r>
          </a:p>
        </p:txBody>
      </p:sp>
      <p:sp>
        <p:nvSpPr>
          <p:cNvPr id="2" name="">
            <a:extLst xmlns:a="http://schemas.openxmlformats.org/drawingml/2006/main">
              <a:ext uri="{FF2B5EF4-FFF2-40B4-BE49-F238E27FC236}">
                <a16:creationId xmlns:a16="http://schemas.microsoft.com/office/drawing/2014/main" id="{30C5EBE0-8D2C-4D8F-A6FC-E79E0AA03636}"/>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39 / 48</a:t>
            </a:r>
          </a:p>
        </p:txBody>
      </p:sp>
      <p:sp>
        <p:nvSpPr>
          <p:cNvPr id="3" name="">
            <a:extLst xmlns:a="http://schemas.openxmlformats.org/drawingml/2006/main">
              <a:ext uri="{FF2B5EF4-FFF2-40B4-BE49-F238E27FC236}">
                <a16:creationId xmlns:a16="http://schemas.microsoft.com/office/drawing/2014/main" id="{C362EF86-B8F6-4792-8109-8523E93E4D78}"/>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7C24E164-B669-4FE2-891D-A94287B8D2CD}"/>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ページを更新しても Todo の状態が残ることで、画面だけでなく DB 保存まで動いていることを確認できます。</a:t>
            </a:r>
          </a:p>
        </p:txBody>
      </p:sp>
      <p:sp>
        <p:nvSpPr>
          <p:cNvPr id="5" name="">
            <a:extLst xmlns:a="http://schemas.openxmlformats.org/drawingml/2006/main">
              <a:ext uri="{FF2B5EF4-FFF2-40B4-BE49-F238E27FC236}">
                <a16:creationId xmlns:a16="http://schemas.microsoft.com/office/drawing/2014/main" id="{1205FFF6-0C24-422C-BDFD-39109DBE97B5}"/>
              </a:ext>
            </a:extLst>
          </p:cNvPr>
          <p:cNvSpPr>
            <a:spLocks xmlns:a="http://schemas.openxmlformats.org/drawingml/2006/main" noGrp="1"/>
          </p:cNvSpPr>
          <p:nvPr/>
        </p:nvSpPr>
        <p:spPr>
          <a:xfrm xmlns:a="http://schemas.openxmlformats.org/drawingml/2006/main">
            <a:off x="904875" y="1952625"/>
            <a:ext cx="3213100" cy="1762125"/>
          </a:xfrm>
          <a:prstGeom xmlns:a="http://schemas.openxmlformats.org/drawingml/2006/main" prst="rect">
            <a:avLst/>
          </a:prstGeom>
          <a:ln xmlns:a="http://schemas.openxmlformats.org/drawingml/2006/main" w="9525">
            <a:solidFill>
              <a:srgbClr val="DBE4EF"/>
            </a:solidFill>
            <a:prstDash val="solid"/>
          </a:ln>
        </p:spPr>
      </p:sp>
      <p:sp>
        <p:nvSpPr>
          <p:cNvPr id="6" name="">
            <a:extLst xmlns:a="http://schemas.openxmlformats.org/drawingml/2006/main">
              <a:ext uri="{FF2B5EF4-FFF2-40B4-BE49-F238E27FC236}">
                <a16:creationId xmlns:a16="http://schemas.microsoft.com/office/drawing/2014/main" id="{1F4FDBBA-5C05-4A6B-92BF-BD2EA9AA42C9}"/>
              </a:ext>
            </a:extLst>
          </p:cNvPr>
          <p:cNvSpPr>
            <a:spLocks xmlns:a="http://schemas.openxmlformats.org/drawingml/2006/main" noGrp="1"/>
          </p:cNvSpPr>
          <p:nvPr/>
        </p:nvSpPr>
        <p:spPr>
          <a:xfrm xmlns:a="http://schemas.openxmlformats.org/drawingml/2006/main">
            <a:off x="904875" y="1952625"/>
            <a:ext cx="76200" cy="1762125"/>
          </a:xfrm>
          <a:prstGeom xmlns:a="http://schemas.openxmlformats.org/drawingml/2006/main" prst="rect">
            <a:avLst/>
          </a:prstGeom>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69D400F0-6C78-41E3-A3C7-83613FB131D3}"/>
              </a:ext>
            </a:extLst>
          </p:cNvPr>
          <p:cNvSpPr>
            <a:spLocks xmlns:a="http://schemas.openxmlformats.org/drawingml/2006/main" noGrp="1"/>
          </p:cNvSpPr>
          <p:nvPr/>
        </p:nvSpPr>
        <p:spPr>
          <a:xfrm xmlns:a="http://schemas.openxmlformats.org/drawingml/2006/main">
            <a:off x="1133475" y="2124075"/>
            <a:ext cx="283210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Web</a:t>
            </a:r>
          </a:p>
        </p:txBody>
      </p:sp>
      <p:sp>
        <p:nvSpPr>
          <p:cNvPr id="8" name="">
            <a:extLst xmlns:a="http://schemas.openxmlformats.org/drawingml/2006/main">
              <a:ext uri="{FF2B5EF4-FFF2-40B4-BE49-F238E27FC236}">
                <a16:creationId xmlns:a16="http://schemas.microsoft.com/office/drawing/2014/main" id="{25F622E7-E0CA-4361-930A-001AFA1561BC}"/>
              </a:ext>
            </a:extLst>
          </p:cNvPr>
          <p:cNvSpPr>
            <a:spLocks xmlns:a="http://schemas.openxmlformats.org/drawingml/2006/main" noGrp="1"/>
          </p:cNvSpPr>
          <p:nvPr/>
        </p:nvSpPr>
        <p:spPr>
          <a:xfrm xmlns:a="http://schemas.openxmlformats.org/drawingml/2006/main">
            <a:off x="1133475" y="2352675"/>
            <a:ext cx="281305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画面表示</a:t>
            </a:r>
          </a:p>
        </p:txBody>
      </p:sp>
      <p:sp>
        <p:nvSpPr>
          <p:cNvPr id="9" name="">
            <a:extLst xmlns:a="http://schemas.openxmlformats.org/drawingml/2006/main">
              <a:ext uri="{FF2B5EF4-FFF2-40B4-BE49-F238E27FC236}">
                <a16:creationId xmlns:a16="http://schemas.microsoft.com/office/drawing/2014/main" id="{C626E667-A23F-4A1B-B5D1-4981BE21ABE0}"/>
              </a:ext>
            </a:extLst>
          </p:cNvPr>
          <p:cNvSpPr>
            <a:spLocks xmlns:a="http://schemas.openxmlformats.org/drawingml/2006/main" noGrp="1"/>
          </p:cNvSpPr>
          <p:nvPr/>
        </p:nvSpPr>
        <p:spPr>
          <a:xfrm xmlns:a="http://schemas.openxmlformats.org/drawingml/2006/main">
            <a:off x="1133475" y="2790825"/>
            <a:ext cx="281305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一覧を再取得して表示します。</a:t>
            </a:r>
          </a:p>
        </p:txBody>
      </p:sp>
      <p:sp>
        <p:nvSpPr>
          <p:cNvPr id="10" name="">
            <a:extLst xmlns:a="http://schemas.openxmlformats.org/drawingml/2006/main">
              <a:ext uri="{FF2B5EF4-FFF2-40B4-BE49-F238E27FC236}">
                <a16:creationId xmlns:a16="http://schemas.microsoft.com/office/drawing/2014/main" id="{5CE21DF1-3453-4897-A54E-F4390D561BFB}"/>
              </a:ext>
            </a:extLst>
          </p:cNvPr>
          <p:cNvSpPr>
            <a:spLocks xmlns:a="http://schemas.openxmlformats.org/drawingml/2006/main" noGrp="1"/>
          </p:cNvSpPr>
          <p:nvPr/>
        </p:nvSpPr>
        <p:spPr>
          <a:xfrm xmlns:a="http://schemas.openxmlformats.org/drawingml/2006/main">
            <a:off x="4346575" y="1952625"/>
            <a:ext cx="3213100" cy="1762125"/>
          </a:xfrm>
          <a:prstGeom xmlns:a="http://schemas.openxmlformats.org/drawingml/2006/main" prst="rect">
            <a:avLst/>
          </a:prstGeom>
          <a:ln xmlns:a="http://schemas.openxmlformats.org/drawingml/2006/main" w="9525">
            <a:solidFill>
              <a:srgbClr val="DBE4EF"/>
            </a:solidFill>
            <a:prstDash val="solid"/>
          </a:ln>
        </p:spPr>
      </p:sp>
      <p:sp>
        <p:nvSpPr>
          <p:cNvPr id="11" name="">
            <a:extLst xmlns:a="http://schemas.openxmlformats.org/drawingml/2006/main">
              <a:ext uri="{FF2B5EF4-FFF2-40B4-BE49-F238E27FC236}">
                <a16:creationId xmlns:a16="http://schemas.microsoft.com/office/drawing/2014/main" id="{20F58595-7A08-478C-BE24-BCE5075B88D6}"/>
              </a:ext>
            </a:extLst>
          </p:cNvPr>
          <p:cNvSpPr>
            <a:spLocks xmlns:a="http://schemas.openxmlformats.org/drawingml/2006/main" noGrp="1"/>
          </p:cNvSpPr>
          <p:nvPr/>
        </p:nvSpPr>
        <p:spPr>
          <a:xfrm xmlns:a="http://schemas.openxmlformats.org/drawingml/2006/main">
            <a:off x="4346575" y="1952625"/>
            <a:ext cx="76200" cy="1762125"/>
          </a:xfrm>
          <a:prstGeom xmlns:a="http://schemas.openxmlformats.org/drawingml/2006/main" prst="rect">
            <a:avLst/>
          </a:prstGeom>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2DA5CC95-1BAA-4905-ACD3-2CA8D89E58DF}"/>
              </a:ext>
            </a:extLst>
          </p:cNvPr>
          <p:cNvSpPr>
            <a:spLocks xmlns:a="http://schemas.openxmlformats.org/drawingml/2006/main" noGrp="1"/>
          </p:cNvSpPr>
          <p:nvPr/>
        </p:nvSpPr>
        <p:spPr>
          <a:xfrm xmlns:a="http://schemas.openxmlformats.org/drawingml/2006/main">
            <a:off x="4575175" y="2124075"/>
            <a:ext cx="283210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API</a:t>
            </a:r>
          </a:p>
        </p:txBody>
      </p:sp>
      <p:sp>
        <p:nvSpPr>
          <p:cNvPr id="13" name="">
            <a:extLst xmlns:a="http://schemas.openxmlformats.org/drawingml/2006/main">
              <a:ext uri="{FF2B5EF4-FFF2-40B4-BE49-F238E27FC236}">
                <a16:creationId xmlns:a16="http://schemas.microsoft.com/office/drawing/2014/main" id="{6F12A0B8-AB6F-40D2-B94F-3BF03C6820B4}"/>
              </a:ext>
            </a:extLst>
          </p:cNvPr>
          <p:cNvSpPr>
            <a:spLocks xmlns:a="http://schemas.openxmlformats.org/drawingml/2006/main" noGrp="1"/>
          </p:cNvSpPr>
          <p:nvPr/>
        </p:nvSpPr>
        <p:spPr>
          <a:xfrm xmlns:a="http://schemas.openxmlformats.org/drawingml/2006/main">
            <a:off x="4575175" y="2352675"/>
            <a:ext cx="281305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問い合わせ</a:t>
            </a:r>
          </a:p>
        </p:txBody>
      </p:sp>
      <p:sp>
        <p:nvSpPr>
          <p:cNvPr id="14" name="">
            <a:extLst xmlns:a="http://schemas.openxmlformats.org/drawingml/2006/main">
              <a:ext uri="{FF2B5EF4-FFF2-40B4-BE49-F238E27FC236}">
                <a16:creationId xmlns:a16="http://schemas.microsoft.com/office/drawing/2014/main" id="{BEF1C42E-6032-4526-9D36-41382E76471E}"/>
              </a:ext>
            </a:extLst>
          </p:cNvPr>
          <p:cNvSpPr>
            <a:spLocks xmlns:a="http://schemas.openxmlformats.org/drawingml/2006/main" noGrp="1"/>
          </p:cNvSpPr>
          <p:nvPr/>
        </p:nvSpPr>
        <p:spPr>
          <a:xfrm xmlns:a="http://schemas.openxmlformats.org/drawingml/2006/main">
            <a:off x="4575175" y="2790825"/>
            <a:ext cx="281305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保存済み Todo を API が取得します。</a:t>
            </a:r>
          </a:p>
        </p:txBody>
      </p:sp>
      <p:sp>
        <p:nvSpPr>
          <p:cNvPr id="15" name="">
            <a:extLst xmlns:a="http://schemas.openxmlformats.org/drawingml/2006/main">
              <a:ext uri="{FF2B5EF4-FFF2-40B4-BE49-F238E27FC236}">
                <a16:creationId xmlns:a16="http://schemas.microsoft.com/office/drawing/2014/main" id="{4869581E-5EB4-49B8-92D3-6A9F3E86F4B2}"/>
              </a:ext>
            </a:extLst>
          </p:cNvPr>
          <p:cNvSpPr>
            <a:spLocks xmlns:a="http://schemas.openxmlformats.org/drawingml/2006/main" noGrp="1"/>
          </p:cNvSpPr>
          <p:nvPr/>
        </p:nvSpPr>
        <p:spPr>
          <a:xfrm xmlns:a="http://schemas.openxmlformats.org/drawingml/2006/main">
            <a:off x="7788275" y="1952625"/>
            <a:ext cx="3213100" cy="1762125"/>
          </a:xfrm>
          <a:prstGeom xmlns:a="http://schemas.openxmlformats.org/drawingml/2006/main" prst="rect">
            <a:avLst/>
          </a:prstGeom>
          <a:ln xmlns:a="http://schemas.openxmlformats.org/drawingml/2006/main" w="9525">
            <a:solidFill>
              <a:srgbClr val="DBE4EF"/>
            </a:solidFill>
            <a:prstDash val="solid"/>
          </a:ln>
        </p:spPr>
      </p:sp>
      <p:sp>
        <p:nvSpPr>
          <p:cNvPr id="16" name="">
            <a:extLst xmlns:a="http://schemas.openxmlformats.org/drawingml/2006/main">
              <a:ext uri="{FF2B5EF4-FFF2-40B4-BE49-F238E27FC236}">
                <a16:creationId xmlns:a16="http://schemas.microsoft.com/office/drawing/2014/main" id="{1540B0BB-587B-4573-9C4C-058E6D4493B2}"/>
              </a:ext>
            </a:extLst>
          </p:cNvPr>
          <p:cNvSpPr>
            <a:spLocks xmlns:a="http://schemas.openxmlformats.org/drawingml/2006/main" noGrp="1"/>
          </p:cNvSpPr>
          <p:nvPr/>
        </p:nvSpPr>
        <p:spPr>
          <a:xfrm xmlns:a="http://schemas.openxmlformats.org/drawingml/2006/main">
            <a:off x="7788275" y="1952625"/>
            <a:ext cx="76200" cy="1762125"/>
          </a:xfrm>
          <a:prstGeom xmlns:a="http://schemas.openxmlformats.org/drawingml/2006/main" prst="rect">
            <a:avLst/>
          </a:prstGeom>
          <a:ln xmlns:a="http://schemas.openxmlformats.org/drawingml/2006/main" w="0">
            <a:solidFill>
              <a:srgbClr val="EA580C"/>
            </a:solidFill>
            <a:prstDash val="solid"/>
          </a:ln>
        </p:spPr>
      </p:sp>
      <p:sp>
        <p:nvSpPr>
          <p:cNvPr id="17" name="">
            <a:extLst xmlns:a="http://schemas.openxmlformats.org/drawingml/2006/main">
              <a:ext uri="{FF2B5EF4-FFF2-40B4-BE49-F238E27FC236}">
                <a16:creationId xmlns:a16="http://schemas.microsoft.com/office/drawing/2014/main" id="{CB538C35-5730-4418-AD47-7A021DD31299}"/>
              </a:ext>
            </a:extLst>
          </p:cNvPr>
          <p:cNvSpPr>
            <a:spLocks xmlns:a="http://schemas.openxmlformats.org/drawingml/2006/main" noGrp="1"/>
          </p:cNvSpPr>
          <p:nvPr/>
        </p:nvSpPr>
        <p:spPr>
          <a:xfrm xmlns:a="http://schemas.openxmlformats.org/drawingml/2006/main">
            <a:off x="8016875" y="2124075"/>
            <a:ext cx="283210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DB</a:t>
            </a:r>
          </a:p>
        </p:txBody>
      </p:sp>
      <p:sp>
        <p:nvSpPr>
          <p:cNvPr id="18" name="">
            <a:extLst xmlns:a="http://schemas.openxmlformats.org/drawingml/2006/main">
              <a:ext uri="{FF2B5EF4-FFF2-40B4-BE49-F238E27FC236}">
                <a16:creationId xmlns:a16="http://schemas.microsoft.com/office/drawing/2014/main" id="{AF7C9C52-A461-4DAD-8164-F54CE9252DD1}"/>
              </a:ext>
            </a:extLst>
          </p:cNvPr>
          <p:cNvSpPr>
            <a:spLocks xmlns:a="http://schemas.openxmlformats.org/drawingml/2006/main" noGrp="1"/>
          </p:cNvSpPr>
          <p:nvPr/>
        </p:nvSpPr>
        <p:spPr>
          <a:xfrm xmlns:a="http://schemas.openxmlformats.org/drawingml/2006/main">
            <a:off x="8016875" y="2352675"/>
            <a:ext cx="281305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永続化</a:t>
            </a:r>
          </a:p>
        </p:txBody>
      </p:sp>
      <p:sp>
        <p:nvSpPr>
          <p:cNvPr id="19" name="">
            <a:extLst xmlns:a="http://schemas.openxmlformats.org/drawingml/2006/main">
              <a:ext uri="{FF2B5EF4-FFF2-40B4-BE49-F238E27FC236}">
                <a16:creationId xmlns:a16="http://schemas.microsoft.com/office/drawing/2014/main" id="{82CFC622-321F-43F5-8FAE-6AD92F6359FD}"/>
              </a:ext>
            </a:extLst>
          </p:cNvPr>
          <p:cNvSpPr>
            <a:spLocks xmlns:a="http://schemas.openxmlformats.org/drawingml/2006/main" noGrp="1"/>
          </p:cNvSpPr>
          <p:nvPr/>
        </p:nvSpPr>
        <p:spPr>
          <a:xfrm xmlns:a="http://schemas.openxmlformats.org/drawingml/2006/main">
            <a:off x="8016875" y="2790825"/>
            <a:ext cx="281305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PostgreSQL に保存されていることを確認します。</a:t>
            </a:r>
          </a:p>
        </p:txBody>
      </p:sp>
      <p:sp>
        <p:nvSpPr>
          <p:cNvPr id="20" name="">
            <a:extLst xmlns:a="http://schemas.openxmlformats.org/drawingml/2006/main">
              <a:ext uri="{FF2B5EF4-FFF2-40B4-BE49-F238E27FC236}">
                <a16:creationId xmlns:a16="http://schemas.microsoft.com/office/drawing/2014/main" id="{C8F07153-53EB-4BC8-80C0-54EC707AFF7A}"/>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B942CB-78CE-4105-BA31-F31243EB852A}"/>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完成した通信経路を振り返る</a:t>
            </a:r>
          </a:p>
        </p:txBody>
      </p:sp>
      <p:sp>
        <p:nvSpPr>
          <p:cNvPr id="2" name="">
            <a:extLst xmlns:a="http://schemas.openxmlformats.org/drawingml/2006/main">
              <a:ext uri="{FF2B5EF4-FFF2-40B4-BE49-F238E27FC236}">
                <a16:creationId xmlns:a16="http://schemas.microsoft.com/office/drawing/2014/main" id="{3C8B13BD-F2CD-4C97-8467-7F44200ED17B}"/>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40 / 48</a:t>
            </a:r>
          </a:p>
        </p:txBody>
      </p:sp>
      <p:sp>
        <p:nvSpPr>
          <p:cNvPr id="3" name="">
            <a:extLst xmlns:a="http://schemas.openxmlformats.org/drawingml/2006/main">
              <a:ext uri="{FF2B5EF4-FFF2-40B4-BE49-F238E27FC236}">
                <a16:creationId xmlns:a16="http://schemas.microsoft.com/office/drawing/2014/main" id="{497C936D-8296-45B8-9D01-CBA367D2F8CA}"/>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7A51BD3B-9CAD-49ED-823F-AAFEE076975B}"/>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Web、API、PostgreSQL、Entra ID、ACR、GitHub Actions、Managed Identity の役割を、実行時通信とデプロイ時通信に分けて整理します。</a:t>
            </a:r>
          </a:p>
        </p:txBody>
      </p:sp>
      <p:sp>
        <p:nvSpPr>
          <p:cNvPr id="5" name="">
            <a:extLst xmlns:a="http://schemas.openxmlformats.org/drawingml/2006/main">
              <a:ext uri="{FF2B5EF4-FFF2-40B4-BE49-F238E27FC236}">
                <a16:creationId xmlns:a16="http://schemas.microsoft.com/office/drawing/2014/main" id="{61D65AB8-A92E-4EE5-A0A0-4D832BDA5303}"/>
              </a:ext>
            </a:extLst>
          </p:cNvPr>
          <p:cNvSpPr>
            <a:spLocks xmlns:a="http://schemas.openxmlformats.org/drawingml/2006/main" noGrp="1"/>
          </p:cNvSpPr>
          <p:nvPr/>
        </p:nvSpPr>
        <p:spPr>
          <a:xfrm xmlns:a="http://schemas.openxmlformats.org/drawingml/2006/main">
            <a:off x="1714500" y="1571625"/>
            <a:ext cx="8763000" cy="285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2563EB"/>
                </a:solidFill>
                <a:latin typeface="Yu Gothic"/>
                <a:ea typeface="Yu Gothic"/>
                <a:cs typeface="Yu Gothic"/>
              </a:defRPr>
            </a:pPr>
            <a:r>
              <a:rPr sz="1575" b="1">
                <a:solidFill>
                  <a:srgbClr val="2563EB"/>
                </a:solidFill>
                <a:latin typeface="Yu Gothic"/>
                <a:ea typeface="Yu Gothic"/>
                <a:cs typeface="Yu Gothic"/>
              </a:rPr>
              <a:t>完成後: 実行時通信とデプロイ時通信を分けて見る</a:t>
            </a:r>
          </a:p>
        </p:txBody>
      </p:sp>
      <p:sp>
        <p:nvSpPr>
          <p:cNvPr id="6" name="">
            <a:extLst xmlns:a="http://schemas.openxmlformats.org/drawingml/2006/main">
              <a:ext uri="{FF2B5EF4-FFF2-40B4-BE49-F238E27FC236}">
                <a16:creationId xmlns:a16="http://schemas.microsoft.com/office/drawing/2014/main" id="{04322D41-55E1-4AE2-9628-A02F5DDF28AC}"/>
              </a:ext>
            </a:extLst>
          </p:cNvPr>
          <p:cNvSpPr>
            <a:spLocks xmlns:a="http://schemas.openxmlformats.org/drawingml/2006/main" noGrp="1"/>
          </p:cNvSpPr>
          <p:nvPr/>
        </p:nvSpPr>
        <p:spPr>
          <a:xfrm xmlns:a="http://schemas.openxmlformats.org/drawingml/2006/main">
            <a:off x="762000" y="2000250"/>
            <a:ext cx="6858000" cy="3143250"/>
          </a:xfrm>
          <a:prstGeom xmlns:a="http://schemas.openxmlformats.org/drawingml/2006/main" prst="rect">
            <a:avLst/>
          </a:prstGeom>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E6A6DFC6-11C8-49BB-8401-39DB4E7087E6}"/>
              </a:ext>
            </a:extLst>
          </p:cNvPr>
          <p:cNvSpPr>
            <a:spLocks xmlns:a="http://schemas.openxmlformats.org/drawingml/2006/main" noGrp="1"/>
          </p:cNvSpPr>
          <p:nvPr/>
        </p:nvSpPr>
        <p:spPr>
          <a:xfrm xmlns:a="http://schemas.openxmlformats.org/drawingml/2006/main">
            <a:off x="1000125" y="2171700"/>
            <a:ext cx="19050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563EB"/>
                </a:solidFill>
                <a:latin typeface="Yu Gothic"/>
                <a:ea typeface="Yu Gothic"/>
                <a:cs typeface="Yu Gothic"/>
              </a:defRPr>
            </a:pPr>
            <a:r>
              <a:rPr sz="1425" b="1">
                <a:solidFill>
                  <a:srgbClr val="2563EB"/>
                </a:solidFill>
                <a:latin typeface="Yu Gothic"/>
                <a:ea typeface="Yu Gothic"/>
                <a:cs typeface="Yu Gothic"/>
              </a:rPr>
              <a:t>実行時通信</a:t>
            </a:r>
          </a:p>
        </p:txBody>
      </p:sp>
      <p:sp>
        <p:nvSpPr>
          <p:cNvPr id="8" name="">
            <a:extLst xmlns:a="http://schemas.openxmlformats.org/drawingml/2006/main">
              <a:ext uri="{FF2B5EF4-FFF2-40B4-BE49-F238E27FC236}">
                <a16:creationId xmlns:a16="http://schemas.microsoft.com/office/drawing/2014/main" id="{8C3DDF48-CE67-4A44-A2CE-DF55A2D69E56}"/>
              </a:ext>
            </a:extLst>
          </p:cNvPr>
          <p:cNvSpPr>
            <a:spLocks xmlns:a="http://schemas.openxmlformats.org/drawingml/2006/main" noGrp="1"/>
          </p:cNvSpPr>
          <p:nvPr/>
        </p:nvSpPr>
        <p:spPr>
          <a:xfrm xmlns:a="http://schemas.openxmlformats.org/drawingml/2006/main">
            <a:off x="1143000" y="2857500"/>
            <a:ext cx="1619250" cy="685800"/>
          </a:xfrm>
          <a:prstGeom xmlns:a="http://schemas.openxmlformats.org/drawingml/2006/main" prst="rect">
            <a:avLst/>
          </a:prstGeom>
          <a:ln xmlns:a="http://schemas.openxmlformats.org/drawingml/2006/main" w="12383">
            <a:solidFill>
              <a:srgbClr val="2563EB"/>
            </a:solidFill>
            <a:prstDash val="solid"/>
          </a:ln>
        </p:spPr>
      </p:sp>
      <p:sp>
        <p:nvSpPr>
          <p:cNvPr id="9" name="">
            <a:extLst xmlns:a="http://schemas.openxmlformats.org/drawingml/2006/main">
              <a:ext uri="{FF2B5EF4-FFF2-40B4-BE49-F238E27FC236}">
                <a16:creationId xmlns:a16="http://schemas.microsoft.com/office/drawing/2014/main" id="{FDBA583C-33E6-43C6-AECD-59046B2E5DA0}"/>
              </a:ext>
            </a:extLst>
          </p:cNvPr>
          <p:cNvSpPr>
            <a:spLocks xmlns:a="http://schemas.openxmlformats.org/drawingml/2006/main" noGrp="1"/>
          </p:cNvSpPr>
          <p:nvPr/>
        </p:nvSpPr>
        <p:spPr>
          <a:xfrm xmlns:a="http://schemas.openxmlformats.org/drawingml/2006/main">
            <a:off x="1257300" y="2952750"/>
            <a:ext cx="13906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利用者ブラウザー</a:t>
            </a:r>
          </a:p>
        </p:txBody>
      </p:sp>
      <p:sp>
        <p:nvSpPr>
          <p:cNvPr id="10" name="">
            <a:extLst xmlns:a="http://schemas.openxmlformats.org/drawingml/2006/main">
              <a:ext uri="{FF2B5EF4-FFF2-40B4-BE49-F238E27FC236}">
                <a16:creationId xmlns:a16="http://schemas.microsoft.com/office/drawing/2014/main" id="{CC3EF14C-1F0A-4E73-8F7E-62A501465E4D}"/>
              </a:ext>
            </a:extLst>
          </p:cNvPr>
          <p:cNvSpPr>
            <a:spLocks xmlns:a="http://schemas.openxmlformats.org/drawingml/2006/main" noGrp="1"/>
          </p:cNvSpPr>
          <p:nvPr/>
        </p:nvSpPr>
        <p:spPr>
          <a:xfrm xmlns:a="http://schemas.openxmlformats.org/drawingml/2006/main">
            <a:off x="1257300" y="3267075"/>
            <a:ext cx="13906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Web URL</a:t>
            </a:r>
          </a:p>
        </p:txBody>
      </p:sp>
      <p:sp>
        <p:nvSpPr>
          <p:cNvPr id="11" name="">
            <a:extLst xmlns:a="http://schemas.openxmlformats.org/drawingml/2006/main">
              <a:ext uri="{FF2B5EF4-FFF2-40B4-BE49-F238E27FC236}">
                <a16:creationId xmlns:a16="http://schemas.microsoft.com/office/drawing/2014/main" id="{54C1AAE6-9C26-47F3-AF5E-FE00B9E9509B}"/>
              </a:ext>
            </a:extLst>
          </p:cNvPr>
          <p:cNvSpPr>
            <a:spLocks xmlns:a="http://schemas.openxmlformats.org/drawingml/2006/main" noGrp="1"/>
          </p:cNvSpPr>
          <p:nvPr/>
        </p:nvSpPr>
        <p:spPr>
          <a:xfrm xmlns:a="http://schemas.openxmlformats.org/drawingml/2006/main">
            <a:off x="3333750" y="2857500"/>
            <a:ext cx="1809750" cy="685800"/>
          </a:xfrm>
          <a:prstGeom xmlns:a="http://schemas.openxmlformats.org/drawingml/2006/main" prst="rect">
            <a:avLst/>
          </a:prstGeom>
          <a:ln xmlns:a="http://schemas.openxmlformats.org/drawingml/2006/main" w="12383">
            <a:solidFill>
              <a:srgbClr val="0F766E"/>
            </a:solidFill>
            <a:prstDash val="solid"/>
          </a:ln>
        </p:spPr>
      </p:sp>
      <p:sp>
        <p:nvSpPr>
          <p:cNvPr id="12" name="">
            <a:extLst xmlns:a="http://schemas.openxmlformats.org/drawingml/2006/main">
              <a:ext uri="{FF2B5EF4-FFF2-40B4-BE49-F238E27FC236}">
                <a16:creationId xmlns:a16="http://schemas.microsoft.com/office/drawing/2014/main" id="{A929E0C2-1066-43F6-BAB1-01C5716F2B01}"/>
              </a:ext>
            </a:extLst>
          </p:cNvPr>
          <p:cNvSpPr>
            <a:spLocks xmlns:a="http://schemas.openxmlformats.org/drawingml/2006/main" noGrp="1"/>
          </p:cNvSpPr>
          <p:nvPr/>
        </p:nvSpPr>
        <p:spPr>
          <a:xfrm xmlns:a="http://schemas.openxmlformats.org/drawingml/2006/main">
            <a:off x="3448050" y="2952750"/>
            <a:ext cx="15811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Web Container App</a:t>
            </a:r>
          </a:p>
        </p:txBody>
      </p:sp>
      <p:sp>
        <p:nvSpPr>
          <p:cNvPr id="13" name="">
            <a:extLst xmlns:a="http://schemas.openxmlformats.org/drawingml/2006/main">
              <a:ext uri="{FF2B5EF4-FFF2-40B4-BE49-F238E27FC236}">
                <a16:creationId xmlns:a16="http://schemas.microsoft.com/office/drawing/2014/main" id="{940006A9-DE4B-4063-9911-ACA1ED6E3C3F}"/>
              </a:ext>
            </a:extLst>
          </p:cNvPr>
          <p:cNvSpPr>
            <a:spLocks xmlns:a="http://schemas.openxmlformats.org/drawingml/2006/main" noGrp="1"/>
          </p:cNvSpPr>
          <p:nvPr/>
        </p:nvSpPr>
        <p:spPr>
          <a:xfrm xmlns:a="http://schemas.openxmlformats.org/drawingml/2006/main">
            <a:off x="3448050" y="3267075"/>
            <a:ext cx="15811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画面とサインイン</a:t>
            </a:r>
          </a:p>
        </p:txBody>
      </p:sp>
      <p:sp>
        <p:nvSpPr>
          <p:cNvPr id="14" name="">
            <a:extLst xmlns:a="http://schemas.openxmlformats.org/drawingml/2006/main">
              <a:ext uri="{FF2B5EF4-FFF2-40B4-BE49-F238E27FC236}">
                <a16:creationId xmlns:a16="http://schemas.microsoft.com/office/drawing/2014/main" id="{46526495-DC95-4535-A0D2-D1E335D51092}"/>
              </a:ext>
            </a:extLst>
          </p:cNvPr>
          <p:cNvSpPr>
            <a:spLocks xmlns:a="http://schemas.openxmlformats.org/drawingml/2006/main" noGrp="1"/>
          </p:cNvSpPr>
          <p:nvPr/>
        </p:nvSpPr>
        <p:spPr>
          <a:xfrm xmlns:a="http://schemas.openxmlformats.org/drawingml/2006/main">
            <a:off x="5572125" y="2857500"/>
            <a:ext cx="1619250" cy="685800"/>
          </a:xfrm>
          <a:prstGeom xmlns:a="http://schemas.openxmlformats.org/drawingml/2006/main" prst="rect">
            <a:avLst/>
          </a:prstGeom>
          <a:ln xmlns:a="http://schemas.openxmlformats.org/drawingml/2006/main" w="12383">
            <a:solidFill>
              <a:srgbClr val="15803D"/>
            </a:solidFill>
            <a:prstDash val="solid"/>
          </a:ln>
        </p:spPr>
      </p:sp>
      <p:sp>
        <p:nvSpPr>
          <p:cNvPr id="15" name="">
            <a:extLst xmlns:a="http://schemas.openxmlformats.org/drawingml/2006/main">
              <a:ext uri="{FF2B5EF4-FFF2-40B4-BE49-F238E27FC236}">
                <a16:creationId xmlns:a16="http://schemas.microsoft.com/office/drawing/2014/main" id="{2AC21CDC-36D2-4F23-A0DE-2E444CEDB06F}"/>
              </a:ext>
            </a:extLst>
          </p:cNvPr>
          <p:cNvSpPr>
            <a:spLocks xmlns:a="http://schemas.openxmlformats.org/drawingml/2006/main" noGrp="1"/>
          </p:cNvSpPr>
          <p:nvPr/>
        </p:nvSpPr>
        <p:spPr>
          <a:xfrm xmlns:a="http://schemas.openxmlformats.org/drawingml/2006/main">
            <a:off x="5686425" y="2952750"/>
            <a:ext cx="13906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API Container App</a:t>
            </a:r>
          </a:p>
        </p:txBody>
      </p:sp>
      <p:sp>
        <p:nvSpPr>
          <p:cNvPr id="16" name="">
            <a:extLst xmlns:a="http://schemas.openxmlformats.org/drawingml/2006/main">
              <a:ext uri="{FF2B5EF4-FFF2-40B4-BE49-F238E27FC236}">
                <a16:creationId xmlns:a16="http://schemas.microsoft.com/office/drawing/2014/main" id="{FD6C3D8E-ED88-4B6E-8E05-1B824E72FB7D}"/>
              </a:ext>
            </a:extLst>
          </p:cNvPr>
          <p:cNvSpPr>
            <a:spLocks xmlns:a="http://schemas.openxmlformats.org/drawingml/2006/main" noGrp="1"/>
          </p:cNvSpPr>
          <p:nvPr/>
        </p:nvSpPr>
        <p:spPr>
          <a:xfrm xmlns:a="http://schemas.openxmlformats.org/drawingml/2006/main">
            <a:off x="5686425" y="3267075"/>
            <a:ext cx="13906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Todo 操作</a:t>
            </a:r>
          </a:p>
        </p:txBody>
      </p:sp>
      <p:sp>
        <p:nvSpPr>
          <p:cNvPr id="17" name="">
            <a:extLst xmlns:a="http://schemas.openxmlformats.org/drawingml/2006/main">
              <a:ext uri="{FF2B5EF4-FFF2-40B4-BE49-F238E27FC236}">
                <a16:creationId xmlns:a16="http://schemas.microsoft.com/office/drawing/2014/main" id="{2F0CB297-CDC3-426B-99C5-3994CB8872EC}"/>
              </a:ext>
            </a:extLst>
          </p:cNvPr>
          <p:cNvSpPr>
            <a:spLocks xmlns:a="http://schemas.openxmlformats.org/drawingml/2006/main" noGrp="1"/>
          </p:cNvSpPr>
          <p:nvPr/>
        </p:nvSpPr>
        <p:spPr>
          <a:xfrm xmlns:a="http://schemas.openxmlformats.org/drawingml/2006/main">
            <a:off x="5572125" y="4095750"/>
            <a:ext cx="1619250" cy="685800"/>
          </a:xfrm>
          <a:prstGeom xmlns:a="http://schemas.openxmlformats.org/drawingml/2006/main" prst="rect">
            <a:avLst/>
          </a:prstGeom>
          <a:ln xmlns:a="http://schemas.openxmlformats.org/drawingml/2006/main" w="12383">
            <a:solidFill>
              <a:srgbClr val="EA580C"/>
            </a:solidFill>
            <a:prstDash val="solid"/>
          </a:ln>
        </p:spPr>
      </p:sp>
      <p:sp>
        <p:nvSpPr>
          <p:cNvPr id="18" name="">
            <a:extLst xmlns:a="http://schemas.openxmlformats.org/drawingml/2006/main">
              <a:ext uri="{FF2B5EF4-FFF2-40B4-BE49-F238E27FC236}">
                <a16:creationId xmlns:a16="http://schemas.microsoft.com/office/drawing/2014/main" id="{71BE5F2E-41EE-4D1C-ACF7-F2543C68D0F8}"/>
              </a:ext>
            </a:extLst>
          </p:cNvPr>
          <p:cNvSpPr>
            <a:spLocks xmlns:a="http://schemas.openxmlformats.org/drawingml/2006/main" noGrp="1"/>
          </p:cNvSpPr>
          <p:nvPr/>
        </p:nvSpPr>
        <p:spPr>
          <a:xfrm xmlns:a="http://schemas.openxmlformats.org/drawingml/2006/main">
            <a:off x="5686425" y="4191000"/>
            <a:ext cx="13906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PostgreSQL</a:t>
            </a:r>
          </a:p>
        </p:txBody>
      </p:sp>
      <p:sp>
        <p:nvSpPr>
          <p:cNvPr id="19" name="">
            <a:extLst xmlns:a="http://schemas.openxmlformats.org/drawingml/2006/main">
              <a:ext uri="{FF2B5EF4-FFF2-40B4-BE49-F238E27FC236}">
                <a16:creationId xmlns:a16="http://schemas.microsoft.com/office/drawing/2014/main" id="{EA383135-6BE1-4885-8C05-85D851B45285}"/>
              </a:ext>
            </a:extLst>
          </p:cNvPr>
          <p:cNvSpPr>
            <a:spLocks xmlns:a="http://schemas.openxmlformats.org/drawingml/2006/main" noGrp="1"/>
          </p:cNvSpPr>
          <p:nvPr/>
        </p:nvSpPr>
        <p:spPr>
          <a:xfrm xmlns:a="http://schemas.openxmlformats.org/drawingml/2006/main">
            <a:off x="5686425" y="4505325"/>
            <a:ext cx="13906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Todo データ保存</a:t>
            </a:r>
          </a:p>
        </p:txBody>
      </p:sp>
      <p:sp>
        <p:nvSpPr>
          <p:cNvPr id="20" name="">
            <a:extLst xmlns:a="http://schemas.openxmlformats.org/drawingml/2006/main">
              <a:ext uri="{FF2B5EF4-FFF2-40B4-BE49-F238E27FC236}">
                <a16:creationId xmlns:a16="http://schemas.microsoft.com/office/drawing/2014/main" id="{23E776DC-EA56-4B55-B8AA-C6053F8C6432}"/>
              </a:ext>
            </a:extLst>
          </p:cNvPr>
          <p:cNvSpPr>
            <a:spLocks xmlns:a="http://schemas.openxmlformats.org/drawingml/2006/main" noGrp="1"/>
          </p:cNvSpPr>
          <p:nvPr/>
        </p:nvSpPr>
        <p:spPr>
          <a:xfrm xmlns:a="http://schemas.openxmlformats.org/drawingml/2006/main">
            <a:off x="3333750" y="4095750"/>
            <a:ext cx="1809750" cy="685800"/>
          </a:xfrm>
          <a:prstGeom xmlns:a="http://schemas.openxmlformats.org/drawingml/2006/main" prst="rect">
            <a:avLst/>
          </a:prstGeom>
          <a:ln xmlns:a="http://schemas.openxmlformats.org/drawingml/2006/main" w="12383">
            <a:solidFill>
              <a:srgbClr val="7C3AED"/>
            </a:solidFill>
            <a:prstDash val="solid"/>
          </a:ln>
        </p:spPr>
      </p:sp>
      <p:sp>
        <p:nvSpPr>
          <p:cNvPr id="21" name="">
            <a:extLst xmlns:a="http://schemas.openxmlformats.org/drawingml/2006/main">
              <a:ext uri="{FF2B5EF4-FFF2-40B4-BE49-F238E27FC236}">
                <a16:creationId xmlns:a16="http://schemas.microsoft.com/office/drawing/2014/main" id="{F33678E6-4658-403B-8C73-9A74FBEB1F5D}"/>
              </a:ext>
            </a:extLst>
          </p:cNvPr>
          <p:cNvSpPr>
            <a:spLocks xmlns:a="http://schemas.openxmlformats.org/drawingml/2006/main" noGrp="1"/>
          </p:cNvSpPr>
          <p:nvPr/>
        </p:nvSpPr>
        <p:spPr>
          <a:xfrm xmlns:a="http://schemas.openxmlformats.org/drawingml/2006/main">
            <a:off x="3448050" y="4191000"/>
            <a:ext cx="15811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Entra ID</a:t>
            </a:r>
          </a:p>
        </p:txBody>
      </p:sp>
      <p:sp>
        <p:nvSpPr>
          <p:cNvPr id="22" name="">
            <a:extLst xmlns:a="http://schemas.openxmlformats.org/drawingml/2006/main">
              <a:ext uri="{FF2B5EF4-FFF2-40B4-BE49-F238E27FC236}">
                <a16:creationId xmlns:a16="http://schemas.microsoft.com/office/drawing/2014/main" id="{0AFB98E5-11D5-4FF7-AA95-2E212C84437B}"/>
              </a:ext>
            </a:extLst>
          </p:cNvPr>
          <p:cNvSpPr>
            <a:spLocks xmlns:a="http://schemas.openxmlformats.org/drawingml/2006/main" noGrp="1"/>
          </p:cNvSpPr>
          <p:nvPr/>
        </p:nvSpPr>
        <p:spPr>
          <a:xfrm xmlns:a="http://schemas.openxmlformats.org/drawingml/2006/main">
            <a:off x="3448050" y="4505325"/>
            <a:ext cx="15811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サインイン</a:t>
            </a:r>
          </a:p>
        </p:txBody>
      </p:sp>
      <p:sp>
        <p:nvSpPr>
          <p:cNvPr id="23" name="">
            <a:extLst xmlns:a="http://schemas.openxmlformats.org/drawingml/2006/main">
              <a:ext uri="{FF2B5EF4-FFF2-40B4-BE49-F238E27FC236}">
                <a16:creationId xmlns:a16="http://schemas.microsoft.com/office/drawing/2014/main" id="{D6EB3730-6EDF-42DD-8B19-0610F907D257}"/>
              </a:ext>
            </a:extLst>
          </p:cNvPr>
          <p:cNvSpPr>
            <a:spLocks xmlns:a="http://schemas.openxmlformats.org/drawingml/2006/main" noGrp="1"/>
          </p:cNvSpPr>
          <p:nvPr/>
        </p:nvSpPr>
        <p:spPr>
          <a:xfrm xmlns:a="http://schemas.openxmlformats.org/drawingml/2006/main">
            <a:off x="2762250" y="3200400"/>
            <a:ext cx="571500" cy="0"/>
          </a:xfrm>
          <a:prstGeom xmlns:a="http://schemas.openxmlformats.org/drawingml/2006/main" prst="line">
            <a:avLst/>
          </a:prstGeom>
          <a:ln xmlns:a="http://schemas.openxmlformats.org/drawingml/2006/main" w="20955">
            <a:solidFill>
              <a:srgbClr val="2563EB"/>
            </a:solidFill>
            <a:prstDash val="solid"/>
          </a:ln>
        </p:spPr>
      </p:sp>
      <p:sp>
        <p:nvSpPr>
          <p:cNvPr id="24" name="">
            <a:extLst xmlns:a="http://schemas.openxmlformats.org/drawingml/2006/main">
              <a:ext uri="{FF2B5EF4-FFF2-40B4-BE49-F238E27FC236}">
                <a16:creationId xmlns:a16="http://schemas.microsoft.com/office/drawing/2014/main" id="{6147723D-7EA0-4E00-A546-5D1D39A0D9CB}"/>
              </a:ext>
            </a:extLst>
          </p:cNvPr>
          <p:cNvSpPr>
            <a:spLocks xmlns:a="http://schemas.openxmlformats.org/drawingml/2006/main" noGrp="1"/>
          </p:cNvSpPr>
          <p:nvPr/>
        </p:nvSpPr>
        <p:spPr>
          <a:xfrm xmlns:a="http://schemas.openxmlformats.org/drawingml/2006/main">
            <a:off x="5143500" y="3200400"/>
            <a:ext cx="428625" cy="0"/>
          </a:xfrm>
          <a:prstGeom xmlns:a="http://schemas.openxmlformats.org/drawingml/2006/main" prst="line">
            <a:avLst/>
          </a:prstGeom>
          <a:ln xmlns:a="http://schemas.openxmlformats.org/drawingml/2006/main" w="20955">
            <a:solidFill>
              <a:srgbClr val="15803D"/>
            </a:solidFill>
            <a:prstDash val="solid"/>
          </a:ln>
        </p:spPr>
      </p:sp>
      <p:sp>
        <p:nvSpPr>
          <p:cNvPr id="25" name="">
            <a:extLst xmlns:a="http://schemas.openxmlformats.org/drawingml/2006/main">
              <a:ext uri="{FF2B5EF4-FFF2-40B4-BE49-F238E27FC236}">
                <a16:creationId xmlns:a16="http://schemas.microsoft.com/office/drawing/2014/main" id="{6336246D-4B68-4483-8E18-018A23CC1B3B}"/>
              </a:ext>
            </a:extLst>
          </p:cNvPr>
          <p:cNvSpPr>
            <a:spLocks xmlns:a="http://schemas.openxmlformats.org/drawingml/2006/main" noGrp="1"/>
          </p:cNvSpPr>
          <p:nvPr/>
        </p:nvSpPr>
        <p:spPr>
          <a:xfrm xmlns:a="http://schemas.openxmlformats.org/drawingml/2006/main">
            <a:off x="6381750" y="3543300"/>
            <a:ext cx="0" cy="552450"/>
          </a:xfrm>
          <a:prstGeom xmlns:a="http://schemas.openxmlformats.org/drawingml/2006/main" prst="line">
            <a:avLst/>
          </a:prstGeom>
          <a:ln xmlns:a="http://schemas.openxmlformats.org/drawingml/2006/main" w="20955">
            <a:solidFill>
              <a:srgbClr val="EA580C"/>
            </a:solidFill>
            <a:prstDash val="solid"/>
          </a:ln>
        </p:spPr>
      </p:sp>
      <p:sp>
        <p:nvSpPr>
          <p:cNvPr id="26" name="">
            <a:extLst xmlns:a="http://schemas.openxmlformats.org/drawingml/2006/main">
              <a:ext uri="{FF2B5EF4-FFF2-40B4-BE49-F238E27FC236}">
                <a16:creationId xmlns:a16="http://schemas.microsoft.com/office/drawing/2014/main" id="{DB16007F-4B7F-4997-9FDB-6A8C2E2272D0}"/>
              </a:ext>
            </a:extLst>
          </p:cNvPr>
          <p:cNvSpPr>
            <a:spLocks xmlns:a="http://schemas.openxmlformats.org/drawingml/2006/main" noGrp="1"/>
          </p:cNvSpPr>
          <p:nvPr/>
        </p:nvSpPr>
        <p:spPr>
          <a:xfrm xmlns:a="http://schemas.openxmlformats.org/drawingml/2006/main">
            <a:off x="4238625" y="3543300"/>
            <a:ext cx="0" cy="552450"/>
          </a:xfrm>
          <a:prstGeom xmlns:a="http://schemas.openxmlformats.org/drawingml/2006/main" prst="line">
            <a:avLst/>
          </a:prstGeom>
          <a:ln xmlns:a="http://schemas.openxmlformats.org/drawingml/2006/main" w="20955">
            <a:solidFill>
              <a:srgbClr val="7C3AED"/>
            </a:solidFill>
            <a:prstDash val="solid"/>
          </a:ln>
        </p:spPr>
      </p:sp>
      <p:sp>
        <p:nvSpPr>
          <p:cNvPr id="27" name="">
            <a:extLst xmlns:a="http://schemas.openxmlformats.org/drawingml/2006/main">
              <a:ext uri="{FF2B5EF4-FFF2-40B4-BE49-F238E27FC236}">
                <a16:creationId xmlns:a16="http://schemas.microsoft.com/office/drawing/2014/main" id="{955CF940-29F3-4A60-B5D3-0C704B04A0DC}"/>
              </a:ext>
            </a:extLst>
          </p:cNvPr>
          <p:cNvSpPr>
            <a:spLocks xmlns:a="http://schemas.openxmlformats.org/drawingml/2006/main" noGrp="1"/>
          </p:cNvSpPr>
          <p:nvPr/>
        </p:nvSpPr>
        <p:spPr>
          <a:xfrm xmlns:a="http://schemas.openxmlformats.org/drawingml/2006/main">
            <a:off x="8001000" y="2000250"/>
            <a:ext cx="3429000" cy="3143250"/>
          </a:xfrm>
          <a:prstGeom xmlns:a="http://schemas.openxmlformats.org/drawingml/2006/main" prst="rect">
            <a:avLst/>
          </a:prstGeom>
          <a:ln xmlns:a="http://schemas.openxmlformats.org/drawingml/2006/main" w="14288">
            <a:solidFill>
              <a:srgbClr val="EA580C"/>
            </a:solidFill>
            <a:prstDash val="solid"/>
          </a:ln>
        </p:spPr>
      </p:sp>
      <p:sp>
        <p:nvSpPr>
          <p:cNvPr id="28" name="">
            <a:extLst xmlns:a="http://schemas.openxmlformats.org/drawingml/2006/main">
              <a:ext uri="{FF2B5EF4-FFF2-40B4-BE49-F238E27FC236}">
                <a16:creationId xmlns:a16="http://schemas.microsoft.com/office/drawing/2014/main" id="{67256A0F-279A-4195-ABF6-3B18974527B3}"/>
              </a:ext>
            </a:extLst>
          </p:cNvPr>
          <p:cNvSpPr>
            <a:spLocks xmlns:a="http://schemas.openxmlformats.org/drawingml/2006/main" noGrp="1"/>
          </p:cNvSpPr>
          <p:nvPr/>
        </p:nvSpPr>
        <p:spPr>
          <a:xfrm xmlns:a="http://schemas.openxmlformats.org/drawingml/2006/main">
            <a:off x="8239125" y="2171700"/>
            <a:ext cx="20955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EA580C"/>
                </a:solidFill>
                <a:latin typeface="Yu Gothic"/>
                <a:ea typeface="Yu Gothic"/>
                <a:cs typeface="Yu Gothic"/>
              </a:defRPr>
            </a:pPr>
            <a:r>
              <a:rPr sz="1425" b="1">
                <a:solidFill>
                  <a:srgbClr val="EA580C"/>
                </a:solidFill>
                <a:latin typeface="Yu Gothic"/>
                <a:ea typeface="Yu Gothic"/>
                <a:cs typeface="Yu Gothic"/>
              </a:rPr>
              <a:t>デプロイ時通信</a:t>
            </a:r>
          </a:p>
        </p:txBody>
      </p:sp>
      <p:sp>
        <p:nvSpPr>
          <p:cNvPr id="29" name="">
            <a:extLst xmlns:a="http://schemas.openxmlformats.org/drawingml/2006/main">
              <a:ext uri="{FF2B5EF4-FFF2-40B4-BE49-F238E27FC236}">
                <a16:creationId xmlns:a16="http://schemas.microsoft.com/office/drawing/2014/main" id="{1DE8B22C-AD8F-4D63-B995-4135B7BFDF53}"/>
              </a:ext>
            </a:extLst>
          </p:cNvPr>
          <p:cNvSpPr>
            <a:spLocks xmlns:a="http://schemas.openxmlformats.org/drawingml/2006/main" noGrp="1"/>
          </p:cNvSpPr>
          <p:nvPr/>
        </p:nvSpPr>
        <p:spPr>
          <a:xfrm xmlns:a="http://schemas.openxmlformats.org/drawingml/2006/main">
            <a:off x="8620125" y="2781300"/>
            <a:ext cx="2190750" cy="666750"/>
          </a:xfrm>
          <a:prstGeom xmlns:a="http://schemas.openxmlformats.org/drawingml/2006/main" prst="rect">
            <a:avLst/>
          </a:prstGeom>
          <a:ln xmlns:a="http://schemas.openxmlformats.org/drawingml/2006/main" w="12383">
            <a:solidFill>
              <a:srgbClr val="7C3AED"/>
            </a:solidFill>
            <a:prstDash val="solid"/>
          </a:ln>
        </p:spPr>
      </p:sp>
      <p:sp>
        <p:nvSpPr>
          <p:cNvPr id="30" name="">
            <a:extLst xmlns:a="http://schemas.openxmlformats.org/drawingml/2006/main">
              <a:ext uri="{FF2B5EF4-FFF2-40B4-BE49-F238E27FC236}">
                <a16:creationId xmlns:a16="http://schemas.microsoft.com/office/drawing/2014/main" id="{8D1F2D98-1227-43DF-832F-B894D3D92365}"/>
              </a:ext>
            </a:extLst>
          </p:cNvPr>
          <p:cNvSpPr>
            <a:spLocks xmlns:a="http://schemas.openxmlformats.org/drawingml/2006/main" noGrp="1"/>
          </p:cNvSpPr>
          <p:nvPr/>
        </p:nvSpPr>
        <p:spPr>
          <a:xfrm xmlns:a="http://schemas.openxmlformats.org/drawingml/2006/main">
            <a:off x="8734425" y="2876550"/>
            <a:ext cx="19621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GitHub Actions</a:t>
            </a:r>
          </a:p>
        </p:txBody>
      </p:sp>
      <p:sp>
        <p:nvSpPr>
          <p:cNvPr id="31" name="">
            <a:extLst xmlns:a="http://schemas.openxmlformats.org/drawingml/2006/main">
              <a:ext uri="{FF2B5EF4-FFF2-40B4-BE49-F238E27FC236}">
                <a16:creationId xmlns:a16="http://schemas.microsoft.com/office/drawing/2014/main" id="{8EF10F26-F19F-4F9E-84AA-32E244AFCE53}"/>
              </a:ext>
            </a:extLst>
          </p:cNvPr>
          <p:cNvSpPr>
            <a:spLocks xmlns:a="http://schemas.openxmlformats.org/drawingml/2006/main" noGrp="1"/>
          </p:cNvSpPr>
          <p:nvPr/>
        </p:nvSpPr>
        <p:spPr>
          <a:xfrm xmlns:a="http://schemas.openxmlformats.org/drawingml/2006/main">
            <a:off x="8734425" y="3190875"/>
            <a:ext cx="1962150" cy="2095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build / push / deploy</a:t>
            </a:r>
          </a:p>
        </p:txBody>
      </p:sp>
      <p:sp>
        <p:nvSpPr>
          <p:cNvPr id="32" name="">
            <a:extLst xmlns:a="http://schemas.openxmlformats.org/drawingml/2006/main">
              <a:ext uri="{FF2B5EF4-FFF2-40B4-BE49-F238E27FC236}">
                <a16:creationId xmlns:a16="http://schemas.microsoft.com/office/drawing/2014/main" id="{72642315-CAE6-4666-B1F7-F88181F91803}"/>
              </a:ext>
            </a:extLst>
          </p:cNvPr>
          <p:cNvSpPr>
            <a:spLocks xmlns:a="http://schemas.openxmlformats.org/drawingml/2006/main" noGrp="1"/>
          </p:cNvSpPr>
          <p:nvPr/>
        </p:nvSpPr>
        <p:spPr>
          <a:xfrm xmlns:a="http://schemas.openxmlformats.org/drawingml/2006/main">
            <a:off x="8620125" y="3781425"/>
            <a:ext cx="2190750" cy="571500"/>
          </a:xfrm>
          <a:prstGeom xmlns:a="http://schemas.openxmlformats.org/drawingml/2006/main" prst="rect">
            <a:avLst/>
          </a:prstGeom>
          <a:ln xmlns:a="http://schemas.openxmlformats.org/drawingml/2006/main" w="12383">
            <a:solidFill>
              <a:srgbClr val="0F766E"/>
            </a:solidFill>
            <a:prstDash val="solid"/>
          </a:ln>
        </p:spPr>
      </p:sp>
      <p:sp>
        <p:nvSpPr>
          <p:cNvPr id="33" name="">
            <a:extLst xmlns:a="http://schemas.openxmlformats.org/drawingml/2006/main">
              <a:ext uri="{FF2B5EF4-FFF2-40B4-BE49-F238E27FC236}">
                <a16:creationId xmlns:a16="http://schemas.microsoft.com/office/drawing/2014/main" id="{0C143F7C-A9DF-4D22-81F6-ED594ABB3369}"/>
              </a:ext>
            </a:extLst>
          </p:cNvPr>
          <p:cNvSpPr>
            <a:spLocks xmlns:a="http://schemas.openxmlformats.org/drawingml/2006/main" noGrp="1"/>
          </p:cNvSpPr>
          <p:nvPr/>
        </p:nvSpPr>
        <p:spPr>
          <a:xfrm xmlns:a="http://schemas.openxmlformats.org/drawingml/2006/main">
            <a:off x="8734425" y="3876675"/>
            <a:ext cx="196215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ACR</a:t>
            </a:r>
          </a:p>
        </p:txBody>
      </p:sp>
      <p:sp>
        <p:nvSpPr>
          <p:cNvPr id="34" name="">
            <a:extLst xmlns:a="http://schemas.openxmlformats.org/drawingml/2006/main">
              <a:ext uri="{FF2B5EF4-FFF2-40B4-BE49-F238E27FC236}">
                <a16:creationId xmlns:a16="http://schemas.microsoft.com/office/drawing/2014/main" id="{F93BA8EF-2E83-4720-9E45-74AE2C18EE64}"/>
              </a:ext>
            </a:extLst>
          </p:cNvPr>
          <p:cNvSpPr>
            <a:spLocks xmlns:a="http://schemas.openxmlformats.org/drawingml/2006/main" noGrp="1"/>
          </p:cNvSpPr>
          <p:nvPr/>
        </p:nvSpPr>
        <p:spPr>
          <a:xfrm xmlns:a="http://schemas.openxmlformats.org/drawingml/2006/main">
            <a:off x="8734425" y="4191000"/>
            <a:ext cx="1962150" cy="1143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image 保管</a:t>
            </a:r>
          </a:p>
        </p:txBody>
      </p:sp>
      <p:sp>
        <p:nvSpPr>
          <p:cNvPr id="35" name="">
            <a:extLst xmlns:a="http://schemas.openxmlformats.org/drawingml/2006/main">
              <a:ext uri="{FF2B5EF4-FFF2-40B4-BE49-F238E27FC236}">
                <a16:creationId xmlns:a16="http://schemas.microsoft.com/office/drawing/2014/main" id="{710D02B2-AFD7-47FF-BB48-378A51A9DF60}"/>
              </a:ext>
            </a:extLst>
          </p:cNvPr>
          <p:cNvSpPr>
            <a:spLocks xmlns:a="http://schemas.openxmlformats.org/drawingml/2006/main" noGrp="1"/>
          </p:cNvSpPr>
          <p:nvPr/>
        </p:nvSpPr>
        <p:spPr>
          <a:xfrm xmlns:a="http://schemas.openxmlformats.org/drawingml/2006/main">
            <a:off x="9715500" y="3448050"/>
            <a:ext cx="0" cy="333375"/>
          </a:xfrm>
          <a:prstGeom xmlns:a="http://schemas.openxmlformats.org/drawingml/2006/main" prst="line">
            <a:avLst/>
          </a:prstGeom>
          <a:ln xmlns:a="http://schemas.openxmlformats.org/drawingml/2006/main" w="20955">
            <a:solidFill>
              <a:srgbClr val="0F766E"/>
            </a:solidFill>
            <a:prstDash val="solid"/>
          </a:ln>
        </p:spPr>
      </p:sp>
      <p:sp>
        <p:nvSpPr>
          <p:cNvPr id="36" name="">
            <a:extLst xmlns:a="http://schemas.openxmlformats.org/drawingml/2006/main">
              <a:ext uri="{FF2B5EF4-FFF2-40B4-BE49-F238E27FC236}">
                <a16:creationId xmlns:a16="http://schemas.microsoft.com/office/drawing/2014/main" id="{5DE7C26C-E19C-4539-A3DD-0C55A7AAAE82}"/>
              </a:ext>
            </a:extLst>
          </p:cNvPr>
          <p:cNvSpPr>
            <a:spLocks xmlns:a="http://schemas.openxmlformats.org/drawingml/2006/main" noGrp="1"/>
          </p:cNvSpPr>
          <p:nvPr/>
        </p:nvSpPr>
        <p:spPr>
          <a:xfrm xmlns:a="http://schemas.openxmlformats.org/drawingml/2006/main">
            <a:off x="8620125" y="3095625"/>
            <a:ext cx="-1428750" cy="0"/>
          </a:xfrm>
          <a:prstGeom xmlns:a="http://schemas.openxmlformats.org/drawingml/2006/main" prst="line">
            <a:avLst/>
          </a:prstGeom>
          <a:ln xmlns:a="http://schemas.openxmlformats.org/drawingml/2006/main" w="20955">
            <a:solidFill>
              <a:srgbClr val="15803D"/>
            </a:solidFill>
            <a:prstDash val="solid"/>
          </a:ln>
        </p:spPr>
      </p:sp>
      <p:sp>
        <p:nvSpPr>
          <p:cNvPr id="37" name="">
            <a:extLst xmlns:a="http://schemas.openxmlformats.org/drawingml/2006/main">
              <a:ext uri="{FF2B5EF4-FFF2-40B4-BE49-F238E27FC236}">
                <a16:creationId xmlns:a16="http://schemas.microsoft.com/office/drawing/2014/main" id="{153669D6-1500-4053-BA39-404B152C078C}"/>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48617B-CCD7-454A-935C-A73E75DB9BBC}"/>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よくある失敗: 認証と変数</a:t>
            </a:r>
          </a:p>
        </p:txBody>
      </p:sp>
      <p:sp>
        <p:nvSpPr>
          <p:cNvPr id="2" name="">
            <a:extLst xmlns:a="http://schemas.openxmlformats.org/drawingml/2006/main">
              <a:ext uri="{FF2B5EF4-FFF2-40B4-BE49-F238E27FC236}">
                <a16:creationId xmlns:a16="http://schemas.microsoft.com/office/drawing/2014/main" id="{6521D070-9379-49B7-A8CB-7DD72685DCDA}"/>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41 / 48</a:t>
            </a:r>
          </a:p>
        </p:txBody>
      </p:sp>
      <p:sp>
        <p:nvSpPr>
          <p:cNvPr id="3" name="">
            <a:extLst xmlns:a="http://schemas.openxmlformats.org/drawingml/2006/main">
              <a:ext uri="{FF2B5EF4-FFF2-40B4-BE49-F238E27FC236}">
                <a16:creationId xmlns:a16="http://schemas.microsoft.com/office/drawing/2014/main" id="{2263CD1F-463A-4A78-8A71-85B4D79307CA}"/>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C47FAAD2-D1A8-43FA-97CC-B0D74220E2FA}"/>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デプロイ失敗の多くは、認証情報、変数名、値の取り違えから始まります。Portal を見る前に Actions のログを確認します。</a:t>
            </a:r>
          </a:p>
        </p:txBody>
      </p:sp>
      <p:sp>
        <p:nvSpPr>
          <p:cNvPr id="5" name="">
            <a:extLst xmlns:a="http://schemas.openxmlformats.org/drawingml/2006/main">
              <a:ext uri="{FF2B5EF4-FFF2-40B4-BE49-F238E27FC236}">
                <a16:creationId xmlns:a16="http://schemas.microsoft.com/office/drawing/2014/main" id="{D0023CE8-E3E8-4F1E-82AD-88558C47D323}"/>
              </a:ext>
            </a:extLst>
          </p:cNvPr>
          <p:cNvSpPr>
            <a:spLocks xmlns:a="http://schemas.openxmlformats.org/drawingml/2006/main" noGrp="1"/>
          </p:cNvSpPr>
          <p:nvPr/>
        </p:nvSpPr>
        <p:spPr>
          <a:xfrm xmlns:a="http://schemas.openxmlformats.org/drawingml/2006/main">
            <a:off x="9048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6" name="">
            <a:extLst xmlns:a="http://schemas.openxmlformats.org/drawingml/2006/main">
              <a:ext uri="{FF2B5EF4-FFF2-40B4-BE49-F238E27FC236}">
                <a16:creationId xmlns:a16="http://schemas.microsoft.com/office/drawing/2014/main" id="{FDD3EDF5-5394-426E-AB1A-4B72A0EE601B}"/>
              </a:ext>
            </a:extLst>
          </p:cNvPr>
          <p:cNvSpPr>
            <a:spLocks xmlns:a="http://schemas.openxmlformats.org/drawingml/2006/main" noGrp="1"/>
          </p:cNvSpPr>
          <p:nvPr/>
        </p:nvSpPr>
        <p:spPr>
          <a:xfrm xmlns:a="http://schemas.openxmlformats.org/drawingml/2006/main">
            <a:off x="9906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失敗</a:t>
            </a:r>
          </a:p>
        </p:txBody>
      </p:sp>
      <p:sp>
        <p:nvSpPr>
          <p:cNvPr id="7" name="">
            <a:extLst xmlns:a="http://schemas.openxmlformats.org/drawingml/2006/main">
              <a:ext uri="{FF2B5EF4-FFF2-40B4-BE49-F238E27FC236}">
                <a16:creationId xmlns:a16="http://schemas.microsoft.com/office/drawing/2014/main" id="{B081121C-D06F-4CFC-ABB0-341A73E03EEE}"/>
              </a:ext>
            </a:extLst>
          </p:cNvPr>
          <p:cNvSpPr>
            <a:spLocks xmlns:a="http://schemas.openxmlformats.org/drawingml/2006/main" noGrp="1"/>
          </p:cNvSpPr>
          <p:nvPr/>
        </p:nvSpPr>
        <p:spPr>
          <a:xfrm xmlns:a="http://schemas.openxmlformats.org/drawingml/2006/main">
            <a:off x="436562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8" name="">
            <a:extLst xmlns:a="http://schemas.openxmlformats.org/drawingml/2006/main">
              <a:ext uri="{FF2B5EF4-FFF2-40B4-BE49-F238E27FC236}">
                <a16:creationId xmlns:a16="http://schemas.microsoft.com/office/drawing/2014/main" id="{5B49E358-8A6B-45FB-9A74-62B2959731CA}"/>
              </a:ext>
            </a:extLst>
          </p:cNvPr>
          <p:cNvSpPr>
            <a:spLocks xmlns:a="http://schemas.openxmlformats.org/drawingml/2006/main" noGrp="1"/>
          </p:cNvSpPr>
          <p:nvPr/>
        </p:nvSpPr>
        <p:spPr>
          <a:xfrm xmlns:a="http://schemas.openxmlformats.org/drawingml/2006/main">
            <a:off x="445135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症状</a:t>
            </a:r>
          </a:p>
        </p:txBody>
      </p:sp>
      <p:sp>
        <p:nvSpPr>
          <p:cNvPr id="9" name="">
            <a:extLst xmlns:a="http://schemas.openxmlformats.org/drawingml/2006/main">
              <a:ext uri="{FF2B5EF4-FFF2-40B4-BE49-F238E27FC236}">
                <a16:creationId xmlns:a16="http://schemas.microsoft.com/office/drawing/2014/main" id="{3586899C-7064-4423-9D12-9884A8553F43}"/>
              </a:ext>
            </a:extLst>
          </p:cNvPr>
          <p:cNvSpPr>
            <a:spLocks xmlns:a="http://schemas.openxmlformats.org/drawingml/2006/main" noGrp="1"/>
          </p:cNvSpPr>
          <p:nvPr/>
        </p:nvSpPr>
        <p:spPr>
          <a:xfrm xmlns:a="http://schemas.openxmlformats.org/drawingml/2006/main">
            <a:off x="78263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10" name="">
            <a:extLst xmlns:a="http://schemas.openxmlformats.org/drawingml/2006/main">
              <a:ext uri="{FF2B5EF4-FFF2-40B4-BE49-F238E27FC236}">
                <a16:creationId xmlns:a16="http://schemas.microsoft.com/office/drawing/2014/main" id="{D6523C38-C7AC-4208-9D36-22436FA9C43F}"/>
              </a:ext>
            </a:extLst>
          </p:cNvPr>
          <p:cNvSpPr>
            <a:spLocks xmlns:a="http://schemas.openxmlformats.org/drawingml/2006/main" noGrp="1"/>
          </p:cNvSpPr>
          <p:nvPr/>
        </p:nvSpPr>
        <p:spPr>
          <a:xfrm xmlns:a="http://schemas.openxmlformats.org/drawingml/2006/main">
            <a:off x="79121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確認箇所</a:t>
            </a:r>
          </a:p>
        </p:txBody>
      </p:sp>
      <p:sp>
        <p:nvSpPr>
          <p:cNvPr id="11" name="">
            <a:extLst xmlns:a="http://schemas.openxmlformats.org/drawingml/2006/main">
              <a:ext uri="{FF2B5EF4-FFF2-40B4-BE49-F238E27FC236}">
                <a16:creationId xmlns:a16="http://schemas.microsoft.com/office/drawing/2014/main" id="{0C721DC1-D2ED-4B41-B97B-A0C55E6CF873}"/>
              </a:ext>
            </a:extLst>
          </p:cNvPr>
          <p:cNvSpPr>
            <a:spLocks xmlns:a="http://schemas.openxmlformats.org/drawingml/2006/main" noGrp="1"/>
          </p:cNvSpPr>
          <p:nvPr/>
        </p:nvSpPr>
        <p:spPr>
          <a:xfrm xmlns:a="http://schemas.openxmlformats.org/drawingml/2006/main">
            <a:off x="9048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2" name="">
            <a:extLst xmlns:a="http://schemas.openxmlformats.org/drawingml/2006/main">
              <a:ext uri="{FF2B5EF4-FFF2-40B4-BE49-F238E27FC236}">
                <a16:creationId xmlns:a16="http://schemas.microsoft.com/office/drawing/2014/main" id="{47FAC78D-2A4F-4826-8852-14A2BF56F5A1}"/>
              </a:ext>
            </a:extLst>
          </p:cNvPr>
          <p:cNvSpPr>
            <a:spLocks xmlns:a="http://schemas.openxmlformats.org/drawingml/2006/main" noGrp="1"/>
          </p:cNvSpPr>
          <p:nvPr/>
        </p:nvSpPr>
        <p:spPr>
          <a:xfrm xmlns:a="http://schemas.openxmlformats.org/drawingml/2006/main">
            <a:off x="9906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 ログイン失敗</a:t>
            </a:r>
          </a:p>
        </p:txBody>
      </p:sp>
      <p:sp>
        <p:nvSpPr>
          <p:cNvPr id="13" name="">
            <a:extLst xmlns:a="http://schemas.openxmlformats.org/drawingml/2006/main">
              <a:ext uri="{FF2B5EF4-FFF2-40B4-BE49-F238E27FC236}">
                <a16:creationId xmlns:a16="http://schemas.microsoft.com/office/drawing/2014/main" id="{0F7569E0-3FEA-4D08-89C2-35E28D1D94F0}"/>
              </a:ext>
            </a:extLst>
          </p:cNvPr>
          <p:cNvSpPr>
            <a:spLocks xmlns:a="http://schemas.openxmlformats.org/drawingml/2006/main" noGrp="1"/>
          </p:cNvSpPr>
          <p:nvPr/>
        </p:nvSpPr>
        <p:spPr>
          <a:xfrm xmlns:a="http://schemas.openxmlformats.org/drawingml/2006/main">
            <a:off x="436562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4" name="">
            <a:extLst xmlns:a="http://schemas.openxmlformats.org/drawingml/2006/main">
              <a:ext uri="{FF2B5EF4-FFF2-40B4-BE49-F238E27FC236}">
                <a16:creationId xmlns:a16="http://schemas.microsoft.com/office/drawing/2014/main" id="{41A5A0A0-3FAD-48FB-940F-96BEBDCDD988}"/>
              </a:ext>
            </a:extLst>
          </p:cNvPr>
          <p:cNvSpPr>
            <a:spLocks xmlns:a="http://schemas.openxmlformats.org/drawingml/2006/main" noGrp="1"/>
          </p:cNvSpPr>
          <p:nvPr/>
        </p:nvSpPr>
        <p:spPr>
          <a:xfrm xmlns:a="http://schemas.openxmlformats.org/drawingml/2006/main">
            <a:off x="445135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workflow が Azure にログインできない</a:t>
            </a:r>
          </a:p>
        </p:txBody>
      </p:sp>
      <p:sp>
        <p:nvSpPr>
          <p:cNvPr id="15" name="">
            <a:extLst xmlns:a="http://schemas.openxmlformats.org/drawingml/2006/main">
              <a:ext uri="{FF2B5EF4-FFF2-40B4-BE49-F238E27FC236}">
                <a16:creationId xmlns:a16="http://schemas.microsoft.com/office/drawing/2014/main" id="{0EDFBB1B-E357-4A90-B49D-59F7EF8880BC}"/>
              </a:ext>
            </a:extLst>
          </p:cNvPr>
          <p:cNvSpPr>
            <a:spLocks xmlns:a="http://schemas.openxmlformats.org/drawingml/2006/main" noGrp="1"/>
          </p:cNvSpPr>
          <p:nvPr/>
        </p:nvSpPr>
        <p:spPr>
          <a:xfrm xmlns:a="http://schemas.openxmlformats.org/drawingml/2006/main">
            <a:off x="78263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6" name="">
            <a:extLst xmlns:a="http://schemas.openxmlformats.org/drawingml/2006/main">
              <a:ext uri="{FF2B5EF4-FFF2-40B4-BE49-F238E27FC236}">
                <a16:creationId xmlns:a16="http://schemas.microsoft.com/office/drawing/2014/main" id="{140C24BE-915B-4AE0-A17A-8F8AB606D3A5}"/>
              </a:ext>
            </a:extLst>
          </p:cNvPr>
          <p:cNvSpPr>
            <a:spLocks xmlns:a="http://schemas.openxmlformats.org/drawingml/2006/main" noGrp="1"/>
          </p:cNvSpPr>
          <p:nvPr/>
        </p:nvSpPr>
        <p:spPr>
          <a:xfrm xmlns:a="http://schemas.openxmlformats.org/drawingml/2006/main">
            <a:off x="79121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AZURE_CREDENTIALS、SP 権限</a:t>
            </a:r>
          </a:p>
        </p:txBody>
      </p:sp>
      <p:sp>
        <p:nvSpPr>
          <p:cNvPr id="17" name="">
            <a:extLst xmlns:a="http://schemas.openxmlformats.org/drawingml/2006/main">
              <a:ext uri="{FF2B5EF4-FFF2-40B4-BE49-F238E27FC236}">
                <a16:creationId xmlns:a16="http://schemas.microsoft.com/office/drawing/2014/main" id="{4F846886-8886-4010-AE77-1661FD8F8010}"/>
              </a:ext>
            </a:extLst>
          </p:cNvPr>
          <p:cNvSpPr>
            <a:spLocks xmlns:a="http://schemas.openxmlformats.org/drawingml/2006/main" noGrp="1"/>
          </p:cNvSpPr>
          <p:nvPr/>
        </p:nvSpPr>
        <p:spPr>
          <a:xfrm xmlns:a="http://schemas.openxmlformats.org/drawingml/2006/main">
            <a:off x="9048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18" name="">
            <a:extLst xmlns:a="http://schemas.openxmlformats.org/drawingml/2006/main">
              <a:ext uri="{FF2B5EF4-FFF2-40B4-BE49-F238E27FC236}">
                <a16:creationId xmlns:a16="http://schemas.microsoft.com/office/drawing/2014/main" id="{4B15D686-2B1E-402B-8AF9-5AA85EBA56EA}"/>
              </a:ext>
            </a:extLst>
          </p:cNvPr>
          <p:cNvSpPr>
            <a:spLocks xmlns:a="http://schemas.openxmlformats.org/drawingml/2006/main" noGrp="1"/>
          </p:cNvSpPr>
          <p:nvPr/>
        </p:nvSpPr>
        <p:spPr>
          <a:xfrm xmlns:a="http://schemas.openxmlformats.org/drawingml/2006/main">
            <a:off x="9906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変数名ミス</a:t>
            </a:r>
          </a:p>
        </p:txBody>
      </p:sp>
      <p:sp>
        <p:nvSpPr>
          <p:cNvPr id="19" name="">
            <a:extLst xmlns:a="http://schemas.openxmlformats.org/drawingml/2006/main">
              <a:ext uri="{FF2B5EF4-FFF2-40B4-BE49-F238E27FC236}">
                <a16:creationId xmlns:a16="http://schemas.microsoft.com/office/drawing/2014/main" id="{D1F0856C-C5D5-43A9-8DBB-6A8A6862C02E}"/>
              </a:ext>
            </a:extLst>
          </p:cNvPr>
          <p:cNvSpPr>
            <a:spLocks xmlns:a="http://schemas.openxmlformats.org/drawingml/2006/main" noGrp="1"/>
          </p:cNvSpPr>
          <p:nvPr/>
        </p:nvSpPr>
        <p:spPr>
          <a:xfrm xmlns:a="http://schemas.openxmlformats.org/drawingml/2006/main">
            <a:off x="436562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0" name="">
            <a:extLst xmlns:a="http://schemas.openxmlformats.org/drawingml/2006/main">
              <a:ext uri="{FF2B5EF4-FFF2-40B4-BE49-F238E27FC236}">
                <a16:creationId xmlns:a16="http://schemas.microsoft.com/office/drawing/2014/main" id="{91ADAF24-88B7-4642-BC21-91F4E7F8D785}"/>
              </a:ext>
            </a:extLst>
          </p:cNvPr>
          <p:cNvSpPr>
            <a:spLocks xmlns:a="http://schemas.openxmlformats.org/drawingml/2006/main" noGrp="1"/>
          </p:cNvSpPr>
          <p:nvPr/>
        </p:nvSpPr>
        <p:spPr>
          <a:xfrm xmlns:a="http://schemas.openxmlformats.org/drawingml/2006/main">
            <a:off x="445135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リソースを見つけられない</a:t>
            </a:r>
          </a:p>
        </p:txBody>
      </p:sp>
      <p:sp>
        <p:nvSpPr>
          <p:cNvPr id="21" name="">
            <a:extLst xmlns:a="http://schemas.openxmlformats.org/drawingml/2006/main">
              <a:ext uri="{FF2B5EF4-FFF2-40B4-BE49-F238E27FC236}">
                <a16:creationId xmlns:a16="http://schemas.microsoft.com/office/drawing/2014/main" id="{CEF78A13-8EA5-444E-9CE9-D34B584C2D4B}"/>
              </a:ext>
            </a:extLst>
          </p:cNvPr>
          <p:cNvSpPr>
            <a:spLocks xmlns:a="http://schemas.openxmlformats.org/drawingml/2006/main" noGrp="1"/>
          </p:cNvSpPr>
          <p:nvPr/>
        </p:nvSpPr>
        <p:spPr>
          <a:xfrm xmlns:a="http://schemas.openxmlformats.org/drawingml/2006/main">
            <a:off x="78263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2" name="">
            <a:extLst xmlns:a="http://schemas.openxmlformats.org/drawingml/2006/main">
              <a:ext uri="{FF2B5EF4-FFF2-40B4-BE49-F238E27FC236}">
                <a16:creationId xmlns:a16="http://schemas.microsoft.com/office/drawing/2014/main" id="{6FCB0BE5-880E-4510-AEA2-C72156B24593}"/>
              </a:ext>
            </a:extLst>
          </p:cNvPr>
          <p:cNvSpPr>
            <a:spLocks xmlns:a="http://schemas.openxmlformats.org/drawingml/2006/main" noGrp="1"/>
          </p:cNvSpPr>
          <p:nvPr/>
        </p:nvSpPr>
        <p:spPr>
          <a:xfrm xmlns:a="http://schemas.openxmlformats.org/drawingml/2006/main">
            <a:off x="79121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Repository variables</a:t>
            </a:r>
          </a:p>
        </p:txBody>
      </p:sp>
      <p:sp>
        <p:nvSpPr>
          <p:cNvPr id="23" name="">
            <a:extLst xmlns:a="http://schemas.openxmlformats.org/drawingml/2006/main">
              <a:ext uri="{FF2B5EF4-FFF2-40B4-BE49-F238E27FC236}">
                <a16:creationId xmlns:a16="http://schemas.microsoft.com/office/drawing/2014/main" id="{558FB872-B408-4611-89D2-2F83E760512E}"/>
              </a:ext>
            </a:extLst>
          </p:cNvPr>
          <p:cNvSpPr>
            <a:spLocks xmlns:a="http://schemas.openxmlformats.org/drawingml/2006/main" noGrp="1"/>
          </p:cNvSpPr>
          <p:nvPr/>
        </p:nvSpPr>
        <p:spPr>
          <a:xfrm xmlns:a="http://schemas.openxmlformats.org/drawingml/2006/main">
            <a:off x="9048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4" name="">
            <a:extLst xmlns:a="http://schemas.openxmlformats.org/drawingml/2006/main">
              <a:ext uri="{FF2B5EF4-FFF2-40B4-BE49-F238E27FC236}">
                <a16:creationId xmlns:a16="http://schemas.microsoft.com/office/drawing/2014/main" id="{8E3C0B84-0D3E-41CA-BAF3-176571471FBD}"/>
              </a:ext>
            </a:extLst>
          </p:cNvPr>
          <p:cNvSpPr>
            <a:spLocks xmlns:a="http://schemas.openxmlformats.org/drawingml/2006/main" noGrp="1"/>
          </p:cNvSpPr>
          <p:nvPr/>
        </p:nvSpPr>
        <p:spPr>
          <a:xfrm xmlns:a="http://schemas.openxmlformats.org/drawingml/2006/main">
            <a:off x="9906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 名ミス</a:t>
            </a:r>
          </a:p>
        </p:txBody>
      </p:sp>
      <p:sp>
        <p:nvSpPr>
          <p:cNvPr id="25" name="">
            <a:extLst xmlns:a="http://schemas.openxmlformats.org/drawingml/2006/main">
              <a:ext uri="{FF2B5EF4-FFF2-40B4-BE49-F238E27FC236}">
                <a16:creationId xmlns:a16="http://schemas.microsoft.com/office/drawing/2014/main" id="{A9E8C864-E9DC-4006-A4F0-3EEE2C3018B9}"/>
              </a:ext>
            </a:extLst>
          </p:cNvPr>
          <p:cNvSpPr>
            <a:spLocks xmlns:a="http://schemas.openxmlformats.org/drawingml/2006/main" noGrp="1"/>
          </p:cNvSpPr>
          <p:nvPr/>
        </p:nvSpPr>
        <p:spPr>
          <a:xfrm xmlns:a="http://schemas.openxmlformats.org/drawingml/2006/main">
            <a:off x="436562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6" name="">
            <a:extLst xmlns:a="http://schemas.openxmlformats.org/drawingml/2006/main">
              <a:ext uri="{FF2B5EF4-FFF2-40B4-BE49-F238E27FC236}">
                <a16:creationId xmlns:a16="http://schemas.microsoft.com/office/drawing/2014/main" id="{8AA593D8-F5A6-4EEC-A429-303369D67075}"/>
              </a:ext>
            </a:extLst>
          </p:cNvPr>
          <p:cNvSpPr>
            <a:spLocks xmlns:a="http://schemas.openxmlformats.org/drawingml/2006/main" noGrp="1"/>
          </p:cNvSpPr>
          <p:nvPr/>
        </p:nvSpPr>
        <p:spPr>
          <a:xfrm xmlns:a="http://schemas.openxmlformats.org/drawingml/2006/main">
            <a:off x="445135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image push/pull が失敗</a:t>
            </a:r>
          </a:p>
        </p:txBody>
      </p:sp>
      <p:sp>
        <p:nvSpPr>
          <p:cNvPr id="27" name="">
            <a:extLst xmlns:a="http://schemas.openxmlformats.org/drawingml/2006/main">
              <a:ext uri="{FF2B5EF4-FFF2-40B4-BE49-F238E27FC236}">
                <a16:creationId xmlns:a16="http://schemas.microsoft.com/office/drawing/2014/main" id="{FB9DD0BD-B44C-4448-B60A-AB9531DFD464}"/>
              </a:ext>
            </a:extLst>
          </p:cNvPr>
          <p:cNvSpPr>
            <a:spLocks xmlns:a="http://schemas.openxmlformats.org/drawingml/2006/main" noGrp="1"/>
          </p:cNvSpPr>
          <p:nvPr/>
        </p:nvSpPr>
        <p:spPr>
          <a:xfrm xmlns:a="http://schemas.openxmlformats.org/drawingml/2006/main">
            <a:off x="78263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8" name="">
            <a:extLst xmlns:a="http://schemas.openxmlformats.org/drawingml/2006/main">
              <a:ext uri="{FF2B5EF4-FFF2-40B4-BE49-F238E27FC236}">
                <a16:creationId xmlns:a16="http://schemas.microsoft.com/office/drawing/2014/main" id="{C1F32B29-7A5B-44A8-8ABA-AE6CF4E1D7A5}"/>
              </a:ext>
            </a:extLst>
          </p:cNvPr>
          <p:cNvSpPr>
            <a:spLocks xmlns:a="http://schemas.openxmlformats.org/drawingml/2006/main" noGrp="1"/>
          </p:cNvSpPr>
          <p:nvPr/>
        </p:nvSpPr>
        <p:spPr>
          <a:xfrm xmlns:a="http://schemas.openxmlformats.org/drawingml/2006/main">
            <a:off x="79121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ACR_NAME と login server</a:t>
            </a:r>
          </a:p>
        </p:txBody>
      </p:sp>
      <p:sp>
        <p:nvSpPr>
          <p:cNvPr id="29" name="">
            <a:extLst xmlns:a="http://schemas.openxmlformats.org/drawingml/2006/main">
              <a:ext uri="{FF2B5EF4-FFF2-40B4-BE49-F238E27FC236}">
                <a16:creationId xmlns:a16="http://schemas.microsoft.com/office/drawing/2014/main" id="{AB89CF11-486A-4AD5-917E-6A3BA7DB09C1}"/>
              </a:ext>
            </a:extLst>
          </p:cNvPr>
          <p:cNvSpPr>
            <a:spLocks xmlns:a="http://schemas.openxmlformats.org/drawingml/2006/main" noGrp="1"/>
          </p:cNvSpPr>
          <p:nvPr/>
        </p:nvSpPr>
        <p:spPr>
          <a:xfrm xmlns:a="http://schemas.openxmlformats.org/drawingml/2006/main">
            <a:off x="9048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0" name="">
            <a:extLst xmlns:a="http://schemas.openxmlformats.org/drawingml/2006/main">
              <a:ext uri="{FF2B5EF4-FFF2-40B4-BE49-F238E27FC236}">
                <a16:creationId xmlns:a16="http://schemas.microsoft.com/office/drawing/2014/main" id="{E173DF50-CAC8-4FF9-9F6F-0CFC6AACF862}"/>
              </a:ext>
            </a:extLst>
          </p:cNvPr>
          <p:cNvSpPr>
            <a:spLocks xmlns:a="http://schemas.openxmlformats.org/drawingml/2006/main" noGrp="1"/>
          </p:cNvSpPr>
          <p:nvPr/>
        </p:nvSpPr>
        <p:spPr>
          <a:xfrm xmlns:a="http://schemas.openxmlformats.org/drawingml/2006/main">
            <a:off x="9906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Client ID の取り違え</a:t>
            </a:r>
          </a:p>
        </p:txBody>
      </p:sp>
      <p:sp>
        <p:nvSpPr>
          <p:cNvPr id="31" name="">
            <a:extLst xmlns:a="http://schemas.openxmlformats.org/drawingml/2006/main">
              <a:ext uri="{FF2B5EF4-FFF2-40B4-BE49-F238E27FC236}">
                <a16:creationId xmlns:a16="http://schemas.microsoft.com/office/drawing/2014/main" id="{619DD1A1-72F1-4CCF-8E1D-58C77F60014D}"/>
              </a:ext>
            </a:extLst>
          </p:cNvPr>
          <p:cNvSpPr>
            <a:spLocks xmlns:a="http://schemas.openxmlformats.org/drawingml/2006/main" noGrp="1"/>
          </p:cNvSpPr>
          <p:nvPr/>
        </p:nvSpPr>
        <p:spPr>
          <a:xfrm xmlns:a="http://schemas.openxmlformats.org/drawingml/2006/main">
            <a:off x="436562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2" name="">
            <a:extLst xmlns:a="http://schemas.openxmlformats.org/drawingml/2006/main">
              <a:ext uri="{FF2B5EF4-FFF2-40B4-BE49-F238E27FC236}">
                <a16:creationId xmlns:a16="http://schemas.microsoft.com/office/drawing/2014/main" id="{AB36C148-262C-4AE3-A219-470208A5F21E}"/>
              </a:ext>
            </a:extLst>
          </p:cNvPr>
          <p:cNvSpPr>
            <a:spLocks xmlns:a="http://schemas.openxmlformats.org/drawingml/2006/main" noGrp="1"/>
          </p:cNvSpPr>
          <p:nvPr/>
        </p:nvSpPr>
        <p:spPr>
          <a:xfrm xmlns:a="http://schemas.openxmlformats.org/drawingml/2006/main">
            <a:off x="445135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サインインや workflow が失敗</a:t>
            </a:r>
          </a:p>
        </p:txBody>
      </p:sp>
      <p:sp>
        <p:nvSpPr>
          <p:cNvPr id="33" name="">
            <a:extLst xmlns:a="http://schemas.openxmlformats.org/drawingml/2006/main">
              <a:ext uri="{FF2B5EF4-FFF2-40B4-BE49-F238E27FC236}">
                <a16:creationId xmlns:a16="http://schemas.microsoft.com/office/drawing/2014/main" id="{38249489-DAFD-4B82-AA2B-491A31F40FEA}"/>
              </a:ext>
            </a:extLst>
          </p:cNvPr>
          <p:cNvSpPr>
            <a:spLocks xmlns:a="http://schemas.openxmlformats.org/drawingml/2006/main" noGrp="1"/>
          </p:cNvSpPr>
          <p:nvPr/>
        </p:nvSpPr>
        <p:spPr>
          <a:xfrm xmlns:a="http://schemas.openxmlformats.org/drawingml/2006/main">
            <a:off x="78263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4" name="">
            <a:extLst xmlns:a="http://schemas.openxmlformats.org/drawingml/2006/main">
              <a:ext uri="{FF2B5EF4-FFF2-40B4-BE49-F238E27FC236}">
                <a16:creationId xmlns:a16="http://schemas.microsoft.com/office/drawing/2014/main" id="{C8089622-3EBF-403C-A075-D45C1F482623}"/>
              </a:ext>
            </a:extLst>
          </p:cNvPr>
          <p:cNvSpPr>
            <a:spLocks xmlns:a="http://schemas.openxmlformats.org/drawingml/2006/main" noGrp="1"/>
          </p:cNvSpPr>
          <p:nvPr/>
        </p:nvSpPr>
        <p:spPr>
          <a:xfrm xmlns:a="http://schemas.openxmlformats.org/drawingml/2006/main">
            <a:off x="79121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Web 用 app client ID と SP client ID</a:t>
            </a:r>
          </a:p>
        </p:txBody>
      </p:sp>
      <p:sp>
        <p:nvSpPr>
          <p:cNvPr id="35" name="">
            <a:extLst xmlns:a="http://schemas.openxmlformats.org/drawingml/2006/main">
              <a:ext uri="{FF2B5EF4-FFF2-40B4-BE49-F238E27FC236}">
                <a16:creationId xmlns:a16="http://schemas.microsoft.com/office/drawing/2014/main" id="{E968E6D5-6DCE-4A31-8C20-BA123158D629}"/>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300E92-EF73-454C-9123-B2A15B262DA6}"/>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よくある失敗: DB とサインイン</a:t>
            </a:r>
          </a:p>
        </p:txBody>
      </p:sp>
      <p:sp>
        <p:nvSpPr>
          <p:cNvPr id="2" name="">
            <a:extLst xmlns:a="http://schemas.openxmlformats.org/drawingml/2006/main">
              <a:ext uri="{FF2B5EF4-FFF2-40B4-BE49-F238E27FC236}">
                <a16:creationId xmlns:a16="http://schemas.microsoft.com/office/drawing/2014/main" id="{8244D669-29A2-4F36-9015-A774A8920741}"/>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42 / 48</a:t>
            </a:r>
          </a:p>
        </p:txBody>
      </p:sp>
      <p:sp>
        <p:nvSpPr>
          <p:cNvPr id="3" name="">
            <a:extLst xmlns:a="http://schemas.openxmlformats.org/drawingml/2006/main">
              <a:ext uri="{FF2B5EF4-FFF2-40B4-BE49-F238E27FC236}">
                <a16:creationId xmlns:a16="http://schemas.microsoft.com/office/drawing/2014/main" id="{9BC0158F-EF31-4FE2-BDA8-4CBFDDCC5D28}"/>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CA4140C1-2EBD-4BC9-9703-55A4D8C2592F}"/>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アプリが表示されても、API と DB、redirect URI、Container Apps revision のどこかで止まることがあります。確認順をそろえます。</a:t>
            </a:r>
          </a:p>
        </p:txBody>
      </p:sp>
      <p:sp>
        <p:nvSpPr>
          <p:cNvPr id="5" name="">
            <a:extLst xmlns:a="http://schemas.openxmlformats.org/drawingml/2006/main">
              <a:ext uri="{FF2B5EF4-FFF2-40B4-BE49-F238E27FC236}">
                <a16:creationId xmlns:a16="http://schemas.microsoft.com/office/drawing/2014/main" id="{97332514-5A8E-4F7C-89E5-323143C5B8E9}"/>
              </a:ext>
            </a:extLst>
          </p:cNvPr>
          <p:cNvSpPr>
            <a:spLocks xmlns:a="http://schemas.openxmlformats.org/drawingml/2006/main" noGrp="1"/>
          </p:cNvSpPr>
          <p:nvPr/>
        </p:nvSpPr>
        <p:spPr>
          <a:xfrm xmlns:a="http://schemas.openxmlformats.org/drawingml/2006/main">
            <a:off x="9048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6" name="">
            <a:extLst xmlns:a="http://schemas.openxmlformats.org/drawingml/2006/main">
              <a:ext uri="{FF2B5EF4-FFF2-40B4-BE49-F238E27FC236}">
                <a16:creationId xmlns:a16="http://schemas.microsoft.com/office/drawing/2014/main" id="{EC386FEF-FF07-4697-AB9E-535146FD9E82}"/>
              </a:ext>
            </a:extLst>
          </p:cNvPr>
          <p:cNvSpPr>
            <a:spLocks xmlns:a="http://schemas.openxmlformats.org/drawingml/2006/main" noGrp="1"/>
          </p:cNvSpPr>
          <p:nvPr/>
        </p:nvSpPr>
        <p:spPr>
          <a:xfrm xmlns:a="http://schemas.openxmlformats.org/drawingml/2006/main">
            <a:off x="9906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失敗</a:t>
            </a:r>
          </a:p>
        </p:txBody>
      </p:sp>
      <p:sp>
        <p:nvSpPr>
          <p:cNvPr id="7" name="">
            <a:extLst xmlns:a="http://schemas.openxmlformats.org/drawingml/2006/main">
              <a:ext uri="{FF2B5EF4-FFF2-40B4-BE49-F238E27FC236}">
                <a16:creationId xmlns:a16="http://schemas.microsoft.com/office/drawing/2014/main" id="{B575B61C-CA57-4899-B6A4-8B4F3C2310C2}"/>
              </a:ext>
            </a:extLst>
          </p:cNvPr>
          <p:cNvSpPr>
            <a:spLocks xmlns:a="http://schemas.openxmlformats.org/drawingml/2006/main" noGrp="1"/>
          </p:cNvSpPr>
          <p:nvPr/>
        </p:nvSpPr>
        <p:spPr>
          <a:xfrm xmlns:a="http://schemas.openxmlformats.org/drawingml/2006/main">
            <a:off x="436562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8" name="">
            <a:extLst xmlns:a="http://schemas.openxmlformats.org/drawingml/2006/main">
              <a:ext uri="{FF2B5EF4-FFF2-40B4-BE49-F238E27FC236}">
                <a16:creationId xmlns:a16="http://schemas.microsoft.com/office/drawing/2014/main" id="{346627C2-D0C2-4593-A60F-8006DA5E399D}"/>
              </a:ext>
            </a:extLst>
          </p:cNvPr>
          <p:cNvSpPr>
            <a:spLocks xmlns:a="http://schemas.openxmlformats.org/drawingml/2006/main" noGrp="1"/>
          </p:cNvSpPr>
          <p:nvPr/>
        </p:nvSpPr>
        <p:spPr>
          <a:xfrm xmlns:a="http://schemas.openxmlformats.org/drawingml/2006/main">
            <a:off x="445135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症状</a:t>
            </a:r>
          </a:p>
        </p:txBody>
      </p:sp>
      <p:sp>
        <p:nvSpPr>
          <p:cNvPr id="9" name="">
            <a:extLst xmlns:a="http://schemas.openxmlformats.org/drawingml/2006/main">
              <a:ext uri="{FF2B5EF4-FFF2-40B4-BE49-F238E27FC236}">
                <a16:creationId xmlns:a16="http://schemas.microsoft.com/office/drawing/2014/main" id="{E15EA173-37EC-44BA-A012-42C60EEB587C}"/>
              </a:ext>
            </a:extLst>
          </p:cNvPr>
          <p:cNvSpPr>
            <a:spLocks xmlns:a="http://schemas.openxmlformats.org/drawingml/2006/main" noGrp="1"/>
          </p:cNvSpPr>
          <p:nvPr/>
        </p:nvSpPr>
        <p:spPr>
          <a:xfrm xmlns:a="http://schemas.openxmlformats.org/drawingml/2006/main">
            <a:off x="7826375" y="1809750"/>
            <a:ext cx="3460750" cy="647700"/>
          </a:xfrm>
          <a:prstGeom xmlns:a="http://schemas.openxmlformats.org/drawingml/2006/main" prst="rect">
            <a:avLst/>
          </a:prstGeom>
          <a:ln xmlns:a="http://schemas.openxmlformats.org/drawingml/2006/main" w="9525">
            <a:solidFill>
              <a:srgbClr val="C8D7EF"/>
            </a:solidFill>
            <a:prstDash val="solid"/>
          </a:ln>
        </p:spPr>
      </p:sp>
      <p:sp>
        <p:nvSpPr>
          <p:cNvPr id="10" name="">
            <a:extLst xmlns:a="http://schemas.openxmlformats.org/drawingml/2006/main">
              <a:ext uri="{FF2B5EF4-FFF2-40B4-BE49-F238E27FC236}">
                <a16:creationId xmlns:a16="http://schemas.microsoft.com/office/drawing/2014/main" id="{34BE9C48-568E-46FC-8B1A-FF7257739C6A}"/>
              </a:ext>
            </a:extLst>
          </p:cNvPr>
          <p:cNvSpPr>
            <a:spLocks xmlns:a="http://schemas.openxmlformats.org/drawingml/2006/main" noGrp="1"/>
          </p:cNvSpPr>
          <p:nvPr/>
        </p:nvSpPr>
        <p:spPr>
          <a:xfrm xmlns:a="http://schemas.openxmlformats.org/drawingml/2006/main">
            <a:off x="7912100" y="189547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確認箇所</a:t>
            </a:r>
          </a:p>
        </p:txBody>
      </p:sp>
      <p:sp>
        <p:nvSpPr>
          <p:cNvPr id="11" name="">
            <a:extLst xmlns:a="http://schemas.openxmlformats.org/drawingml/2006/main">
              <a:ext uri="{FF2B5EF4-FFF2-40B4-BE49-F238E27FC236}">
                <a16:creationId xmlns:a16="http://schemas.microsoft.com/office/drawing/2014/main" id="{A51E366E-7D37-4D36-B57E-26BCEFE62A05}"/>
              </a:ext>
            </a:extLst>
          </p:cNvPr>
          <p:cNvSpPr>
            <a:spLocks xmlns:a="http://schemas.openxmlformats.org/drawingml/2006/main" noGrp="1"/>
          </p:cNvSpPr>
          <p:nvPr/>
        </p:nvSpPr>
        <p:spPr>
          <a:xfrm xmlns:a="http://schemas.openxmlformats.org/drawingml/2006/main">
            <a:off x="9048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2" name="">
            <a:extLst xmlns:a="http://schemas.openxmlformats.org/drawingml/2006/main">
              <a:ext uri="{FF2B5EF4-FFF2-40B4-BE49-F238E27FC236}">
                <a16:creationId xmlns:a16="http://schemas.microsoft.com/office/drawing/2014/main" id="{B46A77CF-1356-4A6D-8B0A-964A3E107B71}"/>
              </a:ext>
            </a:extLst>
          </p:cNvPr>
          <p:cNvSpPr>
            <a:spLocks xmlns:a="http://schemas.openxmlformats.org/drawingml/2006/main" noGrp="1"/>
          </p:cNvSpPr>
          <p:nvPr/>
        </p:nvSpPr>
        <p:spPr>
          <a:xfrm xmlns:a="http://schemas.openxmlformats.org/drawingml/2006/main">
            <a:off x="9906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DB 接続失敗</a:t>
            </a:r>
          </a:p>
        </p:txBody>
      </p:sp>
      <p:sp>
        <p:nvSpPr>
          <p:cNvPr id="13" name="">
            <a:extLst xmlns:a="http://schemas.openxmlformats.org/drawingml/2006/main">
              <a:ext uri="{FF2B5EF4-FFF2-40B4-BE49-F238E27FC236}">
                <a16:creationId xmlns:a16="http://schemas.microsoft.com/office/drawing/2014/main" id="{08EC1509-D8F8-400B-ABEA-AC71E35BC23E}"/>
              </a:ext>
            </a:extLst>
          </p:cNvPr>
          <p:cNvSpPr>
            <a:spLocks xmlns:a="http://schemas.openxmlformats.org/drawingml/2006/main" noGrp="1"/>
          </p:cNvSpPr>
          <p:nvPr/>
        </p:nvSpPr>
        <p:spPr>
          <a:xfrm xmlns:a="http://schemas.openxmlformats.org/drawingml/2006/main">
            <a:off x="436562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4" name="">
            <a:extLst xmlns:a="http://schemas.openxmlformats.org/drawingml/2006/main">
              <a:ext uri="{FF2B5EF4-FFF2-40B4-BE49-F238E27FC236}">
                <a16:creationId xmlns:a16="http://schemas.microsoft.com/office/drawing/2014/main" id="{07809FF2-F45B-46AF-8FAB-A471045193C1}"/>
              </a:ext>
            </a:extLst>
          </p:cNvPr>
          <p:cNvSpPr>
            <a:spLocks xmlns:a="http://schemas.openxmlformats.org/drawingml/2006/main" noGrp="1"/>
          </p:cNvSpPr>
          <p:nvPr/>
        </p:nvSpPr>
        <p:spPr>
          <a:xfrm xmlns:a="http://schemas.openxmlformats.org/drawingml/2006/main">
            <a:off x="445135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Todo 画面で API エラー</a:t>
            </a:r>
          </a:p>
        </p:txBody>
      </p:sp>
      <p:sp>
        <p:nvSpPr>
          <p:cNvPr id="15" name="">
            <a:extLst xmlns:a="http://schemas.openxmlformats.org/drawingml/2006/main">
              <a:ext uri="{FF2B5EF4-FFF2-40B4-BE49-F238E27FC236}">
                <a16:creationId xmlns:a16="http://schemas.microsoft.com/office/drawing/2014/main" id="{EF3075E7-FD1C-4A78-AB95-FFC32657B427}"/>
              </a:ext>
            </a:extLst>
          </p:cNvPr>
          <p:cNvSpPr>
            <a:spLocks xmlns:a="http://schemas.openxmlformats.org/drawingml/2006/main" noGrp="1"/>
          </p:cNvSpPr>
          <p:nvPr/>
        </p:nvSpPr>
        <p:spPr>
          <a:xfrm xmlns:a="http://schemas.openxmlformats.org/drawingml/2006/main">
            <a:off x="7826375" y="2457450"/>
            <a:ext cx="3460750" cy="647700"/>
          </a:xfrm>
          <a:prstGeom xmlns:a="http://schemas.openxmlformats.org/drawingml/2006/main" prst="rect">
            <a:avLst/>
          </a:prstGeom>
          <a:ln xmlns:a="http://schemas.openxmlformats.org/drawingml/2006/main" w="9525">
            <a:solidFill>
              <a:srgbClr val="DDE5EF"/>
            </a:solidFill>
            <a:prstDash val="solid"/>
          </a:ln>
        </p:spPr>
      </p:sp>
      <p:sp>
        <p:nvSpPr>
          <p:cNvPr id="16" name="">
            <a:extLst xmlns:a="http://schemas.openxmlformats.org/drawingml/2006/main">
              <a:ext uri="{FF2B5EF4-FFF2-40B4-BE49-F238E27FC236}">
                <a16:creationId xmlns:a16="http://schemas.microsoft.com/office/drawing/2014/main" id="{000B33F6-70DD-4F94-B27B-9C3E341EC3ED}"/>
              </a:ext>
            </a:extLst>
          </p:cNvPr>
          <p:cNvSpPr>
            <a:spLocks xmlns:a="http://schemas.openxmlformats.org/drawingml/2006/main" noGrp="1"/>
          </p:cNvSpPr>
          <p:nvPr/>
        </p:nvSpPr>
        <p:spPr>
          <a:xfrm xmlns:a="http://schemas.openxmlformats.org/drawingml/2006/main">
            <a:off x="7912100" y="25241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POSTGRES_SERVER、DB 権限、PostgreSQL Running</a:t>
            </a:r>
          </a:p>
        </p:txBody>
      </p:sp>
      <p:sp>
        <p:nvSpPr>
          <p:cNvPr id="17" name="">
            <a:extLst xmlns:a="http://schemas.openxmlformats.org/drawingml/2006/main">
              <a:ext uri="{FF2B5EF4-FFF2-40B4-BE49-F238E27FC236}">
                <a16:creationId xmlns:a16="http://schemas.microsoft.com/office/drawing/2014/main" id="{0DF0D4B2-2116-4E5F-9030-540FE941A792}"/>
              </a:ext>
            </a:extLst>
          </p:cNvPr>
          <p:cNvSpPr>
            <a:spLocks xmlns:a="http://schemas.openxmlformats.org/drawingml/2006/main" noGrp="1"/>
          </p:cNvSpPr>
          <p:nvPr/>
        </p:nvSpPr>
        <p:spPr>
          <a:xfrm xmlns:a="http://schemas.openxmlformats.org/drawingml/2006/main">
            <a:off x="9048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18" name="">
            <a:extLst xmlns:a="http://schemas.openxmlformats.org/drawingml/2006/main">
              <a:ext uri="{FF2B5EF4-FFF2-40B4-BE49-F238E27FC236}">
                <a16:creationId xmlns:a16="http://schemas.microsoft.com/office/drawing/2014/main" id="{D628FE99-2C99-49C7-95A9-162886BA6D08}"/>
              </a:ext>
            </a:extLst>
          </p:cNvPr>
          <p:cNvSpPr>
            <a:spLocks xmlns:a="http://schemas.openxmlformats.org/drawingml/2006/main" noGrp="1"/>
          </p:cNvSpPr>
          <p:nvPr/>
        </p:nvSpPr>
        <p:spPr>
          <a:xfrm xmlns:a="http://schemas.openxmlformats.org/drawingml/2006/main">
            <a:off x="9906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サインイン失敗</a:t>
            </a:r>
          </a:p>
        </p:txBody>
      </p:sp>
      <p:sp>
        <p:nvSpPr>
          <p:cNvPr id="19" name="">
            <a:extLst xmlns:a="http://schemas.openxmlformats.org/drawingml/2006/main">
              <a:ext uri="{FF2B5EF4-FFF2-40B4-BE49-F238E27FC236}">
                <a16:creationId xmlns:a16="http://schemas.microsoft.com/office/drawing/2014/main" id="{5E5970BF-6764-4731-A7A9-26DD1AD931AA}"/>
              </a:ext>
            </a:extLst>
          </p:cNvPr>
          <p:cNvSpPr>
            <a:spLocks xmlns:a="http://schemas.openxmlformats.org/drawingml/2006/main" noGrp="1"/>
          </p:cNvSpPr>
          <p:nvPr/>
        </p:nvSpPr>
        <p:spPr>
          <a:xfrm xmlns:a="http://schemas.openxmlformats.org/drawingml/2006/main">
            <a:off x="436562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0" name="">
            <a:extLst xmlns:a="http://schemas.openxmlformats.org/drawingml/2006/main">
              <a:ext uri="{FF2B5EF4-FFF2-40B4-BE49-F238E27FC236}">
                <a16:creationId xmlns:a16="http://schemas.microsoft.com/office/drawing/2014/main" id="{CA1495F2-660F-4CE3-9FD0-B87A5F9C2EDA}"/>
              </a:ext>
            </a:extLst>
          </p:cNvPr>
          <p:cNvSpPr>
            <a:spLocks xmlns:a="http://schemas.openxmlformats.org/drawingml/2006/main" noGrp="1"/>
          </p:cNvSpPr>
          <p:nvPr/>
        </p:nvSpPr>
        <p:spPr>
          <a:xfrm xmlns:a="http://schemas.openxmlformats.org/drawingml/2006/main">
            <a:off x="445135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Login 後にエラー</a:t>
            </a:r>
          </a:p>
        </p:txBody>
      </p:sp>
      <p:sp>
        <p:nvSpPr>
          <p:cNvPr id="21" name="">
            <a:extLst xmlns:a="http://schemas.openxmlformats.org/drawingml/2006/main">
              <a:ext uri="{FF2B5EF4-FFF2-40B4-BE49-F238E27FC236}">
                <a16:creationId xmlns:a16="http://schemas.microsoft.com/office/drawing/2014/main" id="{4F0823F3-47A2-45B4-9BB2-39764B790FC6}"/>
              </a:ext>
            </a:extLst>
          </p:cNvPr>
          <p:cNvSpPr>
            <a:spLocks xmlns:a="http://schemas.openxmlformats.org/drawingml/2006/main" noGrp="1"/>
          </p:cNvSpPr>
          <p:nvPr/>
        </p:nvSpPr>
        <p:spPr>
          <a:xfrm xmlns:a="http://schemas.openxmlformats.org/drawingml/2006/main">
            <a:off x="7826375" y="3105150"/>
            <a:ext cx="3460750" cy="647700"/>
          </a:xfrm>
          <a:prstGeom xmlns:a="http://schemas.openxmlformats.org/drawingml/2006/main" prst="rect">
            <a:avLst/>
          </a:prstGeom>
          <a:ln xmlns:a="http://schemas.openxmlformats.org/drawingml/2006/main" w="9525">
            <a:solidFill>
              <a:srgbClr val="DDE5EF"/>
            </a:solidFill>
            <a:prstDash val="solid"/>
          </a:ln>
        </p:spPr>
      </p:sp>
      <p:sp>
        <p:nvSpPr>
          <p:cNvPr id="22" name="">
            <a:extLst xmlns:a="http://schemas.openxmlformats.org/drawingml/2006/main">
              <a:ext uri="{FF2B5EF4-FFF2-40B4-BE49-F238E27FC236}">
                <a16:creationId xmlns:a16="http://schemas.microsoft.com/office/drawing/2014/main" id="{4FC27407-C6D1-4AF7-8023-345B6A474A4C}"/>
              </a:ext>
            </a:extLst>
          </p:cNvPr>
          <p:cNvSpPr>
            <a:spLocks xmlns:a="http://schemas.openxmlformats.org/drawingml/2006/main" noGrp="1"/>
          </p:cNvSpPr>
          <p:nvPr/>
        </p:nvSpPr>
        <p:spPr>
          <a:xfrm xmlns:a="http://schemas.openxmlformats.org/drawingml/2006/main">
            <a:off x="7912100" y="31718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redirect URI、AZURE_CLIENT_ID、Tenant ID</a:t>
            </a:r>
          </a:p>
        </p:txBody>
      </p:sp>
      <p:sp>
        <p:nvSpPr>
          <p:cNvPr id="23" name="">
            <a:extLst xmlns:a="http://schemas.openxmlformats.org/drawingml/2006/main">
              <a:ext uri="{FF2B5EF4-FFF2-40B4-BE49-F238E27FC236}">
                <a16:creationId xmlns:a16="http://schemas.microsoft.com/office/drawing/2014/main" id="{C86F525E-8AD9-4D4C-999A-F9FFCB9C0B98}"/>
              </a:ext>
            </a:extLst>
          </p:cNvPr>
          <p:cNvSpPr>
            <a:spLocks xmlns:a="http://schemas.openxmlformats.org/drawingml/2006/main" noGrp="1"/>
          </p:cNvSpPr>
          <p:nvPr/>
        </p:nvSpPr>
        <p:spPr>
          <a:xfrm xmlns:a="http://schemas.openxmlformats.org/drawingml/2006/main">
            <a:off x="9048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4" name="">
            <a:extLst xmlns:a="http://schemas.openxmlformats.org/drawingml/2006/main">
              <a:ext uri="{FF2B5EF4-FFF2-40B4-BE49-F238E27FC236}">
                <a16:creationId xmlns:a16="http://schemas.microsoft.com/office/drawing/2014/main" id="{6432D142-E413-48E3-B361-6DA7D80F9764}"/>
              </a:ext>
            </a:extLst>
          </p:cNvPr>
          <p:cNvSpPr>
            <a:spLocks xmlns:a="http://schemas.openxmlformats.org/drawingml/2006/main" noGrp="1"/>
          </p:cNvSpPr>
          <p:nvPr/>
        </p:nvSpPr>
        <p:spPr>
          <a:xfrm xmlns:a="http://schemas.openxmlformats.org/drawingml/2006/main">
            <a:off x="9906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デプロイが見えない</a:t>
            </a:r>
          </a:p>
        </p:txBody>
      </p:sp>
      <p:sp>
        <p:nvSpPr>
          <p:cNvPr id="25" name="">
            <a:extLst xmlns:a="http://schemas.openxmlformats.org/drawingml/2006/main">
              <a:ext uri="{FF2B5EF4-FFF2-40B4-BE49-F238E27FC236}">
                <a16:creationId xmlns:a16="http://schemas.microsoft.com/office/drawing/2014/main" id="{AEDD4660-69F5-468C-9C67-11B88B46312E}"/>
              </a:ext>
            </a:extLst>
          </p:cNvPr>
          <p:cNvSpPr>
            <a:spLocks xmlns:a="http://schemas.openxmlformats.org/drawingml/2006/main" noGrp="1"/>
          </p:cNvSpPr>
          <p:nvPr/>
        </p:nvSpPr>
        <p:spPr>
          <a:xfrm xmlns:a="http://schemas.openxmlformats.org/drawingml/2006/main">
            <a:off x="436562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6" name="">
            <a:extLst xmlns:a="http://schemas.openxmlformats.org/drawingml/2006/main">
              <a:ext uri="{FF2B5EF4-FFF2-40B4-BE49-F238E27FC236}">
                <a16:creationId xmlns:a16="http://schemas.microsoft.com/office/drawing/2014/main" id="{78BEB741-FB1B-4503-B3E7-753BBCC842EF}"/>
              </a:ext>
            </a:extLst>
          </p:cNvPr>
          <p:cNvSpPr>
            <a:spLocks xmlns:a="http://schemas.openxmlformats.org/drawingml/2006/main" noGrp="1"/>
          </p:cNvSpPr>
          <p:nvPr/>
        </p:nvSpPr>
        <p:spPr>
          <a:xfrm xmlns:a="http://schemas.openxmlformats.org/drawingml/2006/main">
            <a:off x="445135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revision が更新されない</a:t>
            </a:r>
          </a:p>
        </p:txBody>
      </p:sp>
      <p:sp>
        <p:nvSpPr>
          <p:cNvPr id="27" name="">
            <a:extLst xmlns:a="http://schemas.openxmlformats.org/drawingml/2006/main">
              <a:ext uri="{FF2B5EF4-FFF2-40B4-BE49-F238E27FC236}">
                <a16:creationId xmlns:a16="http://schemas.microsoft.com/office/drawing/2014/main" id="{788CA318-DBD9-4DBF-9B3D-36AF7AC62B64}"/>
              </a:ext>
            </a:extLst>
          </p:cNvPr>
          <p:cNvSpPr>
            <a:spLocks xmlns:a="http://schemas.openxmlformats.org/drawingml/2006/main" noGrp="1"/>
          </p:cNvSpPr>
          <p:nvPr/>
        </p:nvSpPr>
        <p:spPr>
          <a:xfrm xmlns:a="http://schemas.openxmlformats.org/drawingml/2006/main">
            <a:off x="7826375" y="3752850"/>
            <a:ext cx="3460750" cy="647700"/>
          </a:xfrm>
          <a:prstGeom xmlns:a="http://schemas.openxmlformats.org/drawingml/2006/main" prst="rect">
            <a:avLst/>
          </a:prstGeom>
          <a:ln xmlns:a="http://schemas.openxmlformats.org/drawingml/2006/main" w="9525">
            <a:solidFill>
              <a:srgbClr val="DDE5EF"/>
            </a:solidFill>
            <a:prstDash val="solid"/>
          </a:ln>
        </p:spPr>
      </p:sp>
      <p:sp>
        <p:nvSpPr>
          <p:cNvPr id="28" name="">
            <a:extLst xmlns:a="http://schemas.openxmlformats.org/drawingml/2006/main">
              <a:ext uri="{FF2B5EF4-FFF2-40B4-BE49-F238E27FC236}">
                <a16:creationId xmlns:a16="http://schemas.microsoft.com/office/drawing/2014/main" id="{8FF04BE4-DE17-4629-A642-2A48D7D5BC2A}"/>
              </a:ext>
            </a:extLst>
          </p:cNvPr>
          <p:cNvSpPr>
            <a:spLocks xmlns:a="http://schemas.openxmlformats.org/drawingml/2006/main" noGrp="1"/>
          </p:cNvSpPr>
          <p:nvPr/>
        </p:nvSpPr>
        <p:spPr>
          <a:xfrm xmlns:a="http://schemas.openxmlformats.org/drawingml/2006/main">
            <a:off x="7912100" y="38195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63" b="0">
                <a:solidFill>
                  <a:srgbClr val="1F2937"/>
                </a:solidFill>
                <a:latin typeface="Yu Gothic"/>
                <a:ea typeface="Yu Gothic"/>
                <a:cs typeface="Yu Gothic"/>
              </a:defRPr>
            </a:pPr>
            <a:r>
              <a:rPr sz="863" b="0">
                <a:solidFill>
                  <a:srgbClr val="1F2937"/>
                </a:solidFill>
                <a:latin typeface="Yu Gothic"/>
                <a:ea typeface="Yu Gothic"/>
                <a:cs typeface="Yu Gothic"/>
              </a:rPr>
              <a:t>Actions、ACR repositories、Container Apps revisions</a:t>
            </a:r>
          </a:p>
        </p:txBody>
      </p:sp>
      <p:sp>
        <p:nvSpPr>
          <p:cNvPr id="29" name="">
            <a:extLst xmlns:a="http://schemas.openxmlformats.org/drawingml/2006/main">
              <a:ext uri="{FF2B5EF4-FFF2-40B4-BE49-F238E27FC236}">
                <a16:creationId xmlns:a16="http://schemas.microsoft.com/office/drawing/2014/main" id="{6DF8E719-2FC0-4C19-B3F8-F507E03667DA}"/>
              </a:ext>
            </a:extLst>
          </p:cNvPr>
          <p:cNvSpPr>
            <a:spLocks xmlns:a="http://schemas.openxmlformats.org/drawingml/2006/main" noGrp="1"/>
          </p:cNvSpPr>
          <p:nvPr/>
        </p:nvSpPr>
        <p:spPr>
          <a:xfrm xmlns:a="http://schemas.openxmlformats.org/drawingml/2006/main">
            <a:off x="9048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0" name="">
            <a:extLst xmlns:a="http://schemas.openxmlformats.org/drawingml/2006/main">
              <a:ext uri="{FF2B5EF4-FFF2-40B4-BE49-F238E27FC236}">
                <a16:creationId xmlns:a16="http://schemas.microsoft.com/office/drawing/2014/main" id="{FED2B71C-3594-4724-8522-D9854D34A9C2}"/>
              </a:ext>
            </a:extLst>
          </p:cNvPr>
          <p:cNvSpPr>
            <a:spLocks xmlns:a="http://schemas.openxmlformats.org/drawingml/2006/main" noGrp="1"/>
          </p:cNvSpPr>
          <p:nvPr/>
        </p:nvSpPr>
        <p:spPr>
          <a:xfrm xmlns:a="http://schemas.openxmlformats.org/drawingml/2006/main">
            <a:off x="9906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Secret 表示</a:t>
            </a:r>
          </a:p>
        </p:txBody>
      </p:sp>
      <p:sp>
        <p:nvSpPr>
          <p:cNvPr id="31" name="">
            <a:extLst xmlns:a="http://schemas.openxmlformats.org/drawingml/2006/main">
              <a:ext uri="{FF2B5EF4-FFF2-40B4-BE49-F238E27FC236}">
                <a16:creationId xmlns:a16="http://schemas.microsoft.com/office/drawing/2014/main" id="{AC39C308-3451-4D1E-AEC9-75110C3031F9}"/>
              </a:ext>
            </a:extLst>
          </p:cNvPr>
          <p:cNvSpPr>
            <a:spLocks xmlns:a="http://schemas.openxmlformats.org/drawingml/2006/main" noGrp="1"/>
          </p:cNvSpPr>
          <p:nvPr/>
        </p:nvSpPr>
        <p:spPr>
          <a:xfrm xmlns:a="http://schemas.openxmlformats.org/drawingml/2006/main">
            <a:off x="436562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2" name="">
            <a:extLst xmlns:a="http://schemas.openxmlformats.org/drawingml/2006/main">
              <a:ext uri="{FF2B5EF4-FFF2-40B4-BE49-F238E27FC236}">
                <a16:creationId xmlns:a16="http://schemas.microsoft.com/office/drawing/2014/main" id="{A783C96F-9CF8-47E7-8AD9-32138238B0EF}"/>
              </a:ext>
            </a:extLst>
          </p:cNvPr>
          <p:cNvSpPr>
            <a:spLocks xmlns:a="http://schemas.openxmlformats.org/drawingml/2006/main" noGrp="1"/>
          </p:cNvSpPr>
          <p:nvPr/>
        </p:nvSpPr>
        <p:spPr>
          <a:xfrm xmlns:a="http://schemas.openxmlformats.org/drawingml/2006/main">
            <a:off x="445135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画面共有に機密情報が写る</a:t>
            </a:r>
          </a:p>
        </p:txBody>
      </p:sp>
      <p:sp>
        <p:nvSpPr>
          <p:cNvPr id="33" name="">
            <a:extLst xmlns:a="http://schemas.openxmlformats.org/drawingml/2006/main">
              <a:ext uri="{FF2B5EF4-FFF2-40B4-BE49-F238E27FC236}">
                <a16:creationId xmlns:a16="http://schemas.microsoft.com/office/drawing/2014/main" id="{84CD1DAA-B455-47A1-929E-42368F518EA6}"/>
              </a:ext>
            </a:extLst>
          </p:cNvPr>
          <p:cNvSpPr>
            <a:spLocks xmlns:a="http://schemas.openxmlformats.org/drawingml/2006/main" noGrp="1"/>
          </p:cNvSpPr>
          <p:nvPr/>
        </p:nvSpPr>
        <p:spPr>
          <a:xfrm xmlns:a="http://schemas.openxmlformats.org/drawingml/2006/main">
            <a:off x="7826375" y="4400550"/>
            <a:ext cx="3460750" cy="647700"/>
          </a:xfrm>
          <a:prstGeom xmlns:a="http://schemas.openxmlformats.org/drawingml/2006/main" prst="rect">
            <a:avLst/>
          </a:prstGeom>
          <a:ln xmlns:a="http://schemas.openxmlformats.org/drawingml/2006/main" w="9525">
            <a:solidFill>
              <a:srgbClr val="DDE5EF"/>
            </a:solidFill>
            <a:prstDash val="solid"/>
          </a:ln>
        </p:spPr>
      </p:sp>
      <p:sp>
        <p:nvSpPr>
          <p:cNvPr id="34" name="">
            <a:extLst xmlns:a="http://schemas.openxmlformats.org/drawingml/2006/main">
              <a:ext uri="{FF2B5EF4-FFF2-40B4-BE49-F238E27FC236}">
                <a16:creationId xmlns:a16="http://schemas.microsoft.com/office/drawing/2014/main" id="{59752234-718C-47EB-864D-AD0F084A4C4F}"/>
              </a:ext>
            </a:extLst>
          </p:cNvPr>
          <p:cNvSpPr>
            <a:spLocks xmlns:a="http://schemas.openxmlformats.org/drawingml/2006/main" noGrp="1"/>
          </p:cNvSpPr>
          <p:nvPr/>
        </p:nvSpPr>
        <p:spPr>
          <a:xfrm xmlns:a="http://schemas.openxmlformats.org/drawingml/2006/main">
            <a:off x="7912100" y="4467225"/>
            <a:ext cx="3289300" cy="5334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Secret value、SP JSON、サインイン画面</a:t>
            </a:r>
          </a:p>
        </p:txBody>
      </p:sp>
      <p:sp>
        <p:nvSpPr>
          <p:cNvPr id="35" name="">
            <a:extLst xmlns:a="http://schemas.openxmlformats.org/drawingml/2006/main">
              <a:ext uri="{FF2B5EF4-FFF2-40B4-BE49-F238E27FC236}">
                <a16:creationId xmlns:a16="http://schemas.microsoft.com/office/drawing/2014/main" id="{89005F43-FB3B-4910-8FCF-99C2CC03F4DA}"/>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E708D2-BAA3-4EF4-B514-AB3CA9D3FA2E}"/>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スキップ判断</a:t>
            </a:r>
          </a:p>
        </p:txBody>
      </p:sp>
      <p:sp>
        <p:nvSpPr>
          <p:cNvPr id="2" name="">
            <a:extLst xmlns:a="http://schemas.openxmlformats.org/drawingml/2006/main">
              <a:ext uri="{FF2B5EF4-FFF2-40B4-BE49-F238E27FC236}">
                <a16:creationId xmlns:a16="http://schemas.microsoft.com/office/drawing/2014/main" id="{52BD9D92-21C9-4C17-9067-009266FB2627}"/>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43 / 48</a:t>
            </a:r>
          </a:p>
        </p:txBody>
      </p:sp>
      <p:sp>
        <p:nvSpPr>
          <p:cNvPr id="3" name="">
            <a:extLst xmlns:a="http://schemas.openxmlformats.org/drawingml/2006/main">
              <a:ext uri="{FF2B5EF4-FFF2-40B4-BE49-F238E27FC236}">
                <a16:creationId xmlns:a16="http://schemas.microsoft.com/office/drawing/2014/main" id="{B84F8817-3C56-4CBA-B56E-4424EC437070}"/>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F811A6F0-8D36-4B02-AE52-7DEEE4DDAF1C}"/>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時間内に復旧できない場合は、アプリ完成そのものよりも、どのサービスが何を担当したかの理解を優先します。</a:t>
            </a:r>
          </a:p>
        </p:txBody>
      </p:sp>
      <p:sp>
        <p:nvSpPr>
          <p:cNvPr id="5" name="">
            <a:extLst xmlns:a="http://schemas.openxmlformats.org/drawingml/2006/main">
              <a:ext uri="{FF2B5EF4-FFF2-40B4-BE49-F238E27FC236}">
                <a16:creationId xmlns:a16="http://schemas.microsoft.com/office/drawing/2014/main" id="{DB6EC1C9-B54F-42A0-965B-BB049FDDDC6D}"/>
              </a:ext>
            </a:extLst>
          </p:cNvPr>
          <p:cNvSpPr>
            <a:spLocks xmlns:a="http://schemas.openxmlformats.org/drawingml/2006/main" noGrp="1"/>
          </p:cNvSpPr>
          <p:nvPr/>
        </p:nvSpPr>
        <p:spPr>
          <a:xfrm xmlns:a="http://schemas.openxmlformats.org/drawingml/2006/main">
            <a:off x="904875" y="1952625"/>
            <a:ext cx="4933950" cy="1762125"/>
          </a:xfrm>
          <a:prstGeom xmlns:a="http://schemas.openxmlformats.org/drawingml/2006/main" prst="rect">
            <a:avLst/>
          </a:prstGeom>
          <a:ln xmlns:a="http://schemas.openxmlformats.org/drawingml/2006/main" w="9525">
            <a:solidFill>
              <a:srgbClr val="DBE4EF"/>
            </a:solidFill>
            <a:prstDash val="solid"/>
          </a:ln>
        </p:spPr>
      </p:sp>
      <p:sp>
        <p:nvSpPr>
          <p:cNvPr id="6" name="">
            <a:extLst xmlns:a="http://schemas.openxmlformats.org/drawingml/2006/main">
              <a:ext uri="{FF2B5EF4-FFF2-40B4-BE49-F238E27FC236}">
                <a16:creationId xmlns:a16="http://schemas.microsoft.com/office/drawing/2014/main" id="{C85AB4DA-360A-4CA2-BD43-C1482D110B48}"/>
              </a:ext>
            </a:extLst>
          </p:cNvPr>
          <p:cNvSpPr>
            <a:spLocks xmlns:a="http://schemas.openxmlformats.org/drawingml/2006/main" noGrp="1"/>
          </p:cNvSpPr>
          <p:nvPr/>
        </p:nvSpPr>
        <p:spPr>
          <a:xfrm xmlns:a="http://schemas.openxmlformats.org/drawingml/2006/main">
            <a:off x="904875" y="1952625"/>
            <a:ext cx="76200" cy="1762125"/>
          </a:xfrm>
          <a:prstGeom xmlns:a="http://schemas.openxmlformats.org/drawingml/2006/main" prst="rect">
            <a:avLst/>
          </a:prstGeom>
          <a:ln xmlns:a="http://schemas.openxmlformats.org/drawingml/2006/main" w="0">
            <a:solidFill>
              <a:srgbClr val="EA580C"/>
            </a:solidFill>
            <a:prstDash val="solid"/>
          </a:ln>
        </p:spPr>
      </p:sp>
      <p:sp>
        <p:nvSpPr>
          <p:cNvPr id="7" name="">
            <a:extLst xmlns:a="http://schemas.openxmlformats.org/drawingml/2006/main">
              <a:ext uri="{FF2B5EF4-FFF2-40B4-BE49-F238E27FC236}">
                <a16:creationId xmlns:a16="http://schemas.microsoft.com/office/drawing/2014/main" id="{0368F3BE-599A-4485-B6D9-8680DDAE8DE7}"/>
              </a:ext>
            </a:extLst>
          </p:cNvPr>
          <p:cNvSpPr>
            <a:spLocks xmlns:a="http://schemas.openxmlformats.org/drawingml/2006/main" noGrp="1"/>
          </p:cNvSpPr>
          <p:nvPr/>
        </p:nvSpPr>
        <p:spPr>
          <a:xfrm xmlns:a="http://schemas.openxmlformats.org/drawingml/2006/main">
            <a:off x="1133475" y="2124075"/>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GitHub 不可</a:t>
            </a:r>
          </a:p>
        </p:txBody>
      </p:sp>
      <p:sp>
        <p:nvSpPr>
          <p:cNvPr id="8" name="">
            <a:extLst xmlns:a="http://schemas.openxmlformats.org/drawingml/2006/main">
              <a:ext uri="{FF2B5EF4-FFF2-40B4-BE49-F238E27FC236}">
                <a16:creationId xmlns:a16="http://schemas.microsoft.com/office/drawing/2014/main" id="{A636AF9F-88F9-42ED-B238-D4B56DF8F3F7}"/>
              </a:ext>
            </a:extLst>
          </p:cNvPr>
          <p:cNvSpPr>
            <a:spLocks xmlns:a="http://schemas.openxmlformats.org/drawingml/2006/main" noGrp="1"/>
          </p:cNvSpPr>
          <p:nvPr/>
        </p:nvSpPr>
        <p:spPr>
          <a:xfrm xmlns:a="http://schemas.openxmlformats.org/drawingml/2006/main">
            <a:off x="1133475" y="2352675"/>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デモ repo へ切り替え</a:t>
            </a:r>
          </a:p>
        </p:txBody>
      </p:sp>
      <p:sp>
        <p:nvSpPr>
          <p:cNvPr id="9" name="">
            <a:extLst xmlns:a="http://schemas.openxmlformats.org/drawingml/2006/main">
              <a:ext uri="{FF2B5EF4-FFF2-40B4-BE49-F238E27FC236}">
                <a16:creationId xmlns:a16="http://schemas.microsoft.com/office/drawing/2014/main" id="{DF2D661E-917E-433C-A335-F9DA21538042}"/>
              </a:ext>
            </a:extLst>
          </p:cNvPr>
          <p:cNvSpPr>
            <a:spLocks xmlns:a="http://schemas.openxmlformats.org/drawingml/2006/main" noGrp="1"/>
          </p:cNvSpPr>
          <p:nvPr/>
        </p:nvSpPr>
        <p:spPr>
          <a:xfrm xmlns:a="http://schemas.openxmlformats.org/drawingml/2006/main">
            <a:off x="1133475" y="2790825"/>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variables と workflow の意味を画面共有で確認します。</a:t>
            </a:r>
          </a:p>
        </p:txBody>
      </p:sp>
      <p:sp>
        <p:nvSpPr>
          <p:cNvPr id="10" name="">
            <a:extLst xmlns:a="http://schemas.openxmlformats.org/drawingml/2006/main">
              <a:ext uri="{FF2B5EF4-FFF2-40B4-BE49-F238E27FC236}">
                <a16:creationId xmlns:a16="http://schemas.microsoft.com/office/drawing/2014/main" id="{4164CBD0-13C3-43FD-81FD-7433236DC355}"/>
              </a:ext>
            </a:extLst>
          </p:cNvPr>
          <p:cNvSpPr>
            <a:spLocks xmlns:a="http://schemas.openxmlformats.org/drawingml/2006/main" noGrp="1"/>
          </p:cNvSpPr>
          <p:nvPr/>
        </p:nvSpPr>
        <p:spPr>
          <a:xfrm xmlns:a="http://schemas.openxmlformats.org/drawingml/2006/main">
            <a:off x="6067425" y="1952625"/>
            <a:ext cx="4933950" cy="1762125"/>
          </a:xfrm>
          <a:prstGeom xmlns:a="http://schemas.openxmlformats.org/drawingml/2006/main" prst="rect">
            <a:avLst/>
          </a:prstGeom>
          <a:ln xmlns:a="http://schemas.openxmlformats.org/drawingml/2006/main" w="9525">
            <a:solidFill>
              <a:srgbClr val="DBE4EF"/>
            </a:solidFill>
            <a:prstDash val="solid"/>
          </a:ln>
        </p:spPr>
      </p:sp>
      <p:sp>
        <p:nvSpPr>
          <p:cNvPr id="11" name="">
            <a:extLst xmlns:a="http://schemas.openxmlformats.org/drawingml/2006/main">
              <a:ext uri="{FF2B5EF4-FFF2-40B4-BE49-F238E27FC236}">
                <a16:creationId xmlns:a16="http://schemas.microsoft.com/office/drawing/2014/main" id="{A5C3BC32-15F6-40FD-AA5A-21A4DD50E2FD}"/>
              </a:ext>
            </a:extLst>
          </p:cNvPr>
          <p:cNvSpPr>
            <a:spLocks xmlns:a="http://schemas.openxmlformats.org/drawingml/2006/main" noGrp="1"/>
          </p:cNvSpPr>
          <p:nvPr/>
        </p:nvSpPr>
        <p:spPr>
          <a:xfrm xmlns:a="http://schemas.openxmlformats.org/drawingml/2006/main">
            <a:off x="6067425" y="1952625"/>
            <a:ext cx="76200" cy="1762125"/>
          </a:xfrm>
          <a:prstGeom xmlns:a="http://schemas.openxmlformats.org/drawingml/2006/main" prst="rect">
            <a:avLst/>
          </a:prstGeom>
          <a:ln xmlns:a="http://schemas.openxmlformats.org/drawingml/2006/main" w="0">
            <a:solidFill>
              <a:srgbClr val="BE185D"/>
            </a:solidFill>
            <a:prstDash val="solid"/>
          </a:ln>
        </p:spPr>
      </p:sp>
      <p:sp>
        <p:nvSpPr>
          <p:cNvPr id="12" name="">
            <a:extLst xmlns:a="http://schemas.openxmlformats.org/drawingml/2006/main">
              <a:ext uri="{FF2B5EF4-FFF2-40B4-BE49-F238E27FC236}">
                <a16:creationId xmlns:a16="http://schemas.microsoft.com/office/drawing/2014/main" id="{D467FA28-69A3-4B10-9A68-02F310F88F85}"/>
              </a:ext>
            </a:extLst>
          </p:cNvPr>
          <p:cNvSpPr>
            <a:spLocks xmlns:a="http://schemas.openxmlformats.org/drawingml/2006/main" noGrp="1"/>
          </p:cNvSpPr>
          <p:nvPr/>
        </p:nvSpPr>
        <p:spPr>
          <a:xfrm xmlns:a="http://schemas.openxmlformats.org/drawingml/2006/main">
            <a:off x="6296025" y="2124075"/>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E185D"/>
                </a:solidFill>
                <a:latin typeface="Yu Gothic"/>
                <a:ea typeface="Yu Gothic"/>
                <a:cs typeface="Yu Gothic"/>
              </a:defRPr>
            </a:pPr>
            <a:r>
              <a:rPr sz="900" b="1">
                <a:solidFill>
                  <a:srgbClr val="BE185D"/>
                </a:solidFill>
                <a:latin typeface="Yu Gothic"/>
                <a:ea typeface="Yu Gothic"/>
                <a:cs typeface="Yu Gothic"/>
              </a:rPr>
              <a:t>SP 作成不可</a:t>
            </a:r>
          </a:p>
        </p:txBody>
      </p:sp>
      <p:sp>
        <p:nvSpPr>
          <p:cNvPr id="13" name="">
            <a:extLst xmlns:a="http://schemas.openxmlformats.org/drawingml/2006/main">
              <a:ext uri="{FF2B5EF4-FFF2-40B4-BE49-F238E27FC236}">
                <a16:creationId xmlns:a16="http://schemas.microsoft.com/office/drawing/2014/main" id="{29D55D30-3EBA-4906-8738-89710909D8DC}"/>
              </a:ext>
            </a:extLst>
          </p:cNvPr>
          <p:cNvSpPr>
            <a:spLocks xmlns:a="http://schemas.openxmlformats.org/drawingml/2006/main" noGrp="1"/>
          </p:cNvSpPr>
          <p:nvPr/>
        </p:nvSpPr>
        <p:spPr>
          <a:xfrm xmlns:a="http://schemas.openxmlformats.org/drawingml/2006/main">
            <a:off x="6296025" y="2352675"/>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講師サンプル</a:t>
            </a:r>
          </a:p>
        </p:txBody>
      </p:sp>
      <p:sp>
        <p:nvSpPr>
          <p:cNvPr id="14" name="">
            <a:extLst xmlns:a="http://schemas.openxmlformats.org/drawingml/2006/main">
              <a:ext uri="{FF2B5EF4-FFF2-40B4-BE49-F238E27FC236}">
                <a16:creationId xmlns:a16="http://schemas.microsoft.com/office/drawing/2014/main" id="{A9E4DF0E-83B9-4ADF-97CD-E680B8E091B1}"/>
              </a:ext>
            </a:extLst>
          </p:cNvPr>
          <p:cNvSpPr>
            <a:spLocks xmlns:a="http://schemas.openxmlformats.org/drawingml/2006/main" noGrp="1"/>
          </p:cNvSpPr>
          <p:nvPr/>
        </p:nvSpPr>
        <p:spPr>
          <a:xfrm xmlns:a="http://schemas.openxmlformats.org/drawingml/2006/main">
            <a:off x="6296025" y="2790825"/>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事前作成資格情報またはデモ環境で流れを確認します。</a:t>
            </a:r>
          </a:p>
        </p:txBody>
      </p:sp>
      <p:sp>
        <p:nvSpPr>
          <p:cNvPr id="15" name="">
            <a:extLst xmlns:a="http://schemas.openxmlformats.org/drawingml/2006/main">
              <a:ext uri="{FF2B5EF4-FFF2-40B4-BE49-F238E27FC236}">
                <a16:creationId xmlns:a16="http://schemas.microsoft.com/office/drawing/2014/main" id="{26D4A17D-2457-4413-9FCD-3CFFDCB29112}"/>
              </a:ext>
            </a:extLst>
          </p:cNvPr>
          <p:cNvSpPr>
            <a:spLocks xmlns:a="http://schemas.openxmlformats.org/drawingml/2006/main" noGrp="1"/>
          </p:cNvSpPr>
          <p:nvPr/>
        </p:nvSpPr>
        <p:spPr>
          <a:xfrm xmlns:a="http://schemas.openxmlformats.org/drawingml/2006/main">
            <a:off x="904875" y="3924300"/>
            <a:ext cx="4933950" cy="1762125"/>
          </a:xfrm>
          <a:prstGeom xmlns:a="http://schemas.openxmlformats.org/drawingml/2006/main" prst="rect">
            <a:avLst/>
          </a:prstGeom>
          <a:ln xmlns:a="http://schemas.openxmlformats.org/drawingml/2006/main" w="9525">
            <a:solidFill>
              <a:srgbClr val="DBE4EF"/>
            </a:solidFill>
            <a:prstDash val="solid"/>
          </a:ln>
        </p:spPr>
      </p:sp>
      <p:sp>
        <p:nvSpPr>
          <p:cNvPr id="16" name="">
            <a:extLst xmlns:a="http://schemas.openxmlformats.org/drawingml/2006/main">
              <a:ext uri="{FF2B5EF4-FFF2-40B4-BE49-F238E27FC236}">
                <a16:creationId xmlns:a16="http://schemas.microsoft.com/office/drawing/2014/main" id="{B522F67A-66F5-4E69-955F-6BA2B80468B0}"/>
              </a:ext>
            </a:extLst>
          </p:cNvPr>
          <p:cNvSpPr>
            <a:spLocks xmlns:a="http://schemas.openxmlformats.org/drawingml/2006/main" noGrp="1"/>
          </p:cNvSpPr>
          <p:nvPr/>
        </p:nvSpPr>
        <p:spPr>
          <a:xfrm xmlns:a="http://schemas.openxmlformats.org/drawingml/2006/main">
            <a:off x="904875" y="3924300"/>
            <a:ext cx="76200" cy="1762125"/>
          </a:xfrm>
          <a:prstGeom xmlns:a="http://schemas.openxmlformats.org/drawingml/2006/main" prst="rect">
            <a:avLst/>
          </a:prstGeom>
          <a:ln xmlns:a="http://schemas.openxmlformats.org/drawingml/2006/main" w="0">
            <a:solidFill>
              <a:srgbClr val="2563EB"/>
            </a:solidFill>
            <a:prstDash val="solid"/>
          </a:ln>
        </p:spPr>
      </p:sp>
      <p:sp>
        <p:nvSpPr>
          <p:cNvPr id="17" name="">
            <a:extLst xmlns:a="http://schemas.openxmlformats.org/drawingml/2006/main">
              <a:ext uri="{FF2B5EF4-FFF2-40B4-BE49-F238E27FC236}">
                <a16:creationId xmlns:a16="http://schemas.microsoft.com/office/drawing/2014/main" id="{7518685F-5308-46E6-A185-C615CBBE55AA}"/>
              </a:ext>
            </a:extLst>
          </p:cNvPr>
          <p:cNvSpPr>
            <a:spLocks xmlns:a="http://schemas.openxmlformats.org/drawingml/2006/main" noGrp="1"/>
          </p:cNvSpPr>
          <p:nvPr/>
        </p:nvSpPr>
        <p:spPr>
          <a:xfrm xmlns:a="http://schemas.openxmlformats.org/drawingml/2006/main">
            <a:off x="1133475" y="4095750"/>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workflow 失敗</a:t>
            </a:r>
          </a:p>
        </p:txBody>
      </p:sp>
      <p:sp>
        <p:nvSpPr>
          <p:cNvPr id="18" name="">
            <a:extLst xmlns:a="http://schemas.openxmlformats.org/drawingml/2006/main">
              <a:ext uri="{FF2B5EF4-FFF2-40B4-BE49-F238E27FC236}">
                <a16:creationId xmlns:a16="http://schemas.microsoft.com/office/drawing/2014/main" id="{7EA512BA-7F41-4D8F-8885-E9DED9524E47}"/>
              </a:ext>
            </a:extLst>
          </p:cNvPr>
          <p:cNvSpPr>
            <a:spLocks xmlns:a="http://schemas.openxmlformats.org/drawingml/2006/main" noGrp="1"/>
          </p:cNvSpPr>
          <p:nvPr/>
        </p:nvSpPr>
        <p:spPr>
          <a:xfrm xmlns:a="http://schemas.openxmlformats.org/drawingml/2006/main">
            <a:off x="1133475" y="4324350"/>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成功済み画面で確認</a:t>
            </a:r>
          </a:p>
        </p:txBody>
      </p:sp>
      <p:sp>
        <p:nvSpPr>
          <p:cNvPr id="19" name="">
            <a:extLst xmlns:a="http://schemas.openxmlformats.org/drawingml/2006/main">
              <a:ext uri="{FF2B5EF4-FFF2-40B4-BE49-F238E27FC236}">
                <a16:creationId xmlns:a16="http://schemas.microsoft.com/office/drawing/2014/main" id="{A31F47D3-6FD1-482D-B18F-E5E6E7A37630}"/>
              </a:ext>
            </a:extLst>
          </p:cNvPr>
          <p:cNvSpPr>
            <a:spLocks xmlns:a="http://schemas.openxmlformats.org/drawingml/2006/main" noGrp="1"/>
          </p:cNvSpPr>
          <p:nvPr/>
        </p:nvSpPr>
        <p:spPr>
          <a:xfrm xmlns:a="http://schemas.openxmlformats.org/drawingml/2006/main">
            <a:off x="1133475" y="4762500"/>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Actions、ACR、revision の関係を追います。</a:t>
            </a:r>
          </a:p>
        </p:txBody>
      </p:sp>
      <p:sp>
        <p:nvSpPr>
          <p:cNvPr id="20" name="">
            <a:extLst xmlns:a="http://schemas.openxmlformats.org/drawingml/2006/main">
              <a:ext uri="{FF2B5EF4-FFF2-40B4-BE49-F238E27FC236}">
                <a16:creationId xmlns:a16="http://schemas.microsoft.com/office/drawing/2014/main" id="{CE3BFE42-44A6-4116-910E-A3197654E474}"/>
              </a:ext>
            </a:extLst>
          </p:cNvPr>
          <p:cNvSpPr>
            <a:spLocks xmlns:a="http://schemas.openxmlformats.org/drawingml/2006/main" noGrp="1"/>
          </p:cNvSpPr>
          <p:nvPr/>
        </p:nvSpPr>
        <p:spPr>
          <a:xfrm xmlns:a="http://schemas.openxmlformats.org/drawingml/2006/main">
            <a:off x="6067425" y="3924300"/>
            <a:ext cx="4933950" cy="1762125"/>
          </a:xfrm>
          <a:prstGeom xmlns:a="http://schemas.openxmlformats.org/drawingml/2006/main" prst="rect">
            <a:avLst/>
          </a:prstGeom>
          <a:ln xmlns:a="http://schemas.openxmlformats.org/drawingml/2006/main" w="9525">
            <a:solidFill>
              <a:srgbClr val="DBE4EF"/>
            </a:solidFill>
            <a:prstDash val="solid"/>
          </a:ln>
        </p:spPr>
      </p:sp>
      <p:sp>
        <p:nvSpPr>
          <p:cNvPr id="21" name="">
            <a:extLst xmlns:a="http://schemas.openxmlformats.org/drawingml/2006/main">
              <a:ext uri="{FF2B5EF4-FFF2-40B4-BE49-F238E27FC236}">
                <a16:creationId xmlns:a16="http://schemas.microsoft.com/office/drawing/2014/main" id="{89C2E37F-9FE3-4F0D-B296-649F6D899A22}"/>
              </a:ext>
            </a:extLst>
          </p:cNvPr>
          <p:cNvSpPr>
            <a:spLocks xmlns:a="http://schemas.openxmlformats.org/drawingml/2006/main" noGrp="1"/>
          </p:cNvSpPr>
          <p:nvPr/>
        </p:nvSpPr>
        <p:spPr>
          <a:xfrm xmlns:a="http://schemas.openxmlformats.org/drawingml/2006/main">
            <a:off x="6067425" y="3924300"/>
            <a:ext cx="76200" cy="1762125"/>
          </a:xfrm>
          <a:prstGeom xmlns:a="http://schemas.openxmlformats.org/drawingml/2006/main" prst="rect">
            <a:avLst/>
          </a:prstGeom>
          <a:ln xmlns:a="http://schemas.openxmlformats.org/drawingml/2006/main" w="0">
            <a:solidFill>
              <a:srgbClr val="0F766E"/>
            </a:solidFill>
            <a:prstDash val="solid"/>
          </a:ln>
        </p:spPr>
      </p:sp>
      <p:sp>
        <p:nvSpPr>
          <p:cNvPr id="22" name="">
            <a:extLst xmlns:a="http://schemas.openxmlformats.org/drawingml/2006/main">
              <a:ext uri="{FF2B5EF4-FFF2-40B4-BE49-F238E27FC236}">
                <a16:creationId xmlns:a16="http://schemas.microsoft.com/office/drawing/2014/main" id="{E31351A4-89F6-46CB-AAC5-A1317DBCB15F}"/>
              </a:ext>
            </a:extLst>
          </p:cNvPr>
          <p:cNvSpPr>
            <a:spLocks xmlns:a="http://schemas.openxmlformats.org/drawingml/2006/main" noGrp="1"/>
          </p:cNvSpPr>
          <p:nvPr/>
        </p:nvSpPr>
        <p:spPr>
          <a:xfrm xmlns:a="http://schemas.openxmlformats.org/drawingml/2006/main">
            <a:off x="6296025" y="4095750"/>
            <a:ext cx="455295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DB/認証失敗</a:t>
            </a:r>
          </a:p>
        </p:txBody>
      </p:sp>
      <p:sp>
        <p:nvSpPr>
          <p:cNvPr id="23" name="">
            <a:extLst xmlns:a="http://schemas.openxmlformats.org/drawingml/2006/main">
              <a:ext uri="{FF2B5EF4-FFF2-40B4-BE49-F238E27FC236}">
                <a16:creationId xmlns:a16="http://schemas.microsoft.com/office/drawing/2014/main" id="{D02E5FDA-9206-48E5-9810-F795680420F7}"/>
              </a:ext>
            </a:extLst>
          </p:cNvPr>
          <p:cNvSpPr>
            <a:spLocks xmlns:a="http://schemas.openxmlformats.org/drawingml/2006/main" noGrp="1"/>
          </p:cNvSpPr>
          <p:nvPr/>
        </p:nvSpPr>
        <p:spPr>
          <a:xfrm xmlns:a="http://schemas.openxmlformats.org/drawingml/2006/main">
            <a:off x="6296025" y="4324350"/>
            <a:ext cx="453390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通信経路を確認</a:t>
            </a:r>
          </a:p>
        </p:txBody>
      </p:sp>
      <p:sp>
        <p:nvSpPr>
          <p:cNvPr id="24" name="">
            <a:extLst xmlns:a="http://schemas.openxmlformats.org/drawingml/2006/main">
              <a:ext uri="{FF2B5EF4-FFF2-40B4-BE49-F238E27FC236}">
                <a16:creationId xmlns:a16="http://schemas.microsoft.com/office/drawing/2014/main" id="{8B9AF532-4C4E-4064-928A-056EFBD269DD}"/>
              </a:ext>
            </a:extLst>
          </p:cNvPr>
          <p:cNvSpPr>
            <a:spLocks xmlns:a="http://schemas.openxmlformats.org/drawingml/2006/main" noGrp="1"/>
          </p:cNvSpPr>
          <p:nvPr/>
        </p:nvSpPr>
        <p:spPr>
          <a:xfrm xmlns:a="http://schemas.openxmlformats.org/drawingml/2006/main">
            <a:off x="6296025" y="4762500"/>
            <a:ext cx="453390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完成環境で Web/API/DB と Entra ID の役割を整理します。</a:t>
            </a:r>
          </a:p>
        </p:txBody>
      </p:sp>
      <p:sp>
        <p:nvSpPr>
          <p:cNvPr id="25" name="">
            <a:extLst xmlns:a="http://schemas.openxmlformats.org/drawingml/2006/main">
              <a:ext uri="{FF2B5EF4-FFF2-40B4-BE49-F238E27FC236}">
                <a16:creationId xmlns:a16="http://schemas.microsoft.com/office/drawing/2014/main" id="{ECB5EB9B-4EDC-4C9F-8716-7A2531403E85}"/>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CBA77E-0793-4E48-BA44-985A27A9D038}"/>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クリーンアップ方針</a:t>
            </a:r>
          </a:p>
        </p:txBody>
      </p:sp>
      <p:sp>
        <p:nvSpPr>
          <p:cNvPr id="2" name="">
            <a:extLst xmlns:a="http://schemas.openxmlformats.org/drawingml/2006/main">
              <a:ext uri="{FF2B5EF4-FFF2-40B4-BE49-F238E27FC236}">
                <a16:creationId xmlns:a16="http://schemas.microsoft.com/office/drawing/2014/main" id="{A516B8B5-4544-4005-8D9A-CDE53CC1CB6B}"/>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44 / 48</a:t>
            </a:r>
          </a:p>
        </p:txBody>
      </p:sp>
      <p:sp>
        <p:nvSpPr>
          <p:cNvPr id="3" name="">
            <a:extLst xmlns:a="http://schemas.openxmlformats.org/drawingml/2006/main">
              <a:ext uri="{FF2B5EF4-FFF2-40B4-BE49-F238E27FC236}">
                <a16:creationId xmlns:a16="http://schemas.microsoft.com/office/drawing/2014/main" id="{566089CB-4CA4-428A-9B7A-DE24BC49EBA6}"/>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A4DCFE00-63EB-4800-BA5F-8D60D81CC6DB}"/>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第6回終了後は、復習のために残す場合でも、不要な課金と資格情報の残置を避けるために停止または削除方針を確認します。</a:t>
            </a:r>
          </a:p>
        </p:txBody>
      </p:sp>
      <p:sp>
        <p:nvSpPr>
          <p:cNvPr id="5" name="">
            <a:extLst xmlns:a="http://schemas.openxmlformats.org/drawingml/2006/main">
              <a:ext uri="{FF2B5EF4-FFF2-40B4-BE49-F238E27FC236}">
                <a16:creationId xmlns:a16="http://schemas.microsoft.com/office/drawing/2014/main" id="{C5B67722-28B8-403B-ABD8-8F770D9CB885}"/>
              </a:ext>
            </a:extLst>
          </p:cNvPr>
          <p:cNvSpPr>
            <a:spLocks xmlns:a="http://schemas.openxmlformats.org/drawingml/2006/main" noGrp="1"/>
          </p:cNvSpPr>
          <p:nvPr/>
        </p:nvSpPr>
        <p:spPr>
          <a:xfrm xmlns:a="http://schemas.openxmlformats.org/drawingml/2006/main">
            <a:off x="2143125" y="1619250"/>
            <a:ext cx="7905750" cy="2857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F2937"/>
                </a:solidFill>
                <a:latin typeface="Yu Gothic"/>
                <a:ea typeface="Yu Gothic"/>
                <a:cs typeface="Yu Gothic"/>
              </a:defRPr>
            </a:pPr>
            <a:r>
              <a:rPr sz="1575" b="1">
                <a:solidFill>
                  <a:srgbClr val="1F2937"/>
                </a:solidFill>
                <a:latin typeface="Yu Gothic"/>
                <a:ea typeface="Yu Gothic"/>
                <a:cs typeface="Yu Gothic"/>
              </a:rPr>
              <a:t>残す・止める・消す対象を分けて確認</a:t>
            </a:r>
          </a:p>
        </p:txBody>
      </p:sp>
      <p:sp>
        <p:nvSpPr>
          <p:cNvPr id="6" name="">
            <a:extLst xmlns:a="http://schemas.openxmlformats.org/drawingml/2006/main">
              <a:ext uri="{FF2B5EF4-FFF2-40B4-BE49-F238E27FC236}">
                <a16:creationId xmlns:a16="http://schemas.microsoft.com/office/drawing/2014/main" id="{C9ECB24B-C5BD-4136-A84F-17235266B4C4}"/>
              </a:ext>
            </a:extLst>
          </p:cNvPr>
          <p:cNvSpPr>
            <a:spLocks xmlns:a="http://schemas.openxmlformats.org/drawingml/2006/main" noGrp="1"/>
          </p:cNvSpPr>
          <p:nvPr/>
        </p:nvSpPr>
        <p:spPr>
          <a:xfrm xmlns:a="http://schemas.openxmlformats.org/drawingml/2006/main">
            <a:off x="1047750" y="2428875"/>
            <a:ext cx="2857500" cy="904875"/>
          </a:xfrm>
          <a:prstGeom xmlns:a="http://schemas.openxmlformats.org/drawingml/2006/main" prst="rect">
            <a:avLst/>
          </a:prstGeom>
          <a:ln xmlns:a="http://schemas.openxmlformats.org/drawingml/2006/main" w="12383">
            <a:solidFill>
              <a:srgbClr val="EA580C"/>
            </a:solidFill>
            <a:prstDash val="solid"/>
          </a:ln>
        </p:spPr>
      </p:sp>
      <p:sp>
        <p:nvSpPr>
          <p:cNvPr id="7" name="">
            <a:extLst xmlns:a="http://schemas.openxmlformats.org/drawingml/2006/main">
              <a:ext uri="{FF2B5EF4-FFF2-40B4-BE49-F238E27FC236}">
                <a16:creationId xmlns:a16="http://schemas.microsoft.com/office/drawing/2014/main" id="{EFA89CF6-610A-4D44-A3AC-9013DB39F78C}"/>
              </a:ext>
            </a:extLst>
          </p:cNvPr>
          <p:cNvSpPr>
            <a:spLocks xmlns:a="http://schemas.openxmlformats.org/drawingml/2006/main" noGrp="1"/>
          </p:cNvSpPr>
          <p:nvPr/>
        </p:nvSpPr>
        <p:spPr>
          <a:xfrm xmlns:a="http://schemas.openxmlformats.org/drawingml/2006/main">
            <a:off x="1162050" y="2524125"/>
            <a:ext cx="26289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PostgreSQL</a:t>
            </a:r>
          </a:p>
        </p:txBody>
      </p:sp>
      <p:sp>
        <p:nvSpPr>
          <p:cNvPr id="8" name="">
            <a:extLst xmlns:a="http://schemas.openxmlformats.org/drawingml/2006/main">
              <a:ext uri="{FF2B5EF4-FFF2-40B4-BE49-F238E27FC236}">
                <a16:creationId xmlns:a16="http://schemas.microsoft.com/office/drawing/2014/main" id="{4D251516-C339-4F64-905B-83C7256E0AE8}"/>
              </a:ext>
            </a:extLst>
          </p:cNvPr>
          <p:cNvSpPr>
            <a:spLocks xmlns:a="http://schemas.openxmlformats.org/drawingml/2006/main" noGrp="1"/>
          </p:cNvSpPr>
          <p:nvPr/>
        </p:nvSpPr>
        <p:spPr>
          <a:xfrm xmlns:a="http://schemas.openxmlformats.org/drawingml/2006/main">
            <a:off x="1162050" y="2838450"/>
            <a:ext cx="2628900" cy="44767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残す場合も Stop してコンピュート課金を抑える</a:t>
            </a:r>
          </a:p>
        </p:txBody>
      </p:sp>
      <p:sp>
        <p:nvSpPr>
          <p:cNvPr id="9" name="">
            <a:extLst xmlns:a="http://schemas.openxmlformats.org/drawingml/2006/main">
              <a:ext uri="{FF2B5EF4-FFF2-40B4-BE49-F238E27FC236}">
                <a16:creationId xmlns:a16="http://schemas.microsoft.com/office/drawing/2014/main" id="{56825017-61B7-46D7-AE2B-6663964BB1C4}"/>
              </a:ext>
            </a:extLst>
          </p:cNvPr>
          <p:cNvSpPr>
            <a:spLocks xmlns:a="http://schemas.openxmlformats.org/drawingml/2006/main" noGrp="1"/>
          </p:cNvSpPr>
          <p:nvPr/>
        </p:nvSpPr>
        <p:spPr>
          <a:xfrm xmlns:a="http://schemas.openxmlformats.org/drawingml/2006/main">
            <a:off x="4667250" y="2428875"/>
            <a:ext cx="2857500" cy="904875"/>
          </a:xfrm>
          <a:prstGeom xmlns:a="http://schemas.openxmlformats.org/drawingml/2006/main" prst="rect">
            <a:avLst/>
          </a:prstGeom>
          <a:ln xmlns:a="http://schemas.openxmlformats.org/drawingml/2006/main" w="12383">
            <a:solidFill>
              <a:srgbClr val="2563EB"/>
            </a:solidFill>
            <a:prstDash val="solid"/>
          </a:ln>
        </p:spPr>
      </p:sp>
      <p:sp>
        <p:nvSpPr>
          <p:cNvPr id="10" name="">
            <a:extLst xmlns:a="http://schemas.openxmlformats.org/drawingml/2006/main">
              <a:ext uri="{FF2B5EF4-FFF2-40B4-BE49-F238E27FC236}">
                <a16:creationId xmlns:a16="http://schemas.microsoft.com/office/drawing/2014/main" id="{BBA3CBC4-C67C-4165-94A6-E4A01A560D95}"/>
              </a:ext>
            </a:extLst>
          </p:cNvPr>
          <p:cNvSpPr>
            <a:spLocks xmlns:a="http://schemas.openxmlformats.org/drawingml/2006/main" noGrp="1"/>
          </p:cNvSpPr>
          <p:nvPr/>
        </p:nvSpPr>
        <p:spPr>
          <a:xfrm xmlns:a="http://schemas.openxmlformats.org/drawingml/2006/main">
            <a:off x="4781550" y="2524125"/>
            <a:ext cx="26289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Resource group</a:t>
            </a:r>
          </a:p>
        </p:txBody>
      </p:sp>
      <p:sp>
        <p:nvSpPr>
          <p:cNvPr id="11" name="">
            <a:extLst xmlns:a="http://schemas.openxmlformats.org/drawingml/2006/main">
              <a:ext uri="{FF2B5EF4-FFF2-40B4-BE49-F238E27FC236}">
                <a16:creationId xmlns:a16="http://schemas.microsoft.com/office/drawing/2014/main" id="{16BBE1A4-A92F-467E-8006-9D30545C1009}"/>
              </a:ext>
            </a:extLst>
          </p:cNvPr>
          <p:cNvSpPr>
            <a:spLocks xmlns:a="http://schemas.openxmlformats.org/drawingml/2006/main" noGrp="1"/>
          </p:cNvSpPr>
          <p:nvPr/>
        </p:nvSpPr>
        <p:spPr>
          <a:xfrm xmlns:a="http://schemas.openxmlformats.org/drawingml/2006/main">
            <a:off x="4781550" y="2838450"/>
            <a:ext cx="2628900" cy="44767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削除する場合は Azure リソースをまとめて整理</a:t>
            </a:r>
          </a:p>
        </p:txBody>
      </p:sp>
      <p:sp>
        <p:nvSpPr>
          <p:cNvPr id="12" name="">
            <a:extLst xmlns:a="http://schemas.openxmlformats.org/drawingml/2006/main">
              <a:ext uri="{FF2B5EF4-FFF2-40B4-BE49-F238E27FC236}">
                <a16:creationId xmlns:a16="http://schemas.microsoft.com/office/drawing/2014/main" id="{F3F034B1-4E4F-4E5E-B01F-4180744F8716}"/>
              </a:ext>
            </a:extLst>
          </p:cNvPr>
          <p:cNvSpPr>
            <a:spLocks xmlns:a="http://schemas.openxmlformats.org/drawingml/2006/main" noGrp="1"/>
          </p:cNvSpPr>
          <p:nvPr/>
        </p:nvSpPr>
        <p:spPr>
          <a:xfrm xmlns:a="http://schemas.openxmlformats.org/drawingml/2006/main">
            <a:off x="8286750" y="2428875"/>
            <a:ext cx="2857500" cy="904875"/>
          </a:xfrm>
          <a:prstGeom xmlns:a="http://schemas.openxmlformats.org/drawingml/2006/main" prst="rect">
            <a:avLst/>
          </a:prstGeom>
          <a:ln xmlns:a="http://schemas.openxmlformats.org/drawingml/2006/main" w="12383">
            <a:solidFill>
              <a:srgbClr val="7C3AED"/>
            </a:solidFill>
            <a:prstDash val="solid"/>
          </a:ln>
        </p:spPr>
      </p:sp>
      <p:sp>
        <p:nvSpPr>
          <p:cNvPr id="13" name="">
            <a:extLst xmlns:a="http://schemas.openxmlformats.org/drawingml/2006/main">
              <a:ext uri="{FF2B5EF4-FFF2-40B4-BE49-F238E27FC236}">
                <a16:creationId xmlns:a16="http://schemas.microsoft.com/office/drawing/2014/main" id="{BEDCCEA4-7F49-402E-AD11-AF7AE572DFD1}"/>
              </a:ext>
            </a:extLst>
          </p:cNvPr>
          <p:cNvSpPr>
            <a:spLocks xmlns:a="http://schemas.openxmlformats.org/drawingml/2006/main" noGrp="1"/>
          </p:cNvSpPr>
          <p:nvPr/>
        </p:nvSpPr>
        <p:spPr>
          <a:xfrm xmlns:a="http://schemas.openxmlformats.org/drawingml/2006/main">
            <a:off x="8401050" y="2524125"/>
            <a:ext cx="26289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Entra ID / SP</a:t>
            </a:r>
          </a:p>
        </p:txBody>
      </p:sp>
      <p:sp>
        <p:nvSpPr>
          <p:cNvPr id="14" name="">
            <a:extLst xmlns:a="http://schemas.openxmlformats.org/drawingml/2006/main">
              <a:ext uri="{FF2B5EF4-FFF2-40B4-BE49-F238E27FC236}">
                <a16:creationId xmlns:a16="http://schemas.microsoft.com/office/drawing/2014/main" id="{5B7E2776-A576-4FE9-B8C2-51DCDC1C37DE}"/>
              </a:ext>
            </a:extLst>
          </p:cNvPr>
          <p:cNvSpPr>
            <a:spLocks xmlns:a="http://schemas.openxmlformats.org/drawingml/2006/main" noGrp="1"/>
          </p:cNvSpPr>
          <p:nvPr/>
        </p:nvSpPr>
        <p:spPr>
          <a:xfrm xmlns:a="http://schemas.openxmlformats.org/drawingml/2006/main">
            <a:off x="8401050" y="2838450"/>
            <a:ext cx="2628900" cy="44767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RG 削除だけでは残る可能性がある</a:t>
            </a:r>
          </a:p>
        </p:txBody>
      </p:sp>
      <p:sp>
        <p:nvSpPr>
          <p:cNvPr id="15" name="">
            <a:extLst xmlns:a="http://schemas.openxmlformats.org/drawingml/2006/main">
              <a:ext uri="{FF2B5EF4-FFF2-40B4-BE49-F238E27FC236}">
                <a16:creationId xmlns:a16="http://schemas.microsoft.com/office/drawing/2014/main" id="{F332FB9F-0A25-4DB3-A30C-1AECD5FD4E85}"/>
              </a:ext>
            </a:extLst>
          </p:cNvPr>
          <p:cNvSpPr>
            <a:spLocks xmlns:a="http://schemas.openxmlformats.org/drawingml/2006/main" noGrp="1"/>
          </p:cNvSpPr>
          <p:nvPr/>
        </p:nvSpPr>
        <p:spPr>
          <a:xfrm xmlns:a="http://schemas.openxmlformats.org/drawingml/2006/main">
            <a:off x="2857500" y="4095750"/>
            <a:ext cx="2857500" cy="838200"/>
          </a:xfrm>
          <a:prstGeom xmlns:a="http://schemas.openxmlformats.org/drawingml/2006/main" prst="rect">
            <a:avLst/>
          </a:prstGeom>
          <a:ln xmlns:a="http://schemas.openxmlformats.org/drawingml/2006/main" w="12383">
            <a:solidFill>
              <a:srgbClr val="BE185D"/>
            </a:solidFill>
            <a:prstDash val="solid"/>
          </a:ln>
        </p:spPr>
      </p:sp>
      <p:sp>
        <p:nvSpPr>
          <p:cNvPr id="16" name="">
            <a:extLst xmlns:a="http://schemas.openxmlformats.org/drawingml/2006/main">
              <a:ext uri="{FF2B5EF4-FFF2-40B4-BE49-F238E27FC236}">
                <a16:creationId xmlns:a16="http://schemas.microsoft.com/office/drawing/2014/main" id="{CB34E045-076F-4682-9FA3-AA9ABDC2FA2D}"/>
              </a:ext>
            </a:extLst>
          </p:cNvPr>
          <p:cNvSpPr>
            <a:spLocks xmlns:a="http://schemas.openxmlformats.org/drawingml/2006/main" noGrp="1"/>
          </p:cNvSpPr>
          <p:nvPr/>
        </p:nvSpPr>
        <p:spPr>
          <a:xfrm xmlns:a="http://schemas.openxmlformats.org/drawingml/2006/main">
            <a:off x="2971800" y="4191000"/>
            <a:ext cx="26289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GitHub Secret</a:t>
            </a:r>
          </a:p>
        </p:txBody>
      </p:sp>
      <p:sp>
        <p:nvSpPr>
          <p:cNvPr id="17" name="">
            <a:extLst xmlns:a="http://schemas.openxmlformats.org/drawingml/2006/main">
              <a:ext uri="{FF2B5EF4-FFF2-40B4-BE49-F238E27FC236}">
                <a16:creationId xmlns:a16="http://schemas.microsoft.com/office/drawing/2014/main" id="{50AB2B5E-39DF-4321-93C5-0866D9D33C69}"/>
              </a:ext>
            </a:extLst>
          </p:cNvPr>
          <p:cNvSpPr>
            <a:spLocks xmlns:a="http://schemas.openxmlformats.org/drawingml/2006/main" noGrp="1"/>
          </p:cNvSpPr>
          <p:nvPr/>
        </p:nvSpPr>
        <p:spPr>
          <a:xfrm xmlns:a="http://schemas.openxmlformats.org/drawingml/2006/main">
            <a:off x="2971800" y="4505325"/>
            <a:ext cx="2628900" cy="3810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不要なら Secret / variables を削除</a:t>
            </a:r>
          </a:p>
        </p:txBody>
      </p:sp>
      <p:sp>
        <p:nvSpPr>
          <p:cNvPr id="18" name="">
            <a:extLst xmlns:a="http://schemas.openxmlformats.org/drawingml/2006/main">
              <a:ext uri="{FF2B5EF4-FFF2-40B4-BE49-F238E27FC236}">
                <a16:creationId xmlns:a16="http://schemas.microsoft.com/office/drawing/2014/main" id="{922AA658-4280-4B91-92BA-1D32BCF2D88E}"/>
              </a:ext>
            </a:extLst>
          </p:cNvPr>
          <p:cNvSpPr>
            <a:spLocks xmlns:a="http://schemas.openxmlformats.org/drawingml/2006/main" noGrp="1"/>
          </p:cNvSpPr>
          <p:nvPr/>
        </p:nvSpPr>
        <p:spPr>
          <a:xfrm xmlns:a="http://schemas.openxmlformats.org/drawingml/2006/main">
            <a:off x="6477000" y="4095750"/>
            <a:ext cx="2857500" cy="838200"/>
          </a:xfrm>
          <a:prstGeom xmlns:a="http://schemas.openxmlformats.org/drawingml/2006/main" prst="rect">
            <a:avLst/>
          </a:prstGeom>
          <a:ln xmlns:a="http://schemas.openxmlformats.org/drawingml/2006/main" w="12383">
            <a:solidFill>
              <a:srgbClr val="15803D"/>
            </a:solidFill>
            <a:prstDash val="solid"/>
          </a:ln>
        </p:spPr>
      </p:sp>
      <p:sp>
        <p:nvSpPr>
          <p:cNvPr id="19" name="">
            <a:extLst xmlns:a="http://schemas.openxmlformats.org/drawingml/2006/main">
              <a:ext uri="{FF2B5EF4-FFF2-40B4-BE49-F238E27FC236}">
                <a16:creationId xmlns:a16="http://schemas.microsoft.com/office/drawing/2014/main" id="{B2CAB045-ABC5-4F61-9C2A-25264B40EA55}"/>
              </a:ext>
            </a:extLst>
          </p:cNvPr>
          <p:cNvSpPr>
            <a:spLocks xmlns:a="http://schemas.openxmlformats.org/drawingml/2006/main" noGrp="1"/>
          </p:cNvSpPr>
          <p:nvPr/>
        </p:nvSpPr>
        <p:spPr>
          <a:xfrm xmlns:a="http://schemas.openxmlformats.org/drawingml/2006/main">
            <a:off x="6591300" y="4191000"/>
            <a:ext cx="26289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Repository</a:t>
            </a:r>
          </a:p>
        </p:txBody>
      </p:sp>
      <p:sp>
        <p:nvSpPr>
          <p:cNvPr id="20" name="">
            <a:extLst xmlns:a="http://schemas.openxmlformats.org/drawingml/2006/main">
              <a:ext uri="{FF2B5EF4-FFF2-40B4-BE49-F238E27FC236}">
                <a16:creationId xmlns:a16="http://schemas.microsoft.com/office/drawing/2014/main" id="{C7919420-A119-42CA-88DD-2154AA788A63}"/>
              </a:ext>
            </a:extLst>
          </p:cNvPr>
          <p:cNvSpPr>
            <a:spLocks xmlns:a="http://schemas.openxmlformats.org/drawingml/2006/main" noGrp="1"/>
          </p:cNvSpPr>
          <p:nvPr/>
        </p:nvSpPr>
        <p:spPr>
          <a:xfrm xmlns:a="http://schemas.openxmlformats.org/drawingml/2006/main">
            <a:off x="6591300" y="4505325"/>
            <a:ext cx="2628900" cy="3810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復習用に残すか削除するか判断</a:t>
            </a:r>
          </a:p>
        </p:txBody>
      </p:sp>
      <p:sp>
        <p:nvSpPr>
          <p:cNvPr id="21" name="">
            <a:extLst xmlns:a="http://schemas.openxmlformats.org/drawingml/2006/main">
              <a:ext uri="{FF2B5EF4-FFF2-40B4-BE49-F238E27FC236}">
                <a16:creationId xmlns:a16="http://schemas.microsoft.com/office/drawing/2014/main" id="{A0A0EF18-EF82-48AD-8C32-323F92E9FE41}"/>
              </a:ext>
            </a:extLst>
          </p:cNvPr>
          <p:cNvSpPr>
            <a:spLocks xmlns:a="http://schemas.openxmlformats.org/drawingml/2006/main" noGrp="1"/>
          </p:cNvSpPr>
          <p:nvPr/>
        </p:nvSpPr>
        <p:spPr>
          <a:xfrm xmlns:a="http://schemas.openxmlformats.org/drawingml/2006/main">
            <a:off x="1809750" y="5572125"/>
            <a:ext cx="8572500" cy="2476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64748B"/>
                </a:solidFill>
                <a:latin typeface="Yu Gothic"/>
                <a:ea typeface="Yu Gothic"/>
                <a:cs typeface="Yu Gothic"/>
              </a:defRPr>
            </a:pPr>
            <a:r>
              <a:rPr sz="1200" b="0">
                <a:solidFill>
                  <a:srgbClr val="64748B"/>
                </a:solidFill>
                <a:latin typeface="Yu Gothic"/>
                <a:ea typeface="Yu Gothic"/>
                <a:cs typeface="Yu Gothic"/>
              </a:rPr>
              <a:t>講師指示がある場合は削除、復習で残す場合も停止と秘密情報の扱いを確認します。</a:t>
            </a:r>
          </a:p>
        </p:txBody>
      </p:sp>
      <p:sp>
        <p:nvSpPr>
          <p:cNvPr id="22" name="">
            <a:extLst xmlns:a="http://schemas.openxmlformats.org/drawingml/2006/main">
              <a:ext uri="{FF2B5EF4-FFF2-40B4-BE49-F238E27FC236}">
                <a16:creationId xmlns:a16="http://schemas.microsoft.com/office/drawing/2014/main" id="{FB50969A-5C4D-4CDA-9F50-CD6CD1D61A08}"/>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89ECD2E-3092-4454-9DF1-9D933CCFAC08}"/>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停止または削除を確認する</a:t>
            </a:r>
          </a:p>
        </p:txBody>
      </p:sp>
      <p:sp>
        <p:nvSpPr>
          <p:cNvPr id="2" name="">
            <a:extLst xmlns:a="http://schemas.openxmlformats.org/drawingml/2006/main">
              <a:ext uri="{FF2B5EF4-FFF2-40B4-BE49-F238E27FC236}">
                <a16:creationId xmlns:a16="http://schemas.microsoft.com/office/drawing/2014/main" id="{00739A24-1A86-419B-99D8-1FF10A2CDD10}"/>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45 / 48</a:t>
            </a:r>
          </a:p>
        </p:txBody>
      </p:sp>
      <p:sp>
        <p:nvSpPr>
          <p:cNvPr id="3" name="">
            <a:extLst xmlns:a="http://schemas.openxmlformats.org/drawingml/2006/main">
              <a:ext uri="{FF2B5EF4-FFF2-40B4-BE49-F238E27FC236}">
                <a16:creationId xmlns:a16="http://schemas.microsoft.com/office/drawing/2014/main" id="{6C533DE4-9A1A-4D24-A42D-1E943924A819}"/>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B76BEC79-B273-4F81-810B-A5244B99821E}"/>
              </a:ext>
            </a:extLst>
          </p:cNvPr>
          <p:cNvSpPr>
            <a:spLocks xmlns:a="http://schemas.openxmlformats.org/drawingml/2006/main" noGrp="1"/>
          </p:cNvSpPr>
          <p:nvPr/>
        </p:nvSpPr>
        <p:spPr>
          <a:xfrm xmlns:a="http://schemas.openxmlformats.org/drawingml/2006/main">
            <a:off x="666750" y="1123950"/>
            <a:ext cx="10287000" cy="4762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少なくとも PostgreSQL の停止を確認します。講師指示がある場合は Resource group 削除と、Entra ID/GitHub 側の残存情報も整理します。</a:t>
            </a:r>
          </a:p>
        </p:txBody>
      </p:sp>
      <p:sp>
        <p:nvSpPr>
          <p:cNvPr id="5" name="">
            <a:extLst xmlns:a="http://schemas.openxmlformats.org/drawingml/2006/main">
              <a:ext uri="{FF2B5EF4-FFF2-40B4-BE49-F238E27FC236}">
                <a16:creationId xmlns:a16="http://schemas.microsoft.com/office/drawing/2014/main" id="{69633802-9BF4-445F-A0B4-DCBC6D00F031}"/>
              </a:ext>
            </a:extLst>
          </p:cNvPr>
          <p:cNvSpPr>
            <a:spLocks xmlns:a="http://schemas.openxmlformats.org/drawingml/2006/main" noGrp="1"/>
          </p:cNvSpPr>
          <p:nvPr/>
        </p:nvSpPr>
        <p:spPr>
          <a:xfrm xmlns:a="http://schemas.openxmlformats.org/drawingml/2006/main">
            <a:off x="904875" y="1866900"/>
            <a:ext cx="4972050" cy="3429000"/>
          </a:xfrm>
          <a:prstGeom xmlns:a="http://schemas.openxmlformats.org/drawingml/2006/main" prst="rect">
            <a:avLst/>
          </a:prstGeom>
          <a:ln xmlns:a="http://schemas.openxmlformats.org/drawingml/2006/main" w="9525">
            <a:solidFill>
              <a:srgbClr val="CAD5E4"/>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90fa24f688542a7"/>
          <a:stretch xmlns:a="http://schemas.openxmlformats.org/drawingml/2006/main"/>
        </p:blipFill>
        <p:spPr>
          <a:xfrm xmlns:a="http://schemas.openxmlformats.org/drawingml/2006/main">
            <a:off x="1019175" y="2113955"/>
            <a:ext cx="4743450" cy="266819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1C12140-2805-4E2A-B349-3CA9843582E3}"/>
              </a:ext>
            </a:extLst>
          </p:cNvPr>
          <p:cNvSpPr>
            <a:spLocks xmlns:a="http://schemas.openxmlformats.org/drawingml/2006/main" noGrp="1"/>
          </p:cNvSpPr>
          <p:nvPr/>
        </p:nvSpPr>
        <p:spPr>
          <a:xfrm xmlns:a="http://schemas.openxmlformats.org/drawingml/2006/main">
            <a:off x="1057275" y="4972050"/>
            <a:ext cx="46672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PostgreSQL を停止する</a:t>
            </a:r>
          </a:p>
        </p:txBody>
      </p:sp>
      <p:sp>
        <p:nvSpPr>
          <p:cNvPr id="8" name="">
            <a:extLst xmlns:a="http://schemas.openxmlformats.org/drawingml/2006/main">
              <a:ext uri="{FF2B5EF4-FFF2-40B4-BE49-F238E27FC236}">
                <a16:creationId xmlns:a16="http://schemas.microsoft.com/office/drawing/2014/main" id="{C0196E62-2137-4296-8E6D-2603700C7953}"/>
              </a:ext>
            </a:extLst>
          </p:cNvPr>
          <p:cNvSpPr>
            <a:spLocks xmlns:a="http://schemas.openxmlformats.org/drawingml/2006/main" noGrp="1"/>
          </p:cNvSpPr>
          <p:nvPr/>
        </p:nvSpPr>
        <p:spPr>
          <a:xfrm xmlns:a="http://schemas.openxmlformats.org/drawingml/2006/main">
            <a:off x="6334125" y="1866900"/>
            <a:ext cx="4972050" cy="3429000"/>
          </a:xfrm>
          <a:prstGeom xmlns:a="http://schemas.openxmlformats.org/drawingml/2006/main" prst="rect">
            <a:avLst/>
          </a:prstGeom>
          <a:ln xmlns:a="http://schemas.openxmlformats.org/drawingml/2006/main" w="9525">
            <a:solidFill>
              <a:srgbClr val="CAD5E4"/>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ba8e3711db24b16"/>
          <a:stretch xmlns:a="http://schemas.openxmlformats.org/drawingml/2006/main"/>
        </p:blipFill>
        <p:spPr>
          <a:xfrm xmlns:a="http://schemas.openxmlformats.org/drawingml/2006/main">
            <a:off x="6473190" y="1981200"/>
            <a:ext cx="4693920" cy="29337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3CE218F-B24F-4C7F-BC3B-849301E3CCB7}"/>
              </a:ext>
            </a:extLst>
          </p:cNvPr>
          <p:cNvSpPr>
            <a:spLocks xmlns:a="http://schemas.openxmlformats.org/drawingml/2006/main" noGrp="1"/>
          </p:cNvSpPr>
          <p:nvPr/>
        </p:nvSpPr>
        <p:spPr>
          <a:xfrm xmlns:a="http://schemas.openxmlformats.org/drawingml/2006/main">
            <a:off x="6486525" y="4972050"/>
            <a:ext cx="4667250" cy="2286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削除する場合は対象を確認する</a:t>
            </a:r>
          </a:p>
        </p:txBody>
      </p:sp>
      <p:sp>
        <p:nvSpPr>
          <p:cNvPr id="11" name="">
            <a:extLst xmlns:a="http://schemas.openxmlformats.org/drawingml/2006/main">
              <a:ext uri="{FF2B5EF4-FFF2-40B4-BE49-F238E27FC236}">
                <a16:creationId xmlns:a16="http://schemas.microsoft.com/office/drawing/2014/main" id="{1FC7B8E4-0722-40DC-AAD8-873BBC0C438E}"/>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CD3B5C4-052B-4AFC-86E8-0B968A37DC30}"/>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今日のまとめ</a:t>
            </a:r>
          </a:p>
        </p:txBody>
      </p:sp>
      <p:sp>
        <p:nvSpPr>
          <p:cNvPr id="2" name="">
            <a:extLst xmlns:a="http://schemas.openxmlformats.org/drawingml/2006/main">
              <a:ext uri="{FF2B5EF4-FFF2-40B4-BE49-F238E27FC236}">
                <a16:creationId xmlns:a16="http://schemas.microsoft.com/office/drawing/2014/main" id="{847C819F-F965-40A4-A5BE-737A79C55330}"/>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46 / 48</a:t>
            </a:r>
          </a:p>
        </p:txBody>
      </p:sp>
      <p:sp>
        <p:nvSpPr>
          <p:cNvPr id="3" name="">
            <a:extLst xmlns:a="http://schemas.openxmlformats.org/drawingml/2006/main">
              <a:ext uri="{FF2B5EF4-FFF2-40B4-BE49-F238E27FC236}">
                <a16:creationId xmlns:a16="http://schemas.microsoft.com/office/drawing/2014/main" id="{FC49CD65-6D45-4A1A-A62A-66CDC357F033}"/>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B7D0D658-BDEA-4352-A753-5CE0ECB17B88}"/>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複数サービスをつなぐときは、デプロイ、認証、接続情報、動作確認、コスト管理をまとめて考えます。</a:t>
            </a:r>
          </a:p>
        </p:txBody>
      </p:sp>
      <p:sp>
        <p:nvSpPr>
          <p:cNvPr id="5" name="">
            <a:extLst xmlns:a="http://schemas.openxmlformats.org/drawingml/2006/main">
              <a:ext uri="{FF2B5EF4-FFF2-40B4-BE49-F238E27FC236}">
                <a16:creationId xmlns:a16="http://schemas.microsoft.com/office/drawing/2014/main" id="{DFD8F260-CE3A-44EE-B72F-BB8C7F68B011}"/>
              </a:ext>
            </a:extLst>
          </p:cNvPr>
          <p:cNvSpPr>
            <a:spLocks xmlns:a="http://schemas.openxmlformats.org/drawingml/2006/main" noGrp="1"/>
          </p:cNvSpPr>
          <p:nvPr/>
        </p:nvSpPr>
        <p:spPr>
          <a:xfrm xmlns:a="http://schemas.openxmlformats.org/drawingml/2006/main">
            <a:off x="904875" y="1952625"/>
            <a:ext cx="3213100" cy="1762125"/>
          </a:xfrm>
          <a:prstGeom xmlns:a="http://schemas.openxmlformats.org/drawingml/2006/main" prst="rect">
            <a:avLst/>
          </a:prstGeom>
          <a:ln xmlns:a="http://schemas.openxmlformats.org/drawingml/2006/main" w="9525">
            <a:solidFill>
              <a:srgbClr val="DBE4EF"/>
            </a:solidFill>
            <a:prstDash val="solid"/>
          </a:ln>
        </p:spPr>
      </p:sp>
      <p:sp>
        <p:nvSpPr>
          <p:cNvPr id="6" name="">
            <a:extLst xmlns:a="http://schemas.openxmlformats.org/drawingml/2006/main">
              <a:ext uri="{FF2B5EF4-FFF2-40B4-BE49-F238E27FC236}">
                <a16:creationId xmlns:a16="http://schemas.microsoft.com/office/drawing/2014/main" id="{9F52405F-11B9-4E73-90DD-39C9B0AD2141}"/>
              </a:ext>
            </a:extLst>
          </p:cNvPr>
          <p:cNvSpPr>
            <a:spLocks xmlns:a="http://schemas.openxmlformats.org/drawingml/2006/main" noGrp="1"/>
          </p:cNvSpPr>
          <p:nvPr/>
        </p:nvSpPr>
        <p:spPr>
          <a:xfrm xmlns:a="http://schemas.openxmlformats.org/drawingml/2006/main">
            <a:off x="904875" y="1952625"/>
            <a:ext cx="76200" cy="1762125"/>
          </a:xfrm>
          <a:prstGeom xmlns:a="http://schemas.openxmlformats.org/drawingml/2006/main" prst="rect">
            <a:avLst/>
          </a:prstGeom>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3B6960AF-7FCF-4912-9731-85562B04D9E6}"/>
              </a:ext>
            </a:extLst>
          </p:cNvPr>
          <p:cNvSpPr>
            <a:spLocks xmlns:a="http://schemas.openxmlformats.org/drawingml/2006/main" noGrp="1"/>
          </p:cNvSpPr>
          <p:nvPr/>
        </p:nvSpPr>
        <p:spPr>
          <a:xfrm xmlns:a="http://schemas.openxmlformats.org/drawingml/2006/main">
            <a:off x="1133475" y="2124075"/>
            <a:ext cx="283210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1</a:t>
            </a:r>
          </a:p>
        </p:txBody>
      </p:sp>
      <p:sp>
        <p:nvSpPr>
          <p:cNvPr id="8" name="">
            <a:extLst xmlns:a="http://schemas.openxmlformats.org/drawingml/2006/main">
              <a:ext uri="{FF2B5EF4-FFF2-40B4-BE49-F238E27FC236}">
                <a16:creationId xmlns:a16="http://schemas.microsoft.com/office/drawing/2014/main" id="{EE545488-6491-4DF0-92D9-09FDF1E38AFA}"/>
              </a:ext>
            </a:extLst>
          </p:cNvPr>
          <p:cNvSpPr>
            <a:spLocks xmlns:a="http://schemas.openxmlformats.org/drawingml/2006/main" noGrp="1"/>
          </p:cNvSpPr>
          <p:nvPr/>
        </p:nvSpPr>
        <p:spPr>
          <a:xfrm xmlns:a="http://schemas.openxmlformats.org/drawingml/2006/main">
            <a:off x="1133475" y="2352675"/>
            <a:ext cx="281305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Actions は自動化</a:t>
            </a:r>
          </a:p>
        </p:txBody>
      </p:sp>
      <p:sp>
        <p:nvSpPr>
          <p:cNvPr id="9" name="">
            <a:extLst xmlns:a="http://schemas.openxmlformats.org/drawingml/2006/main">
              <a:ext uri="{FF2B5EF4-FFF2-40B4-BE49-F238E27FC236}">
                <a16:creationId xmlns:a16="http://schemas.microsoft.com/office/drawing/2014/main" id="{684AA322-FF04-4A72-852E-00FC84D6D4BE}"/>
              </a:ext>
            </a:extLst>
          </p:cNvPr>
          <p:cNvSpPr>
            <a:spLocks xmlns:a="http://schemas.openxmlformats.org/drawingml/2006/main" noGrp="1"/>
          </p:cNvSpPr>
          <p:nvPr/>
        </p:nvSpPr>
        <p:spPr>
          <a:xfrm xmlns:a="http://schemas.openxmlformats.org/drawingml/2006/main">
            <a:off x="1133475" y="2790825"/>
            <a:ext cx="281305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ビルド、ACR push、Container Apps 更新を行いました。</a:t>
            </a:r>
          </a:p>
        </p:txBody>
      </p:sp>
      <p:sp>
        <p:nvSpPr>
          <p:cNvPr id="10" name="">
            <a:extLst xmlns:a="http://schemas.openxmlformats.org/drawingml/2006/main">
              <a:ext uri="{FF2B5EF4-FFF2-40B4-BE49-F238E27FC236}">
                <a16:creationId xmlns:a16="http://schemas.microsoft.com/office/drawing/2014/main" id="{C4A49A97-E4C2-4FE6-93BD-83EC6E629DB0}"/>
              </a:ext>
            </a:extLst>
          </p:cNvPr>
          <p:cNvSpPr>
            <a:spLocks xmlns:a="http://schemas.openxmlformats.org/drawingml/2006/main" noGrp="1"/>
          </p:cNvSpPr>
          <p:nvPr/>
        </p:nvSpPr>
        <p:spPr>
          <a:xfrm xmlns:a="http://schemas.openxmlformats.org/drawingml/2006/main">
            <a:off x="4346575" y="1952625"/>
            <a:ext cx="3213100" cy="1762125"/>
          </a:xfrm>
          <a:prstGeom xmlns:a="http://schemas.openxmlformats.org/drawingml/2006/main" prst="rect">
            <a:avLst/>
          </a:prstGeom>
          <a:ln xmlns:a="http://schemas.openxmlformats.org/drawingml/2006/main" w="9525">
            <a:solidFill>
              <a:srgbClr val="DBE4EF"/>
            </a:solidFill>
            <a:prstDash val="solid"/>
          </a:ln>
        </p:spPr>
      </p:sp>
      <p:sp>
        <p:nvSpPr>
          <p:cNvPr id="11" name="">
            <a:extLst xmlns:a="http://schemas.openxmlformats.org/drawingml/2006/main">
              <a:ext uri="{FF2B5EF4-FFF2-40B4-BE49-F238E27FC236}">
                <a16:creationId xmlns:a16="http://schemas.microsoft.com/office/drawing/2014/main" id="{D76F5F81-F330-45F6-962B-5ABDA11FE231}"/>
              </a:ext>
            </a:extLst>
          </p:cNvPr>
          <p:cNvSpPr>
            <a:spLocks xmlns:a="http://schemas.openxmlformats.org/drawingml/2006/main" noGrp="1"/>
          </p:cNvSpPr>
          <p:nvPr/>
        </p:nvSpPr>
        <p:spPr>
          <a:xfrm xmlns:a="http://schemas.openxmlformats.org/drawingml/2006/main">
            <a:off x="4346575" y="1952625"/>
            <a:ext cx="76200" cy="1762125"/>
          </a:xfrm>
          <a:prstGeom xmlns:a="http://schemas.openxmlformats.org/drawingml/2006/main" prst="rect">
            <a:avLst/>
          </a:prstGeom>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E1D9AF2E-397B-4997-A32D-E95D059F325E}"/>
              </a:ext>
            </a:extLst>
          </p:cNvPr>
          <p:cNvSpPr>
            <a:spLocks xmlns:a="http://schemas.openxmlformats.org/drawingml/2006/main" noGrp="1"/>
          </p:cNvSpPr>
          <p:nvPr/>
        </p:nvSpPr>
        <p:spPr>
          <a:xfrm xmlns:a="http://schemas.openxmlformats.org/drawingml/2006/main">
            <a:off x="4575175" y="2124075"/>
            <a:ext cx="283210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F16E1210-6345-427C-A3A0-78AE7F67E0B3}"/>
              </a:ext>
            </a:extLst>
          </p:cNvPr>
          <p:cNvSpPr>
            <a:spLocks xmlns:a="http://schemas.openxmlformats.org/drawingml/2006/main" noGrp="1"/>
          </p:cNvSpPr>
          <p:nvPr/>
        </p:nvSpPr>
        <p:spPr>
          <a:xfrm xmlns:a="http://schemas.openxmlformats.org/drawingml/2006/main">
            <a:off x="4575175" y="2352675"/>
            <a:ext cx="281305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値でサービスがつながる</a:t>
            </a:r>
          </a:p>
        </p:txBody>
      </p:sp>
      <p:sp>
        <p:nvSpPr>
          <p:cNvPr id="14" name="">
            <a:extLst xmlns:a="http://schemas.openxmlformats.org/drawingml/2006/main">
              <a:ext uri="{FF2B5EF4-FFF2-40B4-BE49-F238E27FC236}">
                <a16:creationId xmlns:a16="http://schemas.microsoft.com/office/drawing/2014/main" id="{7B4FAB83-E3CC-4EAE-A635-F4E0BAB6D7B8}"/>
              </a:ext>
            </a:extLst>
          </p:cNvPr>
          <p:cNvSpPr>
            <a:spLocks xmlns:a="http://schemas.openxmlformats.org/drawingml/2006/main" noGrp="1"/>
          </p:cNvSpPr>
          <p:nvPr/>
        </p:nvSpPr>
        <p:spPr>
          <a:xfrm xmlns:a="http://schemas.openxmlformats.org/drawingml/2006/main">
            <a:off x="4575175" y="2790825"/>
            <a:ext cx="281305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URL、ID、ネットワーク、権限を対応させました。</a:t>
            </a:r>
          </a:p>
        </p:txBody>
      </p:sp>
      <p:sp>
        <p:nvSpPr>
          <p:cNvPr id="15" name="">
            <a:extLst xmlns:a="http://schemas.openxmlformats.org/drawingml/2006/main">
              <a:ext uri="{FF2B5EF4-FFF2-40B4-BE49-F238E27FC236}">
                <a16:creationId xmlns:a16="http://schemas.microsoft.com/office/drawing/2014/main" id="{3F635502-B838-42C8-B406-6AED4BC98953}"/>
              </a:ext>
            </a:extLst>
          </p:cNvPr>
          <p:cNvSpPr>
            <a:spLocks xmlns:a="http://schemas.openxmlformats.org/drawingml/2006/main" noGrp="1"/>
          </p:cNvSpPr>
          <p:nvPr/>
        </p:nvSpPr>
        <p:spPr>
          <a:xfrm xmlns:a="http://schemas.openxmlformats.org/drawingml/2006/main">
            <a:off x="7788275" y="1952625"/>
            <a:ext cx="3213100" cy="1762125"/>
          </a:xfrm>
          <a:prstGeom xmlns:a="http://schemas.openxmlformats.org/drawingml/2006/main" prst="rect">
            <a:avLst/>
          </a:prstGeom>
          <a:ln xmlns:a="http://schemas.openxmlformats.org/drawingml/2006/main" w="9525">
            <a:solidFill>
              <a:srgbClr val="DBE4EF"/>
            </a:solidFill>
            <a:prstDash val="solid"/>
          </a:ln>
        </p:spPr>
      </p:sp>
      <p:sp>
        <p:nvSpPr>
          <p:cNvPr id="16" name="">
            <a:extLst xmlns:a="http://schemas.openxmlformats.org/drawingml/2006/main">
              <a:ext uri="{FF2B5EF4-FFF2-40B4-BE49-F238E27FC236}">
                <a16:creationId xmlns:a16="http://schemas.microsoft.com/office/drawing/2014/main" id="{59AE21F7-135C-4FBB-B642-2755C2D8E1D3}"/>
              </a:ext>
            </a:extLst>
          </p:cNvPr>
          <p:cNvSpPr>
            <a:spLocks xmlns:a="http://schemas.openxmlformats.org/drawingml/2006/main" noGrp="1"/>
          </p:cNvSpPr>
          <p:nvPr/>
        </p:nvSpPr>
        <p:spPr>
          <a:xfrm xmlns:a="http://schemas.openxmlformats.org/drawingml/2006/main">
            <a:off x="7788275" y="1952625"/>
            <a:ext cx="76200" cy="1762125"/>
          </a:xfrm>
          <a:prstGeom xmlns:a="http://schemas.openxmlformats.org/drawingml/2006/main" prst="rect">
            <a:avLst/>
          </a:prstGeom>
          <a:ln xmlns:a="http://schemas.openxmlformats.org/drawingml/2006/main" w="0">
            <a:solidFill>
              <a:srgbClr val="EA580C"/>
            </a:solidFill>
            <a:prstDash val="solid"/>
          </a:ln>
        </p:spPr>
      </p:sp>
      <p:sp>
        <p:nvSpPr>
          <p:cNvPr id="17" name="">
            <a:extLst xmlns:a="http://schemas.openxmlformats.org/drawingml/2006/main">
              <a:ext uri="{FF2B5EF4-FFF2-40B4-BE49-F238E27FC236}">
                <a16:creationId xmlns:a16="http://schemas.microsoft.com/office/drawing/2014/main" id="{8DD7B0BC-203D-4BE9-9C7A-73C6C221A9D6}"/>
              </a:ext>
            </a:extLst>
          </p:cNvPr>
          <p:cNvSpPr>
            <a:spLocks xmlns:a="http://schemas.openxmlformats.org/drawingml/2006/main" noGrp="1"/>
          </p:cNvSpPr>
          <p:nvPr/>
        </p:nvSpPr>
        <p:spPr>
          <a:xfrm xmlns:a="http://schemas.openxmlformats.org/drawingml/2006/main">
            <a:off x="8016875" y="2124075"/>
            <a:ext cx="283210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3</a:t>
            </a:r>
          </a:p>
        </p:txBody>
      </p:sp>
      <p:sp>
        <p:nvSpPr>
          <p:cNvPr id="18" name="">
            <a:extLst xmlns:a="http://schemas.openxmlformats.org/drawingml/2006/main">
              <a:ext uri="{FF2B5EF4-FFF2-40B4-BE49-F238E27FC236}">
                <a16:creationId xmlns:a16="http://schemas.microsoft.com/office/drawing/2014/main" id="{F5501426-E2FA-4A1E-8246-01575226BCDD}"/>
              </a:ext>
            </a:extLst>
          </p:cNvPr>
          <p:cNvSpPr>
            <a:spLocks xmlns:a="http://schemas.openxmlformats.org/drawingml/2006/main" noGrp="1"/>
          </p:cNvSpPr>
          <p:nvPr/>
        </p:nvSpPr>
        <p:spPr>
          <a:xfrm xmlns:a="http://schemas.openxmlformats.org/drawingml/2006/main">
            <a:off x="8016875" y="2352675"/>
            <a:ext cx="281305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終わり方も設計</a:t>
            </a:r>
          </a:p>
        </p:txBody>
      </p:sp>
      <p:sp>
        <p:nvSpPr>
          <p:cNvPr id="19" name="">
            <a:extLst xmlns:a="http://schemas.openxmlformats.org/drawingml/2006/main">
              <a:ext uri="{FF2B5EF4-FFF2-40B4-BE49-F238E27FC236}">
                <a16:creationId xmlns:a16="http://schemas.microsoft.com/office/drawing/2014/main" id="{F4B582E8-9FF9-454C-B83F-0C7047C267E1}"/>
              </a:ext>
            </a:extLst>
          </p:cNvPr>
          <p:cNvSpPr>
            <a:spLocks xmlns:a="http://schemas.openxmlformats.org/drawingml/2006/main" noGrp="1"/>
          </p:cNvSpPr>
          <p:nvPr/>
        </p:nvSpPr>
        <p:spPr>
          <a:xfrm xmlns:a="http://schemas.openxmlformats.org/drawingml/2006/main">
            <a:off x="8016875" y="2790825"/>
            <a:ext cx="281305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PostgreSQL、RG、Secret、SP の扱いを確認しました。</a:t>
            </a:r>
          </a:p>
        </p:txBody>
      </p:sp>
      <p:sp>
        <p:nvSpPr>
          <p:cNvPr id="20" name="">
            <a:extLst xmlns:a="http://schemas.openxmlformats.org/drawingml/2006/main">
              <a:ext uri="{FF2B5EF4-FFF2-40B4-BE49-F238E27FC236}">
                <a16:creationId xmlns:a16="http://schemas.microsoft.com/office/drawing/2014/main" id="{713F55BD-AC56-4B24-9981-739CD0AAA8FE}"/>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4ED4C9-06B9-4759-8F20-E83D037CA3AD}"/>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確認クイズ</a:t>
            </a:r>
          </a:p>
        </p:txBody>
      </p:sp>
      <p:sp>
        <p:nvSpPr>
          <p:cNvPr id="2" name="">
            <a:extLst xmlns:a="http://schemas.openxmlformats.org/drawingml/2006/main">
              <a:ext uri="{FF2B5EF4-FFF2-40B4-BE49-F238E27FC236}">
                <a16:creationId xmlns:a16="http://schemas.microsoft.com/office/drawing/2014/main" id="{B7502F44-E807-4353-901C-F8788C8E980A}"/>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47 / 48</a:t>
            </a:r>
          </a:p>
        </p:txBody>
      </p:sp>
      <p:sp>
        <p:nvSpPr>
          <p:cNvPr id="3" name="">
            <a:extLst xmlns:a="http://schemas.openxmlformats.org/drawingml/2006/main">
              <a:ext uri="{FF2B5EF4-FFF2-40B4-BE49-F238E27FC236}">
                <a16:creationId xmlns:a16="http://schemas.microsoft.com/office/drawing/2014/main" id="{366D8554-2710-4DE7-8A4D-4E5316B36A98}"/>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7483268D-488F-4F55-AFF9-024187C88DEF}"/>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GitHub Actions と Azure リソースの関係を、自分の言葉で確認します。</a:t>
            </a:r>
          </a:p>
        </p:txBody>
      </p:sp>
      <p:sp>
        <p:nvSpPr>
          <p:cNvPr id="5" name="">
            <a:extLst xmlns:a="http://schemas.openxmlformats.org/drawingml/2006/main">
              <a:ext uri="{FF2B5EF4-FFF2-40B4-BE49-F238E27FC236}">
                <a16:creationId xmlns:a16="http://schemas.microsoft.com/office/drawing/2014/main" id="{6D7D242A-7745-4507-BF06-6E23C7AD54C8}"/>
              </a:ext>
            </a:extLst>
          </p:cNvPr>
          <p:cNvSpPr>
            <a:spLocks xmlns:a="http://schemas.openxmlformats.org/drawingml/2006/main" noGrp="1"/>
          </p:cNvSpPr>
          <p:nvPr/>
        </p:nvSpPr>
        <p:spPr>
          <a:xfrm xmlns:a="http://schemas.openxmlformats.org/drawingml/2006/main">
            <a:off x="904875" y="1952625"/>
            <a:ext cx="3213100" cy="1762125"/>
          </a:xfrm>
          <a:prstGeom xmlns:a="http://schemas.openxmlformats.org/drawingml/2006/main" prst="rect">
            <a:avLst/>
          </a:prstGeom>
          <a:ln xmlns:a="http://schemas.openxmlformats.org/drawingml/2006/main" w="9525">
            <a:solidFill>
              <a:srgbClr val="DBE4EF"/>
            </a:solidFill>
            <a:prstDash val="solid"/>
          </a:ln>
        </p:spPr>
      </p:sp>
      <p:sp>
        <p:nvSpPr>
          <p:cNvPr id="6" name="">
            <a:extLst xmlns:a="http://schemas.openxmlformats.org/drawingml/2006/main">
              <a:ext uri="{FF2B5EF4-FFF2-40B4-BE49-F238E27FC236}">
                <a16:creationId xmlns:a16="http://schemas.microsoft.com/office/drawing/2014/main" id="{AC02C7FF-E02D-480D-A389-71F75E038E90}"/>
              </a:ext>
            </a:extLst>
          </p:cNvPr>
          <p:cNvSpPr>
            <a:spLocks xmlns:a="http://schemas.openxmlformats.org/drawingml/2006/main" noGrp="1"/>
          </p:cNvSpPr>
          <p:nvPr/>
        </p:nvSpPr>
        <p:spPr>
          <a:xfrm xmlns:a="http://schemas.openxmlformats.org/drawingml/2006/main">
            <a:off x="904875" y="1952625"/>
            <a:ext cx="76200" cy="1762125"/>
          </a:xfrm>
          <a:prstGeom xmlns:a="http://schemas.openxmlformats.org/drawingml/2006/main" prst="rect">
            <a:avLst/>
          </a:prstGeom>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EF1C4D65-0D22-4E97-9B74-04B9DA813F81}"/>
              </a:ext>
            </a:extLst>
          </p:cNvPr>
          <p:cNvSpPr>
            <a:spLocks xmlns:a="http://schemas.openxmlformats.org/drawingml/2006/main" noGrp="1"/>
          </p:cNvSpPr>
          <p:nvPr/>
        </p:nvSpPr>
        <p:spPr>
          <a:xfrm xmlns:a="http://schemas.openxmlformats.org/drawingml/2006/main">
            <a:off x="1133475" y="2124075"/>
            <a:ext cx="283210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問1</a:t>
            </a:r>
          </a:p>
        </p:txBody>
      </p:sp>
      <p:sp>
        <p:nvSpPr>
          <p:cNvPr id="8" name="">
            <a:extLst xmlns:a="http://schemas.openxmlformats.org/drawingml/2006/main">
              <a:ext uri="{FF2B5EF4-FFF2-40B4-BE49-F238E27FC236}">
                <a16:creationId xmlns:a16="http://schemas.microsoft.com/office/drawing/2014/main" id="{926EA704-F3BB-4756-AB22-613C5ACF5825}"/>
              </a:ext>
            </a:extLst>
          </p:cNvPr>
          <p:cNvSpPr>
            <a:spLocks xmlns:a="http://schemas.openxmlformats.org/drawingml/2006/main" noGrp="1"/>
          </p:cNvSpPr>
          <p:nvPr/>
        </p:nvSpPr>
        <p:spPr>
          <a:xfrm xmlns:a="http://schemas.openxmlformats.org/drawingml/2006/main">
            <a:off x="1133475" y="2352675"/>
            <a:ext cx="281305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問1</a:t>
            </a:r>
          </a:p>
        </p:txBody>
      </p:sp>
      <p:sp>
        <p:nvSpPr>
          <p:cNvPr id="9" name="">
            <a:extLst xmlns:a="http://schemas.openxmlformats.org/drawingml/2006/main">
              <a:ext uri="{FF2B5EF4-FFF2-40B4-BE49-F238E27FC236}">
                <a16:creationId xmlns:a16="http://schemas.microsoft.com/office/drawing/2014/main" id="{7D6BA7CF-1338-480F-B329-FEE74FD70C3A}"/>
              </a:ext>
            </a:extLst>
          </p:cNvPr>
          <p:cNvSpPr>
            <a:spLocks xmlns:a="http://schemas.openxmlformats.org/drawingml/2006/main" noGrp="1"/>
          </p:cNvSpPr>
          <p:nvPr/>
        </p:nvSpPr>
        <p:spPr>
          <a:xfrm xmlns:a="http://schemas.openxmlformats.org/drawingml/2006/main">
            <a:off x="1133475" y="2790825"/>
            <a:ext cx="281305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1F2937"/>
                </a:solidFill>
                <a:latin typeface="Yu Gothic"/>
                <a:ea typeface="Yu Gothic"/>
                <a:cs typeface="Yu Gothic"/>
              </a:defRPr>
            </a:pPr>
            <a:r>
              <a:rPr sz="1013" b="0">
                <a:solidFill>
                  <a:srgbClr val="1F2937"/>
                </a:solidFill>
                <a:latin typeface="Yu Gothic"/>
                <a:ea typeface="Yu Gothic"/>
                <a:cs typeface="Yu Gothic"/>
              </a:rPr>
              <a:t>GitHub Actions は今回どの作業を自動化しましたか。</a:t>
            </a:r>
          </a:p>
          <a:p xmlns:a="http://schemas.openxmlformats.org/drawingml/2006/main">
            <a:pPr algn="l">
              <a:defRPr sz="1013" b="0">
                <a:solidFill>
                  <a:srgbClr val="1F2937"/>
                </a:solidFill>
                <a:latin typeface="Yu Gothic"/>
                <a:ea typeface="Yu Gothic"/>
                <a:cs typeface="Yu Gothic"/>
              </a:defRPr>
            </a:pPr>
            <a:r>
              <a:rPr sz="1013" b="0">
                <a:solidFill>
                  <a:srgbClr val="1F2937"/>
                </a:solidFill>
                <a:latin typeface="Yu Gothic"/>
                <a:ea typeface="Yu Gothic"/>
                <a:cs typeface="Yu Gothic"/>
              </a:rPr>
              <a:t>ビルド、ACR への push、Container Apps 更新。</a:t>
            </a:r>
          </a:p>
        </p:txBody>
      </p:sp>
      <p:sp>
        <p:nvSpPr>
          <p:cNvPr id="10" name="">
            <a:extLst xmlns:a="http://schemas.openxmlformats.org/drawingml/2006/main">
              <a:ext uri="{FF2B5EF4-FFF2-40B4-BE49-F238E27FC236}">
                <a16:creationId xmlns:a16="http://schemas.microsoft.com/office/drawing/2014/main" id="{496E2F57-9137-4087-96CA-2ECDEFD77C3F}"/>
              </a:ext>
            </a:extLst>
          </p:cNvPr>
          <p:cNvSpPr>
            <a:spLocks xmlns:a="http://schemas.openxmlformats.org/drawingml/2006/main" noGrp="1"/>
          </p:cNvSpPr>
          <p:nvPr/>
        </p:nvSpPr>
        <p:spPr>
          <a:xfrm xmlns:a="http://schemas.openxmlformats.org/drawingml/2006/main">
            <a:off x="4346575" y="1952625"/>
            <a:ext cx="3213100" cy="1762125"/>
          </a:xfrm>
          <a:prstGeom xmlns:a="http://schemas.openxmlformats.org/drawingml/2006/main" prst="rect">
            <a:avLst/>
          </a:prstGeom>
          <a:ln xmlns:a="http://schemas.openxmlformats.org/drawingml/2006/main" w="9525">
            <a:solidFill>
              <a:srgbClr val="DBE4EF"/>
            </a:solidFill>
            <a:prstDash val="solid"/>
          </a:ln>
        </p:spPr>
      </p:sp>
      <p:sp>
        <p:nvSpPr>
          <p:cNvPr id="11" name="">
            <a:extLst xmlns:a="http://schemas.openxmlformats.org/drawingml/2006/main">
              <a:ext uri="{FF2B5EF4-FFF2-40B4-BE49-F238E27FC236}">
                <a16:creationId xmlns:a16="http://schemas.microsoft.com/office/drawing/2014/main" id="{0AB6B9AA-098B-467F-8581-70A858952D15}"/>
              </a:ext>
            </a:extLst>
          </p:cNvPr>
          <p:cNvSpPr>
            <a:spLocks xmlns:a="http://schemas.openxmlformats.org/drawingml/2006/main" noGrp="1"/>
          </p:cNvSpPr>
          <p:nvPr/>
        </p:nvSpPr>
        <p:spPr>
          <a:xfrm xmlns:a="http://schemas.openxmlformats.org/drawingml/2006/main">
            <a:off x="4346575" y="1952625"/>
            <a:ext cx="76200" cy="1762125"/>
          </a:xfrm>
          <a:prstGeom xmlns:a="http://schemas.openxmlformats.org/drawingml/2006/main" prst="rect">
            <a:avLst/>
          </a:prstGeom>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F8119A2A-292A-4575-852C-8629F4010AC0}"/>
              </a:ext>
            </a:extLst>
          </p:cNvPr>
          <p:cNvSpPr>
            <a:spLocks xmlns:a="http://schemas.openxmlformats.org/drawingml/2006/main" noGrp="1"/>
          </p:cNvSpPr>
          <p:nvPr/>
        </p:nvSpPr>
        <p:spPr>
          <a:xfrm xmlns:a="http://schemas.openxmlformats.org/drawingml/2006/main">
            <a:off x="4575175" y="2124075"/>
            <a:ext cx="283210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問2</a:t>
            </a:r>
          </a:p>
        </p:txBody>
      </p:sp>
      <p:sp>
        <p:nvSpPr>
          <p:cNvPr id="13" name="">
            <a:extLst xmlns:a="http://schemas.openxmlformats.org/drawingml/2006/main">
              <a:ext uri="{FF2B5EF4-FFF2-40B4-BE49-F238E27FC236}">
                <a16:creationId xmlns:a16="http://schemas.microsoft.com/office/drawing/2014/main" id="{0BE2D7D7-DF9B-4908-9E78-784B7ACF06E7}"/>
              </a:ext>
            </a:extLst>
          </p:cNvPr>
          <p:cNvSpPr>
            <a:spLocks xmlns:a="http://schemas.openxmlformats.org/drawingml/2006/main" noGrp="1"/>
          </p:cNvSpPr>
          <p:nvPr/>
        </p:nvSpPr>
        <p:spPr>
          <a:xfrm xmlns:a="http://schemas.openxmlformats.org/drawingml/2006/main">
            <a:off x="4575175" y="2352675"/>
            <a:ext cx="281305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問2</a:t>
            </a:r>
          </a:p>
        </p:txBody>
      </p:sp>
      <p:sp>
        <p:nvSpPr>
          <p:cNvPr id="14" name="">
            <a:extLst xmlns:a="http://schemas.openxmlformats.org/drawingml/2006/main">
              <a:ext uri="{FF2B5EF4-FFF2-40B4-BE49-F238E27FC236}">
                <a16:creationId xmlns:a16="http://schemas.microsoft.com/office/drawing/2014/main" id="{2A628E4D-0C96-4B4F-A780-D144B7A84CA8}"/>
              </a:ext>
            </a:extLst>
          </p:cNvPr>
          <p:cNvSpPr>
            <a:spLocks xmlns:a="http://schemas.openxmlformats.org/drawingml/2006/main" noGrp="1"/>
          </p:cNvSpPr>
          <p:nvPr/>
        </p:nvSpPr>
        <p:spPr>
          <a:xfrm xmlns:a="http://schemas.openxmlformats.org/drawingml/2006/main">
            <a:off x="4575175" y="2790825"/>
            <a:ext cx="281305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ACR_NAME に login server を入れてよいですか。</a:t>
            </a:r>
          </a:p>
          <a:p xmlns:a="http://schemas.openxmlformats.org/drawingml/2006/main">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いいえ。通常は ACR 名のみです。</a:t>
            </a:r>
          </a:p>
        </p:txBody>
      </p:sp>
      <p:sp>
        <p:nvSpPr>
          <p:cNvPr id="15" name="">
            <a:extLst xmlns:a="http://schemas.openxmlformats.org/drawingml/2006/main">
              <a:ext uri="{FF2B5EF4-FFF2-40B4-BE49-F238E27FC236}">
                <a16:creationId xmlns:a16="http://schemas.microsoft.com/office/drawing/2014/main" id="{1527C54B-1F94-4A1B-95E0-06EFF8F92B1F}"/>
              </a:ext>
            </a:extLst>
          </p:cNvPr>
          <p:cNvSpPr>
            <a:spLocks xmlns:a="http://schemas.openxmlformats.org/drawingml/2006/main" noGrp="1"/>
          </p:cNvSpPr>
          <p:nvPr/>
        </p:nvSpPr>
        <p:spPr>
          <a:xfrm xmlns:a="http://schemas.openxmlformats.org/drawingml/2006/main">
            <a:off x="7788275" y="1952625"/>
            <a:ext cx="3213100" cy="1762125"/>
          </a:xfrm>
          <a:prstGeom xmlns:a="http://schemas.openxmlformats.org/drawingml/2006/main" prst="rect">
            <a:avLst/>
          </a:prstGeom>
          <a:ln xmlns:a="http://schemas.openxmlformats.org/drawingml/2006/main" w="9525">
            <a:solidFill>
              <a:srgbClr val="DBE4EF"/>
            </a:solidFill>
            <a:prstDash val="solid"/>
          </a:ln>
        </p:spPr>
      </p:sp>
      <p:sp>
        <p:nvSpPr>
          <p:cNvPr id="16" name="">
            <a:extLst xmlns:a="http://schemas.openxmlformats.org/drawingml/2006/main">
              <a:ext uri="{FF2B5EF4-FFF2-40B4-BE49-F238E27FC236}">
                <a16:creationId xmlns:a16="http://schemas.microsoft.com/office/drawing/2014/main" id="{E24C5C24-6D01-404E-B486-1CAF4E89D01D}"/>
              </a:ext>
            </a:extLst>
          </p:cNvPr>
          <p:cNvSpPr>
            <a:spLocks xmlns:a="http://schemas.openxmlformats.org/drawingml/2006/main" noGrp="1"/>
          </p:cNvSpPr>
          <p:nvPr/>
        </p:nvSpPr>
        <p:spPr>
          <a:xfrm xmlns:a="http://schemas.openxmlformats.org/drawingml/2006/main">
            <a:off x="7788275" y="1952625"/>
            <a:ext cx="76200" cy="1762125"/>
          </a:xfrm>
          <a:prstGeom xmlns:a="http://schemas.openxmlformats.org/drawingml/2006/main" prst="rect">
            <a:avLst/>
          </a:prstGeom>
          <a:ln xmlns:a="http://schemas.openxmlformats.org/drawingml/2006/main" w="0">
            <a:solidFill>
              <a:srgbClr val="2563EB"/>
            </a:solidFill>
            <a:prstDash val="solid"/>
          </a:ln>
        </p:spPr>
      </p:sp>
      <p:sp>
        <p:nvSpPr>
          <p:cNvPr id="17" name="">
            <a:extLst xmlns:a="http://schemas.openxmlformats.org/drawingml/2006/main">
              <a:ext uri="{FF2B5EF4-FFF2-40B4-BE49-F238E27FC236}">
                <a16:creationId xmlns:a16="http://schemas.microsoft.com/office/drawing/2014/main" id="{B21802BC-0140-43E0-82DB-8C8CF95B5776}"/>
              </a:ext>
            </a:extLst>
          </p:cNvPr>
          <p:cNvSpPr>
            <a:spLocks xmlns:a="http://schemas.openxmlformats.org/drawingml/2006/main" noGrp="1"/>
          </p:cNvSpPr>
          <p:nvPr/>
        </p:nvSpPr>
        <p:spPr>
          <a:xfrm xmlns:a="http://schemas.openxmlformats.org/drawingml/2006/main">
            <a:off x="8016875" y="2124075"/>
            <a:ext cx="2832100" cy="171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問3</a:t>
            </a:r>
          </a:p>
        </p:txBody>
      </p:sp>
      <p:sp>
        <p:nvSpPr>
          <p:cNvPr id="18" name="">
            <a:extLst xmlns:a="http://schemas.openxmlformats.org/drawingml/2006/main">
              <a:ext uri="{FF2B5EF4-FFF2-40B4-BE49-F238E27FC236}">
                <a16:creationId xmlns:a16="http://schemas.microsoft.com/office/drawing/2014/main" id="{D824419F-6E62-4F93-BCD5-EB7D00643A1D}"/>
              </a:ext>
            </a:extLst>
          </p:cNvPr>
          <p:cNvSpPr>
            <a:spLocks xmlns:a="http://schemas.openxmlformats.org/drawingml/2006/main" noGrp="1"/>
          </p:cNvSpPr>
          <p:nvPr/>
        </p:nvSpPr>
        <p:spPr>
          <a:xfrm xmlns:a="http://schemas.openxmlformats.org/drawingml/2006/main">
            <a:off x="8016875" y="2352675"/>
            <a:ext cx="2813050" cy="3238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問3</a:t>
            </a:r>
          </a:p>
        </p:txBody>
      </p:sp>
      <p:sp>
        <p:nvSpPr>
          <p:cNvPr id="19" name="">
            <a:extLst xmlns:a="http://schemas.openxmlformats.org/drawingml/2006/main">
              <a:ext uri="{FF2B5EF4-FFF2-40B4-BE49-F238E27FC236}">
                <a16:creationId xmlns:a16="http://schemas.microsoft.com/office/drawing/2014/main" id="{47B66F96-2284-4213-A8B5-47FCDC52D4B9}"/>
              </a:ext>
            </a:extLst>
          </p:cNvPr>
          <p:cNvSpPr>
            <a:spLocks xmlns:a="http://schemas.openxmlformats.org/drawingml/2006/main" noGrp="1"/>
          </p:cNvSpPr>
          <p:nvPr/>
        </p:nvSpPr>
        <p:spPr>
          <a:xfrm xmlns:a="http://schemas.openxmlformats.org/drawingml/2006/main">
            <a:off x="8016875" y="2790825"/>
            <a:ext cx="2813050" cy="809625"/>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1F2937"/>
                </a:solidFill>
                <a:latin typeface="Yu Gothic"/>
                <a:ea typeface="Yu Gothic"/>
                <a:cs typeface="Yu Gothic"/>
              </a:defRPr>
            </a:pPr>
            <a:r>
              <a:rPr sz="1013" b="0">
                <a:solidFill>
                  <a:srgbClr val="1F2937"/>
                </a:solidFill>
                <a:latin typeface="Yu Gothic"/>
                <a:ea typeface="Yu Gothic"/>
                <a:cs typeface="Yu Gothic"/>
              </a:rPr>
              <a:t>Resource group 削除だけでは残る可能性があるものは何ですか。</a:t>
            </a:r>
          </a:p>
          <a:p xmlns:a="http://schemas.openxmlformats.org/drawingml/2006/main">
            <a:pPr algn="l">
              <a:defRPr sz="1013" b="0">
                <a:solidFill>
                  <a:srgbClr val="1F2937"/>
                </a:solidFill>
                <a:latin typeface="Yu Gothic"/>
                <a:ea typeface="Yu Gothic"/>
                <a:cs typeface="Yu Gothic"/>
              </a:defRPr>
            </a:pPr>
            <a:r>
              <a:rPr sz="1013" b="0">
                <a:solidFill>
                  <a:srgbClr val="1F2937"/>
                </a:solidFill>
                <a:latin typeface="Yu Gothic"/>
                <a:ea typeface="Yu Gothic"/>
                <a:cs typeface="Yu Gothic"/>
              </a:rPr>
              <a:t>Entra ID App registration、Service Principal、GitHub Secret。</a:t>
            </a:r>
          </a:p>
        </p:txBody>
      </p:sp>
      <p:sp>
        <p:nvSpPr>
          <p:cNvPr id="20" name="">
            <a:extLst xmlns:a="http://schemas.openxmlformats.org/drawingml/2006/main">
              <a:ext uri="{FF2B5EF4-FFF2-40B4-BE49-F238E27FC236}">
                <a16:creationId xmlns:a16="http://schemas.microsoft.com/office/drawing/2014/main" id="{32371191-E48B-4824-9B6D-975F668A718A}"/>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885D35-EB4B-44E6-8FBC-95E7A9031FE6}"/>
              </a:ext>
            </a:extLst>
          </p:cNvPr>
          <p:cNvSpPr>
            <a:spLocks xmlns:a="http://schemas.openxmlformats.org/drawingml/2006/main" noGrp="1"/>
          </p:cNvSpPr>
          <p:nvPr/>
        </p:nvSpPr>
        <p:spPr>
          <a:xfrm xmlns:a="http://schemas.openxmlformats.org/drawingml/2006/main">
            <a:off x="666750" y="400050"/>
            <a:ext cx="7810500" cy="5143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QA</a:t>
            </a:r>
          </a:p>
        </p:txBody>
      </p:sp>
      <p:sp>
        <p:nvSpPr>
          <p:cNvPr id="2" name="">
            <a:extLst xmlns:a="http://schemas.openxmlformats.org/drawingml/2006/main">
              <a:ext uri="{FF2B5EF4-FFF2-40B4-BE49-F238E27FC236}">
                <a16:creationId xmlns:a16="http://schemas.microsoft.com/office/drawing/2014/main" id="{51CFD139-6A9F-4C37-A79F-C32DAD662272}"/>
              </a:ext>
            </a:extLst>
          </p:cNvPr>
          <p:cNvSpPr>
            <a:spLocks xmlns:a="http://schemas.openxmlformats.org/drawingml/2006/main" noGrp="1"/>
          </p:cNvSpPr>
          <p:nvPr/>
        </p:nvSpPr>
        <p:spPr>
          <a:xfrm xmlns:a="http://schemas.openxmlformats.org/drawingml/2006/main">
            <a:off x="9334500" y="485775"/>
            <a:ext cx="2095500" cy="2667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48 / 48</a:t>
            </a:r>
          </a:p>
        </p:txBody>
      </p:sp>
      <p:sp>
        <p:nvSpPr>
          <p:cNvPr id="3" name="">
            <a:extLst xmlns:a="http://schemas.openxmlformats.org/drawingml/2006/main">
              <a:ext uri="{FF2B5EF4-FFF2-40B4-BE49-F238E27FC236}">
                <a16:creationId xmlns:a16="http://schemas.microsoft.com/office/drawing/2014/main" id="{B448C4D7-6055-451C-A076-8D7C73DE2454}"/>
              </a:ext>
            </a:extLst>
          </p:cNvPr>
          <p:cNvSpPr>
            <a:spLocks xmlns:a="http://schemas.openxmlformats.org/drawingml/2006/main" noGrp="1"/>
          </p:cNvSpPr>
          <p:nvPr/>
        </p:nvSpPr>
        <p:spPr>
          <a:xfrm xmlns:a="http://schemas.openxmlformats.org/drawingml/2006/main">
            <a:off x="666750" y="981075"/>
            <a:ext cx="10096500" cy="19050"/>
          </a:xfrm>
          <a:prstGeom xmlns:a="http://schemas.openxmlformats.org/drawingml/2006/main" prst="rect">
            <a:avLst/>
          </a:prstGeom>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D2ECBB26-A4BD-4EFB-BDC2-FB45ADB8AD79}"/>
              </a:ext>
            </a:extLst>
          </p:cNvPr>
          <p:cNvSpPr>
            <a:spLocks xmlns:a="http://schemas.openxmlformats.org/drawingml/2006/main" noGrp="1"/>
          </p:cNvSpPr>
          <p:nvPr/>
        </p:nvSpPr>
        <p:spPr>
          <a:xfrm xmlns:a="http://schemas.openxmlformats.org/drawingml/2006/main">
            <a:off x="666750" y="1162050"/>
            <a:ext cx="10096500" cy="55245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第5回から第6回で完成した Todo アプリの構成、GitHub Actions、認証、DB 接続、後片付けについて質問を受けます。</a:t>
            </a:r>
          </a:p>
        </p:txBody>
      </p:sp>
      <p:sp>
        <p:nvSpPr>
          <p:cNvPr id="5" name="">
            <a:extLst xmlns:a="http://schemas.openxmlformats.org/drawingml/2006/main">
              <a:ext uri="{FF2B5EF4-FFF2-40B4-BE49-F238E27FC236}">
                <a16:creationId xmlns:a16="http://schemas.microsoft.com/office/drawing/2014/main" id="{15A0CEC4-0982-4D78-A971-7B7EAA964E3E}"/>
              </a:ext>
            </a:extLst>
          </p:cNvPr>
          <p:cNvSpPr>
            <a:spLocks xmlns:a="http://schemas.openxmlformats.org/drawingml/2006/main" noGrp="1"/>
          </p:cNvSpPr>
          <p:nvPr/>
        </p:nvSpPr>
        <p:spPr>
          <a:xfrm xmlns:a="http://schemas.openxmlformats.org/drawingml/2006/main">
            <a:off x="1524000" y="2619375"/>
            <a:ext cx="9144000" cy="1285875"/>
          </a:xfrm>
          <a:prstGeom xmlns:a="http://schemas.openxmlformats.org/drawingml/2006/main" prst="rect">
            <a:avLst/>
          </a:prstGeom>
          <a:ln xmlns:a="http://schemas.openxmlformats.org/drawingml/2006/main" w="9525">
            <a:solidFill>
              <a:srgbClr val="D7DDE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1F2937"/>
                </a:solidFill>
                <a:latin typeface="Yu Gothic"/>
                <a:ea typeface="Yu Gothic"/>
                <a:cs typeface="Yu Gothic"/>
              </a:defRPr>
            </a:pPr>
            <a:r>
              <a:rPr sz="1800" b="1">
                <a:solidFill>
                  <a:srgbClr val="1F2937"/>
                </a:solidFill>
                <a:latin typeface="Yu Gothic"/>
                <a:ea typeface="Yu Gothic"/>
                <a:cs typeface="Yu Gothic"/>
              </a:rPr>
              <a:t>完成したアプリを見て終わりではなく、どのサービスがどの責務を持ったか、どの値でつながったか、どこを停止または削除するかまで確認して閉じます。</a:t>
            </a:r>
          </a:p>
        </p:txBody>
      </p:sp>
      <p:sp>
        <p:nvSpPr>
          <p:cNvPr id="6" name="">
            <a:extLst xmlns:a="http://schemas.openxmlformats.org/drawingml/2006/main">
              <a:ext uri="{FF2B5EF4-FFF2-40B4-BE49-F238E27FC236}">
                <a16:creationId xmlns:a16="http://schemas.microsoft.com/office/drawing/2014/main" id="{4941DABF-12CB-4841-86FC-65E00AC14CA0}"/>
              </a:ext>
            </a:extLst>
          </p:cNvPr>
          <p:cNvSpPr>
            <a:spLocks xmlns:a="http://schemas.openxmlformats.org/drawingml/2006/main" noGrp="1"/>
          </p:cNvSpPr>
          <p:nvPr/>
        </p:nvSpPr>
        <p:spPr>
          <a:xfrm xmlns:a="http://schemas.openxmlformats.org/drawingml/2006/main">
            <a:off x="666750" y="6496050"/>
            <a:ext cx="6858000" cy="190500"/>
          </a:xfrm>
          <a:prstGeom xmlns:a="http://schemas.openxmlformats.org/drawingml/2006/main" prst="rect">
            <a:avLst/>
          </a:prstGeom>
          <a:ln xmlns:a="http://schemas.openxmlformats.org/drawingml/2006/main" w="0">
            <a:solidFill>
              <a:srgbClr val="FFFFFF"/>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2026-05-27T02:09:39.1460000Z</dcterms:created>
  <dcterms:modified xsi:type="dcterms:W3CDTF">2026-05-27T02:09:39.1460000Z</dcterms:modified>
</coreProperties>
</file>