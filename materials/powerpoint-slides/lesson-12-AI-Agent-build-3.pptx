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62" r:id="rId3"/>
    <p:sldId id="257" r:id="rId4"/>
    <p:sldId id="2076139097" r:id="rId5"/>
    <p:sldId id="2076139108" r:id="rId6"/>
    <p:sldId id="2076139109" r:id="rId7"/>
    <p:sldId id="2076139110" r:id="rId8"/>
    <p:sldId id="2076139118" r:id="rId9"/>
    <p:sldId id="2076139098" r:id="rId10"/>
    <p:sldId id="2076139111" r:id="rId11"/>
    <p:sldId id="2076139113" r:id="rId12"/>
    <p:sldId id="2076139099" r:id="rId13"/>
    <p:sldId id="2076139114" r:id="rId14"/>
    <p:sldId id="2076139115" r:id="rId15"/>
    <p:sldId id="2076139116" r:id="rId16"/>
    <p:sldId id="2076139117" r:id="rId17"/>
    <p:sldId id="2076139119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278CA2B2-9711-034F-A366-FB669B9845B9}">
          <p14:sldIdLst>
            <p14:sldId id="256"/>
            <p14:sldId id="262"/>
            <p14:sldId id="257"/>
          </p14:sldIdLst>
        </p14:section>
        <p14:section name="Section 3" id="{AF8A8B4B-FAAA-354A-AA8D-37AE8FE58BF6}">
          <p14:sldIdLst/>
        </p14:section>
        <p14:section name="受講者向け手順" id="{3AA657B1-8D79-B84A-AFA2-AE7DD1CFEBEF}">
          <p14:sldIdLst>
            <p14:sldId id="2076139097"/>
            <p14:sldId id="2076139108"/>
            <p14:sldId id="2076139109"/>
            <p14:sldId id="2076139110"/>
            <p14:sldId id="2076139118"/>
            <p14:sldId id="2076139098"/>
            <p14:sldId id="2076139111"/>
            <p14:sldId id="2076139113"/>
            <p14:sldId id="2076139099"/>
            <p14:sldId id="2076139114"/>
            <p14:sldId id="2076139115"/>
            <p14:sldId id="2076139116"/>
            <p14:sldId id="2076139117"/>
            <p14:sldId id="20761391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C8D6"/>
    <a:srgbClr val="334155"/>
    <a:srgbClr val="4472C4"/>
    <a:srgbClr val="70AD47"/>
    <a:srgbClr val="3D74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6F9FBB-2546-0A48-9A4E-4E366B0C2A38}" v="485" dt="2026-08-31T14:48:43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6266"/>
  </p:normalViewPr>
  <p:slideViewPr>
    <p:cSldViewPr snapToGrid="0">
      <p:cViewPr varScale="1">
        <p:scale>
          <a:sx n="117" d="100"/>
          <a:sy n="117" d="100"/>
        </p:scale>
        <p:origin x="1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ronari Yamada" userId="e57621f8-ec3c-449e-bb19-001fffcc008e" providerId="ADAL" clId="{BC0BD879-F267-5CCA-8DEA-E3B2DD07DA4E}"/>
    <pc:docChg chg="undo redo custSel addSld delSld modSld sldOrd addSection delSection modSection modNotesMaster">
      <pc:chgData name="Hironari Yamada" userId="e57621f8-ec3c-449e-bb19-001fffcc008e" providerId="ADAL" clId="{BC0BD879-F267-5CCA-8DEA-E3B2DD07DA4E}" dt="2026-08-31T14:58:06.893" v="43798" actId="2696"/>
      <pc:docMkLst>
        <pc:docMk/>
      </pc:docMkLst>
      <pc:sldChg chg="modSp mod modNotes">
        <pc:chgData name="Hironari Yamada" userId="e57621f8-ec3c-449e-bb19-001fffcc008e" providerId="ADAL" clId="{BC0BD879-F267-5CCA-8DEA-E3B2DD07DA4E}" dt="2026-08-27T01:01:14.940" v="19417" actId="20577"/>
        <pc:sldMkLst>
          <pc:docMk/>
          <pc:sldMk cId="188169028" sldId="256"/>
        </pc:sldMkLst>
        <pc:spChg chg="mod">
          <ac:chgData name="Hironari Yamada" userId="e57621f8-ec3c-449e-bb19-001fffcc008e" providerId="ADAL" clId="{BC0BD879-F267-5CCA-8DEA-E3B2DD07DA4E}" dt="2026-08-27T00:59:58.616" v="19200" actId="20577"/>
          <ac:spMkLst>
            <pc:docMk/>
            <pc:sldMk cId="188169028" sldId="256"/>
            <ac:spMk id="5" creationId="{9DBD5B95-C9F5-4638-96D9-A8CE4A155095}"/>
          </ac:spMkLst>
        </pc:spChg>
        <pc:spChg chg="mod">
          <ac:chgData name="Hironari Yamada" userId="e57621f8-ec3c-449e-bb19-001fffcc008e" providerId="ADAL" clId="{BC0BD879-F267-5CCA-8DEA-E3B2DD07DA4E}" dt="2026-08-27T01:00:34.400" v="19358" actId="20577"/>
          <ac:spMkLst>
            <pc:docMk/>
            <pc:sldMk cId="188169028" sldId="256"/>
            <ac:spMk id="6" creationId="{2769FC6D-0B0A-4C37-8C6D-9B70639859DC}"/>
          </ac:spMkLst>
        </pc:spChg>
        <pc:spChg chg="mod">
          <ac:chgData name="Hironari Yamada" userId="e57621f8-ec3c-449e-bb19-001fffcc008e" providerId="ADAL" clId="{BC0BD879-F267-5CCA-8DEA-E3B2DD07DA4E}" dt="2026-08-27T01:00:39.207" v="19364" actId="20577"/>
          <ac:spMkLst>
            <pc:docMk/>
            <pc:sldMk cId="188169028" sldId="256"/>
            <ac:spMk id="7" creationId="{DFE36B7A-5E3C-45E7-B5C6-DD919C94A7E7}"/>
          </ac:spMkLst>
        </pc:spChg>
        <pc:spChg chg="mod">
          <ac:chgData name="Hironari Yamada" userId="e57621f8-ec3c-449e-bb19-001fffcc008e" providerId="ADAL" clId="{BC0BD879-F267-5CCA-8DEA-E3B2DD07DA4E}" dt="2026-08-27T01:01:03.344" v="19415" actId="20577"/>
          <ac:spMkLst>
            <pc:docMk/>
            <pc:sldMk cId="188169028" sldId="256"/>
            <ac:spMk id="8" creationId="{BFE25AC2-4ACC-4216-8714-96B55FB68F91}"/>
          </ac:spMkLst>
        </pc:spChg>
        <pc:spChg chg="mod">
          <ac:chgData name="Hironari Yamada" userId="e57621f8-ec3c-449e-bb19-001fffcc008e" providerId="ADAL" clId="{BC0BD879-F267-5CCA-8DEA-E3B2DD07DA4E}" dt="2026-08-27T01:00:59.127" v="19410" actId="20577"/>
          <ac:spMkLst>
            <pc:docMk/>
            <pc:sldMk cId="188169028" sldId="256"/>
            <ac:spMk id="9" creationId="{357FDBAC-8BBB-46B1-A819-9FBE30EC418A}"/>
          </ac:spMkLst>
        </pc:spChg>
        <pc:spChg chg="mod">
          <ac:chgData name="Hironari Yamada" userId="e57621f8-ec3c-449e-bb19-001fffcc008e" providerId="ADAL" clId="{BC0BD879-F267-5CCA-8DEA-E3B2DD07DA4E}" dt="2026-08-27T01:01:14.940" v="19417" actId="20577"/>
          <ac:spMkLst>
            <pc:docMk/>
            <pc:sldMk cId="188169028" sldId="256"/>
            <ac:spMk id="10" creationId="{E22E1A59-BBE7-499C-B63A-23D32A401642}"/>
          </ac:spMkLst>
        </pc:spChg>
      </pc:sldChg>
      <pc:sldChg chg="modSp mod modNotes">
        <pc:chgData name="Hironari Yamada" userId="e57621f8-ec3c-449e-bb19-001fffcc008e" providerId="ADAL" clId="{BC0BD879-F267-5CCA-8DEA-E3B2DD07DA4E}" dt="2026-08-27T05:20:01.306" v="22605" actId="20577"/>
        <pc:sldMkLst>
          <pc:docMk/>
          <pc:sldMk cId="1186077149" sldId="257"/>
        </pc:sldMkLst>
        <pc:spChg chg="mod">
          <ac:chgData name="Hironari Yamada" userId="e57621f8-ec3c-449e-bb19-001fffcc008e" providerId="ADAL" clId="{BC0BD879-F267-5CCA-8DEA-E3B2DD07DA4E}" dt="2026-08-27T01:35:20.752" v="19876"/>
          <ac:spMkLst>
            <pc:docMk/>
            <pc:sldMk cId="1186077149" sldId="257"/>
            <ac:spMk id="2" creationId="{09603FD4-D301-438E-8486-12311D034221}"/>
          </ac:spMkLst>
        </pc:spChg>
        <pc:spChg chg="mod">
          <ac:chgData name="Hironari Yamada" userId="e57621f8-ec3c-449e-bb19-001fffcc008e" providerId="ADAL" clId="{BC0BD879-F267-5CCA-8DEA-E3B2DD07DA4E}" dt="2026-08-27T05:20:01.306" v="22605" actId="20577"/>
          <ac:spMkLst>
            <pc:docMk/>
            <pc:sldMk cId="1186077149" sldId="257"/>
            <ac:spMk id="6" creationId="{BA5730E2-5407-A714-1228-8D8DE092CA2A}"/>
          </ac:spMkLst>
        </pc:spChg>
      </pc:sldChg>
      <pc:sldChg chg="modSp mod modNotes">
        <pc:chgData name="Hironari Yamada" userId="e57621f8-ec3c-449e-bb19-001fffcc008e" providerId="ADAL" clId="{BC0BD879-F267-5CCA-8DEA-E3B2DD07DA4E}" dt="2026-08-27T12:35:52.655" v="25843" actId="20577"/>
        <pc:sldMkLst>
          <pc:docMk/>
          <pc:sldMk cId="355900499" sldId="262"/>
        </pc:sldMkLst>
        <pc:spChg chg="mod">
          <ac:chgData name="Hironari Yamada" userId="e57621f8-ec3c-449e-bb19-001fffcc008e" providerId="ADAL" clId="{BC0BD879-F267-5CCA-8DEA-E3B2DD07DA4E}" dt="2026-08-27T01:35:20.752" v="19876"/>
          <ac:spMkLst>
            <pc:docMk/>
            <pc:sldMk cId="355900499" sldId="262"/>
            <ac:spMk id="2" creationId="{4FE21A59-58EA-A527-EEA9-DF81F838E9C2}"/>
          </ac:spMkLst>
        </pc:spChg>
        <pc:spChg chg="mod">
          <ac:chgData name="Hironari Yamada" userId="e57621f8-ec3c-449e-bb19-001fffcc008e" providerId="ADAL" clId="{BC0BD879-F267-5CCA-8DEA-E3B2DD07DA4E}" dt="2026-08-27T12:35:52.655" v="25843" actId="20577"/>
          <ac:spMkLst>
            <pc:docMk/>
            <pc:sldMk cId="355900499" sldId="262"/>
            <ac:spMk id="6" creationId="{3CD4F1C1-B153-1649-DE13-A602B7064ABE}"/>
          </ac:spMkLst>
        </pc:spChg>
      </pc:sldChg>
      <pc:sldChg chg="modSp del mod">
        <pc:chgData name="Hironari Yamada" userId="e57621f8-ec3c-449e-bb19-001fffcc008e" providerId="ADAL" clId="{BC0BD879-F267-5CCA-8DEA-E3B2DD07DA4E}" dt="2026-08-31T14:57:05.519" v="43765" actId="2696"/>
        <pc:sldMkLst>
          <pc:docMk/>
          <pc:sldMk cId="0" sldId="2076138975"/>
        </pc:sldMkLst>
      </pc:sldChg>
      <pc:sldChg chg="modSp del mod">
        <pc:chgData name="Hironari Yamada" userId="e57621f8-ec3c-449e-bb19-001fffcc008e" providerId="ADAL" clId="{BC0BD879-F267-5CCA-8DEA-E3B2DD07DA4E}" dt="2026-08-31T14:57:05.519" v="43766" actId="2696"/>
        <pc:sldMkLst>
          <pc:docMk/>
          <pc:sldMk cId="2917774611" sldId="2076139042"/>
        </pc:sldMkLst>
      </pc:sldChg>
      <pc:sldChg chg="modSp add del mod">
        <pc:chgData name="Hironari Yamada" userId="e57621f8-ec3c-449e-bb19-001fffcc008e" providerId="ADAL" clId="{BC0BD879-F267-5CCA-8DEA-E3B2DD07DA4E}" dt="2026-08-31T14:56:56.446" v="43739" actId="2696"/>
        <pc:sldMkLst>
          <pc:docMk/>
          <pc:sldMk cId="2926534364" sldId="2076139054"/>
        </pc:sldMkLst>
      </pc:sldChg>
      <pc:sldChg chg="addSp delSp modSp add del mod delAnim modAnim modNotes modNotesTx">
        <pc:chgData name="Hironari Yamada" userId="e57621f8-ec3c-449e-bb19-001fffcc008e" providerId="ADAL" clId="{BC0BD879-F267-5CCA-8DEA-E3B2DD07DA4E}" dt="2026-08-31T14:57:05.518" v="43764" actId="2696"/>
        <pc:sldMkLst>
          <pc:docMk/>
          <pc:sldMk cId="1339200608" sldId="2076139062"/>
        </pc:sldMkLst>
      </pc:sldChg>
      <pc:sldChg chg="addSp modSp add del mod modNotesTx">
        <pc:chgData name="Hironari Yamada" userId="e57621f8-ec3c-449e-bb19-001fffcc008e" providerId="ADAL" clId="{BC0BD879-F267-5CCA-8DEA-E3B2DD07DA4E}" dt="2026-08-31T14:57:05.515" v="43763" actId="2696"/>
        <pc:sldMkLst>
          <pc:docMk/>
          <pc:sldMk cId="3688940101" sldId="2076139064"/>
        </pc:sldMkLst>
      </pc:sldChg>
      <pc:sldChg chg="addSp delSp modSp add del mod modNotesTx">
        <pc:chgData name="Hironari Yamada" userId="e57621f8-ec3c-449e-bb19-001fffcc008e" providerId="ADAL" clId="{BC0BD879-F267-5CCA-8DEA-E3B2DD07DA4E}" dt="2026-08-31T14:57:05.542" v="43770" actId="2696"/>
        <pc:sldMkLst>
          <pc:docMk/>
          <pc:sldMk cId="328018032" sldId="2076139065"/>
        </pc:sldMkLst>
      </pc:sldChg>
      <pc:sldChg chg="addSp delSp modSp add del mod">
        <pc:chgData name="Hironari Yamada" userId="e57621f8-ec3c-449e-bb19-001fffcc008e" providerId="ADAL" clId="{BC0BD879-F267-5CCA-8DEA-E3B2DD07DA4E}" dt="2026-08-31T14:57:05.512" v="43762" actId="2696"/>
        <pc:sldMkLst>
          <pc:docMk/>
          <pc:sldMk cId="4279927130" sldId="2076139066"/>
        </pc:sldMkLst>
      </pc:sldChg>
      <pc:sldChg chg="addSp modSp add del mod modAnim">
        <pc:chgData name="Hironari Yamada" userId="e57621f8-ec3c-449e-bb19-001fffcc008e" providerId="ADAL" clId="{BC0BD879-F267-5CCA-8DEA-E3B2DD07DA4E}" dt="2026-08-31T14:57:05.532" v="43769" actId="2696"/>
        <pc:sldMkLst>
          <pc:docMk/>
          <pc:sldMk cId="3306522372" sldId="2076139067"/>
        </pc:sldMkLst>
      </pc:sldChg>
      <pc:sldChg chg="addSp modSp add del mod ord">
        <pc:chgData name="Hironari Yamada" userId="e57621f8-ec3c-449e-bb19-001fffcc008e" providerId="ADAL" clId="{BC0BD879-F267-5CCA-8DEA-E3B2DD07DA4E}" dt="2026-08-31T14:57:05.542" v="43771" actId="2696"/>
        <pc:sldMkLst>
          <pc:docMk/>
          <pc:sldMk cId="1899827418" sldId="2076139068"/>
        </pc:sldMkLst>
      </pc:sldChg>
      <pc:sldChg chg="addSp delSp modSp add del mod ord">
        <pc:chgData name="Hironari Yamada" userId="e57621f8-ec3c-449e-bb19-001fffcc008e" providerId="ADAL" clId="{BC0BD879-F267-5CCA-8DEA-E3B2DD07DA4E}" dt="2026-08-31T14:57:05.550" v="43772" actId="2696"/>
        <pc:sldMkLst>
          <pc:docMk/>
          <pc:sldMk cId="1671344650" sldId="2076139069"/>
        </pc:sldMkLst>
      </pc:sldChg>
      <pc:sldChg chg="addSp modSp add del mod ord">
        <pc:chgData name="Hironari Yamada" userId="e57621f8-ec3c-449e-bb19-001fffcc008e" providerId="ADAL" clId="{BC0BD879-F267-5CCA-8DEA-E3B2DD07DA4E}" dt="2026-08-31T14:57:05.498" v="43761" actId="2696"/>
        <pc:sldMkLst>
          <pc:docMk/>
          <pc:sldMk cId="3516967423" sldId="2076139070"/>
        </pc:sldMkLst>
      </pc:sldChg>
      <pc:sldChg chg="modSp add del mod">
        <pc:chgData name="Hironari Yamada" userId="e57621f8-ec3c-449e-bb19-001fffcc008e" providerId="ADAL" clId="{BC0BD879-F267-5CCA-8DEA-E3B2DD07DA4E}" dt="2026-08-31T14:56:59.275" v="43759" actId="2696"/>
        <pc:sldMkLst>
          <pc:docMk/>
          <pc:sldMk cId="2259767547" sldId="2076139072"/>
        </pc:sldMkLst>
      </pc:sldChg>
      <pc:sldChg chg="addSp delSp modSp add del mod">
        <pc:chgData name="Hironari Yamada" userId="e57621f8-ec3c-449e-bb19-001fffcc008e" providerId="ADAL" clId="{BC0BD879-F267-5CCA-8DEA-E3B2DD07DA4E}" dt="2026-08-31T14:57:05.528" v="43767" actId="2696"/>
        <pc:sldMkLst>
          <pc:docMk/>
          <pc:sldMk cId="4183836972" sldId="2076139073"/>
        </pc:sldMkLst>
      </pc:sldChg>
      <pc:sldChg chg="addSp delSp modSp add del mod delAnim modAnim">
        <pc:chgData name="Hironari Yamada" userId="e57621f8-ec3c-449e-bb19-001fffcc008e" providerId="ADAL" clId="{BC0BD879-F267-5CCA-8DEA-E3B2DD07DA4E}" dt="2026-08-31T14:57:05.529" v="43768" actId="2696"/>
        <pc:sldMkLst>
          <pc:docMk/>
          <pc:sldMk cId="2155004396" sldId="2076139074"/>
        </pc:sldMkLst>
      </pc:sldChg>
      <pc:sldChg chg="addSp modSp add del mod">
        <pc:chgData name="Hironari Yamada" userId="e57621f8-ec3c-449e-bb19-001fffcc008e" providerId="ADAL" clId="{BC0BD879-F267-5CCA-8DEA-E3B2DD07DA4E}" dt="2026-08-31T14:56:56.465" v="43758" actId="2696"/>
        <pc:sldMkLst>
          <pc:docMk/>
          <pc:sldMk cId="3279783356" sldId="2076139075"/>
        </pc:sldMkLst>
      </pc:sldChg>
      <pc:sldChg chg="addSp delSp modSp add del mod">
        <pc:chgData name="Hironari Yamada" userId="e57621f8-ec3c-449e-bb19-001fffcc008e" providerId="ADAL" clId="{BC0BD879-F267-5CCA-8DEA-E3B2DD07DA4E}" dt="2026-08-31T14:56:56.444" v="43737" actId="2696"/>
        <pc:sldMkLst>
          <pc:docMk/>
          <pc:sldMk cId="2713872835" sldId="2076139076"/>
        </pc:sldMkLst>
      </pc:sldChg>
      <pc:sldChg chg="delSp modSp add del mod">
        <pc:chgData name="Hironari Yamada" userId="e57621f8-ec3c-449e-bb19-001fffcc008e" providerId="ADAL" clId="{BC0BD879-F267-5CCA-8DEA-E3B2DD07DA4E}" dt="2026-08-31T14:56:56.450" v="43743" actId="2696"/>
        <pc:sldMkLst>
          <pc:docMk/>
          <pc:sldMk cId="1139931324" sldId="2076139077"/>
        </pc:sldMkLst>
      </pc:sldChg>
      <pc:sldChg chg="addSp modSp add del mod">
        <pc:chgData name="Hironari Yamada" userId="e57621f8-ec3c-449e-bb19-001fffcc008e" providerId="ADAL" clId="{BC0BD879-F267-5CCA-8DEA-E3B2DD07DA4E}" dt="2026-08-31T14:56:56.456" v="43748" actId="2696"/>
        <pc:sldMkLst>
          <pc:docMk/>
          <pc:sldMk cId="4071170513" sldId="2076139078"/>
        </pc:sldMkLst>
      </pc:sldChg>
      <pc:sldChg chg="addSp delSp modSp add del mod">
        <pc:chgData name="Hironari Yamada" userId="e57621f8-ec3c-449e-bb19-001fffcc008e" providerId="ADAL" clId="{BC0BD879-F267-5CCA-8DEA-E3B2DD07DA4E}" dt="2026-08-31T14:56:56.463" v="43756" actId="2696"/>
        <pc:sldMkLst>
          <pc:docMk/>
          <pc:sldMk cId="4275512787" sldId="2076139079"/>
        </pc:sldMkLst>
      </pc:sldChg>
      <pc:sldChg chg="addSp delSp modSp add del mod">
        <pc:chgData name="Hironari Yamada" userId="e57621f8-ec3c-449e-bb19-001fffcc008e" providerId="ADAL" clId="{BC0BD879-F267-5CCA-8DEA-E3B2DD07DA4E}" dt="2026-08-31T14:56:56.464" v="43757" actId="2696"/>
        <pc:sldMkLst>
          <pc:docMk/>
          <pc:sldMk cId="2049973826" sldId="2076139080"/>
        </pc:sldMkLst>
      </pc:sldChg>
      <pc:sldChg chg="addSp delSp modSp add del mod">
        <pc:chgData name="Hironari Yamada" userId="e57621f8-ec3c-449e-bb19-001fffcc008e" providerId="ADAL" clId="{BC0BD879-F267-5CCA-8DEA-E3B2DD07DA4E}" dt="2026-08-31T14:56:56.447" v="43740" actId="2696"/>
        <pc:sldMkLst>
          <pc:docMk/>
          <pc:sldMk cId="238487136" sldId="2076139081"/>
        </pc:sldMkLst>
      </pc:sldChg>
      <pc:sldChg chg="addSp delSp modSp add del mod">
        <pc:chgData name="Hironari Yamada" userId="e57621f8-ec3c-449e-bb19-001fffcc008e" providerId="ADAL" clId="{BC0BD879-F267-5CCA-8DEA-E3B2DD07DA4E}" dt="2026-08-31T14:56:56.452" v="43744" actId="2696"/>
        <pc:sldMkLst>
          <pc:docMk/>
          <pc:sldMk cId="2001835313" sldId="2076139082"/>
        </pc:sldMkLst>
      </pc:sldChg>
      <pc:sldChg chg="addSp delSp modSp add del mod">
        <pc:chgData name="Hironari Yamada" userId="e57621f8-ec3c-449e-bb19-001fffcc008e" providerId="ADAL" clId="{BC0BD879-F267-5CCA-8DEA-E3B2DD07DA4E}" dt="2026-08-31T14:56:56.463" v="43755" actId="2696"/>
        <pc:sldMkLst>
          <pc:docMk/>
          <pc:sldMk cId="798907414" sldId="2076139083"/>
        </pc:sldMkLst>
      </pc:sldChg>
      <pc:sldChg chg="addSp delSp modSp add del mod">
        <pc:chgData name="Hironari Yamada" userId="e57621f8-ec3c-449e-bb19-001fffcc008e" providerId="ADAL" clId="{BC0BD879-F267-5CCA-8DEA-E3B2DD07DA4E}" dt="2026-08-31T14:56:56.460" v="43752" actId="2696"/>
        <pc:sldMkLst>
          <pc:docMk/>
          <pc:sldMk cId="911361243" sldId="2076139084"/>
        </pc:sldMkLst>
        <pc:spChg chg="mod">
          <ac:chgData name="Hironari Yamada" userId="e57621f8-ec3c-449e-bb19-001fffcc008e" providerId="ADAL" clId="{BC0BD879-F267-5CCA-8DEA-E3B2DD07DA4E}" dt="2026-08-31T00:41:50.349" v="29271" actId="20577"/>
          <ac:spMkLst>
            <pc:docMk/>
            <pc:sldMk cId="911361243" sldId="2076139084"/>
            <ac:spMk id="3" creationId="{B78A5143-F4F6-788D-4AE9-D7C8AB508525}"/>
          </ac:spMkLst>
        </pc:spChg>
        <pc:spChg chg="add mod">
          <ac:chgData name="Hironari Yamada" userId="e57621f8-ec3c-449e-bb19-001fffcc008e" providerId="ADAL" clId="{BC0BD879-F267-5CCA-8DEA-E3B2DD07DA4E}" dt="2026-08-31T00:43:37.086" v="29289" actId="692"/>
          <ac:spMkLst>
            <pc:docMk/>
            <pc:sldMk cId="911361243" sldId="2076139084"/>
            <ac:spMk id="10" creationId="{6A86DD20-3A85-DDB9-30BB-4FDE6D53A392}"/>
          </ac:spMkLst>
        </pc:spChg>
        <pc:spChg chg="add mod">
          <ac:chgData name="Hironari Yamada" userId="e57621f8-ec3c-449e-bb19-001fffcc008e" providerId="ADAL" clId="{BC0BD879-F267-5CCA-8DEA-E3B2DD07DA4E}" dt="2026-08-31T00:44:25.879" v="29507" actId="207"/>
          <ac:spMkLst>
            <pc:docMk/>
            <pc:sldMk cId="911361243" sldId="2076139084"/>
            <ac:spMk id="11" creationId="{6DC160F3-2AD0-7DC7-39D4-9FAABFF3CB9B}"/>
          </ac:spMkLst>
        </pc:spChg>
        <pc:spChg chg="add mod">
          <ac:chgData name="Hironari Yamada" userId="e57621f8-ec3c-449e-bb19-001fffcc008e" providerId="ADAL" clId="{BC0BD879-F267-5CCA-8DEA-E3B2DD07DA4E}" dt="2026-08-31T00:45:44.542" v="29515" actId="14100"/>
          <ac:spMkLst>
            <pc:docMk/>
            <pc:sldMk cId="911361243" sldId="2076139084"/>
            <ac:spMk id="13" creationId="{B36D11BF-046E-0CB2-EB35-EBD05D3F38BB}"/>
          </ac:spMkLst>
        </pc:spChg>
        <pc:spChg chg="add mod">
          <ac:chgData name="Hironari Yamada" userId="e57621f8-ec3c-449e-bb19-001fffcc008e" providerId="ADAL" clId="{BC0BD879-F267-5CCA-8DEA-E3B2DD07DA4E}" dt="2026-08-31T00:45:59.212" v="29550" actId="14100"/>
          <ac:spMkLst>
            <pc:docMk/>
            <pc:sldMk cId="911361243" sldId="2076139084"/>
            <ac:spMk id="14" creationId="{6450EB8C-B068-864F-5978-B6FA3189EFCE}"/>
          </ac:spMkLst>
        </pc:spChg>
        <pc:spChg chg="add mod">
          <ac:chgData name="Hironari Yamada" userId="e57621f8-ec3c-449e-bb19-001fffcc008e" providerId="ADAL" clId="{BC0BD879-F267-5CCA-8DEA-E3B2DD07DA4E}" dt="2026-08-31T00:48:43.538" v="29551"/>
          <ac:spMkLst>
            <pc:docMk/>
            <pc:sldMk cId="911361243" sldId="2076139084"/>
            <ac:spMk id="15" creationId="{A5FE1862-3CDC-E575-4502-8B12BA10A970}"/>
          </ac:spMkLst>
        </pc:spChg>
        <pc:picChg chg="add del mod">
          <ac:chgData name="Hironari Yamada" userId="e57621f8-ec3c-449e-bb19-001fffcc008e" providerId="ADAL" clId="{BC0BD879-F267-5CCA-8DEA-E3B2DD07DA4E}" dt="2026-08-31T00:42:35.906" v="29274" actId="478"/>
          <ac:picMkLst>
            <pc:docMk/>
            <pc:sldMk cId="911361243" sldId="2076139084"/>
            <ac:picMk id="7" creationId="{A1EB3EE9-3516-2AC9-38B1-0304A2BCB009}"/>
          </ac:picMkLst>
        </pc:picChg>
        <pc:picChg chg="add mod">
          <ac:chgData name="Hironari Yamada" userId="e57621f8-ec3c-449e-bb19-001fffcc008e" providerId="ADAL" clId="{BC0BD879-F267-5CCA-8DEA-E3B2DD07DA4E}" dt="2026-08-31T00:45:46.150" v="29517" actId="1076"/>
          <ac:picMkLst>
            <pc:docMk/>
            <pc:sldMk cId="911361243" sldId="2076139084"/>
            <ac:picMk id="8" creationId="{0845AE41-C548-184A-B56B-2CFFD6F6F543}"/>
          </ac:picMkLst>
        </pc:picChg>
        <pc:picChg chg="add mod">
          <ac:chgData name="Hironari Yamada" userId="e57621f8-ec3c-449e-bb19-001fffcc008e" providerId="ADAL" clId="{BC0BD879-F267-5CCA-8DEA-E3B2DD07DA4E}" dt="2026-08-31T00:45:36.191" v="29511" actId="14100"/>
          <ac:picMkLst>
            <pc:docMk/>
            <pc:sldMk cId="911361243" sldId="2076139084"/>
            <ac:picMk id="12" creationId="{B14CAE56-C8FF-E6FE-8789-73C27DFC47FC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6:56.458" v="43750" actId="2696"/>
        <pc:sldMkLst>
          <pc:docMk/>
          <pc:sldMk cId="2055674530" sldId="2076139085"/>
        </pc:sldMkLst>
        <pc:spChg chg="add mod">
          <ac:chgData name="Hironari Yamada" userId="e57621f8-ec3c-449e-bb19-001fffcc008e" providerId="ADAL" clId="{BC0BD879-F267-5CCA-8DEA-E3B2DD07DA4E}" dt="2026-08-31T00:51:17.709" v="29574" actId="14100"/>
          <ac:spMkLst>
            <pc:docMk/>
            <pc:sldMk cId="2055674530" sldId="2076139085"/>
            <ac:spMk id="7" creationId="{8B73ACD1-D7E5-E9A9-EB95-851AD64AC612}"/>
          </ac:spMkLst>
        </pc:spChg>
        <pc:spChg chg="del">
          <ac:chgData name="Hironari Yamada" userId="e57621f8-ec3c-449e-bb19-001fffcc008e" providerId="ADAL" clId="{BC0BD879-F267-5CCA-8DEA-E3B2DD07DA4E}" dt="2026-08-31T00:49:00.959" v="29553" actId="478"/>
          <ac:spMkLst>
            <pc:docMk/>
            <pc:sldMk cId="2055674530" sldId="2076139085"/>
            <ac:spMk id="10" creationId="{C004AEB3-92B0-689F-B7E4-21195CAA6AB8}"/>
          </ac:spMkLst>
        </pc:spChg>
        <pc:spChg chg="del">
          <ac:chgData name="Hironari Yamada" userId="e57621f8-ec3c-449e-bb19-001fffcc008e" providerId="ADAL" clId="{BC0BD879-F267-5CCA-8DEA-E3B2DD07DA4E}" dt="2026-08-31T00:49:00.959" v="29553" actId="478"/>
          <ac:spMkLst>
            <pc:docMk/>
            <pc:sldMk cId="2055674530" sldId="2076139085"/>
            <ac:spMk id="11" creationId="{E7F9C6BD-E4D4-96DE-9499-929A720B381C}"/>
          </ac:spMkLst>
        </pc:spChg>
        <pc:spChg chg="del">
          <ac:chgData name="Hironari Yamada" userId="e57621f8-ec3c-449e-bb19-001fffcc008e" providerId="ADAL" clId="{BC0BD879-F267-5CCA-8DEA-E3B2DD07DA4E}" dt="2026-08-31T00:49:00.959" v="29553" actId="478"/>
          <ac:spMkLst>
            <pc:docMk/>
            <pc:sldMk cId="2055674530" sldId="2076139085"/>
            <ac:spMk id="13" creationId="{583E1840-4986-1930-8E66-56C997E19198}"/>
          </ac:spMkLst>
        </pc:spChg>
        <pc:spChg chg="del">
          <ac:chgData name="Hironari Yamada" userId="e57621f8-ec3c-449e-bb19-001fffcc008e" providerId="ADAL" clId="{BC0BD879-F267-5CCA-8DEA-E3B2DD07DA4E}" dt="2026-08-31T00:49:00.959" v="29553" actId="478"/>
          <ac:spMkLst>
            <pc:docMk/>
            <pc:sldMk cId="2055674530" sldId="2076139085"/>
            <ac:spMk id="14" creationId="{8B711333-E8AC-21FF-8DB0-E348F291E4F8}"/>
          </ac:spMkLst>
        </pc:spChg>
        <pc:spChg chg="add mod">
          <ac:chgData name="Hironari Yamada" userId="e57621f8-ec3c-449e-bb19-001fffcc008e" providerId="ADAL" clId="{BC0BD879-F267-5CCA-8DEA-E3B2DD07DA4E}" dt="2026-08-31T00:52:29.063" v="29658" actId="1076"/>
          <ac:spMkLst>
            <pc:docMk/>
            <pc:sldMk cId="2055674530" sldId="2076139085"/>
            <ac:spMk id="15" creationId="{977B8176-0044-C9DA-D36A-BCE4070D3736}"/>
          </ac:spMkLst>
        </pc:spChg>
        <pc:spChg chg="add mod">
          <ac:chgData name="Hironari Yamada" userId="e57621f8-ec3c-449e-bb19-001fffcc008e" providerId="ADAL" clId="{BC0BD879-F267-5CCA-8DEA-E3B2DD07DA4E}" dt="2026-08-31T00:52:19.889" v="29656" actId="1076"/>
          <ac:spMkLst>
            <pc:docMk/>
            <pc:sldMk cId="2055674530" sldId="2076139085"/>
            <ac:spMk id="16" creationId="{4E258268-5ACA-6283-57A6-C7FF2A215B8D}"/>
          </ac:spMkLst>
        </pc:spChg>
        <pc:spChg chg="add mod">
          <ac:chgData name="Hironari Yamada" userId="e57621f8-ec3c-449e-bb19-001fffcc008e" providerId="ADAL" clId="{BC0BD879-F267-5CCA-8DEA-E3B2DD07DA4E}" dt="2026-08-31T00:53:03.008" v="29745" actId="1076"/>
          <ac:spMkLst>
            <pc:docMk/>
            <pc:sldMk cId="2055674530" sldId="2076139085"/>
            <ac:spMk id="17" creationId="{DAC24387-2BF6-D293-0C0C-362D2A5B7109}"/>
          </ac:spMkLst>
        </pc:spChg>
        <pc:picChg chg="add mod">
          <ac:chgData name="Hironari Yamada" userId="e57621f8-ec3c-449e-bb19-001fffcc008e" providerId="ADAL" clId="{BC0BD879-F267-5CCA-8DEA-E3B2DD07DA4E}" dt="2026-08-31T00:51:11.798" v="29572" actId="1076"/>
          <ac:picMkLst>
            <pc:docMk/>
            <pc:sldMk cId="2055674530" sldId="2076139085"/>
            <ac:picMk id="5" creationId="{548B2F9A-3BCE-D507-18DD-50128D39D587}"/>
          </ac:picMkLst>
        </pc:picChg>
        <pc:picChg chg="del">
          <ac:chgData name="Hironari Yamada" userId="e57621f8-ec3c-449e-bb19-001fffcc008e" providerId="ADAL" clId="{BC0BD879-F267-5CCA-8DEA-E3B2DD07DA4E}" dt="2026-08-31T00:49:00.959" v="29553" actId="478"/>
          <ac:picMkLst>
            <pc:docMk/>
            <pc:sldMk cId="2055674530" sldId="2076139085"/>
            <ac:picMk id="8" creationId="{FEF94486-E99E-97F8-EAFA-345B4F9E284A}"/>
          </ac:picMkLst>
        </pc:picChg>
        <pc:picChg chg="del">
          <ac:chgData name="Hironari Yamada" userId="e57621f8-ec3c-449e-bb19-001fffcc008e" providerId="ADAL" clId="{BC0BD879-F267-5CCA-8DEA-E3B2DD07DA4E}" dt="2026-08-31T00:49:00.959" v="29553" actId="478"/>
          <ac:picMkLst>
            <pc:docMk/>
            <pc:sldMk cId="2055674530" sldId="2076139085"/>
            <ac:picMk id="12" creationId="{7075E718-A392-F454-E1A4-75CF50C8D825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6:56.448" v="43741" actId="2696"/>
        <pc:sldMkLst>
          <pc:docMk/>
          <pc:sldMk cId="3402580462" sldId="2076139086"/>
        </pc:sldMkLst>
        <pc:spChg chg="mod">
          <ac:chgData name="Hironari Yamada" userId="e57621f8-ec3c-449e-bb19-001fffcc008e" providerId="ADAL" clId="{BC0BD879-F267-5CCA-8DEA-E3B2DD07DA4E}" dt="2026-08-31T00:56:39.721" v="30007" actId="20577"/>
          <ac:spMkLst>
            <pc:docMk/>
            <pc:sldMk cId="3402580462" sldId="2076139086"/>
            <ac:spMk id="3" creationId="{37DA0B14-AF4F-2B17-8288-1E7E42AFFC2B}"/>
          </ac:spMkLst>
        </pc:spChg>
        <pc:spChg chg="del">
          <ac:chgData name="Hironari Yamada" userId="e57621f8-ec3c-449e-bb19-001fffcc008e" providerId="ADAL" clId="{BC0BD879-F267-5CCA-8DEA-E3B2DD07DA4E}" dt="2026-08-31T00:53:35.038" v="29775" actId="478"/>
          <ac:spMkLst>
            <pc:docMk/>
            <pc:sldMk cId="3402580462" sldId="2076139086"/>
            <ac:spMk id="7" creationId="{07AD4CDC-77F8-6444-25CC-E6829AA6FE88}"/>
          </ac:spMkLst>
        </pc:spChg>
        <pc:spChg chg="mod">
          <ac:chgData name="Hironari Yamada" userId="e57621f8-ec3c-449e-bb19-001fffcc008e" providerId="ADAL" clId="{BC0BD879-F267-5CCA-8DEA-E3B2DD07DA4E}" dt="2026-08-31T00:53:31.154" v="29774" actId="20577"/>
          <ac:spMkLst>
            <pc:docMk/>
            <pc:sldMk cId="3402580462" sldId="2076139086"/>
            <ac:spMk id="9" creationId="{E42A8A9C-645F-80E7-1CD6-A3E02B433F5F}"/>
          </ac:spMkLst>
        </pc:spChg>
        <pc:spChg chg="add mod">
          <ac:chgData name="Hironari Yamada" userId="e57621f8-ec3c-449e-bb19-001fffcc008e" providerId="ADAL" clId="{BC0BD879-F267-5CCA-8DEA-E3B2DD07DA4E}" dt="2026-08-31T00:54:51.012" v="29913" actId="14100"/>
          <ac:spMkLst>
            <pc:docMk/>
            <pc:sldMk cId="3402580462" sldId="2076139086"/>
            <ac:spMk id="10" creationId="{304375FC-9995-C73D-809D-1F55BB06FD38}"/>
          </ac:spMkLst>
        </pc:spChg>
        <pc:spChg chg="add mod">
          <ac:chgData name="Hironari Yamada" userId="e57621f8-ec3c-449e-bb19-001fffcc008e" providerId="ADAL" clId="{BC0BD879-F267-5CCA-8DEA-E3B2DD07DA4E}" dt="2026-08-31T00:55:08.140" v="29944" actId="1076"/>
          <ac:spMkLst>
            <pc:docMk/>
            <pc:sldMk cId="3402580462" sldId="2076139086"/>
            <ac:spMk id="11" creationId="{A09EA6E9-F882-EB61-87DF-843D3A780F18}"/>
          </ac:spMkLst>
        </pc:spChg>
        <pc:spChg chg="add mod">
          <ac:chgData name="Hironari Yamada" userId="e57621f8-ec3c-449e-bb19-001fffcc008e" providerId="ADAL" clId="{BC0BD879-F267-5CCA-8DEA-E3B2DD07DA4E}" dt="2026-08-31T00:56:11.412" v="29951" actId="14100"/>
          <ac:spMkLst>
            <pc:docMk/>
            <pc:sldMk cId="3402580462" sldId="2076139086"/>
            <ac:spMk id="13" creationId="{D4BF08E3-4B78-8792-AF9F-5197C17DF888}"/>
          </ac:spMkLst>
        </pc:spChg>
        <pc:spChg chg="add mod">
          <ac:chgData name="Hironari Yamada" userId="e57621f8-ec3c-449e-bb19-001fffcc008e" providerId="ADAL" clId="{BC0BD879-F267-5CCA-8DEA-E3B2DD07DA4E}" dt="2026-08-31T00:56:16.796" v="29954" actId="14100"/>
          <ac:spMkLst>
            <pc:docMk/>
            <pc:sldMk cId="3402580462" sldId="2076139086"/>
            <ac:spMk id="14" creationId="{90227E20-A792-B7A4-E5B7-9CAFB5C1DD21}"/>
          </ac:spMkLst>
        </pc:spChg>
        <pc:spChg chg="del">
          <ac:chgData name="Hironari Yamada" userId="e57621f8-ec3c-449e-bb19-001fffcc008e" providerId="ADAL" clId="{BC0BD879-F267-5CCA-8DEA-E3B2DD07DA4E}" dt="2026-08-31T00:53:35.038" v="29775" actId="478"/>
          <ac:spMkLst>
            <pc:docMk/>
            <pc:sldMk cId="3402580462" sldId="2076139086"/>
            <ac:spMk id="15" creationId="{03E034D2-6257-1D33-2635-8363A4E5AF54}"/>
          </ac:spMkLst>
        </pc:spChg>
        <pc:spChg chg="del">
          <ac:chgData name="Hironari Yamada" userId="e57621f8-ec3c-449e-bb19-001fffcc008e" providerId="ADAL" clId="{BC0BD879-F267-5CCA-8DEA-E3B2DD07DA4E}" dt="2026-08-31T00:53:35.038" v="29775" actId="478"/>
          <ac:spMkLst>
            <pc:docMk/>
            <pc:sldMk cId="3402580462" sldId="2076139086"/>
            <ac:spMk id="16" creationId="{9E2B45B6-37EE-90F3-9C9F-183D6F98CF95}"/>
          </ac:spMkLst>
        </pc:spChg>
        <pc:spChg chg="del">
          <ac:chgData name="Hironari Yamada" userId="e57621f8-ec3c-449e-bb19-001fffcc008e" providerId="ADAL" clId="{BC0BD879-F267-5CCA-8DEA-E3B2DD07DA4E}" dt="2026-08-31T00:53:35.038" v="29775" actId="478"/>
          <ac:spMkLst>
            <pc:docMk/>
            <pc:sldMk cId="3402580462" sldId="2076139086"/>
            <ac:spMk id="17" creationId="{7BE74004-05F6-29DB-0F60-79E831E0EBC8}"/>
          </ac:spMkLst>
        </pc:spChg>
        <pc:picChg chg="del">
          <ac:chgData name="Hironari Yamada" userId="e57621f8-ec3c-449e-bb19-001fffcc008e" providerId="ADAL" clId="{BC0BD879-F267-5CCA-8DEA-E3B2DD07DA4E}" dt="2026-08-31T00:53:35.038" v="29775" actId="478"/>
          <ac:picMkLst>
            <pc:docMk/>
            <pc:sldMk cId="3402580462" sldId="2076139086"/>
            <ac:picMk id="5" creationId="{789D2CD2-DDE4-A724-015D-67C05CC6E9F4}"/>
          </ac:picMkLst>
        </pc:picChg>
        <pc:picChg chg="add mod">
          <ac:chgData name="Hironari Yamada" userId="e57621f8-ec3c-449e-bb19-001fffcc008e" providerId="ADAL" clId="{BC0BD879-F267-5CCA-8DEA-E3B2DD07DA4E}" dt="2026-08-31T00:54:46.422" v="29912" actId="1076"/>
          <ac:picMkLst>
            <pc:docMk/>
            <pc:sldMk cId="3402580462" sldId="2076139086"/>
            <ac:picMk id="8" creationId="{517DBECA-3943-A87B-A392-F501B48B664B}"/>
          </ac:picMkLst>
        </pc:picChg>
        <pc:picChg chg="add mod">
          <ac:chgData name="Hironari Yamada" userId="e57621f8-ec3c-449e-bb19-001fffcc008e" providerId="ADAL" clId="{BC0BD879-F267-5CCA-8DEA-E3B2DD07DA4E}" dt="2026-08-31T00:56:03.449" v="29948" actId="14100"/>
          <ac:picMkLst>
            <pc:docMk/>
            <pc:sldMk cId="3402580462" sldId="2076139086"/>
            <ac:picMk id="12" creationId="{3F4203B0-117A-E548-EA55-5609EB774446}"/>
          </ac:picMkLst>
        </pc:picChg>
        <pc:picChg chg="add del mod">
          <ac:chgData name="Hironari Yamada" userId="e57621f8-ec3c-449e-bb19-001fffcc008e" providerId="ADAL" clId="{BC0BD879-F267-5CCA-8DEA-E3B2DD07DA4E}" dt="2026-08-31T00:59:08.224" v="30134" actId="21"/>
          <ac:picMkLst>
            <pc:docMk/>
            <pc:sldMk cId="3402580462" sldId="2076139086"/>
            <ac:picMk id="19" creationId="{26C765CE-77E6-3CC0-3117-8835001AA60B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6:56.445" v="43738" actId="2696"/>
        <pc:sldMkLst>
          <pc:docMk/>
          <pc:sldMk cId="140267012" sldId="2076139087"/>
        </pc:sldMkLst>
        <pc:spChg chg="mod">
          <ac:chgData name="Hironari Yamada" userId="e57621f8-ec3c-449e-bb19-001fffcc008e" providerId="ADAL" clId="{BC0BD879-F267-5CCA-8DEA-E3B2DD07DA4E}" dt="2026-08-31T00:58:28.385" v="30131" actId="20577"/>
          <ac:spMkLst>
            <pc:docMk/>
            <pc:sldMk cId="140267012" sldId="2076139087"/>
            <ac:spMk id="3" creationId="{F9143CDC-3776-ED61-32A6-26D9F2EFAFD5}"/>
          </ac:spMkLst>
        </pc:spChg>
        <pc:spChg chg="add del">
          <ac:chgData name="Hironari Yamada" userId="e57621f8-ec3c-449e-bb19-001fffcc008e" providerId="ADAL" clId="{BC0BD879-F267-5CCA-8DEA-E3B2DD07DA4E}" dt="2026-08-31T00:57:08.105" v="30048" actId="478"/>
          <ac:spMkLst>
            <pc:docMk/>
            <pc:sldMk cId="140267012" sldId="2076139087"/>
            <ac:spMk id="6" creationId="{67DFBCAE-5E4F-E09D-8F9A-73B0CBACCB18}"/>
          </ac:spMkLst>
        </pc:spChg>
        <pc:spChg chg="mod">
          <ac:chgData name="Hironari Yamada" userId="e57621f8-ec3c-449e-bb19-001fffcc008e" providerId="ADAL" clId="{BC0BD879-F267-5CCA-8DEA-E3B2DD07DA4E}" dt="2026-08-31T00:58:10.343" v="30060"/>
          <ac:spMkLst>
            <pc:docMk/>
            <pc:sldMk cId="140267012" sldId="2076139087"/>
            <ac:spMk id="9" creationId="{1DF4F9E2-D76A-229F-5D6F-853392C41C2B}"/>
          </ac:spMkLst>
        </pc:spChg>
        <pc:spChg chg="del">
          <ac:chgData name="Hironari Yamada" userId="e57621f8-ec3c-449e-bb19-001fffcc008e" providerId="ADAL" clId="{BC0BD879-F267-5CCA-8DEA-E3B2DD07DA4E}" dt="2026-08-31T00:56:47.734" v="30009" actId="478"/>
          <ac:spMkLst>
            <pc:docMk/>
            <pc:sldMk cId="140267012" sldId="2076139087"/>
            <ac:spMk id="10" creationId="{9BDE9BDE-2F54-84D1-927B-F01336EB1320}"/>
          </ac:spMkLst>
        </pc:spChg>
        <pc:spChg chg="del">
          <ac:chgData name="Hironari Yamada" userId="e57621f8-ec3c-449e-bb19-001fffcc008e" providerId="ADAL" clId="{BC0BD879-F267-5CCA-8DEA-E3B2DD07DA4E}" dt="2026-08-31T00:56:47.734" v="30009" actId="478"/>
          <ac:spMkLst>
            <pc:docMk/>
            <pc:sldMk cId="140267012" sldId="2076139087"/>
            <ac:spMk id="11" creationId="{2AA78DAD-0405-15A6-A999-9863EED0D818}"/>
          </ac:spMkLst>
        </pc:spChg>
        <pc:spChg chg="del">
          <ac:chgData name="Hironari Yamada" userId="e57621f8-ec3c-449e-bb19-001fffcc008e" providerId="ADAL" clId="{BC0BD879-F267-5CCA-8DEA-E3B2DD07DA4E}" dt="2026-08-31T00:56:47.734" v="30009" actId="478"/>
          <ac:spMkLst>
            <pc:docMk/>
            <pc:sldMk cId="140267012" sldId="2076139087"/>
            <ac:spMk id="13" creationId="{CA0CD750-B9DB-BE33-3FB3-FBFE31FAA989}"/>
          </ac:spMkLst>
        </pc:spChg>
        <pc:spChg chg="del">
          <ac:chgData name="Hironari Yamada" userId="e57621f8-ec3c-449e-bb19-001fffcc008e" providerId="ADAL" clId="{BC0BD879-F267-5CCA-8DEA-E3B2DD07DA4E}" dt="2026-08-31T00:56:47.734" v="30009" actId="478"/>
          <ac:spMkLst>
            <pc:docMk/>
            <pc:sldMk cId="140267012" sldId="2076139087"/>
            <ac:spMk id="14" creationId="{B3B9DDB9-1584-224D-3C63-1C3600494976}"/>
          </ac:spMkLst>
        </pc:spChg>
        <pc:spChg chg="add del">
          <ac:chgData name="Hironari Yamada" userId="e57621f8-ec3c-449e-bb19-001fffcc008e" providerId="ADAL" clId="{BC0BD879-F267-5CCA-8DEA-E3B2DD07DA4E}" dt="2026-08-31T01:00:48.982" v="30149" actId="478"/>
          <ac:spMkLst>
            <pc:docMk/>
            <pc:sldMk cId="140267012" sldId="2076139087"/>
            <ac:spMk id="18" creationId="{2515087A-D435-1503-C65B-8CCF7ADE06BE}"/>
          </ac:spMkLst>
        </pc:spChg>
        <pc:spChg chg="add mod">
          <ac:chgData name="Hironari Yamada" userId="e57621f8-ec3c-449e-bb19-001fffcc008e" providerId="ADAL" clId="{BC0BD879-F267-5CCA-8DEA-E3B2DD07DA4E}" dt="2026-08-31T01:01:06.634" v="30156" actId="14100"/>
          <ac:spMkLst>
            <pc:docMk/>
            <pc:sldMk cId="140267012" sldId="2076139087"/>
            <ac:spMk id="19" creationId="{0A9CC7DA-181D-4548-8921-65B5907617F8}"/>
          </ac:spMkLst>
        </pc:spChg>
        <pc:spChg chg="add mod">
          <ac:chgData name="Hironari Yamada" userId="e57621f8-ec3c-449e-bb19-001fffcc008e" providerId="ADAL" clId="{BC0BD879-F267-5CCA-8DEA-E3B2DD07DA4E}" dt="2026-08-31T01:01:18.110" v="30184" actId="1076"/>
          <ac:spMkLst>
            <pc:docMk/>
            <pc:sldMk cId="140267012" sldId="2076139087"/>
            <ac:spMk id="20" creationId="{716C2CE9-16E7-CE6D-4501-0F0A0025F524}"/>
          </ac:spMkLst>
        </pc:spChg>
        <pc:spChg chg="add mod">
          <ac:chgData name="Hironari Yamada" userId="e57621f8-ec3c-449e-bb19-001fffcc008e" providerId="ADAL" clId="{BC0BD879-F267-5CCA-8DEA-E3B2DD07DA4E}" dt="2026-08-31T01:01:26.884" v="30187" actId="14100"/>
          <ac:spMkLst>
            <pc:docMk/>
            <pc:sldMk cId="140267012" sldId="2076139087"/>
            <ac:spMk id="21" creationId="{0CB79C0E-D025-F430-5095-8A1A36F75B4A}"/>
          </ac:spMkLst>
        </pc:spChg>
        <pc:spChg chg="add mod">
          <ac:chgData name="Hironari Yamada" userId="e57621f8-ec3c-449e-bb19-001fffcc008e" providerId="ADAL" clId="{BC0BD879-F267-5CCA-8DEA-E3B2DD07DA4E}" dt="2026-08-31T01:01:35.143" v="30200" actId="20577"/>
          <ac:spMkLst>
            <pc:docMk/>
            <pc:sldMk cId="140267012" sldId="2076139087"/>
            <ac:spMk id="22" creationId="{8C5CEA8F-9881-68A7-50FB-B97C4C17A5B8}"/>
          </ac:spMkLst>
        </pc:spChg>
        <pc:spChg chg="add mod">
          <ac:chgData name="Hironari Yamada" userId="e57621f8-ec3c-449e-bb19-001fffcc008e" providerId="ADAL" clId="{BC0BD879-F267-5CCA-8DEA-E3B2DD07DA4E}" dt="2026-08-31T01:01:43.157" v="30203" actId="14100"/>
          <ac:spMkLst>
            <pc:docMk/>
            <pc:sldMk cId="140267012" sldId="2076139087"/>
            <ac:spMk id="23" creationId="{16612170-45B8-CA57-E689-A57327E9BA33}"/>
          </ac:spMkLst>
        </pc:spChg>
        <pc:spChg chg="add mod">
          <ac:chgData name="Hironari Yamada" userId="e57621f8-ec3c-449e-bb19-001fffcc008e" providerId="ADAL" clId="{BC0BD879-F267-5CCA-8DEA-E3B2DD07DA4E}" dt="2026-08-31T01:01:51.976" v="30206" actId="14100"/>
          <ac:spMkLst>
            <pc:docMk/>
            <pc:sldMk cId="140267012" sldId="2076139087"/>
            <ac:spMk id="24" creationId="{8E1176A9-F47A-0689-7B68-31B04CA8D649}"/>
          </ac:spMkLst>
        </pc:spChg>
        <pc:spChg chg="add mod">
          <ac:chgData name="Hironari Yamada" userId="e57621f8-ec3c-449e-bb19-001fffcc008e" providerId="ADAL" clId="{BC0BD879-F267-5CCA-8DEA-E3B2DD07DA4E}" dt="2026-08-31T01:01:55.472" v="30208" actId="1076"/>
          <ac:spMkLst>
            <pc:docMk/>
            <pc:sldMk cId="140267012" sldId="2076139087"/>
            <ac:spMk id="25" creationId="{790D7952-9A0D-FE2C-8CBB-3509B973C8A7}"/>
          </ac:spMkLst>
        </pc:spChg>
        <pc:spChg chg="add mod">
          <ac:chgData name="Hironari Yamada" userId="e57621f8-ec3c-449e-bb19-001fffcc008e" providerId="ADAL" clId="{BC0BD879-F267-5CCA-8DEA-E3B2DD07DA4E}" dt="2026-08-31T01:02:09.664" v="30227" actId="14100"/>
          <ac:spMkLst>
            <pc:docMk/>
            <pc:sldMk cId="140267012" sldId="2076139087"/>
            <ac:spMk id="26" creationId="{3ED26DF3-B05B-E0AF-3951-CF4854A4C6F8}"/>
          </ac:spMkLst>
        </pc:spChg>
        <pc:spChg chg="add mod">
          <ac:chgData name="Hironari Yamada" userId="e57621f8-ec3c-449e-bb19-001fffcc008e" providerId="ADAL" clId="{BC0BD879-F267-5CCA-8DEA-E3B2DD07DA4E}" dt="2026-08-31T01:02:17.372" v="30230" actId="14100"/>
          <ac:spMkLst>
            <pc:docMk/>
            <pc:sldMk cId="140267012" sldId="2076139087"/>
            <ac:spMk id="27" creationId="{C533EC68-75EA-00EE-4E0D-8310D769D5B4}"/>
          </ac:spMkLst>
        </pc:spChg>
        <pc:spChg chg="add mod">
          <ac:chgData name="Hironari Yamada" userId="e57621f8-ec3c-449e-bb19-001fffcc008e" providerId="ADAL" clId="{BC0BD879-F267-5CCA-8DEA-E3B2DD07DA4E}" dt="2026-08-31T01:02:38.732" v="30293" actId="1076"/>
          <ac:spMkLst>
            <pc:docMk/>
            <pc:sldMk cId="140267012" sldId="2076139087"/>
            <ac:spMk id="28" creationId="{7639D5F9-AAE6-2D77-7A1B-D21BF02B534F}"/>
          </ac:spMkLst>
        </pc:spChg>
        <pc:spChg chg="add mod">
          <ac:chgData name="Hironari Yamada" userId="e57621f8-ec3c-449e-bb19-001fffcc008e" providerId="ADAL" clId="{BC0BD879-F267-5CCA-8DEA-E3B2DD07DA4E}" dt="2026-08-31T01:02:47.898" v="30296" actId="14100"/>
          <ac:spMkLst>
            <pc:docMk/>
            <pc:sldMk cId="140267012" sldId="2076139087"/>
            <ac:spMk id="29" creationId="{BC8E68C7-A912-E28D-2485-C8CB861289DD}"/>
          </ac:spMkLst>
        </pc:spChg>
        <pc:spChg chg="add mod">
          <ac:chgData name="Hironari Yamada" userId="e57621f8-ec3c-449e-bb19-001fffcc008e" providerId="ADAL" clId="{BC0BD879-F267-5CCA-8DEA-E3B2DD07DA4E}" dt="2026-08-31T01:02:55.502" v="30299" actId="14100"/>
          <ac:spMkLst>
            <pc:docMk/>
            <pc:sldMk cId="140267012" sldId="2076139087"/>
            <ac:spMk id="30" creationId="{FE201264-636E-7A2C-6879-3DC2C1938B6F}"/>
          </ac:spMkLst>
        </pc:spChg>
        <pc:picChg chg="add del mod">
          <ac:chgData name="Hironari Yamada" userId="e57621f8-ec3c-449e-bb19-001fffcc008e" providerId="ADAL" clId="{BC0BD879-F267-5CCA-8DEA-E3B2DD07DA4E}" dt="2026-08-31T00:59:17.335" v="30137" actId="478"/>
          <ac:picMkLst>
            <pc:docMk/>
            <pc:sldMk cId="140267012" sldId="2076139087"/>
            <ac:picMk id="7" creationId="{CCF2BBEF-3736-2A4D-0E56-9A4C7EA03B7A}"/>
          </ac:picMkLst>
        </pc:picChg>
        <pc:picChg chg="del">
          <ac:chgData name="Hironari Yamada" userId="e57621f8-ec3c-449e-bb19-001fffcc008e" providerId="ADAL" clId="{BC0BD879-F267-5CCA-8DEA-E3B2DD07DA4E}" dt="2026-08-31T00:56:47.734" v="30009" actId="478"/>
          <ac:picMkLst>
            <pc:docMk/>
            <pc:sldMk cId="140267012" sldId="2076139087"/>
            <ac:picMk id="8" creationId="{20509E70-B200-CE97-A17E-06784AF32C5C}"/>
          </ac:picMkLst>
        </pc:picChg>
        <pc:picChg chg="del">
          <ac:chgData name="Hironari Yamada" userId="e57621f8-ec3c-449e-bb19-001fffcc008e" providerId="ADAL" clId="{BC0BD879-F267-5CCA-8DEA-E3B2DD07DA4E}" dt="2026-08-31T00:56:47.734" v="30009" actId="478"/>
          <ac:picMkLst>
            <pc:docMk/>
            <pc:sldMk cId="140267012" sldId="2076139087"/>
            <ac:picMk id="12" creationId="{9EA6FBB3-EACE-8C56-9CED-0D515C15221F}"/>
          </ac:picMkLst>
        </pc:picChg>
        <pc:picChg chg="add del mod">
          <ac:chgData name="Hironari Yamada" userId="e57621f8-ec3c-449e-bb19-001fffcc008e" providerId="ADAL" clId="{BC0BD879-F267-5CCA-8DEA-E3B2DD07DA4E}" dt="2026-08-31T00:59:16.020" v="30136" actId="478"/>
          <ac:picMkLst>
            <pc:docMk/>
            <pc:sldMk cId="140267012" sldId="2076139087"/>
            <ac:picMk id="15" creationId="{5F4FEC42-60B8-1168-DB6D-511254E9EB8A}"/>
          </ac:picMkLst>
        </pc:picChg>
        <pc:picChg chg="add mod">
          <ac:chgData name="Hironari Yamada" userId="e57621f8-ec3c-449e-bb19-001fffcc008e" providerId="ADAL" clId="{BC0BD879-F267-5CCA-8DEA-E3B2DD07DA4E}" dt="2026-08-31T00:59:51.586" v="30143" actId="14100"/>
          <ac:picMkLst>
            <pc:docMk/>
            <pc:sldMk cId="140267012" sldId="2076139087"/>
            <ac:picMk id="16" creationId="{B7EA1723-0A1C-3EA0-5FCF-B3A90E8E02F0}"/>
          </ac:picMkLst>
        </pc:picChg>
        <pc:picChg chg="add mod">
          <ac:chgData name="Hironari Yamada" userId="e57621f8-ec3c-449e-bb19-001fffcc008e" providerId="ADAL" clId="{BC0BD879-F267-5CCA-8DEA-E3B2DD07DA4E}" dt="2026-08-31T01:00:37.518" v="30147" actId="14100"/>
          <ac:picMkLst>
            <pc:docMk/>
            <pc:sldMk cId="140267012" sldId="2076139087"/>
            <ac:picMk id="17" creationId="{A52D8C87-6391-7A50-176E-EB4DEB692291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6:56.462" v="43754" actId="2696"/>
        <pc:sldMkLst>
          <pc:docMk/>
          <pc:sldMk cId="4208754732" sldId="2076139088"/>
        </pc:sldMkLst>
        <pc:spChg chg="mod">
          <ac:chgData name="Hironari Yamada" userId="e57621f8-ec3c-449e-bb19-001fffcc008e" providerId="ADAL" clId="{BC0BD879-F267-5CCA-8DEA-E3B2DD07DA4E}" dt="2026-08-31T02:11:41.978" v="30568" actId="20577"/>
          <ac:spMkLst>
            <pc:docMk/>
            <pc:sldMk cId="4208754732" sldId="2076139088"/>
            <ac:spMk id="3" creationId="{2D768CA0-4328-47CA-1D3A-70649856FA8D}"/>
          </ac:spMkLst>
        </pc:spChg>
        <pc:spChg chg="add mod">
          <ac:chgData name="Hironari Yamada" userId="e57621f8-ec3c-449e-bb19-001fffcc008e" providerId="ADAL" clId="{BC0BD879-F267-5CCA-8DEA-E3B2DD07DA4E}" dt="2026-08-31T02:12:07.229" v="30569"/>
          <ac:spMkLst>
            <pc:docMk/>
            <pc:sldMk cId="4208754732" sldId="2076139088"/>
            <ac:spMk id="6" creationId="{03247D7C-7CED-B101-985B-ED6CF58769B3}"/>
          </ac:spMkLst>
        </pc:spChg>
        <pc:spChg chg="add mod">
          <ac:chgData name="Hironari Yamada" userId="e57621f8-ec3c-449e-bb19-001fffcc008e" providerId="ADAL" clId="{BC0BD879-F267-5CCA-8DEA-E3B2DD07DA4E}" dt="2026-08-31T02:12:07.229" v="30569"/>
          <ac:spMkLst>
            <pc:docMk/>
            <pc:sldMk cId="4208754732" sldId="2076139088"/>
            <ac:spMk id="7" creationId="{E2B692E0-7A5A-F92F-302F-84C789B004AD}"/>
          </ac:spMkLst>
        </pc:spChg>
        <pc:spChg chg="mod">
          <ac:chgData name="Hironari Yamada" userId="e57621f8-ec3c-449e-bb19-001fffcc008e" providerId="ADAL" clId="{BC0BD879-F267-5CCA-8DEA-E3B2DD07DA4E}" dt="2026-08-31T02:11:27.246" v="30492" actId="20577"/>
          <ac:spMkLst>
            <pc:docMk/>
            <pc:sldMk cId="4208754732" sldId="2076139088"/>
            <ac:spMk id="9" creationId="{CCA3A91C-CAD6-C7D8-5648-0EEE263B8C06}"/>
          </ac:spMkLst>
        </pc:spChg>
        <pc:spChg chg="add mod">
          <ac:chgData name="Hironari Yamada" userId="e57621f8-ec3c-449e-bb19-001fffcc008e" providerId="ADAL" clId="{BC0BD879-F267-5CCA-8DEA-E3B2DD07DA4E}" dt="2026-08-31T02:12:07.229" v="30569"/>
          <ac:spMkLst>
            <pc:docMk/>
            <pc:sldMk cId="4208754732" sldId="2076139088"/>
            <ac:spMk id="10" creationId="{728F6FF6-711A-B2AA-4B32-333E93AB3FBA}"/>
          </ac:spMkLst>
        </pc:spChg>
        <pc:spChg chg="add mod">
          <ac:chgData name="Hironari Yamada" userId="e57621f8-ec3c-449e-bb19-001fffcc008e" providerId="ADAL" clId="{BC0BD879-F267-5CCA-8DEA-E3B2DD07DA4E}" dt="2026-08-31T02:12:07.229" v="30569"/>
          <ac:spMkLst>
            <pc:docMk/>
            <pc:sldMk cId="4208754732" sldId="2076139088"/>
            <ac:spMk id="11" creationId="{47A23AFC-1EDC-16BD-484C-D4BDDE38A7FC}"/>
          </ac:spMkLst>
        </pc:spChg>
        <pc:picChg chg="add mod">
          <ac:chgData name="Hironari Yamada" userId="e57621f8-ec3c-449e-bb19-001fffcc008e" providerId="ADAL" clId="{BC0BD879-F267-5CCA-8DEA-E3B2DD07DA4E}" dt="2026-08-31T02:12:07.229" v="30569"/>
          <ac:picMkLst>
            <pc:docMk/>
            <pc:sldMk cId="4208754732" sldId="2076139088"/>
            <ac:picMk id="5" creationId="{78B62B83-A9AA-0483-FB6A-374DA8B275A3}"/>
          </ac:picMkLst>
        </pc:picChg>
        <pc:picChg chg="add mod">
          <ac:chgData name="Hironari Yamada" userId="e57621f8-ec3c-449e-bb19-001fffcc008e" providerId="ADAL" clId="{BC0BD879-F267-5CCA-8DEA-E3B2DD07DA4E}" dt="2026-08-31T02:12:07.229" v="30569"/>
          <ac:picMkLst>
            <pc:docMk/>
            <pc:sldMk cId="4208754732" sldId="2076139088"/>
            <ac:picMk id="8" creationId="{08FC0693-3846-3C80-B9BC-1F4345960A6F}"/>
          </ac:picMkLst>
        </pc:picChg>
      </pc:sldChg>
      <pc:sldChg chg="addSp delSp modSp add del mod ord">
        <pc:chgData name="Hironari Yamada" userId="e57621f8-ec3c-449e-bb19-001fffcc008e" providerId="ADAL" clId="{BC0BD879-F267-5CCA-8DEA-E3B2DD07DA4E}" dt="2026-08-31T14:56:56.461" v="43753" actId="2696"/>
        <pc:sldMkLst>
          <pc:docMk/>
          <pc:sldMk cId="1300018326" sldId="2076139089"/>
        </pc:sldMkLst>
        <pc:spChg chg="del">
          <ac:chgData name="Hironari Yamada" userId="e57621f8-ec3c-449e-bb19-001fffcc008e" providerId="ADAL" clId="{BC0BD879-F267-5CCA-8DEA-E3B2DD07DA4E}" dt="2026-08-31T04:30:17.362" v="31308" actId="478"/>
          <ac:spMkLst>
            <pc:docMk/>
            <pc:sldMk cId="1300018326" sldId="2076139089"/>
            <ac:spMk id="3" creationId="{1EDB75F4-19E2-C269-921D-EB1B24F79530}"/>
          </ac:spMkLst>
        </pc:spChg>
        <pc:spChg chg="mod">
          <ac:chgData name="Hironari Yamada" userId="e57621f8-ec3c-449e-bb19-001fffcc008e" providerId="ADAL" clId="{BC0BD879-F267-5CCA-8DEA-E3B2DD07DA4E}" dt="2026-08-31T04:30:53.426" v="31431" actId="20577"/>
          <ac:spMkLst>
            <pc:docMk/>
            <pc:sldMk cId="1300018326" sldId="2076139089"/>
            <ac:spMk id="9" creationId="{6BD1D609-4909-DDA8-9B6E-4C88828CA0EB}"/>
          </ac:spMkLst>
        </pc:spChg>
        <pc:graphicFrameChg chg="add mod modGraphic">
          <ac:chgData name="Hironari Yamada" userId="e57621f8-ec3c-449e-bb19-001fffcc008e" providerId="ADAL" clId="{BC0BD879-F267-5CCA-8DEA-E3B2DD07DA4E}" dt="2026-08-31T12:46:46.364" v="38966" actId="20577"/>
          <ac:graphicFrameMkLst>
            <pc:docMk/>
            <pc:sldMk cId="1300018326" sldId="2076139089"/>
            <ac:graphicFrameMk id="5" creationId="{E86682EB-6AD8-6AA2-D023-1A140E2C92B1}"/>
          </ac:graphicFrameMkLst>
        </pc:graphicFrameChg>
      </pc:sldChg>
      <pc:sldChg chg="addSp delSp modSp add del mod">
        <pc:chgData name="Hironari Yamada" userId="e57621f8-ec3c-449e-bb19-001fffcc008e" providerId="ADAL" clId="{BC0BD879-F267-5CCA-8DEA-E3B2DD07DA4E}" dt="2026-08-31T14:56:56.454" v="43746" actId="2696"/>
        <pc:sldMkLst>
          <pc:docMk/>
          <pc:sldMk cId="1510984981" sldId="2076139090"/>
        </pc:sldMkLst>
        <pc:spChg chg="mod">
          <ac:chgData name="Hironari Yamada" userId="e57621f8-ec3c-449e-bb19-001fffcc008e" providerId="ADAL" clId="{BC0BD879-F267-5CCA-8DEA-E3B2DD07DA4E}" dt="2026-08-31T04:37:59.074" v="31742" actId="20577"/>
          <ac:spMkLst>
            <pc:docMk/>
            <pc:sldMk cId="1510984981" sldId="2076139090"/>
            <ac:spMk id="3" creationId="{54F34B17-6B2E-0DCD-4E0C-789E7269A2EF}"/>
          </ac:spMkLst>
        </pc:spChg>
        <pc:spChg chg="add mod">
          <ac:chgData name="Hironari Yamada" userId="e57621f8-ec3c-449e-bb19-001fffcc008e" providerId="ADAL" clId="{BC0BD879-F267-5CCA-8DEA-E3B2DD07DA4E}" dt="2026-08-31T04:39:45.760" v="31753" actId="14100"/>
          <ac:spMkLst>
            <pc:docMk/>
            <pc:sldMk cId="1510984981" sldId="2076139090"/>
            <ac:spMk id="8" creationId="{184333B4-8476-4472-3BC1-D1E67D2FE2BF}"/>
          </ac:spMkLst>
        </pc:spChg>
        <pc:spChg chg="mod">
          <ac:chgData name="Hironari Yamada" userId="e57621f8-ec3c-449e-bb19-001fffcc008e" providerId="ADAL" clId="{BC0BD879-F267-5CCA-8DEA-E3B2DD07DA4E}" dt="2026-08-31T04:31:55.204" v="31508" actId="20577"/>
          <ac:spMkLst>
            <pc:docMk/>
            <pc:sldMk cId="1510984981" sldId="2076139090"/>
            <ac:spMk id="9" creationId="{CF3BD667-42EF-E7AB-A877-8FB0F8610812}"/>
          </ac:spMkLst>
        </pc:spChg>
        <pc:spChg chg="add mod">
          <ac:chgData name="Hironari Yamada" userId="e57621f8-ec3c-449e-bb19-001fffcc008e" providerId="ADAL" clId="{BC0BD879-F267-5CCA-8DEA-E3B2DD07DA4E}" dt="2026-08-31T04:39:56.604" v="31782" actId="1076"/>
          <ac:spMkLst>
            <pc:docMk/>
            <pc:sldMk cId="1510984981" sldId="2076139090"/>
            <ac:spMk id="10" creationId="{EBDC49ED-6204-457C-CBD5-8F9A2D82CD5D}"/>
          </ac:spMkLst>
        </pc:spChg>
        <pc:spChg chg="add mod">
          <ac:chgData name="Hironari Yamada" userId="e57621f8-ec3c-449e-bb19-001fffcc008e" providerId="ADAL" clId="{BC0BD879-F267-5CCA-8DEA-E3B2DD07DA4E}" dt="2026-08-31T04:40:04.527" v="31784" actId="1076"/>
          <ac:spMkLst>
            <pc:docMk/>
            <pc:sldMk cId="1510984981" sldId="2076139090"/>
            <ac:spMk id="11" creationId="{C39276BD-B953-25A5-1935-DDF460F4050F}"/>
          </ac:spMkLst>
        </pc:spChg>
        <pc:spChg chg="add mod">
          <ac:chgData name="Hironari Yamada" userId="e57621f8-ec3c-449e-bb19-001fffcc008e" providerId="ADAL" clId="{BC0BD879-F267-5CCA-8DEA-E3B2DD07DA4E}" dt="2026-08-31T04:41:11.667" v="31791" actId="14100"/>
          <ac:spMkLst>
            <pc:docMk/>
            <pc:sldMk cId="1510984981" sldId="2076139090"/>
            <ac:spMk id="13" creationId="{DDDA7A4C-AA21-09F3-95C6-56AB33EE76C6}"/>
          </ac:spMkLst>
        </pc:spChg>
        <pc:spChg chg="add mod">
          <ac:chgData name="Hironari Yamada" userId="e57621f8-ec3c-449e-bb19-001fffcc008e" providerId="ADAL" clId="{BC0BD879-F267-5CCA-8DEA-E3B2DD07DA4E}" dt="2026-08-31T04:41:17.833" v="31794" actId="14100"/>
          <ac:spMkLst>
            <pc:docMk/>
            <pc:sldMk cId="1510984981" sldId="2076139090"/>
            <ac:spMk id="14" creationId="{865105D5-F317-76CE-B4E3-983B096B641C}"/>
          </ac:spMkLst>
        </pc:spChg>
        <pc:spChg chg="add mod">
          <ac:chgData name="Hironari Yamada" userId="e57621f8-ec3c-449e-bb19-001fffcc008e" providerId="ADAL" clId="{BC0BD879-F267-5CCA-8DEA-E3B2DD07DA4E}" dt="2026-08-31T04:41:29.129" v="31817" actId="14100"/>
          <ac:spMkLst>
            <pc:docMk/>
            <pc:sldMk cId="1510984981" sldId="2076139090"/>
            <ac:spMk id="15" creationId="{F2337CDF-50DB-B588-DA96-E369F500F416}"/>
          </ac:spMkLst>
        </pc:spChg>
        <pc:spChg chg="add mod">
          <ac:chgData name="Hironari Yamada" userId="e57621f8-ec3c-449e-bb19-001fffcc008e" providerId="ADAL" clId="{BC0BD879-F267-5CCA-8DEA-E3B2DD07DA4E}" dt="2026-08-31T04:41:35.272" v="31833" actId="20577"/>
          <ac:spMkLst>
            <pc:docMk/>
            <pc:sldMk cId="1510984981" sldId="2076139090"/>
            <ac:spMk id="16" creationId="{2949A67C-73CE-8656-72A8-6A6F6DCE1270}"/>
          </ac:spMkLst>
        </pc:spChg>
        <pc:spChg chg="add mod">
          <ac:chgData name="Hironari Yamada" userId="e57621f8-ec3c-449e-bb19-001fffcc008e" providerId="ADAL" clId="{BC0BD879-F267-5CCA-8DEA-E3B2DD07DA4E}" dt="2026-08-31T04:41:42.753" v="31846" actId="20577"/>
          <ac:spMkLst>
            <pc:docMk/>
            <pc:sldMk cId="1510984981" sldId="2076139090"/>
            <ac:spMk id="17" creationId="{D69357F7-7FA7-3742-7925-5DBB14960597}"/>
          </ac:spMkLst>
        </pc:spChg>
        <pc:spChg chg="add del">
          <ac:chgData name="Hironari Yamada" userId="e57621f8-ec3c-449e-bb19-001fffcc008e" providerId="ADAL" clId="{BC0BD879-F267-5CCA-8DEA-E3B2DD07DA4E}" dt="2026-08-31T04:42:27.830" v="31848" actId="22"/>
          <ac:spMkLst>
            <pc:docMk/>
            <pc:sldMk cId="1510984981" sldId="2076139090"/>
            <ac:spMk id="19" creationId="{489E4244-3304-498F-56C1-3021708F30EC}"/>
          </ac:spMkLst>
        </pc:spChg>
        <pc:picChg chg="add del mod">
          <ac:chgData name="Hironari Yamada" userId="e57621f8-ec3c-449e-bb19-001fffcc008e" providerId="ADAL" clId="{BC0BD879-F267-5CCA-8DEA-E3B2DD07DA4E}" dt="2026-08-31T04:38:48.900" v="31745" actId="478"/>
          <ac:picMkLst>
            <pc:docMk/>
            <pc:sldMk cId="1510984981" sldId="2076139090"/>
            <ac:picMk id="6" creationId="{4F1369C7-2A6E-3F46-7FA5-32A404659383}"/>
          </ac:picMkLst>
        </pc:picChg>
        <pc:picChg chg="add mod">
          <ac:chgData name="Hironari Yamada" userId="e57621f8-ec3c-449e-bb19-001fffcc008e" providerId="ADAL" clId="{BC0BD879-F267-5CCA-8DEA-E3B2DD07DA4E}" dt="2026-08-31T04:39:30.611" v="31749" actId="1076"/>
          <ac:picMkLst>
            <pc:docMk/>
            <pc:sldMk cId="1510984981" sldId="2076139090"/>
            <ac:picMk id="7" creationId="{608AE3D3-D59E-73C2-14D9-08CB5D2184EB}"/>
          </ac:picMkLst>
        </pc:picChg>
        <pc:picChg chg="add mod">
          <ac:chgData name="Hironari Yamada" userId="e57621f8-ec3c-449e-bb19-001fffcc008e" providerId="ADAL" clId="{BC0BD879-F267-5CCA-8DEA-E3B2DD07DA4E}" dt="2026-08-31T04:41:04.153" v="31788" actId="14100"/>
          <ac:picMkLst>
            <pc:docMk/>
            <pc:sldMk cId="1510984981" sldId="2076139090"/>
            <ac:picMk id="12" creationId="{5953AB1D-3FFC-3064-EF71-EE9C1F69F107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6:56.453" v="43745" actId="2696"/>
        <pc:sldMkLst>
          <pc:docMk/>
          <pc:sldMk cId="3636877755" sldId="2076139091"/>
        </pc:sldMkLst>
        <pc:spChg chg="mod">
          <ac:chgData name="Hironari Yamada" userId="e57621f8-ec3c-449e-bb19-001fffcc008e" providerId="ADAL" clId="{BC0BD879-F267-5CCA-8DEA-E3B2DD07DA4E}" dt="2026-08-31T04:48:45.599" v="32341" actId="20577"/>
          <ac:spMkLst>
            <pc:docMk/>
            <pc:sldMk cId="3636877755" sldId="2076139091"/>
            <ac:spMk id="3" creationId="{C31AB14A-1013-18D0-EAEA-F12FB450BEFC}"/>
          </ac:spMkLst>
        </pc:spChg>
        <pc:spChg chg="add mod">
          <ac:chgData name="Hironari Yamada" userId="e57621f8-ec3c-449e-bb19-001fffcc008e" providerId="ADAL" clId="{BC0BD879-F267-5CCA-8DEA-E3B2DD07DA4E}" dt="2026-08-31T04:51:02.345" v="32393" actId="1038"/>
          <ac:spMkLst>
            <pc:docMk/>
            <pc:sldMk cId="3636877755" sldId="2076139091"/>
            <ac:spMk id="6" creationId="{98813A3A-B031-C040-54A4-344A7202EEA4}"/>
          </ac:spMkLst>
        </pc:spChg>
        <pc:spChg chg="add mod">
          <ac:chgData name="Hironari Yamada" userId="e57621f8-ec3c-449e-bb19-001fffcc008e" providerId="ADAL" clId="{BC0BD879-F267-5CCA-8DEA-E3B2DD07DA4E}" dt="2026-08-31T04:50:48.941" v="32387" actId="1076"/>
          <ac:spMkLst>
            <pc:docMk/>
            <pc:sldMk cId="3636877755" sldId="2076139091"/>
            <ac:spMk id="7" creationId="{63B822D9-BF55-0448-2FB9-C09E034CE591}"/>
          </ac:spMkLst>
        </pc:spChg>
        <pc:spChg chg="add mod">
          <ac:chgData name="Hironari Yamada" userId="e57621f8-ec3c-449e-bb19-001fffcc008e" providerId="ADAL" clId="{BC0BD879-F267-5CCA-8DEA-E3B2DD07DA4E}" dt="2026-08-31T04:51:16.473" v="32410" actId="1035"/>
          <ac:spMkLst>
            <pc:docMk/>
            <pc:sldMk cId="3636877755" sldId="2076139091"/>
            <ac:spMk id="8" creationId="{2ED07FA9-374E-4D9F-E2BC-00F5B9BF3180}"/>
          </ac:spMkLst>
        </pc:spChg>
        <pc:spChg chg="mod">
          <ac:chgData name="Hironari Yamada" userId="e57621f8-ec3c-449e-bb19-001fffcc008e" providerId="ADAL" clId="{BC0BD879-F267-5CCA-8DEA-E3B2DD07DA4E}" dt="2026-08-31T04:48:29.563" v="32270" actId="20577"/>
          <ac:spMkLst>
            <pc:docMk/>
            <pc:sldMk cId="3636877755" sldId="2076139091"/>
            <ac:spMk id="9" creationId="{76395756-8FF4-01A0-7953-557ACDE6673F}"/>
          </ac:spMkLst>
        </pc:spChg>
        <pc:spChg chg="add mod">
          <ac:chgData name="Hironari Yamada" userId="e57621f8-ec3c-449e-bb19-001fffcc008e" providerId="ADAL" clId="{BC0BD879-F267-5CCA-8DEA-E3B2DD07DA4E}" dt="2026-08-31T04:51:06.035" v="32394"/>
          <ac:spMkLst>
            <pc:docMk/>
            <pc:sldMk cId="3636877755" sldId="2076139091"/>
            <ac:spMk id="10" creationId="{D0A41425-3E1E-7622-0102-C70CFBA019BA}"/>
          </ac:spMkLst>
        </pc:spChg>
        <pc:spChg chg="add mod">
          <ac:chgData name="Hironari Yamada" userId="e57621f8-ec3c-449e-bb19-001fffcc008e" providerId="ADAL" clId="{BC0BD879-F267-5CCA-8DEA-E3B2DD07DA4E}" dt="2026-08-31T04:51:23.629" v="32419" actId="20577"/>
          <ac:spMkLst>
            <pc:docMk/>
            <pc:sldMk cId="3636877755" sldId="2076139091"/>
            <ac:spMk id="11" creationId="{5A52FA63-967E-43C8-754C-7F37E4BEF1B2}"/>
          </ac:spMkLst>
        </pc:spChg>
        <pc:spChg chg="add mod">
          <ac:chgData name="Hironari Yamada" userId="e57621f8-ec3c-449e-bb19-001fffcc008e" providerId="ADAL" clId="{BC0BD879-F267-5CCA-8DEA-E3B2DD07DA4E}" dt="2026-08-31T04:51:33.421" v="32422" actId="14100"/>
          <ac:spMkLst>
            <pc:docMk/>
            <pc:sldMk cId="3636877755" sldId="2076139091"/>
            <ac:spMk id="12" creationId="{0C5D30E9-C32D-EC8E-4F8C-99F9D6392CF1}"/>
          </ac:spMkLst>
        </pc:spChg>
        <pc:spChg chg="add mod">
          <ac:chgData name="Hironari Yamada" userId="e57621f8-ec3c-449e-bb19-001fffcc008e" providerId="ADAL" clId="{BC0BD879-F267-5CCA-8DEA-E3B2DD07DA4E}" dt="2026-08-31T04:52:22.231" v="32488" actId="20577"/>
          <ac:spMkLst>
            <pc:docMk/>
            <pc:sldMk cId="3636877755" sldId="2076139091"/>
            <ac:spMk id="13" creationId="{652CEA1D-C7B3-2576-FE21-63AE7F542B21}"/>
          </ac:spMkLst>
        </pc:spChg>
        <pc:spChg chg="add mod">
          <ac:chgData name="Hironari Yamada" userId="e57621f8-ec3c-449e-bb19-001fffcc008e" providerId="ADAL" clId="{BC0BD879-F267-5CCA-8DEA-E3B2DD07DA4E}" dt="2026-08-31T04:52:30.553" v="32491" actId="14100"/>
          <ac:spMkLst>
            <pc:docMk/>
            <pc:sldMk cId="3636877755" sldId="2076139091"/>
            <ac:spMk id="14" creationId="{64E5CBE8-5110-FAF1-55FD-D520C9483198}"/>
          </ac:spMkLst>
        </pc:spChg>
        <pc:spChg chg="add mod">
          <ac:chgData name="Hironari Yamada" userId="e57621f8-ec3c-449e-bb19-001fffcc008e" providerId="ADAL" clId="{BC0BD879-F267-5CCA-8DEA-E3B2DD07DA4E}" dt="2026-08-31T04:56:12.754" v="32498" actId="14100"/>
          <ac:spMkLst>
            <pc:docMk/>
            <pc:sldMk cId="3636877755" sldId="2076139091"/>
            <ac:spMk id="16" creationId="{6630597F-E235-7711-CE0A-1EB2CDCD30F3}"/>
          </ac:spMkLst>
        </pc:spChg>
        <pc:spChg chg="add mod">
          <ac:chgData name="Hironari Yamada" userId="e57621f8-ec3c-449e-bb19-001fffcc008e" providerId="ADAL" clId="{BC0BD879-F267-5CCA-8DEA-E3B2DD07DA4E}" dt="2026-08-31T04:56:24.217" v="32531" actId="20577"/>
          <ac:spMkLst>
            <pc:docMk/>
            <pc:sldMk cId="3636877755" sldId="2076139091"/>
            <ac:spMk id="17" creationId="{E52496CC-D000-D28F-1544-99BC54866FC3}"/>
          </ac:spMkLst>
        </pc:spChg>
        <pc:spChg chg="add mod">
          <ac:chgData name="Hironari Yamada" userId="e57621f8-ec3c-449e-bb19-001fffcc008e" providerId="ADAL" clId="{BC0BD879-F267-5CCA-8DEA-E3B2DD07DA4E}" dt="2026-08-31T04:56:36.573" v="32535" actId="14100"/>
          <ac:spMkLst>
            <pc:docMk/>
            <pc:sldMk cId="3636877755" sldId="2076139091"/>
            <ac:spMk id="18" creationId="{0B62CDF7-86BD-DC4E-81D3-BCA0D515E22E}"/>
          </ac:spMkLst>
        </pc:spChg>
        <pc:spChg chg="add mod">
          <ac:chgData name="Hironari Yamada" userId="e57621f8-ec3c-449e-bb19-001fffcc008e" providerId="ADAL" clId="{BC0BD879-F267-5CCA-8DEA-E3B2DD07DA4E}" dt="2026-08-31T04:56:42.983" v="32537" actId="1076"/>
          <ac:spMkLst>
            <pc:docMk/>
            <pc:sldMk cId="3636877755" sldId="2076139091"/>
            <ac:spMk id="19" creationId="{8234D5B9-3116-1DA0-E36A-6EF203C26D0E}"/>
          </ac:spMkLst>
        </pc:spChg>
        <pc:spChg chg="add mod">
          <ac:chgData name="Hironari Yamada" userId="e57621f8-ec3c-449e-bb19-001fffcc008e" providerId="ADAL" clId="{BC0BD879-F267-5CCA-8DEA-E3B2DD07DA4E}" dt="2026-08-31T04:59:47.802" v="32832" actId="1076"/>
          <ac:spMkLst>
            <pc:docMk/>
            <pc:sldMk cId="3636877755" sldId="2076139091"/>
            <ac:spMk id="20" creationId="{7974532E-30BF-3B50-133D-77FBDBABF600}"/>
          </ac:spMkLst>
        </pc:spChg>
        <pc:picChg chg="add mod">
          <ac:chgData name="Hironari Yamada" userId="e57621f8-ec3c-449e-bb19-001fffcc008e" providerId="ADAL" clId="{BC0BD879-F267-5CCA-8DEA-E3B2DD07DA4E}" dt="2026-08-31T04:51:09.366" v="32396" actId="1076"/>
          <ac:picMkLst>
            <pc:docMk/>
            <pc:sldMk cId="3636877755" sldId="2076139091"/>
            <ac:picMk id="5" creationId="{8EAF2145-6D8B-874B-3BBB-EC6B3B3014B3}"/>
          </ac:picMkLst>
        </pc:picChg>
        <pc:picChg chg="add mod">
          <ac:chgData name="Hironari Yamada" userId="e57621f8-ec3c-449e-bb19-001fffcc008e" providerId="ADAL" clId="{BC0BD879-F267-5CCA-8DEA-E3B2DD07DA4E}" dt="2026-08-31T04:54:04.300" v="32495" actId="14100"/>
          <ac:picMkLst>
            <pc:docMk/>
            <pc:sldMk cId="3636877755" sldId="2076139091"/>
            <ac:picMk id="15" creationId="{542F1CDD-5482-FC0A-7F17-BAE24764641C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6:56.440" v="43734" actId="2696"/>
        <pc:sldMkLst>
          <pc:docMk/>
          <pc:sldMk cId="2042279136" sldId="2076139092"/>
        </pc:sldMkLst>
        <pc:spChg chg="mod">
          <ac:chgData name="Hironari Yamada" userId="e57621f8-ec3c-449e-bb19-001fffcc008e" providerId="ADAL" clId="{BC0BD879-F267-5CCA-8DEA-E3B2DD07DA4E}" dt="2026-08-31T05:19:48.030" v="33412" actId="20577"/>
          <ac:spMkLst>
            <pc:docMk/>
            <pc:sldMk cId="2042279136" sldId="2076139092"/>
            <ac:spMk id="3" creationId="{26D09E33-14DA-A3E0-96B4-6E5BB77421F7}"/>
          </ac:spMkLst>
        </pc:spChg>
        <pc:spChg chg="mod">
          <ac:chgData name="Hironari Yamada" userId="e57621f8-ec3c-449e-bb19-001fffcc008e" providerId="ADAL" clId="{BC0BD879-F267-5CCA-8DEA-E3B2DD07DA4E}" dt="2026-08-31T05:19:42.893" v="33390" actId="20577"/>
          <ac:spMkLst>
            <pc:docMk/>
            <pc:sldMk cId="2042279136" sldId="2076139092"/>
            <ac:spMk id="9" creationId="{25AD23E0-391D-4745-7FCF-1EAC06BFBABB}"/>
          </ac:spMkLst>
        </pc:spChg>
        <pc:spChg chg="add mod">
          <ac:chgData name="Hironari Yamada" userId="e57621f8-ec3c-449e-bb19-001fffcc008e" providerId="ADAL" clId="{BC0BD879-F267-5CCA-8DEA-E3B2DD07DA4E}" dt="2026-08-31T05:18:05.784" v="33365" actId="14100"/>
          <ac:spMkLst>
            <pc:docMk/>
            <pc:sldMk cId="2042279136" sldId="2076139092"/>
            <ac:spMk id="10" creationId="{89FB42D5-8DAE-8DE8-0C47-64EAE47B09A1}"/>
          </ac:spMkLst>
        </pc:spChg>
        <pc:spChg chg="add mod">
          <ac:chgData name="Hironari Yamada" userId="e57621f8-ec3c-449e-bb19-001fffcc008e" providerId="ADAL" clId="{BC0BD879-F267-5CCA-8DEA-E3B2DD07DA4E}" dt="2026-08-31T05:18:12.114" v="33368" actId="14100"/>
          <ac:spMkLst>
            <pc:docMk/>
            <pc:sldMk cId="2042279136" sldId="2076139092"/>
            <ac:spMk id="11" creationId="{4B305E18-8E87-1DB1-CB1C-49A913DEF93D}"/>
          </ac:spMkLst>
        </pc:spChg>
        <pc:spChg chg="add mod">
          <ac:chgData name="Hironari Yamada" userId="e57621f8-ec3c-449e-bb19-001fffcc008e" providerId="ADAL" clId="{BC0BD879-F267-5CCA-8DEA-E3B2DD07DA4E}" dt="2026-08-31T05:20:08.347" v="33441" actId="20577"/>
          <ac:spMkLst>
            <pc:docMk/>
            <pc:sldMk cId="2042279136" sldId="2076139092"/>
            <ac:spMk id="12" creationId="{23C265CA-A7A2-EF1D-D37D-F8679D77254D}"/>
          </ac:spMkLst>
        </pc:spChg>
        <pc:spChg chg="add mod">
          <ac:chgData name="Hironari Yamada" userId="e57621f8-ec3c-449e-bb19-001fffcc008e" providerId="ADAL" clId="{BC0BD879-F267-5CCA-8DEA-E3B2DD07DA4E}" dt="2026-08-31T05:20:19.111" v="33458" actId="20577"/>
          <ac:spMkLst>
            <pc:docMk/>
            <pc:sldMk cId="2042279136" sldId="2076139092"/>
            <ac:spMk id="13" creationId="{7B185A6A-7D0C-3994-A419-7100B56F5C18}"/>
          </ac:spMkLst>
        </pc:spChg>
        <pc:spChg chg="add mod">
          <ac:chgData name="Hironari Yamada" userId="e57621f8-ec3c-449e-bb19-001fffcc008e" providerId="ADAL" clId="{BC0BD879-F267-5CCA-8DEA-E3B2DD07DA4E}" dt="2026-08-31T05:20:37.754" v="33462" actId="14100"/>
          <ac:spMkLst>
            <pc:docMk/>
            <pc:sldMk cId="2042279136" sldId="2076139092"/>
            <ac:spMk id="14" creationId="{93F0C73E-AE04-B468-8FDF-C7570D4E8037}"/>
          </ac:spMkLst>
        </pc:spChg>
        <pc:spChg chg="add mod">
          <ac:chgData name="Hironari Yamada" userId="e57621f8-ec3c-449e-bb19-001fffcc008e" providerId="ADAL" clId="{BC0BD879-F267-5CCA-8DEA-E3B2DD07DA4E}" dt="2026-08-31T05:20:54.598" v="33519" actId="1076"/>
          <ac:spMkLst>
            <pc:docMk/>
            <pc:sldMk cId="2042279136" sldId="2076139092"/>
            <ac:spMk id="15" creationId="{AB01765F-6410-F89D-E953-B5B547140DF4}"/>
          </ac:spMkLst>
        </pc:spChg>
        <pc:spChg chg="add mod">
          <ac:chgData name="Hironari Yamada" userId="e57621f8-ec3c-449e-bb19-001fffcc008e" providerId="ADAL" clId="{BC0BD879-F267-5CCA-8DEA-E3B2DD07DA4E}" dt="2026-08-31T05:21:06.852" v="33524" actId="14100"/>
          <ac:spMkLst>
            <pc:docMk/>
            <pc:sldMk cId="2042279136" sldId="2076139092"/>
            <ac:spMk id="16" creationId="{211A58CA-F173-730A-84E3-307198A5A998}"/>
          </ac:spMkLst>
        </pc:spChg>
        <pc:spChg chg="add mod">
          <ac:chgData name="Hironari Yamada" userId="e57621f8-ec3c-449e-bb19-001fffcc008e" providerId="ADAL" clId="{BC0BD879-F267-5CCA-8DEA-E3B2DD07DA4E}" dt="2026-08-31T05:21:29.922" v="33604" actId="1076"/>
          <ac:spMkLst>
            <pc:docMk/>
            <pc:sldMk cId="2042279136" sldId="2076139092"/>
            <ac:spMk id="17" creationId="{FAB2A64D-A950-FF8C-51D4-027AA9D7D959}"/>
          </ac:spMkLst>
        </pc:spChg>
        <pc:spChg chg="add mod">
          <ac:chgData name="Hironari Yamada" userId="e57621f8-ec3c-449e-bb19-001fffcc008e" providerId="ADAL" clId="{BC0BD879-F267-5CCA-8DEA-E3B2DD07DA4E}" dt="2026-08-31T05:21:41.457" v="33607" actId="14100"/>
          <ac:spMkLst>
            <pc:docMk/>
            <pc:sldMk cId="2042279136" sldId="2076139092"/>
            <ac:spMk id="18" creationId="{6F3CB0FF-27B4-46E0-7C16-0EEF8EE91D0B}"/>
          </ac:spMkLst>
        </pc:spChg>
        <pc:spChg chg="add mod">
          <ac:chgData name="Hironari Yamada" userId="e57621f8-ec3c-449e-bb19-001fffcc008e" providerId="ADAL" clId="{BC0BD879-F267-5CCA-8DEA-E3B2DD07DA4E}" dt="2026-08-31T05:21:48.643" v="33610" actId="14100"/>
          <ac:spMkLst>
            <pc:docMk/>
            <pc:sldMk cId="2042279136" sldId="2076139092"/>
            <ac:spMk id="19" creationId="{3538E755-C92E-25B3-C8BF-6808B26D8F0A}"/>
          </ac:spMkLst>
        </pc:spChg>
        <pc:spChg chg="add mod">
          <ac:chgData name="Hironari Yamada" userId="e57621f8-ec3c-449e-bb19-001fffcc008e" providerId="ADAL" clId="{BC0BD879-F267-5CCA-8DEA-E3B2DD07DA4E}" dt="2026-08-31T05:22:08.282" v="33657" actId="20577"/>
          <ac:spMkLst>
            <pc:docMk/>
            <pc:sldMk cId="2042279136" sldId="2076139092"/>
            <ac:spMk id="20" creationId="{9D427F90-596F-88C9-A1BD-68FD8D0B8E25}"/>
          </ac:spMkLst>
        </pc:spChg>
        <pc:spChg chg="add mod">
          <ac:chgData name="Hironari Yamada" userId="e57621f8-ec3c-449e-bb19-001fffcc008e" providerId="ADAL" clId="{BC0BD879-F267-5CCA-8DEA-E3B2DD07DA4E}" dt="2026-08-31T05:22:24.351" v="33690" actId="20577"/>
          <ac:spMkLst>
            <pc:docMk/>
            <pc:sldMk cId="2042279136" sldId="2076139092"/>
            <ac:spMk id="21" creationId="{092BF56E-5C32-AC04-D30D-2A8798E21BB4}"/>
          </ac:spMkLst>
        </pc:spChg>
        <pc:spChg chg="add mod">
          <ac:chgData name="Hironari Yamada" userId="e57621f8-ec3c-449e-bb19-001fffcc008e" providerId="ADAL" clId="{BC0BD879-F267-5CCA-8DEA-E3B2DD07DA4E}" dt="2026-08-31T05:22:32.295" v="33693" actId="14100"/>
          <ac:spMkLst>
            <pc:docMk/>
            <pc:sldMk cId="2042279136" sldId="2076139092"/>
            <ac:spMk id="22" creationId="{279410BB-244B-3E6C-606B-E25BB0F1EED8}"/>
          </ac:spMkLst>
        </pc:spChg>
        <pc:picChg chg="add mod">
          <ac:chgData name="Hironari Yamada" userId="e57621f8-ec3c-449e-bb19-001fffcc008e" providerId="ADAL" clId="{BC0BD879-F267-5CCA-8DEA-E3B2DD07DA4E}" dt="2026-08-31T05:21:04.093" v="33523" actId="1076"/>
          <ac:picMkLst>
            <pc:docMk/>
            <pc:sldMk cId="2042279136" sldId="2076139092"/>
            <ac:picMk id="5" creationId="{6068EEE7-7C24-B69D-52D1-068887C7E688}"/>
          </ac:picMkLst>
        </pc:picChg>
        <pc:picChg chg="add del mod">
          <ac:chgData name="Hironari Yamada" userId="e57621f8-ec3c-449e-bb19-001fffcc008e" providerId="ADAL" clId="{BC0BD879-F267-5CCA-8DEA-E3B2DD07DA4E}" dt="2026-08-31T05:17:09.277" v="33358" actId="478"/>
          <ac:picMkLst>
            <pc:docMk/>
            <pc:sldMk cId="2042279136" sldId="2076139092"/>
            <ac:picMk id="7" creationId="{C208BECB-C0B7-3D84-A19F-C416539E9DDF}"/>
          </ac:picMkLst>
        </pc:picChg>
        <pc:picChg chg="add mod">
          <ac:chgData name="Hironari Yamada" userId="e57621f8-ec3c-449e-bb19-001fffcc008e" providerId="ADAL" clId="{BC0BD879-F267-5CCA-8DEA-E3B2DD07DA4E}" dt="2026-08-31T05:17:52.178" v="33362" actId="1076"/>
          <ac:picMkLst>
            <pc:docMk/>
            <pc:sldMk cId="2042279136" sldId="2076139092"/>
            <ac:picMk id="8" creationId="{D61FAAA4-703C-E56A-07FF-89F7DBE8D1C8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6:56.443" v="43736" actId="2696"/>
        <pc:sldMkLst>
          <pc:docMk/>
          <pc:sldMk cId="578606573" sldId="2076139093"/>
        </pc:sldMkLst>
        <pc:spChg chg="add mod">
          <ac:chgData name="Hironari Yamada" userId="e57621f8-ec3c-449e-bb19-001fffcc008e" providerId="ADAL" clId="{BC0BD879-F267-5CCA-8DEA-E3B2DD07DA4E}" dt="2026-08-31T01:04:35.930" v="30308" actId="14100"/>
          <ac:spMkLst>
            <pc:docMk/>
            <pc:sldMk cId="578606573" sldId="2076139093"/>
            <ac:spMk id="6" creationId="{DFC61064-2421-9643-1C51-23201B5BB0BA}"/>
          </ac:spMkLst>
        </pc:spChg>
        <pc:spChg chg="add mod">
          <ac:chgData name="Hironari Yamada" userId="e57621f8-ec3c-449e-bb19-001fffcc008e" providerId="ADAL" clId="{BC0BD879-F267-5CCA-8DEA-E3B2DD07DA4E}" dt="2026-08-31T02:08:35.246" v="30320" actId="1076"/>
          <ac:spMkLst>
            <pc:docMk/>
            <pc:sldMk cId="578606573" sldId="2076139093"/>
            <ac:spMk id="10" creationId="{26C2791F-C7F9-6CFB-2D37-730FED829B97}"/>
          </ac:spMkLst>
        </pc:spChg>
        <pc:spChg chg="add mod">
          <ac:chgData name="Hironari Yamada" userId="e57621f8-ec3c-449e-bb19-001fffcc008e" providerId="ADAL" clId="{BC0BD879-F267-5CCA-8DEA-E3B2DD07DA4E}" dt="2026-08-31T02:09:16.195" v="30465" actId="1076"/>
          <ac:spMkLst>
            <pc:docMk/>
            <pc:sldMk cId="578606573" sldId="2076139093"/>
            <ac:spMk id="11" creationId="{EE0E0B54-628E-CA85-1D6C-65DD3E24982B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19" creationId="{454FE8D4-62E9-B855-CAA4-379BD204FFEA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0" creationId="{1D6F8DB8-5C95-8483-167C-BC2E85DB78BB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1" creationId="{8D2F2F04-258A-F3B5-5D4B-EF823CB54717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2" creationId="{B9ADBB6E-F6B0-350B-0666-46E1A4D1D80C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3" creationId="{6C374949-9E3B-585A-7506-3CA63937BE15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4" creationId="{58EA26CA-B1E9-EE41-22AA-F6EE91147057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6" creationId="{37FF7E32-4888-A433-B9B0-B58655CA500B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7" creationId="{A49D2749-8C7C-354B-1E44-1CFE7B0502C9}"/>
          </ac:spMkLst>
        </pc:spChg>
        <pc:spChg chg="del">
          <ac:chgData name="Hironari Yamada" userId="e57621f8-ec3c-449e-bb19-001fffcc008e" providerId="ADAL" clId="{BC0BD879-F267-5CCA-8DEA-E3B2DD07DA4E}" dt="2026-08-31T01:03:37.487" v="30302" actId="478"/>
          <ac:spMkLst>
            <pc:docMk/>
            <pc:sldMk cId="578606573" sldId="2076139093"/>
            <ac:spMk id="28" creationId="{1B1C71FA-2BEF-713B-ACFD-7858B5661C44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9" creationId="{D8E3CD4D-31F2-DFEF-D440-9252CBC87ACD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30" creationId="{9C340DC3-23C6-7AFB-D122-01FA077B803A}"/>
          </ac:spMkLst>
        </pc:spChg>
        <pc:picChg chg="add mod">
          <ac:chgData name="Hironari Yamada" userId="e57621f8-ec3c-449e-bb19-001fffcc008e" providerId="ADAL" clId="{BC0BD879-F267-5CCA-8DEA-E3B2DD07DA4E}" dt="2026-08-31T01:04:25.569" v="30305" actId="14100"/>
          <ac:picMkLst>
            <pc:docMk/>
            <pc:sldMk cId="578606573" sldId="2076139093"/>
            <ac:picMk id="5" creationId="{429D8F10-C02F-E311-57D9-39BCD8B23664}"/>
          </ac:picMkLst>
        </pc:picChg>
        <pc:picChg chg="add del mod">
          <ac:chgData name="Hironari Yamada" userId="e57621f8-ec3c-449e-bb19-001fffcc008e" providerId="ADAL" clId="{BC0BD879-F267-5CCA-8DEA-E3B2DD07DA4E}" dt="2026-08-31T02:07:48.754" v="30312" actId="478"/>
          <ac:picMkLst>
            <pc:docMk/>
            <pc:sldMk cId="578606573" sldId="2076139093"/>
            <ac:picMk id="7" creationId="{4701E803-558F-6305-F565-F8FA6D83D563}"/>
          </ac:picMkLst>
        </pc:picChg>
        <pc:picChg chg="add mod">
          <ac:chgData name="Hironari Yamada" userId="e57621f8-ec3c-449e-bb19-001fffcc008e" providerId="ADAL" clId="{BC0BD879-F267-5CCA-8DEA-E3B2DD07DA4E}" dt="2026-08-31T02:08:21.567" v="30316" actId="14100"/>
          <ac:picMkLst>
            <pc:docMk/>
            <pc:sldMk cId="578606573" sldId="2076139093"/>
            <ac:picMk id="8" creationId="{3551E74A-DCD3-19BD-1890-300C89E2B647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6:56.442" v="43735" actId="2696"/>
        <pc:sldMkLst>
          <pc:docMk/>
          <pc:sldMk cId="437735080" sldId="2076139094"/>
        </pc:sldMkLst>
        <pc:spChg chg="mod">
          <ac:chgData name="Hironari Yamada" userId="e57621f8-ec3c-449e-bb19-001fffcc008e" providerId="ADAL" clId="{BC0BD879-F267-5CCA-8DEA-E3B2DD07DA4E}" dt="2026-08-31T02:14:15.984" v="30737" actId="20577"/>
          <ac:spMkLst>
            <pc:docMk/>
            <pc:sldMk cId="437735080" sldId="2076139094"/>
            <ac:spMk id="3" creationId="{2FE71F3A-6341-EE07-8D4A-CF0944206D35}"/>
          </ac:spMkLst>
        </pc:spChg>
        <pc:spChg chg="del">
          <ac:chgData name="Hironari Yamada" userId="e57621f8-ec3c-449e-bb19-001fffcc008e" providerId="ADAL" clId="{BC0BD879-F267-5CCA-8DEA-E3B2DD07DA4E}" dt="2026-08-31T02:12:13.571" v="30571" actId="478"/>
          <ac:spMkLst>
            <pc:docMk/>
            <pc:sldMk cId="437735080" sldId="2076139094"/>
            <ac:spMk id="6" creationId="{2A48D46F-158E-3B4B-B1DF-4120E04DCA3A}"/>
          </ac:spMkLst>
        </pc:spChg>
        <pc:spChg chg="del">
          <ac:chgData name="Hironari Yamada" userId="e57621f8-ec3c-449e-bb19-001fffcc008e" providerId="ADAL" clId="{BC0BD879-F267-5CCA-8DEA-E3B2DD07DA4E}" dt="2026-08-31T02:12:13.571" v="30571" actId="478"/>
          <ac:spMkLst>
            <pc:docMk/>
            <pc:sldMk cId="437735080" sldId="2076139094"/>
            <ac:spMk id="7" creationId="{57BBDAB7-7EFD-255D-56E7-7B1ACB1DC738}"/>
          </ac:spMkLst>
        </pc:spChg>
        <pc:spChg chg="del">
          <ac:chgData name="Hironari Yamada" userId="e57621f8-ec3c-449e-bb19-001fffcc008e" providerId="ADAL" clId="{BC0BD879-F267-5CCA-8DEA-E3B2DD07DA4E}" dt="2026-08-31T02:12:13.571" v="30571" actId="478"/>
          <ac:spMkLst>
            <pc:docMk/>
            <pc:sldMk cId="437735080" sldId="2076139094"/>
            <ac:spMk id="10" creationId="{D957D356-1E3B-8E8C-2BC8-928B0CD34384}"/>
          </ac:spMkLst>
        </pc:spChg>
        <pc:spChg chg="del">
          <ac:chgData name="Hironari Yamada" userId="e57621f8-ec3c-449e-bb19-001fffcc008e" providerId="ADAL" clId="{BC0BD879-F267-5CCA-8DEA-E3B2DD07DA4E}" dt="2026-08-31T02:12:13.571" v="30571" actId="478"/>
          <ac:spMkLst>
            <pc:docMk/>
            <pc:sldMk cId="437735080" sldId="2076139094"/>
            <ac:spMk id="11" creationId="{F11662F8-150E-2BF2-3561-6C318BF7BB06}"/>
          </ac:spMkLst>
        </pc:spChg>
        <pc:spChg chg="add mod">
          <ac:chgData name="Hironari Yamada" userId="e57621f8-ec3c-449e-bb19-001fffcc008e" providerId="ADAL" clId="{BC0BD879-F267-5CCA-8DEA-E3B2DD07DA4E}" dt="2026-08-31T02:13:50.961" v="30607" actId="14100"/>
          <ac:spMkLst>
            <pc:docMk/>
            <pc:sldMk cId="437735080" sldId="2076139094"/>
            <ac:spMk id="15" creationId="{7C74C1ED-D675-0A62-525F-3667C957A068}"/>
          </ac:spMkLst>
        </pc:spChg>
        <pc:spChg chg="add mod">
          <ac:chgData name="Hironari Yamada" userId="e57621f8-ec3c-449e-bb19-001fffcc008e" providerId="ADAL" clId="{BC0BD879-F267-5CCA-8DEA-E3B2DD07DA4E}" dt="2026-08-31T02:14:23.805" v="30740" actId="14100"/>
          <ac:spMkLst>
            <pc:docMk/>
            <pc:sldMk cId="437735080" sldId="2076139094"/>
            <ac:spMk id="16" creationId="{019DC01A-5E01-33C4-2555-B13021A79E61}"/>
          </ac:spMkLst>
        </pc:spChg>
        <pc:spChg chg="add mod">
          <ac:chgData name="Hironari Yamada" userId="e57621f8-ec3c-449e-bb19-001fffcc008e" providerId="ADAL" clId="{BC0BD879-F267-5CCA-8DEA-E3B2DD07DA4E}" dt="2026-08-31T02:14:42.527" v="30763" actId="1076"/>
          <ac:spMkLst>
            <pc:docMk/>
            <pc:sldMk cId="437735080" sldId="2076139094"/>
            <ac:spMk id="17" creationId="{CAA3DFCF-318B-464F-A1F9-9510577ECFF3}"/>
          </ac:spMkLst>
        </pc:spChg>
        <pc:spChg chg="add mod">
          <ac:chgData name="Hironari Yamada" userId="e57621f8-ec3c-449e-bb19-001fffcc008e" providerId="ADAL" clId="{BC0BD879-F267-5CCA-8DEA-E3B2DD07DA4E}" dt="2026-08-31T02:14:48.485" v="30774" actId="20577"/>
          <ac:spMkLst>
            <pc:docMk/>
            <pc:sldMk cId="437735080" sldId="2076139094"/>
            <ac:spMk id="18" creationId="{3D5ED998-04F8-8945-ACCA-0EE5B9910396}"/>
          </ac:spMkLst>
        </pc:spChg>
        <pc:spChg chg="add mod">
          <ac:chgData name="Hironari Yamada" userId="e57621f8-ec3c-449e-bb19-001fffcc008e" providerId="ADAL" clId="{BC0BD879-F267-5CCA-8DEA-E3B2DD07DA4E}" dt="2026-08-31T02:15:31.951" v="30776" actId="1076"/>
          <ac:spMkLst>
            <pc:docMk/>
            <pc:sldMk cId="437735080" sldId="2076139094"/>
            <ac:spMk id="19" creationId="{AEC5DB99-B7E6-416F-77B2-F0FA3CC69D78}"/>
          </ac:spMkLst>
        </pc:spChg>
        <pc:spChg chg="add mod">
          <ac:chgData name="Hironari Yamada" userId="e57621f8-ec3c-449e-bb19-001fffcc008e" providerId="ADAL" clId="{BC0BD879-F267-5CCA-8DEA-E3B2DD07DA4E}" dt="2026-08-31T02:15:46.192" v="30809" actId="20577"/>
          <ac:spMkLst>
            <pc:docMk/>
            <pc:sldMk cId="437735080" sldId="2076139094"/>
            <ac:spMk id="20" creationId="{7BEE2938-2306-4FB3-A0AF-3B36DC007681}"/>
          </ac:spMkLst>
        </pc:spChg>
        <pc:spChg chg="add del mod">
          <ac:chgData name="Hironari Yamada" userId="e57621f8-ec3c-449e-bb19-001fffcc008e" providerId="ADAL" clId="{BC0BD879-F267-5CCA-8DEA-E3B2DD07DA4E}" dt="2026-08-31T02:16:47.422" v="30864" actId="478"/>
          <ac:spMkLst>
            <pc:docMk/>
            <pc:sldMk cId="437735080" sldId="2076139094"/>
            <ac:spMk id="21" creationId="{61C9C8A3-B230-B556-9E1B-72F5D5DBE548}"/>
          </ac:spMkLst>
        </pc:spChg>
        <pc:picChg chg="del">
          <ac:chgData name="Hironari Yamada" userId="e57621f8-ec3c-449e-bb19-001fffcc008e" providerId="ADAL" clId="{BC0BD879-F267-5CCA-8DEA-E3B2DD07DA4E}" dt="2026-08-31T02:12:13.571" v="30571" actId="478"/>
          <ac:picMkLst>
            <pc:docMk/>
            <pc:sldMk cId="437735080" sldId="2076139094"/>
            <ac:picMk id="5" creationId="{BEA3BD21-AC10-BEBA-E535-9526C6C99A93}"/>
          </ac:picMkLst>
        </pc:picChg>
        <pc:picChg chg="del">
          <ac:chgData name="Hironari Yamada" userId="e57621f8-ec3c-449e-bb19-001fffcc008e" providerId="ADAL" clId="{BC0BD879-F267-5CCA-8DEA-E3B2DD07DA4E}" dt="2026-08-31T02:12:13.571" v="30571" actId="478"/>
          <ac:picMkLst>
            <pc:docMk/>
            <pc:sldMk cId="437735080" sldId="2076139094"/>
            <ac:picMk id="8" creationId="{1A77A484-FDF0-F11E-3799-F95F0A8FA929}"/>
          </ac:picMkLst>
        </pc:picChg>
        <pc:picChg chg="add mod">
          <ac:chgData name="Hironari Yamada" userId="e57621f8-ec3c-449e-bb19-001fffcc008e" providerId="ADAL" clId="{BC0BD879-F267-5CCA-8DEA-E3B2DD07DA4E}" dt="2026-08-31T02:12:27.050" v="30575" actId="14100"/>
          <ac:picMkLst>
            <pc:docMk/>
            <pc:sldMk cId="437735080" sldId="2076139094"/>
            <ac:picMk id="12" creationId="{EF08F2C7-CC2B-2E3B-3232-E6F2DA06C6B3}"/>
          </ac:picMkLst>
        </pc:picChg>
        <pc:picChg chg="add mod">
          <ac:chgData name="Hironari Yamada" userId="e57621f8-ec3c-449e-bb19-001fffcc008e" providerId="ADAL" clId="{BC0BD879-F267-5CCA-8DEA-E3B2DD07DA4E}" dt="2026-08-31T02:13:34.624" v="30604" actId="14100"/>
          <ac:picMkLst>
            <pc:docMk/>
            <pc:sldMk cId="437735080" sldId="2076139094"/>
            <ac:picMk id="14" creationId="{9E3C6CED-FB70-B66B-1C25-56E668E214B0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6:56.455" v="43747" actId="2696"/>
        <pc:sldMkLst>
          <pc:docMk/>
          <pc:sldMk cId="1947639022" sldId="2076139095"/>
        </pc:sldMkLst>
        <pc:spChg chg="mod">
          <ac:chgData name="Hironari Yamada" userId="e57621f8-ec3c-449e-bb19-001fffcc008e" providerId="ADAL" clId="{BC0BD879-F267-5CCA-8DEA-E3B2DD07DA4E}" dt="2026-08-31T02:16:37.339" v="30862" actId="20577"/>
          <ac:spMkLst>
            <pc:docMk/>
            <pc:sldMk cId="1947639022" sldId="2076139095"/>
            <ac:spMk id="3" creationId="{91ED89E9-7ED2-4E8A-FACE-E4542ACF938E}"/>
          </ac:spMkLst>
        </pc:spChg>
        <pc:spChg chg="add mod">
          <ac:chgData name="Hironari Yamada" userId="e57621f8-ec3c-449e-bb19-001fffcc008e" providerId="ADAL" clId="{BC0BD879-F267-5CCA-8DEA-E3B2DD07DA4E}" dt="2026-08-31T04:24:03.221" v="30878" actId="692"/>
          <ac:spMkLst>
            <pc:docMk/>
            <pc:sldMk cId="1947639022" sldId="2076139095"/>
            <ac:spMk id="7" creationId="{401C193F-E878-6072-7775-B4A14ADD4890}"/>
          </ac:spMkLst>
        </pc:spChg>
        <pc:spChg chg="add mod">
          <ac:chgData name="Hironari Yamada" userId="e57621f8-ec3c-449e-bb19-001fffcc008e" providerId="ADAL" clId="{BC0BD879-F267-5CCA-8DEA-E3B2DD07DA4E}" dt="2026-08-31T04:24:42.648" v="30968" actId="207"/>
          <ac:spMkLst>
            <pc:docMk/>
            <pc:sldMk cId="1947639022" sldId="2076139095"/>
            <ac:spMk id="8" creationId="{E14193F5-13A2-C385-F162-BB6F81B39A0C}"/>
          </ac:spMkLst>
        </pc:spChg>
        <pc:spChg chg="add mod">
          <ac:chgData name="Hironari Yamada" userId="e57621f8-ec3c-449e-bb19-001fffcc008e" providerId="ADAL" clId="{BC0BD879-F267-5CCA-8DEA-E3B2DD07DA4E}" dt="2026-08-31T04:24:40.251" v="30967" actId="14100"/>
          <ac:spMkLst>
            <pc:docMk/>
            <pc:sldMk cId="1947639022" sldId="2076139095"/>
            <ac:spMk id="10" creationId="{49ED713C-79D8-C792-E83A-A9F89916A9BF}"/>
          </ac:spMkLst>
        </pc:spChg>
        <pc:spChg chg="add mod">
          <ac:chgData name="Hironari Yamada" userId="e57621f8-ec3c-449e-bb19-001fffcc008e" providerId="ADAL" clId="{BC0BD879-F267-5CCA-8DEA-E3B2DD07DA4E}" dt="2026-08-31T04:24:48.544" v="30980" actId="20577"/>
          <ac:spMkLst>
            <pc:docMk/>
            <pc:sldMk cId="1947639022" sldId="2076139095"/>
            <ac:spMk id="11" creationId="{D0AD00F1-BC95-E79B-2D2C-E6239CFF6CCA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15" creationId="{6923C529-FA08-0F86-FBC9-E34EAA819AC5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16" creationId="{374A9DE7-2799-E50B-EDA9-8DBB59DFA00E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17" creationId="{F82F7592-23BC-C407-511E-B5F61CEDB896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18" creationId="{110781D7-9967-2051-59CC-A109DFDB66E8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19" creationId="{14596C61-D0E5-5798-3826-5F97BA8C9307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20" creationId="{7050E531-399A-84D6-68E5-0BD560613993}"/>
          </ac:spMkLst>
        </pc:spChg>
        <pc:spChg chg="del">
          <ac:chgData name="Hironari Yamada" userId="e57621f8-ec3c-449e-bb19-001fffcc008e" providerId="ADAL" clId="{BC0BD879-F267-5CCA-8DEA-E3B2DD07DA4E}" dt="2026-08-31T02:16:42.968" v="30863" actId="478"/>
          <ac:spMkLst>
            <pc:docMk/>
            <pc:sldMk cId="1947639022" sldId="2076139095"/>
            <ac:spMk id="21" creationId="{61538930-1E79-1BB2-6FFA-5FA1EA34E7A6}"/>
          </ac:spMkLst>
        </pc:spChg>
        <pc:spChg chg="add mod">
          <ac:chgData name="Hironari Yamada" userId="e57621f8-ec3c-449e-bb19-001fffcc008e" providerId="ADAL" clId="{BC0BD879-F267-5CCA-8DEA-E3B2DD07DA4E}" dt="2026-08-31T04:25:43.554" v="30989" actId="14100"/>
          <ac:spMkLst>
            <pc:docMk/>
            <pc:sldMk cId="1947639022" sldId="2076139095"/>
            <ac:spMk id="23" creationId="{3337B92B-CD82-835D-393C-51E4EFDFB76D}"/>
          </ac:spMkLst>
        </pc:spChg>
        <pc:spChg chg="add mod">
          <ac:chgData name="Hironari Yamada" userId="e57621f8-ec3c-449e-bb19-001fffcc008e" providerId="ADAL" clId="{BC0BD879-F267-5CCA-8DEA-E3B2DD07DA4E}" dt="2026-08-31T04:25:55.922" v="31039" actId="20577"/>
          <ac:spMkLst>
            <pc:docMk/>
            <pc:sldMk cId="1947639022" sldId="2076139095"/>
            <ac:spMk id="24" creationId="{E9F46F6A-6E5A-66C6-3F22-2B77B8EA0C30}"/>
          </ac:spMkLst>
        </pc:spChg>
        <pc:spChg chg="add mod">
          <ac:chgData name="Hironari Yamada" userId="e57621f8-ec3c-449e-bb19-001fffcc008e" providerId="ADAL" clId="{BC0BD879-F267-5CCA-8DEA-E3B2DD07DA4E}" dt="2026-08-31T04:26:12.845" v="31040"/>
          <ac:spMkLst>
            <pc:docMk/>
            <pc:sldMk cId="1947639022" sldId="2076139095"/>
            <ac:spMk id="25" creationId="{2A6A733B-6F72-F615-3C4E-26763A6238C5}"/>
          </ac:spMkLst>
        </pc:spChg>
        <pc:picChg chg="add mod">
          <ac:chgData name="Hironari Yamada" userId="e57621f8-ec3c-449e-bb19-001fffcc008e" providerId="ADAL" clId="{BC0BD879-F267-5CCA-8DEA-E3B2DD07DA4E}" dt="2026-08-31T04:23:48.290" v="30871" actId="1076"/>
          <ac:picMkLst>
            <pc:docMk/>
            <pc:sldMk cId="1947639022" sldId="2076139095"/>
            <ac:picMk id="6" creationId="{7B398163-C1A2-97A9-AA44-C6CFD7469E34}"/>
          </ac:picMkLst>
        </pc:picChg>
        <pc:picChg chg="del">
          <ac:chgData name="Hironari Yamada" userId="e57621f8-ec3c-449e-bb19-001fffcc008e" providerId="ADAL" clId="{BC0BD879-F267-5CCA-8DEA-E3B2DD07DA4E}" dt="2026-08-31T02:16:52.174" v="30865" actId="478"/>
          <ac:picMkLst>
            <pc:docMk/>
            <pc:sldMk cId="1947639022" sldId="2076139095"/>
            <ac:picMk id="12" creationId="{F79FE196-6E04-CADE-921C-2757E565CD81}"/>
          </ac:picMkLst>
        </pc:picChg>
        <pc:picChg chg="del">
          <ac:chgData name="Hironari Yamada" userId="e57621f8-ec3c-449e-bb19-001fffcc008e" providerId="ADAL" clId="{BC0BD879-F267-5CCA-8DEA-E3B2DD07DA4E}" dt="2026-08-31T02:16:52.174" v="30865" actId="478"/>
          <ac:picMkLst>
            <pc:docMk/>
            <pc:sldMk cId="1947639022" sldId="2076139095"/>
            <ac:picMk id="14" creationId="{4290E8E2-E27A-71BA-0A38-BBB2040DAD09}"/>
          </ac:picMkLst>
        </pc:picChg>
        <pc:picChg chg="add mod">
          <ac:chgData name="Hironari Yamada" userId="e57621f8-ec3c-449e-bb19-001fffcc008e" providerId="ADAL" clId="{BC0BD879-F267-5CCA-8DEA-E3B2DD07DA4E}" dt="2026-08-31T04:25:30.711" v="30985" actId="14100"/>
          <ac:picMkLst>
            <pc:docMk/>
            <pc:sldMk cId="1947639022" sldId="2076139095"/>
            <ac:picMk id="22" creationId="{7C089879-701F-FC0F-4CA5-8809706BE37B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6:56.457" v="43749" actId="2696"/>
        <pc:sldMkLst>
          <pc:docMk/>
          <pc:sldMk cId="2803268109" sldId="2076139096"/>
        </pc:sldMkLst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7" creationId="{D7DCE232-CA35-E3E9-829C-0B8616DF643B}"/>
          </ac:spMkLst>
        </pc:spChg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8" creationId="{55EE78D8-F0E1-3BDA-AD3C-FB7E12D30D1F}"/>
          </ac:spMkLst>
        </pc:spChg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10" creationId="{0E6F8099-AE14-8719-6258-311AD4C25627}"/>
          </ac:spMkLst>
        </pc:spChg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11" creationId="{4A19C75A-4D24-D89D-4692-A153B0D9305D}"/>
          </ac:spMkLst>
        </pc:spChg>
        <pc:spChg chg="add mod">
          <ac:chgData name="Hironari Yamada" userId="e57621f8-ec3c-449e-bb19-001fffcc008e" providerId="ADAL" clId="{BC0BD879-F267-5CCA-8DEA-E3B2DD07DA4E}" dt="2026-08-31T04:27:15.638" v="31050" actId="14100"/>
          <ac:spMkLst>
            <pc:docMk/>
            <pc:sldMk cId="2803268109" sldId="2076139096"/>
            <ac:spMk id="13" creationId="{1F163AF7-E38F-DDDF-DC23-101C05A40343}"/>
          </ac:spMkLst>
        </pc:spChg>
        <pc:spChg chg="add mod">
          <ac:chgData name="Hironari Yamada" userId="e57621f8-ec3c-449e-bb19-001fffcc008e" providerId="ADAL" clId="{BC0BD879-F267-5CCA-8DEA-E3B2DD07DA4E}" dt="2026-08-31T04:27:27.968" v="31093" actId="1076"/>
          <ac:spMkLst>
            <pc:docMk/>
            <pc:sldMk cId="2803268109" sldId="2076139096"/>
            <ac:spMk id="14" creationId="{A0878D06-D4BC-0344-3EF6-9ED82A2AF671}"/>
          </ac:spMkLst>
        </pc:spChg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23" creationId="{11584895-E7D7-01C7-C3BF-AE402B03FEAC}"/>
          </ac:spMkLst>
        </pc:spChg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24" creationId="{039C7D20-C1FB-206C-3693-A2CF53499F21}"/>
          </ac:spMkLst>
        </pc:spChg>
        <pc:picChg chg="del">
          <ac:chgData name="Hironari Yamada" userId="e57621f8-ec3c-449e-bb19-001fffcc008e" providerId="ADAL" clId="{BC0BD879-F267-5CCA-8DEA-E3B2DD07DA4E}" dt="2026-08-31T04:26:45.958" v="31042" actId="478"/>
          <ac:picMkLst>
            <pc:docMk/>
            <pc:sldMk cId="2803268109" sldId="2076139096"/>
            <ac:picMk id="6" creationId="{60C03FBE-7D3F-2490-73EB-49E2A4BF63E3}"/>
          </ac:picMkLst>
        </pc:picChg>
        <pc:picChg chg="add mod">
          <ac:chgData name="Hironari Yamada" userId="e57621f8-ec3c-449e-bb19-001fffcc008e" providerId="ADAL" clId="{BC0BD879-F267-5CCA-8DEA-E3B2DD07DA4E}" dt="2026-08-31T04:27:02.739" v="31047" actId="1076"/>
          <ac:picMkLst>
            <pc:docMk/>
            <pc:sldMk cId="2803268109" sldId="2076139096"/>
            <ac:picMk id="12" creationId="{1EC3190C-33D5-55C2-4B0E-6DDA542CDBEE}"/>
          </ac:picMkLst>
        </pc:picChg>
        <pc:picChg chg="del">
          <ac:chgData name="Hironari Yamada" userId="e57621f8-ec3c-449e-bb19-001fffcc008e" providerId="ADAL" clId="{BC0BD879-F267-5CCA-8DEA-E3B2DD07DA4E}" dt="2026-08-31T04:26:45.958" v="31042" actId="478"/>
          <ac:picMkLst>
            <pc:docMk/>
            <pc:sldMk cId="2803268109" sldId="2076139096"/>
            <ac:picMk id="22" creationId="{A3AB619D-9C77-E0F5-D0D4-1F9429666F89}"/>
          </ac:picMkLst>
        </pc:picChg>
      </pc:sldChg>
      <pc:sldChg chg="addSp modSp add mod">
        <pc:chgData name="Hironari Yamada" userId="e57621f8-ec3c-449e-bb19-001fffcc008e" providerId="ADAL" clId="{BC0BD879-F267-5CCA-8DEA-E3B2DD07DA4E}" dt="2026-08-31T05:36:08.474" v="34077" actId="20577"/>
        <pc:sldMkLst>
          <pc:docMk/>
          <pc:sldMk cId="2275900580" sldId="2076139097"/>
        </pc:sldMkLst>
        <pc:spChg chg="mod">
          <ac:chgData name="Hironari Yamada" userId="e57621f8-ec3c-449e-bb19-001fffcc008e" providerId="ADAL" clId="{BC0BD879-F267-5CCA-8DEA-E3B2DD07DA4E}" dt="2026-08-31T05:23:26.737" v="33924" actId="20577"/>
          <ac:spMkLst>
            <pc:docMk/>
            <pc:sldMk cId="2275900580" sldId="2076139097"/>
            <ac:spMk id="3" creationId="{718D6F49-B598-CDAB-44FA-EED3570B2FF2}"/>
          </ac:spMkLst>
        </pc:spChg>
        <pc:spChg chg="add mod">
          <ac:chgData name="Hironari Yamada" userId="e57621f8-ec3c-449e-bb19-001fffcc008e" providerId="ADAL" clId="{BC0BD879-F267-5CCA-8DEA-E3B2DD07DA4E}" dt="2026-08-31T05:35:04.674" v="33935" actId="14100"/>
          <ac:spMkLst>
            <pc:docMk/>
            <pc:sldMk cId="2275900580" sldId="2076139097"/>
            <ac:spMk id="7" creationId="{0C072431-12EB-6445-B394-3DA0D8C9A266}"/>
          </ac:spMkLst>
        </pc:spChg>
        <pc:spChg chg="add mod">
          <ac:chgData name="Hironari Yamada" userId="e57621f8-ec3c-449e-bb19-001fffcc008e" providerId="ADAL" clId="{BC0BD879-F267-5CCA-8DEA-E3B2DD07DA4E}" dt="2026-08-31T05:35:18.776" v="34002" actId="20577"/>
          <ac:spMkLst>
            <pc:docMk/>
            <pc:sldMk cId="2275900580" sldId="2076139097"/>
            <ac:spMk id="8" creationId="{F00B46BA-D6C4-D131-2FED-C4FE2CE230F1}"/>
          </ac:spMkLst>
        </pc:spChg>
        <pc:spChg chg="mod">
          <ac:chgData name="Hironari Yamada" userId="e57621f8-ec3c-449e-bb19-001fffcc008e" providerId="ADAL" clId="{BC0BD879-F267-5CCA-8DEA-E3B2DD07DA4E}" dt="2026-08-31T05:22:54.754" v="33758" actId="20577"/>
          <ac:spMkLst>
            <pc:docMk/>
            <pc:sldMk cId="2275900580" sldId="2076139097"/>
            <ac:spMk id="9" creationId="{4EA67346-7F29-BA16-CFAB-A998BBEA2B40}"/>
          </ac:spMkLst>
        </pc:spChg>
        <pc:spChg chg="add mod">
          <ac:chgData name="Hironari Yamada" userId="e57621f8-ec3c-449e-bb19-001fffcc008e" providerId="ADAL" clId="{BC0BD879-F267-5CCA-8DEA-E3B2DD07DA4E}" dt="2026-08-31T05:35:32.354" v="34010" actId="1035"/>
          <ac:spMkLst>
            <pc:docMk/>
            <pc:sldMk cId="2275900580" sldId="2076139097"/>
            <ac:spMk id="10" creationId="{F6DB3F5C-5B82-EFBE-C367-65E161A9C1DE}"/>
          </ac:spMkLst>
        </pc:spChg>
        <pc:spChg chg="add mod">
          <ac:chgData name="Hironari Yamada" userId="e57621f8-ec3c-449e-bb19-001fffcc008e" providerId="ADAL" clId="{BC0BD879-F267-5CCA-8DEA-E3B2DD07DA4E}" dt="2026-08-31T05:35:42.341" v="34025" actId="20577"/>
          <ac:spMkLst>
            <pc:docMk/>
            <pc:sldMk cId="2275900580" sldId="2076139097"/>
            <ac:spMk id="11" creationId="{91AA2F9B-9D7F-DF7E-4EBC-8A3FE1D701A5}"/>
          </ac:spMkLst>
        </pc:spChg>
        <pc:spChg chg="add mod">
          <ac:chgData name="Hironari Yamada" userId="e57621f8-ec3c-449e-bb19-001fffcc008e" providerId="ADAL" clId="{BC0BD879-F267-5CCA-8DEA-E3B2DD07DA4E}" dt="2026-08-31T05:35:55.237" v="34028" actId="14100"/>
          <ac:spMkLst>
            <pc:docMk/>
            <pc:sldMk cId="2275900580" sldId="2076139097"/>
            <ac:spMk id="12" creationId="{1933708D-BCA9-9085-E0E1-90BFA318A520}"/>
          </ac:spMkLst>
        </pc:spChg>
        <pc:spChg chg="add mod">
          <ac:chgData name="Hironari Yamada" userId="e57621f8-ec3c-449e-bb19-001fffcc008e" providerId="ADAL" clId="{BC0BD879-F267-5CCA-8DEA-E3B2DD07DA4E}" dt="2026-08-31T05:36:08.474" v="34077" actId="20577"/>
          <ac:spMkLst>
            <pc:docMk/>
            <pc:sldMk cId="2275900580" sldId="2076139097"/>
            <ac:spMk id="13" creationId="{4E3D4790-0063-6AF6-7C9D-474CE0240505}"/>
          </ac:spMkLst>
        </pc:spChg>
        <pc:picChg chg="add mod">
          <ac:chgData name="Hironari Yamada" userId="e57621f8-ec3c-449e-bb19-001fffcc008e" providerId="ADAL" clId="{BC0BD879-F267-5CCA-8DEA-E3B2DD07DA4E}" dt="2026-08-31T05:25:19.608" v="33928" actId="14100"/>
          <ac:picMkLst>
            <pc:docMk/>
            <pc:sldMk cId="2275900580" sldId="2076139097"/>
            <ac:picMk id="5" creationId="{FD8912A2-E67A-A4B9-A207-8607C402BB6C}"/>
          </ac:picMkLst>
        </pc:picChg>
        <pc:picChg chg="add mod">
          <ac:chgData name="Hironari Yamada" userId="e57621f8-ec3c-449e-bb19-001fffcc008e" providerId="ADAL" clId="{BC0BD879-F267-5CCA-8DEA-E3B2DD07DA4E}" dt="2026-08-31T05:34:53.948" v="33932" actId="14100"/>
          <ac:picMkLst>
            <pc:docMk/>
            <pc:sldMk cId="2275900580" sldId="2076139097"/>
            <ac:picMk id="6" creationId="{A9F5687D-DB47-AEFF-B810-D3C8847ADE5E}"/>
          </ac:picMkLst>
        </pc:picChg>
      </pc:sldChg>
      <pc:sldChg chg="addSp modSp add mod">
        <pc:chgData name="Hironari Yamada" userId="e57621f8-ec3c-449e-bb19-001fffcc008e" providerId="ADAL" clId="{BC0BD879-F267-5CCA-8DEA-E3B2DD07DA4E}" dt="2026-08-31T11:24:07.138" v="36503" actId="1076"/>
        <pc:sldMkLst>
          <pc:docMk/>
          <pc:sldMk cId="2362289138" sldId="2076139098"/>
        </pc:sldMkLst>
        <pc:spChg chg="mod">
          <ac:chgData name="Hironari Yamada" userId="e57621f8-ec3c-449e-bb19-001fffcc008e" providerId="ADAL" clId="{BC0BD879-F267-5CCA-8DEA-E3B2DD07DA4E}" dt="2026-08-31T07:17:12.008" v="35689" actId="20577"/>
          <ac:spMkLst>
            <pc:docMk/>
            <pc:sldMk cId="2362289138" sldId="2076139098"/>
            <ac:spMk id="3" creationId="{37A7DA6D-CC74-1076-39C7-9CA0F4AAD70B}"/>
          </ac:spMkLst>
        </pc:spChg>
        <pc:spChg chg="add mod">
          <ac:chgData name="Hironari Yamada" userId="e57621f8-ec3c-449e-bb19-001fffcc008e" providerId="ADAL" clId="{BC0BD879-F267-5CCA-8DEA-E3B2DD07DA4E}" dt="2026-08-31T07:18:33.770" v="35695" actId="14100"/>
          <ac:spMkLst>
            <pc:docMk/>
            <pc:sldMk cId="2362289138" sldId="2076139098"/>
            <ac:spMk id="6" creationId="{FFDCFA8F-D5B9-F5F5-B420-0F17A08FDD4E}"/>
          </ac:spMkLst>
        </pc:spChg>
        <pc:spChg chg="add mod">
          <ac:chgData name="Hironari Yamada" userId="e57621f8-ec3c-449e-bb19-001fffcc008e" providerId="ADAL" clId="{BC0BD879-F267-5CCA-8DEA-E3B2DD07DA4E}" dt="2026-08-31T07:18:36.413" v="35697" actId="1076"/>
          <ac:spMkLst>
            <pc:docMk/>
            <pc:sldMk cId="2362289138" sldId="2076139098"/>
            <ac:spMk id="7" creationId="{993144B3-684F-B00B-983C-B2909F42FF29}"/>
          </ac:spMkLst>
        </pc:spChg>
        <pc:spChg chg="add mod">
          <ac:chgData name="Hironari Yamada" userId="e57621f8-ec3c-449e-bb19-001fffcc008e" providerId="ADAL" clId="{BC0BD879-F267-5CCA-8DEA-E3B2DD07DA4E}" dt="2026-08-31T07:18:48.587" v="35702" actId="20577"/>
          <ac:spMkLst>
            <pc:docMk/>
            <pc:sldMk cId="2362289138" sldId="2076139098"/>
            <ac:spMk id="8" creationId="{CFE0A4E3-191C-31CA-9E67-31B2FD1116F6}"/>
          </ac:spMkLst>
        </pc:spChg>
        <pc:spChg chg="mod">
          <ac:chgData name="Hironari Yamada" userId="e57621f8-ec3c-449e-bb19-001fffcc008e" providerId="ADAL" clId="{BC0BD879-F267-5CCA-8DEA-E3B2DD07DA4E}" dt="2026-08-31T07:16:48.867" v="35593" actId="20577"/>
          <ac:spMkLst>
            <pc:docMk/>
            <pc:sldMk cId="2362289138" sldId="2076139098"/>
            <ac:spMk id="9" creationId="{0E46C9E7-56AE-8FE0-761A-B52B4782C202}"/>
          </ac:spMkLst>
        </pc:spChg>
        <pc:spChg chg="add mod">
          <ac:chgData name="Hironari Yamada" userId="e57621f8-ec3c-449e-bb19-001fffcc008e" providerId="ADAL" clId="{BC0BD879-F267-5CCA-8DEA-E3B2DD07DA4E}" dt="2026-08-31T11:24:07.138" v="36503" actId="1076"/>
          <ac:spMkLst>
            <pc:docMk/>
            <pc:sldMk cId="2362289138" sldId="2076139098"/>
            <ac:spMk id="10" creationId="{27AA1D8B-E6EC-BDC1-F3C9-E3FE8AF9B5FA}"/>
          </ac:spMkLst>
        </pc:spChg>
        <pc:picChg chg="add mod">
          <ac:chgData name="Hironari Yamada" userId="e57621f8-ec3c-449e-bb19-001fffcc008e" providerId="ADAL" clId="{BC0BD879-F267-5CCA-8DEA-E3B2DD07DA4E}" dt="2026-08-31T07:18:20.018" v="35692" actId="1076"/>
          <ac:picMkLst>
            <pc:docMk/>
            <pc:sldMk cId="2362289138" sldId="2076139098"/>
            <ac:picMk id="5" creationId="{84C6B7AB-B5DC-8909-614E-01E2B87FB0F1}"/>
          </ac:picMkLst>
        </pc:picChg>
      </pc:sldChg>
      <pc:sldChg chg="addSp modSp add mod">
        <pc:chgData name="Hironari Yamada" userId="e57621f8-ec3c-449e-bb19-001fffcc008e" providerId="ADAL" clId="{BC0BD879-F267-5CCA-8DEA-E3B2DD07DA4E}" dt="2026-08-31T11:39:35.537" v="36710"/>
        <pc:sldMkLst>
          <pc:docMk/>
          <pc:sldMk cId="2128179225" sldId="2076139099"/>
        </pc:sldMkLst>
        <pc:spChg chg="mod">
          <ac:chgData name="Hironari Yamada" userId="e57621f8-ec3c-449e-bb19-001fffcc008e" providerId="ADAL" clId="{BC0BD879-F267-5CCA-8DEA-E3B2DD07DA4E}" dt="2026-08-31T11:25:03.317" v="36708" actId="20577"/>
          <ac:spMkLst>
            <pc:docMk/>
            <pc:sldMk cId="2128179225" sldId="2076139099"/>
            <ac:spMk id="3" creationId="{C3548EED-B795-2A84-70D2-C963D6D3CCB1}"/>
          </ac:spMkLst>
        </pc:spChg>
        <pc:spChg chg="add mod">
          <ac:chgData name="Hironari Yamada" userId="e57621f8-ec3c-449e-bb19-001fffcc008e" providerId="ADAL" clId="{BC0BD879-F267-5CCA-8DEA-E3B2DD07DA4E}" dt="2026-08-31T11:38:25.341" v="36709"/>
          <ac:spMkLst>
            <pc:docMk/>
            <pc:sldMk cId="2128179225" sldId="2076139099"/>
            <ac:spMk id="6" creationId="{D507FDE8-24ED-1735-4066-66E3F60CF13F}"/>
          </ac:spMkLst>
        </pc:spChg>
        <pc:spChg chg="add mod">
          <ac:chgData name="Hironari Yamada" userId="e57621f8-ec3c-449e-bb19-001fffcc008e" providerId="ADAL" clId="{BC0BD879-F267-5CCA-8DEA-E3B2DD07DA4E}" dt="2026-08-31T11:38:25.341" v="36709"/>
          <ac:spMkLst>
            <pc:docMk/>
            <pc:sldMk cId="2128179225" sldId="2076139099"/>
            <ac:spMk id="7" creationId="{987177C6-CA0F-A564-C05E-8DB6745B1A5F}"/>
          </ac:spMkLst>
        </pc:spChg>
        <pc:spChg chg="mod">
          <ac:chgData name="Hironari Yamada" userId="e57621f8-ec3c-449e-bb19-001fffcc008e" providerId="ADAL" clId="{BC0BD879-F267-5CCA-8DEA-E3B2DD07DA4E}" dt="2026-08-31T11:24:25.679" v="36574" actId="20577"/>
          <ac:spMkLst>
            <pc:docMk/>
            <pc:sldMk cId="2128179225" sldId="2076139099"/>
            <ac:spMk id="9" creationId="{BB0B9897-2F16-F664-4958-66F58FA4A8A7}"/>
          </ac:spMkLst>
        </pc:spChg>
        <pc:spChg chg="add mod">
          <ac:chgData name="Hironari Yamada" userId="e57621f8-ec3c-449e-bb19-001fffcc008e" providerId="ADAL" clId="{BC0BD879-F267-5CCA-8DEA-E3B2DD07DA4E}" dt="2026-08-31T11:38:25.341" v="36709"/>
          <ac:spMkLst>
            <pc:docMk/>
            <pc:sldMk cId="2128179225" sldId="2076139099"/>
            <ac:spMk id="10" creationId="{E5695D37-D40C-748B-ACEE-133F4435878B}"/>
          </ac:spMkLst>
        </pc:spChg>
        <pc:spChg chg="add mod">
          <ac:chgData name="Hironari Yamada" userId="e57621f8-ec3c-449e-bb19-001fffcc008e" providerId="ADAL" clId="{BC0BD879-F267-5CCA-8DEA-E3B2DD07DA4E}" dt="2026-08-31T11:38:25.341" v="36709"/>
          <ac:spMkLst>
            <pc:docMk/>
            <pc:sldMk cId="2128179225" sldId="2076139099"/>
            <ac:spMk id="11" creationId="{BE46846D-DBC5-8B12-8862-B3A42B1205E5}"/>
          </ac:spMkLst>
        </pc:spChg>
        <pc:spChg chg="add mod">
          <ac:chgData name="Hironari Yamada" userId="e57621f8-ec3c-449e-bb19-001fffcc008e" providerId="ADAL" clId="{BC0BD879-F267-5CCA-8DEA-E3B2DD07DA4E}" dt="2026-08-31T11:39:35.537" v="36710"/>
          <ac:spMkLst>
            <pc:docMk/>
            <pc:sldMk cId="2128179225" sldId="2076139099"/>
            <ac:spMk id="13" creationId="{9C5E4D4D-45FA-ECB0-BAAB-A8FB7FCA2A84}"/>
          </ac:spMkLst>
        </pc:spChg>
        <pc:spChg chg="add mod">
          <ac:chgData name="Hironari Yamada" userId="e57621f8-ec3c-449e-bb19-001fffcc008e" providerId="ADAL" clId="{BC0BD879-F267-5CCA-8DEA-E3B2DD07DA4E}" dt="2026-08-31T11:39:35.537" v="36710"/>
          <ac:spMkLst>
            <pc:docMk/>
            <pc:sldMk cId="2128179225" sldId="2076139099"/>
            <ac:spMk id="14" creationId="{94E8EDEB-0D97-B548-61C4-97060379B126}"/>
          </ac:spMkLst>
        </pc:spChg>
        <pc:spChg chg="add mod">
          <ac:chgData name="Hironari Yamada" userId="e57621f8-ec3c-449e-bb19-001fffcc008e" providerId="ADAL" clId="{BC0BD879-F267-5CCA-8DEA-E3B2DD07DA4E}" dt="2026-08-31T11:39:35.537" v="36710"/>
          <ac:spMkLst>
            <pc:docMk/>
            <pc:sldMk cId="2128179225" sldId="2076139099"/>
            <ac:spMk id="16" creationId="{D2E33A7A-BF2A-A5AF-CD97-124E0FB4263A}"/>
          </ac:spMkLst>
        </pc:spChg>
        <pc:spChg chg="add mod">
          <ac:chgData name="Hironari Yamada" userId="e57621f8-ec3c-449e-bb19-001fffcc008e" providerId="ADAL" clId="{BC0BD879-F267-5CCA-8DEA-E3B2DD07DA4E}" dt="2026-08-31T11:39:35.537" v="36710"/>
          <ac:spMkLst>
            <pc:docMk/>
            <pc:sldMk cId="2128179225" sldId="2076139099"/>
            <ac:spMk id="17" creationId="{B9ABF2BD-BC87-E3B9-9825-2FD50E4AAFFA}"/>
          </ac:spMkLst>
        </pc:spChg>
        <pc:picChg chg="add mod">
          <ac:chgData name="Hironari Yamada" userId="e57621f8-ec3c-449e-bb19-001fffcc008e" providerId="ADAL" clId="{BC0BD879-F267-5CCA-8DEA-E3B2DD07DA4E}" dt="2026-08-31T11:38:25.341" v="36709"/>
          <ac:picMkLst>
            <pc:docMk/>
            <pc:sldMk cId="2128179225" sldId="2076139099"/>
            <ac:picMk id="5" creationId="{3D5CBD79-43FF-1B69-F9C8-98A2DBB30CF4}"/>
          </ac:picMkLst>
        </pc:picChg>
        <pc:picChg chg="add mod">
          <ac:chgData name="Hironari Yamada" userId="e57621f8-ec3c-449e-bb19-001fffcc008e" providerId="ADAL" clId="{BC0BD879-F267-5CCA-8DEA-E3B2DD07DA4E}" dt="2026-08-31T11:38:25.341" v="36709"/>
          <ac:picMkLst>
            <pc:docMk/>
            <pc:sldMk cId="2128179225" sldId="2076139099"/>
            <ac:picMk id="8" creationId="{72CE4AD6-458E-8FDC-3795-4950278F86DE}"/>
          </ac:picMkLst>
        </pc:picChg>
        <pc:picChg chg="add mod">
          <ac:chgData name="Hironari Yamada" userId="e57621f8-ec3c-449e-bb19-001fffcc008e" providerId="ADAL" clId="{BC0BD879-F267-5CCA-8DEA-E3B2DD07DA4E}" dt="2026-08-31T11:39:35.537" v="36710"/>
          <ac:picMkLst>
            <pc:docMk/>
            <pc:sldMk cId="2128179225" sldId="2076139099"/>
            <ac:picMk id="12" creationId="{8DD93C41-5477-45F9-B8BA-2A98A2E34937}"/>
          </ac:picMkLst>
        </pc:picChg>
        <pc:picChg chg="add mod">
          <ac:chgData name="Hironari Yamada" userId="e57621f8-ec3c-449e-bb19-001fffcc008e" providerId="ADAL" clId="{BC0BD879-F267-5CCA-8DEA-E3B2DD07DA4E}" dt="2026-08-31T11:39:35.537" v="36710"/>
          <ac:picMkLst>
            <pc:docMk/>
            <pc:sldMk cId="2128179225" sldId="2076139099"/>
            <ac:picMk id="15" creationId="{3366C601-AC17-B706-27F8-042B64FC2B7B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8:06.881" v="43796" actId="2696"/>
        <pc:sldMkLst>
          <pc:docMk/>
          <pc:sldMk cId="1338120345" sldId="2076139100"/>
        </pc:sldMkLst>
        <pc:spChg chg="mod">
          <ac:chgData name="Hironari Yamada" userId="e57621f8-ec3c-449e-bb19-001fffcc008e" providerId="ADAL" clId="{BC0BD879-F267-5CCA-8DEA-E3B2DD07DA4E}" dt="2026-08-31T12:21:50.392" v="38392" actId="20577"/>
          <ac:spMkLst>
            <pc:docMk/>
            <pc:sldMk cId="1338120345" sldId="2076139100"/>
            <ac:spMk id="3" creationId="{2617B442-7532-DE36-70C8-91B9418A47EC}"/>
          </ac:spMkLst>
        </pc:spChg>
        <pc:spChg chg="add mod">
          <ac:chgData name="Hironari Yamada" userId="e57621f8-ec3c-449e-bb19-001fffcc008e" providerId="ADAL" clId="{BC0BD879-F267-5CCA-8DEA-E3B2DD07DA4E}" dt="2026-08-31T12:23:17.330" v="38407" actId="14100"/>
          <ac:spMkLst>
            <pc:docMk/>
            <pc:sldMk cId="1338120345" sldId="2076139100"/>
            <ac:spMk id="7" creationId="{5C493C78-08A2-7C6D-CFFF-B56D61E64A36}"/>
          </ac:spMkLst>
        </pc:spChg>
        <pc:spChg chg="add mod">
          <ac:chgData name="Hironari Yamada" userId="e57621f8-ec3c-449e-bb19-001fffcc008e" providerId="ADAL" clId="{BC0BD879-F267-5CCA-8DEA-E3B2DD07DA4E}" dt="2026-08-31T12:24:03.494" v="38515" actId="1076"/>
          <ac:spMkLst>
            <pc:docMk/>
            <pc:sldMk cId="1338120345" sldId="2076139100"/>
            <ac:spMk id="8" creationId="{53074EC6-6309-B1A7-1BEE-DF059B36D97F}"/>
          </ac:spMkLst>
        </pc:spChg>
        <pc:spChg chg="mod">
          <ac:chgData name="Hironari Yamada" userId="e57621f8-ec3c-449e-bb19-001fffcc008e" providerId="ADAL" clId="{BC0BD879-F267-5CCA-8DEA-E3B2DD07DA4E}" dt="2026-08-31T12:21:19.835" v="38217" actId="20577"/>
          <ac:spMkLst>
            <pc:docMk/>
            <pc:sldMk cId="1338120345" sldId="2076139100"/>
            <ac:spMk id="9" creationId="{7F0AC3BB-70DC-04C6-D26A-5593C7045986}"/>
          </ac:spMkLst>
        </pc:spChg>
        <pc:spChg chg="add mod">
          <ac:chgData name="Hironari Yamada" userId="e57621f8-ec3c-449e-bb19-001fffcc008e" providerId="ADAL" clId="{BC0BD879-F267-5CCA-8DEA-E3B2DD07DA4E}" dt="2026-08-31T12:24:09.511" v="38518" actId="14100"/>
          <ac:spMkLst>
            <pc:docMk/>
            <pc:sldMk cId="1338120345" sldId="2076139100"/>
            <ac:spMk id="10" creationId="{1FFB10AC-DD32-96D3-FE7F-F84902064FD5}"/>
          </ac:spMkLst>
        </pc:spChg>
        <pc:spChg chg="add mod">
          <ac:chgData name="Hironari Yamada" userId="e57621f8-ec3c-449e-bb19-001fffcc008e" providerId="ADAL" clId="{BC0BD879-F267-5CCA-8DEA-E3B2DD07DA4E}" dt="2026-08-31T12:24:00.794" v="38514" actId="14100"/>
          <ac:spMkLst>
            <pc:docMk/>
            <pc:sldMk cId="1338120345" sldId="2076139100"/>
            <ac:spMk id="11" creationId="{0D067C29-75F2-E413-0C79-14F4247657BF}"/>
          </ac:spMkLst>
        </pc:spChg>
        <pc:spChg chg="add mod">
          <ac:chgData name="Hironari Yamada" userId="e57621f8-ec3c-449e-bb19-001fffcc008e" providerId="ADAL" clId="{BC0BD879-F267-5CCA-8DEA-E3B2DD07DA4E}" dt="2026-08-31T12:24:23.421" v="38608" actId="20577"/>
          <ac:spMkLst>
            <pc:docMk/>
            <pc:sldMk cId="1338120345" sldId="2076139100"/>
            <ac:spMk id="12" creationId="{AA018DEF-D1D3-FE1B-7C80-9EC25F1F3357}"/>
          </ac:spMkLst>
        </pc:spChg>
        <pc:spChg chg="add mod">
          <ac:chgData name="Hironari Yamada" userId="e57621f8-ec3c-449e-bb19-001fffcc008e" providerId="ADAL" clId="{BC0BD879-F267-5CCA-8DEA-E3B2DD07DA4E}" dt="2026-08-31T12:24:31.306" v="38611" actId="14100"/>
          <ac:spMkLst>
            <pc:docMk/>
            <pc:sldMk cId="1338120345" sldId="2076139100"/>
            <ac:spMk id="13" creationId="{830E075D-47B8-2622-9BB9-316EC27F1804}"/>
          </ac:spMkLst>
        </pc:spChg>
        <pc:spChg chg="add mod">
          <ac:chgData name="Hironari Yamada" userId="e57621f8-ec3c-449e-bb19-001fffcc008e" providerId="ADAL" clId="{BC0BD879-F267-5CCA-8DEA-E3B2DD07DA4E}" dt="2026-08-31T12:24:33.175" v="38612"/>
          <ac:spMkLst>
            <pc:docMk/>
            <pc:sldMk cId="1338120345" sldId="2076139100"/>
            <ac:spMk id="14" creationId="{8846DA53-3ED1-18C6-1CE6-DF9690DF7915}"/>
          </ac:spMkLst>
        </pc:spChg>
        <pc:spChg chg="add mod">
          <ac:chgData name="Hironari Yamada" userId="e57621f8-ec3c-449e-bb19-001fffcc008e" providerId="ADAL" clId="{BC0BD879-F267-5CCA-8DEA-E3B2DD07DA4E}" dt="2026-08-31T12:31:53.763" v="38684"/>
          <ac:spMkLst>
            <pc:docMk/>
            <pc:sldMk cId="1338120345" sldId="2076139100"/>
            <ac:spMk id="15" creationId="{8E5D13D5-02E5-45BC-C1EE-E21AA315D069}"/>
          </ac:spMkLst>
        </pc:spChg>
        <pc:picChg chg="add mod">
          <ac:chgData name="Hironari Yamada" userId="e57621f8-ec3c-449e-bb19-001fffcc008e" providerId="ADAL" clId="{BC0BD879-F267-5CCA-8DEA-E3B2DD07DA4E}" dt="2026-08-31T12:23:08.057" v="38404" actId="14100"/>
          <ac:picMkLst>
            <pc:docMk/>
            <pc:sldMk cId="1338120345" sldId="2076139100"/>
            <ac:picMk id="5" creationId="{25619582-9F7D-5441-5FF2-ACF91C71A50D}"/>
          </ac:picMkLst>
        </pc:picChg>
        <pc:picChg chg="add mod">
          <ac:chgData name="Hironari Yamada" userId="e57621f8-ec3c-449e-bb19-001fffcc008e" providerId="ADAL" clId="{BC0BD879-F267-5CCA-8DEA-E3B2DD07DA4E}" dt="2026-08-31T12:23:00.483" v="38402" actId="14100"/>
          <ac:picMkLst>
            <pc:docMk/>
            <pc:sldMk cId="1338120345" sldId="2076139100"/>
            <ac:picMk id="6" creationId="{78E29D17-50D7-7840-2754-4F8AB49815A8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7:54.548" v="43793" actId="2696"/>
        <pc:sldMkLst>
          <pc:docMk/>
          <pc:sldMk cId="1530166125" sldId="2076139101"/>
        </pc:sldMkLst>
        <pc:spChg chg="mod">
          <ac:chgData name="Hironari Yamada" userId="e57621f8-ec3c-449e-bb19-001fffcc008e" providerId="ADAL" clId="{BC0BD879-F267-5CCA-8DEA-E3B2DD07DA4E}" dt="2026-08-31T12:48:06.935" v="39162" actId="20577"/>
          <ac:spMkLst>
            <pc:docMk/>
            <pc:sldMk cId="1530166125" sldId="2076139101"/>
            <ac:spMk id="3" creationId="{59E0045C-F884-4F71-8056-14472B9AD520}"/>
          </ac:spMkLst>
        </pc:spChg>
        <pc:spChg chg="add mod">
          <ac:chgData name="Hironari Yamada" userId="e57621f8-ec3c-449e-bb19-001fffcc008e" providerId="ADAL" clId="{BC0BD879-F267-5CCA-8DEA-E3B2DD07DA4E}" dt="2026-08-31T12:52:30.411" v="39293" actId="14100"/>
          <ac:spMkLst>
            <pc:docMk/>
            <pc:sldMk cId="1530166125" sldId="2076139101"/>
            <ac:spMk id="8" creationId="{C3DF57BF-7C2C-3561-2BFD-2E1B1CA103FF}"/>
          </ac:spMkLst>
        </pc:spChg>
        <pc:spChg chg="mod">
          <ac:chgData name="Hironari Yamada" userId="e57621f8-ec3c-449e-bb19-001fffcc008e" providerId="ADAL" clId="{BC0BD879-F267-5CCA-8DEA-E3B2DD07DA4E}" dt="2026-08-31T12:47:04.812" v="39016" actId="20577"/>
          <ac:spMkLst>
            <pc:docMk/>
            <pc:sldMk cId="1530166125" sldId="2076139101"/>
            <ac:spMk id="9" creationId="{71EE1F47-9B82-82F8-43CB-C64960767505}"/>
          </ac:spMkLst>
        </pc:spChg>
        <pc:spChg chg="add mod">
          <ac:chgData name="Hironari Yamada" userId="e57621f8-ec3c-449e-bb19-001fffcc008e" providerId="ADAL" clId="{BC0BD879-F267-5CCA-8DEA-E3B2DD07DA4E}" dt="2026-08-31T12:51:59.857" v="39171" actId="14100"/>
          <ac:spMkLst>
            <pc:docMk/>
            <pc:sldMk cId="1530166125" sldId="2076139101"/>
            <ac:spMk id="10" creationId="{CC3ABE6F-6CA2-8DC7-D18F-F446BF33A50C}"/>
          </ac:spMkLst>
        </pc:spChg>
        <pc:spChg chg="add mod">
          <ac:chgData name="Hironari Yamada" userId="e57621f8-ec3c-449e-bb19-001fffcc008e" providerId="ADAL" clId="{BC0BD879-F267-5CCA-8DEA-E3B2DD07DA4E}" dt="2026-08-31T12:52:36.907" v="39296" actId="14100"/>
          <ac:spMkLst>
            <pc:docMk/>
            <pc:sldMk cId="1530166125" sldId="2076139101"/>
            <ac:spMk id="11" creationId="{B1FA12AE-678A-32D5-BD10-F97CB211C45C}"/>
          </ac:spMkLst>
        </pc:spChg>
        <pc:spChg chg="add mod">
          <ac:chgData name="Hironari Yamada" userId="e57621f8-ec3c-449e-bb19-001fffcc008e" providerId="ADAL" clId="{BC0BD879-F267-5CCA-8DEA-E3B2DD07DA4E}" dt="2026-08-31T12:53:36.608" v="39495" actId="1076"/>
          <ac:spMkLst>
            <pc:docMk/>
            <pc:sldMk cId="1530166125" sldId="2076139101"/>
            <ac:spMk id="12" creationId="{E32F9E5B-52A9-2966-726F-E826A6B51957}"/>
          </ac:spMkLst>
        </pc:spChg>
        <pc:spChg chg="add mod">
          <ac:chgData name="Hironari Yamada" userId="e57621f8-ec3c-449e-bb19-001fffcc008e" providerId="ADAL" clId="{BC0BD879-F267-5CCA-8DEA-E3B2DD07DA4E}" dt="2026-08-31T12:59:30.718" v="39502" actId="14100"/>
          <ac:spMkLst>
            <pc:docMk/>
            <pc:sldMk cId="1530166125" sldId="2076139101"/>
            <ac:spMk id="14" creationId="{CDEF14B0-F175-547B-22C8-C16CFD6682B3}"/>
          </ac:spMkLst>
        </pc:spChg>
        <pc:spChg chg="add mod">
          <ac:chgData name="Hironari Yamada" userId="e57621f8-ec3c-449e-bb19-001fffcc008e" providerId="ADAL" clId="{BC0BD879-F267-5CCA-8DEA-E3B2DD07DA4E}" dt="2026-08-31T12:59:36.462" v="39505" actId="14100"/>
          <ac:spMkLst>
            <pc:docMk/>
            <pc:sldMk cId="1530166125" sldId="2076139101"/>
            <ac:spMk id="15" creationId="{108D7816-2A9D-F768-DA43-4570A994BBDF}"/>
          </ac:spMkLst>
        </pc:spChg>
        <pc:spChg chg="add mod">
          <ac:chgData name="Hironari Yamada" userId="e57621f8-ec3c-449e-bb19-001fffcc008e" providerId="ADAL" clId="{BC0BD879-F267-5CCA-8DEA-E3B2DD07DA4E}" dt="2026-08-31T13:00:00.733" v="39572" actId="20577"/>
          <ac:spMkLst>
            <pc:docMk/>
            <pc:sldMk cId="1530166125" sldId="2076139101"/>
            <ac:spMk id="16" creationId="{C917C1C2-D902-D264-C87E-DD0D0BDB306B}"/>
          </ac:spMkLst>
        </pc:spChg>
        <pc:spChg chg="add mod">
          <ac:chgData name="Hironari Yamada" userId="e57621f8-ec3c-449e-bb19-001fffcc008e" providerId="ADAL" clId="{BC0BD879-F267-5CCA-8DEA-E3B2DD07DA4E}" dt="2026-08-31T13:00:07.963" v="39575" actId="14100"/>
          <ac:spMkLst>
            <pc:docMk/>
            <pc:sldMk cId="1530166125" sldId="2076139101"/>
            <ac:spMk id="17" creationId="{BAF1C7F2-FCA1-A9E9-6C24-668A4BB424AE}"/>
          </ac:spMkLst>
        </pc:spChg>
        <pc:spChg chg="add mod">
          <ac:chgData name="Hironari Yamada" userId="e57621f8-ec3c-449e-bb19-001fffcc008e" providerId="ADAL" clId="{BC0BD879-F267-5CCA-8DEA-E3B2DD07DA4E}" dt="2026-08-31T13:01:15.175" v="39682" actId="404"/>
          <ac:spMkLst>
            <pc:docMk/>
            <pc:sldMk cId="1530166125" sldId="2076139101"/>
            <ac:spMk id="18" creationId="{0C37A8EC-CC49-D782-E389-77BB5E2606B9}"/>
          </ac:spMkLst>
        </pc:spChg>
        <pc:spChg chg="add del">
          <ac:chgData name="Hironari Yamada" userId="e57621f8-ec3c-449e-bb19-001fffcc008e" providerId="ADAL" clId="{BC0BD879-F267-5CCA-8DEA-E3B2DD07DA4E}" dt="2026-08-31T13:03:27.741" v="39684" actId="22"/>
          <ac:spMkLst>
            <pc:docMk/>
            <pc:sldMk cId="1530166125" sldId="2076139101"/>
            <ac:spMk id="20" creationId="{161BC0B9-CE0C-4E31-BCD4-DDFC39CA303E}"/>
          </ac:spMkLst>
        </pc:spChg>
        <pc:picChg chg="add del mod">
          <ac:chgData name="Hironari Yamada" userId="e57621f8-ec3c-449e-bb19-001fffcc008e" providerId="ADAL" clId="{BC0BD879-F267-5CCA-8DEA-E3B2DD07DA4E}" dt="2026-08-31T12:50:27.556" v="39165" actId="478"/>
          <ac:picMkLst>
            <pc:docMk/>
            <pc:sldMk cId="1530166125" sldId="2076139101"/>
            <ac:picMk id="6" creationId="{F6A78300-87C5-FD2D-5996-FB1D3925C811}"/>
          </ac:picMkLst>
        </pc:picChg>
        <pc:picChg chg="add mod">
          <ac:chgData name="Hironari Yamada" userId="e57621f8-ec3c-449e-bb19-001fffcc008e" providerId="ADAL" clId="{BC0BD879-F267-5CCA-8DEA-E3B2DD07DA4E}" dt="2026-08-31T12:51:45.877" v="39168" actId="14100"/>
          <ac:picMkLst>
            <pc:docMk/>
            <pc:sldMk cId="1530166125" sldId="2076139101"/>
            <ac:picMk id="7" creationId="{45957C66-0E66-7DA0-55BD-6FF3BCA23024}"/>
          </ac:picMkLst>
        </pc:picChg>
        <pc:picChg chg="add mod">
          <ac:chgData name="Hironari Yamada" userId="e57621f8-ec3c-449e-bb19-001fffcc008e" providerId="ADAL" clId="{BC0BD879-F267-5CCA-8DEA-E3B2DD07DA4E}" dt="2026-08-31T12:59:22.049" v="39499" actId="14100"/>
          <ac:picMkLst>
            <pc:docMk/>
            <pc:sldMk cId="1530166125" sldId="2076139101"/>
            <ac:picMk id="13" creationId="{895F84FB-C40D-5323-AF31-9F99275178BF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7:38.399" v="43775" actId="2696"/>
        <pc:sldMkLst>
          <pc:docMk/>
          <pc:sldMk cId="512240301" sldId="2076139102"/>
        </pc:sldMkLst>
        <pc:spChg chg="mod">
          <ac:chgData name="Hironari Yamada" userId="e57621f8-ec3c-449e-bb19-001fffcc008e" providerId="ADAL" clId="{BC0BD879-F267-5CCA-8DEA-E3B2DD07DA4E}" dt="2026-08-31T13:15:15.239" v="40653" actId="20577"/>
          <ac:spMkLst>
            <pc:docMk/>
            <pc:sldMk cId="512240301" sldId="2076139102"/>
            <ac:spMk id="3" creationId="{8EBA6868-B539-4B2B-44D7-BA87F698A802}"/>
          </ac:spMkLst>
        </pc:spChg>
        <pc:spChg chg="add mod">
          <ac:chgData name="Hironari Yamada" userId="e57621f8-ec3c-449e-bb19-001fffcc008e" providerId="ADAL" clId="{BC0BD879-F267-5CCA-8DEA-E3B2DD07DA4E}" dt="2026-08-31T13:15:34.493" v="40654"/>
          <ac:spMkLst>
            <pc:docMk/>
            <pc:sldMk cId="512240301" sldId="2076139102"/>
            <ac:spMk id="6" creationId="{CDFC4A65-DAFD-FF33-6459-3879614F7B39}"/>
          </ac:spMkLst>
        </pc:spChg>
        <pc:spChg chg="add mod">
          <ac:chgData name="Hironari Yamada" userId="e57621f8-ec3c-449e-bb19-001fffcc008e" providerId="ADAL" clId="{BC0BD879-F267-5CCA-8DEA-E3B2DD07DA4E}" dt="2026-08-31T13:15:34.493" v="40654"/>
          <ac:spMkLst>
            <pc:docMk/>
            <pc:sldMk cId="512240301" sldId="2076139102"/>
            <ac:spMk id="7" creationId="{111012CA-DC78-73B6-F3F4-F35E4FCAB307}"/>
          </ac:spMkLst>
        </pc:spChg>
        <pc:spChg chg="mod">
          <ac:chgData name="Hironari Yamada" userId="e57621f8-ec3c-449e-bb19-001fffcc008e" providerId="ADAL" clId="{BC0BD879-F267-5CCA-8DEA-E3B2DD07DA4E}" dt="2026-08-31T13:14:40.739" v="40546" actId="20577"/>
          <ac:spMkLst>
            <pc:docMk/>
            <pc:sldMk cId="512240301" sldId="2076139102"/>
            <ac:spMk id="9" creationId="{E2B9FB2C-6461-3657-E034-EED01D33B43C}"/>
          </ac:spMkLst>
        </pc:spChg>
        <pc:spChg chg="add mod">
          <ac:chgData name="Hironari Yamada" userId="e57621f8-ec3c-449e-bb19-001fffcc008e" providerId="ADAL" clId="{BC0BD879-F267-5CCA-8DEA-E3B2DD07DA4E}" dt="2026-08-31T13:15:34.493" v="40654"/>
          <ac:spMkLst>
            <pc:docMk/>
            <pc:sldMk cId="512240301" sldId="2076139102"/>
            <ac:spMk id="10" creationId="{00991E1C-CFD4-B1BC-9D47-CF9C3CC97397}"/>
          </ac:spMkLst>
        </pc:spChg>
        <pc:spChg chg="add mod">
          <ac:chgData name="Hironari Yamada" userId="e57621f8-ec3c-449e-bb19-001fffcc008e" providerId="ADAL" clId="{BC0BD879-F267-5CCA-8DEA-E3B2DD07DA4E}" dt="2026-08-31T13:15:34.493" v="40654"/>
          <ac:spMkLst>
            <pc:docMk/>
            <pc:sldMk cId="512240301" sldId="2076139102"/>
            <ac:spMk id="11" creationId="{F2ADB196-A230-1689-76E5-C411E1E1817C}"/>
          </ac:spMkLst>
        </pc:spChg>
        <pc:picChg chg="add mod">
          <ac:chgData name="Hironari Yamada" userId="e57621f8-ec3c-449e-bb19-001fffcc008e" providerId="ADAL" clId="{BC0BD879-F267-5CCA-8DEA-E3B2DD07DA4E}" dt="2026-08-31T13:15:34.493" v="40654"/>
          <ac:picMkLst>
            <pc:docMk/>
            <pc:sldMk cId="512240301" sldId="2076139102"/>
            <ac:picMk id="5" creationId="{457A776E-B902-346E-FF50-12FD71545689}"/>
          </ac:picMkLst>
        </pc:picChg>
        <pc:picChg chg="add mod">
          <ac:chgData name="Hironari Yamada" userId="e57621f8-ec3c-449e-bb19-001fffcc008e" providerId="ADAL" clId="{BC0BD879-F267-5CCA-8DEA-E3B2DD07DA4E}" dt="2026-08-31T13:15:34.493" v="40654"/>
          <ac:picMkLst>
            <pc:docMk/>
            <pc:sldMk cId="512240301" sldId="2076139102"/>
            <ac:picMk id="8" creationId="{471B2833-9044-0B46-376E-62D0DF89A3DA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7:38.430" v="43783" actId="2696"/>
        <pc:sldMkLst>
          <pc:docMk/>
          <pc:sldMk cId="436103884" sldId="2076139103"/>
        </pc:sldMkLst>
        <pc:spChg chg="mod">
          <ac:chgData name="Hironari Yamada" userId="e57621f8-ec3c-449e-bb19-001fffcc008e" providerId="ADAL" clId="{BC0BD879-F267-5CCA-8DEA-E3B2DD07DA4E}" dt="2026-08-31T13:57:01.006" v="42279" actId="20577"/>
          <ac:spMkLst>
            <pc:docMk/>
            <pc:sldMk cId="436103884" sldId="2076139103"/>
            <ac:spMk id="3" creationId="{97D8096D-494D-3D4F-2D45-71CC80F6D561}"/>
          </ac:spMkLst>
        </pc:spChg>
        <pc:spChg chg="add mod">
          <ac:chgData name="Hironari Yamada" userId="e57621f8-ec3c-449e-bb19-001fffcc008e" providerId="ADAL" clId="{BC0BD879-F267-5CCA-8DEA-E3B2DD07DA4E}" dt="2026-08-31T13:57:30.358" v="42285" actId="14100"/>
          <ac:spMkLst>
            <pc:docMk/>
            <pc:sldMk cId="436103884" sldId="2076139103"/>
            <ac:spMk id="6" creationId="{6F5C730F-9BEF-0D58-D3B2-F2B102A209F5}"/>
          </ac:spMkLst>
        </pc:spChg>
        <pc:spChg chg="add mod">
          <ac:chgData name="Hironari Yamada" userId="e57621f8-ec3c-449e-bb19-001fffcc008e" providerId="ADAL" clId="{BC0BD879-F267-5CCA-8DEA-E3B2DD07DA4E}" dt="2026-08-31T13:57:42.462" v="42316" actId="1076"/>
          <ac:spMkLst>
            <pc:docMk/>
            <pc:sldMk cId="436103884" sldId="2076139103"/>
            <ac:spMk id="7" creationId="{13194FC7-984A-0AE9-D00F-7F7A5B4BCFEC}"/>
          </ac:spMkLst>
        </pc:spChg>
        <pc:spChg chg="mod">
          <ac:chgData name="Hironari Yamada" userId="e57621f8-ec3c-449e-bb19-001fffcc008e" providerId="ADAL" clId="{BC0BD879-F267-5CCA-8DEA-E3B2DD07DA4E}" dt="2026-08-31T13:56:32.998" v="42176" actId="20577"/>
          <ac:spMkLst>
            <pc:docMk/>
            <pc:sldMk cId="436103884" sldId="2076139103"/>
            <ac:spMk id="9" creationId="{23E66DBA-7D55-70CC-3EF5-966570534C20}"/>
          </ac:spMkLst>
        </pc:spChg>
        <pc:spChg chg="add mod">
          <ac:chgData name="Hironari Yamada" userId="e57621f8-ec3c-449e-bb19-001fffcc008e" providerId="ADAL" clId="{BC0BD879-F267-5CCA-8DEA-E3B2DD07DA4E}" dt="2026-08-31T13:59:02.595" v="42469" actId="1076"/>
          <ac:spMkLst>
            <pc:docMk/>
            <pc:sldMk cId="436103884" sldId="2076139103"/>
            <ac:spMk id="11" creationId="{9A138261-2B4A-E078-DC23-55A002AFC94D}"/>
          </ac:spMkLst>
        </pc:spChg>
        <pc:picChg chg="add mod">
          <ac:chgData name="Hironari Yamada" userId="e57621f8-ec3c-449e-bb19-001fffcc008e" providerId="ADAL" clId="{BC0BD879-F267-5CCA-8DEA-E3B2DD07DA4E}" dt="2026-08-31T13:57:14.848" v="42281" actId="1076"/>
          <ac:picMkLst>
            <pc:docMk/>
            <pc:sldMk cId="436103884" sldId="2076139103"/>
            <ac:picMk id="5" creationId="{CF4F174F-0F2A-654D-AB44-F1F8BCCE88C8}"/>
          </ac:picMkLst>
        </pc:picChg>
        <pc:picChg chg="add mod">
          <ac:chgData name="Hironari Yamada" userId="e57621f8-ec3c-449e-bb19-001fffcc008e" providerId="ADAL" clId="{BC0BD879-F267-5CCA-8DEA-E3B2DD07DA4E}" dt="2026-08-31T13:58:27.001" v="42321" actId="14100"/>
          <ac:picMkLst>
            <pc:docMk/>
            <pc:sldMk cId="436103884" sldId="2076139103"/>
            <ac:picMk id="10" creationId="{E8648CB8-7CE5-1E87-0425-58212E4BD77F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7:38.433" v="43786" actId="2696"/>
        <pc:sldMkLst>
          <pc:docMk/>
          <pc:sldMk cId="1174425198" sldId="2076139104"/>
        </pc:sldMkLst>
        <pc:spChg chg="mod">
          <ac:chgData name="Hironari Yamada" userId="e57621f8-ec3c-449e-bb19-001fffcc008e" providerId="ADAL" clId="{BC0BD879-F267-5CCA-8DEA-E3B2DD07DA4E}" dt="2026-08-31T14:14:02.282" v="42995" actId="20577"/>
          <ac:spMkLst>
            <pc:docMk/>
            <pc:sldMk cId="1174425198" sldId="2076139104"/>
            <ac:spMk id="3" creationId="{2D0F0021-66AA-7F97-F11F-EBFBBC2FB6D9}"/>
          </ac:spMkLst>
        </pc:spChg>
        <pc:spChg chg="add mod">
          <ac:chgData name="Hironari Yamada" userId="e57621f8-ec3c-449e-bb19-001fffcc008e" providerId="ADAL" clId="{BC0BD879-F267-5CCA-8DEA-E3B2DD07DA4E}" dt="2026-08-31T14:25:46.509" v="43552" actId="20577"/>
          <ac:spMkLst>
            <pc:docMk/>
            <pc:sldMk cId="1174425198" sldId="2076139104"/>
            <ac:spMk id="5" creationId="{2C787598-BCFA-8BE9-107C-0CCEC2F2F0A3}"/>
          </ac:spMkLst>
        </pc:spChg>
        <pc:spChg chg="add mod">
          <ac:chgData name="Hironari Yamada" userId="e57621f8-ec3c-449e-bb19-001fffcc008e" providerId="ADAL" clId="{BC0BD879-F267-5CCA-8DEA-E3B2DD07DA4E}" dt="2026-08-31T14:27:10.531" v="43571" actId="403"/>
          <ac:spMkLst>
            <pc:docMk/>
            <pc:sldMk cId="1174425198" sldId="2076139104"/>
            <ac:spMk id="6" creationId="{392E19CA-A252-F923-88AD-1E0C5BED289E}"/>
          </ac:spMkLst>
        </pc:spChg>
        <pc:spChg chg="mod">
          <ac:chgData name="Hironari Yamada" userId="e57621f8-ec3c-449e-bb19-001fffcc008e" providerId="ADAL" clId="{BC0BD879-F267-5CCA-8DEA-E3B2DD07DA4E}" dt="2026-08-31T14:13:37.102" v="42893" actId="20577"/>
          <ac:spMkLst>
            <pc:docMk/>
            <pc:sldMk cId="1174425198" sldId="2076139104"/>
            <ac:spMk id="9" creationId="{8060D60F-FDC0-960C-3606-07D3C88DA626}"/>
          </ac:spMkLst>
        </pc:spChg>
      </pc:sldChg>
      <pc:sldChg chg="add del">
        <pc:chgData name="Hironari Yamada" userId="e57621f8-ec3c-449e-bb19-001fffcc008e" providerId="ADAL" clId="{BC0BD879-F267-5CCA-8DEA-E3B2DD07DA4E}" dt="2026-08-31T14:52:02.767" v="43733" actId="2696"/>
        <pc:sldMkLst>
          <pc:docMk/>
          <pc:sldMk cId="4130458252" sldId="2076139105"/>
        </pc:sldMkLst>
      </pc:sldChg>
      <pc:sldChg chg="addSp delSp modSp add del mod">
        <pc:chgData name="Hironari Yamada" userId="e57621f8-ec3c-449e-bb19-001fffcc008e" providerId="ADAL" clId="{BC0BD879-F267-5CCA-8DEA-E3B2DD07DA4E}" dt="2026-08-31T14:56:56.459" v="43751" actId="2696"/>
        <pc:sldMkLst>
          <pc:docMk/>
          <pc:sldMk cId="605105701" sldId="2076139106"/>
        </pc:sldMkLst>
        <pc:spChg chg="add mod">
          <ac:chgData name="Hironari Yamada" userId="e57621f8-ec3c-449e-bb19-001fffcc008e" providerId="ADAL" clId="{BC0BD879-F267-5CCA-8DEA-E3B2DD07DA4E}" dt="2026-08-31T04:43:56.328" v="31946" actId="1076"/>
          <ac:spMkLst>
            <pc:docMk/>
            <pc:sldMk cId="605105701" sldId="2076139106"/>
            <ac:spMk id="6" creationId="{3206696A-CE50-DA3D-813D-B73E2B9F820A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8" creationId="{92D674A9-5A9D-B633-9602-8457DB571A89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0" creationId="{1ACCA7CF-AD20-2CE2-97A7-F4B1D740C294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1" creationId="{71D8A5ED-88C4-2CD0-D6F4-7145E06A4733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3" creationId="{5071AD38-46F3-7890-359E-C4F7F8DA2DC0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4" creationId="{F0B5B49C-D482-8FDB-2971-190D43D83721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5" creationId="{A8819FA5-F919-DEA7-B35A-2B4EA0717C37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6" creationId="{9360E605-AB89-0F4E-378A-7671F1BF6334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7" creationId="{956687F1-D1DD-8257-A901-D475159BA156}"/>
          </ac:spMkLst>
        </pc:spChg>
        <pc:spChg chg="add mod">
          <ac:chgData name="Hironari Yamada" userId="e57621f8-ec3c-449e-bb19-001fffcc008e" providerId="ADAL" clId="{BC0BD879-F267-5CCA-8DEA-E3B2DD07DA4E}" dt="2026-08-31T04:43:53.268" v="31945" actId="14100"/>
          <ac:spMkLst>
            <pc:docMk/>
            <pc:sldMk cId="605105701" sldId="2076139106"/>
            <ac:spMk id="18" creationId="{20A4BD5C-477A-5695-DCB4-2497A96FF092}"/>
          </ac:spMkLst>
        </pc:spChg>
        <pc:spChg chg="add mod">
          <ac:chgData name="Hironari Yamada" userId="e57621f8-ec3c-449e-bb19-001fffcc008e" providerId="ADAL" clId="{BC0BD879-F267-5CCA-8DEA-E3B2DD07DA4E}" dt="2026-08-31T04:44:06.288" v="31949" actId="14100"/>
          <ac:spMkLst>
            <pc:docMk/>
            <pc:sldMk cId="605105701" sldId="2076139106"/>
            <ac:spMk id="19" creationId="{96F346A0-FADE-4863-7772-5F228699CFE8}"/>
          </ac:spMkLst>
        </pc:spChg>
        <pc:spChg chg="add mod">
          <ac:chgData name="Hironari Yamada" userId="e57621f8-ec3c-449e-bb19-001fffcc008e" providerId="ADAL" clId="{BC0BD879-F267-5CCA-8DEA-E3B2DD07DA4E}" dt="2026-08-31T04:44:26.658" v="32010" actId="1076"/>
          <ac:spMkLst>
            <pc:docMk/>
            <pc:sldMk cId="605105701" sldId="2076139106"/>
            <ac:spMk id="20" creationId="{D1AD3907-A4A0-60C0-93B7-9EE87EEDD69B}"/>
          </ac:spMkLst>
        </pc:spChg>
        <pc:spChg chg="add mod">
          <ac:chgData name="Hironari Yamada" userId="e57621f8-ec3c-449e-bb19-001fffcc008e" providerId="ADAL" clId="{BC0BD879-F267-5CCA-8DEA-E3B2DD07DA4E}" dt="2026-08-31T04:44:38.531" v="32033" actId="20577"/>
          <ac:spMkLst>
            <pc:docMk/>
            <pc:sldMk cId="605105701" sldId="2076139106"/>
            <ac:spMk id="21" creationId="{3FA417A1-FEDC-46E8-598F-DD19398238FE}"/>
          </ac:spMkLst>
        </pc:spChg>
        <pc:spChg chg="add mod">
          <ac:chgData name="Hironari Yamada" userId="e57621f8-ec3c-449e-bb19-001fffcc008e" providerId="ADAL" clId="{BC0BD879-F267-5CCA-8DEA-E3B2DD07DA4E}" dt="2026-08-31T04:44:48.773" v="32036" actId="14100"/>
          <ac:spMkLst>
            <pc:docMk/>
            <pc:sldMk cId="605105701" sldId="2076139106"/>
            <ac:spMk id="22" creationId="{544A09C7-B059-5757-AFC5-70DB6511680F}"/>
          </ac:spMkLst>
        </pc:spChg>
        <pc:spChg chg="add mod">
          <ac:chgData name="Hironari Yamada" userId="e57621f8-ec3c-449e-bb19-001fffcc008e" providerId="ADAL" clId="{BC0BD879-F267-5CCA-8DEA-E3B2DD07DA4E}" dt="2026-08-31T04:46:35.015" v="32043" actId="14100"/>
          <ac:spMkLst>
            <pc:docMk/>
            <pc:sldMk cId="605105701" sldId="2076139106"/>
            <ac:spMk id="24" creationId="{E8FA2C7A-4DC2-61A1-7DAD-A5C2F151D4F3}"/>
          </ac:spMkLst>
        </pc:spChg>
        <pc:spChg chg="add mod">
          <ac:chgData name="Hironari Yamada" userId="e57621f8-ec3c-449e-bb19-001fffcc008e" providerId="ADAL" clId="{BC0BD879-F267-5CCA-8DEA-E3B2DD07DA4E}" dt="2026-08-31T04:46:41.754" v="32045" actId="1076"/>
          <ac:spMkLst>
            <pc:docMk/>
            <pc:sldMk cId="605105701" sldId="2076139106"/>
            <ac:spMk id="25" creationId="{58BF919A-44AD-9D91-2C3C-273993DE80FB}"/>
          </ac:spMkLst>
        </pc:spChg>
        <pc:spChg chg="add mod">
          <ac:chgData name="Hironari Yamada" userId="e57621f8-ec3c-449e-bb19-001fffcc008e" providerId="ADAL" clId="{BC0BD879-F267-5CCA-8DEA-E3B2DD07DA4E}" dt="2026-08-31T04:46:56.975" v="32085" actId="14100"/>
          <ac:spMkLst>
            <pc:docMk/>
            <pc:sldMk cId="605105701" sldId="2076139106"/>
            <ac:spMk id="26" creationId="{4F6C5F9B-BDE0-D243-D629-E524F86CE7AF}"/>
          </ac:spMkLst>
        </pc:spChg>
        <pc:spChg chg="add mod">
          <ac:chgData name="Hironari Yamada" userId="e57621f8-ec3c-449e-bb19-001fffcc008e" providerId="ADAL" clId="{BC0BD879-F267-5CCA-8DEA-E3B2DD07DA4E}" dt="2026-08-31T04:47:09.924" v="32114" actId="20577"/>
          <ac:spMkLst>
            <pc:docMk/>
            <pc:sldMk cId="605105701" sldId="2076139106"/>
            <ac:spMk id="27" creationId="{21A528F2-FD30-6423-8EED-9D070693A6CE}"/>
          </ac:spMkLst>
        </pc:spChg>
        <pc:picChg chg="add mod">
          <ac:chgData name="Hironari Yamada" userId="e57621f8-ec3c-449e-bb19-001fffcc008e" providerId="ADAL" clId="{BC0BD879-F267-5CCA-8DEA-E3B2DD07DA4E}" dt="2026-08-31T04:43:42.671" v="31942" actId="14100"/>
          <ac:picMkLst>
            <pc:docMk/>
            <pc:sldMk cId="605105701" sldId="2076139106"/>
            <ac:picMk id="5" creationId="{CA3F794C-CE8E-3EC3-419A-C3459F248701}"/>
          </ac:picMkLst>
        </pc:picChg>
        <pc:picChg chg="del">
          <ac:chgData name="Hironari Yamada" userId="e57621f8-ec3c-449e-bb19-001fffcc008e" providerId="ADAL" clId="{BC0BD879-F267-5CCA-8DEA-E3B2DD07DA4E}" dt="2026-08-31T04:42:32.211" v="31850" actId="478"/>
          <ac:picMkLst>
            <pc:docMk/>
            <pc:sldMk cId="605105701" sldId="2076139106"/>
            <ac:picMk id="7" creationId="{0CC1A1B9-5AEF-4608-60A4-CC5EAAD2DC04}"/>
          </ac:picMkLst>
        </pc:picChg>
        <pc:picChg chg="del">
          <ac:chgData name="Hironari Yamada" userId="e57621f8-ec3c-449e-bb19-001fffcc008e" providerId="ADAL" clId="{BC0BD879-F267-5CCA-8DEA-E3B2DD07DA4E}" dt="2026-08-31T04:42:32.211" v="31850" actId="478"/>
          <ac:picMkLst>
            <pc:docMk/>
            <pc:sldMk cId="605105701" sldId="2076139106"/>
            <ac:picMk id="12" creationId="{7CE8D1C1-029A-BD16-9989-B051D4E01A4F}"/>
          </ac:picMkLst>
        </pc:picChg>
        <pc:picChg chg="add mod">
          <ac:chgData name="Hironari Yamada" userId="e57621f8-ec3c-449e-bb19-001fffcc008e" providerId="ADAL" clId="{BC0BD879-F267-5CCA-8DEA-E3B2DD07DA4E}" dt="2026-08-31T04:46:20.407" v="32040" actId="1076"/>
          <ac:picMkLst>
            <pc:docMk/>
            <pc:sldMk cId="605105701" sldId="2076139106"/>
            <ac:picMk id="23" creationId="{4BB2EB7A-6F44-03B9-33B9-C11477137A52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6:56.449" v="43742" actId="2696"/>
        <pc:sldMkLst>
          <pc:docMk/>
          <pc:sldMk cId="2841196039" sldId="2076139107"/>
        </pc:sldMkLst>
        <pc:spChg chg="mod">
          <ac:chgData name="Hironari Yamada" userId="e57621f8-ec3c-449e-bb19-001fffcc008e" providerId="ADAL" clId="{BC0BD879-F267-5CCA-8DEA-E3B2DD07DA4E}" dt="2026-08-31T05:07:57.006" v="32939" actId="20577"/>
          <ac:spMkLst>
            <pc:docMk/>
            <pc:sldMk cId="2841196039" sldId="2076139107"/>
            <ac:spMk id="3" creationId="{99CC4137-20A1-A835-36A2-0FD1D50A1BD6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6" creationId="{3D537CCA-FC65-96B2-E13B-6979F309C0E7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7" creationId="{F91D9330-4D80-55C5-4236-F57CE233C6D2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8" creationId="{15EFED56-541F-17FE-BD74-4A1A11F1A63C}"/>
          </ac:spMkLst>
        </pc:spChg>
        <pc:spChg chg="mod">
          <ac:chgData name="Hironari Yamada" userId="e57621f8-ec3c-449e-bb19-001fffcc008e" providerId="ADAL" clId="{BC0BD879-F267-5CCA-8DEA-E3B2DD07DA4E}" dt="2026-08-31T05:07:41.804" v="32883" actId="20577"/>
          <ac:spMkLst>
            <pc:docMk/>
            <pc:sldMk cId="2841196039" sldId="2076139107"/>
            <ac:spMk id="9" creationId="{C5168335-1761-B982-784F-CDFAEE1B092E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1" creationId="{A1C31593-5A36-2F97-C118-26884BD1CB54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2" creationId="{78359B9C-8B5B-A4F0-FA39-04D1C00341D9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3" creationId="{3AFD907A-36BF-215F-0B76-3EEAA233E7AF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6" creationId="{DE76B0A2-62BA-D484-83F4-4FA5B19BBBB6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7" creationId="{A433E545-6E23-7B35-BE0D-969248F51DC7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8" creationId="{7693D43F-146C-72FD-41E6-69E0B6FFF908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9" creationId="{FEC361A4-C3FE-D65C-28C7-220CB19448ED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1" creationId="{7FD56F39-FC63-F3D8-C493-B163BF65FDBB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2" creationId="{78CC060C-1814-99FD-1837-212084187216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3" creationId="{E0665814-65CE-08AE-324D-55364812B62A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4" creationId="{A3A322BF-90B6-4298-24EB-B6450485589F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5" creationId="{F51F5670-AF0F-CBBF-E571-FFB5EF0E1733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6" creationId="{01F84D75-9C27-C08B-0415-2E8C69171260}"/>
          </ac:spMkLst>
        </pc:spChg>
        <pc:spChg chg="add mod">
          <ac:chgData name="Hironari Yamada" userId="e57621f8-ec3c-449e-bb19-001fffcc008e" providerId="ADAL" clId="{BC0BD879-F267-5CCA-8DEA-E3B2DD07DA4E}" dt="2026-08-31T05:11:49.906" v="33276" actId="14100"/>
          <ac:spMkLst>
            <pc:docMk/>
            <pc:sldMk cId="2841196039" sldId="2076139107"/>
            <ac:spMk id="27" creationId="{7FAA45B3-3442-CD3F-DB4A-570A25C2523D}"/>
          </ac:spMkLst>
        </pc:spChg>
        <pc:picChg chg="add mod">
          <ac:chgData name="Hironari Yamada" userId="e57621f8-ec3c-449e-bb19-001fffcc008e" providerId="ADAL" clId="{BC0BD879-F267-5CCA-8DEA-E3B2DD07DA4E}" dt="2026-08-31T05:09:52.518" v="33041" actId="1038"/>
          <ac:picMkLst>
            <pc:docMk/>
            <pc:sldMk cId="2841196039" sldId="2076139107"/>
            <ac:picMk id="10" creationId="{C7FD38D0-A8DD-054B-BCBB-28A22606F653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05:56:25.022" v="34326" actId="14100"/>
        <pc:sldMkLst>
          <pc:docMk/>
          <pc:sldMk cId="801558509" sldId="2076139108"/>
        </pc:sldMkLst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7" creationId="{1142EA82-080C-2D9E-746D-C373D585780C}"/>
          </ac:spMkLst>
        </pc:spChg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8" creationId="{2094712B-BABB-F7FE-9FB3-6C6C4E0A3A7A}"/>
          </ac:spMkLst>
        </pc:spChg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10" creationId="{851355CB-F2F7-9ECE-A87B-91B563FCA65E}"/>
          </ac:spMkLst>
        </pc:spChg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11" creationId="{94FE7C4A-21B7-7B7E-FE9C-166E52A24FA9}"/>
          </ac:spMkLst>
        </pc:spChg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12" creationId="{30CD909D-CC2C-AE99-93B3-DD33CB641989}"/>
          </ac:spMkLst>
        </pc:spChg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13" creationId="{E0C1DEEA-089F-8876-5D46-D977860BCC1E}"/>
          </ac:spMkLst>
        </pc:spChg>
        <pc:spChg chg="add mod">
          <ac:chgData name="Hironari Yamada" userId="e57621f8-ec3c-449e-bb19-001fffcc008e" providerId="ADAL" clId="{BC0BD879-F267-5CCA-8DEA-E3B2DD07DA4E}" dt="2026-08-31T05:55:20.595" v="34164" actId="14100"/>
          <ac:spMkLst>
            <pc:docMk/>
            <pc:sldMk cId="801558509" sldId="2076139108"/>
            <ac:spMk id="15" creationId="{C333090D-DBE7-4F6A-5120-687832B75B76}"/>
          </ac:spMkLst>
        </pc:spChg>
        <pc:spChg chg="add mod">
          <ac:chgData name="Hironari Yamada" userId="e57621f8-ec3c-449e-bb19-001fffcc008e" providerId="ADAL" clId="{BC0BD879-F267-5CCA-8DEA-E3B2DD07DA4E}" dt="2026-08-31T05:55:16.138" v="34163" actId="1076"/>
          <ac:spMkLst>
            <pc:docMk/>
            <pc:sldMk cId="801558509" sldId="2076139108"/>
            <ac:spMk id="16" creationId="{55E7F44A-2586-3E82-003C-85B89D048902}"/>
          </ac:spMkLst>
        </pc:spChg>
        <pc:spChg chg="add mod">
          <ac:chgData name="Hironari Yamada" userId="e57621f8-ec3c-449e-bb19-001fffcc008e" providerId="ADAL" clId="{BC0BD879-F267-5CCA-8DEA-E3B2DD07DA4E}" dt="2026-08-31T05:55:27.481" v="34167" actId="14100"/>
          <ac:spMkLst>
            <pc:docMk/>
            <pc:sldMk cId="801558509" sldId="2076139108"/>
            <ac:spMk id="17" creationId="{3E9777C6-5E40-51AF-D01A-385B460EFCC5}"/>
          </ac:spMkLst>
        </pc:spChg>
        <pc:spChg chg="add mod">
          <ac:chgData name="Hironari Yamada" userId="e57621f8-ec3c-449e-bb19-001fffcc008e" providerId="ADAL" clId="{BC0BD879-F267-5CCA-8DEA-E3B2DD07DA4E}" dt="2026-08-31T05:55:43.758" v="34217" actId="20577"/>
          <ac:spMkLst>
            <pc:docMk/>
            <pc:sldMk cId="801558509" sldId="2076139108"/>
            <ac:spMk id="18" creationId="{7B7E5154-AC13-3181-38AC-CAF1CB15242B}"/>
          </ac:spMkLst>
        </pc:spChg>
        <pc:spChg chg="add mod">
          <ac:chgData name="Hironari Yamada" userId="e57621f8-ec3c-449e-bb19-001fffcc008e" providerId="ADAL" clId="{BC0BD879-F267-5CCA-8DEA-E3B2DD07DA4E}" dt="2026-08-31T05:55:51.435" v="34220" actId="14100"/>
          <ac:spMkLst>
            <pc:docMk/>
            <pc:sldMk cId="801558509" sldId="2076139108"/>
            <ac:spMk id="19" creationId="{201C11C0-C601-6DEA-6B1A-FDAEF487C62C}"/>
          </ac:spMkLst>
        </pc:spChg>
        <pc:spChg chg="add mod">
          <ac:chgData name="Hironari Yamada" userId="e57621f8-ec3c-449e-bb19-001fffcc008e" providerId="ADAL" clId="{BC0BD879-F267-5CCA-8DEA-E3B2DD07DA4E}" dt="2026-08-31T05:56:14.690" v="34321" actId="20577"/>
          <ac:spMkLst>
            <pc:docMk/>
            <pc:sldMk cId="801558509" sldId="2076139108"/>
            <ac:spMk id="20" creationId="{13B76F98-F7EB-81F4-95C7-22A8B0202F1A}"/>
          </ac:spMkLst>
        </pc:spChg>
        <pc:spChg chg="add mod">
          <ac:chgData name="Hironari Yamada" userId="e57621f8-ec3c-449e-bb19-001fffcc008e" providerId="ADAL" clId="{BC0BD879-F267-5CCA-8DEA-E3B2DD07DA4E}" dt="2026-08-31T05:56:25.022" v="34326" actId="14100"/>
          <ac:spMkLst>
            <pc:docMk/>
            <pc:sldMk cId="801558509" sldId="2076139108"/>
            <ac:spMk id="21" creationId="{999A4D3D-7FA7-2EBF-A380-90BF9B2DDF8D}"/>
          </ac:spMkLst>
        </pc:spChg>
        <pc:picChg chg="del">
          <ac:chgData name="Hironari Yamada" userId="e57621f8-ec3c-449e-bb19-001fffcc008e" providerId="ADAL" clId="{BC0BD879-F267-5CCA-8DEA-E3B2DD07DA4E}" dt="2026-08-31T05:37:01.379" v="34079" actId="478"/>
          <ac:picMkLst>
            <pc:docMk/>
            <pc:sldMk cId="801558509" sldId="2076139108"/>
            <ac:picMk id="5" creationId="{973D6C44-2B17-BF3F-A766-3C8348BF8C27}"/>
          </ac:picMkLst>
        </pc:picChg>
        <pc:picChg chg="del">
          <ac:chgData name="Hironari Yamada" userId="e57621f8-ec3c-449e-bb19-001fffcc008e" providerId="ADAL" clId="{BC0BD879-F267-5CCA-8DEA-E3B2DD07DA4E}" dt="2026-08-31T05:37:01.379" v="34079" actId="478"/>
          <ac:picMkLst>
            <pc:docMk/>
            <pc:sldMk cId="801558509" sldId="2076139108"/>
            <ac:picMk id="6" creationId="{B8C75FC6-0C14-0D00-B25C-BD38F9AC905C}"/>
          </ac:picMkLst>
        </pc:picChg>
        <pc:picChg chg="add mod">
          <ac:chgData name="Hironari Yamada" userId="e57621f8-ec3c-449e-bb19-001fffcc008e" providerId="ADAL" clId="{BC0BD879-F267-5CCA-8DEA-E3B2DD07DA4E}" dt="2026-08-31T05:56:20.144" v="34324" actId="1076"/>
          <ac:picMkLst>
            <pc:docMk/>
            <pc:sldMk cId="801558509" sldId="2076139108"/>
            <ac:picMk id="14" creationId="{0B1FF522-5484-5FD9-55EF-8C1343BC3EDC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06:03:22.948" v="34784" actId="478"/>
        <pc:sldMkLst>
          <pc:docMk/>
          <pc:sldMk cId="2137224297" sldId="2076139109"/>
        </pc:sldMkLst>
        <pc:spChg chg="add del mod">
          <ac:chgData name="Hironari Yamada" userId="e57621f8-ec3c-449e-bb19-001fffcc008e" providerId="ADAL" clId="{BC0BD879-F267-5CCA-8DEA-E3B2DD07DA4E}" dt="2026-08-31T05:54:35.182" v="34099"/>
          <ac:spMkLst>
            <pc:docMk/>
            <pc:sldMk cId="2137224297" sldId="2076139109"/>
            <ac:spMk id="6" creationId="{1A94DA80-D295-F4AC-8DE1-61DEF720FC7C}"/>
          </ac:spMkLst>
        </pc:spChg>
        <pc:spChg chg="add mod">
          <ac:chgData name="Hironari Yamada" userId="e57621f8-ec3c-449e-bb19-001fffcc008e" providerId="ADAL" clId="{BC0BD879-F267-5CCA-8DEA-E3B2DD07DA4E}" dt="2026-08-31T05:57:30.916" v="34355" actId="14100"/>
          <ac:spMkLst>
            <pc:docMk/>
            <pc:sldMk cId="2137224297" sldId="2076139109"/>
            <ac:spMk id="8" creationId="{BAB67DE2-58C0-147F-6979-220C8CA3EA36}"/>
          </ac:spMkLst>
        </pc:spChg>
        <pc:spChg chg="add mod">
          <ac:chgData name="Hironari Yamada" userId="e57621f8-ec3c-449e-bb19-001fffcc008e" providerId="ADAL" clId="{BC0BD879-F267-5CCA-8DEA-E3B2DD07DA4E}" dt="2026-08-31T05:56:53.716" v="34350" actId="1076"/>
          <ac:spMkLst>
            <pc:docMk/>
            <pc:sldMk cId="2137224297" sldId="2076139109"/>
            <ac:spMk id="10" creationId="{33DBDC1A-8103-ABD5-F11D-0CF65B034123}"/>
          </ac:spMkLst>
        </pc:spChg>
        <pc:spChg chg="add mod">
          <ac:chgData name="Hironari Yamada" userId="e57621f8-ec3c-449e-bb19-001fffcc008e" providerId="ADAL" clId="{BC0BD879-F267-5CCA-8DEA-E3B2DD07DA4E}" dt="2026-08-31T05:57:48.647" v="34387" actId="1076"/>
          <ac:spMkLst>
            <pc:docMk/>
            <pc:sldMk cId="2137224297" sldId="2076139109"/>
            <ac:spMk id="11" creationId="{9D6EE86C-3E51-9F1E-8897-889A2463D297}"/>
          </ac:spMkLst>
        </pc:spChg>
        <pc:spChg chg="add mod">
          <ac:chgData name="Hironari Yamada" userId="e57621f8-ec3c-449e-bb19-001fffcc008e" providerId="ADAL" clId="{BC0BD879-F267-5CCA-8DEA-E3B2DD07DA4E}" dt="2026-08-31T05:57:54.976" v="34390" actId="14100"/>
          <ac:spMkLst>
            <pc:docMk/>
            <pc:sldMk cId="2137224297" sldId="2076139109"/>
            <ac:spMk id="12" creationId="{D1A7C71F-70F0-F942-4183-53389DB63413}"/>
          </ac:spMkLst>
        </pc:spChg>
        <pc:spChg chg="add mod">
          <ac:chgData name="Hironari Yamada" userId="e57621f8-ec3c-449e-bb19-001fffcc008e" providerId="ADAL" clId="{BC0BD879-F267-5CCA-8DEA-E3B2DD07DA4E}" dt="2026-08-31T05:58:15.573" v="34469" actId="1076"/>
          <ac:spMkLst>
            <pc:docMk/>
            <pc:sldMk cId="2137224297" sldId="2076139109"/>
            <ac:spMk id="13" creationId="{E3E789A5-37AB-C02E-FEFE-344DBA5D1B9C}"/>
          </ac:spMkLst>
        </pc:spChg>
        <pc:spChg chg="add mod">
          <ac:chgData name="Hironari Yamada" userId="e57621f8-ec3c-449e-bb19-001fffcc008e" providerId="ADAL" clId="{BC0BD879-F267-5CCA-8DEA-E3B2DD07DA4E}" dt="2026-08-31T05:58:34.322" v="34474" actId="14100"/>
          <ac:spMkLst>
            <pc:docMk/>
            <pc:sldMk cId="2137224297" sldId="2076139109"/>
            <ac:spMk id="15" creationId="{EC188D39-C47B-5753-EBD3-3ACB215CD8EE}"/>
          </ac:spMkLst>
        </pc:spChg>
        <pc:spChg chg="add mod">
          <ac:chgData name="Hironari Yamada" userId="e57621f8-ec3c-449e-bb19-001fffcc008e" providerId="ADAL" clId="{BC0BD879-F267-5CCA-8DEA-E3B2DD07DA4E}" dt="2026-08-31T05:58:52.605" v="34538" actId="1076"/>
          <ac:spMkLst>
            <pc:docMk/>
            <pc:sldMk cId="2137224297" sldId="2076139109"/>
            <ac:spMk id="16" creationId="{028159E0-9DC5-D529-11CB-EF85853D5885}"/>
          </ac:spMkLst>
        </pc:spChg>
        <pc:spChg chg="add mod">
          <ac:chgData name="Hironari Yamada" userId="e57621f8-ec3c-449e-bb19-001fffcc008e" providerId="ADAL" clId="{BC0BD879-F267-5CCA-8DEA-E3B2DD07DA4E}" dt="2026-08-31T05:59:00.988" v="34541" actId="14100"/>
          <ac:spMkLst>
            <pc:docMk/>
            <pc:sldMk cId="2137224297" sldId="2076139109"/>
            <ac:spMk id="17" creationId="{C16E4B24-A4B7-6269-DB15-804A6050EF21}"/>
          </ac:spMkLst>
        </pc:spChg>
        <pc:spChg chg="add mod">
          <ac:chgData name="Hironari Yamada" userId="e57621f8-ec3c-449e-bb19-001fffcc008e" providerId="ADAL" clId="{BC0BD879-F267-5CCA-8DEA-E3B2DD07DA4E}" dt="2026-08-31T06:02:39.856" v="34776" actId="1076"/>
          <ac:spMkLst>
            <pc:docMk/>
            <pc:sldMk cId="2137224297" sldId="2076139109"/>
            <ac:spMk id="18" creationId="{4AF22E60-ECDE-AA8E-3A85-ED9BCA399C1B}"/>
          </ac:spMkLst>
        </pc:spChg>
        <pc:spChg chg="add mod">
          <ac:chgData name="Hironari Yamada" userId="e57621f8-ec3c-449e-bb19-001fffcc008e" providerId="ADAL" clId="{BC0BD879-F267-5CCA-8DEA-E3B2DD07DA4E}" dt="2026-08-31T05:59:34.388" v="34587" actId="14100"/>
          <ac:spMkLst>
            <pc:docMk/>
            <pc:sldMk cId="2137224297" sldId="2076139109"/>
            <ac:spMk id="19" creationId="{3BCB6D91-C69C-4050-A641-F1E7C5A08C14}"/>
          </ac:spMkLst>
        </pc:spChg>
        <pc:spChg chg="add mod">
          <ac:chgData name="Hironari Yamada" userId="e57621f8-ec3c-449e-bb19-001fffcc008e" providerId="ADAL" clId="{BC0BD879-F267-5CCA-8DEA-E3B2DD07DA4E}" dt="2026-08-31T05:59:42.692" v="34590" actId="14100"/>
          <ac:spMkLst>
            <pc:docMk/>
            <pc:sldMk cId="2137224297" sldId="2076139109"/>
            <ac:spMk id="20" creationId="{4779C984-8B83-BE16-29B7-2CDF1DF084E0}"/>
          </ac:spMkLst>
        </pc:spChg>
        <pc:spChg chg="add mod">
          <ac:chgData name="Hironari Yamada" userId="e57621f8-ec3c-449e-bb19-001fffcc008e" providerId="ADAL" clId="{BC0BD879-F267-5CCA-8DEA-E3B2DD07DA4E}" dt="2026-08-31T06:03:06.455" v="34782" actId="14100"/>
          <ac:spMkLst>
            <pc:docMk/>
            <pc:sldMk cId="2137224297" sldId="2076139109"/>
            <ac:spMk id="21" creationId="{8C5D03DF-7B6B-4CF7-7AFF-43429DCFDFBB}"/>
          </ac:spMkLst>
        </pc:spChg>
        <pc:spChg chg="add del">
          <ac:chgData name="Hironari Yamada" userId="e57621f8-ec3c-449e-bb19-001fffcc008e" providerId="ADAL" clId="{BC0BD879-F267-5CCA-8DEA-E3B2DD07DA4E}" dt="2026-08-31T06:03:22.948" v="34784" actId="478"/>
          <ac:spMkLst>
            <pc:docMk/>
            <pc:sldMk cId="2137224297" sldId="2076139109"/>
            <ac:spMk id="24" creationId="{E363C2B2-C9CA-86AB-081A-F67979E17522}"/>
          </ac:spMkLst>
        </pc:spChg>
        <pc:graphicFrameChg chg="add mod modGraphic">
          <ac:chgData name="Hironari Yamada" userId="e57621f8-ec3c-449e-bb19-001fffcc008e" providerId="ADAL" clId="{BC0BD879-F267-5CCA-8DEA-E3B2DD07DA4E}" dt="2026-08-31T06:02:59.791" v="34781" actId="14100"/>
          <ac:graphicFrameMkLst>
            <pc:docMk/>
            <pc:sldMk cId="2137224297" sldId="2076139109"/>
            <ac:graphicFrameMk id="22" creationId="{A2A2E445-565B-9802-5361-65BACA30EFAA}"/>
          </ac:graphicFrameMkLst>
        </pc:graphicFrameChg>
        <pc:picChg chg="add mod">
          <ac:chgData name="Hironari Yamada" userId="e57621f8-ec3c-449e-bb19-001fffcc008e" providerId="ADAL" clId="{BC0BD879-F267-5CCA-8DEA-E3B2DD07DA4E}" dt="2026-08-31T05:53:41.806" v="34092" actId="1076"/>
          <ac:picMkLst>
            <pc:docMk/>
            <pc:sldMk cId="2137224297" sldId="2076139109"/>
            <ac:picMk id="5" creationId="{6A225FC7-73DF-B35B-748C-8F6AA744E072}"/>
          </ac:picMkLst>
        </pc:picChg>
        <pc:picChg chg="add mod">
          <ac:chgData name="Hironari Yamada" userId="e57621f8-ec3c-449e-bb19-001fffcc008e" providerId="ADAL" clId="{BC0BD879-F267-5CCA-8DEA-E3B2DD07DA4E}" dt="2026-08-31T05:54:34.456" v="34097" actId="14100"/>
          <ac:picMkLst>
            <pc:docMk/>
            <pc:sldMk cId="2137224297" sldId="2076139109"/>
            <ac:picMk id="7" creationId="{346ED4E4-E76D-3FB9-1843-FD3DF5E4F80B}"/>
          </ac:picMkLst>
        </pc:picChg>
        <pc:picChg chg="del">
          <ac:chgData name="Hironari Yamada" userId="e57621f8-ec3c-449e-bb19-001fffcc008e" providerId="ADAL" clId="{BC0BD879-F267-5CCA-8DEA-E3B2DD07DA4E}" dt="2026-08-31T05:43:56.280" v="34086" actId="478"/>
          <ac:picMkLst>
            <pc:docMk/>
            <pc:sldMk cId="2137224297" sldId="2076139109"/>
            <ac:picMk id="14" creationId="{05121D4C-4A26-501F-B744-0471E6C3DFC8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07:07:33.689" v="35481" actId="20577"/>
        <pc:sldMkLst>
          <pc:docMk/>
          <pc:sldMk cId="500696143" sldId="2076139110"/>
        </pc:sldMkLst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8" creationId="{B608207B-1A4C-8137-81F4-5737BA93B62E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0" creationId="{0B26822E-5D16-A580-DD44-1C302DFB5C8A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2" creationId="{E22EF9CD-48D1-E44B-0DFC-8FBB173D57A9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5" creationId="{CC8BBBD1-6D77-8BA7-B660-881EE55E69F9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7" creationId="{4E2E0564-07CB-EC86-02D4-A01205A432EB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8" creationId="{BB25A3D4-C73C-5638-42F4-7AA2DD30A0AB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9" creationId="{A6B3ADFA-8310-F388-07C0-C090CA4B005A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20" creationId="{61387D22-FCA6-5029-D68F-8B29089B4F47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21" creationId="{AA6EE1F5-B1B9-FA36-1FCF-CA30B724CAF0}"/>
          </ac:spMkLst>
        </pc:spChg>
        <pc:spChg chg="add mod">
          <ac:chgData name="Hironari Yamada" userId="e57621f8-ec3c-449e-bb19-001fffcc008e" providerId="ADAL" clId="{BC0BD879-F267-5CCA-8DEA-E3B2DD07DA4E}" dt="2026-08-31T06:06:34.009" v="34797" actId="14100"/>
          <ac:spMkLst>
            <pc:docMk/>
            <pc:sldMk cId="500696143" sldId="2076139110"/>
            <ac:spMk id="23" creationId="{B93FC495-C79A-5FC5-E149-2BB233F37EC2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24" creationId="{C3B892C3-AE4B-184D-0B77-9D00BF571DAE}"/>
          </ac:spMkLst>
        </pc:spChg>
        <pc:spChg chg="add mod">
          <ac:chgData name="Hironari Yamada" userId="e57621f8-ec3c-449e-bb19-001fffcc008e" providerId="ADAL" clId="{BC0BD879-F267-5CCA-8DEA-E3B2DD07DA4E}" dt="2026-08-31T06:06:45.022" v="34833" actId="20577"/>
          <ac:spMkLst>
            <pc:docMk/>
            <pc:sldMk cId="500696143" sldId="2076139110"/>
            <ac:spMk id="25" creationId="{006F4FB9-FC17-4230-F190-E8E5E8AEC3A1}"/>
          </ac:spMkLst>
        </pc:spChg>
        <pc:spChg chg="add mod">
          <ac:chgData name="Hironari Yamada" userId="e57621f8-ec3c-449e-bb19-001fffcc008e" providerId="ADAL" clId="{BC0BD879-F267-5CCA-8DEA-E3B2DD07DA4E}" dt="2026-08-31T06:06:54.185" v="34836" actId="14100"/>
          <ac:spMkLst>
            <pc:docMk/>
            <pc:sldMk cId="500696143" sldId="2076139110"/>
            <ac:spMk id="26" creationId="{5E8AE116-FDC5-FAA0-26B2-F3C84971E269}"/>
          </ac:spMkLst>
        </pc:spChg>
        <pc:spChg chg="add mod">
          <ac:chgData name="Hironari Yamada" userId="e57621f8-ec3c-449e-bb19-001fffcc008e" providerId="ADAL" clId="{BC0BD879-F267-5CCA-8DEA-E3B2DD07DA4E}" dt="2026-08-31T06:07:00.635" v="34839" actId="14100"/>
          <ac:spMkLst>
            <pc:docMk/>
            <pc:sldMk cId="500696143" sldId="2076139110"/>
            <ac:spMk id="27" creationId="{6D6A82D9-0E2F-AC47-DB14-4802BBB768CC}"/>
          </ac:spMkLst>
        </pc:spChg>
        <pc:spChg chg="add mod">
          <ac:chgData name="Hironari Yamada" userId="e57621f8-ec3c-449e-bb19-001fffcc008e" providerId="ADAL" clId="{BC0BD879-F267-5CCA-8DEA-E3B2DD07DA4E}" dt="2026-08-31T06:07:47.521" v="34925" actId="20577"/>
          <ac:spMkLst>
            <pc:docMk/>
            <pc:sldMk cId="500696143" sldId="2076139110"/>
            <ac:spMk id="28" creationId="{BC074252-8677-5EB5-EC85-786FCF7A56BC}"/>
          </ac:spMkLst>
        </pc:spChg>
        <pc:spChg chg="add mod">
          <ac:chgData name="Hironari Yamada" userId="e57621f8-ec3c-449e-bb19-001fffcc008e" providerId="ADAL" clId="{BC0BD879-F267-5CCA-8DEA-E3B2DD07DA4E}" dt="2026-08-31T06:07:27.867" v="34913" actId="20577"/>
          <ac:spMkLst>
            <pc:docMk/>
            <pc:sldMk cId="500696143" sldId="2076139110"/>
            <ac:spMk id="29" creationId="{039D475F-31DC-0593-BE1B-401749FDB412}"/>
          </ac:spMkLst>
        </pc:spChg>
        <pc:spChg chg="add mod">
          <ac:chgData name="Hironari Yamada" userId="e57621f8-ec3c-449e-bb19-001fffcc008e" providerId="ADAL" clId="{BC0BD879-F267-5CCA-8DEA-E3B2DD07DA4E}" dt="2026-08-31T06:07:38.359" v="34917" actId="14100"/>
          <ac:spMkLst>
            <pc:docMk/>
            <pc:sldMk cId="500696143" sldId="2076139110"/>
            <ac:spMk id="30" creationId="{8EA72C2E-C303-728B-B8EA-52BF8483AF50}"/>
          </ac:spMkLst>
        </pc:spChg>
        <pc:spChg chg="add mod">
          <ac:chgData name="Hironari Yamada" userId="e57621f8-ec3c-449e-bb19-001fffcc008e" providerId="ADAL" clId="{BC0BD879-F267-5CCA-8DEA-E3B2DD07DA4E}" dt="2026-08-31T06:07:45.323" v="34924" actId="20577"/>
          <ac:spMkLst>
            <pc:docMk/>
            <pc:sldMk cId="500696143" sldId="2076139110"/>
            <ac:spMk id="31" creationId="{3DAF05E6-2CA6-4779-5770-E412ED52B0A2}"/>
          </ac:spMkLst>
        </pc:spChg>
        <pc:spChg chg="add mod">
          <ac:chgData name="Hironari Yamada" userId="e57621f8-ec3c-449e-bb19-001fffcc008e" providerId="ADAL" clId="{BC0BD879-F267-5CCA-8DEA-E3B2DD07DA4E}" dt="2026-08-31T06:07:55.623" v="34928" actId="14100"/>
          <ac:spMkLst>
            <pc:docMk/>
            <pc:sldMk cId="500696143" sldId="2076139110"/>
            <ac:spMk id="32" creationId="{F93C8A5E-2E57-612E-AAF0-D5DC3274D9C2}"/>
          </ac:spMkLst>
        </pc:spChg>
        <pc:spChg chg="add mod">
          <ac:chgData name="Hironari Yamada" userId="e57621f8-ec3c-449e-bb19-001fffcc008e" providerId="ADAL" clId="{BC0BD879-F267-5CCA-8DEA-E3B2DD07DA4E}" dt="2026-08-31T06:08:10.639" v="34974" actId="20577"/>
          <ac:spMkLst>
            <pc:docMk/>
            <pc:sldMk cId="500696143" sldId="2076139110"/>
            <ac:spMk id="33" creationId="{5252B096-A519-A070-FBF1-3E2F66D13BF0}"/>
          </ac:spMkLst>
        </pc:spChg>
        <pc:spChg chg="add mod">
          <ac:chgData name="Hironari Yamada" userId="e57621f8-ec3c-449e-bb19-001fffcc008e" providerId="ADAL" clId="{BC0BD879-F267-5CCA-8DEA-E3B2DD07DA4E}" dt="2026-08-31T06:08:25.820" v="34980" actId="14100"/>
          <ac:spMkLst>
            <pc:docMk/>
            <pc:sldMk cId="500696143" sldId="2076139110"/>
            <ac:spMk id="34" creationId="{0380A1D0-C361-88DA-FAD0-D8AA7C7A59A7}"/>
          </ac:spMkLst>
        </pc:spChg>
        <pc:spChg chg="add mod">
          <ac:chgData name="Hironari Yamada" userId="e57621f8-ec3c-449e-bb19-001fffcc008e" providerId="ADAL" clId="{BC0BD879-F267-5CCA-8DEA-E3B2DD07DA4E}" dt="2026-08-31T06:08:30.843" v="34983" actId="14100"/>
          <ac:spMkLst>
            <pc:docMk/>
            <pc:sldMk cId="500696143" sldId="2076139110"/>
            <ac:spMk id="35" creationId="{A960302F-76CA-E0A6-F003-5DBBEB2B8252}"/>
          </ac:spMkLst>
        </pc:spChg>
        <pc:spChg chg="add mod">
          <ac:chgData name="Hironari Yamada" userId="e57621f8-ec3c-449e-bb19-001fffcc008e" providerId="ADAL" clId="{BC0BD879-F267-5CCA-8DEA-E3B2DD07DA4E}" dt="2026-08-31T07:07:33.689" v="35481" actId="20577"/>
          <ac:spMkLst>
            <pc:docMk/>
            <pc:sldMk cId="500696143" sldId="2076139110"/>
            <ac:spMk id="36" creationId="{22859E1A-7153-9283-541E-263FDB6B8A65}"/>
          </ac:spMkLst>
        </pc:spChg>
        <pc:picChg chg="add mod">
          <ac:chgData name="Hironari Yamada" userId="e57621f8-ec3c-449e-bb19-001fffcc008e" providerId="ADAL" clId="{BC0BD879-F267-5CCA-8DEA-E3B2DD07DA4E}" dt="2026-08-31T06:08:20.001" v="34978" actId="1076"/>
          <ac:picMkLst>
            <pc:docMk/>
            <pc:sldMk cId="500696143" sldId="2076139110"/>
            <ac:picMk id="6" creationId="{20508E9F-8DE6-3B39-2968-0820643D2747}"/>
          </ac:picMkLst>
        </pc:picChg>
        <pc:picChg chg="add mod">
          <ac:chgData name="Hironari Yamada" userId="e57621f8-ec3c-449e-bb19-001fffcc008e" providerId="ADAL" clId="{BC0BD879-F267-5CCA-8DEA-E3B2DD07DA4E}" dt="2026-08-31T06:06:15.635" v="34794" actId="14100"/>
          <ac:picMkLst>
            <pc:docMk/>
            <pc:sldMk cId="500696143" sldId="2076139110"/>
            <ac:picMk id="14" creationId="{319FDA56-56B0-0E6A-8C51-95BD211FAF84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07:25:14.922" v="35985" actId="14100"/>
        <pc:sldMkLst>
          <pc:docMk/>
          <pc:sldMk cId="1311786990" sldId="2076139111"/>
        </pc:sldMkLst>
        <pc:spChg chg="mod">
          <ac:chgData name="Hironari Yamada" userId="e57621f8-ec3c-449e-bb19-001fffcc008e" providerId="ADAL" clId="{BC0BD879-F267-5CCA-8DEA-E3B2DD07DA4E}" dt="2026-08-31T07:19:18.460" v="35760" actId="20577"/>
          <ac:spMkLst>
            <pc:docMk/>
            <pc:sldMk cId="1311786990" sldId="2076139111"/>
            <ac:spMk id="3" creationId="{0A3B10EB-765A-B072-CF32-DBE9530CE27A}"/>
          </ac:spMkLst>
        </pc:spChg>
        <pc:spChg chg="del">
          <ac:chgData name="Hironari Yamada" userId="e57621f8-ec3c-449e-bb19-001fffcc008e" providerId="ADAL" clId="{BC0BD879-F267-5CCA-8DEA-E3B2DD07DA4E}" dt="2026-08-31T07:19:22.661" v="35761" actId="478"/>
          <ac:spMkLst>
            <pc:docMk/>
            <pc:sldMk cId="1311786990" sldId="2076139111"/>
            <ac:spMk id="6" creationId="{CCB8682C-E0EB-5E30-F2AA-24D6BB0AEB83}"/>
          </ac:spMkLst>
        </pc:spChg>
        <pc:spChg chg="del">
          <ac:chgData name="Hironari Yamada" userId="e57621f8-ec3c-449e-bb19-001fffcc008e" providerId="ADAL" clId="{BC0BD879-F267-5CCA-8DEA-E3B2DD07DA4E}" dt="2026-08-31T07:19:22.661" v="35761" actId="478"/>
          <ac:spMkLst>
            <pc:docMk/>
            <pc:sldMk cId="1311786990" sldId="2076139111"/>
            <ac:spMk id="7" creationId="{EAA324E1-57B3-6036-AF3A-AFFCF4AB1E19}"/>
          </ac:spMkLst>
        </pc:spChg>
        <pc:spChg chg="del">
          <ac:chgData name="Hironari Yamada" userId="e57621f8-ec3c-449e-bb19-001fffcc008e" providerId="ADAL" clId="{BC0BD879-F267-5CCA-8DEA-E3B2DD07DA4E}" dt="2026-08-31T07:19:22.661" v="35761" actId="478"/>
          <ac:spMkLst>
            <pc:docMk/>
            <pc:sldMk cId="1311786990" sldId="2076139111"/>
            <ac:spMk id="8" creationId="{2DB98DD5-0422-DCCD-8CEC-B75DD49BD5F1}"/>
          </ac:spMkLst>
        </pc:spChg>
        <pc:spChg chg="add del">
          <ac:chgData name="Hironari Yamada" userId="e57621f8-ec3c-449e-bb19-001fffcc008e" providerId="ADAL" clId="{BC0BD879-F267-5CCA-8DEA-E3B2DD07DA4E}" dt="2026-08-31T07:23:33.681" v="35770" actId="478"/>
          <ac:spMkLst>
            <pc:docMk/>
            <pc:sldMk cId="1311786990" sldId="2076139111"/>
            <ac:spMk id="12" creationId="{7950ABC9-CAE2-CF06-9888-588CD821B181}"/>
          </ac:spMkLst>
        </pc:spChg>
        <pc:spChg chg="add mod">
          <ac:chgData name="Hironari Yamada" userId="e57621f8-ec3c-449e-bb19-001fffcc008e" providerId="ADAL" clId="{BC0BD879-F267-5CCA-8DEA-E3B2DD07DA4E}" dt="2026-08-31T07:23:46.346" v="35774" actId="14100"/>
          <ac:spMkLst>
            <pc:docMk/>
            <pc:sldMk cId="1311786990" sldId="2076139111"/>
            <ac:spMk id="13" creationId="{B662B634-619F-2CCF-87E1-05CAA0DE3CA7}"/>
          </ac:spMkLst>
        </pc:spChg>
        <pc:spChg chg="add mod">
          <ac:chgData name="Hironari Yamada" userId="e57621f8-ec3c-449e-bb19-001fffcc008e" providerId="ADAL" clId="{BC0BD879-F267-5CCA-8DEA-E3B2DD07DA4E}" dt="2026-08-31T07:24:08.338" v="35841" actId="1076"/>
          <ac:spMkLst>
            <pc:docMk/>
            <pc:sldMk cId="1311786990" sldId="2076139111"/>
            <ac:spMk id="14" creationId="{8F5ED75E-BED7-9400-9BB4-59C622513AF3}"/>
          </ac:spMkLst>
        </pc:spChg>
        <pc:spChg chg="add mod">
          <ac:chgData name="Hironari Yamada" userId="e57621f8-ec3c-449e-bb19-001fffcc008e" providerId="ADAL" clId="{BC0BD879-F267-5CCA-8DEA-E3B2DD07DA4E}" dt="2026-08-31T07:24:15.193" v="35844" actId="14100"/>
          <ac:spMkLst>
            <pc:docMk/>
            <pc:sldMk cId="1311786990" sldId="2076139111"/>
            <ac:spMk id="15" creationId="{B83516C2-0F8A-DC9E-F73C-D83A6CE31F37}"/>
          </ac:spMkLst>
        </pc:spChg>
        <pc:spChg chg="add mod">
          <ac:chgData name="Hironari Yamada" userId="e57621f8-ec3c-449e-bb19-001fffcc008e" providerId="ADAL" clId="{BC0BD879-F267-5CCA-8DEA-E3B2DD07DA4E}" dt="2026-08-31T07:24:28.605" v="35881" actId="20577"/>
          <ac:spMkLst>
            <pc:docMk/>
            <pc:sldMk cId="1311786990" sldId="2076139111"/>
            <ac:spMk id="16" creationId="{C79EAA16-2516-2DF2-4685-E17A933B0125}"/>
          </ac:spMkLst>
        </pc:spChg>
        <pc:spChg chg="add mod">
          <ac:chgData name="Hironari Yamada" userId="e57621f8-ec3c-449e-bb19-001fffcc008e" providerId="ADAL" clId="{BC0BD879-F267-5CCA-8DEA-E3B2DD07DA4E}" dt="2026-08-31T07:24:38.278" v="35885" actId="14100"/>
          <ac:spMkLst>
            <pc:docMk/>
            <pc:sldMk cId="1311786990" sldId="2076139111"/>
            <ac:spMk id="17" creationId="{9D920884-46F6-52B2-C14F-1A4CD5B2BCB7}"/>
          </ac:spMkLst>
        </pc:spChg>
        <pc:spChg chg="add mod">
          <ac:chgData name="Hironari Yamada" userId="e57621f8-ec3c-449e-bb19-001fffcc008e" providerId="ADAL" clId="{BC0BD879-F267-5CCA-8DEA-E3B2DD07DA4E}" dt="2026-08-31T07:24:58.587" v="35937" actId="1076"/>
          <ac:spMkLst>
            <pc:docMk/>
            <pc:sldMk cId="1311786990" sldId="2076139111"/>
            <ac:spMk id="18" creationId="{7DC8EAF5-3B08-FA61-EACC-EE59FCAFE98A}"/>
          </ac:spMkLst>
        </pc:spChg>
        <pc:spChg chg="add mod">
          <ac:chgData name="Hironari Yamada" userId="e57621f8-ec3c-449e-bb19-001fffcc008e" providerId="ADAL" clId="{BC0BD879-F267-5CCA-8DEA-E3B2DD07DA4E}" dt="2026-08-31T07:24:56.712" v="35936" actId="14100"/>
          <ac:spMkLst>
            <pc:docMk/>
            <pc:sldMk cId="1311786990" sldId="2076139111"/>
            <ac:spMk id="19" creationId="{3710569E-4E1A-59F3-2378-DED022002ABB}"/>
          </ac:spMkLst>
        </pc:spChg>
        <pc:spChg chg="add mod">
          <ac:chgData name="Hironari Yamada" userId="e57621f8-ec3c-449e-bb19-001fffcc008e" providerId="ADAL" clId="{BC0BD879-F267-5CCA-8DEA-E3B2DD07DA4E}" dt="2026-08-31T07:25:08.589" v="35982" actId="20577"/>
          <ac:spMkLst>
            <pc:docMk/>
            <pc:sldMk cId="1311786990" sldId="2076139111"/>
            <ac:spMk id="20" creationId="{35823C25-049C-20BD-873E-4737591907D2}"/>
          </ac:spMkLst>
        </pc:spChg>
        <pc:spChg chg="add mod">
          <ac:chgData name="Hironari Yamada" userId="e57621f8-ec3c-449e-bb19-001fffcc008e" providerId="ADAL" clId="{BC0BD879-F267-5CCA-8DEA-E3B2DD07DA4E}" dt="2026-08-31T07:25:14.922" v="35985" actId="14100"/>
          <ac:spMkLst>
            <pc:docMk/>
            <pc:sldMk cId="1311786990" sldId="2076139111"/>
            <ac:spMk id="21" creationId="{79D9AA0F-069A-4EB5-2892-D6CDB1D7D364}"/>
          </ac:spMkLst>
        </pc:spChg>
        <pc:picChg chg="del">
          <ac:chgData name="Hironari Yamada" userId="e57621f8-ec3c-449e-bb19-001fffcc008e" providerId="ADAL" clId="{BC0BD879-F267-5CCA-8DEA-E3B2DD07DA4E}" dt="2026-08-31T07:19:22.661" v="35761" actId="478"/>
          <ac:picMkLst>
            <pc:docMk/>
            <pc:sldMk cId="1311786990" sldId="2076139111"/>
            <ac:picMk id="5" creationId="{627E886E-E917-3C59-DC35-3AE236EBF337}"/>
          </ac:picMkLst>
        </pc:picChg>
        <pc:picChg chg="add mod">
          <ac:chgData name="Hironari Yamada" userId="e57621f8-ec3c-449e-bb19-001fffcc008e" providerId="ADAL" clId="{BC0BD879-F267-5CCA-8DEA-E3B2DD07DA4E}" dt="2026-08-31T07:22:33.879" v="35764" actId="14100"/>
          <ac:picMkLst>
            <pc:docMk/>
            <pc:sldMk cId="1311786990" sldId="2076139111"/>
            <ac:picMk id="10" creationId="{E4FDA29D-B7F2-FE87-7639-D07758257496}"/>
          </ac:picMkLst>
        </pc:picChg>
        <pc:picChg chg="add mod">
          <ac:chgData name="Hironari Yamada" userId="e57621f8-ec3c-449e-bb19-001fffcc008e" providerId="ADAL" clId="{BC0BD879-F267-5CCA-8DEA-E3B2DD07DA4E}" dt="2026-08-31T07:23:21.055" v="35768" actId="14100"/>
          <ac:picMkLst>
            <pc:docMk/>
            <pc:sldMk cId="1311786990" sldId="2076139111"/>
            <ac:picMk id="11" creationId="{CAB2FD4C-CC63-68C5-B358-1F757BD2112C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1:23:20.821" v="36439" actId="2696"/>
        <pc:sldMkLst>
          <pc:docMk/>
          <pc:sldMk cId="1807294534" sldId="2076139112"/>
        </pc:sldMkLst>
        <pc:spChg chg="mod">
          <ac:chgData name="Hironari Yamada" userId="e57621f8-ec3c-449e-bb19-001fffcc008e" providerId="ADAL" clId="{BC0BD879-F267-5CCA-8DEA-E3B2DD07DA4E}" dt="2026-08-31T07:28:37.086" v="36092" actId="20577"/>
          <ac:spMkLst>
            <pc:docMk/>
            <pc:sldMk cId="1807294534" sldId="2076139112"/>
            <ac:spMk id="3" creationId="{28756D45-A755-D52D-312B-7EFED288ECB6}"/>
          </ac:spMkLst>
        </pc:spChg>
        <pc:spChg chg="add mod">
          <ac:chgData name="Hironari Yamada" userId="e57621f8-ec3c-449e-bb19-001fffcc008e" providerId="ADAL" clId="{BC0BD879-F267-5CCA-8DEA-E3B2DD07DA4E}" dt="2026-08-31T07:31:22.801" v="36177" actId="207"/>
          <ac:spMkLst>
            <pc:docMk/>
            <pc:sldMk cId="1807294534" sldId="2076139112"/>
            <ac:spMk id="6" creationId="{23D0CBE3-2B32-67F4-2E6F-CA41D64ADB95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3" creationId="{386864BF-9B72-9B91-72A2-6376895A1182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4" creationId="{3855DBAB-11C3-E3B0-B3C1-322047B43A0A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5" creationId="{59FF8456-9956-AA2D-1658-EC7439746ACA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6" creationId="{4D2CD375-CD4F-956D-539E-FFF2EADAFB4B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7" creationId="{0A32394A-F5A7-72C0-C260-43469207325D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8" creationId="{C11B15F6-956A-7ADF-FD01-3220B2E11EBA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9" creationId="{AC4D438B-3491-9A49-958A-A55E365C8086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20" creationId="{B084BF2C-1BEB-8AEF-4473-8A99A1791325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21" creationId="{500E7108-4627-038A-EE4A-7B04325278F6}"/>
          </ac:spMkLst>
        </pc:spChg>
        <pc:picChg chg="add mod">
          <ac:chgData name="Hironari Yamada" userId="e57621f8-ec3c-449e-bb19-001fffcc008e" providerId="ADAL" clId="{BC0BD879-F267-5CCA-8DEA-E3B2DD07DA4E}" dt="2026-08-31T07:27:42.240" v="36085" actId="14100"/>
          <ac:picMkLst>
            <pc:docMk/>
            <pc:sldMk cId="1807294534" sldId="2076139112"/>
            <ac:picMk id="5" creationId="{24867D94-3E5F-66B7-47B9-594818553D7F}"/>
          </ac:picMkLst>
        </pc:picChg>
        <pc:picChg chg="del">
          <ac:chgData name="Hironari Yamada" userId="e57621f8-ec3c-449e-bb19-001fffcc008e" providerId="ADAL" clId="{BC0BD879-F267-5CCA-8DEA-E3B2DD07DA4E}" dt="2026-08-31T07:26:48.855" v="35987" actId="478"/>
          <ac:picMkLst>
            <pc:docMk/>
            <pc:sldMk cId="1807294534" sldId="2076139112"/>
            <ac:picMk id="10" creationId="{DA4CDF08-78DE-EEBE-9EBC-24DD5C751C6F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11:21:52.438" v="36396" actId="1076"/>
        <pc:sldMkLst>
          <pc:docMk/>
          <pc:sldMk cId="4137051227" sldId="2076139113"/>
        </pc:sldMkLst>
        <pc:spChg chg="mod">
          <ac:chgData name="Hironari Yamada" userId="e57621f8-ec3c-449e-bb19-001fffcc008e" providerId="ADAL" clId="{BC0BD879-F267-5CCA-8DEA-E3B2DD07DA4E}" dt="2026-08-31T11:21:52.438" v="36396" actId="1076"/>
          <ac:spMkLst>
            <pc:docMk/>
            <pc:sldMk cId="4137051227" sldId="2076139113"/>
            <ac:spMk id="6" creationId="{7B3E127B-497E-74BA-161D-C0766A3E225C}"/>
          </ac:spMkLst>
        </pc:spChg>
        <pc:spChg chg="add del">
          <ac:chgData name="Hironari Yamada" userId="e57621f8-ec3c-449e-bb19-001fffcc008e" providerId="ADAL" clId="{BC0BD879-F267-5CCA-8DEA-E3B2DD07DA4E}" dt="2026-08-31T11:20:38.529" v="36383" actId="22"/>
          <ac:spMkLst>
            <pc:docMk/>
            <pc:sldMk cId="4137051227" sldId="2076139113"/>
            <ac:spMk id="8" creationId="{780DEFA8-BC6F-2EBF-88B6-76FAFE0C9A85}"/>
          </ac:spMkLst>
        </pc:spChg>
        <pc:spChg chg="add del">
          <ac:chgData name="Hironari Yamada" userId="e57621f8-ec3c-449e-bb19-001fffcc008e" providerId="ADAL" clId="{BC0BD879-F267-5CCA-8DEA-E3B2DD07DA4E}" dt="2026-08-31T11:21:12.955" v="36385" actId="22"/>
          <ac:spMkLst>
            <pc:docMk/>
            <pc:sldMk cId="4137051227" sldId="2076139113"/>
            <ac:spMk id="11" creationId="{268D4549-5A68-A57F-8C69-63B1DC324F45}"/>
          </ac:spMkLst>
        </pc:spChg>
        <pc:spChg chg="add mod">
          <ac:chgData name="Hironari Yamada" userId="e57621f8-ec3c-449e-bb19-001fffcc008e" providerId="ADAL" clId="{BC0BD879-F267-5CCA-8DEA-E3B2DD07DA4E}" dt="2026-08-31T11:21:44.459" v="36394" actId="14100"/>
          <ac:spMkLst>
            <pc:docMk/>
            <pc:sldMk cId="4137051227" sldId="2076139113"/>
            <ac:spMk id="13" creationId="{C784FBB7-FB77-FAFB-CDEC-C27A4851002A}"/>
          </ac:spMkLst>
        </pc:spChg>
        <pc:picChg chg="del">
          <ac:chgData name="Hironari Yamada" userId="e57621f8-ec3c-449e-bb19-001fffcc008e" providerId="ADAL" clId="{BC0BD879-F267-5CCA-8DEA-E3B2DD07DA4E}" dt="2026-08-31T11:20:29.498" v="36380" actId="478"/>
          <ac:picMkLst>
            <pc:docMk/>
            <pc:sldMk cId="4137051227" sldId="2076139113"/>
            <ac:picMk id="5" creationId="{851B3543-572F-F3EC-7737-0D9F05F1F4FD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11:43:55.819" v="37050" actId="14100"/>
        <pc:sldMkLst>
          <pc:docMk/>
          <pc:sldMk cId="1467223542" sldId="2076139114"/>
        </pc:sldMkLst>
        <pc:spChg chg="del">
          <ac:chgData name="Hironari Yamada" userId="e57621f8-ec3c-449e-bb19-001fffcc008e" providerId="ADAL" clId="{BC0BD879-F267-5CCA-8DEA-E3B2DD07DA4E}" dt="2026-08-31T11:39:41.685" v="36712" actId="478"/>
          <ac:spMkLst>
            <pc:docMk/>
            <pc:sldMk cId="1467223542" sldId="2076139114"/>
            <ac:spMk id="6" creationId="{15D1C778-CE50-E036-C013-98BD30D53406}"/>
          </ac:spMkLst>
        </pc:spChg>
        <pc:spChg chg="del">
          <ac:chgData name="Hironari Yamada" userId="e57621f8-ec3c-449e-bb19-001fffcc008e" providerId="ADAL" clId="{BC0BD879-F267-5CCA-8DEA-E3B2DD07DA4E}" dt="2026-08-31T11:39:41.685" v="36712" actId="478"/>
          <ac:spMkLst>
            <pc:docMk/>
            <pc:sldMk cId="1467223542" sldId="2076139114"/>
            <ac:spMk id="7" creationId="{DEF2D84D-B613-40D4-EDF8-41826B3E6887}"/>
          </ac:spMkLst>
        </pc:spChg>
        <pc:spChg chg="del">
          <ac:chgData name="Hironari Yamada" userId="e57621f8-ec3c-449e-bb19-001fffcc008e" providerId="ADAL" clId="{BC0BD879-F267-5CCA-8DEA-E3B2DD07DA4E}" dt="2026-08-31T11:39:41.685" v="36712" actId="478"/>
          <ac:spMkLst>
            <pc:docMk/>
            <pc:sldMk cId="1467223542" sldId="2076139114"/>
            <ac:spMk id="10" creationId="{ADBD1731-A98E-AFF7-78A5-8D6580837BCC}"/>
          </ac:spMkLst>
        </pc:spChg>
        <pc:spChg chg="del">
          <ac:chgData name="Hironari Yamada" userId="e57621f8-ec3c-449e-bb19-001fffcc008e" providerId="ADAL" clId="{BC0BD879-F267-5CCA-8DEA-E3B2DD07DA4E}" dt="2026-08-31T11:39:41.685" v="36712" actId="478"/>
          <ac:spMkLst>
            <pc:docMk/>
            <pc:sldMk cId="1467223542" sldId="2076139114"/>
            <ac:spMk id="11" creationId="{851C97BA-894E-4E1F-5B81-BA39619F2A78}"/>
          </ac:spMkLst>
        </pc:spChg>
        <pc:spChg chg="add mod">
          <ac:chgData name="Hironari Yamada" userId="e57621f8-ec3c-449e-bb19-001fffcc008e" providerId="ADAL" clId="{BC0BD879-F267-5CCA-8DEA-E3B2DD07DA4E}" dt="2026-08-31T11:40:00.277" v="36713"/>
          <ac:spMkLst>
            <pc:docMk/>
            <pc:sldMk cId="1467223542" sldId="2076139114"/>
            <ac:spMk id="13" creationId="{41CAB1D1-A457-ADBB-2E8A-84179BE7EFD3}"/>
          </ac:spMkLst>
        </pc:spChg>
        <pc:spChg chg="add mod">
          <ac:chgData name="Hironari Yamada" userId="e57621f8-ec3c-449e-bb19-001fffcc008e" providerId="ADAL" clId="{BC0BD879-F267-5CCA-8DEA-E3B2DD07DA4E}" dt="2026-08-31T11:40:00.277" v="36713"/>
          <ac:spMkLst>
            <pc:docMk/>
            <pc:sldMk cId="1467223542" sldId="2076139114"/>
            <ac:spMk id="14" creationId="{D76651F7-7FB4-7064-24BF-48E6C0219B34}"/>
          </ac:spMkLst>
        </pc:spChg>
        <pc:spChg chg="add mod">
          <ac:chgData name="Hironari Yamada" userId="e57621f8-ec3c-449e-bb19-001fffcc008e" providerId="ADAL" clId="{BC0BD879-F267-5CCA-8DEA-E3B2DD07DA4E}" dt="2026-08-31T11:40:00.277" v="36713"/>
          <ac:spMkLst>
            <pc:docMk/>
            <pc:sldMk cId="1467223542" sldId="2076139114"/>
            <ac:spMk id="15" creationId="{7A4F4913-F166-CF48-842A-494BA6DE8A1A}"/>
          </ac:spMkLst>
        </pc:spChg>
        <pc:spChg chg="add mod">
          <ac:chgData name="Hironari Yamada" userId="e57621f8-ec3c-449e-bb19-001fffcc008e" providerId="ADAL" clId="{BC0BD879-F267-5CCA-8DEA-E3B2DD07DA4E}" dt="2026-08-31T11:40:00.277" v="36713"/>
          <ac:spMkLst>
            <pc:docMk/>
            <pc:sldMk cId="1467223542" sldId="2076139114"/>
            <ac:spMk id="16" creationId="{C1E5E86D-BE1F-F2B8-DBF3-D3713F7EDE92}"/>
          </ac:spMkLst>
        </pc:spChg>
        <pc:spChg chg="add mod">
          <ac:chgData name="Hironari Yamada" userId="e57621f8-ec3c-449e-bb19-001fffcc008e" providerId="ADAL" clId="{BC0BD879-F267-5CCA-8DEA-E3B2DD07DA4E}" dt="2026-08-31T11:40:00.277" v="36713"/>
          <ac:spMkLst>
            <pc:docMk/>
            <pc:sldMk cId="1467223542" sldId="2076139114"/>
            <ac:spMk id="17" creationId="{32240522-0622-8E5D-0D62-BB19145C181B}"/>
          </ac:spMkLst>
        </pc:spChg>
        <pc:spChg chg="add mod">
          <ac:chgData name="Hironari Yamada" userId="e57621f8-ec3c-449e-bb19-001fffcc008e" providerId="ADAL" clId="{BC0BD879-F267-5CCA-8DEA-E3B2DD07DA4E}" dt="2026-08-31T11:41:31.129" v="36720" actId="14100"/>
          <ac:spMkLst>
            <pc:docMk/>
            <pc:sldMk cId="1467223542" sldId="2076139114"/>
            <ac:spMk id="19" creationId="{C1EB5CC1-7C77-DED8-E587-10AF713255EC}"/>
          </ac:spMkLst>
        </pc:spChg>
        <pc:spChg chg="add mod">
          <ac:chgData name="Hironari Yamada" userId="e57621f8-ec3c-449e-bb19-001fffcc008e" providerId="ADAL" clId="{BC0BD879-F267-5CCA-8DEA-E3B2DD07DA4E}" dt="2026-08-31T11:41:53.209" v="36764" actId="1076"/>
          <ac:spMkLst>
            <pc:docMk/>
            <pc:sldMk cId="1467223542" sldId="2076139114"/>
            <ac:spMk id="20" creationId="{91EC5CE0-44E0-7811-09CD-4FF4DF1309EE}"/>
          </ac:spMkLst>
        </pc:spChg>
        <pc:spChg chg="add mod">
          <ac:chgData name="Hironari Yamada" userId="e57621f8-ec3c-449e-bb19-001fffcc008e" providerId="ADAL" clId="{BC0BD879-F267-5CCA-8DEA-E3B2DD07DA4E}" dt="2026-08-31T11:41:50.313" v="36763" actId="14100"/>
          <ac:spMkLst>
            <pc:docMk/>
            <pc:sldMk cId="1467223542" sldId="2076139114"/>
            <ac:spMk id="21" creationId="{0C807B10-8623-130A-5653-0D1ECADB1624}"/>
          </ac:spMkLst>
        </pc:spChg>
        <pc:spChg chg="add mod">
          <ac:chgData name="Hironari Yamada" userId="e57621f8-ec3c-449e-bb19-001fffcc008e" providerId="ADAL" clId="{BC0BD879-F267-5CCA-8DEA-E3B2DD07DA4E}" dt="2026-08-31T11:43:55.819" v="37050" actId="14100"/>
          <ac:spMkLst>
            <pc:docMk/>
            <pc:sldMk cId="1467223542" sldId="2076139114"/>
            <ac:spMk id="22" creationId="{6265583D-20B1-CDFE-19A1-013F5C7D5647}"/>
          </ac:spMkLst>
        </pc:spChg>
        <pc:spChg chg="add mod">
          <ac:chgData name="Hironari Yamada" userId="e57621f8-ec3c-449e-bb19-001fffcc008e" providerId="ADAL" clId="{BC0BD879-F267-5CCA-8DEA-E3B2DD07DA4E}" dt="2026-08-31T11:42:19.637" v="36774" actId="14100"/>
          <ac:spMkLst>
            <pc:docMk/>
            <pc:sldMk cId="1467223542" sldId="2076139114"/>
            <ac:spMk id="23" creationId="{D1FC007E-03C9-C144-758B-6F3E206EECC6}"/>
          </ac:spMkLst>
        </pc:spChg>
        <pc:spChg chg="add mod">
          <ac:chgData name="Hironari Yamada" userId="e57621f8-ec3c-449e-bb19-001fffcc008e" providerId="ADAL" clId="{BC0BD879-F267-5CCA-8DEA-E3B2DD07DA4E}" dt="2026-08-31T11:42:27.453" v="36777" actId="14100"/>
          <ac:spMkLst>
            <pc:docMk/>
            <pc:sldMk cId="1467223542" sldId="2076139114"/>
            <ac:spMk id="24" creationId="{A7FB236D-778A-CFC7-4822-702CCE8D4E7B}"/>
          </ac:spMkLst>
        </pc:spChg>
        <pc:spChg chg="add mod">
          <ac:chgData name="Hironari Yamada" userId="e57621f8-ec3c-449e-bb19-001fffcc008e" providerId="ADAL" clId="{BC0BD879-F267-5CCA-8DEA-E3B2DD07DA4E}" dt="2026-08-31T11:43:34.816" v="37048" actId="1076"/>
          <ac:spMkLst>
            <pc:docMk/>
            <pc:sldMk cId="1467223542" sldId="2076139114"/>
            <ac:spMk id="25" creationId="{A922F6B2-380C-15C2-D643-0A3D22B165DA}"/>
          </ac:spMkLst>
        </pc:spChg>
        <pc:picChg chg="del">
          <ac:chgData name="Hironari Yamada" userId="e57621f8-ec3c-449e-bb19-001fffcc008e" providerId="ADAL" clId="{BC0BD879-F267-5CCA-8DEA-E3B2DD07DA4E}" dt="2026-08-31T11:39:41.685" v="36712" actId="478"/>
          <ac:picMkLst>
            <pc:docMk/>
            <pc:sldMk cId="1467223542" sldId="2076139114"/>
            <ac:picMk id="5" creationId="{0E51816C-5031-A35F-2D0B-29B300B3B3BB}"/>
          </ac:picMkLst>
        </pc:picChg>
        <pc:picChg chg="del">
          <ac:chgData name="Hironari Yamada" userId="e57621f8-ec3c-449e-bb19-001fffcc008e" providerId="ADAL" clId="{BC0BD879-F267-5CCA-8DEA-E3B2DD07DA4E}" dt="2026-08-31T11:39:41.685" v="36712" actId="478"/>
          <ac:picMkLst>
            <pc:docMk/>
            <pc:sldMk cId="1467223542" sldId="2076139114"/>
            <ac:picMk id="8" creationId="{3E31F550-9705-02A7-E21C-41E210B9C8C4}"/>
          </ac:picMkLst>
        </pc:picChg>
        <pc:picChg chg="add mod">
          <ac:chgData name="Hironari Yamada" userId="e57621f8-ec3c-449e-bb19-001fffcc008e" providerId="ADAL" clId="{BC0BD879-F267-5CCA-8DEA-E3B2DD07DA4E}" dt="2026-08-31T11:40:00.277" v="36713"/>
          <ac:picMkLst>
            <pc:docMk/>
            <pc:sldMk cId="1467223542" sldId="2076139114"/>
            <ac:picMk id="12" creationId="{3D4D9857-E4AC-39FA-1BC1-3C3B4DF97E86}"/>
          </ac:picMkLst>
        </pc:picChg>
        <pc:picChg chg="add mod">
          <ac:chgData name="Hironari Yamada" userId="e57621f8-ec3c-449e-bb19-001fffcc008e" providerId="ADAL" clId="{BC0BD879-F267-5CCA-8DEA-E3B2DD07DA4E}" dt="2026-08-31T11:41:22.851" v="36717" actId="14100"/>
          <ac:picMkLst>
            <pc:docMk/>
            <pc:sldMk cId="1467223542" sldId="2076139114"/>
            <ac:picMk id="18" creationId="{83C68985-403B-B3DE-8C9B-C6711D4EBD6B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11:45:19.349" v="37060" actId="14100"/>
        <pc:sldMkLst>
          <pc:docMk/>
          <pc:sldMk cId="3237991259" sldId="2076139115"/>
        </pc:sldMkLst>
        <pc:spChg chg="add mod">
          <ac:chgData name="Hironari Yamada" userId="e57621f8-ec3c-449e-bb19-001fffcc008e" providerId="ADAL" clId="{BC0BD879-F267-5CCA-8DEA-E3B2DD07DA4E}" dt="2026-08-31T11:45:19.349" v="37060" actId="14100"/>
          <ac:spMkLst>
            <pc:docMk/>
            <pc:sldMk cId="3237991259" sldId="2076139115"/>
            <ac:spMk id="6" creationId="{75D95CD2-D83C-B184-2BDD-46EE8DD05141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13" creationId="{2D603306-206D-E98B-EE63-EA3790100E2A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14" creationId="{EAF25BCB-6150-181D-657E-971C52C8370D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15" creationId="{C6FB7F7F-F569-B7FB-64A0-B443C77D417B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16" creationId="{B9C3472A-B238-EC97-08EA-B5A360B5E378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19" creationId="{6320DCC5-6F4A-35A5-353A-3352AE5C2469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20" creationId="{B64596A5-62C8-4206-CDE6-2A6FEE211BB1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21" creationId="{7A872C4D-2217-0FF8-79DC-DFAFDB2F7DFB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22" creationId="{07C776DD-BCC3-95CB-20E9-0CDBB41A1A91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23" creationId="{217D1FF2-97E3-A40B-F602-8D8BB0D7B4A8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25" creationId="{BE1F854D-A5CD-B3D5-5EAD-D3CD170892E3}"/>
          </ac:spMkLst>
        </pc:spChg>
        <pc:picChg chg="add mod">
          <ac:chgData name="Hironari Yamada" userId="e57621f8-ec3c-449e-bb19-001fffcc008e" providerId="ADAL" clId="{BC0BD879-F267-5CCA-8DEA-E3B2DD07DA4E}" dt="2026-08-31T11:45:08.205" v="37057" actId="1076"/>
          <ac:picMkLst>
            <pc:docMk/>
            <pc:sldMk cId="3237991259" sldId="2076139115"/>
            <ac:picMk id="5" creationId="{765678E4-1FC3-24E1-58D0-428F24AA157B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11:52:13.988" v="37580"/>
        <pc:sldMkLst>
          <pc:docMk/>
          <pc:sldMk cId="3585480144" sldId="2076139116"/>
        </pc:sldMkLst>
        <pc:spChg chg="mod">
          <ac:chgData name="Hironari Yamada" userId="e57621f8-ec3c-449e-bb19-001fffcc008e" providerId="ADAL" clId="{BC0BD879-F267-5CCA-8DEA-E3B2DD07DA4E}" dt="2026-08-31T11:48:19.062" v="37264" actId="20577"/>
          <ac:spMkLst>
            <pc:docMk/>
            <pc:sldMk cId="3585480144" sldId="2076139116"/>
            <ac:spMk id="3" creationId="{3FA96DC1-AC95-4555-B21C-224A6940550A}"/>
          </ac:spMkLst>
        </pc:spChg>
        <pc:spChg chg="del">
          <ac:chgData name="Hironari Yamada" userId="e57621f8-ec3c-449e-bb19-001fffcc008e" providerId="ADAL" clId="{BC0BD879-F267-5CCA-8DEA-E3B2DD07DA4E}" dt="2026-08-31T11:47:38.829" v="37129" actId="478"/>
          <ac:spMkLst>
            <pc:docMk/>
            <pc:sldMk cId="3585480144" sldId="2076139116"/>
            <ac:spMk id="6" creationId="{08F278F3-0946-2C4B-FA34-EFC4972AF4D0}"/>
          </ac:spMkLst>
        </pc:spChg>
        <pc:spChg chg="add mod">
          <ac:chgData name="Hironari Yamada" userId="e57621f8-ec3c-449e-bb19-001fffcc008e" providerId="ADAL" clId="{BC0BD879-F267-5CCA-8DEA-E3B2DD07DA4E}" dt="2026-08-31T11:48:33.159" v="37265"/>
          <ac:spMkLst>
            <pc:docMk/>
            <pc:sldMk cId="3585480144" sldId="2076139116"/>
            <ac:spMk id="8" creationId="{BAD83DF1-7B82-033C-0D78-5FA91150F4EC}"/>
          </ac:spMkLst>
        </pc:spChg>
        <pc:spChg chg="mod">
          <ac:chgData name="Hironari Yamada" userId="e57621f8-ec3c-449e-bb19-001fffcc008e" providerId="ADAL" clId="{BC0BD879-F267-5CCA-8DEA-E3B2DD07DA4E}" dt="2026-08-31T11:47:34.640" v="37128" actId="20577"/>
          <ac:spMkLst>
            <pc:docMk/>
            <pc:sldMk cId="3585480144" sldId="2076139116"/>
            <ac:spMk id="9" creationId="{CE7E662A-09A7-2BF8-27C3-B91B26F7B13A}"/>
          </ac:spMkLst>
        </pc:spChg>
        <pc:spChg chg="add mod">
          <ac:chgData name="Hironari Yamada" userId="e57621f8-ec3c-449e-bb19-001fffcc008e" providerId="ADAL" clId="{BC0BD879-F267-5CCA-8DEA-E3B2DD07DA4E}" dt="2026-08-31T11:48:33.159" v="37265"/>
          <ac:spMkLst>
            <pc:docMk/>
            <pc:sldMk cId="3585480144" sldId="2076139116"/>
            <ac:spMk id="10" creationId="{C65C2CFC-34DB-ECEB-C03F-7B62DEEE5284}"/>
          </ac:spMkLst>
        </pc:spChg>
        <pc:spChg chg="add mod">
          <ac:chgData name="Hironari Yamada" userId="e57621f8-ec3c-449e-bb19-001fffcc008e" providerId="ADAL" clId="{BC0BD879-F267-5CCA-8DEA-E3B2DD07DA4E}" dt="2026-08-31T11:48:33.159" v="37265"/>
          <ac:spMkLst>
            <pc:docMk/>
            <pc:sldMk cId="3585480144" sldId="2076139116"/>
            <ac:spMk id="11" creationId="{AE937D9A-B490-8DBB-99BB-F6211ABA9A3D}"/>
          </ac:spMkLst>
        </pc:spChg>
        <pc:spChg chg="add mod">
          <ac:chgData name="Hironari Yamada" userId="e57621f8-ec3c-449e-bb19-001fffcc008e" providerId="ADAL" clId="{BC0BD879-F267-5CCA-8DEA-E3B2DD07DA4E}" dt="2026-08-31T11:48:33.159" v="37265"/>
          <ac:spMkLst>
            <pc:docMk/>
            <pc:sldMk cId="3585480144" sldId="2076139116"/>
            <ac:spMk id="12" creationId="{D6E9B54E-C3BC-D44E-2AD7-86A275723475}"/>
          </ac:spMkLst>
        </pc:spChg>
        <pc:spChg chg="add mod">
          <ac:chgData name="Hironari Yamada" userId="e57621f8-ec3c-449e-bb19-001fffcc008e" providerId="ADAL" clId="{BC0BD879-F267-5CCA-8DEA-E3B2DD07DA4E}" dt="2026-08-31T11:50:24.760" v="37272" actId="14100"/>
          <ac:spMkLst>
            <pc:docMk/>
            <pc:sldMk cId="3585480144" sldId="2076139116"/>
            <ac:spMk id="14" creationId="{A2B63CED-6CD9-A82F-6F28-28DC0EDD5B69}"/>
          </ac:spMkLst>
        </pc:spChg>
        <pc:spChg chg="add mod">
          <ac:chgData name="Hironari Yamada" userId="e57621f8-ec3c-449e-bb19-001fffcc008e" providerId="ADAL" clId="{BC0BD879-F267-5CCA-8DEA-E3B2DD07DA4E}" dt="2026-08-31T11:50:34.750" v="37298" actId="20577"/>
          <ac:spMkLst>
            <pc:docMk/>
            <pc:sldMk cId="3585480144" sldId="2076139116"/>
            <ac:spMk id="15" creationId="{CD9AFBF2-67A6-A887-006E-E8EE2AC6A929}"/>
          </ac:spMkLst>
        </pc:spChg>
        <pc:spChg chg="add mod">
          <ac:chgData name="Hironari Yamada" userId="e57621f8-ec3c-449e-bb19-001fffcc008e" providerId="ADAL" clId="{BC0BD879-F267-5CCA-8DEA-E3B2DD07DA4E}" dt="2026-08-31T11:50:43.574" v="37301" actId="14100"/>
          <ac:spMkLst>
            <pc:docMk/>
            <pc:sldMk cId="3585480144" sldId="2076139116"/>
            <ac:spMk id="16" creationId="{537A4337-A16B-6190-D9C5-FE4535115231}"/>
          </ac:spMkLst>
        </pc:spChg>
        <pc:spChg chg="add mod">
          <ac:chgData name="Hironari Yamada" userId="e57621f8-ec3c-449e-bb19-001fffcc008e" providerId="ADAL" clId="{BC0BD879-F267-5CCA-8DEA-E3B2DD07DA4E}" dt="2026-08-31T11:52:08.796" v="37579" actId="1076"/>
          <ac:spMkLst>
            <pc:docMk/>
            <pc:sldMk cId="3585480144" sldId="2076139116"/>
            <ac:spMk id="17" creationId="{57EA4370-D50D-B5D2-C7CE-29C082463FB2}"/>
          </ac:spMkLst>
        </pc:spChg>
        <pc:spChg chg="add mod">
          <ac:chgData name="Hironari Yamada" userId="e57621f8-ec3c-449e-bb19-001fffcc008e" providerId="ADAL" clId="{BC0BD879-F267-5CCA-8DEA-E3B2DD07DA4E}" dt="2026-08-31T11:50:54.547" v="37306" actId="14100"/>
          <ac:spMkLst>
            <pc:docMk/>
            <pc:sldMk cId="3585480144" sldId="2076139116"/>
            <ac:spMk id="18" creationId="{0F496559-03A9-7563-4B06-1C6CED1137F5}"/>
          </ac:spMkLst>
        </pc:spChg>
        <pc:spChg chg="add mod">
          <ac:chgData name="Hironari Yamada" userId="e57621f8-ec3c-449e-bb19-001fffcc008e" providerId="ADAL" clId="{BC0BD879-F267-5CCA-8DEA-E3B2DD07DA4E}" dt="2026-08-31T11:52:13.988" v="37580"/>
          <ac:spMkLst>
            <pc:docMk/>
            <pc:sldMk cId="3585480144" sldId="2076139116"/>
            <ac:spMk id="19" creationId="{9F7F8F52-B506-D435-3C8C-2B018049B980}"/>
          </ac:spMkLst>
        </pc:spChg>
        <pc:picChg chg="del">
          <ac:chgData name="Hironari Yamada" userId="e57621f8-ec3c-449e-bb19-001fffcc008e" providerId="ADAL" clId="{BC0BD879-F267-5CCA-8DEA-E3B2DD07DA4E}" dt="2026-08-31T11:47:38.829" v="37129" actId="478"/>
          <ac:picMkLst>
            <pc:docMk/>
            <pc:sldMk cId="3585480144" sldId="2076139116"/>
            <ac:picMk id="5" creationId="{48414220-CFAA-338A-FBB0-851963AC2B68}"/>
          </ac:picMkLst>
        </pc:picChg>
        <pc:picChg chg="add mod">
          <ac:chgData name="Hironari Yamada" userId="e57621f8-ec3c-449e-bb19-001fffcc008e" providerId="ADAL" clId="{BC0BD879-F267-5CCA-8DEA-E3B2DD07DA4E}" dt="2026-08-31T11:48:33.159" v="37265"/>
          <ac:picMkLst>
            <pc:docMk/>
            <pc:sldMk cId="3585480144" sldId="2076139116"/>
            <ac:picMk id="7" creationId="{337345CE-2624-D988-74C1-5B8F4A0D5E85}"/>
          </ac:picMkLst>
        </pc:picChg>
        <pc:picChg chg="add mod">
          <ac:chgData name="Hironari Yamada" userId="e57621f8-ec3c-449e-bb19-001fffcc008e" providerId="ADAL" clId="{BC0BD879-F267-5CCA-8DEA-E3B2DD07DA4E}" dt="2026-08-31T11:50:18.547" v="37269" actId="14100"/>
          <ac:picMkLst>
            <pc:docMk/>
            <pc:sldMk cId="3585480144" sldId="2076139116"/>
            <ac:picMk id="13" creationId="{4AA9D01C-ECD4-96DA-9B9F-FCE6E0A386A5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12:05:32.929" v="37943"/>
        <pc:sldMkLst>
          <pc:docMk/>
          <pc:sldMk cId="2899817823" sldId="2076139117"/>
        </pc:sldMkLst>
        <pc:spChg chg="add mod">
          <ac:chgData name="Hironari Yamada" userId="e57621f8-ec3c-449e-bb19-001fffcc008e" providerId="ADAL" clId="{BC0BD879-F267-5CCA-8DEA-E3B2DD07DA4E}" dt="2026-08-31T11:53:36.802" v="37589" actId="14100"/>
          <ac:spMkLst>
            <pc:docMk/>
            <pc:sldMk cId="2899817823" sldId="2076139117"/>
            <ac:spMk id="6" creationId="{2735093B-D294-D823-E1EE-93131027735F}"/>
          </ac:spMkLst>
        </pc:spChg>
        <pc:spChg chg="del">
          <ac:chgData name="Hironari Yamada" userId="e57621f8-ec3c-449e-bb19-001fffcc008e" providerId="ADAL" clId="{BC0BD879-F267-5CCA-8DEA-E3B2DD07DA4E}" dt="2026-08-31T11:52:21.643" v="37582" actId="478"/>
          <ac:spMkLst>
            <pc:docMk/>
            <pc:sldMk cId="2899817823" sldId="2076139117"/>
            <ac:spMk id="8" creationId="{DC8E6C62-445A-CBA8-6D2D-9ACA5CE0BE5A}"/>
          </ac:spMkLst>
        </pc:spChg>
        <pc:spChg chg="del">
          <ac:chgData name="Hironari Yamada" userId="e57621f8-ec3c-449e-bb19-001fffcc008e" providerId="ADAL" clId="{BC0BD879-F267-5CCA-8DEA-E3B2DD07DA4E}" dt="2026-08-31T11:52:21.643" v="37582" actId="478"/>
          <ac:spMkLst>
            <pc:docMk/>
            <pc:sldMk cId="2899817823" sldId="2076139117"/>
            <ac:spMk id="10" creationId="{A0030D40-39A2-6286-636F-825028EAB4EB}"/>
          </ac:spMkLst>
        </pc:spChg>
        <pc:spChg chg="del">
          <ac:chgData name="Hironari Yamada" userId="e57621f8-ec3c-449e-bb19-001fffcc008e" providerId="ADAL" clId="{BC0BD879-F267-5CCA-8DEA-E3B2DD07DA4E}" dt="2026-08-31T11:52:21.643" v="37582" actId="478"/>
          <ac:spMkLst>
            <pc:docMk/>
            <pc:sldMk cId="2899817823" sldId="2076139117"/>
            <ac:spMk id="11" creationId="{7659C7E7-9A42-AC33-FE23-E76A0D98FAC2}"/>
          </ac:spMkLst>
        </pc:spChg>
        <pc:spChg chg="del">
          <ac:chgData name="Hironari Yamada" userId="e57621f8-ec3c-449e-bb19-001fffcc008e" providerId="ADAL" clId="{BC0BD879-F267-5CCA-8DEA-E3B2DD07DA4E}" dt="2026-08-31T11:52:21.643" v="37582" actId="478"/>
          <ac:spMkLst>
            <pc:docMk/>
            <pc:sldMk cId="2899817823" sldId="2076139117"/>
            <ac:spMk id="12" creationId="{15D90223-CC04-B129-A1B9-627EAE1F9661}"/>
          </ac:spMkLst>
        </pc:spChg>
        <pc:spChg chg="del">
          <ac:chgData name="Hironari Yamada" userId="e57621f8-ec3c-449e-bb19-001fffcc008e" providerId="ADAL" clId="{BC0BD879-F267-5CCA-8DEA-E3B2DD07DA4E}" dt="2026-08-31T11:55:03.922" v="37696" actId="478"/>
          <ac:spMkLst>
            <pc:docMk/>
            <pc:sldMk cId="2899817823" sldId="2076139117"/>
            <ac:spMk id="14" creationId="{F88E683B-7505-780A-B1BB-198069A22680}"/>
          </ac:spMkLst>
        </pc:spChg>
        <pc:spChg chg="mod">
          <ac:chgData name="Hironari Yamada" userId="e57621f8-ec3c-449e-bb19-001fffcc008e" providerId="ADAL" clId="{BC0BD879-F267-5CCA-8DEA-E3B2DD07DA4E}" dt="2026-08-31T11:53:58.684" v="37619" actId="1076"/>
          <ac:spMkLst>
            <pc:docMk/>
            <pc:sldMk cId="2899817823" sldId="2076139117"/>
            <ac:spMk id="15" creationId="{11AD77D1-EA0F-8B2F-C8D9-458C41D58FFC}"/>
          </ac:spMkLst>
        </pc:spChg>
        <pc:spChg chg="del">
          <ac:chgData name="Hironari Yamada" userId="e57621f8-ec3c-449e-bb19-001fffcc008e" providerId="ADAL" clId="{BC0BD879-F267-5CCA-8DEA-E3B2DD07DA4E}" dt="2026-08-31T11:55:03.922" v="37696" actId="478"/>
          <ac:spMkLst>
            <pc:docMk/>
            <pc:sldMk cId="2899817823" sldId="2076139117"/>
            <ac:spMk id="16" creationId="{C3D6DCD6-1179-9F5E-CE94-FF387CA8F86D}"/>
          </ac:spMkLst>
        </pc:spChg>
        <pc:spChg chg="del">
          <ac:chgData name="Hironari Yamada" userId="e57621f8-ec3c-449e-bb19-001fffcc008e" providerId="ADAL" clId="{BC0BD879-F267-5CCA-8DEA-E3B2DD07DA4E}" dt="2026-08-31T11:55:03.922" v="37696" actId="478"/>
          <ac:spMkLst>
            <pc:docMk/>
            <pc:sldMk cId="2899817823" sldId="2076139117"/>
            <ac:spMk id="17" creationId="{7C23B3E0-4678-98A9-FCE9-80A4093E5CF8}"/>
          </ac:spMkLst>
        </pc:spChg>
        <pc:spChg chg="del">
          <ac:chgData name="Hironari Yamada" userId="e57621f8-ec3c-449e-bb19-001fffcc008e" providerId="ADAL" clId="{BC0BD879-F267-5CCA-8DEA-E3B2DD07DA4E}" dt="2026-08-31T11:55:03.922" v="37696" actId="478"/>
          <ac:spMkLst>
            <pc:docMk/>
            <pc:sldMk cId="2899817823" sldId="2076139117"/>
            <ac:spMk id="18" creationId="{5864A959-912F-45E2-AE6D-2C4FCFCA0AA4}"/>
          </ac:spMkLst>
        </pc:spChg>
        <pc:spChg chg="add mod">
          <ac:chgData name="Hironari Yamada" userId="e57621f8-ec3c-449e-bb19-001fffcc008e" providerId="ADAL" clId="{BC0BD879-F267-5CCA-8DEA-E3B2DD07DA4E}" dt="2026-08-31T11:54:08.780" v="37622" actId="14100"/>
          <ac:spMkLst>
            <pc:docMk/>
            <pc:sldMk cId="2899817823" sldId="2076139117"/>
            <ac:spMk id="19" creationId="{CF77E4CB-A35E-DF58-9664-0F47D81250E6}"/>
          </ac:spMkLst>
        </pc:spChg>
        <pc:spChg chg="add mod">
          <ac:chgData name="Hironari Yamada" userId="e57621f8-ec3c-449e-bb19-001fffcc008e" providerId="ADAL" clId="{BC0BD879-F267-5CCA-8DEA-E3B2DD07DA4E}" dt="2026-08-31T11:54:16.894" v="37625" actId="14100"/>
          <ac:spMkLst>
            <pc:docMk/>
            <pc:sldMk cId="2899817823" sldId="2076139117"/>
            <ac:spMk id="20" creationId="{4C706C91-83F0-5935-7D95-7CA7094C76DA}"/>
          </ac:spMkLst>
        </pc:spChg>
        <pc:spChg chg="add mod">
          <ac:chgData name="Hironari Yamada" userId="e57621f8-ec3c-449e-bb19-001fffcc008e" providerId="ADAL" clId="{BC0BD879-F267-5CCA-8DEA-E3B2DD07DA4E}" dt="2026-08-31T11:54:31.015" v="37669" actId="20577"/>
          <ac:spMkLst>
            <pc:docMk/>
            <pc:sldMk cId="2899817823" sldId="2076139117"/>
            <ac:spMk id="21" creationId="{F73E47E2-C117-2C4D-5800-D7FB355C36F6}"/>
          </ac:spMkLst>
        </pc:spChg>
        <pc:spChg chg="add mod">
          <ac:chgData name="Hironari Yamada" userId="e57621f8-ec3c-449e-bb19-001fffcc008e" providerId="ADAL" clId="{BC0BD879-F267-5CCA-8DEA-E3B2DD07DA4E}" dt="2026-08-31T11:54:52.893" v="37695" actId="1076"/>
          <ac:spMkLst>
            <pc:docMk/>
            <pc:sldMk cId="2899817823" sldId="2076139117"/>
            <ac:spMk id="22" creationId="{6D9E4833-1C68-75E5-3A1E-228ED2052433}"/>
          </ac:spMkLst>
        </pc:spChg>
        <pc:spChg chg="add mod">
          <ac:chgData name="Hironari Yamada" userId="e57621f8-ec3c-449e-bb19-001fffcc008e" providerId="ADAL" clId="{BC0BD879-F267-5CCA-8DEA-E3B2DD07DA4E}" dt="2026-08-31T12:04:48.020" v="37872" actId="14100"/>
          <ac:spMkLst>
            <pc:docMk/>
            <pc:sldMk cId="2899817823" sldId="2076139117"/>
            <ac:spMk id="24" creationId="{DBA5A4F7-2DFC-1C23-6CE4-3D0F53680DCF}"/>
          </ac:spMkLst>
        </pc:spChg>
        <pc:spChg chg="add mod">
          <ac:chgData name="Hironari Yamada" userId="e57621f8-ec3c-449e-bb19-001fffcc008e" providerId="ADAL" clId="{BC0BD879-F267-5CCA-8DEA-E3B2DD07DA4E}" dt="2026-08-31T12:04:58.550" v="37875" actId="14100"/>
          <ac:spMkLst>
            <pc:docMk/>
            <pc:sldMk cId="2899817823" sldId="2076139117"/>
            <ac:spMk id="25" creationId="{4294F8DC-AB4F-87D8-6FC4-3AC7F0241B1D}"/>
          </ac:spMkLst>
        </pc:spChg>
        <pc:spChg chg="add mod">
          <ac:chgData name="Hironari Yamada" userId="e57621f8-ec3c-449e-bb19-001fffcc008e" providerId="ADAL" clId="{BC0BD879-F267-5CCA-8DEA-E3B2DD07DA4E}" dt="2026-08-31T12:05:23.478" v="37942" actId="1076"/>
          <ac:spMkLst>
            <pc:docMk/>
            <pc:sldMk cId="2899817823" sldId="2076139117"/>
            <ac:spMk id="26" creationId="{ABC02575-C604-2765-6801-4B8E0A9CDE69}"/>
          </ac:spMkLst>
        </pc:spChg>
        <pc:spChg chg="add mod">
          <ac:chgData name="Hironari Yamada" userId="e57621f8-ec3c-449e-bb19-001fffcc008e" providerId="ADAL" clId="{BC0BD879-F267-5CCA-8DEA-E3B2DD07DA4E}" dt="2026-08-31T12:05:32.929" v="37943"/>
          <ac:spMkLst>
            <pc:docMk/>
            <pc:sldMk cId="2899817823" sldId="2076139117"/>
            <ac:spMk id="27" creationId="{CF7EC715-35F9-4367-7601-6172B8DD8E97}"/>
          </ac:spMkLst>
        </pc:spChg>
        <pc:picChg chg="add mod">
          <ac:chgData name="Hironari Yamada" userId="e57621f8-ec3c-449e-bb19-001fffcc008e" providerId="ADAL" clId="{BC0BD879-F267-5CCA-8DEA-E3B2DD07DA4E}" dt="2026-08-31T11:53:27.253" v="37586" actId="14100"/>
          <ac:picMkLst>
            <pc:docMk/>
            <pc:sldMk cId="2899817823" sldId="2076139117"/>
            <ac:picMk id="5" creationId="{BC2D2124-2378-8FDB-9D7F-9CD4BC29A904}"/>
          </ac:picMkLst>
        </pc:picChg>
        <pc:picChg chg="del">
          <ac:chgData name="Hironari Yamada" userId="e57621f8-ec3c-449e-bb19-001fffcc008e" providerId="ADAL" clId="{BC0BD879-F267-5CCA-8DEA-E3B2DD07DA4E}" dt="2026-08-31T11:52:21.643" v="37582" actId="478"/>
          <ac:picMkLst>
            <pc:docMk/>
            <pc:sldMk cId="2899817823" sldId="2076139117"/>
            <ac:picMk id="7" creationId="{0784BC27-6FA5-F585-A1F3-4F909A26FD03}"/>
          </ac:picMkLst>
        </pc:picChg>
        <pc:picChg chg="del">
          <ac:chgData name="Hironari Yamada" userId="e57621f8-ec3c-449e-bb19-001fffcc008e" providerId="ADAL" clId="{BC0BD879-F267-5CCA-8DEA-E3B2DD07DA4E}" dt="2026-08-31T11:55:03.922" v="37696" actId="478"/>
          <ac:picMkLst>
            <pc:docMk/>
            <pc:sldMk cId="2899817823" sldId="2076139117"/>
            <ac:picMk id="13" creationId="{9A3A28E2-73C4-96C3-901A-9EB2B77A4DCA}"/>
          </ac:picMkLst>
        </pc:picChg>
        <pc:picChg chg="add mod">
          <ac:chgData name="Hironari Yamada" userId="e57621f8-ec3c-449e-bb19-001fffcc008e" providerId="ADAL" clId="{BC0BD879-F267-5CCA-8DEA-E3B2DD07DA4E}" dt="2026-08-31T12:04:38.418" v="37868" actId="14100"/>
          <ac:picMkLst>
            <pc:docMk/>
            <pc:sldMk cId="2899817823" sldId="2076139117"/>
            <ac:picMk id="23" creationId="{600C3FC7-8C8A-C4E2-F40C-74AA44A3BFA3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12:00:38.988" v="37864" actId="20577"/>
        <pc:sldMkLst>
          <pc:docMk/>
          <pc:sldMk cId="4273843773" sldId="2076139118"/>
        </pc:sldMkLst>
        <pc:spChg chg="add del">
          <ac:chgData name="Hironari Yamada" userId="e57621f8-ec3c-449e-bb19-001fffcc008e" providerId="ADAL" clId="{BC0BD879-F267-5CCA-8DEA-E3B2DD07DA4E}" dt="2026-08-31T11:59:41.826" v="37761" actId="22"/>
          <ac:spMkLst>
            <pc:docMk/>
            <pc:sldMk cId="4273843773" sldId="2076139118"/>
            <ac:spMk id="7" creationId="{76B3555E-C8CF-67A9-AA60-06FDDA1D65EF}"/>
          </ac:spMkLst>
        </pc:spChg>
        <pc:spChg chg="add mod">
          <ac:chgData name="Hironari Yamada" userId="e57621f8-ec3c-449e-bb19-001fffcc008e" providerId="ADAL" clId="{BC0BD879-F267-5CCA-8DEA-E3B2DD07DA4E}" dt="2026-08-31T12:00:13.369" v="37774" actId="1036"/>
          <ac:spMkLst>
            <pc:docMk/>
            <pc:sldMk cId="4273843773" sldId="2076139118"/>
            <ac:spMk id="11" creationId="{CC1DE074-DA6E-46E2-F43D-4895161596F5}"/>
          </ac:spMkLst>
        </pc:spChg>
        <pc:spChg chg="add mod">
          <ac:chgData name="Hironari Yamada" userId="e57621f8-ec3c-449e-bb19-001fffcc008e" providerId="ADAL" clId="{BC0BD879-F267-5CCA-8DEA-E3B2DD07DA4E}" dt="2026-08-31T12:00:38.988" v="37864" actId="20577"/>
          <ac:spMkLst>
            <pc:docMk/>
            <pc:sldMk cId="4273843773" sldId="2076139118"/>
            <ac:spMk id="12" creationId="{1C6D2911-B2BF-C681-E71F-1FE0BDC5ACD0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23" creationId="{B6E9329D-8B6D-BE22-C689-D969211E7BA2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25" creationId="{9B9EC35A-1EBE-29A4-30FE-45BD889EAFDA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26" creationId="{32609DFE-0438-0531-AED6-E81F3D4CD842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27" creationId="{5469D75A-F851-3667-86F6-EC9C8C85E878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28" creationId="{946FFDED-7FEA-1D70-2031-AABFBEB0878B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30" creationId="{2CE0A8C6-03B7-850D-4D05-7F9AC383F5F9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32" creationId="{98B299CB-6393-D60A-D62D-52EB735ACB0A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33" creationId="{91663950-DB1C-A01B-7492-A1E8C1CB5BFE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34" creationId="{E5ECE7AC-74E4-821B-3D17-8FDDFDB543BD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35" creationId="{16C346A5-CC08-0386-BAE5-5B1C10952E08}"/>
          </ac:spMkLst>
        </pc:spChg>
        <pc:picChg chg="add mod">
          <ac:chgData name="Hironari Yamada" userId="e57621f8-ec3c-449e-bb19-001fffcc008e" providerId="ADAL" clId="{BC0BD879-F267-5CCA-8DEA-E3B2DD07DA4E}" dt="2026-08-31T12:00:00.223" v="37766" actId="1076"/>
          <ac:picMkLst>
            <pc:docMk/>
            <pc:sldMk cId="4273843773" sldId="2076139118"/>
            <ac:picMk id="10" creationId="{46083A81-98DD-893C-D189-550CC2289475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12:09:23.301" v="38144" actId="1076"/>
        <pc:sldMkLst>
          <pc:docMk/>
          <pc:sldMk cId="3435309931" sldId="2076139119"/>
        </pc:sldMkLst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6" creationId="{B5E0C73D-FE10-9E29-D3E9-81E780B3DB28}"/>
          </ac:spMkLst>
        </pc:spChg>
        <pc:spChg chg="add mod">
          <ac:chgData name="Hironari Yamada" userId="e57621f8-ec3c-449e-bb19-001fffcc008e" providerId="ADAL" clId="{BC0BD879-F267-5CCA-8DEA-E3B2DD07DA4E}" dt="2026-08-31T12:07:05.870" v="37959" actId="14100"/>
          <ac:spMkLst>
            <pc:docMk/>
            <pc:sldMk cId="3435309931" sldId="2076139119"/>
            <ac:spMk id="8" creationId="{50A4EE14-15CC-A439-7613-B8ECC50E253D}"/>
          </ac:spMkLst>
        </pc:spChg>
        <pc:spChg chg="add mod">
          <ac:chgData name="Hironari Yamada" userId="e57621f8-ec3c-449e-bb19-001fffcc008e" providerId="ADAL" clId="{BC0BD879-F267-5CCA-8DEA-E3B2DD07DA4E}" dt="2026-08-31T12:07:11.689" v="37962" actId="14100"/>
          <ac:spMkLst>
            <pc:docMk/>
            <pc:sldMk cId="3435309931" sldId="2076139119"/>
            <ac:spMk id="10" creationId="{EE0F19F8-B5E8-DFD8-8899-D19C6290F4C4}"/>
          </ac:spMkLst>
        </pc:spChg>
        <pc:spChg chg="add mod">
          <ac:chgData name="Hironari Yamada" userId="e57621f8-ec3c-449e-bb19-001fffcc008e" providerId="ADAL" clId="{BC0BD879-F267-5CCA-8DEA-E3B2DD07DA4E}" dt="2026-08-31T12:09:23.301" v="38144" actId="1076"/>
          <ac:spMkLst>
            <pc:docMk/>
            <pc:sldMk cId="3435309931" sldId="2076139119"/>
            <ac:spMk id="12" creationId="{E82F2E66-6627-A877-F476-1557AC30A368}"/>
          </ac:spMkLst>
        </pc:spChg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15" creationId="{CEBE1C1C-94C2-5865-F191-75E849F13F7E}"/>
          </ac:spMkLst>
        </pc:spChg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19" creationId="{A33DE238-B096-4AB0-F2AA-4AAFCD48FFA6}"/>
          </ac:spMkLst>
        </pc:spChg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20" creationId="{C9959B3A-5AE9-B0CC-5B2D-E5F4D7EB2FEB}"/>
          </ac:spMkLst>
        </pc:spChg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21" creationId="{092649A5-6DE8-7967-972A-462660B4B22B}"/>
          </ac:spMkLst>
        </pc:spChg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22" creationId="{480269EC-34C4-DA58-55FD-83834D3627E2}"/>
          </ac:spMkLst>
        </pc:spChg>
        <pc:spChg chg="mod">
          <ac:chgData name="Hironari Yamada" userId="e57621f8-ec3c-449e-bb19-001fffcc008e" providerId="ADAL" clId="{BC0BD879-F267-5CCA-8DEA-E3B2DD07DA4E}" dt="2026-08-31T12:06:55.250" v="37955" actId="14100"/>
          <ac:spMkLst>
            <pc:docMk/>
            <pc:sldMk cId="3435309931" sldId="2076139119"/>
            <ac:spMk id="24" creationId="{593AAADE-61F5-93DA-D420-00E20C553D48}"/>
          </ac:spMkLst>
        </pc:spChg>
        <pc:spChg chg="del">
          <ac:chgData name="Hironari Yamada" userId="e57621f8-ec3c-449e-bb19-001fffcc008e" providerId="ADAL" clId="{BC0BD879-F267-5CCA-8DEA-E3B2DD07DA4E}" dt="2026-08-31T12:07:47.771" v="38092" actId="478"/>
          <ac:spMkLst>
            <pc:docMk/>
            <pc:sldMk cId="3435309931" sldId="2076139119"/>
            <ac:spMk id="25" creationId="{06EC5FF1-F9A0-AF24-0B13-EE75AFA49D3C}"/>
          </ac:spMkLst>
        </pc:spChg>
        <pc:spChg chg="mod">
          <ac:chgData name="Hironari Yamada" userId="e57621f8-ec3c-449e-bb19-001fffcc008e" providerId="ADAL" clId="{BC0BD879-F267-5CCA-8DEA-E3B2DD07DA4E}" dt="2026-08-31T12:07:44.200" v="38091" actId="1076"/>
          <ac:spMkLst>
            <pc:docMk/>
            <pc:sldMk cId="3435309931" sldId="2076139119"/>
            <ac:spMk id="26" creationId="{F546521E-91CB-BF53-559B-32903282AC27}"/>
          </ac:spMkLst>
        </pc:spChg>
        <pc:picChg chg="del">
          <ac:chgData name="Hironari Yamada" userId="e57621f8-ec3c-449e-bb19-001fffcc008e" providerId="ADAL" clId="{BC0BD879-F267-5CCA-8DEA-E3B2DD07DA4E}" dt="2026-08-31T12:05:38.678" v="37945" actId="478"/>
          <ac:picMkLst>
            <pc:docMk/>
            <pc:sldMk cId="3435309931" sldId="2076139119"/>
            <ac:picMk id="5" creationId="{60EDE0E7-3CAA-230F-CC7D-414B2E048ECA}"/>
          </ac:picMkLst>
        </pc:picChg>
        <pc:picChg chg="add mod">
          <ac:chgData name="Hironari Yamada" userId="e57621f8-ec3c-449e-bb19-001fffcc008e" providerId="ADAL" clId="{BC0BD879-F267-5CCA-8DEA-E3B2DD07DA4E}" dt="2026-08-31T12:06:32.317" v="37948" actId="14100"/>
          <ac:picMkLst>
            <pc:docMk/>
            <pc:sldMk cId="3435309931" sldId="2076139119"/>
            <ac:picMk id="7" creationId="{A13E00F1-87BC-DEF3-EB02-A70ABAB03E4E}"/>
          </ac:picMkLst>
        </pc:picChg>
        <pc:picChg chg="add mod">
          <ac:chgData name="Hironari Yamada" userId="e57621f8-ec3c-449e-bb19-001fffcc008e" providerId="ADAL" clId="{BC0BD879-F267-5CCA-8DEA-E3B2DD07DA4E}" dt="2026-08-31T12:08:56.919" v="38096" actId="14100"/>
          <ac:picMkLst>
            <pc:docMk/>
            <pc:sldMk cId="3435309931" sldId="2076139119"/>
            <ac:picMk id="11" creationId="{14E656B6-84F3-FF9D-36DF-2BC9F1FBF9A5}"/>
          </ac:picMkLst>
        </pc:picChg>
        <pc:picChg chg="del">
          <ac:chgData name="Hironari Yamada" userId="e57621f8-ec3c-449e-bb19-001fffcc008e" providerId="ADAL" clId="{BC0BD879-F267-5CCA-8DEA-E3B2DD07DA4E}" dt="2026-08-31T12:07:47.771" v="38092" actId="478"/>
          <ac:picMkLst>
            <pc:docMk/>
            <pc:sldMk cId="3435309931" sldId="2076139119"/>
            <ac:picMk id="23" creationId="{978E1C62-0059-CAA9-8DB4-DE168F7D7423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06.887" v="43797" actId="2696"/>
        <pc:sldMkLst>
          <pc:docMk/>
          <pc:sldMk cId="4038949627" sldId="2076139120"/>
        </pc:sldMkLst>
        <pc:spChg chg="del">
          <ac:chgData name="Hironari Yamada" userId="e57621f8-ec3c-449e-bb19-001fffcc008e" providerId="ADAL" clId="{BC0BD879-F267-5CCA-8DEA-E3B2DD07DA4E}" dt="2026-08-31T12:31:59.447" v="38686" actId="478"/>
          <ac:spMkLst>
            <pc:docMk/>
            <pc:sldMk cId="4038949627" sldId="2076139120"/>
            <ac:spMk id="7" creationId="{92883626-606B-60E5-444F-7F4C6DF712C3}"/>
          </ac:spMkLst>
        </pc:spChg>
        <pc:spChg chg="del">
          <ac:chgData name="Hironari Yamada" userId="e57621f8-ec3c-449e-bb19-001fffcc008e" providerId="ADAL" clId="{BC0BD879-F267-5CCA-8DEA-E3B2DD07DA4E}" dt="2026-08-31T12:31:59.447" v="38686" actId="478"/>
          <ac:spMkLst>
            <pc:docMk/>
            <pc:sldMk cId="4038949627" sldId="2076139120"/>
            <ac:spMk id="8" creationId="{43BEF8B8-A092-3D38-54EC-B19EDA0888A6}"/>
          </ac:spMkLst>
        </pc:spChg>
        <pc:spChg chg="del">
          <ac:chgData name="Hironari Yamada" userId="e57621f8-ec3c-449e-bb19-001fffcc008e" providerId="ADAL" clId="{BC0BD879-F267-5CCA-8DEA-E3B2DD07DA4E}" dt="2026-08-31T12:34:08.760" v="38782" actId="478"/>
          <ac:spMkLst>
            <pc:docMk/>
            <pc:sldMk cId="4038949627" sldId="2076139120"/>
            <ac:spMk id="10" creationId="{117DCD05-221B-940F-B0E1-3693902C70CA}"/>
          </ac:spMkLst>
        </pc:spChg>
        <pc:spChg chg="mod">
          <ac:chgData name="Hironari Yamada" userId="e57621f8-ec3c-449e-bb19-001fffcc008e" providerId="ADAL" clId="{BC0BD879-F267-5CCA-8DEA-E3B2DD07DA4E}" dt="2026-08-31T12:33:28.765" v="38696" actId="1076"/>
          <ac:spMkLst>
            <pc:docMk/>
            <pc:sldMk cId="4038949627" sldId="2076139120"/>
            <ac:spMk id="11" creationId="{B63CAA61-0BEB-5C12-1709-F50454667D27}"/>
          </ac:spMkLst>
        </pc:spChg>
        <pc:spChg chg="mod">
          <ac:chgData name="Hironari Yamada" userId="e57621f8-ec3c-449e-bb19-001fffcc008e" providerId="ADAL" clId="{BC0BD879-F267-5CCA-8DEA-E3B2DD07DA4E}" dt="2026-08-31T12:33:41.929" v="38753" actId="20577"/>
          <ac:spMkLst>
            <pc:docMk/>
            <pc:sldMk cId="4038949627" sldId="2076139120"/>
            <ac:spMk id="12" creationId="{CC6B88AF-20FB-6CCD-163E-363788B145A2}"/>
          </ac:spMkLst>
        </pc:spChg>
        <pc:spChg chg="del">
          <ac:chgData name="Hironari Yamada" userId="e57621f8-ec3c-449e-bb19-001fffcc008e" providerId="ADAL" clId="{BC0BD879-F267-5CCA-8DEA-E3B2DD07DA4E}" dt="2026-08-31T12:34:08.760" v="38782" actId="478"/>
          <ac:spMkLst>
            <pc:docMk/>
            <pc:sldMk cId="4038949627" sldId="2076139120"/>
            <ac:spMk id="13" creationId="{A91E618D-7112-9014-78E5-C6604EB99FC4}"/>
          </ac:spMkLst>
        </pc:spChg>
        <pc:spChg chg="del">
          <ac:chgData name="Hironari Yamada" userId="e57621f8-ec3c-449e-bb19-001fffcc008e" providerId="ADAL" clId="{BC0BD879-F267-5CCA-8DEA-E3B2DD07DA4E}" dt="2026-08-31T12:34:08.760" v="38782" actId="478"/>
          <ac:spMkLst>
            <pc:docMk/>
            <pc:sldMk cId="4038949627" sldId="2076139120"/>
            <ac:spMk id="15" creationId="{B86A3537-7CE2-ED53-96A0-867EE33BB752}"/>
          </ac:spMkLst>
        </pc:spChg>
        <pc:spChg chg="add mod">
          <ac:chgData name="Hironari Yamada" userId="e57621f8-ec3c-449e-bb19-001fffcc008e" providerId="ADAL" clId="{BC0BD879-F267-5CCA-8DEA-E3B2DD07DA4E}" dt="2026-08-31T12:33:50.908" v="38756" actId="14100"/>
          <ac:spMkLst>
            <pc:docMk/>
            <pc:sldMk cId="4038949627" sldId="2076139120"/>
            <ac:spMk id="16" creationId="{B12FBCFD-CEAE-550C-E7C6-896E95D25F8E}"/>
          </ac:spMkLst>
        </pc:spChg>
        <pc:spChg chg="add mod">
          <ac:chgData name="Hironari Yamada" userId="e57621f8-ec3c-449e-bb19-001fffcc008e" providerId="ADAL" clId="{BC0BD879-F267-5CCA-8DEA-E3B2DD07DA4E}" dt="2026-08-31T12:34:00.867" v="38781" actId="20577"/>
          <ac:spMkLst>
            <pc:docMk/>
            <pc:sldMk cId="4038949627" sldId="2076139120"/>
            <ac:spMk id="17" creationId="{37BC0042-C011-0883-C858-9FF97E8EAD78}"/>
          </ac:spMkLst>
        </pc:spChg>
        <pc:spChg chg="add mod">
          <ac:chgData name="Hironari Yamada" userId="e57621f8-ec3c-449e-bb19-001fffcc008e" providerId="ADAL" clId="{BC0BD879-F267-5CCA-8DEA-E3B2DD07DA4E}" dt="2026-08-31T12:39:21.800" v="38788" actId="1076"/>
          <ac:spMkLst>
            <pc:docMk/>
            <pc:sldMk cId="4038949627" sldId="2076139120"/>
            <ac:spMk id="19" creationId="{DB40AC9E-FE0D-BF7B-AEF3-6707FDA4CCCD}"/>
          </ac:spMkLst>
        </pc:spChg>
        <pc:spChg chg="add mod">
          <ac:chgData name="Hironari Yamada" userId="e57621f8-ec3c-449e-bb19-001fffcc008e" providerId="ADAL" clId="{BC0BD879-F267-5CCA-8DEA-E3B2DD07DA4E}" dt="2026-08-31T12:40:01.371" v="38798" actId="14100"/>
          <ac:spMkLst>
            <pc:docMk/>
            <pc:sldMk cId="4038949627" sldId="2076139120"/>
            <ac:spMk id="20" creationId="{424D2D05-904A-C54E-9F05-A2890CBAB551}"/>
          </ac:spMkLst>
        </pc:spChg>
        <pc:spChg chg="add mod">
          <ac:chgData name="Hironari Yamada" userId="e57621f8-ec3c-449e-bb19-001fffcc008e" providerId="ADAL" clId="{BC0BD879-F267-5CCA-8DEA-E3B2DD07DA4E}" dt="2026-08-31T12:40:06.736" v="38801" actId="14100"/>
          <ac:spMkLst>
            <pc:docMk/>
            <pc:sldMk cId="4038949627" sldId="2076139120"/>
            <ac:spMk id="22" creationId="{0739200A-3C17-D002-0669-05F3B714B79E}"/>
          </ac:spMkLst>
        </pc:spChg>
        <pc:spChg chg="add mod">
          <ac:chgData name="Hironari Yamada" userId="e57621f8-ec3c-449e-bb19-001fffcc008e" providerId="ADAL" clId="{BC0BD879-F267-5CCA-8DEA-E3B2DD07DA4E}" dt="2026-08-31T12:40:20.663" v="38845" actId="20577"/>
          <ac:spMkLst>
            <pc:docMk/>
            <pc:sldMk cId="4038949627" sldId="2076139120"/>
            <ac:spMk id="23" creationId="{4255973C-A066-3906-9192-37A5F041CD37}"/>
          </ac:spMkLst>
        </pc:spChg>
        <pc:spChg chg="add mod">
          <ac:chgData name="Hironari Yamada" userId="e57621f8-ec3c-449e-bb19-001fffcc008e" providerId="ADAL" clId="{BC0BD879-F267-5CCA-8DEA-E3B2DD07DA4E}" dt="2026-08-31T12:44:27.546" v="38848" actId="14100"/>
          <ac:spMkLst>
            <pc:docMk/>
            <pc:sldMk cId="4038949627" sldId="2076139120"/>
            <ac:spMk id="24" creationId="{35C52B16-23CA-F1B3-B1FE-550CF7C59558}"/>
          </ac:spMkLst>
        </pc:spChg>
        <pc:spChg chg="add mod">
          <ac:chgData name="Hironari Yamada" userId="e57621f8-ec3c-449e-bb19-001fffcc008e" providerId="ADAL" clId="{BC0BD879-F267-5CCA-8DEA-E3B2DD07DA4E}" dt="2026-08-31T12:44:35.343" v="38849"/>
          <ac:spMkLst>
            <pc:docMk/>
            <pc:sldMk cId="4038949627" sldId="2076139120"/>
            <ac:spMk id="25" creationId="{224EF74A-F5CF-44B5-47DA-25E3291A7386}"/>
          </ac:spMkLst>
        </pc:spChg>
        <pc:picChg chg="del">
          <ac:chgData name="Hironari Yamada" userId="e57621f8-ec3c-449e-bb19-001fffcc008e" providerId="ADAL" clId="{BC0BD879-F267-5CCA-8DEA-E3B2DD07DA4E}" dt="2026-08-31T12:34:08.760" v="38782" actId="478"/>
          <ac:picMkLst>
            <pc:docMk/>
            <pc:sldMk cId="4038949627" sldId="2076139120"/>
            <ac:picMk id="5" creationId="{D5930A8E-08F0-7032-1C4A-EEA5DCBBA537}"/>
          </ac:picMkLst>
        </pc:picChg>
        <pc:picChg chg="del">
          <ac:chgData name="Hironari Yamada" userId="e57621f8-ec3c-449e-bb19-001fffcc008e" providerId="ADAL" clId="{BC0BD879-F267-5CCA-8DEA-E3B2DD07DA4E}" dt="2026-08-31T12:31:59.447" v="38686" actId="478"/>
          <ac:picMkLst>
            <pc:docMk/>
            <pc:sldMk cId="4038949627" sldId="2076139120"/>
            <ac:picMk id="6" creationId="{5AF5296D-395A-721E-F4BC-09B33229D5BD}"/>
          </ac:picMkLst>
        </pc:picChg>
        <pc:picChg chg="add mod">
          <ac:chgData name="Hironari Yamada" userId="e57621f8-ec3c-449e-bb19-001fffcc008e" providerId="ADAL" clId="{BC0BD879-F267-5CCA-8DEA-E3B2DD07DA4E}" dt="2026-08-31T12:33:21.944" v="38695" actId="1076"/>
          <ac:picMkLst>
            <pc:docMk/>
            <pc:sldMk cId="4038949627" sldId="2076139120"/>
            <ac:picMk id="14" creationId="{64569BAB-3826-66D7-3834-BE387D5F11C2}"/>
          </ac:picMkLst>
        </pc:picChg>
        <pc:picChg chg="add del mod">
          <ac:chgData name="Hironari Yamada" userId="e57621f8-ec3c-449e-bb19-001fffcc008e" providerId="ADAL" clId="{BC0BD879-F267-5CCA-8DEA-E3B2DD07DA4E}" dt="2026-08-31T12:39:28.413" v="38792" actId="478"/>
          <ac:picMkLst>
            <pc:docMk/>
            <pc:sldMk cId="4038949627" sldId="2076139120"/>
            <ac:picMk id="18" creationId="{1516C2A8-103B-F507-522E-03DD62DC099E}"/>
          </ac:picMkLst>
        </pc:picChg>
        <pc:picChg chg="add mod">
          <ac:chgData name="Hironari Yamada" userId="e57621f8-ec3c-449e-bb19-001fffcc008e" providerId="ADAL" clId="{BC0BD879-F267-5CCA-8DEA-E3B2DD07DA4E}" dt="2026-08-31T12:39:56.539" v="38797" actId="14100"/>
          <ac:picMkLst>
            <pc:docMk/>
            <pc:sldMk cId="4038949627" sldId="2076139120"/>
            <ac:picMk id="21" creationId="{78287285-03EC-C217-23B4-FEC9A20A7D31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06.893" v="43798" actId="2696"/>
        <pc:sldMkLst>
          <pc:docMk/>
          <pc:sldMk cId="2800383176" sldId="2076139121"/>
        </pc:sldMkLst>
        <pc:spChg chg="add mod">
          <ac:chgData name="Hironari Yamada" userId="e57621f8-ec3c-449e-bb19-001fffcc008e" providerId="ADAL" clId="{BC0BD879-F267-5CCA-8DEA-E3B2DD07DA4E}" dt="2026-08-31T12:46:01.732" v="38862" actId="14100"/>
          <ac:spMkLst>
            <pc:docMk/>
            <pc:sldMk cId="2800383176" sldId="2076139121"/>
            <ac:spMk id="6" creationId="{8AA36290-9F4A-3ACC-A945-B58D061A1290}"/>
          </ac:spMkLst>
        </pc:spChg>
        <pc:spChg chg="del">
          <ac:chgData name="Hironari Yamada" userId="e57621f8-ec3c-449e-bb19-001fffcc008e" providerId="ADAL" clId="{BC0BD879-F267-5CCA-8DEA-E3B2DD07DA4E}" dt="2026-08-31T12:44:44.214" v="38851" actId="478"/>
          <ac:spMkLst>
            <pc:docMk/>
            <pc:sldMk cId="2800383176" sldId="2076139121"/>
            <ac:spMk id="11" creationId="{E36D8630-3964-B69D-1480-2A3A8E634642}"/>
          </ac:spMkLst>
        </pc:spChg>
        <pc:spChg chg="del">
          <ac:chgData name="Hironari Yamada" userId="e57621f8-ec3c-449e-bb19-001fffcc008e" providerId="ADAL" clId="{BC0BD879-F267-5CCA-8DEA-E3B2DD07DA4E}" dt="2026-08-31T12:44:44.214" v="38851" actId="478"/>
          <ac:spMkLst>
            <pc:docMk/>
            <pc:sldMk cId="2800383176" sldId="2076139121"/>
            <ac:spMk id="12" creationId="{A46FD6F9-213A-CECB-CDE9-50FE58FCA056}"/>
          </ac:spMkLst>
        </pc:spChg>
        <pc:spChg chg="del">
          <ac:chgData name="Hironari Yamada" userId="e57621f8-ec3c-449e-bb19-001fffcc008e" providerId="ADAL" clId="{BC0BD879-F267-5CCA-8DEA-E3B2DD07DA4E}" dt="2026-08-31T12:44:44.214" v="38851" actId="478"/>
          <ac:spMkLst>
            <pc:docMk/>
            <pc:sldMk cId="2800383176" sldId="2076139121"/>
            <ac:spMk id="16" creationId="{0F5597AF-73F3-9112-20C5-B744FEADCD6C}"/>
          </ac:spMkLst>
        </pc:spChg>
        <pc:spChg chg="del">
          <ac:chgData name="Hironari Yamada" userId="e57621f8-ec3c-449e-bb19-001fffcc008e" providerId="ADAL" clId="{BC0BD879-F267-5CCA-8DEA-E3B2DD07DA4E}" dt="2026-08-31T12:44:44.214" v="38851" actId="478"/>
          <ac:spMkLst>
            <pc:docMk/>
            <pc:sldMk cId="2800383176" sldId="2076139121"/>
            <ac:spMk id="17" creationId="{D951D3FD-F260-2BF3-E707-139D46DD9BB1}"/>
          </ac:spMkLst>
        </pc:spChg>
        <pc:spChg chg="mod">
          <ac:chgData name="Hironari Yamada" userId="e57621f8-ec3c-449e-bb19-001fffcc008e" providerId="ADAL" clId="{BC0BD879-F267-5CCA-8DEA-E3B2DD07DA4E}" dt="2026-08-31T12:45:56.003" v="38859" actId="14100"/>
          <ac:spMkLst>
            <pc:docMk/>
            <pc:sldMk cId="2800383176" sldId="2076139121"/>
            <ac:spMk id="19" creationId="{4FD7FD57-40C3-0766-12D6-73C1B43273DA}"/>
          </ac:spMkLst>
        </pc:spChg>
        <pc:spChg chg="del">
          <ac:chgData name="Hironari Yamada" userId="e57621f8-ec3c-449e-bb19-001fffcc008e" providerId="ADAL" clId="{BC0BD879-F267-5CCA-8DEA-E3B2DD07DA4E}" dt="2026-08-31T12:46:22.501" v="38946" actId="478"/>
          <ac:spMkLst>
            <pc:docMk/>
            <pc:sldMk cId="2800383176" sldId="2076139121"/>
            <ac:spMk id="20" creationId="{7C634BDE-9BE2-26D0-C54D-635885AFA31F}"/>
          </ac:spMkLst>
        </pc:spChg>
        <pc:spChg chg="del">
          <ac:chgData name="Hironari Yamada" userId="e57621f8-ec3c-449e-bb19-001fffcc008e" providerId="ADAL" clId="{BC0BD879-F267-5CCA-8DEA-E3B2DD07DA4E}" dt="2026-08-31T12:46:22.501" v="38946" actId="478"/>
          <ac:spMkLst>
            <pc:docMk/>
            <pc:sldMk cId="2800383176" sldId="2076139121"/>
            <ac:spMk id="22" creationId="{99480108-A320-4A76-7035-40DDEADDE02E}"/>
          </ac:spMkLst>
        </pc:spChg>
        <pc:spChg chg="mod">
          <ac:chgData name="Hironari Yamada" userId="e57621f8-ec3c-449e-bb19-001fffcc008e" providerId="ADAL" clId="{BC0BD879-F267-5CCA-8DEA-E3B2DD07DA4E}" dt="2026-08-31T12:46:18.971" v="38945" actId="1076"/>
          <ac:spMkLst>
            <pc:docMk/>
            <pc:sldMk cId="2800383176" sldId="2076139121"/>
            <ac:spMk id="23" creationId="{2068F49F-282A-F6F5-F58C-A28F7B686420}"/>
          </ac:spMkLst>
        </pc:spChg>
        <pc:spChg chg="del">
          <ac:chgData name="Hironari Yamada" userId="e57621f8-ec3c-449e-bb19-001fffcc008e" providerId="ADAL" clId="{BC0BD879-F267-5CCA-8DEA-E3B2DD07DA4E}" dt="2026-08-31T12:46:22.501" v="38946" actId="478"/>
          <ac:spMkLst>
            <pc:docMk/>
            <pc:sldMk cId="2800383176" sldId="2076139121"/>
            <ac:spMk id="24" creationId="{69632856-94BA-F90B-8FD3-C9E47513B2CD}"/>
          </ac:spMkLst>
        </pc:spChg>
        <pc:picChg chg="add mod">
          <ac:chgData name="Hironari Yamada" userId="e57621f8-ec3c-449e-bb19-001fffcc008e" providerId="ADAL" clId="{BC0BD879-F267-5CCA-8DEA-E3B2DD07DA4E}" dt="2026-08-31T12:45:41.032" v="38855" actId="14100"/>
          <ac:picMkLst>
            <pc:docMk/>
            <pc:sldMk cId="2800383176" sldId="2076139121"/>
            <ac:picMk id="5" creationId="{432AC725-353F-94E3-3523-2C6C63E266BA}"/>
          </ac:picMkLst>
        </pc:picChg>
        <pc:picChg chg="del">
          <ac:chgData name="Hironari Yamada" userId="e57621f8-ec3c-449e-bb19-001fffcc008e" providerId="ADAL" clId="{BC0BD879-F267-5CCA-8DEA-E3B2DD07DA4E}" dt="2026-08-31T12:44:44.214" v="38851" actId="478"/>
          <ac:picMkLst>
            <pc:docMk/>
            <pc:sldMk cId="2800383176" sldId="2076139121"/>
            <ac:picMk id="14" creationId="{0146F7E1-4CC4-21D3-D0BA-AA99527F9856}"/>
          </ac:picMkLst>
        </pc:picChg>
        <pc:picChg chg="del">
          <ac:chgData name="Hironari Yamada" userId="e57621f8-ec3c-449e-bb19-001fffcc008e" providerId="ADAL" clId="{BC0BD879-F267-5CCA-8DEA-E3B2DD07DA4E}" dt="2026-08-31T12:46:22.501" v="38946" actId="478"/>
          <ac:picMkLst>
            <pc:docMk/>
            <pc:sldMk cId="2800383176" sldId="2076139121"/>
            <ac:picMk id="21" creationId="{6C258B33-AFAB-2076-0228-1B3CCE79CEFD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7:54.555" v="43794" actId="2696"/>
        <pc:sldMkLst>
          <pc:docMk/>
          <pc:sldMk cId="1037109428" sldId="2076139122"/>
        </pc:sldMkLst>
        <pc:spChg chg="add mod">
          <ac:chgData name="Hironari Yamada" userId="e57621f8-ec3c-449e-bb19-001fffcc008e" providerId="ADAL" clId="{BC0BD879-F267-5CCA-8DEA-E3B2DD07DA4E}" dt="2026-08-31T13:06:29.134" v="39729" actId="14100"/>
          <ac:spMkLst>
            <pc:docMk/>
            <pc:sldMk cId="1037109428" sldId="2076139122"/>
            <ac:spMk id="6" creationId="{797B79C0-F632-BF72-8BEE-8F65074CCB8B}"/>
          </ac:spMkLst>
        </pc:spChg>
        <pc:spChg chg="del">
          <ac:chgData name="Hironari Yamada" userId="e57621f8-ec3c-449e-bb19-001fffcc008e" providerId="ADAL" clId="{BC0BD879-F267-5CCA-8DEA-E3B2DD07DA4E}" dt="2026-08-31T13:03:33.822" v="39686" actId="478"/>
          <ac:spMkLst>
            <pc:docMk/>
            <pc:sldMk cId="1037109428" sldId="2076139122"/>
            <ac:spMk id="8" creationId="{EC39AD6D-DF65-1AE2-6186-3C73BBDD4589}"/>
          </ac:spMkLst>
        </pc:spChg>
        <pc:spChg chg="del">
          <ac:chgData name="Hironari Yamada" userId="e57621f8-ec3c-449e-bb19-001fffcc008e" providerId="ADAL" clId="{BC0BD879-F267-5CCA-8DEA-E3B2DD07DA4E}" dt="2026-08-31T13:03:33.822" v="39686" actId="478"/>
          <ac:spMkLst>
            <pc:docMk/>
            <pc:sldMk cId="1037109428" sldId="2076139122"/>
            <ac:spMk id="10" creationId="{2EA386A8-E2BF-22F4-851C-B45CF275BE68}"/>
          </ac:spMkLst>
        </pc:spChg>
        <pc:spChg chg="del">
          <ac:chgData name="Hironari Yamada" userId="e57621f8-ec3c-449e-bb19-001fffcc008e" providerId="ADAL" clId="{BC0BD879-F267-5CCA-8DEA-E3B2DD07DA4E}" dt="2026-08-31T13:03:33.822" v="39686" actId="478"/>
          <ac:spMkLst>
            <pc:docMk/>
            <pc:sldMk cId="1037109428" sldId="2076139122"/>
            <ac:spMk id="11" creationId="{9C2DB15C-16B9-6EE4-6B85-9FBD652A2EAB}"/>
          </ac:spMkLst>
        </pc:spChg>
        <pc:spChg chg="del">
          <ac:chgData name="Hironari Yamada" userId="e57621f8-ec3c-449e-bb19-001fffcc008e" providerId="ADAL" clId="{BC0BD879-F267-5CCA-8DEA-E3B2DD07DA4E}" dt="2026-08-31T13:03:33.822" v="39686" actId="478"/>
          <ac:spMkLst>
            <pc:docMk/>
            <pc:sldMk cId="1037109428" sldId="2076139122"/>
            <ac:spMk id="12" creationId="{FF97AEAC-2FE6-C774-3694-81D4F1B9B18D}"/>
          </ac:spMkLst>
        </pc:spChg>
        <pc:spChg chg="mod">
          <ac:chgData name="Hironari Yamada" userId="e57621f8-ec3c-449e-bb19-001fffcc008e" providerId="ADAL" clId="{BC0BD879-F267-5CCA-8DEA-E3B2DD07DA4E}" dt="2026-08-31T13:05:51.589" v="39699" actId="14100"/>
          <ac:spMkLst>
            <pc:docMk/>
            <pc:sldMk cId="1037109428" sldId="2076139122"/>
            <ac:spMk id="14" creationId="{A6A17703-61E3-47CE-21D9-7F8B140CA45E}"/>
          </ac:spMkLst>
        </pc:spChg>
        <pc:spChg chg="del">
          <ac:chgData name="Hironari Yamada" userId="e57621f8-ec3c-449e-bb19-001fffcc008e" providerId="ADAL" clId="{BC0BD879-F267-5CCA-8DEA-E3B2DD07DA4E}" dt="2026-08-31T13:05:29.347" v="39692" actId="478"/>
          <ac:spMkLst>
            <pc:docMk/>
            <pc:sldMk cId="1037109428" sldId="2076139122"/>
            <ac:spMk id="15" creationId="{F1355283-0870-EAA1-9AA3-8318B91584C2}"/>
          </ac:spMkLst>
        </pc:spChg>
        <pc:spChg chg="mod">
          <ac:chgData name="Hironari Yamada" userId="e57621f8-ec3c-449e-bb19-001fffcc008e" providerId="ADAL" clId="{BC0BD879-F267-5CCA-8DEA-E3B2DD07DA4E}" dt="2026-08-31T13:07:16.401" v="39881" actId="1076"/>
          <ac:spMkLst>
            <pc:docMk/>
            <pc:sldMk cId="1037109428" sldId="2076139122"/>
            <ac:spMk id="16" creationId="{1CD74296-557A-9DDF-EB25-627219BDF909}"/>
          </ac:spMkLst>
        </pc:spChg>
        <pc:spChg chg="del">
          <ac:chgData name="Hironari Yamada" userId="e57621f8-ec3c-449e-bb19-001fffcc008e" providerId="ADAL" clId="{BC0BD879-F267-5CCA-8DEA-E3B2DD07DA4E}" dt="2026-08-31T13:05:29.347" v="39692" actId="478"/>
          <ac:spMkLst>
            <pc:docMk/>
            <pc:sldMk cId="1037109428" sldId="2076139122"/>
            <ac:spMk id="17" creationId="{A2AD69AC-2D75-4B5E-F389-C8C76107B078}"/>
          </ac:spMkLst>
        </pc:spChg>
        <pc:spChg chg="mod">
          <ac:chgData name="Hironari Yamada" userId="e57621f8-ec3c-449e-bb19-001fffcc008e" providerId="ADAL" clId="{BC0BD879-F267-5CCA-8DEA-E3B2DD07DA4E}" dt="2026-08-31T13:08:33.756" v="40033" actId="14100"/>
          <ac:spMkLst>
            <pc:docMk/>
            <pc:sldMk cId="1037109428" sldId="2076139122"/>
            <ac:spMk id="18" creationId="{BCDA615B-20D3-1ACB-F0AF-D65D028DA5A7}"/>
          </ac:spMkLst>
        </pc:spChg>
        <pc:spChg chg="add mod">
          <ac:chgData name="Hironari Yamada" userId="e57621f8-ec3c-449e-bb19-001fffcc008e" providerId="ADAL" clId="{BC0BD879-F267-5CCA-8DEA-E3B2DD07DA4E}" dt="2026-08-31T13:07:13.173" v="39880" actId="14100"/>
          <ac:spMkLst>
            <pc:docMk/>
            <pc:sldMk cId="1037109428" sldId="2076139122"/>
            <ac:spMk id="19" creationId="{15AC030B-3F01-9D93-4E4B-670E4CE0F4CF}"/>
          </ac:spMkLst>
        </pc:spChg>
        <pc:spChg chg="add mod">
          <ac:chgData name="Hironari Yamada" userId="e57621f8-ec3c-449e-bb19-001fffcc008e" providerId="ADAL" clId="{BC0BD879-F267-5CCA-8DEA-E3B2DD07DA4E}" dt="2026-08-31T13:07:52.685" v="39895" actId="14100"/>
          <ac:spMkLst>
            <pc:docMk/>
            <pc:sldMk cId="1037109428" sldId="2076139122"/>
            <ac:spMk id="20" creationId="{9155A9DE-4E71-8DC0-33C4-B7F6B072B83F}"/>
          </ac:spMkLst>
        </pc:spChg>
        <pc:picChg chg="add mod">
          <ac:chgData name="Hironari Yamada" userId="e57621f8-ec3c-449e-bb19-001fffcc008e" providerId="ADAL" clId="{BC0BD879-F267-5CCA-8DEA-E3B2DD07DA4E}" dt="2026-08-31T13:05:39.722" v="39696" actId="1076"/>
          <ac:picMkLst>
            <pc:docMk/>
            <pc:sldMk cId="1037109428" sldId="2076139122"/>
            <ac:picMk id="5" creationId="{DF60252E-2FDF-C57D-97D8-F86CB815CA5B}"/>
          </ac:picMkLst>
        </pc:picChg>
        <pc:picChg chg="del">
          <ac:chgData name="Hironari Yamada" userId="e57621f8-ec3c-449e-bb19-001fffcc008e" providerId="ADAL" clId="{BC0BD879-F267-5CCA-8DEA-E3B2DD07DA4E}" dt="2026-08-31T13:03:33.822" v="39686" actId="478"/>
          <ac:picMkLst>
            <pc:docMk/>
            <pc:sldMk cId="1037109428" sldId="2076139122"/>
            <ac:picMk id="7" creationId="{6DB97E02-0AFB-5D14-39E7-1704F08FCE65}"/>
          </ac:picMkLst>
        </pc:picChg>
        <pc:picChg chg="del">
          <ac:chgData name="Hironari Yamada" userId="e57621f8-ec3c-449e-bb19-001fffcc008e" providerId="ADAL" clId="{BC0BD879-F267-5CCA-8DEA-E3B2DD07DA4E}" dt="2026-08-31T13:05:30.934" v="39693" actId="478"/>
          <ac:picMkLst>
            <pc:docMk/>
            <pc:sldMk cId="1037109428" sldId="2076139122"/>
            <ac:picMk id="13" creationId="{4D8C14C9-9412-82C3-4031-363B45A6AC47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7:54.560" v="43795" actId="2696"/>
        <pc:sldMkLst>
          <pc:docMk/>
          <pc:sldMk cId="3998559052" sldId="2076139123"/>
        </pc:sldMkLst>
        <pc:spChg chg="mod">
          <ac:chgData name="Hironari Yamada" userId="e57621f8-ec3c-449e-bb19-001fffcc008e" providerId="ADAL" clId="{BC0BD879-F267-5CCA-8DEA-E3B2DD07DA4E}" dt="2026-08-31T13:09:06.339" v="40195" actId="20577"/>
          <ac:spMkLst>
            <pc:docMk/>
            <pc:sldMk cId="3998559052" sldId="2076139123"/>
            <ac:spMk id="3" creationId="{0EA0AF83-3A20-F7D9-72BB-C139AC536DDD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6" creationId="{E1FEB2AF-A3E9-E78D-46F3-8026DB83179B}"/>
          </ac:spMkLst>
        </pc:spChg>
        <pc:spChg chg="mod">
          <ac:chgData name="Hironari Yamada" userId="e57621f8-ec3c-449e-bb19-001fffcc008e" providerId="ADAL" clId="{BC0BD879-F267-5CCA-8DEA-E3B2DD07DA4E}" dt="2026-08-31T13:08:47.776" v="40106" actId="20577"/>
          <ac:spMkLst>
            <pc:docMk/>
            <pc:sldMk cId="3998559052" sldId="2076139123"/>
            <ac:spMk id="9" creationId="{331E97EB-6656-9802-D3EF-D04DE4DFA49D}"/>
          </ac:spMkLst>
        </pc:spChg>
        <pc:spChg chg="add mod">
          <ac:chgData name="Hironari Yamada" userId="e57621f8-ec3c-449e-bb19-001fffcc008e" providerId="ADAL" clId="{BC0BD879-F267-5CCA-8DEA-E3B2DD07DA4E}" dt="2026-08-31T13:11:56.411" v="40207" actId="14100"/>
          <ac:spMkLst>
            <pc:docMk/>
            <pc:sldMk cId="3998559052" sldId="2076139123"/>
            <ac:spMk id="10" creationId="{AAA7D4A0-317D-A62C-E4C1-CC4B9C2E2A9A}"/>
          </ac:spMkLst>
        </pc:spChg>
        <pc:spChg chg="add mod">
          <ac:chgData name="Hironari Yamada" userId="e57621f8-ec3c-449e-bb19-001fffcc008e" providerId="ADAL" clId="{BC0BD879-F267-5CCA-8DEA-E3B2DD07DA4E}" dt="2026-08-31T13:12:23.439" v="40291" actId="1076"/>
          <ac:spMkLst>
            <pc:docMk/>
            <pc:sldMk cId="3998559052" sldId="2076139123"/>
            <ac:spMk id="11" creationId="{150BCECF-56DD-EB69-6BA6-4A2B94DA7B53}"/>
          </ac:spMkLst>
        </pc:spChg>
        <pc:spChg chg="add mod">
          <ac:chgData name="Hironari Yamada" userId="e57621f8-ec3c-449e-bb19-001fffcc008e" providerId="ADAL" clId="{BC0BD879-F267-5CCA-8DEA-E3B2DD07DA4E}" dt="2026-08-31T13:12:07.313" v="40211" actId="14100"/>
          <ac:spMkLst>
            <pc:docMk/>
            <pc:sldMk cId="3998559052" sldId="2076139123"/>
            <ac:spMk id="12" creationId="{655658F3-5644-5B9A-673F-FF4312AC9539}"/>
          </ac:spMkLst>
        </pc:spChg>
        <pc:spChg chg="add mod">
          <ac:chgData name="Hironari Yamada" userId="e57621f8-ec3c-449e-bb19-001fffcc008e" providerId="ADAL" clId="{BC0BD879-F267-5CCA-8DEA-E3B2DD07DA4E}" dt="2026-08-31T13:12:33.455" v="40338" actId="20577"/>
          <ac:spMkLst>
            <pc:docMk/>
            <pc:sldMk cId="3998559052" sldId="2076139123"/>
            <ac:spMk id="13" creationId="{E9507492-4431-10E1-E158-C224A09CCEAA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14" creationId="{24A9462C-CFB7-105B-E04D-5EA4D3F465D1}"/>
          </ac:spMkLst>
        </pc:spChg>
        <pc:spChg chg="add mod">
          <ac:chgData name="Hironari Yamada" userId="e57621f8-ec3c-449e-bb19-001fffcc008e" providerId="ADAL" clId="{BC0BD879-F267-5CCA-8DEA-E3B2DD07DA4E}" dt="2026-08-31T13:12:41.243" v="40341" actId="14100"/>
          <ac:spMkLst>
            <pc:docMk/>
            <pc:sldMk cId="3998559052" sldId="2076139123"/>
            <ac:spMk id="15" creationId="{9F1DC6CD-4AD5-34F1-F1BC-4BA628A582D6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16" creationId="{D52478CC-98E7-7AEA-335E-01B26739D3C0}"/>
          </ac:spMkLst>
        </pc:spChg>
        <pc:spChg chg="add mod">
          <ac:chgData name="Hironari Yamada" userId="e57621f8-ec3c-449e-bb19-001fffcc008e" providerId="ADAL" clId="{BC0BD879-F267-5CCA-8DEA-E3B2DD07DA4E}" dt="2026-08-31T13:12:53.833" v="40386" actId="20577"/>
          <ac:spMkLst>
            <pc:docMk/>
            <pc:sldMk cId="3998559052" sldId="2076139123"/>
            <ac:spMk id="17" creationId="{6951159D-D607-B113-BEDD-4E4EF580C971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18" creationId="{A5879971-46F7-C346-2B39-C579B89845B5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19" creationId="{0FA5EA0B-5F97-779F-09A3-C0A9A8D31EA0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20" creationId="{F7544851-F838-E414-57EB-E648D0767B8E}"/>
          </ac:spMkLst>
        </pc:spChg>
        <pc:spChg chg="add mod">
          <ac:chgData name="Hironari Yamada" userId="e57621f8-ec3c-449e-bb19-001fffcc008e" providerId="ADAL" clId="{BC0BD879-F267-5CCA-8DEA-E3B2DD07DA4E}" dt="2026-08-31T13:13:02.693" v="40389" actId="14100"/>
          <ac:spMkLst>
            <pc:docMk/>
            <pc:sldMk cId="3998559052" sldId="2076139123"/>
            <ac:spMk id="21" creationId="{87A8E515-C1A5-EB0C-03B6-2B2B1D9EEE33}"/>
          </ac:spMkLst>
        </pc:spChg>
        <pc:spChg chg="add mod">
          <ac:chgData name="Hironari Yamada" userId="e57621f8-ec3c-449e-bb19-001fffcc008e" providerId="ADAL" clId="{BC0BD879-F267-5CCA-8DEA-E3B2DD07DA4E}" dt="2026-08-31T13:13:19" v="40410" actId="1076"/>
          <ac:spMkLst>
            <pc:docMk/>
            <pc:sldMk cId="3998559052" sldId="2076139123"/>
            <ac:spMk id="22" creationId="{917E940D-8517-0669-5618-C044300DEB07}"/>
          </ac:spMkLst>
        </pc:spChg>
        <pc:spChg chg="add mod">
          <ac:chgData name="Hironari Yamada" userId="e57621f8-ec3c-449e-bb19-001fffcc008e" providerId="ADAL" clId="{BC0BD879-F267-5CCA-8DEA-E3B2DD07DA4E}" dt="2026-08-31T13:13:25.013" v="40413" actId="14100"/>
          <ac:spMkLst>
            <pc:docMk/>
            <pc:sldMk cId="3998559052" sldId="2076139123"/>
            <ac:spMk id="23" creationId="{6C480E71-2912-C2B8-A635-5EA0CC519FF9}"/>
          </ac:spMkLst>
        </pc:spChg>
        <pc:spChg chg="add mod">
          <ac:chgData name="Hironari Yamada" userId="e57621f8-ec3c-449e-bb19-001fffcc008e" providerId="ADAL" clId="{BC0BD879-F267-5CCA-8DEA-E3B2DD07DA4E}" dt="2026-08-31T13:13:42.855" v="40470" actId="20577"/>
          <ac:spMkLst>
            <pc:docMk/>
            <pc:sldMk cId="3998559052" sldId="2076139123"/>
            <ac:spMk id="24" creationId="{58136D4F-BD27-B739-56A2-9FE988BB3C2F}"/>
          </ac:spMkLst>
        </pc:spChg>
        <pc:spChg chg="add mod">
          <ac:chgData name="Hironari Yamada" userId="e57621f8-ec3c-449e-bb19-001fffcc008e" providerId="ADAL" clId="{BC0BD879-F267-5CCA-8DEA-E3B2DD07DA4E}" dt="2026-08-31T13:13:49.464" v="40473" actId="14100"/>
          <ac:spMkLst>
            <pc:docMk/>
            <pc:sldMk cId="3998559052" sldId="2076139123"/>
            <ac:spMk id="25" creationId="{4D6CCB6B-A32F-144E-9CBF-6CEA3AE7C5A2}"/>
          </ac:spMkLst>
        </pc:spChg>
        <pc:spChg chg="add mod">
          <ac:chgData name="Hironari Yamada" userId="e57621f8-ec3c-449e-bb19-001fffcc008e" providerId="ADAL" clId="{BC0BD879-F267-5CCA-8DEA-E3B2DD07DA4E}" dt="2026-08-31T13:13:54.166" v="40476" actId="14100"/>
          <ac:spMkLst>
            <pc:docMk/>
            <pc:sldMk cId="3998559052" sldId="2076139123"/>
            <ac:spMk id="26" creationId="{9C41F56F-4EAC-2C6F-82F7-48E54C29FF46}"/>
          </ac:spMkLst>
        </pc:spChg>
        <pc:picChg chg="del">
          <ac:chgData name="Hironari Yamada" userId="e57621f8-ec3c-449e-bb19-001fffcc008e" providerId="ADAL" clId="{BC0BD879-F267-5CCA-8DEA-E3B2DD07DA4E}" dt="2026-08-31T13:09:09.974" v="40196" actId="478"/>
          <ac:picMkLst>
            <pc:docMk/>
            <pc:sldMk cId="3998559052" sldId="2076139123"/>
            <ac:picMk id="5" creationId="{DE932A1F-F507-4842-E923-00B71A9E72E8}"/>
          </ac:picMkLst>
        </pc:picChg>
        <pc:picChg chg="add mod">
          <ac:chgData name="Hironari Yamada" userId="e57621f8-ec3c-449e-bb19-001fffcc008e" providerId="ADAL" clId="{BC0BD879-F267-5CCA-8DEA-E3B2DD07DA4E}" dt="2026-08-31T13:10:24.502" v="40200" actId="14100"/>
          <ac:picMkLst>
            <pc:docMk/>
            <pc:sldMk cId="3998559052" sldId="2076139123"/>
            <ac:picMk id="7" creationId="{AC6E235F-026F-3247-8AAA-7D77016323B7}"/>
          </ac:picMkLst>
        </pc:picChg>
        <pc:picChg chg="add mod">
          <ac:chgData name="Hironari Yamada" userId="e57621f8-ec3c-449e-bb19-001fffcc008e" providerId="ADAL" clId="{BC0BD879-F267-5CCA-8DEA-E3B2DD07DA4E}" dt="2026-08-31T13:11:41.487" v="40204" actId="14100"/>
          <ac:picMkLst>
            <pc:docMk/>
            <pc:sldMk cId="3998559052" sldId="2076139123"/>
            <ac:picMk id="8" creationId="{E8FC0238-3D6B-06D4-0AA6-1F72CCE6F41D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7:38.416" v="43776" actId="2696"/>
        <pc:sldMkLst>
          <pc:docMk/>
          <pc:sldMk cId="108507490" sldId="2076139124"/>
        </pc:sldMkLst>
        <pc:spChg chg="del">
          <ac:chgData name="Hironari Yamada" userId="e57621f8-ec3c-449e-bb19-001fffcc008e" providerId="ADAL" clId="{BC0BD879-F267-5CCA-8DEA-E3B2DD07DA4E}" dt="2026-08-31T13:15:39.409" v="40656" actId="478"/>
          <ac:spMkLst>
            <pc:docMk/>
            <pc:sldMk cId="108507490" sldId="2076139124"/>
            <ac:spMk id="6" creationId="{19C8D71A-7D3E-0EE9-3CD6-48718055D2DF}"/>
          </ac:spMkLst>
        </pc:spChg>
        <pc:spChg chg="del">
          <ac:chgData name="Hironari Yamada" userId="e57621f8-ec3c-449e-bb19-001fffcc008e" providerId="ADAL" clId="{BC0BD879-F267-5CCA-8DEA-E3B2DD07DA4E}" dt="2026-08-31T13:15:39.409" v="40656" actId="478"/>
          <ac:spMkLst>
            <pc:docMk/>
            <pc:sldMk cId="108507490" sldId="2076139124"/>
            <ac:spMk id="7" creationId="{54960546-5667-429D-C308-C92E18765F08}"/>
          </ac:spMkLst>
        </pc:spChg>
        <pc:spChg chg="del">
          <ac:chgData name="Hironari Yamada" userId="e57621f8-ec3c-449e-bb19-001fffcc008e" providerId="ADAL" clId="{BC0BD879-F267-5CCA-8DEA-E3B2DD07DA4E}" dt="2026-08-31T13:15:39.409" v="40656" actId="478"/>
          <ac:spMkLst>
            <pc:docMk/>
            <pc:sldMk cId="108507490" sldId="2076139124"/>
            <ac:spMk id="10" creationId="{5CCA4F54-FBBA-FB58-C123-8809BC2212A9}"/>
          </ac:spMkLst>
        </pc:spChg>
        <pc:spChg chg="del">
          <ac:chgData name="Hironari Yamada" userId="e57621f8-ec3c-449e-bb19-001fffcc008e" providerId="ADAL" clId="{BC0BD879-F267-5CCA-8DEA-E3B2DD07DA4E}" dt="2026-08-31T13:15:39.409" v="40656" actId="478"/>
          <ac:spMkLst>
            <pc:docMk/>
            <pc:sldMk cId="108507490" sldId="2076139124"/>
            <ac:spMk id="11" creationId="{AE006826-02E4-A14B-60AF-C4486248B17F}"/>
          </ac:spMkLst>
        </pc:spChg>
        <pc:spChg chg="add mod">
          <ac:chgData name="Hironari Yamada" userId="e57621f8-ec3c-449e-bb19-001fffcc008e" providerId="ADAL" clId="{BC0BD879-F267-5CCA-8DEA-E3B2DD07DA4E}" dt="2026-08-31T13:16:03.291" v="40657"/>
          <ac:spMkLst>
            <pc:docMk/>
            <pc:sldMk cId="108507490" sldId="2076139124"/>
            <ac:spMk id="13" creationId="{5860A3F9-EF1A-FF24-010E-E8F50DCECD22}"/>
          </ac:spMkLst>
        </pc:spChg>
        <pc:spChg chg="add mod">
          <ac:chgData name="Hironari Yamada" userId="e57621f8-ec3c-449e-bb19-001fffcc008e" providerId="ADAL" clId="{BC0BD879-F267-5CCA-8DEA-E3B2DD07DA4E}" dt="2026-08-31T13:16:03.291" v="40657"/>
          <ac:spMkLst>
            <pc:docMk/>
            <pc:sldMk cId="108507490" sldId="2076139124"/>
            <ac:spMk id="14" creationId="{8674AA33-7E90-E152-D301-F261EE056547}"/>
          </ac:spMkLst>
        </pc:spChg>
        <pc:spChg chg="add mod">
          <ac:chgData name="Hironari Yamada" userId="e57621f8-ec3c-449e-bb19-001fffcc008e" providerId="ADAL" clId="{BC0BD879-F267-5CCA-8DEA-E3B2DD07DA4E}" dt="2026-08-31T13:19:17.657" v="40664" actId="14100"/>
          <ac:spMkLst>
            <pc:docMk/>
            <pc:sldMk cId="108507490" sldId="2076139124"/>
            <ac:spMk id="16" creationId="{CFCD6AAB-DE41-EAB8-1834-5828F762EAD6}"/>
          </ac:spMkLst>
        </pc:spChg>
        <pc:spChg chg="add mod">
          <ac:chgData name="Hironari Yamada" userId="e57621f8-ec3c-449e-bb19-001fffcc008e" providerId="ADAL" clId="{BC0BD879-F267-5CCA-8DEA-E3B2DD07DA4E}" dt="2026-08-31T13:19:28.981" v="40680" actId="14100"/>
          <ac:spMkLst>
            <pc:docMk/>
            <pc:sldMk cId="108507490" sldId="2076139124"/>
            <ac:spMk id="17" creationId="{DF39C563-F3ED-95D4-46F3-62ACEE4EB0A4}"/>
          </ac:spMkLst>
        </pc:spChg>
        <pc:spChg chg="add mod">
          <ac:chgData name="Hironari Yamada" userId="e57621f8-ec3c-449e-bb19-001fffcc008e" providerId="ADAL" clId="{BC0BD879-F267-5CCA-8DEA-E3B2DD07DA4E}" dt="2026-08-31T13:19:36.269" v="40683" actId="14100"/>
          <ac:spMkLst>
            <pc:docMk/>
            <pc:sldMk cId="108507490" sldId="2076139124"/>
            <ac:spMk id="18" creationId="{97EFEB65-648D-4F6A-B490-90EAF3921B67}"/>
          </ac:spMkLst>
        </pc:spChg>
        <pc:spChg chg="add mod">
          <ac:chgData name="Hironari Yamada" userId="e57621f8-ec3c-449e-bb19-001fffcc008e" providerId="ADAL" clId="{BC0BD879-F267-5CCA-8DEA-E3B2DD07DA4E}" dt="2026-08-31T13:20:07.837" v="40764" actId="14100"/>
          <ac:spMkLst>
            <pc:docMk/>
            <pc:sldMk cId="108507490" sldId="2076139124"/>
            <ac:spMk id="19" creationId="{5F47D105-DF08-7F5E-0079-CFFF755FDC99}"/>
          </ac:spMkLst>
        </pc:spChg>
        <pc:spChg chg="add mod">
          <ac:chgData name="Hironari Yamada" userId="e57621f8-ec3c-449e-bb19-001fffcc008e" providerId="ADAL" clId="{BC0BD879-F267-5CCA-8DEA-E3B2DD07DA4E}" dt="2026-08-31T13:20:16.456" v="40765"/>
          <ac:spMkLst>
            <pc:docMk/>
            <pc:sldMk cId="108507490" sldId="2076139124"/>
            <ac:spMk id="20" creationId="{A36F8AD5-FF2E-A473-AC4A-F7E7756A2655}"/>
          </ac:spMkLst>
        </pc:spChg>
        <pc:picChg chg="del">
          <ac:chgData name="Hironari Yamada" userId="e57621f8-ec3c-449e-bb19-001fffcc008e" providerId="ADAL" clId="{BC0BD879-F267-5CCA-8DEA-E3B2DD07DA4E}" dt="2026-08-31T13:15:39.409" v="40656" actId="478"/>
          <ac:picMkLst>
            <pc:docMk/>
            <pc:sldMk cId="108507490" sldId="2076139124"/>
            <ac:picMk id="5" creationId="{7FA68AB9-9CC1-BF2E-5F39-E086ADA26B37}"/>
          </ac:picMkLst>
        </pc:picChg>
        <pc:picChg chg="del">
          <ac:chgData name="Hironari Yamada" userId="e57621f8-ec3c-449e-bb19-001fffcc008e" providerId="ADAL" clId="{BC0BD879-F267-5CCA-8DEA-E3B2DD07DA4E}" dt="2026-08-31T13:15:39.409" v="40656" actId="478"/>
          <ac:picMkLst>
            <pc:docMk/>
            <pc:sldMk cId="108507490" sldId="2076139124"/>
            <ac:picMk id="8" creationId="{104E15D4-BEDE-4503-42CF-3DD6FA4FC6C7}"/>
          </ac:picMkLst>
        </pc:picChg>
        <pc:picChg chg="add mod">
          <ac:chgData name="Hironari Yamada" userId="e57621f8-ec3c-449e-bb19-001fffcc008e" providerId="ADAL" clId="{BC0BD879-F267-5CCA-8DEA-E3B2DD07DA4E}" dt="2026-08-31T13:16:03.291" v="40657"/>
          <ac:picMkLst>
            <pc:docMk/>
            <pc:sldMk cId="108507490" sldId="2076139124"/>
            <ac:picMk id="12" creationId="{FE3B9006-FAE6-BBDB-5F34-B8EAC9D46850}"/>
          </ac:picMkLst>
        </pc:picChg>
        <pc:picChg chg="add mod">
          <ac:chgData name="Hironari Yamada" userId="e57621f8-ec3c-449e-bb19-001fffcc008e" providerId="ADAL" clId="{BC0BD879-F267-5CCA-8DEA-E3B2DD07DA4E}" dt="2026-08-31T13:19:04.560" v="40661" actId="14100"/>
          <ac:picMkLst>
            <pc:docMk/>
            <pc:sldMk cId="108507490" sldId="2076139124"/>
            <ac:picMk id="15" creationId="{EEA66D6D-D704-56ED-4590-8550D26EFFF0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7:38.429" v="43782" actId="2696"/>
        <pc:sldMkLst>
          <pc:docMk/>
          <pc:sldMk cId="114500866" sldId="2076139125"/>
        </pc:sldMkLst>
        <pc:spChg chg="add mod">
          <ac:chgData name="Hironari Yamada" userId="e57621f8-ec3c-449e-bb19-001fffcc008e" providerId="ADAL" clId="{BC0BD879-F267-5CCA-8DEA-E3B2DD07DA4E}" dt="2026-08-31T13:22:04.102" v="40839" actId="14100"/>
          <ac:spMkLst>
            <pc:docMk/>
            <pc:sldMk cId="114500866" sldId="2076139125"/>
            <ac:spMk id="7" creationId="{F5454F7D-C1BD-1B7C-F68B-6B26916D6F12}"/>
          </ac:spMkLst>
        </pc:spChg>
        <pc:spChg chg="add del">
          <ac:chgData name="Hironari Yamada" userId="e57621f8-ec3c-449e-bb19-001fffcc008e" providerId="ADAL" clId="{BC0BD879-F267-5CCA-8DEA-E3B2DD07DA4E}" dt="2026-08-31T13:23:45.259" v="40843" actId="22"/>
          <ac:spMkLst>
            <pc:docMk/>
            <pc:sldMk cId="114500866" sldId="2076139125"/>
            <ac:spMk id="10" creationId="{5A877979-BD97-DB6F-4B4A-5CA1C61C5FDD}"/>
          </ac:spMkLst>
        </pc:spChg>
        <pc:spChg chg="del">
          <ac:chgData name="Hironari Yamada" userId="e57621f8-ec3c-449e-bb19-001fffcc008e" providerId="ADAL" clId="{BC0BD879-F267-5CCA-8DEA-E3B2DD07DA4E}" dt="2026-08-31T13:20:22.791" v="40767" actId="478"/>
          <ac:spMkLst>
            <pc:docMk/>
            <pc:sldMk cId="114500866" sldId="2076139125"/>
            <ac:spMk id="13" creationId="{D5794830-9E24-BDFD-B88B-30FD0F1CDA27}"/>
          </ac:spMkLst>
        </pc:spChg>
        <pc:spChg chg="del">
          <ac:chgData name="Hironari Yamada" userId="e57621f8-ec3c-449e-bb19-001fffcc008e" providerId="ADAL" clId="{BC0BD879-F267-5CCA-8DEA-E3B2DD07DA4E}" dt="2026-08-31T13:20:22.791" v="40767" actId="478"/>
          <ac:spMkLst>
            <pc:docMk/>
            <pc:sldMk cId="114500866" sldId="2076139125"/>
            <ac:spMk id="14" creationId="{53EA1434-61BD-B707-DBF9-1ED7DE6C228C}"/>
          </ac:spMkLst>
        </pc:spChg>
        <pc:spChg chg="mod">
          <ac:chgData name="Hironari Yamada" userId="e57621f8-ec3c-449e-bb19-001fffcc008e" providerId="ADAL" clId="{BC0BD879-F267-5CCA-8DEA-E3B2DD07DA4E}" dt="2026-08-31T13:21:16.491" v="40777" actId="14100"/>
          <ac:spMkLst>
            <pc:docMk/>
            <pc:sldMk cId="114500866" sldId="2076139125"/>
            <ac:spMk id="16" creationId="{6171E268-C0B8-A1FA-CC92-44CA57E0C534}"/>
          </ac:spMkLst>
        </pc:spChg>
        <pc:spChg chg="mod">
          <ac:chgData name="Hironari Yamada" userId="e57621f8-ec3c-449e-bb19-001fffcc008e" providerId="ADAL" clId="{BC0BD879-F267-5CCA-8DEA-E3B2DD07DA4E}" dt="2026-08-31T13:21:57.245" v="40836" actId="14100"/>
          <ac:spMkLst>
            <pc:docMk/>
            <pc:sldMk cId="114500866" sldId="2076139125"/>
            <ac:spMk id="17" creationId="{1B39FA52-762E-8552-BDA0-4EC7146C7685}"/>
          </ac:spMkLst>
        </pc:spChg>
        <pc:spChg chg="del">
          <ac:chgData name="Hironari Yamada" userId="e57621f8-ec3c-449e-bb19-001fffcc008e" providerId="ADAL" clId="{BC0BD879-F267-5CCA-8DEA-E3B2DD07DA4E}" dt="2026-08-31T13:23:41.764" v="40841" actId="478"/>
          <ac:spMkLst>
            <pc:docMk/>
            <pc:sldMk cId="114500866" sldId="2076139125"/>
            <ac:spMk id="18" creationId="{128A8642-6E1E-3381-1781-8664CE445ACE}"/>
          </ac:spMkLst>
        </pc:spChg>
        <pc:spChg chg="del">
          <ac:chgData name="Hironari Yamada" userId="e57621f8-ec3c-449e-bb19-001fffcc008e" providerId="ADAL" clId="{BC0BD879-F267-5CCA-8DEA-E3B2DD07DA4E}" dt="2026-08-31T13:23:41.764" v="40841" actId="478"/>
          <ac:spMkLst>
            <pc:docMk/>
            <pc:sldMk cId="114500866" sldId="2076139125"/>
            <ac:spMk id="19" creationId="{57D531BB-D9B1-7CA3-9504-B65862AD2EF5}"/>
          </ac:spMkLst>
        </pc:spChg>
        <pc:spChg chg="add del mod">
          <ac:chgData name="Hironari Yamada" userId="e57621f8-ec3c-449e-bb19-001fffcc008e" providerId="ADAL" clId="{BC0BD879-F267-5CCA-8DEA-E3B2DD07DA4E}" dt="2026-08-31T13:24:28.750" v="40862" actId="478"/>
          <ac:spMkLst>
            <pc:docMk/>
            <pc:sldMk cId="114500866" sldId="2076139125"/>
            <ac:spMk id="21" creationId="{BB17B026-C8FB-1DEB-056A-8374E839C1D2}"/>
          </ac:spMkLst>
        </pc:spChg>
        <pc:picChg chg="add mod">
          <ac:chgData name="Hironari Yamada" userId="e57621f8-ec3c-449e-bb19-001fffcc008e" providerId="ADAL" clId="{BC0BD879-F267-5CCA-8DEA-E3B2DD07DA4E}" dt="2026-08-31T13:21:02.060" v="40774" actId="14100"/>
          <ac:picMkLst>
            <pc:docMk/>
            <pc:sldMk cId="114500866" sldId="2076139125"/>
            <ac:picMk id="6" creationId="{4BA76032-714E-7E17-3C42-73DCA8DCC6CB}"/>
          </ac:picMkLst>
        </pc:picChg>
        <pc:picChg chg="del">
          <ac:chgData name="Hironari Yamada" userId="e57621f8-ec3c-449e-bb19-001fffcc008e" providerId="ADAL" clId="{BC0BD879-F267-5CCA-8DEA-E3B2DD07DA4E}" dt="2026-08-31T13:20:22.791" v="40767" actId="478"/>
          <ac:picMkLst>
            <pc:docMk/>
            <pc:sldMk cId="114500866" sldId="2076139125"/>
            <ac:picMk id="12" creationId="{03B3D22F-4DC8-9A56-86A6-B738C40DA2AB}"/>
          </ac:picMkLst>
        </pc:picChg>
        <pc:picChg chg="del">
          <ac:chgData name="Hironari Yamada" userId="e57621f8-ec3c-449e-bb19-001fffcc008e" providerId="ADAL" clId="{BC0BD879-F267-5CCA-8DEA-E3B2DD07DA4E}" dt="2026-08-31T13:23:39.522" v="40840" actId="478"/>
          <ac:picMkLst>
            <pc:docMk/>
            <pc:sldMk cId="114500866" sldId="2076139125"/>
            <ac:picMk id="15" creationId="{DB895780-34B4-FCEF-CB15-FA19167BB843}"/>
          </ac:picMkLst>
        </pc:picChg>
        <pc:picChg chg="add del mod">
          <ac:chgData name="Hironari Yamada" userId="e57621f8-ec3c-449e-bb19-001fffcc008e" providerId="ADAL" clId="{BC0BD879-F267-5CCA-8DEA-E3B2DD07DA4E}" dt="2026-08-31T13:24:28.750" v="40862" actId="478"/>
          <ac:picMkLst>
            <pc:docMk/>
            <pc:sldMk cId="114500866" sldId="2076139125"/>
            <ac:picMk id="20" creationId="{B388D6CD-2E51-033A-B7E8-B7A350E0A539}"/>
          </ac:picMkLst>
        </pc:picChg>
      </pc:sldChg>
      <pc:sldChg chg="addSp delSp add del mod">
        <pc:chgData name="Hironari Yamada" userId="e57621f8-ec3c-449e-bb19-001fffcc008e" providerId="ADAL" clId="{BC0BD879-F267-5CCA-8DEA-E3B2DD07DA4E}" dt="2026-08-31T13:24:17.257" v="40858"/>
        <pc:sldMkLst>
          <pc:docMk/>
          <pc:sldMk cId="3033113698" sldId="2076139126"/>
        </pc:sldMkLst>
        <pc:picChg chg="add del">
          <ac:chgData name="Hironari Yamada" userId="e57621f8-ec3c-449e-bb19-001fffcc008e" providerId="ADAL" clId="{BC0BD879-F267-5CCA-8DEA-E3B2DD07DA4E}" dt="2026-08-31T13:24:16.447" v="40857" actId="478"/>
          <ac:picMkLst>
            <pc:docMk/>
            <pc:sldMk cId="3033113698" sldId="2076139126"/>
            <ac:picMk id="6" creationId="{DB43D8F0-8F05-0812-42B3-DC8D70442BDD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7:38.422" v="43781" actId="2696"/>
        <pc:sldMkLst>
          <pc:docMk/>
          <pc:sldMk cId="4255147226" sldId="2076139126"/>
        </pc:sldMkLst>
        <pc:spChg chg="add mod">
          <ac:chgData name="Hironari Yamada" userId="e57621f8-ec3c-449e-bb19-001fffcc008e" providerId="ADAL" clId="{BC0BD879-F267-5CCA-8DEA-E3B2DD07DA4E}" dt="2026-08-31T13:26:14.498" v="40929" actId="14100"/>
          <ac:spMkLst>
            <pc:docMk/>
            <pc:sldMk cId="4255147226" sldId="2076139126"/>
            <ac:spMk id="5" creationId="{AE1CDCC5-1463-EFE8-121E-EE787575F9F4}"/>
          </ac:spMkLst>
        </pc:spChg>
        <pc:spChg chg="del">
          <ac:chgData name="Hironari Yamada" userId="e57621f8-ec3c-449e-bb19-001fffcc008e" providerId="ADAL" clId="{BC0BD879-F267-5CCA-8DEA-E3B2DD07DA4E}" dt="2026-08-31T13:24:24.947" v="40861" actId="478"/>
          <ac:spMkLst>
            <pc:docMk/>
            <pc:sldMk cId="4255147226" sldId="2076139126"/>
            <ac:spMk id="7" creationId="{E05B60C8-7463-02F5-FE4D-FCB2208F58A1}"/>
          </ac:spMkLst>
        </pc:spChg>
        <pc:spChg chg="add mod">
          <ac:chgData name="Hironari Yamada" userId="e57621f8-ec3c-449e-bb19-001fffcc008e" providerId="ADAL" clId="{BC0BD879-F267-5CCA-8DEA-E3B2DD07DA4E}" dt="2026-08-31T13:26:37.386" v="40937" actId="255"/>
          <ac:spMkLst>
            <pc:docMk/>
            <pc:sldMk cId="4255147226" sldId="2076139126"/>
            <ac:spMk id="8" creationId="{F2584FD4-7163-DAA1-26AB-4A83BC00E3DC}"/>
          </ac:spMkLst>
        </pc:spChg>
        <pc:spChg chg="add del">
          <ac:chgData name="Hironari Yamada" userId="e57621f8-ec3c-449e-bb19-001fffcc008e" providerId="ADAL" clId="{BC0BD879-F267-5CCA-8DEA-E3B2DD07DA4E}" dt="2026-08-31T13:28:01.785" v="40939" actId="22"/>
          <ac:spMkLst>
            <pc:docMk/>
            <pc:sldMk cId="4255147226" sldId="2076139126"/>
            <ac:spMk id="11" creationId="{B2F5818F-4550-4E17-5160-13AA05029570}"/>
          </ac:spMkLst>
        </pc:spChg>
        <pc:spChg chg="del">
          <ac:chgData name="Hironari Yamada" userId="e57621f8-ec3c-449e-bb19-001fffcc008e" providerId="ADAL" clId="{BC0BD879-F267-5CCA-8DEA-E3B2DD07DA4E}" dt="2026-08-31T13:24:24.947" v="40861" actId="478"/>
          <ac:spMkLst>
            <pc:docMk/>
            <pc:sldMk cId="4255147226" sldId="2076139126"/>
            <ac:spMk id="16" creationId="{E78C2699-2BD9-E452-3E8F-7B4D2FAB62D6}"/>
          </ac:spMkLst>
        </pc:spChg>
        <pc:spChg chg="del">
          <ac:chgData name="Hironari Yamada" userId="e57621f8-ec3c-449e-bb19-001fffcc008e" providerId="ADAL" clId="{BC0BD879-F267-5CCA-8DEA-E3B2DD07DA4E}" dt="2026-08-31T13:24:24.947" v="40861" actId="478"/>
          <ac:spMkLst>
            <pc:docMk/>
            <pc:sldMk cId="4255147226" sldId="2076139126"/>
            <ac:spMk id="17" creationId="{636EE751-19A5-B2A0-E017-B8EAFCA0BC05}"/>
          </ac:spMkLst>
        </pc:spChg>
        <pc:spChg chg="mod">
          <ac:chgData name="Hironari Yamada" userId="e57621f8-ec3c-449e-bb19-001fffcc008e" providerId="ADAL" clId="{BC0BD879-F267-5CCA-8DEA-E3B2DD07DA4E}" dt="2026-08-31T13:24:37.580" v="40863" actId="1076"/>
          <ac:spMkLst>
            <pc:docMk/>
            <pc:sldMk cId="4255147226" sldId="2076139126"/>
            <ac:spMk id="21" creationId="{F0B1729A-1DBD-7AC8-56C9-8DFD2A23E555}"/>
          </ac:spMkLst>
        </pc:spChg>
        <pc:picChg chg="del">
          <ac:chgData name="Hironari Yamada" userId="e57621f8-ec3c-449e-bb19-001fffcc008e" providerId="ADAL" clId="{BC0BD879-F267-5CCA-8DEA-E3B2DD07DA4E}" dt="2026-08-31T13:24:24.947" v="40861" actId="478"/>
          <ac:picMkLst>
            <pc:docMk/>
            <pc:sldMk cId="4255147226" sldId="2076139126"/>
            <ac:picMk id="6" creationId="{635D4687-6030-5953-5366-B7659A0CE83D}"/>
          </ac:picMkLst>
        </pc:picChg>
        <pc:picChg chg="mod">
          <ac:chgData name="Hironari Yamada" userId="e57621f8-ec3c-449e-bb19-001fffcc008e" providerId="ADAL" clId="{BC0BD879-F267-5CCA-8DEA-E3B2DD07DA4E}" dt="2026-08-31T13:24:37.580" v="40863" actId="1076"/>
          <ac:picMkLst>
            <pc:docMk/>
            <pc:sldMk cId="4255147226" sldId="2076139126"/>
            <ac:picMk id="20" creationId="{98E4ECD0-88B7-E247-E91A-04A4F693492B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7:38.420" v="43779" actId="2696"/>
        <pc:sldMkLst>
          <pc:docMk/>
          <pc:sldMk cId="3699341611" sldId="2076139127"/>
        </pc:sldMkLst>
        <pc:spChg chg="del">
          <ac:chgData name="Hironari Yamada" userId="e57621f8-ec3c-449e-bb19-001fffcc008e" providerId="ADAL" clId="{BC0BD879-F267-5CCA-8DEA-E3B2DD07DA4E}" dt="2026-08-31T13:28:07.354" v="40941" actId="478"/>
          <ac:spMkLst>
            <pc:docMk/>
            <pc:sldMk cId="3699341611" sldId="2076139127"/>
            <ac:spMk id="5" creationId="{4913E37D-FCB9-4622-A8B7-1F19F860F52D}"/>
          </ac:spMkLst>
        </pc:spChg>
        <pc:spChg chg="del">
          <ac:chgData name="Hironari Yamada" userId="e57621f8-ec3c-449e-bb19-001fffcc008e" providerId="ADAL" clId="{BC0BD879-F267-5CCA-8DEA-E3B2DD07DA4E}" dt="2026-08-31T13:28:07.354" v="40941" actId="478"/>
          <ac:spMkLst>
            <pc:docMk/>
            <pc:sldMk cId="3699341611" sldId="2076139127"/>
            <ac:spMk id="8" creationId="{C69F466A-5CF7-E8ED-454C-303A72D6DDCF}"/>
          </ac:spMkLst>
        </pc:spChg>
        <pc:spChg chg="add mod">
          <ac:chgData name="Hironari Yamada" userId="e57621f8-ec3c-449e-bb19-001fffcc008e" providerId="ADAL" clId="{BC0BD879-F267-5CCA-8DEA-E3B2DD07DA4E}" dt="2026-08-31T13:32:07.916" v="41050" actId="1037"/>
          <ac:spMkLst>
            <pc:docMk/>
            <pc:sldMk cId="3699341611" sldId="2076139127"/>
            <ac:spMk id="10" creationId="{E4620F3E-73B1-6B45-97E5-A712A7D5AC38}"/>
          </ac:spMkLst>
        </pc:spChg>
        <pc:spChg chg="add mod">
          <ac:chgData name="Hironari Yamada" userId="e57621f8-ec3c-449e-bb19-001fffcc008e" providerId="ADAL" clId="{BC0BD879-F267-5CCA-8DEA-E3B2DD07DA4E}" dt="2026-08-31T13:30:36.656" v="41002" actId="1076"/>
          <ac:spMkLst>
            <pc:docMk/>
            <pc:sldMk cId="3699341611" sldId="2076139127"/>
            <ac:spMk id="11" creationId="{F211A473-6136-B466-DEA8-2BBF2569C636}"/>
          </ac:spMkLst>
        </pc:spChg>
        <pc:spChg chg="add mod">
          <ac:chgData name="Hironari Yamada" userId="e57621f8-ec3c-449e-bb19-001fffcc008e" providerId="ADAL" clId="{BC0BD879-F267-5CCA-8DEA-E3B2DD07DA4E}" dt="2026-08-31T13:32:19.865" v="41069" actId="1076"/>
          <ac:spMkLst>
            <pc:docMk/>
            <pc:sldMk cId="3699341611" sldId="2076139127"/>
            <ac:spMk id="12" creationId="{55C7501E-5685-2641-9650-E3F1E66F02A1}"/>
          </ac:spMkLst>
        </pc:spChg>
        <pc:spChg chg="add mod">
          <ac:chgData name="Hironari Yamada" userId="e57621f8-ec3c-449e-bb19-001fffcc008e" providerId="ADAL" clId="{BC0BD879-F267-5CCA-8DEA-E3B2DD07DA4E}" dt="2026-08-31T13:32:22.601" v="41070" actId="1076"/>
          <ac:spMkLst>
            <pc:docMk/>
            <pc:sldMk cId="3699341611" sldId="2076139127"/>
            <ac:spMk id="13" creationId="{E64462FA-35DD-C69B-1A06-557BD6357645}"/>
          </ac:spMkLst>
        </pc:spChg>
        <pc:spChg chg="add mod">
          <ac:chgData name="Hironari Yamada" userId="e57621f8-ec3c-449e-bb19-001fffcc008e" providerId="ADAL" clId="{BC0BD879-F267-5CCA-8DEA-E3B2DD07DA4E}" dt="2026-08-31T13:32:13.099" v="41067" actId="1038"/>
          <ac:spMkLst>
            <pc:docMk/>
            <pc:sldMk cId="3699341611" sldId="2076139127"/>
            <ac:spMk id="14" creationId="{1E64780A-8A5E-48B1-7E6B-EA9F4ACD288F}"/>
          </ac:spMkLst>
        </pc:spChg>
        <pc:spChg chg="add mod">
          <ac:chgData name="Hironari Yamada" userId="e57621f8-ec3c-449e-bb19-001fffcc008e" providerId="ADAL" clId="{BC0BD879-F267-5CCA-8DEA-E3B2DD07DA4E}" dt="2026-08-31T13:32:17.037" v="41068" actId="1076"/>
          <ac:spMkLst>
            <pc:docMk/>
            <pc:sldMk cId="3699341611" sldId="2076139127"/>
            <ac:spMk id="17" creationId="{2A1CD1EC-B544-B90B-444F-411C05CB7F3C}"/>
          </ac:spMkLst>
        </pc:spChg>
        <pc:spChg chg="del">
          <ac:chgData name="Hironari Yamada" userId="e57621f8-ec3c-449e-bb19-001fffcc008e" providerId="ADAL" clId="{BC0BD879-F267-5CCA-8DEA-E3B2DD07DA4E}" dt="2026-08-31T13:28:11.070" v="40942" actId="478"/>
          <ac:spMkLst>
            <pc:docMk/>
            <pc:sldMk cId="3699341611" sldId="2076139127"/>
            <ac:spMk id="21" creationId="{6E2EE56F-32F3-B8D2-CD2C-BAFE8EA7DC0E}"/>
          </ac:spMkLst>
        </pc:spChg>
        <pc:spChg chg="add mod">
          <ac:chgData name="Hironari Yamada" userId="e57621f8-ec3c-449e-bb19-001fffcc008e" providerId="ADAL" clId="{BC0BD879-F267-5CCA-8DEA-E3B2DD07DA4E}" dt="2026-08-31T13:32:34.782" v="41073" actId="14100"/>
          <ac:spMkLst>
            <pc:docMk/>
            <pc:sldMk cId="3699341611" sldId="2076139127"/>
            <ac:spMk id="22" creationId="{0F05973E-3E90-F140-2C16-73FC7EFDB9C0}"/>
          </ac:spMkLst>
        </pc:spChg>
        <pc:spChg chg="add mod">
          <ac:chgData name="Hironari Yamada" userId="e57621f8-ec3c-449e-bb19-001fffcc008e" providerId="ADAL" clId="{BC0BD879-F267-5CCA-8DEA-E3B2DD07DA4E}" dt="2026-08-31T13:32:39.206" v="41076" actId="14100"/>
          <ac:spMkLst>
            <pc:docMk/>
            <pc:sldMk cId="3699341611" sldId="2076139127"/>
            <ac:spMk id="23" creationId="{F2CDA394-D43A-AC1C-4D06-F5A6BAA9E239}"/>
          </ac:spMkLst>
        </pc:spChg>
        <pc:spChg chg="add mod">
          <ac:chgData name="Hironari Yamada" userId="e57621f8-ec3c-449e-bb19-001fffcc008e" providerId="ADAL" clId="{BC0BD879-F267-5CCA-8DEA-E3B2DD07DA4E}" dt="2026-08-31T13:32:46.918" v="41079" actId="14100"/>
          <ac:spMkLst>
            <pc:docMk/>
            <pc:sldMk cId="3699341611" sldId="2076139127"/>
            <ac:spMk id="24" creationId="{A1E7BF55-B446-D175-A131-33239BF2A5B8}"/>
          </ac:spMkLst>
        </pc:spChg>
        <pc:spChg chg="add mod">
          <ac:chgData name="Hironari Yamada" userId="e57621f8-ec3c-449e-bb19-001fffcc008e" providerId="ADAL" clId="{BC0BD879-F267-5CCA-8DEA-E3B2DD07DA4E}" dt="2026-08-31T13:32:57.706" v="41090" actId="20577"/>
          <ac:spMkLst>
            <pc:docMk/>
            <pc:sldMk cId="3699341611" sldId="2076139127"/>
            <ac:spMk id="25" creationId="{764BD0F3-0FE2-C1F2-7EDC-61AF3C0AE3F1}"/>
          </ac:spMkLst>
        </pc:spChg>
        <pc:spChg chg="add mod">
          <ac:chgData name="Hironari Yamada" userId="e57621f8-ec3c-449e-bb19-001fffcc008e" providerId="ADAL" clId="{BC0BD879-F267-5CCA-8DEA-E3B2DD07DA4E}" dt="2026-08-31T13:33:11.716" v="41129" actId="14100"/>
          <ac:spMkLst>
            <pc:docMk/>
            <pc:sldMk cId="3699341611" sldId="2076139127"/>
            <ac:spMk id="26" creationId="{885DED05-42E4-F4B7-9681-BCFBEBEAEAF3}"/>
          </ac:spMkLst>
        </pc:spChg>
        <pc:spChg chg="add mod">
          <ac:chgData name="Hironari Yamada" userId="e57621f8-ec3c-449e-bb19-001fffcc008e" providerId="ADAL" clId="{BC0BD879-F267-5CCA-8DEA-E3B2DD07DA4E}" dt="2026-08-31T13:33:41.578" v="41224" actId="1076"/>
          <ac:spMkLst>
            <pc:docMk/>
            <pc:sldMk cId="3699341611" sldId="2076139127"/>
            <ac:spMk id="27" creationId="{FBE74E05-BB0F-ED5C-AFEB-6E8CF6C64E85}"/>
          </ac:spMkLst>
        </pc:spChg>
        <pc:spChg chg="add mod">
          <ac:chgData name="Hironari Yamada" userId="e57621f8-ec3c-449e-bb19-001fffcc008e" providerId="ADAL" clId="{BC0BD879-F267-5CCA-8DEA-E3B2DD07DA4E}" dt="2026-08-31T13:33:20.623" v="41134" actId="14100"/>
          <ac:spMkLst>
            <pc:docMk/>
            <pc:sldMk cId="3699341611" sldId="2076139127"/>
            <ac:spMk id="28" creationId="{D0603DC9-070B-5475-865A-7B7A0BCEB90E}"/>
          </ac:spMkLst>
        </pc:spChg>
        <pc:picChg chg="add del mod">
          <ac:chgData name="Hironari Yamada" userId="e57621f8-ec3c-449e-bb19-001fffcc008e" providerId="ADAL" clId="{BC0BD879-F267-5CCA-8DEA-E3B2DD07DA4E}" dt="2026-08-31T13:30:07.852" v="40996" actId="478"/>
          <ac:picMkLst>
            <pc:docMk/>
            <pc:sldMk cId="3699341611" sldId="2076139127"/>
            <ac:picMk id="7" creationId="{A58C8759-D636-8E4E-93D8-6E9EE59A904A}"/>
          </ac:picMkLst>
        </pc:picChg>
        <pc:picChg chg="add mod">
          <ac:chgData name="Hironari Yamada" userId="e57621f8-ec3c-449e-bb19-001fffcc008e" providerId="ADAL" clId="{BC0BD879-F267-5CCA-8DEA-E3B2DD07DA4E}" dt="2026-08-31T13:31:55.934" v="41037" actId="14100"/>
          <ac:picMkLst>
            <pc:docMk/>
            <pc:sldMk cId="3699341611" sldId="2076139127"/>
            <ac:picMk id="16" creationId="{C8FA736F-A42B-CDA6-6415-F95D02BDD784}"/>
          </ac:picMkLst>
        </pc:picChg>
        <pc:picChg chg="add mod">
          <ac:chgData name="Hironari Yamada" userId="e57621f8-ec3c-449e-bb19-001fffcc008e" providerId="ADAL" clId="{BC0BD879-F267-5CCA-8DEA-E3B2DD07DA4E}" dt="2026-08-31T13:32:02.562" v="41039" actId="14100"/>
          <ac:picMkLst>
            <pc:docMk/>
            <pc:sldMk cId="3699341611" sldId="2076139127"/>
            <ac:picMk id="19" creationId="{6AF9FD17-4E0D-65AA-3654-89EABE75A2DA}"/>
          </ac:picMkLst>
        </pc:picChg>
        <pc:picChg chg="del">
          <ac:chgData name="Hironari Yamada" userId="e57621f8-ec3c-449e-bb19-001fffcc008e" providerId="ADAL" clId="{BC0BD879-F267-5CCA-8DEA-E3B2DD07DA4E}" dt="2026-08-31T13:28:11.070" v="40942" actId="478"/>
          <ac:picMkLst>
            <pc:docMk/>
            <pc:sldMk cId="3699341611" sldId="2076139127"/>
            <ac:picMk id="20" creationId="{D9DB9B3C-6A99-B8DE-0BD8-380892EF4D67}"/>
          </ac:picMkLst>
        </pc:picChg>
      </pc:sldChg>
      <pc:sldChg chg="add del">
        <pc:chgData name="Hironari Yamada" userId="e57621f8-ec3c-449e-bb19-001fffcc008e" providerId="ADAL" clId="{BC0BD879-F267-5CCA-8DEA-E3B2DD07DA4E}" dt="2026-08-31T13:24:15.300" v="40856"/>
        <pc:sldMkLst>
          <pc:docMk/>
          <pc:sldMk cId="3828511097" sldId="2076139127"/>
        </pc:sldMkLst>
      </pc:sldChg>
      <pc:sldChg chg="addSp delSp modSp add del mod">
        <pc:chgData name="Hironari Yamada" userId="e57621f8-ec3c-449e-bb19-001fffcc008e" providerId="ADAL" clId="{BC0BD879-F267-5CCA-8DEA-E3B2DD07DA4E}" dt="2026-08-31T14:57:38.420" v="43780" actId="2696"/>
        <pc:sldMkLst>
          <pc:docMk/>
          <pc:sldMk cId="1574919565" sldId="2076139128"/>
        </pc:sldMkLst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0" creationId="{F934C759-A661-F012-9A26-655BA3389B06}"/>
          </ac:spMkLst>
        </pc:spChg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1" creationId="{95772917-BBCF-C9D9-7217-D3287D720D21}"/>
          </ac:spMkLst>
        </pc:spChg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2" creationId="{AE3F904C-2632-6588-579F-2932D7B1CECB}"/>
          </ac:spMkLst>
        </pc:spChg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3" creationId="{2AEBDA2D-F986-6E64-2DF0-BFB365CB10E4}"/>
          </ac:spMkLst>
        </pc:spChg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4" creationId="{3C6869C3-DB2C-55EC-1DA0-1D63AF760B15}"/>
          </ac:spMkLst>
        </pc:spChg>
        <pc:spChg chg="add mod">
          <ac:chgData name="Hironari Yamada" userId="e57621f8-ec3c-449e-bb19-001fffcc008e" providerId="ADAL" clId="{BC0BD879-F267-5CCA-8DEA-E3B2DD07DA4E}" dt="2026-08-31T13:36:05.309" v="41317" actId="14100"/>
          <ac:spMkLst>
            <pc:docMk/>
            <pc:sldMk cId="1574919565" sldId="2076139128"/>
            <ac:spMk id="15" creationId="{89B85BD8-0A16-A409-D311-6D33B2487390}"/>
          </ac:spMkLst>
        </pc:spChg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7" creationId="{D40E1B2C-2583-839F-7478-F5DD8B0971AD}"/>
          </ac:spMkLst>
        </pc:spChg>
        <pc:spChg chg="add mod">
          <ac:chgData name="Hironari Yamada" userId="e57621f8-ec3c-449e-bb19-001fffcc008e" providerId="ADAL" clId="{BC0BD879-F267-5CCA-8DEA-E3B2DD07DA4E}" dt="2026-08-31T13:36:12.343" v="41320" actId="14100"/>
          <ac:spMkLst>
            <pc:docMk/>
            <pc:sldMk cId="1574919565" sldId="2076139128"/>
            <ac:spMk id="18" creationId="{3B229AF6-AD14-FB7D-FF7E-CDC0A9037C66}"/>
          </ac:spMkLst>
        </pc:spChg>
        <pc:spChg chg="add mod">
          <ac:chgData name="Hironari Yamada" userId="e57621f8-ec3c-449e-bb19-001fffcc008e" providerId="ADAL" clId="{BC0BD879-F267-5CCA-8DEA-E3B2DD07DA4E}" dt="2026-08-31T13:38:35.529" v="41489" actId="14100"/>
          <ac:spMkLst>
            <pc:docMk/>
            <pc:sldMk cId="1574919565" sldId="2076139128"/>
            <ac:spMk id="20" creationId="{C7E64493-2BD3-98D1-86A1-D95EBBB0A575}"/>
          </ac:spMkLst>
        </pc:spChg>
        <pc:spChg chg="del">
          <ac:chgData name="Hironari Yamada" userId="e57621f8-ec3c-449e-bb19-001fffcc008e" providerId="ADAL" clId="{BC0BD879-F267-5CCA-8DEA-E3B2DD07DA4E}" dt="2026-08-31T13:35:12.392" v="41304" actId="478"/>
          <ac:spMkLst>
            <pc:docMk/>
            <pc:sldMk cId="1574919565" sldId="2076139128"/>
            <ac:spMk id="22" creationId="{8AA3E29D-365E-5136-560F-3AD6B1297D7A}"/>
          </ac:spMkLst>
        </pc:spChg>
        <pc:spChg chg="mod">
          <ac:chgData name="Hironari Yamada" userId="e57621f8-ec3c-449e-bb19-001fffcc008e" providerId="ADAL" clId="{BC0BD879-F267-5CCA-8DEA-E3B2DD07DA4E}" dt="2026-08-31T13:34:41.114" v="41234" actId="14100"/>
          <ac:spMkLst>
            <pc:docMk/>
            <pc:sldMk cId="1574919565" sldId="2076139128"/>
            <ac:spMk id="23" creationId="{6BCD9D8D-F07A-7804-5BD0-3EB4D9BF546F}"/>
          </ac:spMkLst>
        </pc:spChg>
        <pc:spChg chg="del">
          <ac:chgData name="Hironari Yamada" userId="e57621f8-ec3c-449e-bb19-001fffcc008e" providerId="ADAL" clId="{BC0BD879-F267-5CCA-8DEA-E3B2DD07DA4E}" dt="2026-08-31T13:35:12.392" v="41304" actId="478"/>
          <ac:spMkLst>
            <pc:docMk/>
            <pc:sldMk cId="1574919565" sldId="2076139128"/>
            <ac:spMk id="24" creationId="{E5958AFC-4167-4EB8-0ACF-B2DF9C7B595E}"/>
          </ac:spMkLst>
        </pc:spChg>
        <pc:spChg chg="mod">
          <ac:chgData name="Hironari Yamada" userId="e57621f8-ec3c-449e-bb19-001fffcc008e" providerId="ADAL" clId="{BC0BD879-F267-5CCA-8DEA-E3B2DD07DA4E}" dt="2026-08-31T13:34:56.817" v="41303" actId="20577"/>
          <ac:spMkLst>
            <pc:docMk/>
            <pc:sldMk cId="1574919565" sldId="2076139128"/>
            <ac:spMk id="25" creationId="{9CFD27A8-BB02-4107-4355-076A40B74E39}"/>
          </ac:spMkLst>
        </pc:spChg>
        <pc:spChg chg="del">
          <ac:chgData name="Hironari Yamada" userId="e57621f8-ec3c-449e-bb19-001fffcc008e" providerId="ADAL" clId="{BC0BD879-F267-5CCA-8DEA-E3B2DD07DA4E}" dt="2026-08-31T13:35:12.392" v="41304" actId="478"/>
          <ac:spMkLst>
            <pc:docMk/>
            <pc:sldMk cId="1574919565" sldId="2076139128"/>
            <ac:spMk id="26" creationId="{94C412A0-C36E-DF36-CD11-0EF9B2DED694}"/>
          </ac:spMkLst>
        </pc:spChg>
        <pc:spChg chg="del">
          <ac:chgData name="Hironari Yamada" userId="e57621f8-ec3c-449e-bb19-001fffcc008e" providerId="ADAL" clId="{BC0BD879-F267-5CCA-8DEA-E3B2DD07DA4E}" dt="2026-08-31T13:35:12.392" v="41304" actId="478"/>
          <ac:spMkLst>
            <pc:docMk/>
            <pc:sldMk cId="1574919565" sldId="2076139128"/>
            <ac:spMk id="27" creationId="{17F5A81E-6661-CB22-6C61-D0CE56567C99}"/>
          </ac:spMkLst>
        </pc:spChg>
        <pc:spChg chg="del">
          <ac:chgData name="Hironari Yamada" userId="e57621f8-ec3c-449e-bb19-001fffcc008e" providerId="ADAL" clId="{BC0BD879-F267-5CCA-8DEA-E3B2DD07DA4E}" dt="2026-08-31T13:35:12.392" v="41304" actId="478"/>
          <ac:spMkLst>
            <pc:docMk/>
            <pc:sldMk cId="1574919565" sldId="2076139128"/>
            <ac:spMk id="28" creationId="{16998B5D-60FD-7DF9-E076-3A04FAAA5461}"/>
          </ac:spMkLst>
        </pc:spChg>
        <pc:graphicFrameChg chg="add mod modGraphic">
          <ac:chgData name="Hironari Yamada" userId="e57621f8-ec3c-449e-bb19-001fffcc008e" providerId="ADAL" clId="{BC0BD879-F267-5CCA-8DEA-E3B2DD07DA4E}" dt="2026-08-31T13:38:48.309" v="41528" actId="20577"/>
          <ac:graphicFrameMkLst>
            <pc:docMk/>
            <pc:sldMk cId="1574919565" sldId="2076139128"/>
            <ac:graphicFrameMk id="21" creationId="{3208FFE9-3CF1-1C57-9E39-B507A5850297}"/>
          </ac:graphicFrameMkLst>
        </pc:graphicFrameChg>
        <pc:picChg chg="add mod">
          <ac:chgData name="Hironari Yamada" userId="e57621f8-ec3c-449e-bb19-001fffcc008e" providerId="ADAL" clId="{BC0BD879-F267-5CCA-8DEA-E3B2DD07DA4E}" dt="2026-08-31T13:34:24.866" v="41230" actId="14100"/>
          <ac:picMkLst>
            <pc:docMk/>
            <pc:sldMk cId="1574919565" sldId="2076139128"/>
            <ac:picMk id="6" creationId="{7E2660E9-8166-90C4-E60D-D3598F2159E6}"/>
          </ac:picMkLst>
        </pc:picChg>
        <pc:picChg chg="add mod">
          <ac:chgData name="Hironari Yamada" userId="e57621f8-ec3c-449e-bb19-001fffcc008e" providerId="ADAL" clId="{BC0BD879-F267-5CCA-8DEA-E3B2DD07DA4E}" dt="2026-08-31T13:35:58.096" v="41315" actId="1076"/>
          <ac:picMkLst>
            <pc:docMk/>
            <pc:sldMk cId="1574919565" sldId="2076139128"/>
            <ac:picMk id="8" creationId="{377C005A-7497-BBC3-588A-C36E732EDFBF}"/>
          </ac:picMkLst>
        </pc:picChg>
        <pc:picChg chg="del">
          <ac:chgData name="Hironari Yamada" userId="e57621f8-ec3c-449e-bb19-001fffcc008e" providerId="ADAL" clId="{BC0BD879-F267-5CCA-8DEA-E3B2DD07DA4E}" dt="2026-08-31T13:33:51.873" v="41226" actId="478"/>
          <ac:picMkLst>
            <pc:docMk/>
            <pc:sldMk cId="1574919565" sldId="2076139128"/>
            <ac:picMk id="16" creationId="{BDEC6A1A-3024-AC04-4F87-FCD2941DA549}"/>
          </ac:picMkLst>
        </pc:picChg>
        <pc:picChg chg="del">
          <ac:chgData name="Hironari Yamada" userId="e57621f8-ec3c-449e-bb19-001fffcc008e" providerId="ADAL" clId="{BC0BD879-F267-5CCA-8DEA-E3B2DD07DA4E}" dt="2026-08-31T13:35:12.392" v="41304" actId="478"/>
          <ac:picMkLst>
            <pc:docMk/>
            <pc:sldMk cId="1574919565" sldId="2076139128"/>
            <ac:picMk id="19" creationId="{F125EAFD-939B-20D4-596A-C9A8F53A2762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7:38.443" v="43791" actId="2696"/>
        <pc:sldMkLst>
          <pc:docMk/>
          <pc:sldMk cId="1656385819" sldId="2076139129"/>
        </pc:sldMkLst>
        <pc:spChg chg="mod">
          <ac:chgData name="Hironari Yamada" userId="e57621f8-ec3c-449e-bb19-001fffcc008e" providerId="ADAL" clId="{BC0BD879-F267-5CCA-8DEA-E3B2DD07DA4E}" dt="2026-08-31T13:51:44.444" v="42109" actId="20577"/>
          <ac:spMkLst>
            <pc:docMk/>
            <pc:sldMk cId="1656385819" sldId="2076139129"/>
            <ac:spMk id="9" creationId="{4BBB612C-C2A1-7CC6-2C50-DCFD8A208751}"/>
          </ac:spMkLst>
        </pc:spChg>
        <pc:spChg chg="add mod">
          <ac:chgData name="Hironari Yamada" userId="e57621f8-ec3c-449e-bb19-001fffcc008e" providerId="ADAL" clId="{BC0BD879-F267-5CCA-8DEA-E3B2DD07DA4E}" dt="2026-08-31T13:44:08.185" v="41594" actId="14100"/>
          <ac:spMkLst>
            <pc:docMk/>
            <pc:sldMk cId="1656385819" sldId="2076139129"/>
            <ac:spMk id="10" creationId="{D0A87CEB-7170-A521-0974-D60F81C95560}"/>
          </ac:spMkLst>
        </pc:spChg>
        <pc:spChg chg="add mod">
          <ac:chgData name="Hironari Yamada" userId="e57621f8-ec3c-449e-bb19-001fffcc008e" providerId="ADAL" clId="{BC0BD879-F267-5CCA-8DEA-E3B2DD07DA4E}" dt="2026-08-31T13:45:00.785" v="41783" actId="1076"/>
          <ac:spMkLst>
            <pc:docMk/>
            <pc:sldMk cId="1656385819" sldId="2076139129"/>
            <ac:spMk id="11" creationId="{FC39CB5E-C744-C44F-E4A3-29748AB380A7}"/>
          </ac:spMkLst>
        </pc:spChg>
        <pc:spChg chg="add mod">
          <ac:chgData name="Hironari Yamada" userId="e57621f8-ec3c-449e-bb19-001fffcc008e" providerId="ADAL" clId="{BC0BD879-F267-5CCA-8DEA-E3B2DD07DA4E}" dt="2026-08-31T13:46:09.863" v="41791"/>
          <ac:spMkLst>
            <pc:docMk/>
            <pc:sldMk cId="1656385819" sldId="2076139129"/>
            <ac:spMk id="14" creationId="{3C499FF9-59D0-22E1-4BF5-03CA02572A9C}"/>
          </ac:spMkLst>
        </pc:spChg>
        <pc:spChg chg="mod">
          <ac:chgData name="Hironari Yamada" userId="e57621f8-ec3c-449e-bb19-001fffcc008e" providerId="ADAL" clId="{BC0BD879-F267-5CCA-8DEA-E3B2DD07DA4E}" dt="2026-08-31T13:43:19.818" v="41541" actId="14100"/>
          <ac:spMkLst>
            <pc:docMk/>
            <pc:sldMk cId="1656385819" sldId="2076139129"/>
            <ac:spMk id="15" creationId="{3954A226-53F5-2D17-D23E-50BA4BA3647C}"/>
          </ac:spMkLst>
        </pc:spChg>
        <pc:spChg chg="add mod">
          <ac:chgData name="Hironari Yamada" userId="e57621f8-ec3c-449e-bb19-001fffcc008e" providerId="ADAL" clId="{BC0BD879-F267-5CCA-8DEA-E3B2DD07DA4E}" dt="2026-08-31T13:46:09.863" v="41791"/>
          <ac:spMkLst>
            <pc:docMk/>
            <pc:sldMk cId="1656385819" sldId="2076139129"/>
            <ac:spMk id="16" creationId="{6F7D87E8-5840-4CCB-14B7-FB420F7B4813}"/>
          </ac:spMkLst>
        </pc:spChg>
        <pc:spChg chg="add mod">
          <ac:chgData name="Hironari Yamada" userId="e57621f8-ec3c-449e-bb19-001fffcc008e" providerId="ADAL" clId="{BC0BD879-F267-5CCA-8DEA-E3B2DD07DA4E}" dt="2026-08-31T13:46:09.863" v="41791"/>
          <ac:spMkLst>
            <pc:docMk/>
            <pc:sldMk cId="1656385819" sldId="2076139129"/>
            <ac:spMk id="17" creationId="{D073CD4C-545D-3F74-4C32-7BA2AE6846AB}"/>
          </ac:spMkLst>
        </pc:spChg>
        <pc:spChg chg="del">
          <ac:chgData name="Hironari Yamada" userId="e57621f8-ec3c-449e-bb19-001fffcc008e" providerId="ADAL" clId="{BC0BD879-F267-5CCA-8DEA-E3B2DD07DA4E}" dt="2026-08-31T13:45:04.486" v="41784" actId="478"/>
          <ac:spMkLst>
            <pc:docMk/>
            <pc:sldMk cId="1656385819" sldId="2076139129"/>
            <ac:spMk id="18" creationId="{1C605315-F7B5-D2D2-4F85-C1A12D677B59}"/>
          </ac:spMkLst>
        </pc:spChg>
        <pc:spChg chg="add mod">
          <ac:chgData name="Hironari Yamada" userId="e57621f8-ec3c-449e-bb19-001fffcc008e" providerId="ADAL" clId="{BC0BD879-F267-5CCA-8DEA-E3B2DD07DA4E}" dt="2026-08-31T13:46:09.863" v="41791"/>
          <ac:spMkLst>
            <pc:docMk/>
            <pc:sldMk cId="1656385819" sldId="2076139129"/>
            <ac:spMk id="19" creationId="{881059FD-C6A1-1864-6697-4BF01D9AB145}"/>
          </ac:spMkLst>
        </pc:spChg>
        <pc:spChg chg="del">
          <ac:chgData name="Hironari Yamada" userId="e57621f8-ec3c-449e-bb19-001fffcc008e" providerId="ADAL" clId="{BC0BD879-F267-5CCA-8DEA-E3B2DD07DA4E}" dt="2026-08-31T13:45:04.486" v="41784" actId="478"/>
          <ac:spMkLst>
            <pc:docMk/>
            <pc:sldMk cId="1656385819" sldId="2076139129"/>
            <ac:spMk id="20" creationId="{B91E117B-B29D-E618-9B13-A8B9A788A1A2}"/>
          </ac:spMkLst>
        </pc:spChg>
        <pc:spChg chg="mod">
          <ac:chgData name="Hironari Yamada" userId="e57621f8-ec3c-449e-bb19-001fffcc008e" providerId="ADAL" clId="{BC0BD879-F267-5CCA-8DEA-E3B2DD07DA4E}" dt="2026-08-31T13:41:04.996" v="41531" actId="1076"/>
          <ac:spMkLst>
            <pc:docMk/>
            <pc:sldMk cId="1656385819" sldId="2076139129"/>
            <ac:spMk id="23" creationId="{922472F3-8139-0192-F042-C2F5CF84FC90}"/>
          </ac:spMkLst>
        </pc:spChg>
        <pc:spChg chg="add mod">
          <ac:chgData name="Hironari Yamada" userId="e57621f8-ec3c-449e-bb19-001fffcc008e" providerId="ADAL" clId="{BC0BD879-F267-5CCA-8DEA-E3B2DD07DA4E}" dt="2026-08-31T13:46:33.606" v="41798" actId="1076"/>
          <ac:spMkLst>
            <pc:docMk/>
            <pc:sldMk cId="1656385819" sldId="2076139129"/>
            <ac:spMk id="24" creationId="{099169D4-2059-7D77-A301-2794320AA1DD}"/>
          </ac:spMkLst>
        </pc:spChg>
        <pc:spChg chg="mod">
          <ac:chgData name="Hironari Yamada" userId="e57621f8-ec3c-449e-bb19-001fffcc008e" providerId="ADAL" clId="{BC0BD879-F267-5CCA-8DEA-E3B2DD07DA4E}" dt="2026-08-31T13:43:59.708" v="41590" actId="20577"/>
          <ac:spMkLst>
            <pc:docMk/>
            <pc:sldMk cId="1656385819" sldId="2076139129"/>
            <ac:spMk id="25" creationId="{301093CC-10B2-5423-6BBF-8E1EC55A458C}"/>
          </ac:spMkLst>
        </pc:spChg>
        <pc:spChg chg="add mod">
          <ac:chgData name="Hironari Yamada" userId="e57621f8-ec3c-449e-bb19-001fffcc008e" providerId="ADAL" clId="{BC0BD879-F267-5CCA-8DEA-E3B2DD07DA4E}" dt="2026-08-31T13:46:51.368" v="41801" actId="6549"/>
          <ac:spMkLst>
            <pc:docMk/>
            <pc:sldMk cId="1656385819" sldId="2076139129"/>
            <ac:spMk id="26" creationId="{61C0274B-557E-C66B-B624-BCCC7B8DD216}"/>
          </ac:spMkLst>
        </pc:spChg>
        <pc:spChg chg="add mod">
          <ac:chgData name="Hironari Yamada" userId="e57621f8-ec3c-449e-bb19-001fffcc008e" providerId="ADAL" clId="{BC0BD879-F267-5CCA-8DEA-E3B2DD07DA4E}" dt="2026-08-31T13:47:05.330" v="41816" actId="14100"/>
          <ac:spMkLst>
            <pc:docMk/>
            <pc:sldMk cId="1656385819" sldId="2076139129"/>
            <ac:spMk id="27" creationId="{6D790D28-5AD2-D596-40E1-834E2C6D7E74}"/>
          </ac:spMkLst>
        </pc:spChg>
        <pc:spChg chg="add mod">
          <ac:chgData name="Hironari Yamada" userId="e57621f8-ec3c-449e-bb19-001fffcc008e" providerId="ADAL" clId="{BC0BD879-F267-5CCA-8DEA-E3B2DD07DA4E}" dt="2026-08-31T13:47:18.637" v="41860" actId="1076"/>
          <ac:spMkLst>
            <pc:docMk/>
            <pc:sldMk cId="1656385819" sldId="2076139129"/>
            <ac:spMk id="28" creationId="{A5636D24-859E-7DD8-5E45-16C97E9DBBE0}"/>
          </ac:spMkLst>
        </pc:spChg>
        <pc:graphicFrameChg chg="del">
          <ac:chgData name="Hironari Yamada" userId="e57621f8-ec3c-449e-bb19-001fffcc008e" providerId="ADAL" clId="{BC0BD879-F267-5CCA-8DEA-E3B2DD07DA4E}" dt="2026-08-31T13:45:04.486" v="41784" actId="478"/>
          <ac:graphicFrameMkLst>
            <pc:docMk/>
            <pc:sldMk cId="1656385819" sldId="2076139129"/>
            <ac:graphicFrameMk id="21" creationId="{147BD3BB-D143-0D83-B6E4-6F9005E69DF2}"/>
          </ac:graphicFrameMkLst>
        </pc:graphicFrameChg>
        <pc:picChg chg="del">
          <ac:chgData name="Hironari Yamada" userId="e57621f8-ec3c-449e-bb19-001fffcc008e" providerId="ADAL" clId="{BC0BD879-F267-5CCA-8DEA-E3B2DD07DA4E}" dt="2026-08-31T13:41:00.897" v="41530" actId="478"/>
          <ac:picMkLst>
            <pc:docMk/>
            <pc:sldMk cId="1656385819" sldId="2076139129"/>
            <ac:picMk id="6" creationId="{8C88FF4A-4782-EF18-B6F2-D2466FC49000}"/>
          </ac:picMkLst>
        </pc:picChg>
        <pc:picChg chg="add mod">
          <ac:chgData name="Hironari Yamada" userId="e57621f8-ec3c-449e-bb19-001fffcc008e" providerId="ADAL" clId="{BC0BD879-F267-5CCA-8DEA-E3B2DD07DA4E}" dt="2026-08-31T13:43:01.893" v="41537" actId="14100"/>
          <ac:picMkLst>
            <pc:docMk/>
            <pc:sldMk cId="1656385819" sldId="2076139129"/>
            <ac:picMk id="7" creationId="{95FEAC8B-3217-DFEE-B464-D950F1C9B97B}"/>
          </ac:picMkLst>
        </pc:picChg>
        <pc:picChg chg="del">
          <ac:chgData name="Hironari Yamada" userId="e57621f8-ec3c-449e-bb19-001fffcc008e" providerId="ADAL" clId="{BC0BD879-F267-5CCA-8DEA-E3B2DD07DA4E}" dt="2026-08-31T13:45:04.486" v="41784" actId="478"/>
          <ac:picMkLst>
            <pc:docMk/>
            <pc:sldMk cId="1656385819" sldId="2076139129"/>
            <ac:picMk id="8" creationId="{20A37718-1C21-9FBE-D9B5-F4EDD8EC8013}"/>
          </ac:picMkLst>
        </pc:picChg>
        <pc:picChg chg="add mod">
          <ac:chgData name="Hironari Yamada" userId="e57621f8-ec3c-449e-bb19-001fffcc008e" providerId="ADAL" clId="{BC0BD879-F267-5CCA-8DEA-E3B2DD07DA4E}" dt="2026-08-31T13:46:24.415" v="41795" actId="1076"/>
          <ac:picMkLst>
            <pc:docMk/>
            <pc:sldMk cId="1656385819" sldId="2076139129"/>
            <ac:picMk id="13" creationId="{85B73454-E276-B5B8-3B13-C45F890E4D60}"/>
          </ac:picMkLst>
        </pc:picChg>
        <pc:picChg chg="add mod">
          <ac:chgData name="Hironari Yamada" userId="e57621f8-ec3c-449e-bb19-001fffcc008e" providerId="ADAL" clId="{BC0BD879-F267-5CCA-8DEA-E3B2DD07DA4E}" dt="2026-08-31T13:46:09.863" v="41791"/>
          <ac:picMkLst>
            <pc:docMk/>
            <pc:sldMk cId="1656385819" sldId="2076139129"/>
            <ac:picMk id="22" creationId="{923B0583-4420-ED39-D1FD-32E3B7A4EE42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7:38.449" v="43792" actId="2696"/>
        <pc:sldMkLst>
          <pc:docMk/>
          <pc:sldMk cId="237827442" sldId="2076139130"/>
        </pc:sldMkLst>
        <pc:spChg chg="mod">
          <ac:chgData name="Hironari Yamada" userId="e57621f8-ec3c-449e-bb19-001fffcc008e" providerId="ADAL" clId="{BC0BD879-F267-5CCA-8DEA-E3B2DD07DA4E}" dt="2026-08-31T13:51:49.519" v="42110"/>
          <ac:spMkLst>
            <pc:docMk/>
            <pc:sldMk cId="237827442" sldId="2076139130"/>
            <ac:spMk id="9" creationId="{1A15F172-2D22-C570-47F9-3D6B8C9B49F0}"/>
          </ac:spMkLst>
        </pc:spChg>
        <pc:spChg chg="del">
          <ac:chgData name="Hironari Yamada" userId="e57621f8-ec3c-449e-bb19-001fffcc008e" providerId="ADAL" clId="{BC0BD879-F267-5CCA-8DEA-E3B2DD07DA4E}" dt="2026-08-31T13:48:34.736" v="41865" actId="478"/>
          <ac:spMkLst>
            <pc:docMk/>
            <pc:sldMk cId="237827442" sldId="2076139130"/>
            <ac:spMk id="10" creationId="{2B8798A5-FD4D-CDA3-569B-6A1090DADCA8}"/>
          </ac:spMkLst>
        </pc:spChg>
        <pc:spChg chg="del">
          <ac:chgData name="Hironari Yamada" userId="e57621f8-ec3c-449e-bb19-001fffcc008e" providerId="ADAL" clId="{BC0BD879-F267-5CCA-8DEA-E3B2DD07DA4E}" dt="2026-08-31T13:48:34.736" v="41865" actId="478"/>
          <ac:spMkLst>
            <pc:docMk/>
            <pc:sldMk cId="237827442" sldId="2076139130"/>
            <ac:spMk id="11" creationId="{E52DB193-D30D-6B3F-1B68-4524760312CD}"/>
          </ac:spMkLst>
        </pc:spChg>
        <pc:spChg chg="add mod">
          <ac:chgData name="Hironari Yamada" userId="e57621f8-ec3c-449e-bb19-001fffcc008e" providerId="ADAL" clId="{BC0BD879-F267-5CCA-8DEA-E3B2DD07DA4E}" dt="2026-08-31T13:52:03.520" v="42115" actId="14100"/>
          <ac:spMkLst>
            <pc:docMk/>
            <pc:sldMk cId="237827442" sldId="2076139130"/>
            <ac:spMk id="12" creationId="{653A562C-955F-E91E-B183-D4250B7BE6E8}"/>
          </ac:spMkLst>
        </pc:spChg>
        <pc:spChg chg="add mod">
          <ac:chgData name="Hironari Yamada" userId="e57621f8-ec3c-449e-bb19-001fffcc008e" providerId="ADAL" clId="{BC0BD879-F267-5CCA-8DEA-E3B2DD07DA4E}" dt="2026-08-31T13:52:14.982" v="42131" actId="1076"/>
          <ac:spMkLst>
            <pc:docMk/>
            <pc:sldMk cId="237827442" sldId="2076139130"/>
            <ac:spMk id="14" creationId="{D7021C46-327D-343B-0C5A-5154FFB9065B}"/>
          </ac:spMkLst>
        </pc:spChg>
        <pc:spChg chg="del">
          <ac:chgData name="Hironari Yamada" userId="e57621f8-ec3c-449e-bb19-001fffcc008e" providerId="ADAL" clId="{BC0BD879-F267-5CCA-8DEA-E3B2DD07DA4E}" dt="2026-08-31T13:48:34.736" v="41865" actId="478"/>
          <ac:spMkLst>
            <pc:docMk/>
            <pc:sldMk cId="237827442" sldId="2076139130"/>
            <ac:spMk id="15" creationId="{4A3F5AE2-BEEF-5B6A-E9D2-F2A1D1B76A71}"/>
          </ac:spMkLst>
        </pc:spChg>
        <pc:spChg chg="del">
          <ac:chgData name="Hironari Yamada" userId="e57621f8-ec3c-449e-bb19-001fffcc008e" providerId="ADAL" clId="{BC0BD879-F267-5CCA-8DEA-E3B2DD07DA4E}" dt="2026-08-31T13:48:21.299" v="41862" actId="478"/>
          <ac:spMkLst>
            <pc:docMk/>
            <pc:sldMk cId="237827442" sldId="2076139130"/>
            <ac:spMk id="23" creationId="{93334A05-03BD-B6AD-4A6E-9ABBC18E7B4F}"/>
          </ac:spMkLst>
        </pc:spChg>
        <pc:spChg chg="add del mod">
          <ac:chgData name="Hironari Yamada" userId="e57621f8-ec3c-449e-bb19-001fffcc008e" providerId="ADAL" clId="{BC0BD879-F267-5CCA-8DEA-E3B2DD07DA4E}" dt="2026-08-31T13:50:15.488" v="41872" actId="1076"/>
          <ac:spMkLst>
            <pc:docMk/>
            <pc:sldMk cId="237827442" sldId="2076139130"/>
            <ac:spMk id="24" creationId="{983F54EF-FA3E-ACD9-DA28-B1C84704BAC2}"/>
          </ac:spMkLst>
        </pc:spChg>
        <pc:spChg chg="del">
          <ac:chgData name="Hironari Yamada" userId="e57621f8-ec3c-449e-bb19-001fffcc008e" providerId="ADAL" clId="{BC0BD879-F267-5CCA-8DEA-E3B2DD07DA4E}" dt="2026-08-31T13:48:34.736" v="41865" actId="478"/>
          <ac:spMkLst>
            <pc:docMk/>
            <pc:sldMk cId="237827442" sldId="2076139130"/>
            <ac:spMk id="25" creationId="{7F780465-FCC9-CECE-41F8-754FAB330695}"/>
          </ac:spMkLst>
        </pc:spChg>
        <pc:spChg chg="add del mod">
          <ac:chgData name="Hironari Yamada" userId="e57621f8-ec3c-449e-bb19-001fffcc008e" providerId="ADAL" clId="{BC0BD879-F267-5CCA-8DEA-E3B2DD07DA4E}" dt="2026-08-31T13:50:29.314" v="41875" actId="6549"/>
          <ac:spMkLst>
            <pc:docMk/>
            <pc:sldMk cId="237827442" sldId="2076139130"/>
            <ac:spMk id="26" creationId="{8CC9EE08-11D9-2C9E-427E-72AA8F99B7D9}"/>
          </ac:spMkLst>
        </pc:spChg>
        <pc:spChg chg="add del mod">
          <ac:chgData name="Hironari Yamada" userId="e57621f8-ec3c-449e-bb19-001fffcc008e" providerId="ADAL" clId="{BC0BD879-F267-5CCA-8DEA-E3B2DD07DA4E}" dt="2026-08-31T13:50:15.488" v="41872" actId="1076"/>
          <ac:spMkLst>
            <pc:docMk/>
            <pc:sldMk cId="237827442" sldId="2076139130"/>
            <ac:spMk id="27" creationId="{58A0A715-657E-358E-968E-6D27BB4A99C0}"/>
          </ac:spMkLst>
        </pc:spChg>
        <pc:spChg chg="add del mod">
          <ac:chgData name="Hironari Yamada" userId="e57621f8-ec3c-449e-bb19-001fffcc008e" providerId="ADAL" clId="{BC0BD879-F267-5CCA-8DEA-E3B2DD07DA4E}" dt="2026-08-31T14:23:07.725" v="43467" actId="1076"/>
          <ac:spMkLst>
            <pc:docMk/>
            <pc:sldMk cId="237827442" sldId="2076139130"/>
            <ac:spMk id="28" creationId="{8780B615-2AB1-0856-21CF-57FE75D5A9C7}"/>
          </ac:spMkLst>
        </pc:spChg>
        <pc:picChg chg="add mod">
          <ac:chgData name="Hironari Yamada" userId="e57621f8-ec3c-449e-bb19-001fffcc008e" providerId="ADAL" clId="{BC0BD879-F267-5CCA-8DEA-E3B2DD07DA4E}" dt="2026-08-31T13:50:00.356" v="41870" actId="14100"/>
          <ac:picMkLst>
            <pc:docMk/>
            <pc:sldMk cId="237827442" sldId="2076139130"/>
            <ac:picMk id="6" creationId="{FBD469DE-7546-7763-3271-6AA556334F8D}"/>
          </ac:picMkLst>
        </pc:picChg>
        <pc:picChg chg="del">
          <ac:chgData name="Hironari Yamada" userId="e57621f8-ec3c-449e-bb19-001fffcc008e" providerId="ADAL" clId="{BC0BD879-F267-5CCA-8DEA-E3B2DD07DA4E}" dt="2026-08-31T13:48:34.736" v="41865" actId="478"/>
          <ac:picMkLst>
            <pc:docMk/>
            <pc:sldMk cId="237827442" sldId="2076139130"/>
            <ac:picMk id="7" creationId="{9619AC86-6161-E616-FED3-FD96F921A81F}"/>
          </ac:picMkLst>
        </pc:picChg>
        <pc:picChg chg="add mod">
          <ac:chgData name="Hironari Yamada" userId="e57621f8-ec3c-449e-bb19-001fffcc008e" providerId="ADAL" clId="{BC0BD879-F267-5CCA-8DEA-E3B2DD07DA4E}" dt="2026-08-31T13:51:56.937" v="42112" actId="1076"/>
          <ac:picMkLst>
            <pc:docMk/>
            <pc:sldMk cId="237827442" sldId="2076139130"/>
            <ac:picMk id="8" creationId="{1C694F9B-C5BB-8C3A-FCB8-298F05365CA9}"/>
          </ac:picMkLst>
        </pc:picChg>
        <pc:picChg chg="add del">
          <ac:chgData name="Hironari Yamada" userId="e57621f8-ec3c-449e-bb19-001fffcc008e" providerId="ADAL" clId="{BC0BD879-F267-5CCA-8DEA-E3B2DD07DA4E}" dt="2026-08-31T13:51:24.193" v="42086" actId="478"/>
          <ac:picMkLst>
            <pc:docMk/>
            <pc:sldMk cId="237827442" sldId="2076139130"/>
            <ac:picMk id="13" creationId="{97818EE7-8582-1162-64FC-1999F03D51BD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7:38.418" v="43777" actId="2696"/>
        <pc:sldMkLst>
          <pc:docMk/>
          <pc:sldMk cId="2599865261" sldId="2076139131"/>
        </pc:sldMkLst>
        <pc:spChg chg="mod">
          <ac:chgData name="Hironari Yamada" userId="e57621f8-ec3c-449e-bb19-001fffcc008e" providerId="ADAL" clId="{BC0BD879-F267-5CCA-8DEA-E3B2DD07DA4E}" dt="2026-08-31T14:00:49.011" v="42619" actId="20577"/>
          <ac:spMkLst>
            <pc:docMk/>
            <pc:sldMk cId="2599865261" sldId="2076139131"/>
            <ac:spMk id="3" creationId="{39DC13B5-0D05-99E0-467E-6148110A859D}"/>
          </ac:spMkLst>
        </pc:spChg>
        <pc:spChg chg="del">
          <ac:chgData name="Hironari Yamada" userId="e57621f8-ec3c-449e-bb19-001fffcc008e" providerId="ADAL" clId="{BC0BD879-F267-5CCA-8DEA-E3B2DD07DA4E}" dt="2026-08-31T14:00:25.789" v="42533" actId="478"/>
          <ac:spMkLst>
            <pc:docMk/>
            <pc:sldMk cId="2599865261" sldId="2076139131"/>
            <ac:spMk id="6" creationId="{805AC10A-161B-4BEF-C6F3-2E976E1EA83D}"/>
          </ac:spMkLst>
        </pc:spChg>
        <pc:spChg chg="del">
          <ac:chgData name="Hironari Yamada" userId="e57621f8-ec3c-449e-bb19-001fffcc008e" providerId="ADAL" clId="{BC0BD879-F267-5CCA-8DEA-E3B2DD07DA4E}" dt="2026-08-31T14:00:25.789" v="42533" actId="478"/>
          <ac:spMkLst>
            <pc:docMk/>
            <pc:sldMk cId="2599865261" sldId="2076139131"/>
            <ac:spMk id="7" creationId="{0AC4CFA3-D7E5-7190-BB25-5BE476D4B88A}"/>
          </ac:spMkLst>
        </pc:spChg>
        <pc:spChg chg="mod">
          <ac:chgData name="Hironari Yamada" userId="e57621f8-ec3c-449e-bb19-001fffcc008e" providerId="ADAL" clId="{BC0BD879-F267-5CCA-8DEA-E3B2DD07DA4E}" dt="2026-08-31T14:00:22.302" v="42532" actId="20577"/>
          <ac:spMkLst>
            <pc:docMk/>
            <pc:sldMk cId="2599865261" sldId="2076139131"/>
            <ac:spMk id="9" creationId="{B32E90FB-ED5A-FECC-6802-3D13DB1A8303}"/>
          </ac:spMkLst>
        </pc:spChg>
        <pc:spChg chg="del">
          <ac:chgData name="Hironari Yamada" userId="e57621f8-ec3c-449e-bb19-001fffcc008e" providerId="ADAL" clId="{BC0BD879-F267-5CCA-8DEA-E3B2DD07DA4E}" dt="2026-08-31T14:00:25.789" v="42533" actId="478"/>
          <ac:spMkLst>
            <pc:docMk/>
            <pc:sldMk cId="2599865261" sldId="2076139131"/>
            <ac:spMk id="11" creationId="{D1D3C734-4B11-419B-4BE3-3C68D7FFBDAB}"/>
          </ac:spMkLst>
        </pc:spChg>
        <pc:spChg chg="add mod">
          <ac:chgData name="Hironari Yamada" userId="e57621f8-ec3c-449e-bb19-001fffcc008e" providerId="ADAL" clId="{BC0BD879-F267-5CCA-8DEA-E3B2DD07DA4E}" dt="2026-08-31T14:08:14.329" v="42691" actId="1076"/>
          <ac:spMkLst>
            <pc:docMk/>
            <pc:sldMk cId="2599865261" sldId="2076139131"/>
            <ac:spMk id="13" creationId="{75C2D442-E4F1-066A-3DEE-C4E635471D68}"/>
          </ac:spMkLst>
        </pc:spChg>
        <pc:spChg chg="add mod">
          <ac:chgData name="Hironari Yamada" userId="e57621f8-ec3c-449e-bb19-001fffcc008e" providerId="ADAL" clId="{BC0BD879-F267-5CCA-8DEA-E3B2DD07DA4E}" dt="2026-08-31T14:01:49.173" v="42677" actId="1076"/>
          <ac:spMkLst>
            <pc:docMk/>
            <pc:sldMk cId="2599865261" sldId="2076139131"/>
            <ac:spMk id="14" creationId="{122287B1-7A33-E3C1-9E4B-BF3D2905901D}"/>
          </ac:spMkLst>
        </pc:spChg>
        <pc:spChg chg="add mod">
          <ac:chgData name="Hironari Yamada" userId="e57621f8-ec3c-449e-bb19-001fffcc008e" providerId="ADAL" clId="{BC0BD879-F267-5CCA-8DEA-E3B2DD07DA4E}" dt="2026-08-31T14:08:09.965" v="42690" actId="1076"/>
          <ac:spMkLst>
            <pc:docMk/>
            <pc:sldMk cId="2599865261" sldId="2076139131"/>
            <ac:spMk id="15" creationId="{A3C534A3-D95A-B37B-E260-F1F93523CEA2}"/>
          </ac:spMkLst>
        </pc:spChg>
        <pc:spChg chg="add mod">
          <ac:chgData name="Hironari Yamada" userId="e57621f8-ec3c-449e-bb19-001fffcc008e" providerId="ADAL" clId="{BC0BD879-F267-5CCA-8DEA-E3B2DD07DA4E}" dt="2026-08-31T14:08:33.919" v="42697" actId="14100"/>
          <ac:spMkLst>
            <pc:docMk/>
            <pc:sldMk cId="2599865261" sldId="2076139131"/>
            <ac:spMk id="19" creationId="{9512F85A-4B29-1218-698D-4A44DC4077F7}"/>
          </ac:spMkLst>
        </pc:spChg>
        <pc:spChg chg="add mod">
          <ac:chgData name="Hironari Yamada" userId="e57621f8-ec3c-449e-bb19-001fffcc008e" providerId="ADAL" clId="{BC0BD879-F267-5CCA-8DEA-E3B2DD07DA4E}" dt="2026-08-31T14:09:09.575" v="42846" actId="1076"/>
          <ac:spMkLst>
            <pc:docMk/>
            <pc:sldMk cId="2599865261" sldId="2076139131"/>
            <ac:spMk id="20" creationId="{ADE31AF3-FD67-A614-7422-A7B5AB1D0F8D}"/>
          </ac:spMkLst>
        </pc:spChg>
        <pc:picChg chg="del">
          <ac:chgData name="Hironari Yamada" userId="e57621f8-ec3c-449e-bb19-001fffcc008e" providerId="ADAL" clId="{BC0BD879-F267-5CCA-8DEA-E3B2DD07DA4E}" dt="2026-08-31T14:00:25.789" v="42533" actId="478"/>
          <ac:picMkLst>
            <pc:docMk/>
            <pc:sldMk cId="2599865261" sldId="2076139131"/>
            <ac:picMk id="5" creationId="{DB3B9571-E46E-459C-31E2-0BD8FDD3266F}"/>
          </ac:picMkLst>
        </pc:picChg>
        <pc:picChg chg="del">
          <ac:chgData name="Hironari Yamada" userId="e57621f8-ec3c-449e-bb19-001fffcc008e" providerId="ADAL" clId="{BC0BD879-F267-5CCA-8DEA-E3B2DD07DA4E}" dt="2026-08-31T14:00:25.789" v="42533" actId="478"/>
          <ac:picMkLst>
            <pc:docMk/>
            <pc:sldMk cId="2599865261" sldId="2076139131"/>
            <ac:picMk id="10" creationId="{B34CE8F5-B1B9-D5D1-CA2B-5B533A820273}"/>
          </ac:picMkLst>
        </pc:picChg>
        <pc:picChg chg="add mod">
          <ac:chgData name="Hironari Yamada" userId="e57621f8-ec3c-449e-bb19-001fffcc008e" providerId="ADAL" clId="{BC0BD879-F267-5CCA-8DEA-E3B2DD07DA4E}" dt="2026-08-31T14:08:07.462" v="42689" actId="14100"/>
          <ac:picMkLst>
            <pc:docMk/>
            <pc:sldMk cId="2599865261" sldId="2076139131"/>
            <ac:picMk id="12" creationId="{FF3635BD-FA38-9A6F-5613-2CDB2EA73A44}"/>
          </ac:picMkLst>
        </pc:picChg>
        <pc:picChg chg="add del mod">
          <ac:chgData name="Hironari Yamada" userId="e57621f8-ec3c-449e-bb19-001fffcc008e" providerId="ADAL" clId="{BC0BD879-F267-5CCA-8DEA-E3B2DD07DA4E}" dt="2026-08-31T14:02:34.334" v="42683" actId="478"/>
          <ac:picMkLst>
            <pc:docMk/>
            <pc:sldMk cId="2599865261" sldId="2076139131"/>
            <ac:picMk id="16" creationId="{9062C506-0B15-3A5E-D032-05128DF656E7}"/>
          </ac:picMkLst>
        </pc:picChg>
        <pc:picChg chg="add mod">
          <ac:chgData name="Hironari Yamada" userId="e57621f8-ec3c-449e-bb19-001fffcc008e" providerId="ADAL" clId="{BC0BD879-F267-5CCA-8DEA-E3B2DD07DA4E}" dt="2026-08-31T14:08:25.716" v="42693" actId="14100"/>
          <ac:picMkLst>
            <pc:docMk/>
            <pc:sldMk cId="2599865261" sldId="2076139131"/>
            <ac:picMk id="18" creationId="{B826F204-E1F7-5E46-9DE8-F1A721F3B607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7:38.434" v="43787" actId="2696"/>
        <pc:sldMkLst>
          <pc:docMk/>
          <pc:sldMk cId="913403830" sldId="2076139132"/>
        </pc:sldMkLst>
        <pc:spChg chg="mod">
          <ac:chgData name="Hironari Yamada" userId="e57621f8-ec3c-449e-bb19-001fffcc008e" providerId="ADAL" clId="{BC0BD879-F267-5CCA-8DEA-E3B2DD07DA4E}" dt="2026-08-31T14:17:52.621" v="43182" actId="20577"/>
          <ac:spMkLst>
            <pc:docMk/>
            <pc:sldMk cId="913403830" sldId="2076139132"/>
            <ac:spMk id="3" creationId="{5E6E3D91-47E8-8D0D-6522-A58AA183FFCE}"/>
          </ac:spMkLst>
        </pc:spChg>
        <pc:spChg chg="add mod">
          <ac:chgData name="Hironari Yamada" userId="e57621f8-ec3c-449e-bb19-001fffcc008e" providerId="ADAL" clId="{BC0BD879-F267-5CCA-8DEA-E3B2DD07DA4E}" dt="2026-08-31T14:18:12.725" v="43184"/>
          <ac:spMkLst>
            <pc:docMk/>
            <pc:sldMk cId="913403830" sldId="2076139132"/>
            <ac:spMk id="7" creationId="{25A353AC-71D4-8E49-D096-759AECCF5448}"/>
          </ac:spMkLst>
        </pc:spChg>
        <pc:spChg chg="mod">
          <ac:chgData name="Hironari Yamada" userId="e57621f8-ec3c-449e-bb19-001fffcc008e" providerId="ADAL" clId="{BC0BD879-F267-5CCA-8DEA-E3B2DD07DA4E}" dt="2026-08-31T14:17:42.196" v="43131" actId="20577"/>
          <ac:spMkLst>
            <pc:docMk/>
            <pc:sldMk cId="913403830" sldId="2076139132"/>
            <ac:spMk id="9" creationId="{CE103FA5-64F5-99E7-8BB8-4DE32023AF3A}"/>
          </ac:spMkLst>
        </pc:spChg>
        <pc:spChg chg="add mod">
          <ac:chgData name="Hironari Yamada" userId="e57621f8-ec3c-449e-bb19-001fffcc008e" providerId="ADAL" clId="{BC0BD879-F267-5CCA-8DEA-E3B2DD07DA4E}" dt="2026-08-31T14:18:12.725" v="43184"/>
          <ac:spMkLst>
            <pc:docMk/>
            <pc:sldMk cId="913403830" sldId="2076139132"/>
            <ac:spMk id="10" creationId="{B2DAC483-784C-A719-8136-2CB38DF1336B}"/>
          </ac:spMkLst>
        </pc:spChg>
        <pc:spChg chg="add mod">
          <ac:chgData name="Hironari Yamada" userId="e57621f8-ec3c-449e-bb19-001fffcc008e" providerId="ADAL" clId="{BC0BD879-F267-5CCA-8DEA-E3B2DD07DA4E}" dt="2026-08-31T14:18:12.725" v="43184"/>
          <ac:spMkLst>
            <pc:docMk/>
            <pc:sldMk cId="913403830" sldId="2076139132"/>
            <ac:spMk id="11" creationId="{957C8C2C-DCD8-2122-98F3-4710E2EFEC3D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12" creationId="{C22428D7-5195-FAB1-79DF-F7AA6E6179E9}"/>
          </ac:spMkLst>
        </pc:spChg>
        <pc:spChg chg="add mod">
          <ac:chgData name="Hironari Yamada" userId="e57621f8-ec3c-449e-bb19-001fffcc008e" providerId="ADAL" clId="{BC0BD879-F267-5CCA-8DEA-E3B2DD07DA4E}" dt="2026-08-31T14:18:12.725" v="43184"/>
          <ac:spMkLst>
            <pc:docMk/>
            <pc:sldMk cId="913403830" sldId="2076139132"/>
            <ac:spMk id="13" creationId="{2D79797C-B019-0711-8061-93A7052211C8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14" creationId="{27EEFF93-2F93-DEB1-C427-EEF41BFEA1BC}"/>
          </ac:spMkLst>
        </pc:spChg>
        <pc:spChg chg="add mod">
          <ac:chgData name="Hironari Yamada" userId="e57621f8-ec3c-449e-bb19-001fffcc008e" providerId="ADAL" clId="{BC0BD879-F267-5CCA-8DEA-E3B2DD07DA4E}" dt="2026-08-31T14:18:55.976" v="43188" actId="14100"/>
          <ac:spMkLst>
            <pc:docMk/>
            <pc:sldMk cId="913403830" sldId="2076139132"/>
            <ac:spMk id="16" creationId="{53193E26-134F-F070-E567-E4B81313D267}"/>
          </ac:spMkLst>
        </pc:spChg>
        <pc:spChg chg="add mod">
          <ac:chgData name="Hironari Yamada" userId="e57621f8-ec3c-449e-bb19-001fffcc008e" providerId="ADAL" clId="{BC0BD879-F267-5CCA-8DEA-E3B2DD07DA4E}" dt="2026-08-31T14:19:05.261" v="43225" actId="20577"/>
          <ac:spMkLst>
            <pc:docMk/>
            <pc:sldMk cId="913403830" sldId="2076139132"/>
            <ac:spMk id="17" creationId="{2F12500F-E828-74FD-D88B-FFF7CF349FFD}"/>
          </ac:spMkLst>
        </pc:spChg>
        <pc:spChg chg="add mod">
          <ac:chgData name="Hironari Yamada" userId="e57621f8-ec3c-449e-bb19-001fffcc008e" providerId="ADAL" clId="{BC0BD879-F267-5CCA-8DEA-E3B2DD07DA4E}" dt="2026-08-31T14:19:13.858" v="43226"/>
          <ac:spMkLst>
            <pc:docMk/>
            <pc:sldMk cId="913403830" sldId="2076139132"/>
            <ac:spMk id="19" creationId="{D549398B-AE74-BB10-22C4-1F45459A4E7D}"/>
          </ac:spMkLst>
        </pc:spChg>
        <pc:spChg chg="add mod">
          <ac:chgData name="Hironari Yamada" userId="e57621f8-ec3c-449e-bb19-001fffcc008e" providerId="ADAL" clId="{BC0BD879-F267-5CCA-8DEA-E3B2DD07DA4E}" dt="2026-08-31T14:19:13.858" v="43226"/>
          <ac:spMkLst>
            <pc:docMk/>
            <pc:sldMk cId="913403830" sldId="2076139132"/>
            <ac:spMk id="20" creationId="{67388350-1033-7443-87CF-760CE0CDB91A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24" creationId="{3E8C01DA-8AFA-9C4B-F6ED-0DA8C5B268DA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26" creationId="{61A89EFD-B9F1-749C-5353-CFF242D191F1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27" creationId="{5FFD8F7D-5959-44A5-3421-DEB2ADC2E0A6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28" creationId="{8BD98A3D-0BBD-5CFF-FDA9-79B06C639512}"/>
          </ac:spMkLst>
        </pc:spChg>
        <pc:picChg chg="add mod">
          <ac:chgData name="Hironari Yamada" userId="e57621f8-ec3c-449e-bb19-001fffcc008e" providerId="ADAL" clId="{BC0BD879-F267-5CCA-8DEA-E3B2DD07DA4E}" dt="2026-08-31T14:18:12.725" v="43184"/>
          <ac:picMkLst>
            <pc:docMk/>
            <pc:sldMk cId="913403830" sldId="2076139132"/>
            <ac:picMk id="5" creationId="{7C62E684-2BFD-045D-8633-4485D6D958A4}"/>
          </ac:picMkLst>
        </pc:picChg>
        <pc:picChg chg="del">
          <ac:chgData name="Hironari Yamada" userId="e57621f8-ec3c-449e-bb19-001fffcc008e" providerId="ADAL" clId="{BC0BD879-F267-5CCA-8DEA-E3B2DD07DA4E}" dt="2026-08-31T14:17:55.836" v="43183" actId="478"/>
          <ac:picMkLst>
            <pc:docMk/>
            <pc:sldMk cId="913403830" sldId="2076139132"/>
            <ac:picMk id="6" creationId="{1C1704F4-6192-AC22-2003-A32784B8D7CA}"/>
          </ac:picMkLst>
        </pc:picChg>
        <pc:picChg chg="del">
          <ac:chgData name="Hironari Yamada" userId="e57621f8-ec3c-449e-bb19-001fffcc008e" providerId="ADAL" clId="{BC0BD879-F267-5CCA-8DEA-E3B2DD07DA4E}" dt="2026-08-31T14:17:55.836" v="43183" actId="478"/>
          <ac:picMkLst>
            <pc:docMk/>
            <pc:sldMk cId="913403830" sldId="2076139132"/>
            <ac:picMk id="8" creationId="{86993E28-5FB6-D468-39E6-35BF6F52D9D1}"/>
          </ac:picMkLst>
        </pc:picChg>
        <pc:picChg chg="add mod">
          <ac:chgData name="Hironari Yamada" userId="e57621f8-ec3c-449e-bb19-001fffcc008e" providerId="ADAL" clId="{BC0BD879-F267-5CCA-8DEA-E3B2DD07DA4E}" dt="2026-08-31T14:18:47.427" v="43186" actId="1076"/>
          <ac:picMkLst>
            <pc:docMk/>
            <pc:sldMk cId="913403830" sldId="2076139132"/>
            <ac:picMk id="15" creationId="{FCA2DDC6-A79F-B4B2-C593-666CD4534D62}"/>
          </ac:picMkLst>
        </pc:picChg>
        <pc:picChg chg="add mod">
          <ac:chgData name="Hironari Yamada" userId="e57621f8-ec3c-449e-bb19-001fffcc008e" providerId="ADAL" clId="{BC0BD879-F267-5CCA-8DEA-E3B2DD07DA4E}" dt="2026-08-31T14:19:13.858" v="43226"/>
          <ac:picMkLst>
            <pc:docMk/>
            <pc:sldMk cId="913403830" sldId="2076139132"/>
            <ac:picMk id="18" creationId="{3C2CE641-7260-1744-7EDE-E7A1C81FE43F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7:38.432" v="43785" actId="2696"/>
        <pc:sldMkLst>
          <pc:docMk/>
          <pc:sldMk cId="391457174" sldId="2076139133"/>
        </pc:sldMkLst>
        <pc:spChg chg="del">
          <ac:chgData name="Hironari Yamada" userId="e57621f8-ec3c-449e-bb19-001fffcc008e" providerId="ADAL" clId="{BC0BD879-F267-5CCA-8DEA-E3B2DD07DA4E}" dt="2026-08-31T14:19:20.163" v="43228" actId="478"/>
          <ac:spMkLst>
            <pc:docMk/>
            <pc:sldMk cId="391457174" sldId="2076139133"/>
            <ac:spMk id="7" creationId="{1B680932-635A-BDCD-4664-194FDE7028CC}"/>
          </ac:spMkLst>
        </pc:spChg>
        <pc:spChg chg="del">
          <ac:chgData name="Hironari Yamada" userId="e57621f8-ec3c-449e-bb19-001fffcc008e" providerId="ADAL" clId="{BC0BD879-F267-5CCA-8DEA-E3B2DD07DA4E}" dt="2026-08-31T14:19:20.163" v="43228" actId="478"/>
          <ac:spMkLst>
            <pc:docMk/>
            <pc:sldMk cId="391457174" sldId="2076139133"/>
            <ac:spMk id="10" creationId="{63A687BB-7017-480E-D566-7609339AFB4F}"/>
          </ac:spMkLst>
        </pc:spChg>
        <pc:spChg chg="del">
          <ac:chgData name="Hironari Yamada" userId="e57621f8-ec3c-449e-bb19-001fffcc008e" providerId="ADAL" clId="{BC0BD879-F267-5CCA-8DEA-E3B2DD07DA4E}" dt="2026-08-31T14:19:20.163" v="43228" actId="478"/>
          <ac:spMkLst>
            <pc:docMk/>
            <pc:sldMk cId="391457174" sldId="2076139133"/>
            <ac:spMk id="11" creationId="{03F80C8E-8D4E-E1BD-FD66-27E26EF05A40}"/>
          </ac:spMkLst>
        </pc:spChg>
        <pc:spChg chg="add mod">
          <ac:chgData name="Hironari Yamada" userId="e57621f8-ec3c-449e-bb19-001fffcc008e" providerId="ADAL" clId="{BC0BD879-F267-5CCA-8DEA-E3B2DD07DA4E}" dt="2026-08-31T14:19:53.061" v="43237" actId="1076"/>
          <ac:spMkLst>
            <pc:docMk/>
            <pc:sldMk cId="391457174" sldId="2076139133"/>
            <ac:spMk id="12" creationId="{CF5DC14A-36B7-08BD-77A5-2748ED55CF6E}"/>
          </ac:spMkLst>
        </pc:spChg>
        <pc:spChg chg="del">
          <ac:chgData name="Hironari Yamada" userId="e57621f8-ec3c-449e-bb19-001fffcc008e" providerId="ADAL" clId="{BC0BD879-F267-5CCA-8DEA-E3B2DD07DA4E}" dt="2026-08-31T14:19:20.163" v="43228" actId="478"/>
          <ac:spMkLst>
            <pc:docMk/>
            <pc:sldMk cId="391457174" sldId="2076139133"/>
            <ac:spMk id="13" creationId="{4303D8CA-4A6D-86EC-1FA2-A23A17C6A6DC}"/>
          </ac:spMkLst>
        </pc:spChg>
        <pc:spChg chg="add mod">
          <ac:chgData name="Hironari Yamada" userId="e57621f8-ec3c-449e-bb19-001fffcc008e" providerId="ADAL" clId="{BC0BD879-F267-5CCA-8DEA-E3B2DD07DA4E}" dt="2026-08-31T14:20:52.467" v="43293" actId="1076"/>
          <ac:spMkLst>
            <pc:docMk/>
            <pc:sldMk cId="391457174" sldId="2076139133"/>
            <ac:spMk id="14" creationId="{BA88084A-31BB-6540-541D-500332452664}"/>
          </ac:spMkLst>
        </pc:spChg>
        <pc:spChg chg="del mod">
          <ac:chgData name="Hironari Yamada" userId="e57621f8-ec3c-449e-bb19-001fffcc008e" providerId="ADAL" clId="{BC0BD879-F267-5CCA-8DEA-E3B2DD07DA4E}" dt="2026-08-31T14:21:23.345" v="43371" actId="478"/>
          <ac:spMkLst>
            <pc:docMk/>
            <pc:sldMk cId="391457174" sldId="2076139133"/>
            <ac:spMk id="16" creationId="{40C46077-2D34-DAEF-35B2-A2A7A567CA51}"/>
          </ac:spMkLst>
        </pc:spChg>
        <pc:spChg chg="del mod">
          <ac:chgData name="Hironari Yamada" userId="e57621f8-ec3c-449e-bb19-001fffcc008e" providerId="ADAL" clId="{BC0BD879-F267-5CCA-8DEA-E3B2DD07DA4E}" dt="2026-08-31T14:21:23.345" v="43371" actId="478"/>
          <ac:spMkLst>
            <pc:docMk/>
            <pc:sldMk cId="391457174" sldId="2076139133"/>
            <ac:spMk id="17" creationId="{C86473A5-7830-28BC-6D99-1D4E629F07CF}"/>
          </ac:spMkLst>
        </pc:spChg>
        <pc:spChg chg="add mod">
          <ac:chgData name="Hironari Yamada" userId="e57621f8-ec3c-449e-bb19-001fffcc008e" providerId="ADAL" clId="{BC0BD879-F267-5CCA-8DEA-E3B2DD07DA4E}" dt="2026-08-31T14:20:59.296" v="43296" actId="14100"/>
          <ac:spMkLst>
            <pc:docMk/>
            <pc:sldMk cId="391457174" sldId="2076139133"/>
            <ac:spMk id="19" creationId="{E85BDBA8-CFD0-5FF1-8E11-4EC78156743B}"/>
          </ac:spMkLst>
        </pc:spChg>
        <pc:spChg chg="add mod">
          <ac:chgData name="Hironari Yamada" userId="e57621f8-ec3c-449e-bb19-001fffcc008e" providerId="ADAL" clId="{BC0BD879-F267-5CCA-8DEA-E3B2DD07DA4E}" dt="2026-08-31T14:21:16.652" v="43369" actId="20577"/>
          <ac:spMkLst>
            <pc:docMk/>
            <pc:sldMk cId="391457174" sldId="2076139133"/>
            <ac:spMk id="20" creationId="{441F9493-4C64-356B-7A7F-C275798C064E}"/>
          </ac:spMkLst>
        </pc:spChg>
        <pc:spChg chg="add mod">
          <ac:chgData name="Hironari Yamada" userId="e57621f8-ec3c-449e-bb19-001fffcc008e" providerId="ADAL" clId="{BC0BD879-F267-5CCA-8DEA-E3B2DD07DA4E}" dt="2026-08-31T14:22:30.195" v="43379" actId="1076"/>
          <ac:spMkLst>
            <pc:docMk/>
            <pc:sldMk cId="391457174" sldId="2076139133"/>
            <ac:spMk id="22" creationId="{2858730C-1488-6182-27B7-5DF939C9CB15}"/>
          </ac:spMkLst>
        </pc:spChg>
        <pc:spChg chg="add mod">
          <ac:chgData name="Hironari Yamada" userId="e57621f8-ec3c-449e-bb19-001fffcc008e" providerId="ADAL" clId="{BC0BD879-F267-5CCA-8DEA-E3B2DD07DA4E}" dt="2026-08-31T14:22:43.598" v="43411" actId="20577"/>
          <ac:spMkLst>
            <pc:docMk/>
            <pc:sldMk cId="391457174" sldId="2076139133"/>
            <ac:spMk id="23" creationId="{07467023-DC59-BC94-333A-EDAE9908B47D}"/>
          </ac:spMkLst>
        </pc:spChg>
        <pc:picChg chg="del">
          <ac:chgData name="Hironari Yamada" userId="e57621f8-ec3c-449e-bb19-001fffcc008e" providerId="ADAL" clId="{BC0BD879-F267-5CCA-8DEA-E3B2DD07DA4E}" dt="2026-08-31T14:19:20.163" v="43228" actId="478"/>
          <ac:picMkLst>
            <pc:docMk/>
            <pc:sldMk cId="391457174" sldId="2076139133"/>
            <ac:picMk id="5" creationId="{FBD8B570-B8E6-F1E3-9922-34B3BDBF5BFA}"/>
          </ac:picMkLst>
        </pc:picChg>
        <pc:picChg chg="add del mod">
          <ac:chgData name="Hironari Yamada" userId="e57621f8-ec3c-449e-bb19-001fffcc008e" providerId="ADAL" clId="{BC0BD879-F267-5CCA-8DEA-E3B2DD07DA4E}" dt="2026-08-31T14:20:03.467" v="43268" actId="478"/>
          <ac:picMkLst>
            <pc:docMk/>
            <pc:sldMk cId="391457174" sldId="2076139133"/>
            <ac:picMk id="8" creationId="{64BD08E6-60A2-2C7B-3363-CB34BB0B439C}"/>
          </ac:picMkLst>
        </pc:picChg>
        <pc:picChg chg="del">
          <ac:chgData name="Hironari Yamada" userId="e57621f8-ec3c-449e-bb19-001fffcc008e" providerId="ADAL" clId="{BC0BD879-F267-5CCA-8DEA-E3B2DD07DA4E}" dt="2026-08-31T14:21:19.429" v="43370" actId="478"/>
          <ac:picMkLst>
            <pc:docMk/>
            <pc:sldMk cId="391457174" sldId="2076139133"/>
            <ac:picMk id="15" creationId="{17D6DC2F-CE99-CB2C-A685-F7CF3B77C142}"/>
          </ac:picMkLst>
        </pc:picChg>
        <pc:picChg chg="add mod">
          <ac:chgData name="Hironari Yamada" userId="e57621f8-ec3c-449e-bb19-001fffcc008e" providerId="ADAL" clId="{BC0BD879-F267-5CCA-8DEA-E3B2DD07DA4E}" dt="2026-08-31T14:20:43.587" v="43273" actId="167"/>
          <ac:picMkLst>
            <pc:docMk/>
            <pc:sldMk cId="391457174" sldId="2076139133"/>
            <ac:picMk id="18" creationId="{1605E368-68B0-9017-CFCF-45101B721B1D}"/>
          </ac:picMkLst>
        </pc:picChg>
        <pc:picChg chg="add mod">
          <ac:chgData name="Hironari Yamada" userId="e57621f8-ec3c-449e-bb19-001fffcc008e" providerId="ADAL" clId="{BC0BD879-F267-5CCA-8DEA-E3B2DD07DA4E}" dt="2026-08-31T14:22:21.164" v="43375" actId="1076"/>
          <ac:picMkLst>
            <pc:docMk/>
            <pc:sldMk cId="391457174" sldId="2076139133"/>
            <ac:picMk id="21" creationId="{0FB225A0-90D3-23E5-A682-C15AC8BB6CDC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7:38.434" v="43788" actId="2696"/>
        <pc:sldMkLst>
          <pc:docMk/>
          <pc:sldMk cId="2281162035" sldId="2076139134"/>
        </pc:sldMkLst>
        <pc:spChg chg="mod">
          <ac:chgData name="Hironari Yamada" userId="e57621f8-ec3c-449e-bb19-001fffcc008e" providerId="ADAL" clId="{BC0BD879-F267-5CCA-8DEA-E3B2DD07DA4E}" dt="2026-08-31T14:32:33.580" v="43635" actId="20577"/>
          <ac:spMkLst>
            <pc:docMk/>
            <pc:sldMk cId="2281162035" sldId="2076139134"/>
            <ac:spMk id="5" creationId="{710292C6-DA05-FF2D-1A74-8B76C19CB373}"/>
          </ac:spMkLst>
        </pc:spChg>
        <pc:spChg chg="del mod">
          <ac:chgData name="Hironari Yamada" userId="e57621f8-ec3c-449e-bb19-001fffcc008e" providerId="ADAL" clId="{BC0BD879-F267-5CCA-8DEA-E3B2DD07DA4E}" dt="2026-08-31T14:32:23.111" v="43629" actId="478"/>
          <ac:spMkLst>
            <pc:docMk/>
            <pc:sldMk cId="2281162035" sldId="2076139134"/>
            <ac:spMk id="6" creationId="{B9D09D44-BBAC-DE4A-3B54-95443DDE7979}"/>
          </ac:spMkLst>
        </pc:spChg>
        <pc:spChg chg="add mod">
          <ac:chgData name="Hironari Yamada" userId="e57621f8-ec3c-449e-bb19-001fffcc008e" providerId="ADAL" clId="{BC0BD879-F267-5CCA-8DEA-E3B2DD07DA4E}" dt="2026-08-31T14:34:29.325" v="43646" actId="255"/>
          <ac:spMkLst>
            <pc:docMk/>
            <pc:sldMk cId="2281162035" sldId="2076139134"/>
            <ac:spMk id="7" creationId="{D2753D42-D55F-AFE2-399A-9C9563FD0273}"/>
          </ac:spMkLst>
        </pc:spChg>
        <pc:spChg chg="mod">
          <ac:chgData name="Hironari Yamada" userId="e57621f8-ec3c-449e-bb19-001fffcc008e" providerId="ADAL" clId="{BC0BD879-F267-5CCA-8DEA-E3B2DD07DA4E}" dt="2026-08-31T14:46:35.417" v="43708" actId="20577"/>
          <ac:spMkLst>
            <pc:docMk/>
            <pc:sldMk cId="2281162035" sldId="2076139134"/>
            <ac:spMk id="9" creationId="{02B40323-77CA-FA7B-E529-FA185A9E04D9}"/>
          </ac:spMkLst>
        </pc:spChg>
        <pc:spChg chg="add mod">
          <ac:chgData name="Hironari Yamada" userId="e57621f8-ec3c-449e-bb19-001fffcc008e" providerId="ADAL" clId="{BC0BD879-F267-5CCA-8DEA-E3B2DD07DA4E}" dt="2026-08-31T14:34:29.325" v="43646" actId="255"/>
          <ac:spMkLst>
            <pc:docMk/>
            <pc:sldMk cId="2281162035" sldId="2076139134"/>
            <ac:spMk id="10" creationId="{252E0C6F-FF41-A0C1-EDA9-994910B537B2}"/>
          </ac:spMkLst>
        </pc:spChg>
        <pc:spChg chg="add mod">
          <ac:chgData name="Hironari Yamada" userId="e57621f8-ec3c-449e-bb19-001fffcc008e" providerId="ADAL" clId="{BC0BD879-F267-5CCA-8DEA-E3B2DD07DA4E}" dt="2026-08-31T14:34:29.325" v="43646" actId="255"/>
          <ac:spMkLst>
            <pc:docMk/>
            <pc:sldMk cId="2281162035" sldId="2076139134"/>
            <ac:spMk id="11" creationId="{8B4BF88D-945C-B18A-177D-5ED33718C52A}"/>
          </ac:spMkLst>
        </pc:spChg>
        <pc:spChg chg="add mod">
          <ac:chgData name="Hironari Yamada" userId="e57621f8-ec3c-449e-bb19-001fffcc008e" providerId="ADAL" clId="{BC0BD879-F267-5CCA-8DEA-E3B2DD07DA4E}" dt="2026-08-31T14:34:29.325" v="43646" actId="255"/>
          <ac:spMkLst>
            <pc:docMk/>
            <pc:sldMk cId="2281162035" sldId="2076139134"/>
            <ac:spMk id="12" creationId="{B776E2E4-E66F-D897-BE23-B9BF1824F251}"/>
          </ac:spMkLst>
        </pc:spChg>
        <pc:graphicFrameChg chg="add del mod modGraphic">
          <ac:chgData name="Hironari Yamada" userId="e57621f8-ec3c-449e-bb19-001fffcc008e" providerId="ADAL" clId="{BC0BD879-F267-5CCA-8DEA-E3B2DD07DA4E}" dt="2026-08-31T14:32:29.336" v="43632" actId="478"/>
          <ac:graphicFrameMkLst>
            <pc:docMk/>
            <pc:sldMk cId="2281162035" sldId="2076139134"/>
            <ac:graphicFrameMk id="8" creationId="{7A78A1A2-9537-E202-5C2B-FC58E6E17536}"/>
          </ac:graphicFrameMkLst>
        </pc:graphicFrameChg>
      </pc:sldChg>
      <pc:sldChg chg="delSp modSp add del mod">
        <pc:chgData name="Hironari Yamada" userId="e57621f8-ec3c-449e-bb19-001fffcc008e" providerId="ADAL" clId="{BC0BD879-F267-5CCA-8DEA-E3B2DD07DA4E}" dt="2026-08-31T14:57:38.436" v="43790" actId="2696"/>
        <pc:sldMkLst>
          <pc:docMk/>
          <pc:sldMk cId="3112837636" sldId="2076139135"/>
        </pc:sldMkLst>
        <pc:spChg chg="mod">
          <ac:chgData name="Hironari Yamada" userId="e57621f8-ec3c-449e-bb19-001fffcc008e" providerId="ADAL" clId="{BC0BD879-F267-5CCA-8DEA-E3B2DD07DA4E}" dt="2026-08-31T14:35:15.221" v="43655" actId="948"/>
          <ac:spMkLst>
            <pc:docMk/>
            <pc:sldMk cId="3112837636" sldId="2076139135"/>
            <ac:spMk id="5" creationId="{8CEC2F98-E13E-83A0-668A-233AC7AAA004}"/>
          </ac:spMkLst>
        </pc:spChg>
        <pc:spChg chg="del">
          <ac:chgData name="Hironari Yamada" userId="e57621f8-ec3c-449e-bb19-001fffcc008e" providerId="ADAL" clId="{BC0BD879-F267-5CCA-8DEA-E3B2DD07DA4E}" dt="2026-08-31T14:34:38.780" v="43648" actId="478"/>
          <ac:spMkLst>
            <pc:docMk/>
            <pc:sldMk cId="3112837636" sldId="2076139135"/>
            <ac:spMk id="7" creationId="{4BC4C54C-700B-B8DC-2C06-3F6242631DB1}"/>
          </ac:spMkLst>
        </pc:spChg>
        <pc:spChg chg="mod">
          <ac:chgData name="Hironari Yamada" userId="e57621f8-ec3c-449e-bb19-001fffcc008e" providerId="ADAL" clId="{BC0BD879-F267-5CCA-8DEA-E3B2DD07DA4E}" dt="2026-08-31T14:46:39.204" v="43710" actId="20577"/>
          <ac:spMkLst>
            <pc:docMk/>
            <pc:sldMk cId="3112837636" sldId="2076139135"/>
            <ac:spMk id="9" creationId="{3F03C82C-9B16-BD3E-603D-4FA28789A5DF}"/>
          </ac:spMkLst>
        </pc:spChg>
        <pc:spChg chg="del">
          <ac:chgData name="Hironari Yamada" userId="e57621f8-ec3c-449e-bb19-001fffcc008e" providerId="ADAL" clId="{BC0BD879-F267-5CCA-8DEA-E3B2DD07DA4E}" dt="2026-08-31T14:34:38.780" v="43648" actId="478"/>
          <ac:spMkLst>
            <pc:docMk/>
            <pc:sldMk cId="3112837636" sldId="2076139135"/>
            <ac:spMk id="10" creationId="{01E9E90D-7C34-7698-E7BE-4D89C5C8F6CE}"/>
          </ac:spMkLst>
        </pc:spChg>
        <pc:spChg chg="del">
          <ac:chgData name="Hironari Yamada" userId="e57621f8-ec3c-449e-bb19-001fffcc008e" providerId="ADAL" clId="{BC0BD879-F267-5CCA-8DEA-E3B2DD07DA4E}" dt="2026-08-31T14:34:38.780" v="43648" actId="478"/>
          <ac:spMkLst>
            <pc:docMk/>
            <pc:sldMk cId="3112837636" sldId="2076139135"/>
            <ac:spMk id="11" creationId="{CB944C72-2D2D-5F0F-8CCD-0969F7811761}"/>
          </ac:spMkLst>
        </pc:spChg>
        <pc:spChg chg="del">
          <ac:chgData name="Hironari Yamada" userId="e57621f8-ec3c-449e-bb19-001fffcc008e" providerId="ADAL" clId="{BC0BD879-F267-5CCA-8DEA-E3B2DD07DA4E}" dt="2026-08-31T14:34:38.780" v="43648" actId="478"/>
          <ac:spMkLst>
            <pc:docMk/>
            <pc:sldMk cId="3112837636" sldId="2076139135"/>
            <ac:spMk id="12" creationId="{6285CAD9-70A5-9FD6-D2EB-C84ADEFD6B1E}"/>
          </ac:spMkLst>
        </pc:spChg>
      </pc:sldChg>
      <pc:sldChg chg="addSp modSp add del mod">
        <pc:chgData name="Hironari Yamada" userId="e57621f8-ec3c-449e-bb19-001fffcc008e" providerId="ADAL" clId="{BC0BD879-F267-5CCA-8DEA-E3B2DD07DA4E}" dt="2026-08-31T14:57:38.431" v="43784" actId="2696"/>
        <pc:sldMkLst>
          <pc:docMk/>
          <pc:sldMk cId="2890494633" sldId="2076139136"/>
        </pc:sldMkLst>
        <pc:spChg chg="mod">
          <ac:chgData name="Hironari Yamada" userId="e57621f8-ec3c-449e-bb19-001fffcc008e" providerId="ADAL" clId="{BC0BD879-F267-5CCA-8DEA-E3B2DD07DA4E}" dt="2026-08-31T14:40:42.213" v="43676" actId="20577"/>
          <ac:spMkLst>
            <pc:docMk/>
            <pc:sldMk cId="2890494633" sldId="2076139136"/>
            <ac:spMk id="5" creationId="{1AE7E4F0-D210-CE6E-5854-AB72DC5E82BA}"/>
          </ac:spMkLst>
        </pc:spChg>
        <pc:spChg chg="mod">
          <ac:chgData name="Hironari Yamada" userId="e57621f8-ec3c-449e-bb19-001fffcc008e" providerId="ADAL" clId="{BC0BD879-F267-5CCA-8DEA-E3B2DD07DA4E}" dt="2026-08-31T14:40:11.052" v="43668"/>
          <ac:spMkLst>
            <pc:docMk/>
            <pc:sldMk cId="2890494633" sldId="2076139136"/>
            <ac:spMk id="6" creationId="{530A7EF1-5ADA-6E0C-C6F0-F2160A809A64}"/>
          </ac:spMkLst>
        </pc:spChg>
        <pc:spChg chg="add mod">
          <ac:chgData name="Hironari Yamada" userId="e57621f8-ec3c-449e-bb19-001fffcc008e" providerId="ADAL" clId="{BC0BD879-F267-5CCA-8DEA-E3B2DD07DA4E}" dt="2026-08-31T14:40:28.161" v="43672" actId="255"/>
          <ac:spMkLst>
            <pc:docMk/>
            <pc:sldMk cId="2890494633" sldId="2076139136"/>
            <ac:spMk id="7" creationId="{76956524-7478-4950-A69E-D4CC0D639594}"/>
          </ac:spMkLst>
        </pc:spChg>
        <pc:graphicFrameChg chg="add mod modGraphic">
          <ac:chgData name="Hironari Yamada" userId="e57621f8-ec3c-449e-bb19-001fffcc008e" providerId="ADAL" clId="{BC0BD879-F267-5CCA-8DEA-E3B2DD07DA4E}" dt="2026-08-31T14:41:15.554" v="43683" actId="14734"/>
          <ac:graphicFrameMkLst>
            <pc:docMk/>
            <pc:sldMk cId="2890494633" sldId="2076139136"/>
            <ac:graphicFrameMk id="8" creationId="{03E86CAA-7BD1-F0F7-7C0D-8C0D8252E4D4}"/>
          </ac:graphicFrameMkLst>
        </pc:graphicFrameChg>
      </pc:sldChg>
      <pc:sldChg chg="modSp add del mod">
        <pc:chgData name="Hironari Yamada" userId="e57621f8-ec3c-449e-bb19-001fffcc008e" providerId="ADAL" clId="{BC0BD879-F267-5CCA-8DEA-E3B2DD07DA4E}" dt="2026-08-31T14:57:38.435" v="43789" actId="2696"/>
        <pc:sldMkLst>
          <pc:docMk/>
          <pc:sldMk cId="3440095412" sldId="2076139137"/>
        </pc:sldMkLst>
        <pc:spChg chg="mod">
          <ac:chgData name="Hironari Yamada" userId="e57621f8-ec3c-449e-bb19-001fffcc008e" providerId="ADAL" clId="{BC0BD879-F267-5CCA-8DEA-E3B2DD07DA4E}" dt="2026-08-31T14:43:30.815" v="43705" actId="948"/>
          <ac:spMkLst>
            <pc:docMk/>
            <pc:sldMk cId="3440095412" sldId="2076139137"/>
            <ac:spMk id="5" creationId="{013A1D73-B72F-9253-E50C-863EE3E1C2D6}"/>
          </ac:spMkLst>
        </pc:spChg>
        <pc:spChg chg="mod">
          <ac:chgData name="Hironari Yamada" userId="e57621f8-ec3c-449e-bb19-001fffcc008e" providerId="ADAL" clId="{BC0BD879-F267-5CCA-8DEA-E3B2DD07DA4E}" dt="2026-08-31T14:42:52.328" v="43696" actId="255"/>
          <ac:spMkLst>
            <pc:docMk/>
            <pc:sldMk cId="3440095412" sldId="2076139137"/>
            <ac:spMk id="6" creationId="{FAFD6619-1EE8-DE9B-7AF6-8832E71D0588}"/>
          </ac:spMkLst>
        </pc:spChg>
      </pc:sldChg>
      <pc:sldChg chg="addSp modSp add del mod">
        <pc:chgData name="Hironari Yamada" userId="e57621f8-ec3c-449e-bb19-001fffcc008e" providerId="ADAL" clId="{BC0BD879-F267-5CCA-8DEA-E3B2DD07DA4E}" dt="2026-08-31T14:57:38.419" v="43778" actId="2696"/>
        <pc:sldMkLst>
          <pc:docMk/>
          <pc:sldMk cId="3476018278" sldId="2076139138"/>
        </pc:sldMkLst>
        <pc:spChg chg="mod">
          <ac:chgData name="Hironari Yamada" userId="e57621f8-ec3c-449e-bb19-001fffcc008e" providerId="ADAL" clId="{BC0BD879-F267-5CCA-8DEA-E3B2DD07DA4E}" dt="2026-08-31T14:48:45.994" v="43732"/>
          <ac:spMkLst>
            <pc:docMk/>
            <pc:sldMk cId="3476018278" sldId="2076139138"/>
            <ac:spMk id="5" creationId="{5140CFAA-E2D6-2E9B-412E-6A85B823A9F0}"/>
          </ac:spMkLst>
        </pc:spChg>
        <pc:spChg chg="mod">
          <ac:chgData name="Hironari Yamada" userId="e57621f8-ec3c-449e-bb19-001fffcc008e" providerId="ADAL" clId="{BC0BD879-F267-5CCA-8DEA-E3B2DD07DA4E}" dt="2026-08-31T14:48:00.438" v="43721" actId="14100"/>
          <ac:spMkLst>
            <pc:docMk/>
            <pc:sldMk cId="3476018278" sldId="2076139138"/>
            <ac:spMk id="6" creationId="{2D8E1D82-009D-AA6E-0EC4-25586C4B4AAA}"/>
          </ac:spMkLst>
        </pc:spChg>
        <pc:spChg chg="add mod">
          <ac:chgData name="Hironari Yamada" userId="e57621f8-ec3c-449e-bb19-001fffcc008e" providerId="ADAL" clId="{BC0BD879-F267-5CCA-8DEA-E3B2DD07DA4E}" dt="2026-08-31T14:48:20.725" v="43728" actId="255"/>
          <ac:spMkLst>
            <pc:docMk/>
            <pc:sldMk cId="3476018278" sldId="2076139138"/>
            <ac:spMk id="7" creationId="{2A1ADAC7-3A7A-8ECD-6387-64EE431EE3E4}"/>
          </ac:spMkLst>
        </pc:spChg>
        <pc:spChg chg="add mod">
          <ac:chgData name="Hironari Yamada" userId="e57621f8-ec3c-449e-bb19-001fffcc008e" providerId="ADAL" clId="{BC0BD879-F267-5CCA-8DEA-E3B2DD07DA4E}" dt="2026-08-31T14:48:30.746" v="43730" actId="255"/>
          <ac:spMkLst>
            <pc:docMk/>
            <pc:sldMk cId="3476018278" sldId="2076139138"/>
            <ac:spMk id="8" creationId="{B54B9565-DD01-CC41-0E82-BFACCD4421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07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69C67-DBF2-0228-79E6-4C422018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6B8E6-2D8B-D8A5-41A7-5056422F6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128AB-179F-8D53-3933-98BDCDE18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D6765-33F6-3994-137E-6F80FA73BF5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2799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B19C2-3983-DC6D-454B-4A22880D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C0517-B5E9-38A5-97AC-BE14AC61C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DACE6-3285-21B4-C643-97D652BB1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8C67B-E856-0EF4-8825-92B3EBBCD6B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9392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F0927-15B3-6281-92D8-65129D078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0FF7C-3902-A951-8AF6-893877F55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90FAA-44D5-3C8C-D1F5-94266FC4F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CFA64-B0B6-FFF6-1F8C-1D846CD593A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8126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A5E29-6D2C-D581-453B-E7885EEE1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6E7B7-60BC-693E-1354-4DFD52257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8C0A2-394D-5FC4-1E8F-0366047C9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DCFC6-04DA-9D27-9EDF-C3BE624347B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0188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822F4-299B-B20B-011E-590FE7060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8633D-7FBB-9AC2-3775-D833B6B4E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66C5D-4E35-F306-B161-257F0299F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8603C-C28A-2916-1316-1974EFB64DC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5472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E7CBE-5036-E4D3-A950-AECE80FA5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2C94D-BE78-6DD2-AA56-E1ADF3BED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484AE-E775-4737-D9B2-B16A29385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DB57F-1E3E-02C8-66B3-745CD85785E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9312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D7070-BB62-2990-DAA4-4402AA33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C890E-37BC-1570-944C-B2C0ACB56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74E77-2674-931F-CA0D-60CA742E6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1E4F4-1286-1BD8-C9ED-3CD930EC9B1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4516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DC4EF-408E-0753-6815-C3CE0BD73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6117C-62E4-25A2-ED6A-A2C6A45E0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F1AB0-CE0F-E7D1-399E-ABF8E05D3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77688-F2F8-95E5-2117-9A10470CFEF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5686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41073-C65D-F29B-9B6B-CE7555115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4FD1A-3446-C7C1-5DFB-FE9CA46DB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A1FD6-5E7F-4353-5A3D-6C032F7BF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878B4-78AF-857D-7E91-316B1C8E40B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9448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C431C-BAFA-B590-7ED8-21EB5E17B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A3851-FAAC-5D0E-5913-996298556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61346-4AB0-0408-C515-75C12159F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FBCB9-8E84-8003-EBF7-3784279A5A6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10927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58298-A910-DF77-8C46-4AE08A0E9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188A2-8265-83EC-30B8-1BAE7D827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95041-63EE-16A6-D658-EC2837B65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B80E9-1144-51B7-E840-B3EE2602BDA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0864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5D55D-218B-FCEF-008B-F3356C1D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61F4E-DDB9-B5F4-8FB9-8A1726201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BA37B-30B0-A8C9-4394-067176601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9581B-5C68-ADAF-E287-AC444B4806D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48468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A6837-8C6C-7F5B-29C8-743C54BFE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D7140-1F8C-9000-B4BC-2870D41E5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18A22A-8415-7F64-99FE-217BA95E3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48866-FECF-4469-CC05-6A47E5B666A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98866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1F3E7-4206-C38C-E5FE-3B50CF13A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329AA-80EC-6593-4F50-2561441CD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BE364-A50E-BE34-6DAC-26B7E08E9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7C8F2-D5F8-EE2E-E2F5-CF9110864BE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99776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A7068-01AD-65F1-A97F-CBDF1B50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5D41E-8195-7F44-4E8F-93CBF0016C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D2DB5-F1CD-0496-CA74-06531F5B2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84BBD-843F-1892-49AF-3823CCC9700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3683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標準スライドマスタ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03BF41-DF74-4F68-832D-3D1CD1DE9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974"/>
            <a:ext cx="10515600" cy="4907625"/>
          </a:xfrm>
        </p:spPr>
        <p:txBody>
          <a:bodyPr>
            <a:normAutofit/>
          </a:bodyPr>
          <a:lstStyle>
            <a:lvl1pPr>
              <a:buNone/>
              <a:defRPr sz="1600">
                <a:latin typeface="Yu Gothic UI"/>
                <a:ea typeface="Yu Gothic UI"/>
                <a:cs typeface="Yu Gothic UI"/>
              </a:defRPr>
            </a:lvl1pPr>
            <a:lvl2pPr>
              <a:buNone/>
              <a:defRPr sz="1600">
                <a:latin typeface="Yu Gothic UI"/>
                <a:ea typeface="Yu Gothic UI"/>
                <a:cs typeface="Yu Gothic UI"/>
              </a:defRPr>
            </a:lvl2pPr>
            <a:lvl3pPr>
              <a:buNone/>
              <a:defRPr sz="1600">
                <a:latin typeface="Yu Gothic UI"/>
                <a:ea typeface="Yu Gothic UI"/>
                <a:cs typeface="Yu Gothic UI"/>
              </a:defRPr>
            </a:lvl3pPr>
            <a:lvl4pPr>
              <a:buNone/>
              <a:defRPr sz="1600">
                <a:latin typeface="Yu Gothic UI"/>
                <a:ea typeface="Yu Gothic UI"/>
                <a:cs typeface="Yu Gothic UI"/>
              </a:defRPr>
            </a:lvl4pPr>
            <a:lvl5pPr>
              <a:buNone/>
              <a:defRPr sz="1600">
                <a:latin typeface="Yu Gothic UI"/>
                <a:ea typeface="Yu Gothic UI"/>
                <a:cs typeface="Yu Gothic UI"/>
              </a:defRPr>
            </a:lvl5pPr>
          </a:lstStyle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610600" y="6356348"/>
            <a:ext cx="2743200" cy="365125"/>
          </a:xfrm>
        </p:spPr>
        <p:txBody>
          <a:bodyPr/>
          <a:lstStyle>
            <a:lvl1pPr algn="r">
              <a:buNone/>
              <a:defRPr/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スライド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AA04A7EC-51A4-2CCD-C19C-6471CA721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buNone/>
              <a:defRPr sz="4000"/>
            </a:lvl1pPr>
          </a:lstStyle>
          <a:p>
            <a:endParaRPr/>
          </a:p>
        </p:txBody>
      </p:sp>
      <p:sp>
        <p:nvSpPr>
          <p:cNvPr id="4" name="字幕 2">
            <a:extLst>
              <a:ext uri="{FF2B5EF4-FFF2-40B4-BE49-F238E27FC236}">
                <a16:creationId xmlns:a16="http://schemas.microsoft.com/office/drawing/2014/main" id="{6FAFA8D3-BD7F-63F6-E03A-E4C1097B0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63362"/>
          </a:xfrm>
        </p:spPr>
        <p:txBody>
          <a:bodyPr/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FB302AD-8C05-763D-CA33-038DD291D4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77356" y="5155452"/>
            <a:ext cx="5184775" cy="1221390"/>
          </a:xfrm>
        </p:spPr>
        <p:txBody>
          <a:bodyPr/>
          <a:lstStyle>
            <a:lvl1pPr>
              <a:spcBef>
                <a:spcPts val="400"/>
              </a:spcBef>
              <a:buNone/>
              <a:defRPr sz="2400"/>
            </a:lvl1pPr>
          </a:lstStyle>
          <a:p>
            <a:endParaRPr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C5F34568-844A-6D62-99C6-A28EF2F3CC1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9282113" y="5919642"/>
            <a:ext cx="2572430" cy="457200"/>
          </a:xfrm>
        </p:spPr>
        <p:txBody>
          <a:bodyPr>
            <a:noAutofit/>
          </a:bodyPr>
          <a:lstStyle>
            <a:lvl1pPr algn="r">
              <a:buNone/>
              <a:defRPr sz="24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03BF41-DF74-4F68-832D-3D1CD1DE9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974"/>
            <a:ext cx="10515600" cy="1173825"/>
          </a:xfrm>
        </p:spPr>
        <p:txBody>
          <a:bodyPr>
            <a:noAutofit/>
          </a:bodyPr>
          <a:lstStyle>
            <a:lvl1pPr marL="9525" indent="-9525">
              <a:buNone/>
              <a:defRPr sz="1800">
                <a:latin typeface="Yu Gothic UI"/>
                <a:ea typeface="Yu Gothic UI"/>
                <a:cs typeface="Yu Gothic UI"/>
              </a:defRPr>
            </a:lvl1pPr>
            <a:lvl2pPr marL="449263" indent="0">
              <a:buNone/>
              <a:defRPr sz="1800">
                <a:latin typeface="Yu Gothic UI"/>
                <a:ea typeface="Yu Gothic UI"/>
                <a:cs typeface="Yu Gothic UI"/>
              </a:defRPr>
            </a:lvl2pPr>
            <a:lvl3pPr marL="890588" indent="0">
              <a:buNone/>
              <a:defRPr sz="1800">
                <a:latin typeface="Yu Gothic UI"/>
                <a:ea typeface="Yu Gothic UI"/>
                <a:cs typeface="Yu Gothic UI"/>
              </a:defRPr>
            </a:lvl3pPr>
            <a:lvl4pPr marL="1341438" indent="0">
              <a:buNone/>
              <a:defRPr sz="1800">
                <a:latin typeface="Yu Gothic UI"/>
                <a:ea typeface="Yu Gothic UI"/>
                <a:cs typeface="Yu Gothic UI"/>
              </a:defRPr>
            </a:lvl4pPr>
            <a:lvl5pPr marL="1822450" indent="0">
              <a:buNone/>
              <a:defRPr sz="1800">
                <a:latin typeface="Yu Gothic UI"/>
                <a:ea typeface="Yu Gothic UI"/>
                <a:cs typeface="Yu Gothic UI"/>
              </a:defRPr>
            </a:lvl5pPr>
          </a:lstStyle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610600" y="6356348"/>
            <a:ext cx="2743200" cy="365125"/>
          </a:xfrm>
        </p:spPr>
        <p:txBody>
          <a:bodyPr/>
          <a:lstStyle>
            <a:lvl1pPr algn="r">
              <a:buNone/>
              <a:defRPr/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エンドクレジッ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セクション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D02FB24-493B-4123-A0B6-09180120D3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890D093-FE2F-4604-946C-D15AB7EBF1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7F2009-FCEB-48FE-8C7A-B8C659F513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C8DCFE20-2760-245C-6805-9307FDD861B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0" y="2716213"/>
            <a:ext cx="10374313" cy="2262187"/>
          </a:xfrm>
        </p:spPr>
        <p:txBody>
          <a:bodyPr/>
          <a:lstStyle>
            <a:lvl1pPr>
              <a:buNone/>
              <a:defRPr sz="36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48D7FF-B78B-44FF-983F-50666A1D5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98EC68-E480-458A-B36D-265A18218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1653D7-C620-4352-A865-1F041D89FB0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603EA2-4A43-4B89-B70F-998BB42EEB6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C29C83-EA4C-4F10-BAC0-CA53A8B36BC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Yu Gothic UI"/>
          <a:ea typeface="Yu Gothic UI"/>
          <a:cs typeface="Yu Gothic U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Yu Gothic UI"/>
          <a:ea typeface="Yu Gothic UI"/>
          <a:cs typeface="Yu Gothic U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Yu Gothic UI"/>
          <a:ea typeface="Yu Gothic UI"/>
          <a:cs typeface="Yu Gothic U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Yu Gothic UI"/>
          <a:ea typeface="Yu Gothic UI"/>
          <a:cs typeface="Yu Gothic U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Yu Gothic UI"/>
          <a:ea typeface="Yu Gothic UI"/>
          <a:cs typeface="Yu Gothic U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Yu Gothic UI"/>
          <a:ea typeface="Yu Gothic UI"/>
          <a:cs typeface="Yu Gothic U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minghao0922/todomanagement_v2/blob/main/handson/DEPLOY_GUIDE_GUI_FOUNDRY_FOCUS-ja_JP.md#47-id-%E3%81%AB-cosmos-db-%E3%81%B8%E3%81%AE%E3%82%A2%E3%82%AF%E3%82%BB%E3%82%B9%E6%A8%A9%E3%82%92%E4%BB%98%E4%B8%8E%E3%81%99%E3%82%8B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B3DB332-4829-430D-ABF8-AAA02D2E2F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3942EC-8BBF-4694-8E7D-18483F43DB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629150" cy="6858000"/>
          </a:xfrm>
          <a:prstGeom prst="rect">
            <a:avLst/>
          </a:prstGeom>
          <a:solidFill>
            <a:srgbClr val="EAF1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28025D4-9544-4FF2-83EA-C8F94EFBD6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447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0685B20-1434-48E7-9A60-CCE22EA4A975}"/>
              </a:ext>
            </a:extLst>
          </p:cNvPr>
          <p:cNvSpPr>
            <a:spLocks noGrp="1"/>
          </p:cNvSpPr>
          <p:nvPr/>
        </p:nvSpPr>
        <p:spPr>
          <a:xfrm>
            <a:off x="742950" y="819150"/>
            <a:ext cx="342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defRPr>
            </a:pPr>
            <a:r>
              <a: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rPr>
              <a:t>Azure Workshop</a:t>
            </a:r>
          </a:p>
          <a:p>
            <a:pPr algn="l">
              <a:def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defRPr>
            </a:pPr>
            <a:r>
              <a: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rPr>
              <a:t>for Beginners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DBD5B95-C9F5-4638-96D9-A8CE4A155095}"/>
              </a:ext>
            </a:extLst>
          </p:cNvPr>
          <p:cNvSpPr>
            <a:spLocks noGrp="1"/>
          </p:cNvSpPr>
          <p:nvPr/>
        </p:nvSpPr>
        <p:spPr>
          <a:xfrm>
            <a:off x="5219700" y="1200150"/>
            <a:ext cx="5810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lnSpc>
                <a:spcPct val="103000"/>
              </a:lnSpc>
            </a:pPr>
            <a:r>
              <a:rPr lang="ja-JP" altLang="en-US" sz="28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</a:rPr>
              <a:t>クラウドネイティブな</a:t>
            </a:r>
            <a:r>
              <a:rPr lang="en-US" altLang="ja-JP" sz="2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</a:rPr>
              <a:t> AI </a:t>
            </a:r>
            <a:r>
              <a:rPr lang="ja-JP" altLang="en-US" sz="28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</a:rPr>
              <a:t>アプリ構築</a:t>
            </a:r>
            <a:endParaRPr lang="en-US" altLang="ja-JP" sz="28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769FC6D-0B0A-4C37-8C6D-9B70639859DC}"/>
              </a:ext>
            </a:extLst>
          </p:cNvPr>
          <p:cNvSpPr>
            <a:spLocks noGrp="1"/>
          </p:cNvSpPr>
          <p:nvPr/>
        </p:nvSpPr>
        <p:spPr>
          <a:xfrm>
            <a:off x="5257800" y="2590800"/>
            <a:ext cx="5524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lnSpc>
                <a:spcPct val="110000"/>
              </a:lnSpc>
            </a:pPr>
            <a:r>
              <a:rPr lang="en-US" altLang="ja-JP" sz="1400" dirty="0" err="1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この回では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回から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回にかけて構築した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Todo Web 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アプリケーションに組み込むための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AI 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エージェントを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Microsoft Foundry 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で構築します</a:t>
            </a:r>
            <a:endParaRPr lang="en-US" altLang="ja-JP" sz="14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FE36B7A-5E3C-45E7-B5C6-DD919C94A7E7}"/>
              </a:ext>
            </a:extLst>
          </p:cNvPr>
          <p:cNvSpPr>
            <a:spLocks noGrp="1"/>
          </p:cNvSpPr>
          <p:nvPr/>
        </p:nvSpPr>
        <p:spPr>
          <a:xfrm>
            <a:off x="5257800" y="4057650"/>
            <a:ext cx="800100" cy="285750"/>
          </a:xfrm>
          <a:prstGeom prst="rect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回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FE25AC2-4ACC-4216-8714-96B55FB68F91}"/>
              </a:ext>
            </a:extLst>
          </p:cNvPr>
          <p:cNvSpPr>
            <a:spLocks noGrp="1"/>
          </p:cNvSpPr>
          <p:nvPr/>
        </p:nvSpPr>
        <p:spPr>
          <a:xfrm>
            <a:off x="6191250" y="4057650"/>
            <a:ext cx="2076450" cy="285750"/>
          </a:xfrm>
          <a:prstGeom prst="rect">
            <a:avLst/>
          </a:prstGeom>
          <a:solidFill>
            <a:srgbClr val="70AD47"/>
          </a:solidFill>
          <a:ln w="0">
            <a:solidFill>
              <a:srgbClr val="70AD47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765" b="1" dirty="0" err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座学</a:t>
            </a:r>
            <a:r>
              <a:rPr lang="en-US"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 + </a:t>
            </a:r>
            <a:r>
              <a:rPr lang="en-US" sz="765" b="1" dirty="0" err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ハンズオン</a:t>
            </a:r>
            <a:endParaRPr sz="765" b="1" dirty="0">
              <a:solidFill>
                <a:srgbClr val="FFFFFF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57FDBAC-8BBB-46B1-A819-9FBE30EC418A}"/>
              </a:ext>
            </a:extLst>
          </p:cNvPr>
          <p:cNvSpPr>
            <a:spLocks noGrp="1"/>
          </p:cNvSpPr>
          <p:nvPr/>
        </p:nvSpPr>
        <p:spPr>
          <a:xfrm>
            <a:off x="8401050" y="4057650"/>
            <a:ext cx="1352550" cy="28575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lang="en-US"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300分 (</a:t>
            </a:r>
            <a:r>
              <a:rPr lang="en-US" sz="765" b="1" dirty="0" err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休憩含む</a:t>
            </a:r>
            <a:r>
              <a:rPr lang="en-US"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)</a:t>
            </a:r>
            <a:endParaRPr sz="765" b="1" dirty="0">
              <a:solidFill>
                <a:srgbClr val="FFFFFF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22E1A59-BBE7-499C-B63A-23D32A401642}"/>
              </a:ext>
            </a:extLst>
          </p:cNvPr>
          <p:cNvSpPr>
            <a:spLocks noGrp="1"/>
          </p:cNvSpPr>
          <p:nvPr/>
        </p:nvSpPr>
        <p:spPr>
          <a:xfrm>
            <a:off x="9886950" y="4057650"/>
            <a:ext cx="1295400" cy="2857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/>
            <a:r>
              <a:rPr lang="en-US" altLang="ja-JP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2026年9月1</a:t>
            </a:r>
            <a:r>
              <a:rPr lang="ja-JP" altLang="en-US" sz="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７</a:t>
            </a:r>
            <a:r>
              <a:rPr lang="en-US" altLang="ja-JP" sz="800" b="1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</a:t>
            </a:r>
            <a:endParaRPr lang="en-US" altLang="ja-JP" sz="800" dirty="0"/>
          </a:p>
        </p:txBody>
      </p:sp>
    </p:spTree>
    <p:extLst>
      <p:ext uri="{BB962C8B-B14F-4D97-AF65-F5344CB8AC3E}">
        <p14:creationId xmlns:p14="http://schemas.microsoft.com/office/powerpoint/2010/main" val="188169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FB82B-3769-4F08-F752-C53C2606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34E484A-AE77-E3F2-306D-943F87A9590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lang="ja-JP" altLang="en-US"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アジェンダ</a:t>
            </a:r>
            <a:endParaRPr sz="2025" b="1" dirty="0">
              <a:solidFill>
                <a:srgbClr val="1F2937"/>
              </a:solidFill>
              <a:latin typeface="Meiryo UI"/>
              <a:ea typeface="Meiryo UI"/>
              <a:cs typeface="Meiryo UI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FE21A59-58EA-A527-EEA9-DF81F838E9C2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AACD652-3F1F-129B-9B67-2671CA41F4C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3CD4F1C1-B153-1649-DE13-A602B7064ABE}"/>
              </a:ext>
            </a:extLst>
          </p:cNvPr>
          <p:cNvSpPr txBox="1">
            <a:spLocks/>
          </p:cNvSpPr>
          <p:nvPr/>
        </p:nvSpPr>
        <p:spPr>
          <a:xfrm>
            <a:off x="678655" y="1677751"/>
            <a:ext cx="10820399" cy="1751249"/>
          </a:xfrm>
          <a:prstGeom prst="rect">
            <a:avLst/>
          </a:prstGeom>
        </p:spPr>
        <p:txBody>
          <a:bodyPr vert="horz" lIns="91440" tIns="45720" rIns="91440" bIns="45720" anchor="t" anchorCtr="0"/>
          <a:lstStyle>
            <a:defPPr>
              <a:defRPr lang="en-US"/>
            </a:defPPr>
            <a:lvl1pPr marL="0" indent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Microsoft Foundry </a:t>
            </a:r>
            <a:r>
              <a:rPr lang="ja-JP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とは</a:t>
            </a:r>
            <a:endParaRPr lang="en-US" altLang="ja-JP" sz="28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Todo </a:t>
            </a:r>
            <a:r>
              <a:rPr lang="ja-JP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アプリと</a:t>
            </a: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AI </a:t>
            </a:r>
            <a:r>
              <a:rPr lang="ja-JP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エージェントの関係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ja-JP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ハンズオン</a:t>
            </a: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: AI </a:t>
            </a:r>
            <a:r>
              <a:rPr lang="ja-JP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エージェント構築</a:t>
            </a:r>
            <a:endParaRPr lang="en-US" altLang="ja-JP" sz="28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00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9AA6572-0246-49F6-8808-D5E268117F2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今日のゴール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9603FD4-D301-438E-8486-12311D034221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77765BF-B68F-418C-AE34-F72DD54EB634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A5730E2-5407-A714-1228-8D8DE092CA2A}"/>
              </a:ext>
            </a:extLst>
          </p:cNvPr>
          <p:cNvSpPr txBox="1">
            <a:spLocks/>
          </p:cNvSpPr>
          <p:nvPr/>
        </p:nvSpPr>
        <p:spPr>
          <a:xfrm>
            <a:off x="685800" y="1328738"/>
            <a:ext cx="11101414" cy="1046440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en-US" altLang="ja-JP" sz="2000" kern="0" dirty="0"/>
              <a:t>Microsoft Foundry </a:t>
            </a:r>
            <a:r>
              <a:rPr lang="ja-JP" altLang="en-US" sz="2000" kern="0"/>
              <a:t>の</a:t>
            </a:r>
            <a:r>
              <a:rPr lang="en-US" altLang="ja-JP" sz="2000" kern="0" dirty="0"/>
              <a:t> AI </a:t>
            </a:r>
            <a:r>
              <a:rPr lang="ja-JP" altLang="en-US" sz="2000" kern="0"/>
              <a:t>エージェントの仕組みを理解する</a:t>
            </a:r>
            <a:endParaRPr lang="en-US" altLang="ja-JP" sz="2000" kern="0" dirty="0"/>
          </a:p>
          <a:p>
            <a:r>
              <a:rPr lang="en-US" altLang="ja-JP" sz="2000" kern="0" dirty="0"/>
              <a:t>Todo </a:t>
            </a:r>
            <a:r>
              <a:rPr lang="ja-JP" altLang="en-US" sz="2000" kern="0"/>
              <a:t>アプリと今回作成する</a:t>
            </a:r>
            <a:r>
              <a:rPr lang="en-US" altLang="ja-JP" sz="2000" kern="0" dirty="0"/>
              <a:t> AI </a:t>
            </a:r>
            <a:r>
              <a:rPr lang="ja-JP" altLang="en-US" sz="2000" kern="0"/>
              <a:t>エージェントの関係を理解する</a:t>
            </a:r>
            <a:endParaRPr lang="en-US" altLang="ja-JP" sz="2000" kern="0" dirty="0"/>
          </a:p>
          <a:p>
            <a:r>
              <a:rPr lang="en-US" altLang="ja-JP" sz="2000" kern="0" dirty="0"/>
              <a:t>AI </a:t>
            </a:r>
            <a:r>
              <a:rPr lang="ja-JP" altLang="en-US" sz="2000" kern="0"/>
              <a:t>エージェントを作成してみて、体験する</a:t>
            </a:r>
            <a:endParaRPr lang="en-US" altLang="ja-JP" sz="2000" kern="0" dirty="0"/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759E5-6E47-0E3D-6D7C-1108E5724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EA67346-7F29-BA16-CFAB-A998BBEA2B4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MCP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用コンテナアプリの作成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0F6E9C6-C99D-370B-FA70-6A8C20D00A30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13F0677-6F42-EBB6-1B3D-2DD9AA451985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718D6F49-B598-CDAB-44FA-EED3570B2FF2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AI </a:t>
            </a:r>
            <a:r>
              <a:rPr kumimoji="1" lang="ja-JP" altLang="en-US" sz="2000"/>
              <a:t>エージェントが </a:t>
            </a:r>
            <a:r>
              <a:rPr kumimoji="1" lang="en-US" altLang="ja-JP" sz="2000" dirty="0"/>
              <a:t>Cosmos DB </a:t>
            </a:r>
            <a:r>
              <a:rPr kumimoji="1" lang="ja-JP" altLang="en-US" sz="2000"/>
              <a:t>のデータを検索するための</a:t>
            </a:r>
            <a:r>
              <a:rPr kumimoji="1" lang="en-US" altLang="ja-JP" sz="2000" dirty="0"/>
              <a:t> MCP </a:t>
            </a:r>
            <a:r>
              <a:rPr kumimoji="1" lang="ja-JP" altLang="en-US" sz="2000"/>
              <a:t>用コンテナアプリを講師が用意した</a:t>
            </a:r>
            <a:r>
              <a:rPr kumimoji="1" lang="en-US" altLang="ja-JP" sz="2000" dirty="0"/>
              <a:t> ACA </a:t>
            </a:r>
            <a:r>
              <a:rPr kumimoji="1" lang="ja-JP" altLang="en-US" sz="2000"/>
              <a:t>環境上に構築する</a:t>
            </a:r>
            <a:endParaRPr kumimoji="1" lang="en-US" altLang="ja-JP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D8912A2-E67A-A4B9-A207-8607C402B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24087"/>
            <a:ext cx="5238884" cy="3274303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9F5687D-DB47-AEFF-B810-D3C8847AD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319" y="2224087"/>
            <a:ext cx="5238882" cy="327430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C072431-12EB-6445-B394-3DA0D8C9A266}"/>
              </a:ext>
            </a:extLst>
          </p:cNvPr>
          <p:cNvSpPr/>
          <p:nvPr/>
        </p:nvSpPr>
        <p:spPr>
          <a:xfrm>
            <a:off x="2290444" y="2214085"/>
            <a:ext cx="1698625" cy="2052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00B46BA-D6C4-D131-2FED-C4FE2CE230F1}"/>
              </a:ext>
            </a:extLst>
          </p:cNvPr>
          <p:cNvSpPr txBox="1"/>
          <p:nvPr/>
        </p:nvSpPr>
        <p:spPr>
          <a:xfrm>
            <a:off x="2495550" y="1941147"/>
            <a:ext cx="25031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コンテナアプリで検索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6DB3F5C-5B82-EFBE-C367-65E161A9C1DE}"/>
              </a:ext>
            </a:extLst>
          </p:cNvPr>
          <p:cNvSpPr/>
          <p:nvPr/>
        </p:nvSpPr>
        <p:spPr>
          <a:xfrm>
            <a:off x="2290444" y="3112131"/>
            <a:ext cx="1698625" cy="11112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AA2F9B-9D7F-DF7E-4EBC-8A3FE1D701A5}"/>
              </a:ext>
            </a:extLst>
          </p:cNvPr>
          <p:cNvSpPr txBox="1"/>
          <p:nvPr/>
        </p:nvSpPr>
        <p:spPr>
          <a:xfrm>
            <a:off x="2737484" y="3284601"/>
            <a:ext cx="25031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コンテナアプリを選択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933708D-BCA9-9085-E0E1-90BFA318A520}"/>
              </a:ext>
            </a:extLst>
          </p:cNvPr>
          <p:cNvSpPr/>
          <p:nvPr/>
        </p:nvSpPr>
        <p:spPr>
          <a:xfrm>
            <a:off x="6267319" y="2761611"/>
            <a:ext cx="704981" cy="25590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E3D4790-0063-6AF6-7C9D-474CE0240505}"/>
              </a:ext>
            </a:extLst>
          </p:cNvPr>
          <p:cNvSpPr txBox="1"/>
          <p:nvPr/>
        </p:nvSpPr>
        <p:spPr>
          <a:xfrm>
            <a:off x="6951346" y="3112460"/>
            <a:ext cx="25031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作成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&gt;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コンテナアプリを選択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900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921E0-AF66-7980-73F8-A6EEF5094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DE4FDC7-17AA-D915-1CEA-5890A201804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MCP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用コンテナアプリの作成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5C0BEC2-55CC-E4FA-87B8-326FD83EB04D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E9D1D85-7208-F6F4-6D83-4CAE638EF07D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E202802D-2E4F-400A-AA81-57D8BFD5BC40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AI </a:t>
            </a:r>
            <a:r>
              <a:rPr kumimoji="1" lang="ja-JP" altLang="en-US" sz="2000"/>
              <a:t>エージェントが </a:t>
            </a:r>
            <a:r>
              <a:rPr kumimoji="1" lang="en-US" altLang="ja-JP" sz="2000" dirty="0"/>
              <a:t>Cosmos DB </a:t>
            </a:r>
            <a:r>
              <a:rPr kumimoji="1" lang="ja-JP" altLang="en-US" sz="2000"/>
              <a:t>のデータを検索するための</a:t>
            </a:r>
            <a:r>
              <a:rPr kumimoji="1" lang="en-US" altLang="ja-JP" sz="2000" dirty="0"/>
              <a:t> MCP </a:t>
            </a:r>
            <a:r>
              <a:rPr kumimoji="1" lang="ja-JP" altLang="en-US" sz="2000"/>
              <a:t>用コンテナアプリを講師が用意した</a:t>
            </a:r>
            <a:r>
              <a:rPr kumimoji="1" lang="en-US" altLang="ja-JP" sz="2000" dirty="0"/>
              <a:t> ACA </a:t>
            </a:r>
            <a:r>
              <a:rPr kumimoji="1" lang="ja-JP" altLang="en-US" sz="2000"/>
              <a:t>環境上に構築する</a:t>
            </a:r>
            <a:endParaRPr kumimoji="1" lang="en-US" altLang="ja-JP" sz="20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0B1FF522-5484-5FD9-55EF-8C1343BC3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450" y="2131647"/>
            <a:ext cx="5143500" cy="4214812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333090D-DBE7-4F6A-5120-687832B75B76}"/>
              </a:ext>
            </a:extLst>
          </p:cNvPr>
          <p:cNvSpPr/>
          <p:nvPr/>
        </p:nvSpPr>
        <p:spPr>
          <a:xfrm>
            <a:off x="4397375" y="3326366"/>
            <a:ext cx="1820545" cy="32423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5E7F44A-2586-3E82-003C-85B89D048902}"/>
              </a:ext>
            </a:extLst>
          </p:cNvPr>
          <p:cNvSpPr txBox="1"/>
          <p:nvPr/>
        </p:nvSpPr>
        <p:spPr>
          <a:xfrm>
            <a:off x="1894205" y="3207401"/>
            <a:ext cx="250317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自身のサブスクリプション、リソースグループを選択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E9777C6-5E40-51AF-D01A-385B460EFCC5}"/>
              </a:ext>
            </a:extLst>
          </p:cNvPr>
          <p:cNvSpPr/>
          <p:nvPr/>
        </p:nvSpPr>
        <p:spPr>
          <a:xfrm>
            <a:off x="4397375" y="3719385"/>
            <a:ext cx="1820545" cy="15380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B7E5154-AC13-3181-38AC-CAF1CB15242B}"/>
              </a:ext>
            </a:extLst>
          </p:cNvPr>
          <p:cNvSpPr txBox="1"/>
          <p:nvPr/>
        </p:nvSpPr>
        <p:spPr>
          <a:xfrm>
            <a:off x="1894205" y="3750564"/>
            <a:ext cx="250317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講師指示のコンテナアプリ名を入力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01C11C0-C601-6DEA-6B1A-FDAEF487C62C}"/>
              </a:ext>
            </a:extLst>
          </p:cNvPr>
          <p:cNvSpPr/>
          <p:nvPr/>
        </p:nvSpPr>
        <p:spPr>
          <a:xfrm>
            <a:off x="4397374" y="5032922"/>
            <a:ext cx="1820545" cy="32709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3B76F98-F7EB-81F4-95C7-22A8B0202F1A}"/>
              </a:ext>
            </a:extLst>
          </p:cNvPr>
          <p:cNvSpPr txBox="1"/>
          <p:nvPr/>
        </p:nvSpPr>
        <p:spPr>
          <a:xfrm>
            <a:off x="1894204" y="4969014"/>
            <a:ext cx="250317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講師が用意した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ACA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環境を選択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99A4D3D-7FA7-2EBF-A380-90BF9B2DDF8D}"/>
              </a:ext>
            </a:extLst>
          </p:cNvPr>
          <p:cNvSpPr/>
          <p:nvPr/>
        </p:nvSpPr>
        <p:spPr>
          <a:xfrm>
            <a:off x="4512604" y="6130852"/>
            <a:ext cx="624391" cy="21560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1558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7E8B0-2F7A-7C6F-926C-75EED5765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89DBFDA-FCB0-695F-6C1F-168EDE07D75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MCP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用コンテナアプリの作成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FF82FD-B33D-0780-EC23-43917D8392AF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8AFCEF7-D3CA-0DEA-09C6-814BC6F002B7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7F3ED0E5-56C7-CEE5-EE6C-62FDA7613D4E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AI </a:t>
            </a:r>
            <a:r>
              <a:rPr kumimoji="1" lang="ja-JP" altLang="en-US" sz="2000"/>
              <a:t>エージェントが </a:t>
            </a:r>
            <a:r>
              <a:rPr kumimoji="1" lang="en-US" altLang="ja-JP" sz="2000" dirty="0"/>
              <a:t>Cosmos DB </a:t>
            </a:r>
            <a:r>
              <a:rPr kumimoji="1" lang="ja-JP" altLang="en-US" sz="2000"/>
              <a:t>のデータを検索するための</a:t>
            </a:r>
            <a:r>
              <a:rPr kumimoji="1" lang="en-US" altLang="ja-JP" sz="2000" dirty="0"/>
              <a:t> MCP </a:t>
            </a:r>
            <a:r>
              <a:rPr kumimoji="1" lang="ja-JP" altLang="en-US" sz="2000"/>
              <a:t>用コンテナアプリを講師が用意した</a:t>
            </a:r>
            <a:r>
              <a:rPr kumimoji="1" lang="en-US" altLang="ja-JP" sz="2000" dirty="0"/>
              <a:t> ACA </a:t>
            </a:r>
            <a:r>
              <a:rPr kumimoji="1" lang="ja-JP" altLang="en-US" sz="2000"/>
              <a:t>環境上に構築する</a:t>
            </a:r>
            <a:endParaRPr kumimoji="1" lang="en-US" altLang="ja-JP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A225FC7-73DF-B35B-748C-8F6AA744E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74452"/>
            <a:ext cx="5227320" cy="428349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46ED4E4-E76D-3FB9-1843-FD3DF5E4F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80" y="2174452"/>
            <a:ext cx="5227320" cy="4283498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AB67DE2-58C0-147F-6979-220C8CA3EA36}"/>
              </a:ext>
            </a:extLst>
          </p:cNvPr>
          <p:cNvSpPr/>
          <p:nvPr/>
        </p:nvSpPr>
        <p:spPr>
          <a:xfrm>
            <a:off x="1639608" y="3577058"/>
            <a:ext cx="789267" cy="11626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3DBDC1A-8103-ABD5-F11D-0CF65B034123}"/>
              </a:ext>
            </a:extLst>
          </p:cNvPr>
          <p:cNvSpPr txBox="1"/>
          <p:nvPr/>
        </p:nvSpPr>
        <p:spPr>
          <a:xfrm>
            <a:off x="1800226" y="3095064"/>
            <a:ext cx="2319337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チェックを外す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D6EE86C-3E51-9F1E-8897-889A2463D297}"/>
              </a:ext>
            </a:extLst>
          </p:cNvPr>
          <p:cNvSpPr txBox="1"/>
          <p:nvPr/>
        </p:nvSpPr>
        <p:spPr>
          <a:xfrm>
            <a:off x="2495550" y="3575097"/>
            <a:ext cx="2319337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ACR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1A7C71F-70F0-F942-4183-53389DB63413}"/>
              </a:ext>
            </a:extLst>
          </p:cNvPr>
          <p:cNvSpPr/>
          <p:nvPr/>
        </p:nvSpPr>
        <p:spPr>
          <a:xfrm>
            <a:off x="1639607" y="3895583"/>
            <a:ext cx="1839399" cy="60498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3E789A5-37AB-C02E-FEFE-344DBA5D1B9C}"/>
              </a:ext>
            </a:extLst>
          </p:cNvPr>
          <p:cNvSpPr txBox="1"/>
          <p:nvPr/>
        </p:nvSpPr>
        <p:spPr>
          <a:xfrm>
            <a:off x="3536394" y="3878215"/>
            <a:ext cx="2319337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講師が用意した 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ACR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およびコンテナイメージ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C188D39-C47B-5753-EBD3-3ACB215CD8EE}"/>
              </a:ext>
            </a:extLst>
          </p:cNvPr>
          <p:cNvSpPr/>
          <p:nvPr/>
        </p:nvSpPr>
        <p:spPr>
          <a:xfrm>
            <a:off x="1639608" y="4661138"/>
            <a:ext cx="1789391" cy="4183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28159E0-9DC5-D529-11CB-EF85853D5885}"/>
              </a:ext>
            </a:extLst>
          </p:cNvPr>
          <p:cNvSpPr txBox="1"/>
          <p:nvPr/>
        </p:nvSpPr>
        <p:spPr>
          <a:xfrm>
            <a:off x="3511391" y="4661138"/>
            <a:ext cx="2319337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システム割り当てのマネージド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ID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を指定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16E4B24-A4B7-6269-DB15-804A6050EF21}"/>
              </a:ext>
            </a:extLst>
          </p:cNvPr>
          <p:cNvSpPr/>
          <p:nvPr/>
        </p:nvSpPr>
        <p:spPr>
          <a:xfrm>
            <a:off x="7235544" y="4358648"/>
            <a:ext cx="1779869" cy="14191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AF22E60-ECDE-AA8E-3A85-ED9BCA399C1B}"/>
              </a:ext>
            </a:extLst>
          </p:cNvPr>
          <p:cNvSpPr txBox="1"/>
          <p:nvPr/>
        </p:nvSpPr>
        <p:spPr>
          <a:xfrm>
            <a:off x="6075874" y="3834759"/>
            <a:ext cx="2319337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0.5 CPU cores, 1 GB memory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BCB6D91-C69C-4050-A641-F1E7C5A08C14}"/>
              </a:ext>
            </a:extLst>
          </p:cNvPr>
          <p:cNvSpPr/>
          <p:nvPr/>
        </p:nvSpPr>
        <p:spPr>
          <a:xfrm>
            <a:off x="6345609" y="4828478"/>
            <a:ext cx="1779869" cy="119669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779C984-8B83-BE16-29B7-2CDF1DF084E0}"/>
              </a:ext>
            </a:extLst>
          </p:cNvPr>
          <p:cNvSpPr/>
          <p:nvPr/>
        </p:nvSpPr>
        <p:spPr>
          <a:xfrm>
            <a:off x="7302273" y="6255326"/>
            <a:ext cx="625992" cy="20262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吹き出し 20">
            <a:extLst>
              <a:ext uri="{FF2B5EF4-FFF2-40B4-BE49-F238E27FC236}">
                <a16:creationId xmlns:a16="http://schemas.microsoft.com/office/drawing/2014/main" id="{8C5D03DF-7B6B-4CF7-7AFF-43429DCFDFBB}"/>
              </a:ext>
            </a:extLst>
          </p:cNvPr>
          <p:cNvSpPr/>
          <p:nvPr/>
        </p:nvSpPr>
        <p:spPr>
          <a:xfrm>
            <a:off x="8428066" y="2397703"/>
            <a:ext cx="3303272" cy="3823411"/>
          </a:xfrm>
          <a:prstGeom prst="wedgeRectCallout">
            <a:avLst>
              <a:gd name="adj1" fmla="val -55026"/>
              <a:gd name="adj2" fmla="val 2189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以下の変数名、値の環境変数を記述</a:t>
            </a:r>
            <a:endParaRPr kumimoji="1" lang="en-US" altLang="ja-JP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kumimoji="1" lang="en-US" altLang="ja-JP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kumimoji="1" lang="en-US" altLang="ja-JP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A2A2E445-565B-9802-5361-65BACA30E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68816"/>
              </p:ext>
            </p:extLst>
          </p:nvPr>
        </p:nvGraphicFramePr>
        <p:xfrm>
          <a:off x="8557965" y="2773912"/>
          <a:ext cx="3014964" cy="3342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567">
                  <a:extLst>
                    <a:ext uri="{9D8B030D-6E8A-4147-A177-3AD203B41FA5}">
                      <a16:colId xmlns:a16="http://schemas.microsoft.com/office/drawing/2014/main" val="1854536162"/>
                    </a:ext>
                  </a:extLst>
                </a:gridCol>
                <a:gridCol w="1653397">
                  <a:extLst>
                    <a:ext uri="{9D8B030D-6E8A-4147-A177-3AD203B41FA5}">
                      <a16:colId xmlns:a16="http://schemas.microsoft.com/office/drawing/2014/main" val="25287825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環境変数名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006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02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AzureAd__ClientId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02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MCP_CLIENT_ID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93145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02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AzureAd__TenantId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02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TENANT_ID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89677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02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AzureAd__Audience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02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MCP_CLIENT_ID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502725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02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COSMOS_ENDPOINT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02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講師提供の Cosmos DB エンドポイント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36387950"/>
                  </a:ext>
                </a:extLst>
              </a:tr>
              <a:tr h="183927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02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OPENAI_ENDPOINT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02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AZURE_OPENAI_ENDPOINT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191262604"/>
                  </a:ext>
                </a:extLst>
              </a:tr>
              <a:tr h="163561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02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OPENAI_EMBEDDING_DEPLOYMENT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02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EMBEDDING_DEPLOYMENT_NAME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77425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02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ASPNETCORE_ENVIRONMENT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02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Production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61313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02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ASPNETCORE_URLS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02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http://+:8080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81741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224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EC8BB-223A-83EA-DA85-FF2925CD4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55D0FA2-F37D-AF65-BE2C-5110ACC80ED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MCP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用コンテナアプリの作成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3D21B8A-3C59-1BC0-CF79-04D3F45979D0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C52FCCC-47B0-3E4E-7EE9-2BEA13AD07DD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702CE28A-FE2F-4150-EECA-18A9FF905954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AI </a:t>
            </a:r>
            <a:r>
              <a:rPr kumimoji="1" lang="ja-JP" altLang="en-US" sz="2000"/>
              <a:t>エージェントが </a:t>
            </a:r>
            <a:r>
              <a:rPr kumimoji="1" lang="en-US" altLang="ja-JP" sz="2000" dirty="0"/>
              <a:t>Cosmos DB </a:t>
            </a:r>
            <a:r>
              <a:rPr kumimoji="1" lang="ja-JP" altLang="en-US" sz="2000"/>
              <a:t>のデータを検索するための</a:t>
            </a:r>
            <a:r>
              <a:rPr kumimoji="1" lang="en-US" altLang="ja-JP" sz="2000" dirty="0"/>
              <a:t> MCP </a:t>
            </a:r>
            <a:r>
              <a:rPr kumimoji="1" lang="ja-JP" altLang="en-US" sz="2000"/>
              <a:t>用コンテナアプリを講師が用意した</a:t>
            </a:r>
            <a:r>
              <a:rPr kumimoji="1" lang="en-US" altLang="ja-JP" sz="2000" dirty="0"/>
              <a:t> ACA </a:t>
            </a:r>
            <a:r>
              <a:rPr kumimoji="1" lang="ja-JP" altLang="en-US" sz="2000"/>
              <a:t>環境上に構築する</a:t>
            </a:r>
            <a:endParaRPr kumimoji="1" lang="en-US" altLang="ja-JP" sz="20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0508E9F-8DE6-3B39-2968-0820643D2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25167"/>
            <a:ext cx="5165432" cy="4232784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319FDA56-56B0-0E6A-8C51-95BD211FA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769" y="2225166"/>
            <a:ext cx="5165431" cy="4232783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93FC495-C79A-5FC5-E149-2BB233F37EC2}"/>
              </a:ext>
            </a:extLst>
          </p:cNvPr>
          <p:cNvSpPr/>
          <p:nvPr/>
        </p:nvSpPr>
        <p:spPr>
          <a:xfrm>
            <a:off x="1608436" y="3209362"/>
            <a:ext cx="209973" cy="13651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06F4FB9-FC17-4230-F190-E8E5E8AEC3A1}"/>
              </a:ext>
            </a:extLst>
          </p:cNvPr>
          <p:cNvSpPr txBox="1"/>
          <p:nvPr/>
        </p:nvSpPr>
        <p:spPr>
          <a:xfrm>
            <a:off x="1903269" y="3131275"/>
            <a:ext cx="2319337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チェック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E8AE116-FDC5-FAA0-26B2-F3C84971E269}"/>
              </a:ext>
            </a:extLst>
          </p:cNvPr>
          <p:cNvSpPr/>
          <p:nvPr/>
        </p:nvSpPr>
        <p:spPr>
          <a:xfrm>
            <a:off x="1620560" y="3611144"/>
            <a:ext cx="1735704" cy="2215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D6A82D9-0E2F-AC47-DB14-4802BBB768CC}"/>
              </a:ext>
            </a:extLst>
          </p:cNvPr>
          <p:cNvSpPr/>
          <p:nvPr/>
        </p:nvSpPr>
        <p:spPr>
          <a:xfrm>
            <a:off x="1620560" y="3903654"/>
            <a:ext cx="282709" cy="1873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C074252-8677-5EB5-EC85-786FCF7A56BC}"/>
              </a:ext>
            </a:extLst>
          </p:cNvPr>
          <p:cNvSpPr txBox="1"/>
          <p:nvPr/>
        </p:nvSpPr>
        <p:spPr>
          <a:xfrm>
            <a:off x="1985963" y="3903654"/>
            <a:ext cx="2319337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HTTP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39D475F-31DC-0593-BE1B-401749FDB412}"/>
              </a:ext>
            </a:extLst>
          </p:cNvPr>
          <p:cNvSpPr txBox="1"/>
          <p:nvPr/>
        </p:nvSpPr>
        <p:spPr>
          <a:xfrm>
            <a:off x="3444079" y="3500345"/>
            <a:ext cx="2319337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どこからでもトラッフィクを受け入れるを選択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8EA72C2E-C303-728B-B8EA-52BF8483AF50}"/>
              </a:ext>
            </a:extLst>
          </p:cNvPr>
          <p:cNvSpPr/>
          <p:nvPr/>
        </p:nvSpPr>
        <p:spPr>
          <a:xfrm>
            <a:off x="1620559" y="4161925"/>
            <a:ext cx="1823520" cy="17514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DAF05E6-2CA6-4779-5770-E412ED52B0A2}"/>
              </a:ext>
            </a:extLst>
          </p:cNvPr>
          <p:cNvSpPr txBox="1"/>
          <p:nvPr/>
        </p:nvSpPr>
        <p:spPr>
          <a:xfrm>
            <a:off x="3531895" y="4161925"/>
            <a:ext cx="2319337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Auto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F93C8A5E-2E57-612E-AAF0-D5DC3274D9C2}"/>
              </a:ext>
            </a:extLst>
          </p:cNvPr>
          <p:cNvSpPr/>
          <p:nvPr/>
        </p:nvSpPr>
        <p:spPr>
          <a:xfrm>
            <a:off x="1620559" y="4383523"/>
            <a:ext cx="1823520" cy="1178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5252B096-A519-A070-FBF1-3E2F66D13BF0}"/>
              </a:ext>
            </a:extLst>
          </p:cNvPr>
          <p:cNvSpPr txBox="1"/>
          <p:nvPr/>
        </p:nvSpPr>
        <p:spPr>
          <a:xfrm>
            <a:off x="3531895" y="4380307"/>
            <a:ext cx="2319337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8080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を入力</a:t>
            </a:r>
            <a:endParaRPr lang="en-US" altLang="ja-JP" sz="1600" dirty="0">
              <a:solidFill>
                <a:srgbClr val="FF0000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380A1D0-C361-88DA-FAD0-D8AA7C7A59A7}"/>
              </a:ext>
            </a:extLst>
          </p:cNvPr>
          <p:cNvSpPr/>
          <p:nvPr/>
        </p:nvSpPr>
        <p:spPr>
          <a:xfrm>
            <a:off x="685800" y="6237502"/>
            <a:ext cx="626165" cy="16329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960302F-76CA-E0A6-F003-5DBBEB2B8252}"/>
              </a:ext>
            </a:extLst>
          </p:cNvPr>
          <p:cNvSpPr/>
          <p:nvPr/>
        </p:nvSpPr>
        <p:spPr>
          <a:xfrm>
            <a:off x="6340769" y="6261355"/>
            <a:ext cx="401937" cy="19659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2859E1A-7153-9283-541E-263FDB6B8A65}"/>
              </a:ext>
            </a:extLst>
          </p:cNvPr>
          <p:cNvSpPr/>
          <p:nvPr/>
        </p:nvSpPr>
        <p:spPr>
          <a:xfrm>
            <a:off x="8484042" y="3029447"/>
            <a:ext cx="2743200" cy="290222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以下のようなエラーでデプロイできなかった場合、</a:t>
            </a:r>
            <a:r>
              <a:rPr lang="en-US" altLang="ja-JP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ACA </a:t>
            </a:r>
            <a:r>
              <a:rPr lang="ja-JP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環境のマネージド</a:t>
            </a:r>
            <a:r>
              <a:rPr lang="en-US" altLang="ja-JP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ID </a:t>
            </a:r>
            <a:r>
              <a:rPr lang="ja-JP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の再作成、</a:t>
            </a:r>
            <a:r>
              <a:rPr lang="en-US" altLang="ja-JP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ACR </a:t>
            </a:r>
            <a:r>
              <a:rPr lang="ja-JP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をスコープとした</a:t>
            </a:r>
            <a:r>
              <a:rPr lang="en-US" altLang="ja-JP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lang="en-US" altLang="ja-JP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AcrPull</a:t>
            </a:r>
            <a:r>
              <a:rPr lang="en-US" altLang="ja-JP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lang="ja-JP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ロールの再付与を講師に依頼して下さい。</a:t>
            </a:r>
            <a:endParaRPr lang="en-US" altLang="ja-JP" sz="1000" dirty="0">
              <a:solidFill>
                <a:schemeClr val="tx1">
                  <a:lumMod val="85000"/>
                  <a:lumOff val="1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endParaRPr lang="en-US" altLang="ja-JP" sz="1000" dirty="0">
              <a:solidFill>
                <a:schemeClr val="tx1">
                  <a:lumMod val="85000"/>
                  <a:lumOff val="1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r>
              <a:rPr lang="ja-JP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原因として</a:t>
            </a:r>
            <a:r>
              <a:rPr lang="en-US" altLang="ja-JP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ACA </a:t>
            </a:r>
            <a:r>
              <a:rPr lang="ja-JP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環境のマネージド</a:t>
            </a:r>
            <a:r>
              <a:rPr lang="en-US" altLang="ja-JP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ID </a:t>
            </a:r>
            <a:r>
              <a:rPr lang="ja-JP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の作成が不完全でマネージド</a:t>
            </a:r>
            <a:r>
              <a:rPr lang="en-US" altLang="ja-JP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ID </a:t>
            </a:r>
            <a:r>
              <a:rPr lang="ja-JP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のメタデータに</a:t>
            </a:r>
            <a:r>
              <a:rPr lang="en-US" altLang="ja-JP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Entra ID </a:t>
            </a:r>
            <a:r>
              <a:rPr lang="ja-JP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テナント</a:t>
            </a:r>
            <a:r>
              <a:rPr lang="en-US" altLang="ja-JP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ID </a:t>
            </a:r>
            <a:r>
              <a:rPr lang="ja-JP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が不足しているかもしれません。</a:t>
            </a:r>
            <a:endParaRPr lang="en-US" altLang="ja-JP" sz="1000" dirty="0">
              <a:solidFill>
                <a:schemeClr val="tx1">
                  <a:lumMod val="85000"/>
                  <a:lumOff val="1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endParaRPr lang="en-US" altLang="ja-JP" sz="1000" dirty="0">
              <a:solidFill>
                <a:schemeClr val="tx1">
                  <a:lumMod val="85000"/>
                  <a:lumOff val="1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r>
              <a:rPr lang="ja-JP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■エラー例</a:t>
            </a:r>
            <a:endParaRPr lang="en-US" altLang="ja-JP" sz="1000" dirty="0">
              <a:solidFill>
                <a:schemeClr val="tx1">
                  <a:lumMod val="85000"/>
                  <a:lumOff val="1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r>
              <a:rPr lang="ja-JP" altLang="ja-JP" sz="100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Failed to provision revision for container app ‘</a:t>
            </a:r>
            <a:r>
              <a:rPr lang="en-US" altLang="ja-JP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&lt;</a:t>
            </a:r>
            <a:r>
              <a:rPr lang="ja-JP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コンテナアプリ名</a:t>
            </a:r>
            <a:r>
              <a:rPr lang="en-US" altLang="ja-JP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&gt;</a:t>
            </a:r>
            <a:r>
              <a:rPr lang="ja-JP" altLang="ja-JP" sz="100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'. Error details: Identity with resource ID 'system-environment' not found for registry acrtodomanageta6kea.azurecr.io.. (Code: ContainerAppOperationError)</a:t>
            </a:r>
            <a:endParaRPr kumimoji="1" lang="ja-JP" altLang="en-US" sz="1000">
              <a:solidFill>
                <a:schemeClr val="tx1">
                  <a:lumMod val="85000"/>
                  <a:lumOff val="1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0696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93073-F771-4249-3A52-68CF99F0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7C76764-C384-EBBD-6D94-876AC8644BD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MCP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用コンテナアプリの作成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E26277C-0617-7BBA-8F3B-C918CEDF015E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21724E8-9981-CD3A-0918-C8A2B47DFD4F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9E93CD28-E671-14F3-BDEF-DA68D6A80FEA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AI </a:t>
            </a:r>
            <a:r>
              <a:rPr kumimoji="1" lang="ja-JP" altLang="en-US" sz="2000"/>
              <a:t>エージェントが </a:t>
            </a:r>
            <a:r>
              <a:rPr kumimoji="1" lang="en-US" altLang="ja-JP" sz="2000" dirty="0"/>
              <a:t>Cosmos DB </a:t>
            </a:r>
            <a:r>
              <a:rPr kumimoji="1" lang="ja-JP" altLang="en-US" sz="2000"/>
              <a:t>のデータを検索するための</a:t>
            </a:r>
            <a:r>
              <a:rPr kumimoji="1" lang="en-US" altLang="ja-JP" sz="2000" dirty="0"/>
              <a:t> MCP </a:t>
            </a:r>
            <a:r>
              <a:rPr kumimoji="1" lang="ja-JP" altLang="en-US" sz="2000"/>
              <a:t>用コンテナアプリを講師が用意した</a:t>
            </a:r>
            <a:r>
              <a:rPr kumimoji="1" lang="en-US" altLang="ja-JP" sz="2000" dirty="0"/>
              <a:t> ACA </a:t>
            </a:r>
            <a:r>
              <a:rPr kumimoji="1" lang="ja-JP" altLang="en-US" sz="2000"/>
              <a:t>環境上に構築する</a:t>
            </a:r>
            <a:endParaRPr kumimoji="1" lang="en-US" altLang="ja-JP" sz="20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6083A81-98DD-893C-D189-550CC22894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241" y="2131647"/>
            <a:ext cx="6853518" cy="4283449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C1DE074-DA6E-46E2-F43D-4895161596F5}"/>
              </a:ext>
            </a:extLst>
          </p:cNvPr>
          <p:cNvSpPr/>
          <p:nvPr/>
        </p:nvSpPr>
        <p:spPr>
          <a:xfrm>
            <a:off x="7357971" y="3261190"/>
            <a:ext cx="1902569" cy="2215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C6D2911-B2BF-C681-E71F-1FE0BDC5ACD0}"/>
              </a:ext>
            </a:extLst>
          </p:cNvPr>
          <p:cNvSpPr txBox="1"/>
          <p:nvPr/>
        </p:nvSpPr>
        <p:spPr>
          <a:xfrm>
            <a:off x="8177444" y="3541946"/>
            <a:ext cx="2319337" cy="6647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作成したコンテナアプリの概要画面でアプリケーション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URL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を記録しておく</a:t>
            </a:r>
          </a:p>
        </p:txBody>
      </p:sp>
    </p:spTree>
    <p:extLst>
      <p:ext uri="{BB962C8B-B14F-4D97-AF65-F5344CB8AC3E}">
        <p14:creationId xmlns:p14="http://schemas.microsoft.com/office/powerpoint/2010/main" val="4273843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8258E-6936-8AE1-8F68-0E1F0631A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E46C9E7-56AE-8FE0-761A-B52B4782C20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コンテナアプリのマネージド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ID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の作成と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Cosmos DB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へのアクセス件の付与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05183A8-0802-95DC-A342-7A60D2396789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E677707-986D-96B4-BD70-4B5BF6172B1F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37A7DA6D-CC74-1076-39C7-9CA0F4AAD70B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ja-JP" altLang="en-US" sz="2000"/>
              <a:t>作成したコンテナアプリの画面からコンテナアプリのマネージド</a:t>
            </a:r>
            <a:r>
              <a:rPr kumimoji="1" lang="en-US" altLang="ja-JP" sz="2000" dirty="0"/>
              <a:t> ID </a:t>
            </a:r>
            <a:r>
              <a:rPr kumimoji="1" lang="ja-JP" altLang="en-US" sz="2000"/>
              <a:t>を有効化します。</a:t>
            </a:r>
            <a:endParaRPr kumimoji="1" lang="en-US" altLang="ja-JP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4C6B7AB-B5DC-8909-614E-01E2B87FB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053" y="1812559"/>
            <a:ext cx="5741894" cy="4705162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FDCFA8F-D5B9-F5F5-B420-0F17A08FDD4E}"/>
              </a:ext>
            </a:extLst>
          </p:cNvPr>
          <p:cNvSpPr/>
          <p:nvPr/>
        </p:nvSpPr>
        <p:spPr>
          <a:xfrm>
            <a:off x="4294698" y="3010509"/>
            <a:ext cx="411773" cy="2215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93144B3-684F-B00B-983C-B2909F42FF29}"/>
              </a:ext>
            </a:extLst>
          </p:cNvPr>
          <p:cNvSpPr/>
          <p:nvPr/>
        </p:nvSpPr>
        <p:spPr>
          <a:xfrm>
            <a:off x="4294697" y="2716324"/>
            <a:ext cx="411773" cy="2215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FE0A4E3-191C-31CA-9E67-31B2FD1116F6}"/>
              </a:ext>
            </a:extLst>
          </p:cNvPr>
          <p:cNvSpPr txBox="1"/>
          <p:nvPr/>
        </p:nvSpPr>
        <p:spPr>
          <a:xfrm>
            <a:off x="4798869" y="3010509"/>
            <a:ext cx="2319337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On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7AA1D8B-E6EC-BDC1-F3C9-E3FE8AF9B5FA}"/>
              </a:ext>
            </a:extLst>
          </p:cNvPr>
          <p:cNvSpPr txBox="1"/>
          <p:nvPr/>
        </p:nvSpPr>
        <p:spPr>
          <a:xfrm>
            <a:off x="4305300" y="3377280"/>
            <a:ext cx="4362824" cy="6647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保存したあとのマネージド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ID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Object ID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は後で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Cloud Shell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のコマンドで利用する</a:t>
            </a:r>
            <a:endParaRPr kumimoji="0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また、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リソースをスコープにロールを付与する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289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B0D10-9D9E-38A3-2695-089B278E0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865F28B-7E17-A7CC-C528-2617445C505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コンテナアプリのマネージド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ID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の作成と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Cosmos DB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へのアクセス件の付与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AC2EA64-E34A-AA2E-8031-0F8A6ED1CE91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6BE938B-361C-9206-A581-23E9414087B5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0A3B10EB-765A-B072-CF32-DBE9530CE27A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Azure Cloud Shell </a:t>
            </a:r>
            <a:r>
              <a:rPr kumimoji="1" lang="ja-JP" altLang="en-US" sz="2000"/>
              <a:t>を</a:t>
            </a:r>
            <a:r>
              <a:rPr kumimoji="1" lang="en-US" altLang="ja-JP" sz="2000" dirty="0"/>
              <a:t> PowerShell </a:t>
            </a:r>
            <a:r>
              <a:rPr kumimoji="1" lang="ja-JP" altLang="en-US" sz="2000"/>
              <a:t>で開きます。</a:t>
            </a:r>
            <a:endParaRPr kumimoji="1" lang="en-US" altLang="ja-JP" sz="20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E4FDA29D-B7F2-FE87-7639-D07758257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00250"/>
            <a:ext cx="5290970" cy="3306856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AB2FD4C-CC63-68C5-B358-1F757BD21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232" y="2000251"/>
            <a:ext cx="5290970" cy="3306856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662B634-619F-2CCF-87E1-05CAA0DE3CA7}"/>
              </a:ext>
            </a:extLst>
          </p:cNvPr>
          <p:cNvSpPr/>
          <p:nvPr/>
        </p:nvSpPr>
        <p:spPr>
          <a:xfrm>
            <a:off x="4305301" y="1941148"/>
            <a:ext cx="239805" cy="27863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F5ED75E-BED7-9400-9BB4-59C622513AF3}"/>
              </a:ext>
            </a:extLst>
          </p:cNvPr>
          <p:cNvSpPr txBox="1"/>
          <p:nvPr/>
        </p:nvSpPr>
        <p:spPr>
          <a:xfrm>
            <a:off x="3850250" y="2278886"/>
            <a:ext cx="190616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Cloud Shell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のアイコンを選択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83516C2-0F8A-DC9E-F73C-D83A6CE31F37}"/>
              </a:ext>
            </a:extLst>
          </p:cNvPr>
          <p:cNvSpPr/>
          <p:nvPr/>
        </p:nvSpPr>
        <p:spPr>
          <a:xfrm>
            <a:off x="3283100" y="4621595"/>
            <a:ext cx="473112" cy="27863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79EAA16-2516-2DF2-4685-E17A933B0125}"/>
              </a:ext>
            </a:extLst>
          </p:cNvPr>
          <p:cNvSpPr txBox="1"/>
          <p:nvPr/>
        </p:nvSpPr>
        <p:spPr>
          <a:xfrm>
            <a:off x="3913411" y="4789431"/>
            <a:ext cx="190616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PowerShell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D920884-46F6-52B2-C14F-1A4CD5B2BCB7}"/>
              </a:ext>
            </a:extLst>
          </p:cNvPr>
          <p:cNvSpPr/>
          <p:nvPr/>
        </p:nvSpPr>
        <p:spPr>
          <a:xfrm>
            <a:off x="7478582" y="4336272"/>
            <a:ext cx="903418" cy="1460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DC8EAF5-3B08-FA61-EACC-EE59FCAFE98A}"/>
              </a:ext>
            </a:extLst>
          </p:cNvPr>
          <p:cNvSpPr txBox="1"/>
          <p:nvPr/>
        </p:nvSpPr>
        <p:spPr>
          <a:xfrm>
            <a:off x="8503340" y="4108776"/>
            <a:ext cx="190616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ストレージアカウントは不要を選択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710569E-4E1A-59F3-2378-DED022002ABB}"/>
              </a:ext>
            </a:extLst>
          </p:cNvPr>
          <p:cNvSpPr/>
          <p:nvPr/>
        </p:nvSpPr>
        <p:spPr>
          <a:xfrm>
            <a:off x="7478581" y="4621595"/>
            <a:ext cx="1024759" cy="1460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5823C25-049C-20BD-873E-4737591907D2}"/>
              </a:ext>
            </a:extLst>
          </p:cNvPr>
          <p:cNvSpPr txBox="1"/>
          <p:nvPr/>
        </p:nvSpPr>
        <p:spPr>
          <a:xfrm>
            <a:off x="8686220" y="4567832"/>
            <a:ext cx="190616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受講者用サブスクリプションを選択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9D9AA0F-069A-4EB5-2892-D6CDB1D7D364}"/>
              </a:ext>
            </a:extLst>
          </p:cNvPr>
          <p:cNvSpPr/>
          <p:nvPr/>
        </p:nvSpPr>
        <p:spPr>
          <a:xfrm>
            <a:off x="7478582" y="4864949"/>
            <a:ext cx="428290" cy="1460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1786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5A1C7-F9CA-48E2-07BC-9F202F6C1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48AF0B3-F6FC-F45A-B89F-988CAA89EFB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コンテナアプリのマネージド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ID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の作成と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Cosmos DB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へのアクセス件の付与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D5C3910-AAEF-FDFD-1576-3895E4203065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6664C29-3FFC-5DAF-6050-ABCD4967C814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796D7346-CBE7-CA65-24E9-108FE1B070F9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ja-JP" altLang="en-US" sz="2000">
                <a:hlinkClick r:id="rId3"/>
              </a:rPr>
              <a:t>受講者用手順書に記載の以下のコマンド</a:t>
            </a:r>
            <a:r>
              <a:rPr kumimoji="1" lang="ja-JP" altLang="en-US" sz="2000"/>
              <a:t>を</a:t>
            </a:r>
            <a:r>
              <a:rPr kumimoji="1" lang="en-US" altLang="ja-JP" sz="2000" dirty="0"/>
              <a:t> Azure Cloud Shell </a:t>
            </a:r>
            <a:r>
              <a:rPr kumimoji="1" lang="ja-JP" altLang="en-US" sz="2000"/>
              <a:t>で実行する</a:t>
            </a:r>
            <a:endParaRPr kumimoji="1" lang="en-US" altLang="ja-JP" sz="20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784FBB7-FB77-FAFB-CDEC-C27A4851002A}"/>
              </a:ext>
            </a:extLst>
          </p:cNvPr>
          <p:cNvSpPr txBox="1"/>
          <p:nvPr/>
        </p:nvSpPr>
        <p:spPr>
          <a:xfrm>
            <a:off x="663388" y="2043433"/>
            <a:ext cx="6606988" cy="385009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9365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ja-JP" sz="1200" kern="0" dirty="0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$</a:t>
            </a:r>
            <a:r>
              <a:rPr lang="en-US" altLang="ja-JP" sz="1200" kern="0" dirty="0" err="1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cosmosResourceGroup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= </a:t>
            </a:r>
            <a:r>
              <a:rPr lang="en-US" altLang="ja-JP" sz="1200" kern="0" dirty="0">
                <a:solidFill>
                  <a:srgbClr val="D69D8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"&lt;cosmos-resource-group&gt;"</a:t>
            </a:r>
            <a:endParaRPr lang="ja-JP" altLang="ja-JP" sz="1200" kern="10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>
              <a:lnSpc>
                <a:spcPct val="129365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ja-JP" sz="1200" kern="0" dirty="0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$</a:t>
            </a:r>
            <a:r>
              <a:rPr lang="en-US" altLang="ja-JP" sz="1200" kern="0" dirty="0" err="1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cosmosAccountName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= </a:t>
            </a:r>
            <a:r>
              <a:rPr lang="en-US" altLang="ja-JP" sz="1200" kern="0" dirty="0">
                <a:solidFill>
                  <a:srgbClr val="D69D8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"&lt;cosmos-account-name&gt;"</a:t>
            </a:r>
            <a:endParaRPr lang="ja-JP" altLang="ja-JP" sz="1200" kern="10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>
              <a:lnSpc>
                <a:spcPct val="129365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ja-JP" sz="1200" kern="0" dirty="0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$</a:t>
            </a:r>
            <a:r>
              <a:rPr lang="en-US" altLang="ja-JP" sz="1200" kern="0" dirty="0" err="1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cosmosAccountId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= </a:t>
            </a:r>
            <a:r>
              <a:rPr lang="en-US" altLang="ja-JP" sz="1200" kern="0" dirty="0" err="1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az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ja-JP" sz="1200" kern="0" dirty="0" err="1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cosmosdb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show `</a:t>
            </a:r>
            <a:endParaRPr lang="ja-JP" altLang="ja-JP" sz="1200" kern="10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>
              <a:lnSpc>
                <a:spcPct val="129365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  </a:t>
            </a:r>
            <a:r>
              <a:rPr lang="en-US" altLang="ja-JP" sz="1200" kern="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--resource-group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ja-JP" sz="1200" kern="0" dirty="0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$</a:t>
            </a:r>
            <a:r>
              <a:rPr lang="en-US" altLang="ja-JP" sz="1200" kern="0" dirty="0" err="1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cosmosResourceGroup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`</a:t>
            </a:r>
            <a:endParaRPr lang="ja-JP" altLang="ja-JP" sz="1200" kern="10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>
              <a:lnSpc>
                <a:spcPct val="129365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  </a:t>
            </a:r>
            <a:r>
              <a:rPr lang="en-US" altLang="ja-JP" sz="1200" kern="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--name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ja-JP" sz="1200" kern="0" dirty="0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$</a:t>
            </a:r>
            <a:r>
              <a:rPr lang="en-US" altLang="ja-JP" sz="1200" kern="0" dirty="0" err="1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cosmosAccountName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`</a:t>
            </a:r>
            <a:endParaRPr lang="ja-JP" altLang="ja-JP" sz="1200" kern="10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>
              <a:lnSpc>
                <a:spcPct val="129365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  </a:t>
            </a:r>
            <a:r>
              <a:rPr lang="en-US" altLang="ja-JP" sz="1200" kern="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--query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id `</a:t>
            </a:r>
            <a:endParaRPr lang="ja-JP" altLang="ja-JP" sz="1200" kern="10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>
              <a:lnSpc>
                <a:spcPct val="129365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  </a:t>
            </a:r>
            <a:r>
              <a:rPr lang="en-US" altLang="ja-JP" sz="1200" kern="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--output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ja-JP" sz="1200" kern="0" dirty="0" err="1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tsv</a:t>
            </a:r>
            <a:endParaRPr lang="ja-JP" altLang="ja-JP" sz="1200" kern="10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>
              <a:lnSpc>
                <a:spcPct val="129365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 </a:t>
            </a:r>
            <a:endParaRPr lang="ja-JP" altLang="ja-JP" sz="1200" kern="10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>
              <a:lnSpc>
                <a:spcPct val="129365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ja-JP" sz="1200" kern="0" dirty="0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$</a:t>
            </a:r>
            <a:r>
              <a:rPr lang="en-US" altLang="ja-JP" sz="1200" kern="0" dirty="0" err="1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mcpPrincipalId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= </a:t>
            </a:r>
            <a:r>
              <a:rPr lang="en-US" altLang="ja-JP" sz="1200" kern="0" dirty="0">
                <a:solidFill>
                  <a:srgbClr val="D69D8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"&lt;MCP_PRINCIPAL_ID&gt;"</a:t>
            </a:r>
            <a:endParaRPr lang="ja-JP" altLang="ja-JP" sz="1200" kern="10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>
              <a:lnSpc>
                <a:spcPct val="129365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 </a:t>
            </a:r>
            <a:endParaRPr lang="ja-JP" altLang="ja-JP" sz="1200" kern="10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>
              <a:lnSpc>
                <a:spcPct val="129365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ja-JP" sz="1200" kern="0" dirty="0" err="1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az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ja-JP" sz="1200" kern="0" dirty="0" err="1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cosmosdb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ja-JP" sz="1200" kern="0" dirty="0" err="1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sql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role assignment create `</a:t>
            </a:r>
            <a:endParaRPr lang="ja-JP" altLang="ja-JP" sz="1200" kern="10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>
              <a:lnSpc>
                <a:spcPct val="129365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 </a:t>
            </a:r>
            <a:r>
              <a:rPr lang="en-US" altLang="ja-JP" sz="1200" kern="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--resource-group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ja-JP" sz="1200" kern="0" dirty="0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$</a:t>
            </a:r>
            <a:r>
              <a:rPr lang="en-US" altLang="ja-JP" sz="1200" kern="0" dirty="0" err="1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cosmosResourceGroup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`</a:t>
            </a:r>
            <a:endParaRPr lang="ja-JP" altLang="ja-JP" sz="1200" kern="10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>
              <a:lnSpc>
                <a:spcPct val="129365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 </a:t>
            </a:r>
            <a:r>
              <a:rPr lang="en-US" altLang="ja-JP" sz="1200" kern="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--account-name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ja-JP" sz="1200" kern="0" dirty="0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$</a:t>
            </a:r>
            <a:r>
              <a:rPr lang="en-US" altLang="ja-JP" sz="1200" kern="0" dirty="0" err="1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cosmosAccountName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`</a:t>
            </a:r>
            <a:endParaRPr lang="ja-JP" altLang="ja-JP" sz="1200" kern="10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>
              <a:lnSpc>
                <a:spcPct val="129365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 </a:t>
            </a:r>
            <a:r>
              <a:rPr lang="en-US" altLang="ja-JP" sz="1200" kern="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--role-definition-id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ja-JP" sz="1200" kern="0" dirty="0">
                <a:solidFill>
                  <a:srgbClr val="D69D8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"00000000-0000-0000-0000-000000000001"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`</a:t>
            </a:r>
            <a:endParaRPr lang="ja-JP" altLang="ja-JP" sz="1200" kern="10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>
              <a:lnSpc>
                <a:spcPct val="129365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 </a:t>
            </a:r>
            <a:r>
              <a:rPr lang="en-US" altLang="ja-JP" sz="1200" kern="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--principal-id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ja-JP" sz="1200" kern="0" dirty="0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$</a:t>
            </a:r>
            <a:r>
              <a:rPr lang="en-US" altLang="ja-JP" sz="1200" kern="0" dirty="0" err="1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mcpPrincipalId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`</a:t>
            </a:r>
            <a:endParaRPr lang="ja-JP" altLang="ja-JP" sz="1200" kern="10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 </a:t>
            </a:r>
            <a:r>
              <a:rPr lang="en-US" altLang="ja-JP" sz="1200" kern="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--scope</a:t>
            </a:r>
            <a:r>
              <a:rPr lang="en-US" altLang="ja-JP" sz="1200" kern="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ja-JP" sz="1200" kern="0" dirty="0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$</a:t>
            </a:r>
            <a:r>
              <a:rPr lang="en-US" altLang="ja-JP" sz="1200" kern="0" dirty="0" err="1">
                <a:solidFill>
                  <a:srgbClr val="BD63C5"/>
                </a:solidFill>
                <a:effectLst/>
                <a:latin typeface="Menlo" panose="020B0609030804020204" pitchFamily="49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cosmosAccountId</a:t>
            </a:r>
            <a:endParaRPr lang="ja-JP" altLang="ja-JP" sz="1200" kern="10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B3E127B-497E-74BA-161D-C0766A3E225C}"/>
              </a:ext>
            </a:extLst>
          </p:cNvPr>
          <p:cNvSpPr txBox="1"/>
          <p:nvPr/>
        </p:nvSpPr>
        <p:spPr>
          <a:xfrm>
            <a:off x="4572000" y="3968479"/>
            <a:ext cx="44644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MCP Principal ID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は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アプリ登録の 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Client ID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のこと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051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330E-4773-00AD-1CD8-C9F333E0B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B0B9897-2F16-F664-4958-66F58FA4A8A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コンテナアプリのマネージド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ID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に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Foundry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リソースのロールを付与する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46BD12E-D2E9-05BA-4EC9-0C562BF4AC75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F6A0591-C0BE-C489-5C3A-4E138AEF2F36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C3548EED-B795-2A84-70D2-C963D6D3CCB1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ja-JP" altLang="en-US" sz="2000"/>
              <a:t>コンテナアプリのマネージド </a:t>
            </a:r>
            <a:r>
              <a:rPr kumimoji="1" lang="en-US" altLang="ja-JP" sz="2000" dirty="0"/>
              <a:t>ID </a:t>
            </a:r>
            <a:r>
              <a:rPr kumimoji="1" lang="ja-JP" altLang="en-US" sz="2000"/>
              <a:t>に</a:t>
            </a:r>
            <a:r>
              <a:rPr kumimoji="1" lang="en-US" altLang="ja-JP" sz="2000" dirty="0"/>
              <a:t> Foundry </a:t>
            </a:r>
            <a:r>
              <a:rPr kumimoji="1" lang="ja-JP" altLang="en-US" sz="2000"/>
              <a:t>リソースをスコープとして</a:t>
            </a:r>
            <a:r>
              <a:rPr kumimoji="1" lang="en-US" altLang="ja-JP" sz="2000" dirty="0"/>
              <a:t> Foundry User </a:t>
            </a:r>
            <a:r>
              <a:rPr kumimoji="1" lang="ja-JP" altLang="en-US" sz="2000"/>
              <a:t>のロールを付与する</a:t>
            </a:r>
            <a:endParaRPr kumimoji="1" lang="en-US" altLang="ja-JP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D5CBD79-43FF-1B69-F9C8-98A2DBB30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91252"/>
            <a:ext cx="5212080" cy="32575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507FDE8-24ED-1735-4066-66E3F60CF13F}"/>
              </a:ext>
            </a:extLst>
          </p:cNvPr>
          <p:cNvSpPr/>
          <p:nvPr/>
        </p:nvSpPr>
        <p:spPr>
          <a:xfrm>
            <a:off x="1691640" y="4171950"/>
            <a:ext cx="4206240" cy="20574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87177C6-CA0F-A564-C05E-8DB6745B1A5F}"/>
              </a:ext>
            </a:extLst>
          </p:cNvPr>
          <p:cNvSpPr txBox="1"/>
          <p:nvPr/>
        </p:nvSpPr>
        <p:spPr>
          <a:xfrm>
            <a:off x="1771650" y="4566129"/>
            <a:ext cx="412623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自身のリソースグループを選択し、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リソース、を選ぶ。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Project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ではない。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2CE4AD6-458E-8FDC-3795-4950278F8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122" y="2586037"/>
            <a:ext cx="5212080" cy="3257550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5695D37-D40C-748B-ACEE-133F4435878B}"/>
              </a:ext>
            </a:extLst>
          </p:cNvPr>
          <p:cNvSpPr/>
          <p:nvPr/>
        </p:nvSpPr>
        <p:spPr>
          <a:xfrm>
            <a:off x="6294122" y="3429000"/>
            <a:ext cx="963928" cy="11430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E46846D-DBC5-8B12-8862-B3A42B1205E5}"/>
              </a:ext>
            </a:extLst>
          </p:cNvPr>
          <p:cNvSpPr/>
          <p:nvPr/>
        </p:nvSpPr>
        <p:spPr>
          <a:xfrm>
            <a:off x="7338062" y="3044190"/>
            <a:ext cx="480058" cy="25908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8179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3C0AC-5141-5EA9-2EEF-2393F2127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F0A5934-A295-51C8-B396-C5130487532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コンテナアプリのマネージド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ID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に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Foundry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リソースのロールを付与する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51E36E7-446A-61A0-944C-A3757B21802C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CBCF275-543D-459D-5280-D26667282D58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DDCE6499-8717-BC25-0FCB-65EC9791C424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ja-JP" altLang="en-US" sz="2000"/>
              <a:t>コンテナアプリのマネージド </a:t>
            </a:r>
            <a:r>
              <a:rPr kumimoji="1" lang="en-US" altLang="ja-JP" sz="2000" dirty="0"/>
              <a:t>ID </a:t>
            </a:r>
            <a:r>
              <a:rPr kumimoji="1" lang="ja-JP" altLang="en-US" sz="2000"/>
              <a:t>に</a:t>
            </a:r>
            <a:r>
              <a:rPr kumimoji="1" lang="en-US" altLang="ja-JP" sz="2000" dirty="0"/>
              <a:t> Foundry </a:t>
            </a:r>
            <a:r>
              <a:rPr kumimoji="1" lang="ja-JP" altLang="en-US" sz="2000"/>
              <a:t>リソースをスコープとして</a:t>
            </a:r>
            <a:r>
              <a:rPr kumimoji="1" lang="en-US" altLang="ja-JP" sz="2000" dirty="0"/>
              <a:t> Foundry User </a:t>
            </a:r>
            <a:r>
              <a:rPr kumimoji="1" lang="ja-JP" altLang="en-US" sz="2000"/>
              <a:t>のロールを付与する</a:t>
            </a:r>
            <a:endParaRPr kumimoji="1" lang="en-US" altLang="ja-JP" sz="20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3D4D9857-E4AC-39FA-1BC1-3C3B4DF97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18" y="2308861"/>
            <a:ext cx="5222492" cy="3264058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1CAB1D1-A457-ADBB-2E8A-84179BE7EFD3}"/>
              </a:ext>
            </a:extLst>
          </p:cNvPr>
          <p:cNvSpPr/>
          <p:nvPr/>
        </p:nvSpPr>
        <p:spPr>
          <a:xfrm>
            <a:off x="685800" y="3517426"/>
            <a:ext cx="1485900" cy="197324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76651F7-7FB4-7064-24BF-48E6C0219B34}"/>
              </a:ext>
            </a:extLst>
          </p:cNvPr>
          <p:cNvSpPr txBox="1"/>
          <p:nvPr/>
        </p:nvSpPr>
        <p:spPr>
          <a:xfrm>
            <a:off x="685800" y="3207401"/>
            <a:ext cx="412623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User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を検索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A4F4913-F166-CF48-842A-494BA6DE8A1A}"/>
              </a:ext>
            </a:extLst>
          </p:cNvPr>
          <p:cNvSpPr/>
          <p:nvPr/>
        </p:nvSpPr>
        <p:spPr>
          <a:xfrm>
            <a:off x="685800" y="4228878"/>
            <a:ext cx="5222492" cy="221598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1E5E86D-BE1F-F2B8-DBF3-D3713F7EDE92}"/>
              </a:ext>
            </a:extLst>
          </p:cNvPr>
          <p:cNvSpPr txBox="1"/>
          <p:nvPr/>
        </p:nvSpPr>
        <p:spPr>
          <a:xfrm>
            <a:off x="685800" y="4514628"/>
            <a:ext cx="412623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User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2240522-0622-8E5D-0D62-BB19145C181B}"/>
              </a:ext>
            </a:extLst>
          </p:cNvPr>
          <p:cNvSpPr/>
          <p:nvPr/>
        </p:nvSpPr>
        <p:spPr>
          <a:xfrm>
            <a:off x="1672590" y="5349016"/>
            <a:ext cx="499110" cy="221599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83C68985-403B-B3DE-8C9B-C6711D4EB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692" y="2308862"/>
            <a:ext cx="5218806" cy="3261754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1EB5CC1-7C77-DED8-E587-10AF713255EC}"/>
              </a:ext>
            </a:extLst>
          </p:cNvPr>
          <p:cNvSpPr/>
          <p:nvPr/>
        </p:nvSpPr>
        <p:spPr>
          <a:xfrm>
            <a:off x="6826624" y="3270897"/>
            <a:ext cx="649941" cy="158103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1EC5CE0-44E0-7811-09CD-4FF4DF1309EE}"/>
              </a:ext>
            </a:extLst>
          </p:cNvPr>
          <p:cNvSpPr/>
          <p:nvPr/>
        </p:nvSpPr>
        <p:spPr>
          <a:xfrm>
            <a:off x="6826624" y="3471766"/>
            <a:ext cx="649941" cy="158103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C807B10-8623-130A-5653-0D1ECADB1624}"/>
              </a:ext>
            </a:extLst>
          </p:cNvPr>
          <p:cNvSpPr txBox="1"/>
          <p:nvPr/>
        </p:nvSpPr>
        <p:spPr>
          <a:xfrm>
            <a:off x="6494930" y="3000879"/>
            <a:ext cx="2093258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マネージド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ID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265583D-20B1-CDFE-19A1-013F5C7D5647}"/>
              </a:ext>
            </a:extLst>
          </p:cNvPr>
          <p:cNvSpPr/>
          <p:nvPr/>
        </p:nvSpPr>
        <p:spPr>
          <a:xfrm>
            <a:off x="6318551" y="5354844"/>
            <a:ext cx="576531" cy="21577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1FC007E-03C9-C144-758B-6F3E206EECC6}"/>
              </a:ext>
            </a:extLst>
          </p:cNvPr>
          <p:cNvSpPr/>
          <p:nvPr/>
        </p:nvSpPr>
        <p:spPr>
          <a:xfrm>
            <a:off x="9394901" y="2932903"/>
            <a:ext cx="2106597" cy="868131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7FB236D-778A-CFC7-4822-702CCE8D4E7B}"/>
              </a:ext>
            </a:extLst>
          </p:cNvPr>
          <p:cNvSpPr/>
          <p:nvPr/>
        </p:nvSpPr>
        <p:spPr>
          <a:xfrm>
            <a:off x="9394901" y="5349015"/>
            <a:ext cx="470648" cy="221599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922F6B2-380C-15C2-D643-0A3D22B165DA}"/>
              </a:ext>
            </a:extLst>
          </p:cNvPr>
          <p:cNvSpPr txBox="1"/>
          <p:nvPr/>
        </p:nvSpPr>
        <p:spPr>
          <a:xfrm>
            <a:off x="8995974" y="3849830"/>
            <a:ext cx="2505524" cy="132959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ハンズオンで利用しているサブスクリプションを選択し、システム割り当てマネージド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ID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の中からコンテナアプリを選択。</a:t>
            </a:r>
            <a:endParaRPr kumimoji="0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作成したコンテナアプリのマネージド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ID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を指定する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223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13554-F875-327B-F9E0-7CF2A00E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DF7E9E7-3CD2-494D-486D-61496F781D9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コンテナアプリのマネージド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ID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に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Foundry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リソースのロールを付与する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008F39B-18BE-5D24-23F6-9B44075A3EA9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46C4706-D51E-39ED-82CD-F64B30A93E3D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1841CC4E-AD21-E919-F4E7-C1FCD11F8999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ja-JP" altLang="en-US" sz="2000"/>
              <a:t>コンテナアプリのマネージド </a:t>
            </a:r>
            <a:r>
              <a:rPr kumimoji="1" lang="en-US" altLang="ja-JP" sz="2000" dirty="0"/>
              <a:t>ID </a:t>
            </a:r>
            <a:r>
              <a:rPr kumimoji="1" lang="ja-JP" altLang="en-US" sz="2000"/>
              <a:t>に</a:t>
            </a:r>
            <a:r>
              <a:rPr kumimoji="1" lang="en-US" altLang="ja-JP" sz="2000" dirty="0"/>
              <a:t> Foundry </a:t>
            </a:r>
            <a:r>
              <a:rPr kumimoji="1" lang="ja-JP" altLang="en-US" sz="2000"/>
              <a:t>リソースをスコープとして</a:t>
            </a:r>
            <a:r>
              <a:rPr kumimoji="1" lang="en-US" altLang="ja-JP" sz="2000" dirty="0"/>
              <a:t> Foundry User </a:t>
            </a:r>
            <a:r>
              <a:rPr kumimoji="1" lang="ja-JP" altLang="en-US" sz="2000"/>
              <a:t>のロールを付与する</a:t>
            </a:r>
            <a:endParaRPr kumimoji="1" lang="en-US" altLang="ja-JP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65678E4-1FC3-24E1-58D0-428F24AA1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932" y="2131647"/>
            <a:ext cx="6506136" cy="4066336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5D95CD2-D83C-B184-2BDD-46EE8DD05141}"/>
              </a:ext>
            </a:extLst>
          </p:cNvPr>
          <p:cNvSpPr/>
          <p:nvPr/>
        </p:nvSpPr>
        <p:spPr>
          <a:xfrm>
            <a:off x="2819400" y="5871247"/>
            <a:ext cx="811306" cy="307777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7991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37C33-012A-DD12-27AC-3AF265FF2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E7E662A-09A7-2BF8-27C3-B91B26F7B13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アプリ登録にリダイレクト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URI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を設定する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1A334A4-97A0-AAD1-2FD0-B5A5CFD68B8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166AC59-2D46-5AA1-22A2-2DC96F1A018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3FA96DC1-AC95-4555-B21C-224A6940550A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ja-JP" altLang="en-US" sz="2000"/>
              <a:t>作成しておいた</a:t>
            </a:r>
            <a:r>
              <a:rPr kumimoji="1" lang="en-US" altLang="ja-JP" sz="2000" dirty="0"/>
              <a:t>MCP </a:t>
            </a:r>
            <a:r>
              <a:rPr kumimoji="1" lang="ja-JP" altLang="en-US" sz="2000"/>
              <a:t>用コンテナアプリのためのアプリ登録のリダイレクト</a:t>
            </a:r>
            <a:r>
              <a:rPr kumimoji="1" lang="en-US" altLang="ja-JP" sz="2000" dirty="0"/>
              <a:t> URI </a:t>
            </a:r>
            <a:r>
              <a:rPr kumimoji="1" lang="ja-JP" altLang="en-US" sz="2000"/>
              <a:t>を設定する</a:t>
            </a:r>
            <a:endParaRPr kumimoji="1" lang="en-US" altLang="ja-JP" sz="20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37345CE-2624-D988-74C1-5B8F4A0D5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39424"/>
            <a:ext cx="5166437" cy="322902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AD83DF1-7B82-033C-0D78-5FA91150F4EC}"/>
              </a:ext>
            </a:extLst>
          </p:cNvPr>
          <p:cNvSpPr/>
          <p:nvPr/>
        </p:nvSpPr>
        <p:spPr>
          <a:xfrm>
            <a:off x="2301240" y="2439424"/>
            <a:ext cx="1607820" cy="1551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65C2CFC-34DB-ECEB-C03F-7B62DEEE5284}"/>
              </a:ext>
            </a:extLst>
          </p:cNvPr>
          <p:cNvSpPr txBox="1"/>
          <p:nvPr/>
        </p:nvSpPr>
        <p:spPr>
          <a:xfrm>
            <a:off x="1405890" y="2131647"/>
            <a:ext cx="25031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Entra ID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で検索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E937D9A-B490-8DBB-99BB-F6211ABA9A3D}"/>
              </a:ext>
            </a:extLst>
          </p:cNvPr>
          <p:cNvSpPr/>
          <p:nvPr/>
        </p:nvSpPr>
        <p:spPr>
          <a:xfrm>
            <a:off x="2301240" y="3047690"/>
            <a:ext cx="1607820" cy="1551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6E9B54E-C3BC-D44E-2AD7-86A275723475}"/>
              </a:ext>
            </a:extLst>
          </p:cNvPr>
          <p:cNvSpPr txBox="1"/>
          <p:nvPr/>
        </p:nvSpPr>
        <p:spPr>
          <a:xfrm>
            <a:off x="3349067" y="3242214"/>
            <a:ext cx="1931593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Entra ID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4AA9D01C-ECD4-96DA-9B9F-FCE6E0A38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765" y="2439425"/>
            <a:ext cx="5166435" cy="3229022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2B63CED-6CD9-A82F-6F28-28DC0EDD5B69}"/>
              </a:ext>
            </a:extLst>
          </p:cNvPr>
          <p:cNvSpPr/>
          <p:nvPr/>
        </p:nvSpPr>
        <p:spPr>
          <a:xfrm>
            <a:off x="6339765" y="4510270"/>
            <a:ext cx="975435" cy="16034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D9AFBF2-67A6-A887-006E-E8EE2AC6A929}"/>
              </a:ext>
            </a:extLst>
          </p:cNvPr>
          <p:cNvSpPr txBox="1"/>
          <p:nvPr/>
        </p:nvSpPr>
        <p:spPr>
          <a:xfrm>
            <a:off x="5617137" y="4245582"/>
            <a:ext cx="1931593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アプリ登録を選択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37A4337-A16B-6190-D9C5-FE4535115231}"/>
              </a:ext>
            </a:extLst>
          </p:cNvPr>
          <p:cNvSpPr/>
          <p:nvPr/>
        </p:nvSpPr>
        <p:spPr>
          <a:xfrm>
            <a:off x="7388636" y="3973764"/>
            <a:ext cx="3987576" cy="2215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7EA4370-D50D-B5D2-C7CE-29C082463FB2}"/>
              </a:ext>
            </a:extLst>
          </p:cNvPr>
          <p:cNvSpPr txBox="1"/>
          <p:nvPr/>
        </p:nvSpPr>
        <p:spPr>
          <a:xfrm>
            <a:off x="7860842" y="4356381"/>
            <a:ext cx="3099716" cy="11079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所有しているアプリケーションの中から先程作成したアプリ登録を選択。</a:t>
            </a:r>
            <a:endParaRPr lang="en-US" altLang="ja-JP" sz="1600" dirty="0">
              <a:solidFill>
                <a:srgbClr val="FF0000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表示されない場合は、すべてのアプリケーションから検索バーに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Client ID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を入れて検索し、選択する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F496559-03A9-7563-4B06-1C6CED1137F5}"/>
              </a:ext>
            </a:extLst>
          </p:cNvPr>
          <p:cNvSpPr/>
          <p:nvPr/>
        </p:nvSpPr>
        <p:spPr>
          <a:xfrm>
            <a:off x="7774118" y="3429001"/>
            <a:ext cx="572023" cy="15688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5480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62C8E-677A-24C1-87E3-BBFD7FE15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C77FBC4-3688-8E63-7CA8-7038590DBB3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アプリ登録にリダイレクト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URI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を設定する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9090E6F-0A6E-F279-5258-33FDC411BA3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C9AA500-2ABF-44BB-2096-C2E2F4DF6D8A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57122F74-19B1-FD6D-437D-B8489A8C25BF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ja-JP" altLang="en-US" sz="2000"/>
              <a:t>作成しておいた</a:t>
            </a:r>
            <a:r>
              <a:rPr kumimoji="1" lang="en-US" altLang="ja-JP" sz="2000" dirty="0"/>
              <a:t>MCP </a:t>
            </a:r>
            <a:r>
              <a:rPr kumimoji="1" lang="ja-JP" altLang="en-US" sz="2000"/>
              <a:t>用コンテナアプリのためのアプリ登録のリダイレクト</a:t>
            </a:r>
            <a:r>
              <a:rPr kumimoji="1" lang="en-US" altLang="ja-JP" sz="2000" dirty="0"/>
              <a:t> URI </a:t>
            </a:r>
            <a:r>
              <a:rPr kumimoji="1" lang="ja-JP" altLang="en-US" sz="2000"/>
              <a:t>を設定する</a:t>
            </a:r>
            <a:endParaRPr kumimoji="1" lang="en-US" altLang="ja-JP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C2D2124-2378-8FDB-9D7F-9CD4BC29A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39425"/>
            <a:ext cx="5166435" cy="3229022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735093B-D294-D823-E1EE-93131027735F}"/>
              </a:ext>
            </a:extLst>
          </p:cNvPr>
          <p:cNvSpPr/>
          <p:nvPr/>
        </p:nvSpPr>
        <p:spPr>
          <a:xfrm>
            <a:off x="685800" y="3752165"/>
            <a:ext cx="936812" cy="11162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1AD77D1-EA0F-8B2F-C8D9-458C41D58FFC}"/>
              </a:ext>
            </a:extLst>
          </p:cNvPr>
          <p:cNvSpPr txBox="1"/>
          <p:nvPr/>
        </p:nvSpPr>
        <p:spPr>
          <a:xfrm>
            <a:off x="198270" y="3285843"/>
            <a:ext cx="1931593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Authentication (Preview)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F77E4CB-A35E-DF58-9664-0F47D81250E6}"/>
              </a:ext>
            </a:extLst>
          </p:cNvPr>
          <p:cNvSpPr/>
          <p:nvPr/>
        </p:nvSpPr>
        <p:spPr>
          <a:xfrm>
            <a:off x="1725706" y="3763152"/>
            <a:ext cx="515470" cy="2106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C706C91-83F0-5935-7D95-7CA7094C76DA}"/>
              </a:ext>
            </a:extLst>
          </p:cNvPr>
          <p:cNvSpPr/>
          <p:nvPr/>
        </p:nvSpPr>
        <p:spPr>
          <a:xfrm>
            <a:off x="4656043" y="3075230"/>
            <a:ext cx="1018615" cy="5823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73E47E2-C117-2C4D-5800-D7FB355C36F6}"/>
              </a:ext>
            </a:extLst>
          </p:cNvPr>
          <p:cNvSpPr txBox="1"/>
          <p:nvPr/>
        </p:nvSpPr>
        <p:spPr>
          <a:xfrm>
            <a:off x="1622612" y="4084563"/>
            <a:ext cx="1931593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リダイレクト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URI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の追加を選択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D9E4833-1C68-75E5-3A1E-228ED2052433}"/>
              </a:ext>
            </a:extLst>
          </p:cNvPr>
          <p:cNvSpPr txBox="1"/>
          <p:nvPr/>
        </p:nvSpPr>
        <p:spPr>
          <a:xfrm>
            <a:off x="4518101" y="3729041"/>
            <a:ext cx="1288898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SPA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600C3FC7-8C8A-C4E2-F40C-74AA44A3B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765" y="2439426"/>
            <a:ext cx="5166435" cy="3229022"/>
          </a:xfrm>
          <a:prstGeom prst="rect">
            <a:avLst/>
          </a:prstGeom>
        </p:spPr>
      </p:pic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BA5A4F7-2DFC-1C23-6CE4-3D0F53680DCF}"/>
              </a:ext>
            </a:extLst>
          </p:cNvPr>
          <p:cNvSpPr/>
          <p:nvPr/>
        </p:nvSpPr>
        <p:spPr>
          <a:xfrm>
            <a:off x="9461125" y="3137816"/>
            <a:ext cx="2045075" cy="1480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294F8DC-AB4F-87D8-6FC4-3AC7F0241B1D}"/>
              </a:ext>
            </a:extLst>
          </p:cNvPr>
          <p:cNvSpPr/>
          <p:nvPr/>
        </p:nvSpPr>
        <p:spPr>
          <a:xfrm>
            <a:off x="9398373" y="5498391"/>
            <a:ext cx="480734" cy="1480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BC02575-C604-2765-6801-4B8E0A9CDE69}"/>
              </a:ext>
            </a:extLst>
          </p:cNvPr>
          <p:cNvSpPr txBox="1"/>
          <p:nvPr/>
        </p:nvSpPr>
        <p:spPr>
          <a:xfrm>
            <a:off x="9461125" y="3396433"/>
            <a:ext cx="2148169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コンテナアプリの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Application URL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を入力</a:t>
            </a:r>
          </a:p>
        </p:txBody>
      </p:sp>
    </p:spTree>
    <p:extLst>
      <p:ext uri="{BB962C8B-B14F-4D97-AF65-F5344CB8AC3E}">
        <p14:creationId xmlns:p14="http://schemas.microsoft.com/office/powerpoint/2010/main" val="2899817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690D1-7A90-E475-2FEB-154D9F6E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868F100-3DCD-1975-86F7-7C45437E788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アプリ登録にリダイレクト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URI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を設定する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085C14D-EDDF-3F52-889A-4C36F7B2BCCF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659B2D3-45D2-73FF-9A8A-1E940AA2AEA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BC17703F-3AAD-EB95-14B4-DBA2454993EA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ja-JP" altLang="en-US" sz="2000"/>
              <a:t>作成しておいた</a:t>
            </a:r>
            <a:r>
              <a:rPr kumimoji="1" lang="en-US" altLang="ja-JP" sz="2000" dirty="0"/>
              <a:t>MCP </a:t>
            </a:r>
            <a:r>
              <a:rPr kumimoji="1" lang="ja-JP" altLang="en-US" sz="2000"/>
              <a:t>用コンテナアプリのためのアプリ登録のリダイレクト</a:t>
            </a:r>
            <a:r>
              <a:rPr kumimoji="1" lang="en-US" altLang="ja-JP" sz="2000" dirty="0"/>
              <a:t> URI </a:t>
            </a:r>
            <a:r>
              <a:rPr kumimoji="1" lang="ja-JP" altLang="en-US" sz="2000"/>
              <a:t>を設定する</a:t>
            </a:r>
            <a:endParaRPr kumimoji="1" lang="en-US" altLang="ja-JP" sz="20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13E00F1-87BC-DEF3-EB02-A70ABAB03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06" y="2439426"/>
            <a:ext cx="5269530" cy="3293456"/>
          </a:xfrm>
          <a:prstGeom prst="rect">
            <a:avLst/>
          </a:prstGeom>
        </p:spPr>
      </p:pic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93AAADE-61F5-93DA-D420-00E20C553D48}"/>
              </a:ext>
            </a:extLst>
          </p:cNvPr>
          <p:cNvSpPr/>
          <p:nvPr/>
        </p:nvSpPr>
        <p:spPr>
          <a:xfrm>
            <a:off x="1634937" y="3801205"/>
            <a:ext cx="579346" cy="13430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546521E-91CB-BF53-559B-32903282AC27}"/>
              </a:ext>
            </a:extLst>
          </p:cNvPr>
          <p:cNvSpPr txBox="1"/>
          <p:nvPr/>
        </p:nvSpPr>
        <p:spPr>
          <a:xfrm>
            <a:off x="3779742" y="3541059"/>
            <a:ext cx="2148169" cy="8863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追加した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URL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の末尾に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/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がついていたら、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/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がないものを、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/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がなければ、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/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がついたものを追加する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0A4EE14-15CC-A439-7613-B8ECC50E253D}"/>
              </a:ext>
            </a:extLst>
          </p:cNvPr>
          <p:cNvSpPr/>
          <p:nvPr/>
        </p:nvSpPr>
        <p:spPr>
          <a:xfrm>
            <a:off x="3779742" y="3204770"/>
            <a:ext cx="1885951" cy="11217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E0F19F8-B5E8-DFD8-8899-D19C6290F4C4}"/>
              </a:ext>
            </a:extLst>
          </p:cNvPr>
          <p:cNvSpPr/>
          <p:nvPr/>
        </p:nvSpPr>
        <p:spPr>
          <a:xfrm>
            <a:off x="3700743" y="5556276"/>
            <a:ext cx="494739" cy="9014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14E656B6-84F3-FF9D-36DF-2BC9F1FBF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767" y="2439426"/>
            <a:ext cx="5269530" cy="3293456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82F2E66-6627-A877-F476-1557AC30A368}"/>
              </a:ext>
            </a:extLst>
          </p:cNvPr>
          <p:cNvSpPr txBox="1"/>
          <p:nvPr/>
        </p:nvSpPr>
        <p:spPr>
          <a:xfrm>
            <a:off x="7491131" y="4927871"/>
            <a:ext cx="4015069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URL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の末尾に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/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があるものと、無いものが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2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行並ぶ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309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>
        <a:spAutoFit/>
      </a:bodyPr>
      <a:lstStyle>
        <a:defPPr marL="0" marR="0" indent="0" algn="l" defTabSz="931757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kern="1200" cap="none" spc="0" normalizeH="0" baseline="0" noProof="0" smtClean="0">
            <a:ln>
              <a:noFill/>
            </a:ln>
            <a:solidFill>
              <a:srgbClr val="000000">
                <a:lumMod val="85000"/>
                <a:lumOff val="15000"/>
              </a:srgbClr>
            </a:solidFill>
            <a:effectLst/>
            <a:uLnTx/>
            <a:uFillTx/>
            <a:latin typeface="Yu Gothic UI" panose="020B0500000000000000" pitchFamily="34" charset="-128"/>
            <a:ea typeface="Yu Gothic UI" panose="020B0500000000000000" pitchFamily="34" charset="-128"/>
            <a:cs typeface="Segoe UI" panose="020B0502040204020203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23716</TotalTime>
  <Words>1175</Words>
  <Application>Microsoft Macintosh PowerPoint</Application>
  <DocSecurity>0</DocSecurity>
  <PresentationFormat>ワイド画面</PresentationFormat>
  <Paragraphs>143</Paragraphs>
  <Slides>17</Slides>
  <Notes>17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4" baseType="lpstr">
      <vt:lpstr>Meiryo UI</vt:lpstr>
      <vt:lpstr>游ゴシック</vt:lpstr>
      <vt:lpstr>游ゴシック</vt:lpstr>
      <vt:lpstr>游明朝</vt:lpstr>
      <vt:lpstr>Menlo</vt:lpstr>
      <vt:lpstr>Yu Gothic UI</vt:lpstr>
      <vt:lpstr>Office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hiyam_external_tenant_992867</cp:lastModifiedBy>
  <cp:revision>6</cp:revision>
  <dcterms:created xsi:type="dcterms:W3CDTF">2026-05-27T01:15:34Z</dcterms:created>
  <dcterms:modified xsi:type="dcterms:W3CDTF">2026-08-31T14:58:08Z</dcterms:modified>
</cp:coreProperties>
</file>