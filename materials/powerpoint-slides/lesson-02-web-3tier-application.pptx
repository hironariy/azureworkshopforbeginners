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60" r:id="rId5"/>
    <p:sldId id="261" r:id="rId6"/>
    <p:sldId id="262" r:id="rId7"/>
    <p:sldId id="263" r:id="rId8"/>
    <p:sldId id="266" r:id="rId9"/>
    <p:sldId id="267" r:id="rId10"/>
    <p:sldId id="269" r:id="rId11"/>
    <p:sldId id="270" r:id="rId12"/>
    <p:sldId id="271" r:id="rId13"/>
    <p:sldId id="272" r:id="rId14"/>
    <p:sldId id="274" r:id="rId15"/>
    <p:sldId id="275" r:id="rId16"/>
    <p:sldId id="277" r:id="rId17"/>
    <p:sldId id="278" r:id="rId18"/>
    <p:sldId id="279" r:id="rId19"/>
    <p:sldId id="280" r:id="rId20"/>
    <p:sldId id="281" r:id="rId21"/>
    <p:sldId id="283" r:id="rId22"/>
    <p:sldId id="285" r:id="rId23"/>
    <p:sldId id="286" r:id="rId24"/>
    <p:sldId id="287" r:id="rId2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670690-445D-0141-A2B4-78AE2368ACA9}" v="2" dt="2026-06-01T01:21:52.23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87"/>
    <p:restoredTop sz="94658"/>
  </p:normalViewPr>
  <p:slideViewPr>
    <p:cSldViewPr snapToGrid="0">
      <p:cViewPr varScale="1">
        <p:scale>
          <a:sx n="116" d="100"/>
          <a:sy n="116" d="100"/>
        </p:scale>
        <p:origin x="11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ronari Yamada" userId="e57621f8-ec3c-449e-bb19-001fffcc008e" providerId="ADAL" clId="{BC0BD879-F267-5CCA-8DEA-E3B2DD07DA4E}"/>
    <pc:docChg chg="undo custSel addSld delSld modSld sldOrd">
      <pc:chgData name="Hironari Yamada" userId="e57621f8-ec3c-449e-bb19-001fffcc008e" providerId="ADAL" clId="{BC0BD879-F267-5CCA-8DEA-E3B2DD07DA4E}" dt="2026-06-01T01:22:05.315" v="5186" actId="692"/>
      <pc:docMkLst>
        <pc:docMk/>
      </pc:docMkLst>
      <pc:sldChg chg="delSp mod">
        <pc:chgData name="Hironari Yamada" userId="e57621f8-ec3c-449e-bb19-001fffcc008e" providerId="ADAL" clId="{BC0BD879-F267-5CCA-8DEA-E3B2DD07DA4E}" dt="2026-05-28T13:49:36.090" v="432" actId="478"/>
        <pc:sldMkLst>
          <pc:docMk/>
          <pc:sldMk cId="1186077149" sldId="257"/>
        </pc:sldMkLst>
      </pc:sldChg>
      <pc:sldChg chg="delSp mod">
        <pc:chgData name="Hironari Yamada" userId="e57621f8-ec3c-449e-bb19-001fffcc008e" providerId="ADAL" clId="{BC0BD879-F267-5CCA-8DEA-E3B2DD07DA4E}" dt="2026-05-28T13:49:30.242" v="431" actId="478"/>
        <pc:sldMkLst>
          <pc:docMk/>
          <pc:sldMk cId="1186077149" sldId="258"/>
        </pc:sldMkLst>
      </pc:sldChg>
      <pc:sldChg chg="delSp mod">
        <pc:chgData name="Hironari Yamada" userId="e57621f8-ec3c-449e-bb19-001fffcc008e" providerId="ADAL" clId="{BC0BD879-F267-5CCA-8DEA-E3B2DD07DA4E}" dt="2026-05-28T13:49:23.940" v="430" actId="478"/>
        <pc:sldMkLst>
          <pc:docMk/>
          <pc:sldMk cId="1186077149" sldId="260"/>
        </pc:sldMkLst>
      </pc:sldChg>
      <pc:sldChg chg="delSp mod">
        <pc:chgData name="Hironari Yamada" userId="e57621f8-ec3c-449e-bb19-001fffcc008e" providerId="ADAL" clId="{BC0BD879-F267-5CCA-8DEA-E3B2DD07DA4E}" dt="2026-05-28T13:49:17.026" v="429" actId="478"/>
        <pc:sldMkLst>
          <pc:docMk/>
          <pc:sldMk cId="1186077149" sldId="261"/>
        </pc:sldMkLst>
      </pc:sldChg>
      <pc:sldChg chg="addSp delSp modSp mod">
        <pc:chgData name="Hironari Yamada" userId="e57621f8-ec3c-449e-bb19-001fffcc008e" providerId="ADAL" clId="{BC0BD879-F267-5CCA-8DEA-E3B2DD07DA4E}" dt="2026-05-28T13:48:54.717" v="428" actId="478"/>
        <pc:sldMkLst>
          <pc:docMk/>
          <pc:sldMk cId="1186077149" sldId="263"/>
        </pc:sldMkLst>
        <pc:spChg chg="add mod">
          <ac:chgData name="Hironari Yamada" userId="e57621f8-ec3c-449e-bb19-001fffcc008e" providerId="ADAL" clId="{BC0BD879-F267-5CCA-8DEA-E3B2DD07DA4E}" dt="2026-05-28T13:45:13.180" v="117" actId="14100"/>
          <ac:spMkLst>
            <pc:docMk/>
            <pc:sldMk cId="1186077149" sldId="263"/>
            <ac:spMk id="7" creationId="{B8C8B695-CBB6-655D-57C7-AB277B30E901}"/>
          </ac:spMkLst>
        </pc:spChg>
        <pc:spChg chg="add mod">
          <ac:chgData name="Hironari Yamada" userId="e57621f8-ec3c-449e-bb19-001fffcc008e" providerId="ADAL" clId="{BC0BD879-F267-5CCA-8DEA-E3B2DD07DA4E}" dt="2026-05-28T13:45:07.250" v="116" actId="1076"/>
          <ac:spMkLst>
            <pc:docMk/>
            <pc:sldMk cId="1186077149" sldId="263"/>
            <ac:spMk id="18" creationId="{8692B55C-A6CE-A510-911E-79834AFAC89B}"/>
          </ac:spMkLst>
        </pc:spChg>
      </pc:sldChg>
      <pc:sldChg chg="addSp delSp modSp mod ord">
        <pc:chgData name="Hironari Yamada" userId="e57621f8-ec3c-449e-bb19-001fffcc008e" providerId="ADAL" clId="{BC0BD879-F267-5CCA-8DEA-E3B2DD07DA4E}" dt="2026-05-28T13:55:23.661" v="758" actId="14100"/>
        <pc:sldMkLst>
          <pc:docMk/>
          <pc:sldMk cId="1186077149" sldId="266"/>
        </pc:sldMkLst>
        <pc:spChg chg="mod">
          <ac:chgData name="Hironari Yamada" userId="e57621f8-ec3c-449e-bb19-001fffcc008e" providerId="ADAL" clId="{BC0BD879-F267-5CCA-8DEA-E3B2DD07DA4E}" dt="2026-05-28T13:45:45.652" v="130" actId="20577"/>
          <ac:spMkLst>
            <pc:docMk/>
            <pc:sldMk cId="1186077149" sldId="266"/>
            <ac:spMk id="17" creationId="{7B959E47-B216-4CB3-9759-C849660C7CDE}"/>
          </ac:spMkLst>
        </pc:spChg>
        <pc:spChg chg="add mod">
          <ac:chgData name="Hironari Yamada" userId="e57621f8-ec3c-449e-bb19-001fffcc008e" providerId="ADAL" clId="{BC0BD879-F267-5CCA-8DEA-E3B2DD07DA4E}" dt="2026-05-28T13:48:42.924" v="425" actId="1076"/>
          <ac:spMkLst>
            <pc:docMk/>
            <pc:sldMk cId="1186077149" sldId="266"/>
            <ac:spMk id="21" creationId="{CBA76784-362C-BEC9-EEC1-CDF5FD413B3E}"/>
          </ac:spMkLst>
        </pc:spChg>
        <pc:spChg chg="add mod">
          <ac:chgData name="Hironari Yamada" userId="e57621f8-ec3c-449e-bb19-001fffcc008e" providerId="ADAL" clId="{BC0BD879-F267-5CCA-8DEA-E3B2DD07DA4E}" dt="2026-05-28T13:48:42.924" v="425" actId="1076"/>
          <ac:spMkLst>
            <pc:docMk/>
            <pc:sldMk cId="1186077149" sldId="266"/>
            <ac:spMk id="22" creationId="{072BEB69-5027-9BB5-0C97-05BE05C8426B}"/>
          </ac:spMkLst>
        </pc:spChg>
        <pc:spChg chg="add mod">
          <ac:chgData name="Hironari Yamada" userId="e57621f8-ec3c-449e-bb19-001fffcc008e" providerId="ADAL" clId="{BC0BD879-F267-5CCA-8DEA-E3B2DD07DA4E}" dt="2026-05-28T13:48:42.924" v="425" actId="1076"/>
          <ac:spMkLst>
            <pc:docMk/>
            <pc:sldMk cId="1186077149" sldId="266"/>
            <ac:spMk id="24" creationId="{058D936C-3C8A-7729-1F3F-979AF3BB9644}"/>
          </ac:spMkLst>
        </pc:spChg>
        <pc:spChg chg="mod">
          <ac:chgData name="Hironari Yamada" userId="e57621f8-ec3c-449e-bb19-001fffcc008e" providerId="ADAL" clId="{BC0BD879-F267-5CCA-8DEA-E3B2DD07DA4E}" dt="2026-05-28T13:46:22.546" v="155" actId="20577"/>
          <ac:spMkLst>
            <pc:docMk/>
            <pc:sldMk cId="1186077149" sldId="266"/>
            <ac:spMk id="25" creationId="{9702F672-FDB8-367C-7DD3-E6826C3B3BE0}"/>
          </ac:spMkLst>
        </pc:spChg>
        <pc:spChg chg="mod">
          <ac:chgData name="Hironari Yamada" userId="e57621f8-ec3c-449e-bb19-001fffcc008e" providerId="ADAL" clId="{BC0BD879-F267-5CCA-8DEA-E3B2DD07DA4E}" dt="2026-05-28T13:46:18.161" v="145" actId="20577"/>
          <ac:spMkLst>
            <pc:docMk/>
            <pc:sldMk cId="1186077149" sldId="266"/>
            <ac:spMk id="27" creationId="{70F1C2B1-B3E3-4D39-ADE8-C97D557689C5}"/>
          </ac:spMkLst>
        </pc:spChg>
        <pc:spChg chg="add mod">
          <ac:chgData name="Hironari Yamada" userId="e57621f8-ec3c-449e-bb19-001fffcc008e" providerId="ADAL" clId="{BC0BD879-F267-5CCA-8DEA-E3B2DD07DA4E}" dt="2026-05-28T13:48:42.924" v="425" actId="1076"/>
          <ac:spMkLst>
            <pc:docMk/>
            <pc:sldMk cId="1186077149" sldId="266"/>
            <ac:spMk id="28" creationId="{B3A23AB1-56B6-7F86-6284-F579EC5A6C7E}"/>
          </ac:spMkLst>
        </pc:spChg>
        <pc:spChg chg="add mod">
          <ac:chgData name="Hironari Yamada" userId="e57621f8-ec3c-449e-bb19-001fffcc008e" providerId="ADAL" clId="{BC0BD879-F267-5CCA-8DEA-E3B2DD07DA4E}" dt="2026-05-28T13:48:42.924" v="425" actId="1076"/>
          <ac:spMkLst>
            <pc:docMk/>
            <pc:sldMk cId="1186077149" sldId="266"/>
            <ac:spMk id="29" creationId="{14CD970D-724D-29E5-D56A-E2605B2C3D55}"/>
          </ac:spMkLst>
        </pc:spChg>
        <pc:spChg chg="add mod">
          <ac:chgData name="Hironari Yamada" userId="e57621f8-ec3c-449e-bb19-001fffcc008e" providerId="ADAL" clId="{BC0BD879-F267-5CCA-8DEA-E3B2DD07DA4E}" dt="2026-05-28T13:48:42.924" v="425" actId="1076"/>
          <ac:spMkLst>
            <pc:docMk/>
            <pc:sldMk cId="1186077149" sldId="266"/>
            <ac:spMk id="31" creationId="{425683A4-F4A2-BCC3-6C65-4653DF607457}"/>
          </ac:spMkLst>
        </pc:spChg>
        <pc:spChg chg="add mod">
          <ac:chgData name="Hironari Yamada" userId="e57621f8-ec3c-449e-bb19-001fffcc008e" providerId="ADAL" clId="{BC0BD879-F267-5CCA-8DEA-E3B2DD07DA4E}" dt="2026-05-28T13:48:42.924" v="425" actId="1076"/>
          <ac:spMkLst>
            <pc:docMk/>
            <pc:sldMk cId="1186077149" sldId="266"/>
            <ac:spMk id="32" creationId="{E90A0877-2EF4-3CE4-E224-42B79CE40B29}"/>
          </ac:spMkLst>
        </pc:spChg>
        <pc:spChg chg="mod">
          <ac:chgData name="Hironari Yamada" userId="e57621f8-ec3c-449e-bb19-001fffcc008e" providerId="ADAL" clId="{BC0BD879-F267-5CCA-8DEA-E3B2DD07DA4E}" dt="2026-05-28T13:48:13.667" v="419" actId="20577"/>
          <ac:spMkLst>
            <pc:docMk/>
            <pc:sldMk cId="1186077149" sldId="266"/>
            <ac:spMk id="33" creationId="{08376137-E6D4-1E15-36B1-EFA6DEF0FF8E}"/>
          </ac:spMkLst>
        </pc:spChg>
        <pc:spChg chg="add mod">
          <ac:chgData name="Hironari Yamada" userId="e57621f8-ec3c-449e-bb19-001fffcc008e" providerId="ADAL" clId="{BC0BD879-F267-5CCA-8DEA-E3B2DD07DA4E}" dt="2026-05-28T13:48:42.924" v="425" actId="1076"/>
          <ac:spMkLst>
            <pc:docMk/>
            <pc:sldMk cId="1186077149" sldId="266"/>
            <ac:spMk id="34" creationId="{3347A837-537B-FF5D-395A-382C4828A586}"/>
          </ac:spMkLst>
        </pc:spChg>
        <pc:spChg chg="add mod">
          <ac:chgData name="Hironari Yamada" userId="e57621f8-ec3c-449e-bb19-001fffcc008e" providerId="ADAL" clId="{BC0BD879-F267-5CCA-8DEA-E3B2DD07DA4E}" dt="2026-05-28T13:48:42.924" v="425" actId="1076"/>
          <ac:spMkLst>
            <pc:docMk/>
            <pc:sldMk cId="1186077149" sldId="266"/>
            <ac:spMk id="35" creationId="{BC14AEAA-1C4B-539B-6BC0-29F91C39E350}"/>
          </ac:spMkLst>
        </pc:spChg>
        <pc:spChg chg="add mod">
          <ac:chgData name="Hironari Yamada" userId="e57621f8-ec3c-449e-bb19-001fffcc008e" providerId="ADAL" clId="{BC0BD879-F267-5CCA-8DEA-E3B2DD07DA4E}" dt="2026-05-28T13:48:42.924" v="425" actId="1076"/>
          <ac:spMkLst>
            <pc:docMk/>
            <pc:sldMk cId="1186077149" sldId="266"/>
            <ac:spMk id="38" creationId="{2B61E80A-129C-6F72-3B3F-D1964E953D38}"/>
          </ac:spMkLst>
        </pc:spChg>
        <pc:spChg chg="mod">
          <ac:chgData name="Hironari Yamada" userId="e57621f8-ec3c-449e-bb19-001fffcc008e" providerId="ADAL" clId="{BC0BD879-F267-5CCA-8DEA-E3B2DD07DA4E}" dt="2026-05-28T13:54:54.730" v="683" actId="20577"/>
          <ac:spMkLst>
            <pc:docMk/>
            <pc:sldMk cId="1186077149" sldId="266"/>
            <ac:spMk id="39" creationId="{9B3A7A5C-01D3-AB37-AE21-2079D2956257}"/>
          </ac:spMkLst>
        </pc:spChg>
        <pc:spChg chg="mod">
          <ac:chgData name="Hironari Yamada" userId="e57621f8-ec3c-449e-bb19-001fffcc008e" providerId="ADAL" clId="{BC0BD879-F267-5CCA-8DEA-E3B2DD07DA4E}" dt="2026-05-28T13:46:58.184" v="207"/>
          <ac:spMkLst>
            <pc:docMk/>
            <pc:sldMk cId="1186077149" sldId="266"/>
            <ac:spMk id="41" creationId="{D6DA095F-071C-B943-4C6D-48133369A249}"/>
          </ac:spMkLst>
        </pc:spChg>
        <pc:spChg chg="add mod">
          <ac:chgData name="Hironari Yamada" userId="e57621f8-ec3c-449e-bb19-001fffcc008e" providerId="ADAL" clId="{BC0BD879-F267-5CCA-8DEA-E3B2DD07DA4E}" dt="2026-05-28T13:55:23.661" v="758" actId="14100"/>
          <ac:spMkLst>
            <pc:docMk/>
            <pc:sldMk cId="1186077149" sldId="266"/>
            <ac:spMk id="42" creationId="{B67738CE-9125-DCE9-CC8D-D1A17906A9DA}"/>
          </ac:spMkLst>
        </pc:spChg>
        <pc:spChg chg="add mod">
          <ac:chgData name="Hironari Yamada" userId="e57621f8-ec3c-449e-bb19-001fffcc008e" providerId="ADAL" clId="{BC0BD879-F267-5CCA-8DEA-E3B2DD07DA4E}" dt="2026-05-28T13:55:18.524" v="757" actId="120"/>
          <ac:spMkLst>
            <pc:docMk/>
            <pc:sldMk cId="1186077149" sldId="266"/>
            <ac:spMk id="43" creationId="{EC351E78-840F-6CBF-DE09-82DF414643E0}"/>
          </ac:spMkLst>
        </pc:spChg>
      </pc:sldChg>
      <pc:sldChg chg="addSp delSp modSp mod">
        <pc:chgData name="Hironari Yamada" userId="e57621f8-ec3c-449e-bb19-001fffcc008e" providerId="ADAL" clId="{BC0BD879-F267-5CCA-8DEA-E3B2DD07DA4E}" dt="2026-05-29T06:49:17.497" v="4624" actId="14100"/>
        <pc:sldMkLst>
          <pc:docMk/>
          <pc:sldMk cId="1186077149" sldId="267"/>
        </pc:sldMkLst>
        <pc:spChg chg="add mod">
          <ac:chgData name="Hironari Yamada" userId="e57621f8-ec3c-449e-bb19-001fffcc008e" providerId="ADAL" clId="{BC0BD879-F267-5CCA-8DEA-E3B2DD07DA4E}" dt="2026-05-29T06:48:45.958" v="4606" actId="20577"/>
          <ac:spMkLst>
            <pc:docMk/>
            <pc:sldMk cId="1186077149" sldId="267"/>
            <ac:spMk id="3" creationId="{75DAB822-A8A0-56C0-701C-A5AA7601CDBE}"/>
          </ac:spMkLst>
        </pc:spChg>
        <pc:spChg chg="add mod">
          <ac:chgData name="Hironari Yamada" userId="e57621f8-ec3c-449e-bb19-001fffcc008e" providerId="ADAL" clId="{BC0BD879-F267-5CCA-8DEA-E3B2DD07DA4E}" dt="2026-05-29T06:45:25.562" v="4507" actId="404"/>
          <ac:spMkLst>
            <pc:docMk/>
            <pc:sldMk cId="1186077149" sldId="267"/>
            <ac:spMk id="6" creationId="{19A1EAEC-78EE-B065-514E-0797E9D2EE4A}"/>
          </ac:spMkLst>
        </pc:spChg>
        <pc:spChg chg="mod">
          <ac:chgData name="Hironari Yamada" userId="e57621f8-ec3c-449e-bb19-001fffcc008e" providerId="ADAL" clId="{BC0BD879-F267-5CCA-8DEA-E3B2DD07DA4E}" dt="2026-05-29T06:45:35.033" v="4508" actId="1076"/>
          <ac:spMkLst>
            <pc:docMk/>
            <pc:sldMk cId="1186077149" sldId="267"/>
            <ac:spMk id="11" creationId="{4EB824D1-8791-EC15-8A64-F618CF5B6577}"/>
          </ac:spMkLst>
        </pc:spChg>
        <pc:spChg chg="mod">
          <ac:chgData name="Hironari Yamada" userId="e57621f8-ec3c-449e-bb19-001fffcc008e" providerId="ADAL" clId="{BC0BD879-F267-5CCA-8DEA-E3B2DD07DA4E}" dt="2026-05-29T00:30:06.631" v="1001" actId="20577"/>
          <ac:spMkLst>
            <pc:docMk/>
            <pc:sldMk cId="1186077149" sldId="267"/>
            <ac:spMk id="13" creationId="{9C354603-EFB3-477F-1FE4-8F305B5BD076}"/>
          </ac:spMkLst>
        </pc:spChg>
        <pc:spChg chg="mod">
          <ac:chgData name="Hironari Yamada" userId="e57621f8-ec3c-449e-bb19-001fffcc008e" providerId="ADAL" clId="{BC0BD879-F267-5CCA-8DEA-E3B2DD07DA4E}" dt="2026-05-29T06:45:35.033" v="4508" actId="1076"/>
          <ac:spMkLst>
            <pc:docMk/>
            <pc:sldMk cId="1186077149" sldId="267"/>
            <ac:spMk id="14" creationId="{44702782-EDBF-E647-A000-32790C3F5A55}"/>
          </ac:spMkLst>
        </pc:spChg>
        <pc:spChg chg="mod">
          <ac:chgData name="Hironari Yamada" userId="e57621f8-ec3c-449e-bb19-001fffcc008e" providerId="ADAL" clId="{BC0BD879-F267-5CCA-8DEA-E3B2DD07DA4E}" dt="2026-05-29T06:45:35.033" v="4508" actId="1076"/>
          <ac:spMkLst>
            <pc:docMk/>
            <pc:sldMk cId="1186077149" sldId="267"/>
            <ac:spMk id="15" creationId="{18072C78-E7E5-304C-7934-6661EF6C58B6}"/>
          </ac:spMkLst>
        </pc:spChg>
        <pc:spChg chg="mod">
          <ac:chgData name="Hironari Yamada" userId="e57621f8-ec3c-449e-bb19-001fffcc008e" providerId="ADAL" clId="{BC0BD879-F267-5CCA-8DEA-E3B2DD07DA4E}" dt="2026-05-28T13:52:18.734" v="498" actId="1076"/>
          <ac:spMkLst>
            <pc:docMk/>
            <pc:sldMk cId="1186077149" sldId="267"/>
            <ac:spMk id="17" creationId="{5B7935D1-960A-062A-C62F-B48AA4EA2399}"/>
          </ac:spMkLst>
        </pc:spChg>
        <pc:spChg chg="mod">
          <ac:chgData name="Hironari Yamada" userId="e57621f8-ec3c-449e-bb19-001fffcc008e" providerId="ADAL" clId="{BC0BD879-F267-5CCA-8DEA-E3B2DD07DA4E}" dt="2026-05-28T13:52:18.734" v="498" actId="1076"/>
          <ac:spMkLst>
            <pc:docMk/>
            <pc:sldMk cId="1186077149" sldId="267"/>
            <ac:spMk id="18" creationId="{EBEDC6D4-6681-8F6D-D0B2-0947FB1E7AC2}"/>
          </ac:spMkLst>
        </pc:spChg>
        <pc:spChg chg="mod">
          <ac:chgData name="Hironari Yamada" userId="e57621f8-ec3c-449e-bb19-001fffcc008e" providerId="ADAL" clId="{BC0BD879-F267-5CCA-8DEA-E3B2DD07DA4E}" dt="2026-05-29T06:45:35.033" v="4508" actId="1076"/>
          <ac:spMkLst>
            <pc:docMk/>
            <pc:sldMk cId="1186077149" sldId="267"/>
            <ac:spMk id="20" creationId="{DAF48EBC-6B6F-C252-4963-720106B829F7}"/>
          </ac:spMkLst>
        </pc:spChg>
        <pc:spChg chg="mod">
          <ac:chgData name="Hironari Yamada" userId="e57621f8-ec3c-449e-bb19-001fffcc008e" providerId="ADAL" clId="{BC0BD879-F267-5CCA-8DEA-E3B2DD07DA4E}" dt="2026-05-28T13:52:18.734" v="498" actId="1076"/>
          <ac:spMkLst>
            <pc:docMk/>
            <pc:sldMk cId="1186077149" sldId="267"/>
            <ac:spMk id="22" creationId="{7FA4898A-3E20-E4F8-C04C-69DDA856D976}"/>
          </ac:spMkLst>
        </pc:spChg>
        <pc:spChg chg="mod">
          <ac:chgData name="Hironari Yamada" userId="e57621f8-ec3c-449e-bb19-001fffcc008e" providerId="ADAL" clId="{BC0BD879-F267-5CCA-8DEA-E3B2DD07DA4E}" dt="2026-05-29T06:45:35.033" v="4508" actId="1076"/>
          <ac:spMkLst>
            <pc:docMk/>
            <pc:sldMk cId="1186077149" sldId="267"/>
            <ac:spMk id="23" creationId="{4E6BF823-CADA-296B-88CC-1CFE719FE903}"/>
          </ac:spMkLst>
        </pc:spChg>
        <pc:spChg chg="mod">
          <ac:chgData name="Hironari Yamada" userId="e57621f8-ec3c-449e-bb19-001fffcc008e" providerId="ADAL" clId="{BC0BD879-F267-5CCA-8DEA-E3B2DD07DA4E}" dt="2026-05-29T06:45:35.033" v="4508" actId="1076"/>
          <ac:spMkLst>
            <pc:docMk/>
            <pc:sldMk cId="1186077149" sldId="267"/>
            <ac:spMk id="24" creationId="{7462BC51-4B5A-C722-9ED7-6CEC3584BCC4}"/>
          </ac:spMkLst>
        </pc:spChg>
        <pc:spChg chg="mod">
          <ac:chgData name="Hironari Yamada" userId="e57621f8-ec3c-449e-bb19-001fffcc008e" providerId="ADAL" clId="{BC0BD879-F267-5CCA-8DEA-E3B2DD07DA4E}" dt="2026-05-28T13:52:18.734" v="498" actId="1076"/>
          <ac:spMkLst>
            <pc:docMk/>
            <pc:sldMk cId="1186077149" sldId="267"/>
            <ac:spMk id="26" creationId="{874C4615-9550-5E69-E572-B69129768284}"/>
          </ac:spMkLst>
        </pc:spChg>
        <pc:spChg chg="mod">
          <ac:chgData name="Hironari Yamada" userId="e57621f8-ec3c-449e-bb19-001fffcc008e" providerId="ADAL" clId="{BC0BD879-F267-5CCA-8DEA-E3B2DD07DA4E}" dt="2026-05-29T06:45:35.033" v="4508" actId="1076"/>
          <ac:spMkLst>
            <pc:docMk/>
            <pc:sldMk cId="1186077149" sldId="267"/>
            <ac:spMk id="28" creationId="{2BF9CC29-FED1-02F5-DDCF-D765D946D0C5}"/>
          </ac:spMkLst>
        </pc:spChg>
        <pc:spChg chg="mod">
          <ac:chgData name="Hironari Yamada" userId="e57621f8-ec3c-449e-bb19-001fffcc008e" providerId="ADAL" clId="{BC0BD879-F267-5CCA-8DEA-E3B2DD07DA4E}" dt="2026-05-29T06:49:17.497" v="4624" actId="14100"/>
          <ac:spMkLst>
            <pc:docMk/>
            <pc:sldMk cId="1186077149" sldId="267"/>
            <ac:spMk id="31" creationId="{4ADDB80E-EC6E-B2A0-EACF-9C33395EE1AE}"/>
          </ac:spMkLst>
        </pc:spChg>
        <pc:spChg chg="mod">
          <ac:chgData name="Hironari Yamada" userId="e57621f8-ec3c-449e-bb19-001fffcc008e" providerId="ADAL" clId="{BC0BD879-F267-5CCA-8DEA-E3B2DD07DA4E}" dt="2026-05-29T06:49:07.965" v="4623"/>
          <ac:spMkLst>
            <pc:docMk/>
            <pc:sldMk cId="1186077149" sldId="267"/>
            <ac:spMk id="32" creationId="{56CC95DB-D13D-9E8A-DD70-49B5EFD6D5F4}"/>
          </ac:spMkLst>
        </pc:spChg>
        <pc:spChg chg="mod">
          <ac:chgData name="Hironari Yamada" userId="e57621f8-ec3c-449e-bb19-001fffcc008e" providerId="ADAL" clId="{BC0BD879-F267-5CCA-8DEA-E3B2DD07DA4E}" dt="2026-05-29T06:45:35.033" v="4508" actId="1076"/>
          <ac:spMkLst>
            <pc:docMk/>
            <pc:sldMk cId="1186077149" sldId="267"/>
            <ac:spMk id="39" creationId="{1E78636B-B1D1-5685-A29D-BDF68FB16C7C}"/>
          </ac:spMkLst>
        </pc:spChg>
        <pc:spChg chg="mod">
          <ac:chgData name="Hironari Yamada" userId="e57621f8-ec3c-449e-bb19-001fffcc008e" providerId="ADAL" clId="{BC0BD879-F267-5CCA-8DEA-E3B2DD07DA4E}" dt="2026-05-29T06:45:35.033" v="4508" actId="1076"/>
          <ac:spMkLst>
            <pc:docMk/>
            <pc:sldMk cId="1186077149" sldId="267"/>
            <ac:spMk id="41" creationId="{4694E0CC-0590-DEE9-DC4A-BACDB2567E20}"/>
          </ac:spMkLst>
        </pc:spChg>
        <pc:grpChg chg="add mod">
          <ac:chgData name="Hironari Yamada" userId="e57621f8-ec3c-449e-bb19-001fffcc008e" providerId="ADAL" clId="{BC0BD879-F267-5CCA-8DEA-E3B2DD07DA4E}" dt="2026-05-29T06:45:24.294" v="4505" actId="1076"/>
          <ac:grpSpMkLst>
            <pc:docMk/>
            <pc:sldMk cId="1186077149" sldId="267"/>
            <ac:grpSpMk id="7" creationId="{4A9E77D4-D8FC-CC27-C9B6-B8EAE70DA8A5}"/>
          </ac:grpSpMkLst>
        </pc:grpChg>
      </pc:sldChg>
      <pc:sldChg chg="addSp delSp modSp mod">
        <pc:chgData name="Hironari Yamada" userId="e57621f8-ec3c-449e-bb19-001fffcc008e" providerId="ADAL" clId="{BC0BD879-F267-5CCA-8DEA-E3B2DD07DA4E}" dt="2026-05-28T13:54:07.268" v="522"/>
        <pc:sldMkLst>
          <pc:docMk/>
          <pc:sldMk cId="1186077149" sldId="269"/>
        </pc:sldMkLst>
        <pc:spChg chg="mod">
          <ac:chgData name="Hironari Yamada" userId="e57621f8-ec3c-449e-bb19-001fffcc008e" providerId="ADAL" clId="{BC0BD879-F267-5CCA-8DEA-E3B2DD07DA4E}" dt="2026-05-28T13:43:45.777" v="22" actId="255"/>
          <ac:spMkLst>
            <pc:docMk/>
            <pc:sldMk cId="1186077149" sldId="269"/>
            <ac:spMk id="6" creationId="{0FE2050A-D270-4F3B-9355-9BD19C0D9B0B}"/>
          </ac:spMkLst>
        </pc:spChg>
        <pc:spChg chg="mod">
          <ac:chgData name="Hironari Yamada" userId="e57621f8-ec3c-449e-bb19-001fffcc008e" providerId="ADAL" clId="{BC0BD879-F267-5CCA-8DEA-E3B2DD07DA4E}" dt="2026-05-28T13:43:45.777" v="22" actId="255"/>
          <ac:spMkLst>
            <pc:docMk/>
            <pc:sldMk cId="1186077149" sldId="269"/>
            <ac:spMk id="8" creationId="{D559D157-F3BD-48A7-82C2-54554B33E535}"/>
          </ac:spMkLst>
        </pc:spChg>
        <pc:spChg chg="mod">
          <ac:chgData name="Hironari Yamada" userId="e57621f8-ec3c-449e-bb19-001fffcc008e" providerId="ADAL" clId="{BC0BD879-F267-5CCA-8DEA-E3B2DD07DA4E}" dt="2026-05-28T13:43:45.777" v="22" actId="255"/>
          <ac:spMkLst>
            <pc:docMk/>
            <pc:sldMk cId="1186077149" sldId="269"/>
            <ac:spMk id="9" creationId="{61A9E041-924B-4264-96DA-BCB97D145147}"/>
          </ac:spMkLst>
        </pc:spChg>
        <pc:spChg chg="mod">
          <ac:chgData name="Hironari Yamada" userId="e57621f8-ec3c-449e-bb19-001fffcc008e" providerId="ADAL" clId="{BC0BD879-F267-5CCA-8DEA-E3B2DD07DA4E}" dt="2026-05-28T13:43:45.777" v="22" actId="255"/>
          <ac:spMkLst>
            <pc:docMk/>
            <pc:sldMk cId="1186077149" sldId="269"/>
            <ac:spMk id="12" creationId="{7476E982-8DF6-4097-BACE-E7E2956A00B7}"/>
          </ac:spMkLst>
        </pc:spChg>
        <pc:spChg chg="mod">
          <ac:chgData name="Hironari Yamada" userId="e57621f8-ec3c-449e-bb19-001fffcc008e" providerId="ADAL" clId="{BC0BD879-F267-5CCA-8DEA-E3B2DD07DA4E}" dt="2026-05-28T13:43:45.777" v="22" actId="255"/>
          <ac:spMkLst>
            <pc:docMk/>
            <pc:sldMk cId="1186077149" sldId="269"/>
            <ac:spMk id="13" creationId="{0266F392-7F25-4313-A04B-3CA2FC083AA7}"/>
          </ac:spMkLst>
        </pc:spChg>
        <pc:spChg chg="mod">
          <ac:chgData name="Hironari Yamada" userId="e57621f8-ec3c-449e-bb19-001fffcc008e" providerId="ADAL" clId="{BC0BD879-F267-5CCA-8DEA-E3B2DD07DA4E}" dt="2026-05-28T13:43:45.777" v="22" actId="255"/>
          <ac:spMkLst>
            <pc:docMk/>
            <pc:sldMk cId="1186077149" sldId="269"/>
            <ac:spMk id="15" creationId="{7F52B26A-AA35-46C7-BB51-62BF13C58B1E}"/>
          </ac:spMkLst>
        </pc:spChg>
        <pc:spChg chg="mod">
          <ac:chgData name="Hironari Yamada" userId="e57621f8-ec3c-449e-bb19-001fffcc008e" providerId="ADAL" clId="{BC0BD879-F267-5CCA-8DEA-E3B2DD07DA4E}" dt="2026-05-28T13:43:45.777" v="22" actId="255"/>
          <ac:spMkLst>
            <pc:docMk/>
            <pc:sldMk cId="1186077149" sldId="269"/>
            <ac:spMk id="16" creationId="{25CA6302-60B6-4285-86E4-3ACE4E6C3595}"/>
          </ac:spMkLst>
        </pc:spChg>
        <pc:spChg chg="mod">
          <ac:chgData name="Hironari Yamada" userId="e57621f8-ec3c-449e-bb19-001fffcc008e" providerId="ADAL" clId="{BC0BD879-F267-5CCA-8DEA-E3B2DD07DA4E}" dt="2026-05-28T13:43:45.777" v="22" actId="255"/>
          <ac:spMkLst>
            <pc:docMk/>
            <pc:sldMk cId="1186077149" sldId="269"/>
            <ac:spMk id="17" creationId="{F21E2F89-49F9-40B3-8690-275AD2597580}"/>
          </ac:spMkLst>
        </pc:spChg>
        <pc:spChg chg="mod">
          <ac:chgData name="Hironari Yamada" userId="e57621f8-ec3c-449e-bb19-001fffcc008e" providerId="ADAL" clId="{BC0BD879-F267-5CCA-8DEA-E3B2DD07DA4E}" dt="2026-05-28T13:43:45.777" v="22" actId="255"/>
          <ac:spMkLst>
            <pc:docMk/>
            <pc:sldMk cId="1186077149" sldId="269"/>
            <ac:spMk id="19" creationId="{BF175FA6-6791-4846-AD79-C1F67AF72E3C}"/>
          </ac:spMkLst>
        </pc:spChg>
        <pc:spChg chg="mod">
          <ac:chgData name="Hironari Yamada" userId="e57621f8-ec3c-449e-bb19-001fffcc008e" providerId="ADAL" clId="{BC0BD879-F267-5CCA-8DEA-E3B2DD07DA4E}" dt="2026-05-28T13:43:45.777" v="22" actId="255"/>
          <ac:spMkLst>
            <pc:docMk/>
            <pc:sldMk cId="1186077149" sldId="269"/>
            <ac:spMk id="20" creationId="{9FBA9D77-D23C-4B4E-941B-4A64125E8F3B}"/>
          </ac:spMkLst>
        </pc:spChg>
      </pc:sldChg>
      <pc:sldChg chg="addSp delSp modSp mod">
        <pc:chgData name="Hironari Yamada" userId="e57621f8-ec3c-449e-bb19-001fffcc008e" providerId="ADAL" clId="{BC0BD879-F267-5CCA-8DEA-E3B2DD07DA4E}" dt="2026-05-29T00:30:53.131" v="1012" actId="478"/>
        <pc:sldMkLst>
          <pc:docMk/>
          <pc:sldMk cId="1186077149" sldId="270"/>
        </pc:sldMkLst>
        <pc:spChg chg="mod">
          <ac:chgData name="Hironari Yamada" userId="e57621f8-ec3c-449e-bb19-001fffcc008e" providerId="ADAL" clId="{BC0BD879-F267-5CCA-8DEA-E3B2DD07DA4E}" dt="2026-05-28T13:50:15.770" v="435" actId="14100"/>
          <ac:spMkLst>
            <pc:docMk/>
            <pc:sldMk cId="1186077149" sldId="270"/>
            <ac:spMk id="5" creationId="{22502A60-8C8C-477A-A581-A809E7F67921}"/>
          </ac:spMkLst>
        </pc:spChg>
        <pc:spChg chg="mod">
          <ac:chgData name="Hironari Yamada" userId="e57621f8-ec3c-449e-bb19-001fffcc008e" providerId="ADAL" clId="{BC0BD879-F267-5CCA-8DEA-E3B2DD07DA4E}" dt="2026-05-28T13:51:16.135" v="485" actId="14100"/>
          <ac:spMkLst>
            <pc:docMk/>
            <pc:sldMk cId="1186077149" sldId="270"/>
            <ac:spMk id="6" creationId="{8CDA3E6E-FDA6-4630-B982-874430B755B8}"/>
          </ac:spMkLst>
        </pc:spChg>
        <pc:spChg chg="mod">
          <ac:chgData name="Hironari Yamada" userId="e57621f8-ec3c-449e-bb19-001fffcc008e" providerId="ADAL" clId="{BC0BD879-F267-5CCA-8DEA-E3B2DD07DA4E}" dt="2026-05-28T13:56:48.721" v="781" actId="1076"/>
          <ac:spMkLst>
            <pc:docMk/>
            <pc:sldMk cId="1186077149" sldId="270"/>
            <ac:spMk id="7" creationId="{2CFD9B13-A171-4323-A106-91340F018F84}"/>
          </ac:spMkLst>
        </pc:spChg>
        <pc:spChg chg="add mod">
          <ac:chgData name="Hironari Yamada" userId="e57621f8-ec3c-449e-bb19-001fffcc008e" providerId="ADAL" clId="{BC0BD879-F267-5CCA-8DEA-E3B2DD07DA4E}" dt="2026-05-29T00:30:36.790" v="1004" actId="14100"/>
          <ac:spMkLst>
            <pc:docMk/>
            <pc:sldMk cId="1186077149" sldId="270"/>
            <ac:spMk id="8" creationId="{A45F2ADE-39A5-A10B-A17E-29FE5CCE6E7C}"/>
          </ac:spMkLst>
        </pc:spChg>
        <pc:spChg chg="add mod">
          <ac:chgData name="Hironari Yamada" userId="e57621f8-ec3c-449e-bb19-001fffcc008e" providerId="ADAL" clId="{BC0BD879-F267-5CCA-8DEA-E3B2DD07DA4E}" dt="2026-05-29T00:30:46.577" v="1011" actId="20577"/>
          <ac:spMkLst>
            <pc:docMk/>
            <pc:sldMk cId="1186077149" sldId="270"/>
            <ac:spMk id="9" creationId="{1D20D6C2-0798-9FDA-E5DC-ECD3C3B25437}"/>
          </ac:spMkLst>
        </pc:spChg>
        <pc:spChg chg="mod">
          <ac:chgData name="Hironari Yamada" userId="e57621f8-ec3c-449e-bb19-001fffcc008e" providerId="ADAL" clId="{BC0BD879-F267-5CCA-8DEA-E3B2DD07DA4E}" dt="2026-05-28T14:00:36.340" v="917" actId="1076"/>
          <ac:spMkLst>
            <pc:docMk/>
            <pc:sldMk cId="1186077149" sldId="270"/>
            <ac:spMk id="11" creationId="{3DEF210A-F5B9-46FA-A226-D3D943FF4C3A}"/>
          </ac:spMkLst>
        </pc:spChg>
        <pc:spChg chg="add mod">
          <ac:chgData name="Hironari Yamada" userId="e57621f8-ec3c-449e-bb19-001fffcc008e" providerId="ADAL" clId="{BC0BD879-F267-5CCA-8DEA-E3B2DD07DA4E}" dt="2026-05-28T13:58:01.424" v="806" actId="1076"/>
          <ac:spMkLst>
            <pc:docMk/>
            <pc:sldMk cId="1186077149" sldId="270"/>
            <ac:spMk id="14" creationId="{A21F9432-784C-8388-FD68-2BD828249764}"/>
          </ac:spMkLst>
        </pc:spChg>
        <pc:spChg chg="add mod">
          <ac:chgData name="Hironari Yamada" userId="e57621f8-ec3c-449e-bb19-001fffcc008e" providerId="ADAL" clId="{BC0BD879-F267-5CCA-8DEA-E3B2DD07DA4E}" dt="2026-05-28T13:58:12.105" v="807" actId="1076"/>
          <ac:spMkLst>
            <pc:docMk/>
            <pc:sldMk cId="1186077149" sldId="270"/>
            <ac:spMk id="15" creationId="{B811EDD3-5315-D895-5BEB-5B96D4370E15}"/>
          </ac:spMkLst>
        </pc:spChg>
        <pc:spChg chg="add mod">
          <ac:chgData name="Hironari Yamada" userId="e57621f8-ec3c-449e-bb19-001fffcc008e" providerId="ADAL" clId="{BC0BD879-F267-5CCA-8DEA-E3B2DD07DA4E}" dt="2026-05-28T13:55:58.337" v="766" actId="14100"/>
          <ac:spMkLst>
            <pc:docMk/>
            <pc:sldMk cId="1186077149" sldId="270"/>
            <ac:spMk id="16" creationId="{C3CBF6E9-3AB3-FCA7-0954-7C74DF8A5E80}"/>
          </ac:spMkLst>
        </pc:spChg>
        <pc:spChg chg="add mod">
          <ac:chgData name="Hironari Yamada" userId="e57621f8-ec3c-449e-bb19-001fffcc008e" providerId="ADAL" clId="{BC0BD879-F267-5CCA-8DEA-E3B2DD07DA4E}" dt="2026-05-28T13:56:03.707" v="768" actId="14100"/>
          <ac:spMkLst>
            <pc:docMk/>
            <pc:sldMk cId="1186077149" sldId="270"/>
            <ac:spMk id="17" creationId="{BF4F9FCE-3ADF-56A3-4171-4F2083336BAF}"/>
          </ac:spMkLst>
        </pc:spChg>
        <pc:spChg chg="add mod">
          <ac:chgData name="Hironari Yamada" userId="e57621f8-ec3c-449e-bb19-001fffcc008e" providerId="ADAL" clId="{BC0BD879-F267-5CCA-8DEA-E3B2DD07DA4E}" dt="2026-05-28T13:58:31.108" v="839" actId="1076"/>
          <ac:spMkLst>
            <pc:docMk/>
            <pc:sldMk cId="1186077149" sldId="270"/>
            <ac:spMk id="35" creationId="{8112A8EF-6A86-16A4-256C-908D5DF97E5A}"/>
          </ac:spMkLst>
        </pc:spChg>
        <pc:spChg chg="add mod">
          <ac:chgData name="Hironari Yamada" userId="e57621f8-ec3c-449e-bb19-001fffcc008e" providerId="ADAL" clId="{BC0BD879-F267-5CCA-8DEA-E3B2DD07DA4E}" dt="2026-05-28T13:59:39.403" v="865" actId="1076"/>
          <ac:spMkLst>
            <pc:docMk/>
            <pc:sldMk cId="1186077149" sldId="270"/>
            <ac:spMk id="39" creationId="{F2C3A405-DAA6-B127-1377-63ABAD58C110}"/>
          </ac:spMkLst>
        </pc:spChg>
        <pc:spChg chg="add mod">
          <ac:chgData name="Hironari Yamada" userId="e57621f8-ec3c-449e-bb19-001fffcc008e" providerId="ADAL" clId="{BC0BD879-F267-5CCA-8DEA-E3B2DD07DA4E}" dt="2026-05-28T13:59:31.018" v="860" actId="1076"/>
          <ac:spMkLst>
            <pc:docMk/>
            <pc:sldMk cId="1186077149" sldId="270"/>
            <ac:spMk id="41" creationId="{59EB0BEF-057F-CEF3-F0BB-C2020BF260F0}"/>
          </ac:spMkLst>
        </pc:spChg>
        <pc:spChg chg="add mod">
          <ac:chgData name="Hironari Yamada" userId="e57621f8-ec3c-449e-bb19-001fffcc008e" providerId="ADAL" clId="{BC0BD879-F267-5CCA-8DEA-E3B2DD07DA4E}" dt="2026-05-28T13:59:49.198" v="877" actId="14100"/>
          <ac:spMkLst>
            <pc:docMk/>
            <pc:sldMk cId="1186077149" sldId="270"/>
            <ac:spMk id="42" creationId="{0EBB59FD-D969-80AB-600F-F45EE959F8BE}"/>
          </ac:spMkLst>
        </pc:spChg>
        <pc:spChg chg="add mod">
          <ac:chgData name="Hironari Yamada" userId="e57621f8-ec3c-449e-bb19-001fffcc008e" providerId="ADAL" clId="{BC0BD879-F267-5CCA-8DEA-E3B2DD07DA4E}" dt="2026-05-28T14:00:01.452" v="890" actId="1076"/>
          <ac:spMkLst>
            <pc:docMk/>
            <pc:sldMk cId="1186077149" sldId="270"/>
            <ac:spMk id="43" creationId="{FF6023B8-F064-85E1-38A0-E223F8F6F893}"/>
          </ac:spMkLst>
        </pc:spChg>
        <pc:spChg chg="add mod">
          <ac:chgData name="Hironari Yamada" userId="e57621f8-ec3c-449e-bb19-001fffcc008e" providerId="ADAL" clId="{BC0BD879-F267-5CCA-8DEA-E3B2DD07DA4E}" dt="2026-05-28T14:00:11.876" v="897" actId="1076"/>
          <ac:spMkLst>
            <pc:docMk/>
            <pc:sldMk cId="1186077149" sldId="270"/>
            <ac:spMk id="44" creationId="{6A71BC32-1D0D-D8D4-2430-0F392BE028C6}"/>
          </ac:spMkLst>
        </pc:spChg>
        <pc:spChg chg="add mod">
          <ac:chgData name="Hironari Yamada" userId="e57621f8-ec3c-449e-bb19-001fffcc008e" providerId="ADAL" clId="{BC0BD879-F267-5CCA-8DEA-E3B2DD07DA4E}" dt="2026-05-28T14:00:27.536" v="916" actId="1076"/>
          <ac:spMkLst>
            <pc:docMk/>
            <pc:sldMk cId="1186077149" sldId="270"/>
            <ac:spMk id="45" creationId="{886E04D9-2F3D-C71E-8D80-BA4D550E1B9C}"/>
          </ac:spMkLst>
        </pc:spChg>
        <pc:spChg chg="add mod">
          <ac:chgData name="Hironari Yamada" userId="e57621f8-ec3c-449e-bb19-001fffcc008e" providerId="ADAL" clId="{BC0BD879-F267-5CCA-8DEA-E3B2DD07DA4E}" dt="2026-05-28T14:00:50.683" v="922" actId="20577"/>
          <ac:spMkLst>
            <pc:docMk/>
            <pc:sldMk cId="1186077149" sldId="270"/>
            <ac:spMk id="46" creationId="{DAC9D9FE-8281-38AE-E8CA-440228EB4307}"/>
          </ac:spMkLst>
        </pc:spChg>
        <pc:spChg chg="add mod">
          <ac:chgData name="Hironari Yamada" userId="e57621f8-ec3c-449e-bb19-001fffcc008e" providerId="ADAL" clId="{BC0BD879-F267-5CCA-8DEA-E3B2DD07DA4E}" dt="2026-05-28T14:01:47.694" v="947" actId="14100"/>
          <ac:spMkLst>
            <pc:docMk/>
            <pc:sldMk cId="1186077149" sldId="270"/>
            <ac:spMk id="47" creationId="{0F5B0327-ADA3-22A4-9853-ECF1E65B2F83}"/>
          </ac:spMkLst>
        </pc:spChg>
        <pc:spChg chg="add mod">
          <ac:chgData name="Hironari Yamada" userId="e57621f8-ec3c-449e-bb19-001fffcc008e" providerId="ADAL" clId="{BC0BD879-F267-5CCA-8DEA-E3B2DD07DA4E}" dt="2026-05-28T14:02:06.159" v="955" actId="14100"/>
          <ac:spMkLst>
            <pc:docMk/>
            <pc:sldMk cId="1186077149" sldId="270"/>
            <ac:spMk id="48" creationId="{419A85A6-5817-76D8-8F11-B56FB62494E7}"/>
          </ac:spMkLst>
        </pc:spChg>
        <pc:spChg chg="add mod">
          <ac:chgData name="Hironari Yamada" userId="e57621f8-ec3c-449e-bb19-001fffcc008e" providerId="ADAL" clId="{BC0BD879-F267-5CCA-8DEA-E3B2DD07DA4E}" dt="2026-05-28T14:01:34.649" v="943" actId="1076"/>
          <ac:spMkLst>
            <pc:docMk/>
            <pc:sldMk cId="1186077149" sldId="270"/>
            <ac:spMk id="49" creationId="{DA94AA43-C999-6C97-ACB4-48D7925E114C}"/>
          </ac:spMkLst>
        </pc:spChg>
        <pc:spChg chg="add mod">
          <ac:chgData name="Hironari Yamada" userId="e57621f8-ec3c-449e-bb19-001fffcc008e" providerId="ADAL" clId="{BC0BD879-F267-5CCA-8DEA-E3B2DD07DA4E}" dt="2026-05-28T14:01:55.344" v="948" actId="14100"/>
          <ac:spMkLst>
            <pc:docMk/>
            <pc:sldMk cId="1186077149" sldId="270"/>
            <ac:spMk id="50" creationId="{946DC4B8-5C27-2A21-6391-A8F085AA65E2}"/>
          </ac:spMkLst>
        </pc:spChg>
        <pc:spChg chg="add mod">
          <ac:chgData name="Hironari Yamada" userId="e57621f8-ec3c-449e-bb19-001fffcc008e" providerId="ADAL" clId="{BC0BD879-F267-5CCA-8DEA-E3B2DD07DA4E}" dt="2026-05-28T14:02:00.237" v="954" actId="1076"/>
          <ac:spMkLst>
            <pc:docMk/>
            <pc:sldMk cId="1186077149" sldId="270"/>
            <ac:spMk id="51" creationId="{EC4ACB44-9E38-DE03-D2D3-E284AC031B8D}"/>
          </ac:spMkLst>
        </pc:spChg>
        <pc:picChg chg="mod">
          <ac:chgData name="Hironari Yamada" userId="e57621f8-ec3c-449e-bb19-001fffcc008e" providerId="ADAL" clId="{BC0BD879-F267-5CCA-8DEA-E3B2DD07DA4E}" dt="2026-05-28T14:00:36.340" v="917" actId="1076"/>
          <ac:picMkLst>
            <pc:docMk/>
            <pc:sldMk cId="1186077149" sldId="270"/>
            <ac:picMk id="10" creationId="{00000000-0000-0000-0000-000000000000}"/>
          </ac:picMkLst>
        </pc:picChg>
        <pc:picChg chg="add mod">
          <ac:chgData name="Hironari Yamada" userId="e57621f8-ec3c-449e-bb19-001fffcc008e" providerId="ADAL" clId="{BC0BD879-F267-5CCA-8DEA-E3B2DD07DA4E}" dt="2026-05-28T13:57:00.002" v="783" actId="1076"/>
          <ac:picMkLst>
            <pc:docMk/>
            <pc:sldMk cId="1186077149" sldId="270"/>
            <ac:picMk id="18" creationId="{DFC0C9E3-BCDE-029E-44A3-EE72A968F49F}"/>
          </ac:picMkLst>
        </pc:picChg>
        <pc:picChg chg="add mod">
          <ac:chgData name="Hironari Yamada" userId="e57621f8-ec3c-449e-bb19-001fffcc008e" providerId="ADAL" clId="{BC0BD879-F267-5CCA-8DEA-E3B2DD07DA4E}" dt="2026-05-28T13:56:53.131" v="782" actId="1076"/>
          <ac:picMkLst>
            <pc:docMk/>
            <pc:sldMk cId="1186077149" sldId="270"/>
            <ac:picMk id="22" creationId="{9F896260-A447-25A8-9B5A-FFC9D6D09BAE}"/>
          </ac:picMkLst>
        </pc:picChg>
        <pc:picChg chg="add mod">
          <ac:chgData name="Hironari Yamada" userId="e57621f8-ec3c-449e-bb19-001fffcc008e" providerId="ADAL" clId="{BC0BD879-F267-5CCA-8DEA-E3B2DD07DA4E}" dt="2026-05-28T13:57:12.137" v="789" actId="1076"/>
          <ac:picMkLst>
            <pc:docMk/>
            <pc:sldMk cId="1186077149" sldId="270"/>
            <ac:picMk id="24" creationId="{1C4012A1-A601-84EF-E2D9-7F4026B2C5C7}"/>
          </ac:picMkLst>
        </pc:picChg>
        <pc:picChg chg="add mod">
          <ac:chgData name="Hironari Yamada" userId="e57621f8-ec3c-449e-bb19-001fffcc008e" providerId="ADAL" clId="{BC0BD879-F267-5CCA-8DEA-E3B2DD07DA4E}" dt="2026-05-28T13:57:56.058" v="805" actId="1076"/>
          <ac:picMkLst>
            <pc:docMk/>
            <pc:sldMk cId="1186077149" sldId="270"/>
            <ac:picMk id="26" creationId="{96223E48-FC36-B749-8A2D-5EB7156221F6}"/>
          </ac:picMkLst>
        </pc:picChg>
        <pc:picChg chg="add mod">
          <ac:chgData name="Hironari Yamada" userId="e57621f8-ec3c-449e-bb19-001fffcc008e" providerId="ADAL" clId="{BC0BD879-F267-5CCA-8DEA-E3B2DD07DA4E}" dt="2026-05-28T13:57:46.823" v="801" actId="1035"/>
          <ac:picMkLst>
            <pc:docMk/>
            <pc:sldMk cId="1186077149" sldId="270"/>
            <ac:picMk id="28" creationId="{99BC994F-1EC6-2681-F825-1D2983F0FD91}"/>
          </ac:picMkLst>
        </pc:picChg>
        <pc:picChg chg="add mod">
          <ac:chgData name="Hironari Yamada" userId="e57621f8-ec3c-449e-bb19-001fffcc008e" providerId="ADAL" clId="{BC0BD879-F267-5CCA-8DEA-E3B2DD07DA4E}" dt="2026-05-28T13:58:46.035" v="844" actId="1076"/>
          <ac:picMkLst>
            <pc:docMk/>
            <pc:sldMk cId="1186077149" sldId="270"/>
            <ac:picMk id="37" creationId="{D5581BF7-4906-1DF1-ECCB-7682EB3AAA63}"/>
          </ac:picMkLst>
        </pc:picChg>
        <pc:cxnChg chg="add mod">
          <ac:chgData name="Hironari Yamada" userId="e57621f8-ec3c-449e-bb19-001fffcc008e" providerId="ADAL" clId="{BC0BD879-F267-5CCA-8DEA-E3B2DD07DA4E}" dt="2026-05-28T13:57:46.823" v="801" actId="1035"/>
          <ac:cxnSpMkLst>
            <pc:docMk/>
            <pc:sldMk cId="1186077149" sldId="270"/>
            <ac:cxnSpMk id="30" creationId="{DF86FA77-6D4D-ECD3-7B58-3126A1DB333C}"/>
          </ac:cxnSpMkLst>
        </pc:cxnChg>
        <pc:cxnChg chg="add mod">
          <ac:chgData name="Hironari Yamada" userId="e57621f8-ec3c-449e-bb19-001fffcc008e" providerId="ADAL" clId="{BC0BD879-F267-5CCA-8DEA-E3B2DD07DA4E}" dt="2026-05-28T13:57:56.058" v="805" actId="1076"/>
          <ac:cxnSpMkLst>
            <pc:docMk/>
            <pc:sldMk cId="1186077149" sldId="270"/>
            <ac:cxnSpMk id="31" creationId="{2B1FBECC-A6E7-1F39-6523-A103DD9F1156}"/>
          </ac:cxnSpMkLst>
        </pc:cxnChg>
        <pc:cxnChg chg="add mod">
          <ac:chgData name="Hironari Yamada" userId="e57621f8-ec3c-449e-bb19-001fffcc008e" providerId="ADAL" clId="{BC0BD879-F267-5CCA-8DEA-E3B2DD07DA4E}" dt="2026-05-28T13:59:09.946" v="854" actId="1035"/>
          <ac:cxnSpMkLst>
            <pc:docMk/>
            <pc:sldMk cId="1186077149" sldId="270"/>
            <ac:cxnSpMk id="38" creationId="{160EE0CD-3060-CE06-E092-FC1800A0B350}"/>
          </ac:cxnSpMkLst>
        </pc:cxnChg>
        <pc:cxnChg chg="add mod">
          <ac:chgData name="Hironari Yamada" userId="e57621f8-ec3c-449e-bb19-001fffcc008e" providerId="ADAL" clId="{BC0BD879-F267-5CCA-8DEA-E3B2DD07DA4E}" dt="2026-05-28T13:59:06.233" v="852" actId="1036"/>
          <ac:cxnSpMkLst>
            <pc:docMk/>
            <pc:sldMk cId="1186077149" sldId="270"/>
            <ac:cxnSpMk id="40" creationId="{44A2C2DD-DDA9-B8B4-41A0-77199E2FC041}"/>
          </ac:cxnSpMkLst>
        </pc:cxnChg>
      </pc:sldChg>
      <pc:sldChg chg="addSp delSp modSp mod">
        <pc:chgData name="Hironari Yamada" userId="e57621f8-ec3c-449e-bb19-001fffcc008e" providerId="ADAL" clId="{BC0BD879-F267-5CCA-8DEA-E3B2DD07DA4E}" dt="2026-05-29T06:48:13.033" v="4549" actId="20577"/>
        <pc:sldMkLst>
          <pc:docMk/>
          <pc:sldMk cId="1186077149" sldId="271"/>
        </pc:sldMkLst>
        <pc:spChg chg="mod">
          <ac:chgData name="Hironari Yamada" userId="e57621f8-ec3c-449e-bb19-001fffcc008e" providerId="ADAL" clId="{BC0BD879-F267-5CCA-8DEA-E3B2DD07DA4E}" dt="2026-05-28T13:51:52.859" v="494" actId="14100"/>
          <ac:spMkLst>
            <pc:docMk/>
            <pc:sldMk cId="1186077149" sldId="271"/>
            <ac:spMk id="5" creationId="{1C468807-CBAA-4B3A-83A0-3F286DD8132A}"/>
          </ac:spMkLst>
        </pc:spChg>
        <pc:spChg chg="mod">
          <ac:chgData name="Hironari Yamada" userId="e57621f8-ec3c-449e-bb19-001fffcc008e" providerId="ADAL" clId="{BC0BD879-F267-5CCA-8DEA-E3B2DD07DA4E}" dt="2026-05-28T13:52:33.561" v="501" actId="1076"/>
          <ac:spMkLst>
            <pc:docMk/>
            <pc:sldMk cId="1186077149" sldId="271"/>
            <ac:spMk id="6" creationId="{22604416-EA94-45FC-9972-EE856BD6DEE8}"/>
          </ac:spMkLst>
        </pc:spChg>
        <pc:spChg chg="mod">
          <ac:chgData name="Hironari Yamada" userId="e57621f8-ec3c-449e-bb19-001fffcc008e" providerId="ADAL" clId="{BC0BD879-F267-5CCA-8DEA-E3B2DD07DA4E}" dt="2026-05-28T13:52:31.016" v="500" actId="167"/>
          <ac:spMkLst>
            <pc:docMk/>
            <pc:sldMk cId="1186077149" sldId="271"/>
            <ac:spMk id="11" creationId="{1F3FBC19-88BF-E4C5-27A1-3C51F3134334}"/>
          </ac:spMkLst>
        </pc:spChg>
        <pc:spChg chg="mod">
          <ac:chgData name="Hironari Yamada" userId="e57621f8-ec3c-449e-bb19-001fffcc008e" providerId="ADAL" clId="{BC0BD879-F267-5CCA-8DEA-E3B2DD07DA4E}" dt="2026-05-29T00:19:31.317" v="975" actId="1076"/>
          <ac:spMkLst>
            <pc:docMk/>
            <pc:sldMk cId="1186077149" sldId="271"/>
            <ac:spMk id="12" creationId="{DA540E08-EB75-16A6-F50D-9134F58C545A}"/>
          </ac:spMkLst>
        </pc:spChg>
        <pc:spChg chg="add mod">
          <ac:chgData name="Hironari Yamada" userId="e57621f8-ec3c-449e-bb19-001fffcc008e" providerId="ADAL" clId="{BC0BD879-F267-5CCA-8DEA-E3B2DD07DA4E}" dt="2026-05-29T00:34:00.013" v="1022" actId="20577"/>
          <ac:spMkLst>
            <pc:docMk/>
            <pc:sldMk cId="1186077149" sldId="271"/>
            <ac:spMk id="13" creationId="{A4BAC1F6-598F-8BAA-5ACC-003707EF197D}"/>
          </ac:spMkLst>
        </pc:spChg>
        <pc:spChg chg="mod">
          <ac:chgData name="Hironari Yamada" userId="e57621f8-ec3c-449e-bb19-001fffcc008e" providerId="ADAL" clId="{BC0BD879-F267-5CCA-8DEA-E3B2DD07DA4E}" dt="2026-05-29T00:19:31.317" v="975" actId="1076"/>
          <ac:spMkLst>
            <pc:docMk/>
            <pc:sldMk cId="1186077149" sldId="271"/>
            <ac:spMk id="14" creationId="{B4B96E89-DEA9-02ED-DADE-08F0DB8F4FE4}"/>
          </ac:spMkLst>
        </pc:spChg>
        <pc:spChg chg="add mod">
          <ac:chgData name="Hironari Yamada" userId="e57621f8-ec3c-449e-bb19-001fffcc008e" providerId="ADAL" clId="{BC0BD879-F267-5CCA-8DEA-E3B2DD07DA4E}" dt="2026-05-29T00:37:02.598" v="1059" actId="1037"/>
          <ac:spMkLst>
            <pc:docMk/>
            <pc:sldMk cId="1186077149" sldId="271"/>
            <ac:spMk id="15" creationId="{F044E58B-A20C-9E99-71ED-7186F23D6C55}"/>
          </ac:spMkLst>
        </pc:spChg>
        <pc:spChg chg="mod">
          <ac:chgData name="Hironari Yamada" userId="e57621f8-ec3c-449e-bb19-001fffcc008e" providerId="ADAL" clId="{BC0BD879-F267-5CCA-8DEA-E3B2DD07DA4E}" dt="2026-05-29T00:19:31.317" v="975" actId="1076"/>
          <ac:spMkLst>
            <pc:docMk/>
            <pc:sldMk cId="1186077149" sldId="271"/>
            <ac:spMk id="17" creationId="{9983C9CE-25A7-8FF7-C4A8-500F88792E08}"/>
          </ac:spMkLst>
        </pc:spChg>
        <pc:spChg chg="add mod">
          <ac:chgData name="Hironari Yamada" userId="e57621f8-ec3c-449e-bb19-001fffcc008e" providerId="ADAL" clId="{BC0BD879-F267-5CCA-8DEA-E3B2DD07DA4E}" dt="2026-05-29T00:37:02.598" v="1059" actId="1037"/>
          <ac:spMkLst>
            <pc:docMk/>
            <pc:sldMk cId="1186077149" sldId="271"/>
            <ac:spMk id="20" creationId="{2B5DA321-4442-F01D-E7E6-E4498AA8448A}"/>
          </ac:spMkLst>
        </pc:spChg>
        <pc:spChg chg="mod">
          <ac:chgData name="Hironari Yamada" userId="e57621f8-ec3c-449e-bb19-001fffcc008e" providerId="ADAL" clId="{BC0BD879-F267-5CCA-8DEA-E3B2DD07DA4E}" dt="2026-05-29T00:39:45.928" v="1251" actId="14100"/>
          <ac:spMkLst>
            <pc:docMk/>
            <pc:sldMk cId="1186077149" sldId="271"/>
            <ac:spMk id="21" creationId="{0E917985-6919-89CD-0EC3-495DF742E270}"/>
          </ac:spMkLst>
        </pc:spChg>
        <pc:spChg chg="mod">
          <ac:chgData name="Hironari Yamada" userId="e57621f8-ec3c-449e-bb19-001fffcc008e" providerId="ADAL" clId="{BC0BD879-F267-5CCA-8DEA-E3B2DD07DA4E}" dt="2026-05-29T00:37:35.623" v="1068" actId="1076"/>
          <ac:spMkLst>
            <pc:docMk/>
            <pc:sldMk cId="1186077149" sldId="271"/>
            <ac:spMk id="22" creationId="{92D829C8-178A-562B-1213-D18C07258CBE}"/>
          </ac:spMkLst>
        </pc:spChg>
        <pc:spChg chg="add mod">
          <ac:chgData name="Hironari Yamada" userId="e57621f8-ec3c-449e-bb19-001fffcc008e" providerId="ADAL" clId="{BC0BD879-F267-5CCA-8DEA-E3B2DD07DA4E}" dt="2026-05-29T00:37:02.598" v="1059" actId="1037"/>
          <ac:spMkLst>
            <pc:docMk/>
            <pc:sldMk cId="1186077149" sldId="271"/>
            <ac:spMk id="25" creationId="{A123135B-E0B7-24AE-9FED-28E89E4FFADC}"/>
          </ac:spMkLst>
        </pc:spChg>
        <pc:spChg chg="mod">
          <ac:chgData name="Hironari Yamada" userId="e57621f8-ec3c-449e-bb19-001fffcc008e" providerId="ADAL" clId="{BC0BD879-F267-5CCA-8DEA-E3B2DD07DA4E}" dt="2026-05-29T00:29:42.429" v="987" actId="1076"/>
          <ac:spMkLst>
            <pc:docMk/>
            <pc:sldMk cId="1186077149" sldId="271"/>
            <ac:spMk id="27" creationId="{E0490B20-5C56-A0D5-6F9D-A3713135A704}"/>
          </ac:spMkLst>
        </pc:spChg>
        <pc:spChg chg="mod">
          <ac:chgData name="Hironari Yamada" userId="e57621f8-ec3c-449e-bb19-001fffcc008e" providerId="ADAL" clId="{BC0BD879-F267-5CCA-8DEA-E3B2DD07DA4E}" dt="2026-05-29T00:37:02.598" v="1059" actId="1037"/>
          <ac:spMkLst>
            <pc:docMk/>
            <pc:sldMk cId="1186077149" sldId="271"/>
            <ac:spMk id="28" creationId="{B60C5AE3-ECFE-AFDB-58AF-C2589BD55B5A}"/>
          </ac:spMkLst>
        </pc:spChg>
        <pc:spChg chg="add mod">
          <ac:chgData name="Hironari Yamada" userId="e57621f8-ec3c-449e-bb19-001fffcc008e" providerId="ADAL" clId="{BC0BD879-F267-5CCA-8DEA-E3B2DD07DA4E}" dt="2026-05-29T00:37:02.598" v="1059" actId="1037"/>
          <ac:spMkLst>
            <pc:docMk/>
            <pc:sldMk cId="1186077149" sldId="271"/>
            <ac:spMk id="29" creationId="{D14D8DE7-E004-C25C-47F7-20F3EB70330A}"/>
          </ac:spMkLst>
        </pc:spChg>
        <pc:spChg chg="add mod">
          <ac:chgData name="Hironari Yamada" userId="e57621f8-ec3c-449e-bb19-001fffcc008e" providerId="ADAL" clId="{BC0BD879-F267-5CCA-8DEA-E3B2DD07DA4E}" dt="2026-05-29T00:19:23.447" v="974" actId="1076"/>
          <ac:spMkLst>
            <pc:docMk/>
            <pc:sldMk cId="1186077149" sldId="271"/>
            <ac:spMk id="30" creationId="{A1E4C797-E9DF-16E1-1B25-0F565FF88027}"/>
          </ac:spMkLst>
        </pc:spChg>
        <pc:spChg chg="add mod">
          <ac:chgData name="Hironari Yamada" userId="e57621f8-ec3c-449e-bb19-001fffcc008e" providerId="ADAL" clId="{BC0BD879-F267-5CCA-8DEA-E3B2DD07DA4E}" dt="2026-05-29T06:48:13.033" v="4549" actId="20577"/>
          <ac:spMkLst>
            <pc:docMk/>
            <pc:sldMk cId="1186077149" sldId="271"/>
            <ac:spMk id="31" creationId="{84CB09FF-A331-304B-7327-40F0D6446045}"/>
          </ac:spMkLst>
        </pc:spChg>
        <pc:spChg chg="add mod">
          <ac:chgData name="Hironari Yamada" userId="e57621f8-ec3c-449e-bb19-001fffcc008e" providerId="ADAL" clId="{BC0BD879-F267-5CCA-8DEA-E3B2DD07DA4E}" dt="2026-05-29T00:37:02.598" v="1059" actId="1037"/>
          <ac:spMkLst>
            <pc:docMk/>
            <pc:sldMk cId="1186077149" sldId="271"/>
            <ac:spMk id="33" creationId="{80B75294-FBA3-BC0A-4F99-B78B4FE41D67}"/>
          </ac:spMkLst>
        </pc:spChg>
        <pc:spChg chg="mod">
          <ac:chgData name="Hironari Yamada" userId="e57621f8-ec3c-449e-bb19-001fffcc008e" providerId="ADAL" clId="{BC0BD879-F267-5CCA-8DEA-E3B2DD07DA4E}" dt="2026-05-29T00:19:53.959" v="983" actId="1076"/>
          <ac:spMkLst>
            <pc:docMk/>
            <pc:sldMk cId="1186077149" sldId="271"/>
            <ac:spMk id="35" creationId="{9C2198C3-4F55-F06D-9669-622E6A262287}"/>
          </ac:spMkLst>
        </pc:spChg>
        <pc:spChg chg="add mod">
          <ac:chgData name="Hironari Yamada" userId="e57621f8-ec3c-449e-bb19-001fffcc008e" providerId="ADAL" clId="{BC0BD879-F267-5CCA-8DEA-E3B2DD07DA4E}" dt="2026-05-29T00:37:07.364" v="1060" actId="1076"/>
          <ac:spMkLst>
            <pc:docMk/>
            <pc:sldMk cId="1186077149" sldId="271"/>
            <ac:spMk id="37" creationId="{B34ABC9B-563D-E1D6-1C35-14EC335FC196}"/>
          </ac:spMkLst>
        </pc:spChg>
        <pc:spChg chg="add mod">
          <ac:chgData name="Hironari Yamada" userId="e57621f8-ec3c-449e-bb19-001fffcc008e" providerId="ADAL" clId="{BC0BD879-F267-5CCA-8DEA-E3B2DD07DA4E}" dt="2026-05-29T00:37:07.364" v="1060" actId="1076"/>
          <ac:spMkLst>
            <pc:docMk/>
            <pc:sldMk cId="1186077149" sldId="271"/>
            <ac:spMk id="38" creationId="{36180246-F289-E479-26CE-629341EF4B79}"/>
          </ac:spMkLst>
        </pc:spChg>
        <pc:spChg chg="add mod">
          <ac:chgData name="Hironari Yamada" userId="e57621f8-ec3c-449e-bb19-001fffcc008e" providerId="ADAL" clId="{BC0BD879-F267-5CCA-8DEA-E3B2DD07DA4E}" dt="2026-05-29T00:37:21.012" v="1064" actId="14100"/>
          <ac:spMkLst>
            <pc:docMk/>
            <pc:sldMk cId="1186077149" sldId="271"/>
            <ac:spMk id="39" creationId="{594D6055-491A-C33F-34BD-A51E5ECD7979}"/>
          </ac:spMkLst>
        </pc:spChg>
        <pc:spChg chg="add mod">
          <ac:chgData name="Hironari Yamada" userId="e57621f8-ec3c-449e-bb19-001fffcc008e" providerId="ADAL" clId="{BC0BD879-F267-5CCA-8DEA-E3B2DD07DA4E}" dt="2026-05-29T00:37:28.049" v="1066" actId="1076"/>
          <ac:spMkLst>
            <pc:docMk/>
            <pc:sldMk cId="1186077149" sldId="271"/>
            <ac:spMk id="40" creationId="{4A992544-FAED-5E10-9666-DA89E738D3E4}"/>
          </ac:spMkLst>
        </pc:spChg>
        <pc:spChg chg="add mod">
          <ac:chgData name="Hironari Yamada" userId="e57621f8-ec3c-449e-bb19-001fffcc008e" providerId="ADAL" clId="{BC0BD879-F267-5CCA-8DEA-E3B2DD07DA4E}" dt="2026-05-29T00:37:52.741" v="1090" actId="20577"/>
          <ac:spMkLst>
            <pc:docMk/>
            <pc:sldMk cId="1186077149" sldId="271"/>
            <ac:spMk id="41" creationId="{653A4F51-AEFC-73D7-CA3C-CCA29B65EDD4}"/>
          </ac:spMkLst>
        </pc:spChg>
        <pc:spChg chg="add mod">
          <ac:chgData name="Hironari Yamada" userId="e57621f8-ec3c-449e-bb19-001fffcc008e" providerId="ADAL" clId="{BC0BD879-F267-5CCA-8DEA-E3B2DD07DA4E}" dt="2026-05-29T00:38:01.998" v="1110" actId="20577"/>
          <ac:spMkLst>
            <pc:docMk/>
            <pc:sldMk cId="1186077149" sldId="271"/>
            <ac:spMk id="42" creationId="{D0530E31-933A-DD52-9A96-44198DFDB4BF}"/>
          </ac:spMkLst>
        </pc:spChg>
        <pc:spChg chg="add mod">
          <ac:chgData name="Hironari Yamada" userId="e57621f8-ec3c-449e-bb19-001fffcc008e" providerId="ADAL" clId="{BC0BD879-F267-5CCA-8DEA-E3B2DD07DA4E}" dt="2026-05-29T00:39:30.136" v="1247" actId="179"/>
          <ac:spMkLst>
            <pc:docMk/>
            <pc:sldMk cId="1186077149" sldId="271"/>
            <ac:spMk id="43" creationId="{1DF69479-4064-51C5-67DF-A03EB5278B49}"/>
          </ac:spMkLst>
        </pc:spChg>
        <pc:spChg chg="add mod">
          <ac:chgData name="Hironari Yamada" userId="e57621f8-ec3c-449e-bb19-001fffcc008e" providerId="ADAL" clId="{BC0BD879-F267-5CCA-8DEA-E3B2DD07DA4E}" dt="2026-05-29T00:50:15.090" v="1437" actId="115"/>
          <ac:spMkLst>
            <pc:docMk/>
            <pc:sldMk cId="1186077149" sldId="271"/>
            <ac:spMk id="45" creationId="{3A81FCC6-CC0C-4C6F-9971-746247BDD550}"/>
          </ac:spMkLst>
        </pc:spChg>
        <pc:spChg chg="add mod">
          <ac:chgData name="Hironari Yamada" userId="e57621f8-ec3c-449e-bb19-001fffcc008e" providerId="ADAL" clId="{BC0BD879-F267-5CCA-8DEA-E3B2DD07DA4E}" dt="2026-05-29T00:40:36.725" v="1296" actId="207"/>
          <ac:spMkLst>
            <pc:docMk/>
            <pc:sldMk cId="1186077149" sldId="271"/>
            <ac:spMk id="46" creationId="{6BA3A5C4-2857-E050-30F3-4A1C65E16834}"/>
          </ac:spMkLst>
        </pc:spChg>
        <pc:spChg chg="add mod">
          <ac:chgData name="Hironari Yamada" userId="e57621f8-ec3c-449e-bb19-001fffcc008e" providerId="ADAL" clId="{BC0BD879-F267-5CCA-8DEA-E3B2DD07DA4E}" dt="2026-05-29T00:41:20.388" v="1342" actId="1076"/>
          <ac:spMkLst>
            <pc:docMk/>
            <pc:sldMk cId="1186077149" sldId="271"/>
            <ac:spMk id="47" creationId="{02B25EB5-F3B2-6052-25BF-7EBA1EE79594}"/>
          </ac:spMkLst>
        </pc:spChg>
        <pc:spChg chg="add mod">
          <ac:chgData name="Hironari Yamada" userId="e57621f8-ec3c-449e-bb19-001fffcc008e" providerId="ADAL" clId="{BC0BD879-F267-5CCA-8DEA-E3B2DD07DA4E}" dt="2026-05-29T00:41:54.315" v="1381" actId="1076"/>
          <ac:spMkLst>
            <pc:docMk/>
            <pc:sldMk cId="1186077149" sldId="271"/>
            <ac:spMk id="48" creationId="{DFF6329F-4C74-F023-8E95-36ACF1E82E8E}"/>
          </ac:spMkLst>
        </pc:spChg>
        <pc:spChg chg="add mod">
          <ac:chgData name="Hironari Yamada" userId="e57621f8-ec3c-449e-bb19-001fffcc008e" providerId="ADAL" clId="{BC0BD879-F267-5CCA-8DEA-E3B2DD07DA4E}" dt="2026-05-29T00:41:51.410" v="1380" actId="20577"/>
          <ac:spMkLst>
            <pc:docMk/>
            <pc:sldMk cId="1186077149" sldId="271"/>
            <ac:spMk id="49" creationId="{49C6402C-6F00-BCF1-DEFB-29F1D709844C}"/>
          </ac:spMkLst>
        </pc:spChg>
        <pc:cxnChg chg="mod">
          <ac:chgData name="Hironari Yamada" userId="e57621f8-ec3c-449e-bb19-001fffcc008e" providerId="ADAL" clId="{BC0BD879-F267-5CCA-8DEA-E3B2DD07DA4E}" dt="2026-05-29T00:19:31.317" v="975" actId="1076"/>
          <ac:cxnSpMkLst>
            <pc:docMk/>
            <pc:sldMk cId="1186077149" sldId="271"/>
            <ac:cxnSpMk id="16" creationId="{7B265226-6949-0EFA-8A76-C95B8C17673D}"/>
          </ac:cxnSpMkLst>
        </pc:cxnChg>
        <pc:cxnChg chg="add mod">
          <ac:chgData name="Hironari Yamada" userId="e57621f8-ec3c-449e-bb19-001fffcc008e" providerId="ADAL" clId="{BC0BD879-F267-5CCA-8DEA-E3B2DD07DA4E}" dt="2026-05-29T00:20:52.543" v="985" actId="1076"/>
          <ac:cxnSpMkLst>
            <pc:docMk/>
            <pc:sldMk cId="1186077149" sldId="271"/>
            <ac:cxnSpMk id="18" creationId="{C675EB8B-7345-38B4-307B-945E2606118A}"/>
          </ac:cxnSpMkLst>
        </pc:cxnChg>
        <pc:cxnChg chg="mod">
          <ac:chgData name="Hironari Yamada" userId="e57621f8-ec3c-449e-bb19-001fffcc008e" providerId="ADAL" clId="{BC0BD879-F267-5CCA-8DEA-E3B2DD07DA4E}" dt="2026-05-29T00:19:31.317" v="975" actId="1076"/>
          <ac:cxnSpMkLst>
            <pc:docMk/>
            <pc:sldMk cId="1186077149" sldId="271"/>
            <ac:cxnSpMk id="19" creationId="{8C9768A3-A093-140B-6237-969679A59C3B}"/>
          </ac:cxnSpMkLst>
        </pc:cxnChg>
        <pc:cxnChg chg="mod">
          <ac:chgData name="Hironari Yamada" userId="e57621f8-ec3c-449e-bb19-001fffcc008e" providerId="ADAL" clId="{BC0BD879-F267-5CCA-8DEA-E3B2DD07DA4E}" dt="2026-05-29T00:19:38.170" v="978" actId="1076"/>
          <ac:cxnSpMkLst>
            <pc:docMk/>
            <pc:sldMk cId="1186077149" sldId="271"/>
            <ac:cxnSpMk id="32" creationId="{AC87C8DE-34AC-A262-BE14-66B9EC05BE8A}"/>
          </ac:cxnSpMkLst>
        </pc:cxnChg>
        <pc:cxnChg chg="mod">
          <ac:chgData name="Hironari Yamada" userId="e57621f8-ec3c-449e-bb19-001fffcc008e" providerId="ADAL" clId="{BC0BD879-F267-5CCA-8DEA-E3B2DD07DA4E}" dt="2026-05-29T00:19:46.419" v="981" actId="1076"/>
          <ac:cxnSpMkLst>
            <pc:docMk/>
            <pc:sldMk cId="1186077149" sldId="271"/>
            <ac:cxnSpMk id="34" creationId="{C1701960-B170-EEDB-76E8-B8FE85F4306D}"/>
          </ac:cxnSpMkLst>
        </pc:cxnChg>
        <pc:cxnChg chg="add mod">
          <ac:chgData name="Hironari Yamada" userId="e57621f8-ec3c-449e-bb19-001fffcc008e" providerId="ADAL" clId="{BC0BD879-F267-5CCA-8DEA-E3B2DD07DA4E}" dt="2026-05-29T00:20:52.543" v="985" actId="1076"/>
          <ac:cxnSpMkLst>
            <pc:docMk/>
            <pc:sldMk cId="1186077149" sldId="271"/>
            <ac:cxnSpMk id="36" creationId="{9263D817-1BD1-6FE0-E3F8-725B46050733}"/>
          </ac:cxnSpMkLst>
        </pc:cxnChg>
        <pc:cxnChg chg="add mod">
          <ac:chgData name="Hironari Yamada" userId="e57621f8-ec3c-449e-bb19-001fffcc008e" providerId="ADAL" clId="{BC0BD879-F267-5CCA-8DEA-E3B2DD07DA4E}" dt="2026-05-29T00:41:38.760" v="1348" actId="14100"/>
          <ac:cxnSpMkLst>
            <pc:docMk/>
            <pc:sldMk cId="1186077149" sldId="271"/>
            <ac:cxnSpMk id="50" creationId="{5175C04D-B19C-4A1A-3B65-D1525CD51FD2}"/>
          </ac:cxnSpMkLst>
        </pc:cxnChg>
        <pc:cxnChg chg="add mod">
          <ac:chgData name="Hironari Yamada" userId="e57621f8-ec3c-449e-bb19-001fffcc008e" providerId="ADAL" clId="{BC0BD879-F267-5CCA-8DEA-E3B2DD07DA4E}" dt="2026-05-29T00:41:42.960" v="1350" actId="14100"/>
          <ac:cxnSpMkLst>
            <pc:docMk/>
            <pc:sldMk cId="1186077149" sldId="271"/>
            <ac:cxnSpMk id="51" creationId="{A9E20F05-D899-0469-DF94-423070F0384B}"/>
          </ac:cxnSpMkLst>
        </pc:cxnChg>
      </pc:sldChg>
      <pc:sldChg chg="delSp modSp mod">
        <pc:chgData name="Hironari Yamada" userId="e57621f8-ec3c-449e-bb19-001fffcc008e" providerId="ADAL" clId="{BC0BD879-F267-5CCA-8DEA-E3B2DD07DA4E}" dt="2026-05-28T13:53:40.495" v="518" actId="478"/>
        <pc:sldMkLst>
          <pc:docMk/>
          <pc:sldMk cId="1186077149" sldId="272"/>
        </pc:sldMkLst>
        <pc:spChg chg="mod">
          <ac:chgData name="Hironari Yamada" userId="e57621f8-ec3c-449e-bb19-001fffcc008e" providerId="ADAL" clId="{BC0BD879-F267-5CCA-8DEA-E3B2DD07DA4E}" dt="2026-05-28T13:53:36.949" v="517" actId="255"/>
          <ac:spMkLst>
            <pc:docMk/>
            <pc:sldMk cId="1186077149" sldId="272"/>
            <ac:spMk id="12" creationId="{D3CA973F-F592-49D2-809B-BFFF4FDFE79F}"/>
          </ac:spMkLst>
        </pc:spChg>
        <pc:spChg chg="mod">
          <ac:chgData name="Hironari Yamada" userId="e57621f8-ec3c-449e-bb19-001fffcc008e" providerId="ADAL" clId="{BC0BD879-F267-5CCA-8DEA-E3B2DD07DA4E}" dt="2026-05-28T13:53:36.949" v="517" actId="255"/>
          <ac:spMkLst>
            <pc:docMk/>
            <pc:sldMk cId="1186077149" sldId="272"/>
            <ac:spMk id="13" creationId="{8133BA66-A1FB-413F-9EA4-6CE8FF4F7DB2}"/>
          </ac:spMkLst>
        </pc:spChg>
        <pc:spChg chg="mod">
          <ac:chgData name="Hironari Yamada" userId="e57621f8-ec3c-449e-bb19-001fffcc008e" providerId="ADAL" clId="{BC0BD879-F267-5CCA-8DEA-E3B2DD07DA4E}" dt="2026-05-28T13:53:36.949" v="517" actId="255"/>
          <ac:spMkLst>
            <pc:docMk/>
            <pc:sldMk cId="1186077149" sldId="272"/>
            <ac:spMk id="14" creationId="{C2C6A989-DD85-4417-86A1-79A0514D7036}"/>
          </ac:spMkLst>
        </pc:spChg>
        <pc:spChg chg="mod">
          <ac:chgData name="Hironari Yamada" userId="e57621f8-ec3c-449e-bb19-001fffcc008e" providerId="ADAL" clId="{BC0BD879-F267-5CCA-8DEA-E3B2DD07DA4E}" dt="2026-05-28T13:53:36.949" v="517" actId="255"/>
          <ac:spMkLst>
            <pc:docMk/>
            <pc:sldMk cId="1186077149" sldId="272"/>
            <ac:spMk id="15" creationId="{763F0922-D6AA-4098-BD3A-51CF718610AF}"/>
          </ac:spMkLst>
        </pc:spChg>
        <pc:spChg chg="mod">
          <ac:chgData name="Hironari Yamada" userId="e57621f8-ec3c-449e-bb19-001fffcc008e" providerId="ADAL" clId="{BC0BD879-F267-5CCA-8DEA-E3B2DD07DA4E}" dt="2026-05-28T13:53:36.949" v="517" actId="255"/>
          <ac:spMkLst>
            <pc:docMk/>
            <pc:sldMk cId="1186077149" sldId="272"/>
            <ac:spMk id="16" creationId="{3E52D4BD-EB83-412C-AAEC-4FCFC540F23D}"/>
          </ac:spMkLst>
        </pc:spChg>
        <pc:spChg chg="mod">
          <ac:chgData name="Hironari Yamada" userId="e57621f8-ec3c-449e-bb19-001fffcc008e" providerId="ADAL" clId="{BC0BD879-F267-5CCA-8DEA-E3B2DD07DA4E}" dt="2026-05-28T13:53:36.949" v="517" actId="255"/>
          <ac:spMkLst>
            <pc:docMk/>
            <pc:sldMk cId="1186077149" sldId="272"/>
            <ac:spMk id="17" creationId="{6A742C9F-940A-4B69-A557-4D586ED05620}"/>
          </ac:spMkLst>
        </pc:spChg>
        <pc:spChg chg="mod">
          <ac:chgData name="Hironari Yamada" userId="e57621f8-ec3c-449e-bb19-001fffcc008e" providerId="ADAL" clId="{BC0BD879-F267-5CCA-8DEA-E3B2DD07DA4E}" dt="2026-05-28T13:53:36.949" v="517" actId="255"/>
          <ac:spMkLst>
            <pc:docMk/>
            <pc:sldMk cId="1186077149" sldId="272"/>
            <ac:spMk id="18" creationId="{E61C6A5A-9193-4770-B960-E79BE1F0BC0A}"/>
          </ac:spMkLst>
        </pc:spChg>
        <pc:spChg chg="mod">
          <ac:chgData name="Hironari Yamada" userId="e57621f8-ec3c-449e-bb19-001fffcc008e" providerId="ADAL" clId="{BC0BD879-F267-5CCA-8DEA-E3B2DD07DA4E}" dt="2026-05-28T13:53:36.949" v="517" actId="255"/>
          <ac:spMkLst>
            <pc:docMk/>
            <pc:sldMk cId="1186077149" sldId="272"/>
            <ac:spMk id="19" creationId="{FC9195A7-FE1F-4211-9928-70BF4ABAE0A2}"/>
          </ac:spMkLst>
        </pc:spChg>
        <pc:spChg chg="mod">
          <ac:chgData name="Hironari Yamada" userId="e57621f8-ec3c-449e-bb19-001fffcc008e" providerId="ADAL" clId="{BC0BD879-F267-5CCA-8DEA-E3B2DD07DA4E}" dt="2026-05-28T13:53:36.949" v="517" actId="255"/>
          <ac:spMkLst>
            <pc:docMk/>
            <pc:sldMk cId="1186077149" sldId="272"/>
            <ac:spMk id="20" creationId="{F9F30564-6452-4FEE-9FB4-F6F98D1C8112}"/>
          </ac:spMkLst>
        </pc:spChg>
        <pc:spChg chg="mod">
          <ac:chgData name="Hironari Yamada" userId="e57621f8-ec3c-449e-bb19-001fffcc008e" providerId="ADAL" clId="{BC0BD879-F267-5CCA-8DEA-E3B2DD07DA4E}" dt="2026-05-28T13:53:36.949" v="517" actId="255"/>
          <ac:spMkLst>
            <pc:docMk/>
            <pc:sldMk cId="1186077149" sldId="272"/>
            <ac:spMk id="21" creationId="{74A0225E-D4FE-4485-B7D0-798705C7B0D2}"/>
          </ac:spMkLst>
        </pc:spChg>
      </pc:sldChg>
      <pc:sldChg chg="addSp delSp modSp mod">
        <pc:chgData name="Hironari Yamada" userId="e57621f8-ec3c-449e-bb19-001fffcc008e" providerId="ADAL" clId="{BC0BD879-F267-5CCA-8DEA-E3B2DD07DA4E}" dt="2026-05-29T06:48:18.691" v="4565" actId="20577"/>
        <pc:sldMkLst>
          <pc:docMk/>
          <pc:sldMk cId="1186077149" sldId="274"/>
        </pc:sldMkLst>
        <pc:spChg chg="mod">
          <ac:chgData name="Hironari Yamada" userId="e57621f8-ec3c-449e-bb19-001fffcc008e" providerId="ADAL" clId="{BC0BD879-F267-5CCA-8DEA-E3B2DD07DA4E}" dt="2026-05-29T00:52:00.045" v="1764" actId="167"/>
          <ac:spMkLst>
            <pc:docMk/>
            <pc:sldMk cId="1186077149" sldId="274"/>
            <ac:spMk id="3" creationId="{58D40A32-A32D-4A63-BD81-A64BE396E24A}"/>
          </ac:spMkLst>
        </pc:spChg>
        <pc:spChg chg="mod">
          <ac:chgData name="Hironari Yamada" userId="e57621f8-ec3c-449e-bb19-001fffcc008e" providerId="ADAL" clId="{BC0BD879-F267-5CCA-8DEA-E3B2DD07DA4E}" dt="2026-05-28T14:02:36.098" v="959" actId="14100"/>
          <ac:spMkLst>
            <pc:docMk/>
            <pc:sldMk cId="1186077149" sldId="274"/>
            <ac:spMk id="5" creationId="{72BD7C10-C620-4A02-8EA9-3C8C80AE7052}"/>
          </ac:spMkLst>
        </pc:spChg>
        <pc:spChg chg="mod">
          <ac:chgData name="Hironari Yamada" userId="e57621f8-ec3c-449e-bb19-001fffcc008e" providerId="ADAL" clId="{BC0BD879-F267-5CCA-8DEA-E3B2DD07DA4E}" dt="2026-05-29T00:57:03.218" v="2076" actId="14100"/>
          <ac:spMkLst>
            <pc:docMk/>
            <pc:sldMk cId="1186077149" sldId="274"/>
            <ac:spMk id="6" creationId="{1F86CB40-768E-482E-9272-5F29E873FC19}"/>
          </ac:spMkLst>
        </pc:spChg>
        <pc:spChg chg="add mod">
          <ac:chgData name="Hironari Yamada" userId="e57621f8-ec3c-449e-bb19-001fffcc008e" providerId="ADAL" clId="{BC0BD879-F267-5CCA-8DEA-E3B2DD07DA4E}" dt="2026-05-29T00:46:24.458" v="1384"/>
          <ac:spMkLst>
            <pc:docMk/>
            <pc:sldMk cId="1186077149" sldId="274"/>
            <ac:spMk id="9" creationId="{0A1A2E74-4FE2-DC18-FB27-BFC35B235011}"/>
          </ac:spMkLst>
        </pc:spChg>
        <pc:spChg chg="add mod">
          <ac:chgData name="Hironari Yamada" userId="e57621f8-ec3c-449e-bb19-001fffcc008e" providerId="ADAL" clId="{BC0BD879-F267-5CCA-8DEA-E3B2DD07DA4E}" dt="2026-05-29T00:46:54.815" v="1394" actId="1076"/>
          <ac:spMkLst>
            <pc:docMk/>
            <pc:sldMk cId="1186077149" sldId="274"/>
            <ac:spMk id="41" creationId="{30DFFDC6-A60E-86BA-D4D4-9BE258F710C0}"/>
          </ac:spMkLst>
        </pc:spChg>
        <pc:spChg chg="add mod">
          <ac:chgData name="Hironari Yamada" userId="e57621f8-ec3c-449e-bb19-001fffcc008e" providerId="ADAL" clId="{BC0BD879-F267-5CCA-8DEA-E3B2DD07DA4E}" dt="2026-05-29T00:46:24.458" v="1384"/>
          <ac:spMkLst>
            <pc:docMk/>
            <pc:sldMk cId="1186077149" sldId="274"/>
            <ac:spMk id="46" creationId="{C8B1E108-1FB9-DEA2-CA91-45045033C1B1}"/>
          </ac:spMkLst>
        </pc:spChg>
        <pc:spChg chg="mod">
          <ac:chgData name="Hironari Yamada" userId="e57621f8-ec3c-449e-bb19-001fffcc008e" providerId="ADAL" clId="{BC0BD879-F267-5CCA-8DEA-E3B2DD07DA4E}" dt="2026-05-29T06:48:18.691" v="4565" actId="20577"/>
          <ac:spMkLst>
            <pc:docMk/>
            <pc:sldMk cId="1186077149" sldId="274"/>
            <ac:spMk id="47" creationId="{802B7CA8-5EF9-FA24-E22C-F0A9CDF21D28}"/>
          </ac:spMkLst>
        </pc:spChg>
        <pc:spChg chg="add mod">
          <ac:chgData name="Hironari Yamada" userId="e57621f8-ec3c-449e-bb19-001fffcc008e" providerId="ADAL" clId="{BC0BD879-F267-5CCA-8DEA-E3B2DD07DA4E}" dt="2026-05-29T00:52:18.981" v="1769" actId="14100"/>
          <ac:spMkLst>
            <pc:docMk/>
            <pc:sldMk cId="1186077149" sldId="274"/>
            <ac:spMk id="54" creationId="{37E90DB6-C199-6D84-A6FE-1ED31D36F336}"/>
          </ac:spMkLst>
        </pc:spChg>
        <pc:spChg chg="mod">
          <ac:chgData name="Hironari Yamada" userId="e57621f8-ec3c-449e-bb19-001fffcc008e" providerId="ADAL" clId="{BC0BD879-F267-5CCA-8DEA-E3B2DD07DA4E}" dt="2026-05-29T00:52:30.248" v="1777" actId="1076"/>
          <ac:spMkLst>
            <pc:docMk/>
            <pc:sldMk cId="1186077149" sldId="274"/>
            <ac:spMk id="55" creationId="{31CD516A-3F6C-D8D6-A77F-3E889DCBEE51}"/>
          </ac:spMkLst>
        </pc:spChg>
        <pc:spChg chg="mod">
          <ac:chgData name="Hironari Yamada" userId="e57621f8-ec3c-449e-bb19-001fffcc008e" providerId="ADAL" clId="{BC0BD879-F267-5CCA-8DEA-E3B2DD07DA4E}" dt="2026-05-29T00:51:44.285" v="1763" actId="1076"/>
          <ac:spMkLst>
            <pc:docMk/>
            <pc:sldMk cId="1186077149" sldId="274"/>
            <ac:spMk id="62" creationId="{C9A69CBE-3DCF-DA59-0FB8-17802CA3E525}"/>
          </ac:spMkLst>
        </pc:spChg>
        <pc:spChg chg="add mod">
          <ac:chgData name="Hironari Yamada" userId="e57621f8-ec3c-449e-bb19-001fffcc008e" providerId="ADAL" clId="{BC0BD879-F267-5CCA-8DEA-E3B2DD07DA4E}" dt="2026-05-29T00:51:44.285" v="1763" actId="1076"/>
          <ac:spMkLst>
            <pc:docMk/>
            <pc:sldMk cId="1186077149" sldId="274"/>
            <ac:spMk id="63" creationId="{94BC7113-CBDF-D8A1-2D48-34E89C204C43}"/>
          </ac:spMkLst>
        </pc:spChg>
        <pc:spChg chg="mod">
          <ac:chgData name="Hironari Yamada" userId="e57621f8-ec3c-449e-bb19-001fffcc008e" providerId="ADAL" clId="{BC0BD879-F267-5CCA-8DEA-E3B2DD07DA4E}" dt="2026-05-29T00:52:10.347" v="1767" actId="1076"/>
          <ac:spMkLst>
            <pc:docMk/>
            <pc:sldMk cId="1186077149" sldId="274"/>
            <ac:spMk id="64" creationId="{01643334-EBF9-AD9D-6908-4530276E0A77}"/>
          </ac:spMkLst>
        </pc:spChg>
        <pc:spChg chg="add mod">
          <ac:chgData name="Hironari Yamada" userId="e57621f8-ec3c-449e-bb19-001fffcc008e" providerId="ADAL" clId="{BC0BD879-F267-5CCA-8DEA-E3B2DD07DA4E}" dt="2026-05-29T00:52:10.347" v="1767" actId="1076"/>
          <ac:spMkLst>
            <pc:docMk/>
            <pc:sldMk cId="1186077149" sldId="274"/>
            <ac:spMk id="65" creationId="{9068CC2A-0F25-6E19-9389-606B9B7B83DE}"/>
          </ac:spMkLst>
        </pc:spChg>
        <pc:spChg chg="add mod">
          <ac:chgData name="Hironari Yamada" userId="e57621f8-ec3c-449e-bb19-001fffcc008e" providerId="ADAL" clId="{BC0BD879-F267-5CCA-8DEA-E3B2DD07DA4E}" dt="2026-05-29T00:52:00.045" v="1764" actId="167"/>
          <ac:spMkLst>
            <pc:docMk/>
            <pc:sldMk cId="1186077149" sldId="274"/>
            <ac:spMk id="68" creationId="{317370F3-D057-CB3B-BF4B-C100DCDD52D6}"/>
          </ac:spMkLst>
        </pc:spChg>
        <pc:spChg chg="add mod">
          <ac:chgData name="Hironari Yamada" userId="e57621f8-ec3c-449e-bb19-001fffcc008e" providerId="ADAL" clId="{BC0BD879-F267-5CCA-8DEA-E3B2DD07DA4E}" dt="2026-05-29T00:52:53.928" v="1800" actId="20577"/>
          <ac:spMkLst>
            <pc:docMk/>
            <pc:sldMk cId="1186077149" sldId="274"/>
            <ac:spMk id="69" creationId="{7C0EB533-7E51-4AB4-F235-A9D6E6BE3243}"/>
          </ac:spMkLst>
        </pc:spChg>
        <pc:spChg chg="add mod">
          <ac:chgData name="Hironari Yamada" userId="e57621f8-ec3c-449e-bb19-001fffcc008e" providerId="ADAL" clId="{BC0BD879-F267-5CCA-8DEA-E3B2DD07DA4E}" dt="2026-05-29T00:56:43.864" v="2073" actId="20577"/>
          <ac:spMkLst>
            <pc:docMk/>
            <pc:sldMk cId="1186077149" sldId="274"/>
            <ac:spMk id="71" creationId="{956F1B93-81F9-6546-82C0-0F08C4A728F2}"/>
          </ac:spMkLst>
        </pc:spChg>
        <pc:cxnChg chg="mod">
          <ac:chgData name="Hironari Yamada" userId="e57621f8-ec3c-449e-bb19-001fffcc008e" providerId="ADAL" clId="{BC0BD879-F267-5CCA-8DEA-E3B2DD07DA4E}" dt="2026-05-29T00:52:10.347" v="1767" actId="1076"/>
          <ac:cxnSpMkLst>
            <pc:docMk/>
            <pc:sldMk cId="1186077149" sldId="274"/>
            <ac:cxnSpMk id="66" creationId="{6CDF1758-5F99-8D5E-895E-0C9E0622B8AB}"/>
          </ac:cxnSpMkLst>
        </pc:cxnChg>
        <pc:cxnChg chg="mod">
          <ac:chgData name="Hironari Yamada" userId="e57621f8-ec3c-449e-bb19-001fffcc008e" providerId="ADAL" clId="{BC0BD879-F267-5CCA-8DEA-E3B2DD07DA4E}" dt="2026-05-29T00:52:10.347" v="1767" actId="1076"/>
          <ac:cxnSpMkLst>
            <pc:docMk/>
            <pc:sldMk cId="1186077149" sldId="274"/>
            <ac:cxnSpMk id="67" creationId="{E83E2A4D-51F1-FD8E-9068-25C5E5A02760}"/>
          </ac:cxnSpMkLst>
        </pc:cxnChg>
      </pc:sldChg>
      <pc:sldChg chg="delSp modSp mod">
        <pc:chgData name="Hironari Yamada" userId="e57621f8-ec3c-449e-bb19-001fffcc008e" providerId="ADAL" clId="{BC0BD879-F267-5CCA-8DEA-E3B2DD07DA4E}" dt="2026-05-28T14:02:27.793" v="957" actId="478"/>
        <pc:sldMkLst>
          <pc:docMk/>
          <pc:sldMk cId="1186077149" sldId="275"/>
        </pc:sldMkLst>
        <pc:spChg chg="mod">
          <ac:chgData name="Hironari Yamada" userId="e57621f8-ec3c-449e-bb19-001fffcc008e" providerId="ADAL" clId="{BC0BD879-F267-5CCA-8DEA-E3B2DD07DA4E}" dt="2026-05-28T14:02:24.383" v="956" actId="255"/>
          <ac:spMkLst>
            <pc:docMk/>
            <pc:sldMk cId="1186077149" sldId="275"/>
            <ac:spMk id="6" creationId="{954ED1EB-992A-489B-8C11-CD5854D4BAD7}"/>
          </ac:spMkLst>
        </pc:spChg>
        <pc:spChg chg="mod">
          <ac:chgData name="Hironari Yamada" userId="e57621f8-ec3c-449e-bb19-001fffcc008e" providerId="ADAL" clId="{BC0BD879-F267-5CCA-8DEA-E3B2DD07DA4E}" dt="2026-05-28T14:02:24.383" v="956" actId="255"/>
          <ac:spMkLst>
            <pc:docMk/>
            <pc:sldMk cId="1186077149" sldId="275"/>
            <ac:spMk id="10" creationId="{19E4FC1A-4CC2-4C4B-A11F-2788FB8BD6C5}"/>
          </ac:spMkLst>
        </pc:spChg>
        <pc:spChg chg="mod">
          <ac:chgData name="Hironari Yamada" userId="e57621f8-ec3c-449e-bb19-001fffcc008e" providerId="ADAL" clId="{BC0BD879-F267-5CCA-8DEA-E3B2DD07DA4E}" dt="2026-05-28T14:02:24.383" v="956" actId="255"/>
          <ac:spMkLst>
            <pc:docMk/>
            <pc:sldMk cId="1186077149" sldId="275"/>
            <ac:spMk id="11" creationId="{73D1AEB7-A32B-48B1-8202-BCDFFD44255C}"/>
          </ac:spMkLst>
        </pc:spChg>
        <pc:spChg chg="mod">
          <ac:chgData name="Hironari Yamada" userId="e57621f8-ec3c-449e-bb19-001fffcc008e" providerId="ADAL" clId="{BC0BD879-F267-5CCA-8DEA-E3B2DD07DA4E}" dt="2026-05-28T14:02:24.383" v="956" actId="255"/>
          <ac:spMkLst>
            <pc:docMk/>
            <pc:sldMk cId="1186077149" sldId="275"/>
            <ac:spMk id="12" creationId="{D71E0718-4C34-4AAB-9C4A-D9B95763AEB0}"/>
          </ac:spMkLst>
        </pc:spChg>
        <pc:spChg chg="mod">
          <ac:chgData name="Hironari Yamada" userId="e57621f8-ec3c-449e-bb19-001fffcc008e" providerId="ADAL" clId="{BC0BD879-F267-5CCA-8DEA-E3B2DD07DA4E}" dt="2026-05-28T14:02:24.383" v="956" actId="255"/>
          <ac:spMkLst>
            <pc:docMk/>
            <pc:sldMk cId="1186077149" sldId="275"/>
            <ac:spMk id="13" creationId="{1F8D014D-B6A9-4701-9C1F-1827D6CC4A3E}"/>
          </ac:spMkLst>
        </pc:spChg>
        <pc:spChg chg="mod">
          <ac:chgData name="Hironari Yamada" userId="e57621f8-ec3c-449e-bb19-001fffcc008e" providerId="ADAL" clId="{BC0BD879-F267-5CCA-8DEA-E3B2DD07DA4E}" dt="2026-05-28T14:02:24.383" v="956" actId="255"/>
          <ac:spMkLst>
            <pc:docMk/>
            <pc:sldMk cId="1186077149" sldId="275"/>
            <ac:spMk id="14" creationId="{4353F06B-82D1-4373-ACA4-AB0704D6D505}"/>
          </ac:spMkLst>
        </pc:spChg>
        <pc:spChg chg="mod">
          <ac:chgData name="Hironari Yamada" userId="e57621f8-ec3c-449e-bb19-001fffcc008e" providerId="ADAL" clId="{BC0BD879-F267-5CCA-8DEA-E3B2DD07DA4E}" dt="2026-05-28T14:02:24.383" v="956" actId="255"/>
          <ac:spMkLst>
            <pc:docMk/>
            <pc:sldMk cId="1186077149" sldId="275"/>
            <ac:spMk id="15" creationId="{FBFF83ED-0CDD-4B05-8F29-CEAFABF64DCA}"/>
          </ac:spMkLst>
        </pc:spChg>
        <pc:spChg chg="mod">
          <ac:chgData name="Hironari Yamada" userId="e57621f8-ec3c-449e-bb19-001fffcc008e" providerId="ADAL" clId="{BC0BD879-F267-5CCA-8DEA-E3B2DD07DA4E}" dt="2026-05-28T14:02:24.383" v="956" actId="255"/>
          <ac:spMkLst>
            <pc:docMk/>
            <pc:sldMk cId="1186077149" sldId="275"/>
            <ac:spMk id="16" creationId="{0C970428-901D-476B-AC1D-C52C2486EBCC}"/>
          </ac:spMkLst>
        </pc:spChg>
        <pc:spChg chg="mod">
          <ac:chgData name="Hironari Yamada" userId="e57621f8-ec3c-449e-bb19-001fffcc008e" providerId="ADAL" clId="{BC0BD879-F267-5CCA-8DEA-E3B2DD07DA4E}" dt="2026-05-28T14:02:24.383" v="956" actId="255"/>
          <ac:spMkLst>
            <pc:docMk/>
            <pc:sldMk cId="1186077149" sldId="275"/>
            <ac:spMk id="17" creationId="{302B8E0F-41D1-4F82-B8EA-C6CF4369A09B}"/>
          </ac:spMkLst>
        </pc:spChg>
        <pc:spChg chg="mod">
          <ac:chgData name="Hironari Yamada" userId="e57621f8-ec3c-449e-bb19-001fffcc008e" providerId="ADAL" clId="{BC0BD879-F267-5CCA-8DEA-E3B2DD07DA4E}" dt="2026-05-28T14:02:24.383" v="956" actId="255"/>
          <ac:spMkLst>
            <pc:docMk/>
            <pc:sldMk cId="1186077149" sldId="275"/>
            <ac:spMk id="25" creationId="{2E82F466-4245-4A2D-B4AD-06502983332D}"/>
          </ac:spMkLst>
        </pc:spChg>
      </pc:sldChg>
      <pc:sldChg chg="addSp delSp modSp mod">
        <pc:chgData name="Hironari Yamada" userId="e57621f8-ec3c-449e-bb19-001fffcc008e" providerId="ADAL" clId="{BC0BD879-F267-5CCA-8DEA-E3B2DD07DA4E}" dt="2026-05-29T01:07:30.060" v="2241" actId="478"/>
        <pc:sldMkLst>
          <pc:docMk/>
          <pc:sldMk cId="1186077149" sldId="277"/>
        </pc:sldMkLst>
        <pc:spChg chg="mod">
          <ac:chgData name="Hironari Yamada" userId="e57621f8-ec3c-449e-bb19-001fffcc008e" providerId="ADAL" clId="{BC0BD879-F267-5CCA-8DEA-E3B2DD07DA4E}" dt="2026-05-29T01:04:24.097" v="2078" actId="14100"/>
          <ac:spMkLst>
            <pc:docMk/>
            <pc:sldMk cId="1186077149" sldId="277"/>
            <ac:spMk id="5" creationId="{087BF7C3-58AF-43B4-B86B-9B6909A9B2C8}"/>
          </ac:spMkLst>
        </pc:spChg>
        <pc:spChg chg="mod">
          <ac:chgData name="Hironari Yamada" userId="e57621f8-ec3c-449e-bb19-001fffcc008e" providerId="ADAL" clId="{BC0BD879-F267-5CCA-8DEA-E3B2DD07DA4E}" dt="2026-05-29T01:07:25.225" v="2240" actId="403"/>
          <ac:spMkLst>
            <pc:docMk/>
            <pc:sldMk cId="1186077149" sldId="277"/>
            <ac:spMk id="6" creationId="{11F7384B-51F5-4721-87A5-F3E29D624B49}"/>
          </ac:spMkLst>
        </pc:spChg>
        <pc:spChg chg="add mod">
          <ac:chgData name="Hironari Yamada" userId="e57621f8-ec3c-449e-bb19-001fffcc008e" providerId="ADAL" clId="{BC0BD879-F267-5CCA-8DEA-E3B2DD07DA4E}" dt="2026-05-29T01:05:44.731" v="2175" actId="14100"/>
          <ac:spMkLst>
            <pc:docMk/>
            <pc:sldMk cId="1186077149" sldId="277"/>
            <ac:spMk id="19" creationId="{9E524C54-D8EF-0C35-A3BB-ECD1C307B2B7}"/>
          </ac:spMkLst>
        </pc:spChg>
        <pc:spChg chg="add mod">
          <ac:chgData name="Hironari Yamada" userId="e57621f8-ec3c-449e-bb19-001fffcc008e" providerId="ADAL" clId="{BC0BD879-F267-5CCA-8DEA-E3B2DD07DA4E}" dt="2026-05-29T01:06:37.095" v="2210" actId="14100"/>
          <ac:spMkLst>
            <pc:docMk/>
            <pc:sldMk cId="1186077149" sldId="277"/>
            <ac:spMk id="20" creationId="{9A385074-00D4-6A12-ABB0-682E5D61FB34}"/>
          </ac:spMkLst>
        </pc:spChg>
        <pc:spChg chg="add mod">
          <ac:chgData name="Hironari Yamada" userId="e57621f8-ec3c-449e-bb19-001fffcc008e" providerId="ADAL" clId="{BC0BD879-F267-5CCA-8DEA-E3B2DD07DA4E}" dt="2026-05-29T01:06:39.408" v="2211" actId="1076"/>
          <ac:spMkLst>
            <pc:docMk/>
            <pc:sldMk cId="1186077149" sldId="277"/>
            <ac:spMk id="21" creationId="{14EEDBAF-721B-AB48-638D-43B42E7A2421}"/>
          </ac:spMkLst>
        </pc:spChg>
        <pc:spChg chg="add mod">
          <ac:chgData name="Hironari Yamada" userId="e57621f8-ec3c-449e-bb19-001fffcc008e" providerId="ADAL" clId="{BC0BD879-F267-5CCA-8DEA-E3B2DD07DA4E}" dt="2026-05-29T01:06:49.262" v="2214" actId="14100"/>
          <ac:spMkLst>
            <pc:docMk/>
            <pc:sldMk cId="1186077149" sldId="277"/>
            <ac:spMk id="22" creationId="{FCF53D3E-20AC-92FB-57FE-6FB8B4C8A2E0}"/>
          </ac:spMkLst>
        </pc:spChg>
        <pc:spChg chg="add mod">
          <ac:chgData name="Hironari Yamada" userId="e57621f8-ec3c-449e-bb19-001fffcc008e" providerId="ADAL" clId="{BC0BD879-F267-5CCA-8DEA-E3B2DD07DA4E}" dt="2026-05-29T01:06:53.732" v="2223" actId="20577"/>
          <ac:spMkLst>
            <pc:docMk/>
            <pc:sldMk cId="1186077149" sldId="277"/>
            <ac:spMk id="23" creationId="{D403DDCB-F29E-F68A-9931-B27B308E8CA5}"/>
          </ac:spMkLst>
        </pc:spChg>
        <pc:spChg chg="add mod">
          <ac:chgData name="Hironari Yamada" userId="e57621f8-ec3c-449e-bb19-001fffcc008e" providerId="ADAL" clId="{BC0BD879-F267-5CCA-8DEA-E3B2DD07DA4E}" dt="2026-05-29T01:07:01.764" v="2226" actId="14100"/>
          <ac:spMkLst>
            <pc:docMk/>
            <pc:sldMk cId="1186077149" sldId="277"/>
            <ac:spMk id="24" creationId="{FD8E5C96-933D-1DA2-8A44-4F0DC1193ABC}"/>
          </ac:spMkLst>
        </pc:spChg>
        <pc:spChg chg="add mod">
          <ac:chgData name="Hironari Yamada" userId="e57621f8-ec3c-449e-bb19-001fffcc008e" providerId="ADAL" clId="{BC0BD879-F267-5CCA-8DEA-E3B2DD07DA4E}" dt="2026-05-29T01:07:05.572" v="2231" actId="20577"/>
          <ac:spMkLst>
            <pc:docMk/>
            <pc:sldMk cId="1186077149" sldId="277"/>
            <ac:spMk id="25" creationId="{B30622BA-28A5-A7A3-A290-27E3FAF8EBC4}"/>
          </ac:spMkLst>
        </pc:spChg>
        <pc:picChg chg="add mod">
          <ac:chgData name="Hironari Yamada" userId="e57621f8-ec3c-449e-bb19-001fffcc008e" providerId="ADAL" clId="{BC0BD879-F267-5CCA-8DEA-E3B2DD07DA4E}" dt="2026-05-29T01:05:14.608" v="2097" actId="1076"/>
          <ac:picMkLst>
            <pc:docMk/>
            <pc:sldMk cId="1186077149" sldId="277"/>
            <ac:picMk id="16" creationId="{E4C581D5-2509-18D0-487C-F41AE0B04D9A}"/>
          </ac:picMkLst>
        </pc:picChg>
      </pc:sldChg>
      <pc:sldChg chg="addSp delSp modSp mod">
        <pc:chgData name="Hironari Yamada" userId="e57621f8-ec3c-449e-bb19-001fffcc008e" providerId="ADAL" clId="{BC0BD879-F267-5CCA-8DEA-E3B2DD07DA4E}" dt="2026-05-29T01:16:20.574" v="2983" actId="14100"/>
        <pc:sldMkLst>
          <pc:docMk/>
          <pc:sldMk cId="1186077149" sldId="278"/>
        </pc:sldMkLst>
        <pc:spChg chg="add mod">
          <ac:chgData name="Hironari Yamada" userId="e57621f8-ec3c-449e-bb19-001fffcc008e" providerId="ADAL" clId="{BC0BD879-F267-5CCA-8DEA-E3B2DD07DA4E}" dt="2026-05-29T01:11:49.731" v="2293" actId="1076"/>
          <ac:spMkLst>
            <pc:docMk/>
            <pc:sldMk cId="1186077149" sldId="278"/>
            <ac:spMk id="12" creationId="{F41C741C-ECE0-4480-11CF-7C82E9498AA9}"/>
          </ac:spMkLst>
        </pc:spChg>
        <pc:spChg chg="add mod">
          <ac:chgData name="Hironari Yamada" userId="e57621f8-ec3c-449e-bb19-001fffcc008e" providerId="ADAL" clId="{BC0BD879-F267-5CCA-8DEA-E3B2DD07DA4E}" dt="2026-05-29T01:14:19.237" v="2657" actId="14100"/>
          <ac:spMkLst>
            <pc:docMk/>
            <pc:sldMk cId="1186077149" sldId="278"/>
            <ac:spMk id="13" creationId="{B1F4007B-5C32-E4A0-E220-CD04F2813313}"/>
          </ac:spMkLst>
        </pc:spChg>
        <pc:spChg chg="add mod">
          <ac:chgData name="Hironari Yamada" userId="e57621f8-ec3c-449e-bb19-001fffcc008e" providerId="ADAL" clId="{BC0BD879-F267-5CCA-8DEA-E3B2DD07DA4E}" dt="2026-05-29T01:14:24.788" v="2658" actId="1076"/>
          <ac:spMkLst>
            <pc:docMk/>
            <pc:sldMk cId="1186077149" sldId="278"/>
            <ac:spMk id="14" creationId="{D997A8B6-5446-B1E4-E405-D8BA12E05E1D}"/>
          </ac:spMkLst>
        </pc:spChg>
        <pc:spChg chg="add mod">
          <ac:chgData name="Hironari Yamada" userId="e57621f8-ec3c-449e-bb19-001fffcc008e" providerId="ADAL" clId="{BC0BD879-F267-5CCA-8DEA-E3B2DD07DA4E}" dt="2026-05-29T01:15:40.557" v="2890" actId="14100"/>
          <ac:spMkLst>
            <pc:docMk/>
            <pc:sldMk cId="1186077149" sldId="278"/>
            <ac:spMk id="15" creationId="{0FB9ECD8-6AA1-F870-AE55-833C58855997}"/>
          </ac:spMkLst>
        </pc:spChg>
        <pc:spChg chg="add mod">
          <ac:chgData name="Hironari Yamada" userId="e57621f8-ec3c-449e-bb19-001fffcc008e" providerId="ADAL" clId="{BC0BD879-F267-5CCA-8DEA-E3B2DD07DA4E}" dt="2026-05-29T01:15:33.345" v="2887" actId="20577"/>
          <ac:spMkLst>
            <pc:docMk/>
            <pc:sldMk cId="1186077149" sldId="278"/>
            <ac:spMk id="16" creationId="{F82B9863-8C19-BA15-7212-A0E277EBFE49}"/>
          </ac:spMkLst>
        </pc:spChg>
        <pc:spChg chg="add mod">
          <ac:chgData name="Hironari Yamada" userId="e57621f8-ec3c-449e-bb19-001fffcc008e" providerId="ADAL" clId="{BC0BD879-F267-5CCA-8DEA-E3B2DD07DA4E}" dt="2026-05-29T01:16:20.574" v="2983" actId="14100"/>
          <ac:spMkLst>
            <pc:docMk/>
            <pc:sldMk cId="1186077149" sldId="278"/>
            <ac:spMk id="17" creationId="{35514536-A492-9570-7FA0-A36398BA86B5}"/>
          </ac:spMkLst>
        </pc:spChg>
        <pc:spChg chg="add mod">
          <ac:chgData name="Hironari Yamada" userId="e57621f8-ec3c-449e-bb19-001fffcc008e" providerId="ADAL" clId="{BC0BD879-F267-5CCA-8DEA-E3B2DD07DA4E}" dt="2026-05-29T01:16:14.813" v="2980" actId="14100"/>
          <ac:spMkLst>
            <pc:docMk/>
            <pc:sldMk cId="1186077149" sldId="278"/>
            <ac:spMk id="18" creationId="{4CCC04E8-25A3-69F0-6273-210F2D672923}"/>
          </ac:spMkLst>
        </pc:spChg>
        <pc:picChg chg="add mod modCrop">
          <ac:chgData name="Hironari Yamada" userId="e57621f8-ec3c-449e-bb19-001fffcc008e" providerId="ADAL" clId="{BC0BD879-F267-5CCA-8DEA-E3B2DD07DA4E}" dt="2026-05-29T01:11:31.432" v="2250" actId="14100"/>
          <ac:picMkLst>
            <pc:docMk/>
            <pc:sldMk cId="1186077149" sldId="278"/>
            <ac:picMk id="11" creationId="{FA586EB0-DD6F-B51A-8E14-7E316F7E485E}"/>
          </ac:picMkLst>
        </pc:picChg>
      </pc:sldChg>
      <pc:sldChg chg="addSp delSp modSp mod">
        <pc:chgData name="Hironari Yamada" userId="e57621f8-ec3c-449e-bb19-001fffcc008e" providerId="ADAL" clId="{BC0BD879-F267-5CCA-8DEA-E3B2DD07DA4E}" dt="2026-05-29T01:53:55.145" v="3298" actId="1076"/>
        <pc:sldMkLst>
          <pc:docMk/>
          <pc:sldMk cId="1186077149" sldId="279"/>
        </pc:sldMkLst>
        <pc:spChg chg="add mod">
          <ac:chgData name="Hironari Yamada" userId="e57621f8-ec3c-449e-bb19-001fffcc008e" providerId="ADAL" clId="{BC0BD879-F267-5CCA-8DEA-E3B2DD07DA4E}" dt="2026-05-29T01:51:38.686" v="3046" actId="1076"/>
          <ac:spMkLst>
            <pc:docMk/>
            <pc:sldMk cId="1186077149" sldId="279"/>
            <ac:spMk id="3" creationId="{E4A05899-8C66-E540-0DBA-FEFB928DCE47}"/>
          </ac:spMkLst>
        </pc:spChg>
        <pc:spChg chg="add mod">
          <ac:chgData name="Hironari Yamada" userId="e57621f8-ec3c-449e-bb19-001fffcc008e" providerId="ADAL" clId="{BC0BD879-F267-5CCA-8DEA-E3B2DD07DA4E}" dt="2026-05-29T01:51:41.549" v="3048" actId="1076"/>
          <ac:spMkLst>
            <pc:docMk/>
            <pc:sldMk cId="1186077149" sldId="279"/>
            <ac:spMk id="6" creationId="{4B51007C-1CA6-50F4-DA67-D404C99C7C1C}"/>
          </ac:spMkLst>
        </pc:spChg>
        <pc:spChg chg="add mod">
          <ac:chgData name="Hironari Yamada" userId="e57621f8-ec3c-449e-bb19-001fffcc008e" providerId="ADAL" clId="{BC0BD879-F267-5CCA-8DEA-E3B2DD07DA4E}" dt="2026-05-29T01:51:44.475" v="3050" actId="1076"/>
          <ac:spMkLst>
            <pc:docMk/>
            <pc:sldMk cId="1186077149" sldId="279"/>
            <ac:spMk id="7" creationId="{3541F8D3-B772-D4C7-1592-FA300E06D8CB}"/>
          </ac:spMkLst>
        </pc:spChg>
        <pc:spChg chg="add mod">
          <ac:chgData name="Hironari Yamada" userId="e57621f8-ec3c-449e-bb19-001fffcc008e" providerId="ADAL" clId="{BC0BD879-F267-5CCA-8DEA-E3B2DD07DA4E}" dt="2026-05-29T01:51:48.511" v="3052" actId="1076"/>
          <ac:spMkLst>
            <pc:docMk/>
            <pc:sldMk cId="1186077149" sldId="279"/>
            <ac:spMk id="8" creationId="{CD64F814-5E3A-0579-A2E9-233F68CB335F}"/>
          </ac:spMkLst>
        </pc:spChg>
        <pc:spChg chg="add mod">
          <ac:chgData name="Hironari Yamada" userId="e57621f8-ec3c-449e-bb19-001fffcc008e" providerId="ADAL" clId="{BC0BD879-F267-5CCA-8DEA-E3B2DD07DA4E}" dt="2026-05-29T01:52:23.940" v="3058" actId="692"/>
          <ac:spMkLst>
            <pc:docMk/>
            <pc:sldMk cId="1186077149" sldId="279"/>
            <ac:spMk id="10" creationId="{E6949994-09BE-8D71-2485-5CFC69A77692}"/>
          </ac:spMkLst>
        </pc:spChg>
        <pc:spChg chg="add mod">
          <ac:chgData name="Hironari Yamada" userId="e57621f8-ec3c-449e-bb19-001fffcc008e" providerId="ADAL" clId="{BC0BD879-F267-5CCA-8DEA-E3B2DD07DA4E}" dt="2026-05-29T01:31:47.335" v="2993" actId="207"/>
          <ac:spMkLst>
            <pc:docMk/>
            <pc:sldMk cId="1186077149" sldId="279"/>
            <ac:spMk id="14" creationId="{6F2EA5E4-3864-FC78-05C2-5EA461B19833}"/>
          </ac:spMkLst>
        </pc:spChg>
        <pc:spChg chg="add mod">
          <ac:chgData name="Hironari Yamada" userId="e57621f8-ec3c-449e-bb19-001fffcc008e" providerId="ADAL" clId="{BC0BD879-F267-5CCA-8DEA-E3B2DD07DA4E}" dt="2026-05-29T01:31:47.335" v="2993" actId="207"/>
          <ac:spMkLst>
            <pc:docMk/>
            <pc:sldMk cId="1186077149" sldId="279"/>
            <ac:spMk id="15" creationId="{683C86B1-78F7-1CD0-295B-7BEE7C969B0A}"/>
          </ac:spMkLst>
        </pc:spChg>
        <pc:spChg chg="add mod">
          <ac:chgData name="Hironari Yamada" userId="e57621f8-ec3c-449e-bb19-001fffcc008e" providerId="ADAL" clId="{BC0BD879-F267-5CCA-8DEA-E3B2DD07DA4E}" dt="2026-05-29T01:31:47.335" v="2993" actId="207"/>
          <ac:spMkLst>
            <pc:docMk/>
            <pc:sldMk cId="1186077149" sldId="279"/>
            <ac:spMk id="17" creationId="{9E351CAB-D97F-BA30-68EC-4D46A7C4338F}"/>
          </ac:spMkLst>
        </pc:spChg>
        <pc:spChg chg="add mod">
          <ac:chgData name="Hironari Yamada" userId="e57621f8-ec3c-449e-bb19-001fffcc008e" providerId="ADAL" clId="{BC0BD879-F267-5CCA-8DEA-E3B2DD07DA4E}" dt="2026-05-29T01:31:47.335" v="2993" actId="207"/>
          <ac:spMkLst>
            <pc:docMk/>
            <pc:sldMk cId="1186077149" sldId="279"/>
            <ac:spMk id="26" creationId="{D41F8A6B-AF16-6A75-E047-8913655AAE0E}"/>
          </ac:spMkLst>
        </pc:spChg>
        <pc:spChg chg="add mod">
          <ac:chgData name="Hironari Yamada" userId="e57621f8-ec3c-449e-bb19-001fffcc008e" providerId="ADAL" clId="{BC0BD879-F267-5CCA-8DEA-E3B2DD07DA4E}" dt="2026-05-29T01:31:47.335" v="2993" actId="207"/>
          <ac:spMkLst>
            <pc:docMk/>
            <pc:sldMk cId="1186077149" sldId="279"/>
            <ac:spMk id="27" creationId="{D2581378-A265-E820-F016-D3751A225FEE}"/>
          </ac:spMkLst>
        </pc:spChg>
        <pc:spChg chg="add mod">
          <ac:chgData name="Hironari Yamada" userId="e57621f8-ec3c-449e-bb19-001fffcc008e" providerId="ADAL" clId="{BC0BD879-F267-5CCA-8DEA-E3B2DD07DA4E}" dt="2026-05-29T01:31:47.335" v="2993" actId="207"/>
          <ac:spMkLst>
            <pc:docMk/>
            <pc:sldMk cId="1186077149" sldId="279"/>
            <ac:spMk id="30" creationId="{F4DD75B3-7B07-83B7-A705-63CDEB3BD6AD}"/>
          </ac:spMkLst>
        </pc:spChg>
        <pc:spChg chg="add mod">
          <ac:chgData name="Hironari Yamada" userId="e57621f8-ec3c-449e-bb19-001fffcc008e" providerId="ADAL" clId="{BC0BD879-F267-5CCA-8DEA-E3B2DD07DA4E}" dt="2026-05-29T01:31:47.335" v="2993" actId="207"/>
          <ac:spMkLst>
            <pc:docMk/>
            <pc:sldMk cId="1186077149" sldId="279"/>
            <ac:spMk id="32" creationId="{87934C87-B200-8097-4658-5F38333D6558}"/>
          </ac:spMkLst>
        </pc:spChg>
        <pc:spChg chg="add mod">
          <ac:chgData name="Hironari Yamada" userId="e57621f8-ec3c-449e-bb19-001fffcc008e" providerId="ADAL" clId="{BC0BD879-F267-5CCA-8DEA-E3B2DD07DA4E}" dt="2026-05-29T01:31:47.335" v="2993" actId="207"/>
          <ac:spMkLst>
            <pc:docMk/>
            <pc:sldMk cId="1186077149" sldId="279"/>
            <ac:spMk id="34" creationId="{1A82C6CA-A7D7-3628-4710-46559DE21AD9}"/>
          </ac:spMkLst>
        </pc:spChg>
        <pc:spChg chg="add mod">
          <ac:chgData name="Hironari Yamada" userId="e57621f8-ec3c-449e-bb19-001fffcc008e" providerId="ADAL" clId="{BC0BD879-F267-5CCA-8DEA-E3B2DD07DA4E}" dt="2026-05-29T01:31:55.426" v="2996" actId="1076"/>
          <ac:spMkLst>
            <pc:docMk/>
            <pc:sldMk cId="1186077149" sldId="279"/>
            <ac:spMk id="36" creationId="{176B137F-DB7D-506C-414B-36F21AF2EBA0}"/>
          </ac:spMkLst>
        </pc:spChg>
        <pc:spChg chg="mod">
          <ac:chgData name="Hironari Yamada" userId="e57621f8-ec3c-449e-bb19-001fffcc008e" providerId="ADAL" clId="{BC0BD879-F267-5CCA-8DEA-E3B2DD07DA4E}" dt="2026-05-29T01:32:12.124" v="3002" actId="1076"/>
          <ac:spMkLst>
            <pc:docMk/>
            <pc:sldMk cId="1186077149" sldId="279"/>
            <ac:spMk id="37" creationId="{150BA0F3-BDCF-9032-A754-EA04C7B579F8}"/>
          </ac:spMkLst>
        </pc:spChg>
        <pc:spChg chg="mod">
          <ac:chgData name="Hironari Yamada" userId="e57621f8-ec3c-449e-bb19-001fffcc008e" providerId="ADAL" clId="{BC0BD879-F267-5CCA-8DEA-E3B2DD07DA4E}" dt="2026-05-29T01:32:15.015" v="3003" actId="1076"/>
          <ac:spMkLst>
            <pc:docMk/>
            <pc:sldMk cId="1186077149" sldId="279"/>
            <ac:spMk id="46" creationId="{EA4911C3-7EDD-2D35-2AE4-32562210FE16}"/>
          </ac:spMkLst>
        </pc:spChg>
        <pc:spChg chg="add mod">
          <ac:chgData name="Hironari Yamada" userId="e57621f8-ec3c-449e-bb19-001fffcc008e" providerId="ADAL" clId="{BC0BD879-F267-5CCA-8DEA-E3B2DD07DA4E}" dt="2026-05-29T01:53:51.960" v="3297" actId="14100"/>
          <ac:spMkLst>
            <pc:docMk/>
            <pc:sldMk cId="1186077149" sldId="279"/>
            <ac:spMk id="47" creationId="{BBF908E4-FB06-C573-7A75-3F6BE5B07432}"/>
          </ac:spMkLst>
        </pc:spChg>
        <pc:spChg chg="add mod">
          <ac:chgData name="Hironari Yamada" userId="e57621f8-ec3c-449e-bb19-001fffcc008e" providerId="ADAL" clId="{BC0BD879-F267-5CCA-8DEA-E3B2DD07DA4E}" dt="2026-05-29T01:53:55.145" v="3298" actId="1076"/>
          <ac:spMkLst>
            <pc:docMk/>
            <pc:sldMk cId="1186077149" sldId="279"/>
            <ac:spMk id="48" creationId="{716779C6-15C2-C3F9-F927-00B61C0151E1}"/>
          </ac:spMkLst>
        </pc:spChg>
        <pc:spChg chg="topLvl">
          <ac:chgData name="Hironari Yamada" userId="e57621f8-ec3c-449e-bb19-001fffcc008e" providerId="ADAL" clId="{BC0BD879-F267-5CCA-8DEA-E3B2DD07DA4E}" dt="2026-05-29T01:51:03.388" v="3007" actId="165"/>
          <ac:spMkLst>
            <pc:docMk/>
            <pc:sldMk cId="1186077149" sldId="279"/>
            <ac:spMk id="49" creationId="{25EB6E8A-804B-A561-44F9-BDD9E233AED5}"/>
          </ac:spMkLst>
        </pc:spChg>
        <pc:spChg chg="topLvl">
          <ac:chgData name="Hironari Yamada" userId="e57621f8-ec3c-449e-bb19-001fffcc008e" providerId="ADAL" clId="{BC0BD879-F267-5CCA-8DEA-E3B2DD07DA4E}" dt="2026-05-29T01:51:07.295" v="3008" actId="165"/>
          <ac:spMkLst>
            <pc:docMk/>
            <pc:sldMk cId="1186077149" sldId="279"/>
            <ac:spMk id="51" creationId="{30D19C6B-97E8-8CD6-02FA-D1403B879CBF}"/>
          </ac:spMkLst>
        </pc:spChg>
        <pc:spChg chg="topLvl">
          <ac:chgData name="Hironari Yamada" userId="e57621f8-ec3c-449e-bb19-001fffcc008e" providerId="ADAL" clId="{BC0BD879-F267-5CCA-8DEA-E3B2DD07DA4E}" dt="2026-05-29T01:50:48.384" v="3005" actId="165"/>
          <ac:spMkLst>
            <pc:docMk/>
            <pc:sldMk cId="1186077149" sldId="279"/>
            <ac:spMk id="53" creationId="{31DE78F4-838E-CE60-3D33-B34F2F039333}"/>
          </ac:spMkLst>
        </pc:spChg>
        <pc:spChg chg="add mod topLvl">
          <ac:chgData name="Hironari Yamada" userId="e57621f8-ec3c-449e-bb19-001fffcc008e" providerId="ADAL" clId="{BC0BD879-F267-5CCA-8DEA-E3B2DD07DA4E}" dt="2026-05-29T01:50:57.929" v="3006" actId="165"/>
          <ac:spMkLst>
            <pc:docMk/>
            <pc:sldMk cId="1186077149" sldId="279"/>
            <ac:spMk id="56" creationId="{F6AA8516-77AF-5237-0AF0-10B46B1DBAC0}"/>
          </ac:spMkLst>
        </pc:spChg>
      </pc:sldChg>
      <pc:sldChg chg="addSp delSp modSp mod">
        <pc:chgData name="Hironari Yamada" userId="e57621f8-ec3c-449e-bb19-001fffcc008e" providerId="ADAL" clId="{BC0BD879-F267-5CCA-8DEA-E3B2DD07DA4E}" dt="2026-05-29T02:10:54.245" v="3571" actId="478"/>
        <pc:sldMkLst>
          <pc:docMk/>
          <pc:sldMk cId="1186077149" sldId="280"/>
        </pc:sldMkLst>
        <pc:spChg chg="add mod">
          <ac:chgData name="Hironari Yamada" userId="e57621f8-ec3c-449e-bb19-001fffcc008e" providerId="ADAL" clId="{BC0BD879-F267-5CCA-8DEA-E3B2DD07DA4E}" dt="2026-05-29T02:08:33.470" v="3303" actId="692"/>
          <ac:spMkLst>
            <pc:docMk/>
            <pc:sldMk cId="1186077149" sldId="280"/>
            <ac:spMk id="11" creationId="{B5D8A3F5-E890-D5DD-28C9-69235BBC7AD2}"/>
          </ac:spMkLst>
        </pc:spChg>
        <pc:spChg chg="add mod">
          <ac:chgData name="Hironari Yamada" userId="e57621f8-ec3c-449e-bb19-001fffcc008e" providerId="ADAL" clId="{BC0BD879-F267-5CCA-8DEA-E3B2DD07DA4E}" dt="2026-05-29T02:08:09.718" v="3300"/>
          <ac:spMkLst>
            <pc:docMk/>
            <pc:sldMk cId="1186077149" sldId="280"/>
            <ac:spMk id="12" creationId="{FC031250-E577-0488-E770-EA268F54329D}"/>
          </ac:spMkLst>
        </pc:spChg>
        <pc:spChg chg="add mod">
          <ac:chgData name="Hironari Yamada" userId="e57621f8-ec3c-449e-bb19-001fffcc008e" providerId="ADAL" clId="{BC0BD879-F267-5CCA-8DEA-E3B2DD07DA4E}" dt="2026-05-29T02:08:17.027" v="3301" actId="692"/>
          <ac:spMkLst>
            <pc:docMk/>
            <pc:sldMk cId="1186077149" sldId="280"/>
            <ac:spMk id="13" creationId="{ED103B3E-9F27-E40B-D1B0-EE0AF025C6EE}"/>
          </ac:spMkLst>
        </pc:spChg>
        <pc:spChg chg="mod">
          <ac:chgData name="Hironari Yamada" userId="e57621f8-ec3c-449e-bb19-001fffcc008e" providerId="ADAL" clId="{BC0BD879-F267-5CCA-8DEA-E3B2DD07DA4E}" dt="2026-05-29T02:08:17.027" v="3301" actId="692"/>
          <ac:spMkLst>
            <pc:docMk/>
            <pc:sldMk cId="1186077149" sldId="280"/>
            <ac:spMk id="14" creationId="{6A0B77F6-FDCA-788E-3035-978C1FB6B712}"/>
          </ac:spMkLst>
        </pc:spChg>
        <pc:spChg chg="add mod">
          <ac:chgData name="Hironari Yamada" userId="e57621f8-ec3c-449e-bb19-001fffcc008e" providerId="ADAL" clId="{BC0BD879-F267-5CCA-8DEA-E3B2DD07DA4E}" dt="2026-05-29T02:08:26.221" v="3302" actId="207"/>
          <ac:spMkLst>
            <pc:docMk/>
            <pc:sldMk cId="1186077149" sldId="280"/>
            <ac:spMk id="16" creationId="{998100D4-D8CD-9EAD-0B28-2700B8B46E63}"/>
          </ac:spMkLst>
        </pc:spChg>
        <pc:spChg chg="mod">
          <ac:chgData name="Hironari Yamada" userId="e57621f8-ec3c-449e-bb19-001fffcc008e" providerId="ADAL" clId="{BC0BD879-F267-5CCA-8DEA-E3B2DD07DA4E}" dt="2026-05-29T02:08:26.221" v="3302" actId="207"/>
          <ac:spMkLst>
            <pc:docMk/>
            <pc:sldMk cId="1186077149" sldId="280"/>
            <ac:spMk id="17" creationId="{0A415D93-EB5A-93A3-D3CE-2F1590696488}"/>
          </ac:spMkLst>
        </pc:spChg>
        <pc:spChg chg="add mod">
          <ac:chgData name="Hironari Yamada" userId="e57621f8-ec3c-449e-bb19-001fffcc008e" providerId="ADAL" clId="{BC0BD879-F267-5CCA-8DEA-E3B2DD07DA4E}" dt="2026-05-29T02:08:09.718" v="3300"/>
          <ac:spMkLst>
            <pc:docMk/>
            <pc:sldMk cId="1186077149" sldId="280"/>
            <ac:spMk id="18" creationId="{80EB2ACD-A950-4A1A-9B03-6AFC7CB65E40}"/>
          </ac:spMkLst>
        </pc:spChg>
        <pc:spChg chg="add mod">
          <ac:chgData name="Hironari Yamada" userId="e57621f8-ec3c-449e-bb19-001fffcc008e" providerId="ADAL" clId="{BC0BD879-F267-5CCA-8DEA-E3B2DD07DA4E}" dt="2026-05-29T02:08:09.718" v="3300"/>
          <ac:spMkLst>
            <pc:docMk/>
            <pc:sldMk cId="1186077149" sldId="280"/>
            <ac:spMk id="19" creationId="{B6209B90-AF6C-CC3E-8E1F-D8F8009ACF20}"/>
          </ac:spMkLst>
        </pc:spChg>
        <pc:spChg chg="add mod">
          <ac:chgData name="Hironari Yamada" userId="e57621f8-ec3c-449e-bb19-001fffcc008e" providerId="ADAL" clId="{BC0BD879-F267-5CCA-8DEA-E3B2DD07DA4E}" dt="2026-05-29T02:08:09.718" v="3300"/>
          <ac:spMkLst>
            <pc:docMk/>
            <pc:sldMk cId="1186077149" sldId="280"/>
            <ac:spMk id="21" creationId="{AF84D849-FAC8-40BE-1293-16BBD171F2D5}"/>
          </ac:spMkLst>
        </pc:spChg>
        <pc:spChg chg="add mod">
          <ac:chgData name="Hironari Yamada" userId="e57621f8-ec3c-449e-bb19-001fffcc008e" providerId="ADAL" clId="{BC0BD879-F267-5CCA-8DEA-E3B2DD07DA4E}" dt="2026-05-29T02:08:09.718" v="3300"/>
          <ac:spMkLst>
            <pc:docMk/>
            <pc:sldMk cId="1186077149" sldId="280"/>
            <ac:spMk id="22" creationId="{FF9D4F02-E61F-69A2-821D-829A7DBEE159}"/>
          </ac:spMkLst>
        </pc:spChg>
        <pc:spChg chg="mod">
          <ac:chgData name="Hironari Yamada" userId="e57621f8-ec3c-449e-bb19-001fffcc008e" providerId="ADAL" clId="{BC0BD879-F267-5CCA-8DEA-E3B2DD07DA4E}" dt="2026-05-29T02:08:26.221" v="3302" actId="207"/>
          <ac:spMkLst>
            <pc:docMk/>
            <pc:sldMk cId="1186077149" sldId="280"/>
            <ac:spMk id="23" creationId="{E7E7AA51-131E-2725-83F5-44C857CD3889}"/>
          </ac:spMkLst>
        </pc:spChg>
        <pc:spChg chg="add mod">
          <ac:chgData name="Hironari Yamada" userId="e57621f8-ec3c-449e-bb19-001fffcc008e" providerId="ADAL" clId="{BC0BD879-F267-5CCA-8DEA-E3B2DD07DA4E}" dt="2026-05-29T02:08:09.718" v="3300"/>
          <ac:spMkLst>
            <pc:docMk/>
            <pc:sldMk cId="1186077149" sldId="280"/>
            <ac:spMk id="25" creationId="{5665E09F-7E1D-5F39-6A9E-AFF4E5A0DE26}"/>
          </ac:spMkLst>
        </pc:spChg>
        <pc:spChg chg="add mod">
          <ac:chgData name="Hironari Yamada" userId="e57621f8-ec3c-449e-bb19-001fffcc008e" providerId="ADAL" clId="{BC0BD879-F267-5CCA-8DEA-E3B2DD07DA4E}" dt="2026-05-29T02:08:09.718" v="3300"/>
          <ac:spMkLst>
            <pc:docMk/>
            <pc:sldMk cId="1186077149" sldId="280"/>
            <ac:spMk id="27" creationId="{9E5E035B-47CC-AB28-C8CB-C3799F52CCCC}"/>
          </ac:spMkLst>
        </pc:spChg>
        <pc:spChg chg="mod">
          <ac:chgData name="Hironari Yamada" userId="e57621f8-ec3c-449e-bb19-001fffcc008e" providerId="ADAL" clId="{BC0BD879-F267-5CCA-8DEA-E3B2DD07DA4E}" dt="2026-05-29T02:08:26.221" v="3302" actId="207"/>
          <ac:spMkLst>
            <pc:docMk/>
            <pc:sldMk cId="1186077149" sldId="280"/>
            <ac:spMk id="32" creationId="{A45754A6-6E11-7495-8E98-0D56C8AFB71A}"/>
          </ac:spMkLst>
        </pc:spChg>
        <pc:spChg chg="add del mod">
          <ac:chgData name="Hironari Yamada" userId="e57621f8-ec3c-449e-bb19-001fffcc008e" providerId="ADAL" clId="{BC0BD879-F267-5CCA-8DEA-E3B2DD07DA4E}" dt="2026-05-29T02:10:54.245" v="3571" actId="478"/>
          <ac:spMkLst>
            <pc:docMk/>
            <pc:sldMk cId="1186077149" sldId="280"/>
            <ac:spMk id="35" creationId="{A9BF67E9-5242-D56F-ABE8-6721CE4B0363}"/>
          </ac:spMkLst>
        </pc:spChg>
        <pc:spChg chg="add mod">
          <ac:chgData name="Hironari Yamada" userId="e57621f8-ec3c-449e-bb19-001fffcc008e" providerId="ADAL" clId="{BC0BD879-F267-5CCA-8DEA-E3B2DD07DA4E}" dt="2026-05-29T02:09:52.045" v="3566" actId="20577"/>
          <ac:spMkLst>
            <pc:docMk/>
            <pc:sldMk cId="1186077149" sldId="280"/>
            <ac:spMk id="36" creationId="{3678E87F-C397-24E2-53AB-D02244019CD0}"/>
          </ac:spMkLst>
        </pc:spChg>
      </pc:sldChg>
      <pc:sldChg chg="addSp delSp modSp mod">
        <pc:chgData name="Hironari Yamada" userId="e57621f8-ec3c-449e-bb19-001fffcc008e" providerId="ADAL" clId="{BC0BD879-F267-5CCA-8DEA-E3B2DD07DA4E}" dt="2026-05-29T02:16:01.446" v="3946" actId="20577"/>
        <pc:sldMkLst>
          <pc:docMk/>
          <pc:sldMk cId="1186077149" sldId="281"/>
        </pc:sldMkLst>
        <pc:spChg chg="mod">
          <ac:chgData name="Hironari Yamada" userId="e57621f8-ec3c-449e-bb19-001fffcc008e" providerId="ADAL" clId="{BC0BD879-F267-5CCA-8DEA-E3B2DD07DA4E}" dt="2026-05-29T02:14:01.056" v="3816"/>
          <ac:spMkLst>
            <pc:docMk/>
            <pc:sldMk cId="1186077149" sldId="281"/>
            <ac:spMk id="5" creationId="{FE5D36C1-631B-4584-BDFA-E2B616368EB4}"/>
          </ac:spMkLst>
        </pc:spChg>
        <pc:spChg chg="mod">
          <ac:chgData name="Hironari Yamada" userId="e57621f8-ec3c-449e-bb19-001fffcc008e" providerId="ADAL" clId="{BC0BD879-F267-5CCA-8DEA-E3B2DD07DA4E}" dt="2026-05-29T02:12:54.834" v="3635" actId="20577"/>
          <ac:spMkLst>
            <pc:docMk/>
            <pc:sldMk cId="1186077149" sldId="281"/>
            <ac:spMk id="9" creationId="{D27D29C1-9848-4007-9015-6680E30999AC}"/>
          </ac:spMkLst>
        </pc:spChg>
        <pc:spChg chg="mod">
          <ac:chgData name="Hironari Yamada" userId="e57621f8-ec3c-449e-bb19-001fffcc008e" providerId="ADAL" clId="{BC0BD879-F267-5CCA-8DEA-E3B2DD07DA4E}" dt="2026-05-29T02:11:16.519" v="3575" actId="14100"/>
          <ac:spMkLst>
            <pc:docMk/>
            <pc:sldMk cId="1186077149" sldId="281"/>
            <ac:spMk id="10" creationId="{C0D9BB9C-70E3-F808-FC5F-FC5B91C57A7D}"/>
          </ac:spMkLst>
        </pc:spChg>
        <pc:spChg chg="add mod">
          <ac:chgData name="Hironari Yamada" userId="e57621f8-ec3c-449e-bb19-001fffcc008e" providerId="ADAL" clId="{BC0BD879-F267-5CCA-8DEA-E3B2DD07DA4E}" dt="2026-05-29T02:11:31.219" v="3579" actId="14100"/>
          <ac:spMkLst>
            <pc:docMk/>
            <pc:sldMk cId="1186077149" sldId="281"/>
            <ac:spMk id="36" creationId="{4A18B9B2-2C50-3C52-0745-4901AA0A2A5C}"/>
          </ac:spMkLst>
        </pc:spChg>
        <pc:spChg chg="add mod">
          <ac:chgData name="Hironari Yamada" userId="e57621f8-ec3c-449e-bb19-001fffcc008e" providerId="ADAL" clId="{BC0BD879-F267-5CCA-8DEA-E3B2DD07DA4E}" dt="2026-05-29T02:11:14.045" v="3574" actId="1076"/>
          <ac:spMkLst>
            <pc:docMk/>
            <pc:sldMk cId="1186077149" sldId="281"/>
            <ac:spMk id="37" creationId="{52E00C41-9793-B16E-17C6-95553F4F9680}"/>
          </ac:spMkLst>
        </pc:spChg>
        <pc:spChg chg="mod">
          <ac:chgData name="Hironari Yamada" userId="e57621f8-ec3c-449e-bb19-001fffcc008e" providerId="ADAL" clId="{BC0BD879-F267-5CCA-8DEA-E3B2DD07DA4E}" dt="2026-05-29T02:11:27.895" v="3578" actId="1076"/>
          <ac:spMkLst>
            <pc:docMk/>
            <pc:sldMk cId="1186077149" sldId="281"/>
            <ac:spMk id="38" creationId="{BB878D9C-C6C3-9744-1B39-771F11D8E5BC}"/>
          </ac:spMkLst>
        </pc:spChg>
        <pc:spChg chg="add mod">
          <ac:chgData name="Hironari Yamada" userId="e57621f8-ec3c-449e-bb19-001fffcc008e" providerId="ADAL" clId="{BC0BD879-F267-5CCA-8DEA-E3B2DD07DA4E}" dt="2026-05-29T02:11:14.045" v="3574" actId="1076"/>
          <ac:spMkLst>
            <pc:docMk/>
            <pc:sldMk cId="1186077149" sldId="281"/>
            <ac:spMk id="39" creationId="{9B7E9DC9-1C3E-C7A2-B26D-065AF02026F2}"/>
          </ac:spMkLst>
        </pc:spChg>
        <pc:spChg chg="add mod">
          <ac:chgData name="Hironari Yamada" userId="e57621f8-ec3c-449e-bb19-001fffcc008e" providerId="ADAL" clId="{BC0BD879-F267-5CCA-8DEA-E3B2DD07DA4E}" dt="2026-05-29T02:11:14.045" v="3574" actId="1076"/>
          <ac:spMkLst>
            <pc:docMk/>
            <pc:sldMk cId="1186077149" sldId="281"/>
            <ac:spMk id="40" creationId="{B0F308E8-6623-AF89-A753-F92B4BDB6047}"/>
          </ac:spMkLst>
        </pc:spChg>
        <pc:spChg chg="add mod">
          <ac:chgData name="Hironari Yamada" userId="e57621f8-ec3c-449e-bb19-001fffcc008e" providerId="ADAL" clId="{BC0BD879-F267-5CCA-8DEA-E3B2DD07DA4E}" dt="2026-05-29T02:11:14.045" v="3574" actId="1076"/>
          <ac:spMkLst>
            <pc:docMk/>
            <pc:sldMk cId="1186077149" sldId="281"/>
            <ac:spMk id="41" creationId="{928A3B53-BC64-6AB0-A434-298A0F89F3FC}"/>
          </ac:spMkLst>
        </pc:spChg>
        <pc:spChg chg="add mod">
          <ac:chgData name="Hironari Yamada" userId="e57621f8-ec3c-449e-bb19-001fffcc008e" providerId="ADAL" clId="{BC0BD879-F267-5CCA-8DEA-E3B2DD07DA4E}" dt="2026-05-29T02:11:14.045" v="3574" actId="1076"/>
          <ac:spMkLst>
            <pc:docMk/>
            <pc:sldMk cId="1186077149" sldId="281"/>
            <ac:spMk id="42" creationId="{2BDDDAD0-4BF0-A7B2-85A4-CBB444D0682F}"/>
          </ac:spMkLst>
        </pc:spChg>
        <pc:spChg chg="add mod">
          <ac:chgData name="Hironari Yamada" userId="e57621f8-ec3c-449e-bb19-001fffcc008e" providerId="ADAL" clId="{BC0BD879-F267-5CCA-8DEA-E3B2DD07DA4E}" dt="2026-05-29T02:11:14.045" v="3574" actId="1076"/>
          <ac:spMkLst>
            <pc:docMk/>
            <pc:sldMk cId="1186077149" sldId="281"/>
            <ac:spMk id="43" creationId="{A20E3368-9A7E-6A19-433F-DDA264C897E8}"/>
          </ac:spMkLst>
        </pc:spChg>
        <pc:spChg chg="add mod">
          <ac:chgData name="Hironari Yamada" userId="e57621f8-ec3c-449e-bb19-001fffcc008e" providerId="ADAL" clId="{BC0BD879-F267-5CCA-8DEA-E3B2DD07DA4E}" dt="2026-05-29T02:11:14.045" v="3574" actId="1076"/>
          <ac:spMkLst>
            <pc:docMk/>
            <pc:sldMk cId="1186077149" sldId="281"/>
            <ac:spMk id="48" creationId="{C098CB13-CE6D-73C2-7D8D-2E4AB0725ED7}"/>
          </ac:spMkLst>
        </pc:spChg>
        <pc:spChg chg="add mod">
          <ac:chgData name="Hironari Yamada" userId="e57621f8-ec3c-449e-bb19-001fffcc008e" providerId="ADAL" clId="{BC0BD879-F267-5CCA-8DEA-E3B2DD07DA4E}" dt="2026-05-29T02:11:14.045" v="3574" actId="1076"/>
          <ac:spMkLst>
            <pc:docMk/>
            <pc:sldMk cId="1186077149" sldId="281"/>
            <ac:spMk id="57" creationId="{87533D84-A9F1-8050-1B31-C999F2180C22}"/>
          </ac:spMkLst>
        </pc:spChg>
        <pc:spChg chg="add mod">
          <ac:chgData name="Hironari Yamada" userId="e57621f8-ec3c-449e-bb19-001fffcc008e" providerId="ADAL" clId="{BC0BD879-F267-5CCA-8DEA-E3B2DD07DA4E}" dt="2026-05-29T02:11:14.045" v="3574" actId="1076"/>
          <ac:spMkLst>
            <pc:docMk/>
            <pc:sldMk cId="1186077149" sldId="281"/>
            <ac:spMk id="58" creationId="{6C1F2EA7-DC3F-2C10-DDBF-BF09021656E5}"/>
          </ac:spMkLst>
        </pc:spChg>
        <pc:spChg chg="add mod">
          <ac:chgData name="Hironari Yamada" userId="e57621f8-ec3c-449e-bb19-001fffcc008e" providerId="ADAL" clId="{BC0BD879-F267-5CCA-8DEA-E3B2DD07DA4E}" dt="2026-05-29T02:12:28.784" v="3601" actId="20577"/>
          <ac:spMkLst>
            <pc:docMk/>
            <pc:sldMk cId="1186077149" sldId="281"/>
            <ac:spMk id="62" creationId="{4336BF0F-8F58-B149-A4F0-C0487FAFCA1F}"/>
          </ac:spMkLst>
        </pc:spChg>
        <pc:spChg chg="add mod">
          <ac:chgData name="Hironari Yamada" userId="e57621f8-ec3c-449e-bb19-001fffcc008e" providerId="ADAL" clId="{BC0BD879-F267-5CCA-8DEA-E3B2DD07DA4E}" dt="2026-05-29T02:12:35.392" v="3605" actId="20577"/>
          <ac:spMkLst>
            <pc:docMk/>
            <pc:sldMk cId="1186077149" sldId="281"/>
            <ac:spMk id="66" creationId="{63429010-5E44-CD7A-85CA-0B82BF945877}"/>
          </ac:spMkLst>
        </pc:spChg>
        <pc:spChg chg="add mod">
          <ac:chgData name="Hironari Yamada" userId="e57621f8-ec3c-449e-bb19-001fffcc008e" providerId="ADAL" clId="{BC0BD879-F267-5CCA-8DEA-E3B2DD07DA4E}" dt="2026-05-29T02:14:14.647" v="3827" actId="20577"/>
          <ac:spMkLst>
            <pc:docMk/>
            <pc:sldMk cId="1186077149" sldId="281"/>
            <ac:spMk id="67" creationId="{7EC36A1E-F34F-77B6-54BD-60558BF02527}"/>
          </ac:spMkLst>
        </pc:spChg>
        <pc:spChg chg="add mod">
          <ac:chgData name="Hironari Yamada" userId="e57621f8-ec3c-449e-bb19-001fffcc008e" providerId="ADAL" clId="{BC0BD879-F267-5CCA-8DEA-E3B2DD07DA4E}" dt="2026-05-29T02:15:12.334" v="3856" actId="1076"/>
          <ac:spMkLst>
            <pc:docMk/>
            <pc:sldMk cId="1186077149" sldId="281"/>
            <ac:spMk id="72" creationId="{E39DB577-5D8D-D2BE-4AD1-8605F57B4A97}"/>
          </ac:spMkLst>
        </pc:spChg>
        <pc:spChg chg="add mod">
          <ac:chgData name="Hironari Yamada" userId="e57621f8-ec3c-449e-bb19-001fffcc008e" providerId="ADAL" clId="{BC0BD879-F267-5CCA-8DEA-E3B2DD07DA4E}" dt="2026-05-29T02:15:34.158" v="3884" actId="1076"/>
          <ac:spMkLst>
            <pc:docMk/>
            <pc:sldMk cId="1186077149" sldId="281"/>
            <ac:spMk id="73" creationId="{15A13B32-840D-C1EC-B412-67D157453DB5}"/>
          </ac:spMkLst>
        </pc:spChg>
        <pc:spChg chg="add mod">
          <ac:chgData name="Hironari Yamada" userId="e57621f8-ec3c-449e-bb19-001fffcc008e" providerId="ADAL" clId="{BC0BD879-F267-5CCA-8DEA-E3B2DD07DA4E}" dt="2026-05-29T02:15:39.605" v="3897" actId="20577"/>
          <ac:spMkLst>
            <pc:docMk/>
            <pc:sldMk cId="1186077149" sldId="281"/>
            <ac:spMk id="74" creationId="{E7EB7647-AEAF-2359-E5A6-0269FD443964}"/>
          </ac:spMkLst>
        </pc:spChg>
        <pc:spChg chg="add mod">
          <ac:chgData name="Hironari Yamada" userId="e57621f8-ec3c-449e-bb19-001fffcc008e" providerId="ADAL" clId="{BC0BD879-F267-5CCA-8DEA-E3B2DD07DA4E}" dt="2026-05-29T02:15:44.556" v="3899" actId="1076"/>
          <ac:spMkLst>
            <pc:docMk/>
            <pc:sldMk cId="1186077149" sldId="281"/>
            <ac:spMk id="75" creationId="{669D2660-AD0E-03DD-410D-A33A04DDD88A}"/>
          </ac:spMkLst>
        </pc:spChg>
        <pc:spChg chg="add mod">
          <ac:chgData name="Hironari Yamada" userId="e57621f8-ec3c-449e-bb19-001fffcc008e" providerId="ADAL" clId="{BC0BD879-F267-5CCA-8DEA-E3B2DD07DA4E}" dt="2026-05-29T02:16:01.446" v="3946" actId="20577"/>
          <ac:spMkLst>
            <pc:docMk/>
            <pc:sldMk cId="1186077149" sldId="281"/>
            <ac:spMk id="76" creationId="{31816A51-22CE-94B1-7122-4BBCFC402FFF}"/>
          </ac:spMkLst>
        </pc:spChg>
        <pc:picChg chg="add mod">
          <ac:chgData name="Hironari Yamada" userId="e57621f8-ec3c-449e-bb19-001fffcc008e" providerId="ADAL" clId="{BC0BD879-F267-5CCA-8DEA-E3B2DD07DA4E}" dt="2026-05-29T02:12:06.968" v="3583" actId="1076"/>
          <ac:picMkLst>
            <pc:docMk/>
            <pc:sldMk cId="1186077149" sldId="281"/>
            <ac:picMk id="61" creationId="{57D079AA-73E8-64FA-EF0F-9C03EE1A2410}"/>
          </ac:picMkLst>
        </pc:picChg>
        <pc:picChg chg="add mod">
          <ac:chgData name="Hironari Yamada" userId="e57621f8-ec3c-449e-bb19-001fffcc008e" providerId="ADAL" clId="{BC0BD879-F267-5CCA-8DEA-E3B2DD07DA4E}" dt="2026-05-29T02:14:33.336" v="3831" actId="1076"/>
          <ac:picMkLst>
            <pc:docMk/>
            <pc:sldMk cId="1186077149" sldId="281"/>
            <ac:picMk id="68" creationId="{753FC8CB-4C69-E30D-4F0F-39E8C443D38C}"/>
          </ac:picMkLst>
        </pc:picChg>
        <pc:picChg chg="add mod">
          <ac:chgData name="Hironari Yamada" userId="e57621f8-ec3c-449e-bb19-001fffcc008e" providerId="ADAL" clId="{BC0BD879-F267-5CCA-8DEA-E3B2DD07DA4E}" dt="2026-05-29T02:14:39.216" v="3833" actId="14100"/>
          <ac:picMkLst>
            <pc:docMk/>
            <pc:sldMk cId="1186077149" sldId="281"/>
            <ac:picMk id="69" creationId="{221845E7-F973-5496-36AC-0A2E37AD9E7A}"/>
          </ac:picMkLst>
        </pc:picChg>
        <pc:picChg chg="add mod">
          <ac:chgData name="Hironari Yamada" userId="e57621f8-ec3c-449e-bb19-001fffcc008e" providerId="ADAL" clId="{BC0BD879-F267-5CCA-8DEA-E3B2DD07DA4E}" dt="2026-05-29T02:15:51.156" v="3902" actId="1076"/>
          <ac:picMkLst>
            <pc:docMk/>
            <pc:sldMk cId="1186077149" sldId="281"/>
            <ac:picMk id="70" creationId="{224272EB-9B6D-83ED-4A9F-D79D97174774}"/>
          </ac:picMkLst>
        </pc:picChg>
        <pc:picChg chg="add mod">
          <ac:chgData name="Hironari Yamada" userId="e57621f8-ec3c-449e-bb19-001fffcc008e" providerId="ADAL" clId="{BC0BD879-F267-5CCA-8DEA-E3B2DD07DA4E}" dt="2026-05-29T02:14:56.860" v="3839" actId="1076"/>
          <ac:picMkLst>
            <pc:docMk/>
            <pc:sldMk cId="1186077149" sldId="281"/>
            <ac:picMk id="71" creationId="{68103857-3B4C-E19C-84FD-F0969F4BA933}"/>
          </ac:picMkLst>
        </pc:picChg>
        <pc:cxnChg chg="add">
          <ac:chgData name="Hironari Yamada" userId="e57621f8-ec3c-449e-bb19-001fffcc008e" providerId="ADAL" clId="{BC0BD879-F267-5CCA-8DEA-E3B2DD07DA4E}" dt="2026-05-29T02:12:18.723" v="3586" actId="11529"/>
          <ac:cxnSpMkLst>
            <pc:docMk/>
            <pc:sldMk cId="1186077149" sldId="281"/>
            <ac:cxnSpMk id="64" creationId="{2DF3F457-B45D-0821-7703-C573F8E4CF6A}"/>
          </ac:cxnSpMkLst>
        </pc:cxnChg>
        <pc:cxnChg chg="add mod">
          <ac:chgData name="Hironari Yamada" userId="e57621f8-ec3c-449e-bb19-001fffcc008e" providerId="ADAL" clId="{BC0BD879-F267-5CCA-8DEA-E3B2DD07DA4E}" dt="2026-05-29T02:12:24.036" v="3588" actId="1076"/>
          <ac:cxnSpMkLst>
            <pc:docMk/>
            <pc:sldMk cId="1186077149" sldId="281"/>
            <ac:cxnSpMk id="65" creationId="{760B6DB6-6AAE-2E67-BCEA-DE0D2B26F4EC}"/>
          </ac:cxnSpMkLst>
        </pc:cxnChg>
      </pc:sldChg>
      <pc:sldChg chg="addSp delSp modSp mod">
        <pc:chgData name="Hironari Yamada" userId="e57621f8-ec3c-449e-bb19-001fffcc008e" providerId="ADAL" clId="{BC0BD879-F267-5CCA-8DEA-E3B2DD07DA4E}" dt="2026-05-29T06:55:45.559" v="5160" actId="1076"/>
        <pc:sldMkLst>
          <pc:docMk/>
          <pc:sldMk cId="1186077149" sldId="283"/>
        </pc:sldMkLst>
        <pc:spChg chg="mod">
          <ac:chgData name="Hironari Yamada" userId="e57621f8-ec3c-449e-bb19-001fffcc008e" providerId="ADAL" clId="{BC0BD879-F267-5CCA-8DEA-E3B2DD07DA4E}" dt="2026-05-29T02:17:24.812" v="3954" actId="14100"/>
          <ac:spMkLst>
            <pc:docMk/>
            <pc:sldMk cId="1186077149" sldId="283"/>
            <ac:spMk id="6" creationId="{A6F296C9-8E4B-423B-A20A-8E9F45370B9B}"/>
          </ac:spMkLst>
        </pc:spChg>
        <pc:spChg chg="mod">
          <ac:chgData name="Hironari Yamada" userId="e57621f8-ec3c-449e-bb19-001fffcc008e" providerId="ADAL" clId="{BC0BD879-F267-5CCA-8DEA-E3B2DD07DA4E}" dt="2026-05-29T06:55:08.619" v="5094" actId="20577"/>
          <ac:spMkLst>
            <pc:docMk/>
            <pc:sldMk cId="1186077149" sldId="283"/>
            <ac:spMk id="9" creationId="{9AF8B0D3-A1EB-4A71-9460-1301794494C7}"/>
          </ac:spMkLst>
        </pc:spChg>
        <pc:spChg chg="add mod">
          <ac:chgData name="Hironari Yamada" userId="e57621f8-ec3c-449e-bb19-001fffcc008e" providerId="ADAL" clId="{BC0BD879-F267-5CCA-8DEA-E3B2DD07DA4E}" dt="2026-05-29T02:17:57.296" v="3961" actId="1076"/>
          <ac:spMkLst>
            <pc:docMk/>
            <pc:sldMk cId="1186077149" sldId="283"/>
            <ac:spMk id="10" creationId="{B2223AF9-89AB-106D-4423-2D43A0025846}"/>
          </ac:spMkLst>
        </pc:spChg>
        <pc:spChg chg="mod">
          <ac:chgData name="Hironari Yamada" userId="e57621f8-ec3c-449e-bb19-001fffcc008e" providerId="ADAL" clId="{BC0BD879-F267-5CCA-8DEA-E3B2DD07DA4E}" dt="2026-05-29T02:17:57.296" v="3961" actId="1076"/>
          <ac:spMkLst>
            <pc:docMk/>
            <pc:sldMk cId="1186077149" sldId="283"/>
            <ac:spMk id="11" creationId="{3890020E-88CF-CA08-3817-FF1797317017}"/>
          </ac:spMkLst>
        </pc:spChg>
        <pc:spChg chg="mod">
          <ac:chgData name="Hironari Yamada" userId="e57621f8-ec3c-449e-bb19-001fffcc008e" providerId="ADAL" clId="{BC0BD879-F267-5CCA-8DEA-E3B2DD07DA4E}" dt="2026-05-29T02:17:52.204" v="3960" actId="1076"/>
          <ac:spMkLst>
            <pc:docMk/>
            <pc:sldMk cId="1186077149" sldId="283"/>
            <ac:spMk id="12" creationId="{9CD43104-F704-7DFF-8756-94D3A0DDE845}"/>
          </ac:spMkLst>
        </pc:spChg>
        <pc:spChg chg="add mod">
          <ac:chgData name="Hironari Yamada" userId="e57621f8-ec3c-449e-bb19-001fffcc008e" providerId="ADAL" clId="{BC0BD879-F267-5CCA-8DEA-E3B2DD07DA4E}" dt="2026-05-29T02:17:57.296" v="3961" actId="1076"/>
          <ac:spMkLst>
            <pc:docMk/>
            <pc:sldMk cId="1186077149" sldId="283"/>
            <ac:spMk id="13" creationId="{C423C67B-5A26-C795-FB67-B52CAFBEDAF2}"/>
          </ac:spMkLst>
        </pc:spChg>
        <pc:spChg chg="mod">
          <ac:chgData name="Hironari Yamada" userId="e57621f8-ec3c-449e-bb19-001fffcc008e" providerId="ADAL" clId="{BC0BD879-F267-5CCA-8DEA-E3B2DD07DA4E}" dt="2026-05-29T02:17:39.005" v="3957" actId="1076"/>
          <ac:spMkLst>
            <pc:docMk/>
            <pc:sldMk cId="1186077149" sldId="283"/>
            <ac:spMk id="14" creationId="{F18FB295-1F30-FA2F-4CD0-AC6FA509972E}"/>
          </ac:spMkLst>
        </pc:spChg>
        <pc:spChg chg="add mod">
          <ac:chgData name="Hironari Yamada" userId="e57621f8-ec3c-449e-bb19-001fffcc008e" providerId="ADAL" clId="{BC0BD879-F267-5CCA-8DEA-E3B2DD07DA4E}" dt="2026-05-29T02:17:57.296" v="3961" actId="1076"/>
          <ac:spMkLst>
            <pc:docMk/>
            <pc:sldMk cId="1186077149" sldId="283"/>
            <ac:spMk id="15" creationId="{A09F92AB-C465-D9E8-44B4-0C7AFE62E903}"/>
          </ac:spMkLst>
        </pc:spChg>
        <pc:spChg chg="add mod">
          <ac:chgData name="Hironari Yamada" userId="e57621f8-ec3c-449e-bb19-001fffcc008e" providerId="ADAL" clId="{BC0BD879-F267-5CCA-8DEA-E3B2DD07DA4E}" dt="2026-05-29T02:17:57.296" v="3961" actId="1076"/>
          <ac:spMkLst>
            <pc:docMk/>
            <pc:sldMk cId="1186077149" sldId="283"/>
            <ac:spMk id="16" creationId="{6EA262DB-FB5D-AD19-F9D4-12C64CD40B38}"/>
          </ac:spMkLst>
        </pc:spChg>
        <pc:spChg chg="add mod">
          <ac:chgData name="Hironari Yamada" userId="e57621f8-ec3c-449e-bb19-001fffcc008e" providerId="ADAL" clId="{BC0BD879-F267-5CCA-8DEA-E3B2DD07DA4E}" dt="2026-05-29T02:17:57.296" v="3961" actId="1076"/>
          <ac:spMkLst>
            <pc:docMk/>
            <pc:sldMk cId="1186077149" sldId="283"/>
            <ac:spMk id="17" creationId="{8334B561-654C-A193-3079-A299BD83E216}"/>
          </ac:spMkLst>
        </pc:spChg>
        <pc:spChg chg="add mod">
          <ac:chgData name="Hironari Yamada" userId="e57621f8-ec3c-449e-bb19-001fffcc008e" providerId="ADAL" clId="{BC0BD879-F267-5CCA-8DEA-E3B2DD07DA4E}" dt="2026-05-29T06:49:50.572" v="4630" actId="14100"/>
          <ac:spMkLst>
            <pc:docMk/>
            <pc:sldMk cId="1186077149" sldId="283"/>
            <ac:spMk id="18" creationId="{537892F5-1B05-7520-43DC-CB63DE04A448}"/>
          </ac:spMkLst>
        </pc:spChg>
        <pc:spChg chg="add mod">
          <ac:chgData name="Hironari Yamada" userId="e57621f8-ec3c-449e-bb19-001fffcc008e" providerId="ADAL" clId="{BC0BD879-F267-5CCA-8DEA-E3B2DD07DA4E}" dt="2026-05-29T06:52:21.771" v="4901" actId="1035"/>
          <ac:spMkLst>
            <pc:docMk/>
            <pc:sldMk cId="1186077149" sldId="283"/>
            <ac:spMk id="21" creationId="{A68039C6-24C4-9F76-83C0-81E7C45510E9}"/>
          </ac:spMkLst>
        </pc:spChg>
        <pc:spChg chg="mod">
          <ac:chgData name="Hironari Yamada" userId="e57621f8-ec3c-449e-bb19-001fffcc008e" providerId="ADAL" clId="{BC0BD879-F267-5CCA-8DEA-E3B2DD07DA4E}" dt="2026-05-29T02:17:57.296" v="3961" actId="1076"/>
          <ac:spMkLst>
            <pc:docMk/>
            <pc:sldMk cId="1186077149" sldId="283"/>
            <ac:spMk id="22" creationId="{C4D169F9-AC0A-9CD9-8AA2-3216AEE6D0AE}"/>
          </ac:spMkLst>
        </pc:spChg>
        <pc:spChg chg="add mod">
          <ac:chgData name="Hironari Yamada" userId="e57621f8-ec3c-449e-bb19-001fffcc008e" providerId="ADAL" clId="{BC0BD879-F267-5CCA-8DEA-E3B2DD07DA4E}" dt="2026-05-29T02:17:57.296" v="3961" actId="1076"/>
          <ac:spMkLst>
            <pc:docMk/>
            <pc:sldMk cId="1186077149" sldId="283"/>
            <ac:spMk id="23" creationId="{E3221FB9-FA8C-E7E8-8377-9E489B0326EE}"/>
          </ac:spMkLst>
        </pc:spChg>
        <pc:spChg chg="mod">
          <ac:chgData name="Hironari Yamada" userId="e57621f8-ec3c-449e-bb19-001fffcc008e" providerId="ADAL" clId="{BC0BD879-F267-5CCA-8DEA-E3B2DD07DA4E}" dt="2026-05-29T06:54:19.567" v="5030" actId="20577"/>
          <ac:spMkLst>
            <pc:docMk/>
            <pc:sldMk cId="1186077149" sldId="283"/>
            <ac:spMk id="27" creationId="{21835709-845E-E546-2086-86DE1DCB31FF}"/>
          </ac:spMkLst>
        </pc:spChg>
        <pc:spChg chg="add mod">
          <ac:chgData name="Hironari Yamada" userId="e57621f8-ec3c-449e-bb19-001fffcc008e" providerId="ADAL" clId="{BC0BD879-F267-5CCA-8DEA-E3B2DD07DA4E}" dt="2026-05-29T06:55:41.643" v="5159" actId="1076"/>
          <ac:spMkLst>
            <pc:docMk/>
            <pc:sldMk cId="1186077149" sldId="283"/>
            <ac:spMk id="31" creationId="{B79C8EC1-7322-C1B5-73D0-7BCAC8FC3C3B}"/>
          </ac:spMkLst>
        </pc:spChg>
        <pc:spChg chg="add mod">
          <ac:chgData name="Hironari Yamada" userId="e57621f8-ec3c-449e-bb19-001fffcc008e" providerId="ADAL" clId="{BC0BD879-F267-5CCA-8DEA-E3B2DD07DA4E}" dt="2026-05-29T02:17:57.296" v="3961" actId="1076"/>
          <ac:spMkLst>
            <pc:docMk/>
            <pc:sldMk cId="1186077149" sldId="283"/>
            <ac:spMk id="32" creationId="{F9CFF6B5-013C-5E81-81B5-4781CC85D35F}"/>
          </ac:spMkLst>
        </pc:spChg>
        <pc:spChg chg="mod">
          <ac:chgData name="Hironari Yamada" userId="e57621f8-ec3c-449e-bb19-001fffcc008e" providerId="ADAL" clId="{BC0BD879-F267-5CCA-8DEA-E3B2DD07DA4E}" dt="2026-05-29T06:54:25.570" v="5040" actId="20577"/>
          <ac:spMkLst>
            <pc:docMk/>
            <pc:sldMk cId="1186077149" sldId="283"/>
            <ac:spMk id="33" creationId="{D6F85382-F95E-9AB0-EA8D-C612F1BC2807}"/>
          </ac:spMkLst>
        </pc:spChg>
        <pc:spChg chg="mod">
          <ac:chgData name="Hironari Yamada" userId="e57621f8-ec3c-449e-bb19-001fffcc008e" providerId="ADAL" clId="{BC0BD879-F267-5CCA-8DEA-E3B2DD07DA4E}" dt="2026-05-29T06:54:34.036" v="5045" actId="1076"/>
          <ac:spMkLst>
            <pc:docMk/>
            <pc:sldMk cId="1186077149" sldId="283"/>
            <ac:spMk id="34" creationId="{815987F6-B7E2-1608-15FF-BF8E2D1EF7BC}"/>
          </ac:spMkLst>
        </pc:spChg>
        <pc:spChg chg="add mod">
          <ac:chgData name="Hironari Yamada" userId="e57621f8-ec3c-449e-bb19-001fffcc008e" providerId="ADAL" clId="{BC0BD879-F267-5CCA-8DEA-E3B2DD07DA4E}" dt="2026-05-29T02:18:56.074" v="3973" actId="1076"/>
          <ac:spMkLst>
            <pc:docMk/>
            <pc:sldMk cId="1186077149" sldId="283"/>
            <ac:spMk id="42" creationId="{4F6A4D1B-1201-C796-82D7-983241EB537D}"/>
          </ac:spMkLst>
        </pc:spChg>
        <pc:spChg chg="add mod">
          <ac:chgData name="Hironari Yamada" userId="e57621f8-ec3c-449e-bb19-001fffcc008e" providerId="ADAL" clId="{BC0BD879-F267-5CCA-8DEA-E3B2DD07DA4E}" dt="2026-05-29T02:18:56.074" v="3973" actId="1076"/>
          <ac:spMkLst>
            <pc:docMk/>
            <pc:sldMk cId="1186077149" sldId="283"/>
            <ac:spMk id="43" creationId="{8BECD393-EAA2-2AFF-73F5-85D7B1EFF9C3}"/>
          </ac:spMkLst>
        </pc:spChg>
        <pc:spChg chg="add mod">
          <ac:chgData name="Hironari Yamada" userId="e57621f8-ec3c-449e-bb19-001fffcc008e" providerId="ADAL" clId="{BC0BD879-F267-5CCA-8DEA-E3B2DD07DA4E}" dt="2026-05-29T06:41:31.361" v="3990" actId="14100"/>
          <ac:spMkLst>
            <pc:docMk/>
            <pc:sldMk cId="1186077149" sldId="283"/>
            <ac:spMk id="44" creationId="{4447CE4D-7288-D3FD-323D-5E2031978955}"/>
          </ac:spMkLst>
        </pc:spChg>
        <pc:spChg chg="add mod">
          <ac:chgData name="Hironari Yamada" userId="e57621f8-ec3c-449e-bb19-001fffcc008e" providerId="ADAL" clId="{BC0BD879-F267-5CCA-8DEA-E3B2DD07DA4E}" dt="2026-05-29T06:49:00.250" v="4622" actId="20577"/>
          <ac:spMkLst>
            <pc:docMk/>
            <pc:sldMk cId="1186077149" sldId="283"/>
            <ac:spMk id="45" creationId="{6119E191-C7C0-9873-5C15-159DB3730F3A}"/>
          </ac:spMkLst>
        </pc:spChg>
        <pc:spChg chg="add mod">
          <ac:chgData name="Hironari Yamada" userId="e57621f8-ec3c-449e-bb19-001fffcc008e" providerId="ADAL" clId="{BC0BD879-F267-5CCA-8DEA-E3B2DD07DA4E}" dt="2026-05-29T06:55:41.643" v="5159" actId="1076"/>
          <ac:spMkLst>
            <pc:docMk/>
            <pc:sldMk cId="1186077149" sldId="283"/>
            <ac:spMk id="46" creationId="{DCECF477-4894-2C85-A374-D0D36EF2E973}"/>
          </ac:spMkLst>
        </pc:spChg>
        <pc:spChg chg="add mod">
          <ac:chgData name="Hironari Yamada" userId="e57621f8-ec3c-449e-bb19-001fffcc008e" providerId="ADAL" clId="{BC0BD879-F267-5CCA-8DEA-E3B2DD07DA4E}" dt="2026-05-29T06:55:45.559" v="5160" actId="1076"/>
          <ac:spMkLst>
            <pc:docMk/>
            <pc:sldMk cId="1186077149" sldId="283"/>
            <ac:spMk id="47" creationId="{F52CE91A-E093-91E5-AE71-33FE11BC696A}"/>
          </ac:spMkLst>
        </pc:spChg>
        <pc:spChg chg="add mod">
          <ac:chgData name="Hironari Yamada" userId="e57621f8-ec3c-449e-bb19-001fffcc008e" providerId="ADAL" clId="{BC0BD879-F267-5CCA-8DEA-E3B2DD07DA4E}" dt="2026-05-29T06:50:13.236" v="4637" actId="14100"/>
          <ac:spMkLst>
            <pc:docMk/>
            <pc:sldMk cId="1186077149" sldId="283"/>
            <ac:spMk id="49" creationId="{240B4C9D-5FEC-F23F-EF64-3C2021476FC4}"/>
          </ac:spMkLst>
        </pc:spChg>
        <pc:spChg chg="add mod">
          <ac:chgData name="Hironari Yamada" userId="e57621f8-ec3c-449e-bb19-001fffcc008e" providerId="ADAL" clId="{BC0BD879-F267-5CCA-8DEA-E3B2DD07DA4E}" dt="2026-05-29T06:50:27.954" v="4666" actId="20577"/>
          <ac:spMkLst>
            <pc:docMk/>
            <pc:sldMk cId="1186077149" sldId="283"/>
            <ac:spMk id="50" creationId="{7C2E0369-4A20-265F-F796-5566E705E40D}"/>
          </ac:spMkLst>
        </pc:spChg>
        <pc:spChg chg="add mod">
          <ac:chgData name="Hironari Yamada" userId="e57621f8-ec3c-449e-bb19-001fffcc008e" providerId="ADAL" clId="{BC0BD879-F267-5CCA-8DEA-E3B2DD07DA4E}" dt="2026-05-29T06:54:49.248" v="5052" actId="692"/>
          <ac:spMkLst>
            <pc:docMk/>
            <pc:sldMk cId="1186077149" sldId="283"/>
            <ac:spMk id="51" creationId="{F4F6BC3A-B380-C884-8256-E967417557FA}"/>
          </ac:spMkLst>
        </pc:spChg>
        <pc:spChg chg="add mod">
          <ac:chgData name="Hironari Yamada" userId="e57621f8-ec3c-449e-bb19-001fffcc008e" providerId="ADAL" clId="{BC0BD879-F267-5CCA-8DEA-E3B2DD07DA4E}" dt="2026-05-29T06:55:32.586" v="5158" actId="1076"/>
          <ac:spMkLst>
            <pc:docMk/>
            <pc:sldMk cId="1186077149" sldId="283"/>
            <ac:spMk id="52" creationId="{E13F294D-4F89-D190-50DA-23E7C89836AA}"/>
          </ac:spMkLst>
        </pc:spChg>
        <pc:spChg chg="add mod">
          <ac:chgData name="Hironari Yamada" userId="e57621f8-ec3c-449e-bb19-001fffcc008e" providerId="ADAL" clId="{BC0BD879-F267-5CCA-8DEA-E3B2DD07DA4E}" dt="2026-05-29T06:54:08.840" v="5016" actId="1076"/>
          <ac:spMkLst>
            <pc:docMk/>
            <pc:sldMk cId="1186077149" sldId="283"/>
            <ac:spMk id="64" creationId="{3406E1E6-E198-DC98-A308-F0EBF1AD1679}"/>
          </ac:spMkLst>
        </pc:spChg>
        <pc:cxnChg chg="mod">
          <ac:chgData name="Hironari Yamada" userId="e57621f8-ec3c-449e-bb19-001fffcc008e" providerId="ADAL" clId="{BC0BD879-F267-5CCA-8DEA-E3B2DD07DA4E}" dt="2026-05-29T06:52:21.771" v="4901" actId="1035"/>
          <ac:cxnSpMkLst>
            <pc:docMk/>
            <pc:sldMk cId="1186077149" sldId="283"/>
            <ac:cxnSpMk id="20" creationId="{0B292D5E-FCE7-1DC1-8650-3DAA0A70841D}"/>
          </ac:cxnSpMkLst>
        </pc:cxnChg>
        <pc:cxnChg chg="mod">
          <ac:chgData name="Hironari Yamada" userId="e57621f8-ec3c-449e-bb19-001fffcc008e" providerId="ADAL" clId="{BC0BD879-F267-5CCA-8DEA-E3B2DD07DA4E}" dt="2026-05-29T06:53:30.725" v="4932" actId="1076"/>
          <ac:cxnSpMkLst>
            <pc:docMk/>
            <pc:sldMk cId="1186077149" sldId="283"/>
            <ac:cxnSpMk id="24" creationId="{838EE6B2-792B-472A-5604-EC6C0D462091}"/>
          </ac:cxnSpMkLst>
        </pc:cxnChg>
        <pc:cxnChg chg="mod">
          <ac:chgData name="Hironari Yamada" userId="e57621f8-ec3c-449e-bb19-001fffcc008e" providerId="ADAL" clId="{BC0BD879-F267-5CCA-8DEA-E3B2DD07DA4E}" dt="2026-05-29T02:17:39.005" v="3957" actId="1076"/>
          <ac:cxnSpMkLst>
            <pc:docMk/>
            <pc:sldMk cId="1186077149" sldId="283"/>
            <ac:cxnSpMk id="26" creationId="{8BD124C4-6642-078C-1A40-392D60EA0F0A}"/>
          </ac:cxnSpMkLst>
        </pc:cxnChg>
        <pc:cxnChg chg="mod">
          <ac:chgData name="Hironari Yamada" userId="e57621f8-ec3c-449e-bb19-001fffcc008e" providerId="ADAL" clId="{BC0BD879-F267-5CCA-8DEA-E3B2DD07DA4E}" dt="2026-05-29T06:53:13.260" v="4925" actId="692"/>
          <ac:cxnSpMkLst>
            <pc:docMk/>
            <pc:sldMk cId="1186077149" sldId="283"/>
            <ac:cxnSpMk id="29" creationId="{EB144684-4EF0-3B2D-6C1F-FF74CF5E60E3}"/>
          </ac:cxnSpMkLst>
        </pc:cxnChg>
        <pc:cxnChg chg="mod">
          <ac:chgData name="Hironari Yamada" userId="e57621f8-ec3c-449e-bb19-001fffcc008e" providerId="ADAL" clId="{BC0BD879-F267-5CCA-8DEA-E3B2DD07DA4E}" dt="2026-05-29T06:52:21.771" v="4901" actId="1035"/>
          <ac:cxnSpMkLst>
            <pc:docMk/>
            <pc:sldMk cId="1186077149" sldId="283"/>
            <ac:cxnSpMk id="30" creationId="{0C0A4385-5F71-A4F9-43C7-997BB6577132}"/>
          </ac:cxnSpMkLst>
        </pc:cxnChg>
        <pc:cxnChg chg="add mod">
          <ac:chgData name="Hironari Yamada" userId="e57621f8-ec3c-449e-bb19-001fffcc008e" providerId="ADAL" clId="{BC0BD879-F267-5CCA-8DEA-E3B2DD07DA4E}" dt="2026-05-29T06:54:42.720" v="5048" actId="692"/>
          <ac:cxnSpMkLst>
            <pc:docMk/>
            <pc:sldMk cId="1186077149" sldId="283"/>
            <ac:cxnSpMk id="54" creationId="{1B9D43D3-9D92-22CA-7119-EA0ED3CF56B4}"/>
          </ac:cxnSpMkLst>
        </pc:cxnChg>
        <pc:cxnChg chg="add mod">
          <ac:chgData name="Hironari Yamada" userId="e57621f8-ec3c-449e-bb19-001fffcc008e" providerId="ADAL" clId="{BC0BD879-F267-5CCA-8DEA-E3B2DD07DA4E}" dt="2026-05-29T06:53:37.625" v="4935" actId="14100"/>
          <ac:cxnSpMkLst>
            <pc:docMk/>
            <pc:sldMk cId="1186077149" sldId="283"/>
            <ac:cxnSpMk id="60" creationId="{95E1B283-3FD4-71BC-2FC3-CCD64272F7C2}"/>
          </ac:cxnSpMkLst>
        </pc:cxnChg>
      </pc:sldChg>
      <pc:sldChg chg="addSp delSp modSp del mod">
        <pc:chgData name="Hironari Yamada" userId="e57621f8-ec3c-449e-bb19-001fffcc008e" providerId="ADAL" clId="{BC0BD879-F267-5CCA-8DEA-E3B2DD07DA4E}" dt="2026-06-01T01:19:28.519" v="5164" actId="2696"/>
        <pc:sldMkLst>
          <pc:docMk/>
          <pc:sldMk cId="1186077149" sldId="284"/>
        </pc:sldMkLst>
        <pc:spChg chg="add mod">
          <ac:chgData name="Hironari Yamada" userId="e57621f8-ec3c-449e-bb19-001fffcc008e" providerId="ADAL" clId="{BC0BD879-F267-5CCA-8DEA-E3B2DD07DA4E}" dt="2026-06-01T01:17:28.256" v="5163" actId="1076"/>
          <ac:spMkLst>
            <pc:docMk/>
            <pc:sldMk cId="1186077149" sldId="284"/>
            <ac:spMk id="10" creationId="{23D6ED44-09C9-EB9D-BAF2-D609502F1BEE}"/>
          </ac:spMkLst>
        </pc:spChg>
        <pc:spChg chg="add mod">
          <ac:chgData name="Hironari Yamada" userId="e57621f8-ec3c-449e-bb19-001fffcc008e" providerId="ADAL" clId="{BC0BD879-F267-5CCA-8DEA-E3B2DD07DA4E}" dt="2026-06-01T01:17:28.256" v="5163" actId="1076"/>
          <ac:spMkLst>
            <pc:docMk/>
            <pc:sldMk cId="1186077149" sldId="284"/>
            <ac:spMk id="11" creationId="{23F3BD10-DA89-FAF3-D2BB-C563261050D1}"/>
          </ac:spMkLst>
        </pc:spChg>
        <pc:picChg chg="del">
          <ac:chgData name="Hironari Yamada" userId="e57621f8-ec3c-449e-bb19-001fffcc008e" providerId="ADAL" clId="{BC0BD879-F267-5CCA-8DEA-E3B2DD07DA4E}" dt="2026-06-01T01:17:13.394" v="5161" actId="478"/>
          <ac:picMkLst>
            <pc:docMk/>
            <pc:sldMk cId="1186077149" sldId="284"/>
            <ac:picMk id="7" creationId="{00000000-0000-0000-0000-000000000000}"/>
          </ac:picMkLst>
        </pc:picChg>
      </pc:sldChg>
      <pc:sldChg chg="modSp mod">
        <pc:chgData name="Hironari Yamada" userId="e57621f8-ec3c-449e-bb19-001fffcc008e" providerId="ADAL" clId="{BC0BD879-F267-5CCA-8DEA-E3B2DD07DA4E}" dt="2026-05-28T14:03:29.087" v="966" actId="404"/>
        <pc:sldMkLst>
          <pc:docMk/>
          <pc:sldMk cId="1186077149" sldId="285"/>
        </pc:sldMkLst>
        <pc:spChg chg="mod">
          <ac:chgData name="Hironari Yamada" userId="e57621f8-ec3c-449e-bb19-001fffcc008e" providerId="ADAL" clId="{BC0BD879-F267-5CCA-8DEA-E3B2DD07DA4E}" dt="2026-05-28T14:03:17.867" v="965" actId="255"/>
          <ac:spMkLst>
            <pc:docMk/>
            <pc:sldMk cId="1186077149" sldId="285"/>
            <ac:spMk id="8" creationId="{34A109B7-DBD6-42D6-A110-49A0E3F6B440}"/>
          </ac:spMkLst>
        </pc:spChg>
        <pc:spChg chg="mod">
          <ac:chgData name="Hironari Yamada" userId="e57621f8-ec3c-449e-bb19-001fffcc008e" providerId="ADAL" clId="{BC0BD879-F267-5CCA-8DEA-E3B2DD07DA4E}" dt="2026-05-28T14:03:17.867" v="965" actId="255"/>
          <ac:spMkLst>
            <pc:docMk/>
            <pc:sldMk cId="1186077149" sldId="285"/>
            <ac:spMk id="11" creationId="{980F72E2-15C7-433F-BFC0-82A91B93214B}"/>
          </ac:spMkLst>
        </pc:spChg>
        <pc:spChg chg="mod">
          <ac:chgData name="Hironari Yamada" userId="e57621f8-ec3c-449e-bb19-001fffcc008e" providerId="ADAL" clId="{BC0BD879-F267-5CCA-8DEA-E3B2DD07DA4E}" dt="2026-05-28T14:03:17.867" v="965" actId="255"/>
          <ac:spMkLst>
            <pc:docMk/>
            <pc:sldMk cId="1186077149" sldId="285"/>
            <ac:spMk id="13" creationId="{F6F09DBB-F4C6-485D-9AEA-D6A82EFDECBE}"/>
          </ac:spMkLst>
        </pc:spChg>
        <pc:spChg chg="mod">
          <ac:chgData name="Hironari Yamada" userId="e57621f8-ec3c-449e-bb19-001fffcc008e" providerId="ADAL" clId="{BC0BD879-F267-5CCA-8DEA-E3B2DD07DA4E}" dt="2026-05-28T14:03:17.867" v="965" actId="255"/>
          <ac:spMkLst>
            <pc:docMk/>
            <pc:sldMk cId="1186077149" sldId="285"/>
            <ac:spMk id="14" creationId="{E8462D23-3359-4C6F-8528-B73BD2038C26}"/>
          </ac:spMkLst>
        </pc:spChg>
        <pc:spChg chg="mod">
          <ac:chgData name="Hironari Yamada" userId="e57621f8-ec3c-449e-bb19-001fffcc008e" providerId="ADAL" clId="{BC0BD879-F267-5CCA-8DEA-E3B2DD07DA4E}" dt="2026-05-28T14:03:17.867" v="965" actId="255"/>
          <ac:spMkLst>
            <pc:docMk/>
            <pc:sldMk cId="1186077149" sldId="285"/>
            <ac:spMk id="16" creationId="{7A026C8B-35E5-43D0-BB8B-2FF15939BE82}"/>
          </ac:spMkLst>
        </pc:spChg>
        <pc:spChg chg="mod">
          <ac:chgData name="Hironari Yamada" userId="e57621f8-ec3c-449e-bb19-001fffcc008e" providerId="ADAL" clId="{BC0BD879-F267-5CCA-8DEA-E3B2DD07DA4E}" dt="2026-05-28T14:03:17.867" v="965" actId="255"/>
          <ac:spMkLst>
            <pc:docMk/>
            <pc:sldMk cId="1186077149" sldId="285"/>
            <ac:spMk id="17" creationId="{6CCC2046-0497-4171-B444-261E39FC0DB3}"/>
          </ac:spMkLst>
        </pc:spChg>
        <pc:spChg chg="mod">
          <ac:chgData name="Hironari Yamada" userId="e57621f8-ec3c-449e-bb19-001fffcc008e" providerId="ADAL" clId="{BC0BD879-F267-5CCA-8DEA-E3B2DD07DA4E}" dt="2026-05-28T14:03:17.867" v="965" actId="255"/>
          <ac:spMkLst>
            <pc:docMk/>
            <pc:sldMk cId="1186077149" sldId="285"/>
            <ac:spMk id="20" creationId="{F4A6B331-D22A-4AC6-8FD3-3ABECB57996A}"/>
          </ac:spMkLst>
        </pc:spChg>
        <pc:spChg chg="mod">
          <ac:chgData name="Hironari Yamada" userId="e57621f8-ec3c-449e-bb19-001fffcc008e" providerId="ADAL" clId="{BC0BD879-F267-5CCA-8DEA-E3B2DD07DA4E}" dt="2026-05-28T14:03:29.087" v="966" actId="404"/>
          <ac:spMkLst>
            <pc:docMk/>
            <pc:sldMk cId="1186077149" sldId="285"/>
            <ac:spMk id="21" creationId="{9D86317A-883C-4A65-8509-C03647C89C8D}"/>
          </ac:spMkLst>
        </pc:spChg>
        <pc:spChg chg="mod">
          <ac:chgData name="Hironari Yamada" userId="e57621f8-ec3c-449e-bb19-001fffcc008e" providerId="ADAL" clId="{BC0BD879-F267-5CCA-8DEA-E3B2DD07DA4E}" dt="2026-05-28T14:03:17.867" v="965" actId="255"/>
          <ac:spMkLst>
            <pc:docMk/>
            <pc:sldMk cId="1186077149" sldId="285"/>
            <ac:spMk id="23" creationId="{60B57A7B-A6FE-4D19-8294-DE94386E5DB9}"/>
          </ac:spMkLst>
        </pc:spChg>
        <pc:spChg chg="mod">
          <ac:chgData name="Hironari Yamada" userId="e57621f8-ec3c-449e-bb19-001fffcc008e" providerId="ADAL" clId="{BC0BD879-F267-5CCA-8DEA-E3B2DD07DA4E}" dt="2026-05-28T14:03:17.867" v="965" actId="255"/>
          <ac:spMkLst>
            <pc:docMk/>
            <pc:sldMk cId="1186077149" sldId="285"/>
            <ac:spMk id="26" creationId="{6DA5036B-07A4-4374-9BE0-4B470B788178}"/>
          </ac:spMkLst>
        </pc:spChg>
        <pc:spChg chg="mod">
          <ac:chgData name="Hironari Yamada" userId="e57621f8-ec3c-449e-bb19-001fffcc008e" providerId="ADAL" clId="{BC0BD879-F267-5CCA-8DEA-E3B2DD07DA4E}" dt="2026-05-28T14:03:17.867" v="965" actId="255"/>
          <ac:spMkLst>
            <pc:docMk/>
            <pc:sldMk cId="1186077149" sldId="285"/>
            <ac:spMk id="27" creationId="{F4050C5D-91E2-4F94-A3C7-E4A2530CBFB7}"/>
          </ac:spMkLst>
        </pc:spChg>
      </pc:sldChg>
      <pc:sldChg chg="addSp delSp modSp add del mod">
        <pc:chgData name="Hironari Yamada" userId="e57621f8-ec3c-449e-bb19-001fffcc008e" providerId="ADAL" clId="{BC0BD879-F267-5CCA-8DEA-E3B2DD07DA4E}" dt="2026-06-01T01:22:05.315" v="5186" actId="692"/>
        <pc:sldMkLst>
          <pc:docMk/>
          <pc:sldMk cId="1186077149" sldId="286"/>
        </pc:sldMkLst>
        <pc:spChg chg="mod">
          <ac:chgData name="Hironari Yamada" userId="e57621f8-ec3c-449e-bb19-001fffcc008e" providerId="ADAL" clId="{BC0BD879-F267-5CCA-8DEA-E3B2DD07DA4E}" dt="2026-06-01T01:21:40.797" v="5183" actId="20577"/>
          <ac:spMkLst>
            <pc:docMk/>
            <pc:sldMk cId="1186077149" sldId="286"/>
            <ac:spMk id="9" creationId="{1D751B8C-448B-45D4-AFB5-E03528F7D9CB}"/>
          </ac:spMkLst>
        </pc:spChg>
        <pc:spChg chg="add mod">
          <ac:chgData name="Hironari Yamada" userId="e57621f8-ec3c-449e-bb19-001fffcc008e" providerId="ADAL" clId="{BC0BD879-F267-5CCA-8DEA-E3B2DD07DA4E}" dt="2026-06-01T01:22:05.315" v="5186" actId="692"/>
          <ac:spMkLst>
            <pc:docMk/>
            <pc:sldMk cId="1186077149" sldId="286"/>
            <ac:spMk id="10" creationId="{69596522-2FDB-4062-DC80-D5703E153434}"/>
          </ac:spMkLst>
        </pc:spChg>
        <pc:spChg chg="add mod">
          <ac:chgData name="Hironari Yamada" userId="e57621f8-ec3c-449e-bb19-001fffcc008e" providerId="ADAL" clId="{BC0BD879-F267-5CCA-8DEA-E3B2DD07DA4E}" dt="2026-06-01T01:21:52.235" v="5185"/>
          <ac:spMkLst>
            <pc:docMk/>
            <pc:sldMk cId="1186077149" sldId="286"/>
            <ac:spMk id="12" creationId="{A8151608-C221-9941-D636-7FA8229836DC}"/>
          </ac:spMkLst>
        </pc:spChg>
        <pc:spChg chg="add mod">
          <ac:chgData name="Hironari Yamada" userId="e57621f8-ec3c-449e-bb19-001fffcc008e" providerId="ADAL" clId="{BC0BD879-F267-5CCA-8DEA-E3B2DD07DA4E}" dt="2026-06-01T01:21:52.235" v="5185"/>
          <ac:spMkLst>
            <pc:docMk/>
            <pc:sldMk cId="1186077149" sldId="286"/>
            <ac:spMk id="13" creationId="{89417808-1D60-B382-31B2-E2324F557E26}"/>
          </ac:spMkLst>
        </pc:spChg>
        <pc:spChg chg="add mod">
          <ac:chgData name="Hironari Yamada" userId="e57621f8-ec3c-449e-bb19-001fffcc008e" providerId="ADAL" clId="{BC0BD879-F267-5CCA-8DEA-E3B2DD07DA4E}" dt="2026-06-01T01:21:52.235" v="5185"/>
          <ac:spMkLst>
            <pc:docMk/>
            <pc:sldMk cId="1186077149" sldId="286"/>
            <ac:spMk id="14" creationId="{6F598850-6F3D-9C9C-DA24-86A69B5667C7}"/>
          </ac:spMkLst>
        </pc:spChg>
        <pc:spChg chg="add mod">
          <ac:chgData name="Hironari Yamada" userId="e57621f8-ec3c-449e-bb19-001fffcc008e" providerId="ADAL" clId="{BC0BD879-F267-5CCA-8DEA-E3B2DD07DA4E}" dt="2026-06-01T01:21:52.235" v="5185"/>
          <ac:spMkLst>
            <pc:docMk/>
            <pc:sldMk cId="1186077149" sldId="286"/>
            <ac:spMk id="16" creationId="{CC9614BF-7167-8242-5BA3-B28414280CB5}"/>
          </ac:spMkLst>
        </pc:spChg>
        <pc:spChg chg="add mod">
          <ac:chgData name="Hironari Yamada" userId="e57621f8-ec3c-449e-bb19-001fffcc008e" providerId="ADAL" clId="{BC0BD879-F267-5CCA-8DEA-E3B2DD07DA4E}" dt="2026-06-01T01:21:52.235" v="5185"/>
          <ac:spMkLst>
            <pc:docMk/>
            <pc:sldMk cId="1186077149" sldId="286"/>
            <ac:spMk id="18" creationId="{FF3BC137-39D2-11CB-46EB-627261969D20}"/>
          </ac:spMkLst>
        </pc:spChg>
        <pc:spChg chg="add mod">
          <ac:chgData name="Hironari Yamada" userId="e57621f8-ec3c-449e-bb19-001fffcc008e" providerId="ADAL" clId="{BC0BD879-F267-5CCA-8DEA-E3B2DD07DA4E}" dt="2026-06-01T01:21:52.235" v="5185"/>
          <ac:spMkLst>
            <pc:docMk/>
            <pc:sldMk cId="1186077149" sldId="286"/>
            <ac:spMk id="19" creationId="{0F9D4403-0C04-91D2-E019-DD458275BA42}"/>
          </ac:spMkLst>
        </pc:spChg>
        <pc:spChg chg="add mod">
          <ac:chgData name="Hironari Yamada" userId="e57621f8-ec3c-449e-bb19-001fffcc008e" providerId="ADAL" clId="{BC0BD879-F267-5CCA-8DEA-E3B2DD07DA4E}" dt="2026-06-01T01:21:52.235" v="5185"/>
          <ac:spMkLst>
            <pc:docMk/>
            <pc:sldMk cId="1186077149" sldId="286"/>
            <ac:spMk id="20" creationId="{C0A79AA7-D53A-E2D9-3F68-B12C942D71FD}"/>
          </ac:spMkLst>
        </pc:spChg>
        <pc:spChg chg="add mod">
          <ac:chgData name="Hironari Yamada" userId="e57621f8-ec3c-449e-bb19-001fffcc008e" providerId="ADAL" clId="{BC0BD879-F267-5CCA-8DEA-E3B2DD07DA4E}" dt="2026-06-01T01:21:52.235" v="5185"/>
          <ac:spMkLst>
            <pc:docMk/>
            <pc:sldMk cId="1186077149" sldId="286"/>
            <ac:spMk id="26" creationId="{122D3B80-F590-DF8B-A8B2-2D0DEDF0B9BF}"/>
          </ac:spMkLst>
        </pc:spChg>
        <pc:spChg chg="add mod">
          <ac:chgData name="Hironari Yamada" userId="e57621f8-ec3c-449e-bb19-001fffcc008e" providerId="ADAL" clId="{BC0BD879-F267-5CCA-8DEA-E3B2DD07DA4E}" dt="2026-06-01T01:21:52.235" v="5185"/>
          <ac:spMkLst>
            <pc:docMk/>
            <pc:sldMk cId="1186077149" sldId="286"/>
            <ac:spMk id="28" creationId="{40DE0E3B-5EBB-BD6F-9182-F77A7491D0D2}"/>
          </ac:spMkLst>
        </pc:spChg>
        <pc:picChg chg="del">
          <ac:chgData name="Hironari Yamada" userId="e57621f8-ec3c-449e-bb19-001fffcc008e" providerId="ADAL" clId="{BC0BD879-F267-5CCA-8DEA-E3B2DD07DA4E}" dt="2026-06-01T01:21:45.265" v="5184" actId="478"/>
          <ac:picMkLst>
            <pc:docMk/>
            <pc:sldMk cId="1186077149" sldId="286"/>
            <ac:picMk id="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スライド1「Web 3層アプリケーション」。本文の粒度は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スライド2「役割で Web アプリを見る」。本文の粒度は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スライド3「第3回から第6回で作るもの」。本文の粒度は HTML に合わせる。</a:t>
            </a:r>
          </a:p>
          <a:p>
            <a:r>
              <a:t>講師メモ: 第3回以降のハンズオンとの接続を強調し、個別サービスの詳細説明に入りすぎない。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スライド5「Web アプリケーションの基本」。本文の粒度は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スライド6「1台ですべて動かす構成」。本文の粒度は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スライド7「モノリシック構成の利点と注意点」。本文の粒度は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スライド8「Web 3層アーキテクチャ」。本文の粒度は HTML に合わせる。</a:t>
            </a:r>
          </a:p>
          <a:p>
            <a:r>
              <a:t>つまずき対策: Web 3層は必ず3台という意味ではなく、入口・業務処理・データ管理という役割分担で説明する。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スライド11「Web 3層のメリットと注意点」。本文の粒度は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スライド12「Web 層の役割」。本文の粒度は HTML に合わせる。</a:t>
            </a:r>
          </a:p>
          <a:p>
            <a:r>
              <a:t>講師メモ: Web 層は入口と静的配信、AP 層はアプリ固有処理という分担を具体例で確認する。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スライド14「Web サーバの代表例」。本文の粒度は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スライド15「第3回で作る Web 層」。本文の粒度は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スライド16「AP 層の役割」。本文の粒度は HTML に合わせる。</a:t>
            </a:r>
          </a:p>
          <a:p>
            <a:r>
              <a:t>講師メモ: Web 層は入口と静的配信、AP 層はアプリ固有処理という分担を具体例で確認する。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スライド17「AP サーバの代表例」。本文の粒度は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スライド19「DB 層の役割」。本文の粒度は HTML に合わせる。</a:t>
            </a:r>
          </a:p>
          <a:p>
            <a:r>
              <a:t>講師メモ: DB 層は単なるファイル置き場ではなく、検索・更新・整合性・同時アクセスを扱うデータ管理場所として説明する。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スライド20「DB サーバの代表例」。本文の粒度は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スライド22「第5回から第6回で作る DB 層」。本文の粒度は HTML に合わせる。</a:t>
            </a:r>
          </a:p>
          <a:p>
            <a:r>
              <a:t>講師メモ: DB 層は単なるファイル置き場ではなく、検索・更新・整合性・同時アクセスを扱うデータ管理場所として説明する。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スライド23「Azure IaaS で構成する Web 3層」。本文の粒度は HTML に合わせる。</a:t>
            </a:r>
          </a:p>
          <a:p>
            <a:r>
              <a:t>講師メモ: VM、コンテナ、Container Apps の違いに話を広げすぎず、Web 3層の見方に戻す。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スライド24「VM 構成で自分が管理する範囲」。本文の粒度は HTML に合わせる。</a:t>
            </a:r>
          </a:p>
          <a:p>
            <a:r>
              <a:t>講師メモ: VM、コンテナ、Container Apps の違いに話を広げすぎず、Web 3層の見方に戻す。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スライド25「第3回のハンズオンとの接続」。本文の粒度は HTML に合わせる。</a:t>
            </a:r>
          </a:p>
          <a:p>
            <a:r>
              <a:t>講師メモ: 第3回以降のハンズオンとの接続を強調し、個別サービスの詳細説明に入りすぎない。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スライド26「Container Apps で構成する Web 3層」。本文の粒度は HTML に合わせる。</a:t>
            </a:r>
          </a:p>
          <a:p>
            <a:r>
              <a:t>講師メモ: VM、コンテナ、Container Apps の違いに話を広げすぎず、Web 3層の見方に戻す。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HTML一次情報</a:t>
            </a:r>
            <a:r>
              <a:rPr dirty="0"/>
              <a:t>: スライド28「SPA </a:t>
            </a:r>
            <a:r>
              <a:rPr dirty="0" err="1"/>
              <a:t>という別の見方</a:t>
            </a:r>
            <a:r>
              <a:rPr dirty="0"/>
              <a:t>」。</a:t>
            </a:r>
            <a:r>
              <a:rPr dirty="0" err="1"/>
              <a:t>本文の粒度は</a:t>
            </a:r>
            <a:r>
              <a:rPr dirty="0"/>
              <a:t> HTML </a:t>
            </a:r>
            <a:r>
              <a:rPr dirty="0" err="1"/>
              <a:t>に合わせる</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スライド30「RDBMS と NoSQL」。本文の粒度は HTML に合わせる。</a:t>
            </a:r>
          </a:p>
          <a:p>
            <a:r>
              <a:t>講師メモ: DB 層は単なるファイル置き場ではなく、検索・更新・整合性・同時アクセスを扱うデータ管理場所として説明する。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スライド31「今日のまとめ」。本文の粒度は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スライド32「自分の言葉で説明する」。本文の粒度は HTML に合わせる。</a:t>
            </a:r>
          </a:p>
          <a:p>
            <a:r>
              <a:t>確認クイズ: 正解を示すだけでなく、受講者が自分の言葉で理由を説明できるか確認する。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標準スライドマスター">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4907625"/>
          </a:xfrm>
        </p:spPr>
        <p:txBody>
          <a:bodyPr>
            <a:normAutofit/>
          </a:bodyPr>
          <a:lstStyle>
            <a:lvl1pPr>
              <a:buNone/>
              <a:defRPr sz="1600">
                <a:latin typeface="Yu Gothic UI"/>
                <a:ea typeface="Yu Gothic UI"/>
                <a:cs typeface="Yu Gothic UI"/>
              </a:defRPr>
            </a:lvl1pPr>
            <a:lvl2pPr>
              <a:buNone/>
              <a:defRPr sz="1600">
                <a:latin typeface="Yu Gothic UI"/>
                <a:ea typeface="Yu Gothic UI"/>
                <a:cs typeface="Yu Gothic UI"/>
              </a:defRPr>
            </a:lvl2pPr>
            <a:lvl3pPr>
              <a:buNone/>
              <a:defRPr sz="1600">
                <a:latin typeface="Yu Gothic UI"/>
                <a:ea typeface="Yu Gothic UI"/>
                <a:cs typeface="Yu Gothic UI"/>
              </a:defRPr>
            </a:lvl3pPr>
            <a:lvl4pPr>
              <a:buNone/>
              <a:defRPr sz="1600">
                <a:latin typeface="Yu Gothic UI"/>
                <a:ea typeface="Yu Gothic UI"/>
                <a:cs typeface="Yu Gothic UI"/>
              </a:defRPr>
            </a:lvl4pPr>
            <a:lvl5pPr>
              <a:buNone/>
              <a:defRPr sz="16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スライド表紙">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AA04A7EC-51A4-2CCD-C19C-6471CA721861}"/>
              </a:ext>
            </a:extLst>
          </p:cNvPr>
          <p:cNvSpPr>
            <a:spLocks noGrp="1"/>
          </p:cNvSpPr>
          <p:nvPr>
            <p:ph type="ctrTitle"/>
          </p:nvPr>
        </p:nvSpPr>
        <p:spPr>
          <a:xfrm>
            <a:off x="1524000" y="1122363"/>
            <a:ext cx="9144000" cy="2387600"/>
          </a:xfrm>
        </p:spPr>
        <p:txBody>
          <a:bodyPr anchor="b">
            <a:normAutofit/>
          </a:bodyPr>
          <a:lstStyle>
            <a:lvl1pPr algn="ctr">
              <a:buNone/>
              <a:defRPr sz="4000"/>
            </a:lvl1pPr>
          </a:lstStyle>
          <a:p>
            <a:endParaRPr/>
          </a:p>
        </p:txBody>
      </p:sp>
      <p:sp>
        <p:nvSpPr>
          <p:cNvPr id="4" name="字幕 2">
            <a:extLst>
              <a:ext uri="{FF2B5EF4-FFF2-40B4-BE49-F238E27FC236}">
                <a16:creationId xmlns:a16="http://schemas.microsoft.com/office/drawing/2014/main" id="{6FAFA8D3-BD7F-63F6-E03A-E4C1097B0C91}"/>
              </a:ext>
            </a:extLst>
          </p:cNvPr>
          <p:cNvSpPr>
            <a:spLocks noGrp="1"/>
          </p:cNvSpPr>
          <p:nvPr>
            <p:ph type="subTitle" idx="1"/>
          </p:nvPr>
        </p:nvSpPr>
        <p:spPr>
          <a:xfrm>
            <a:off x="1524000" y="3602038"/>
            <a:ext cx="9144000" cy="863362"/>
          </a:xfrm>
        </p:spPr>
        <p:txBody>
          <a:bodyPr/>
          <a:lstStyle>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9" name="テキスト プレースホルダー 8">
            <a:extLst>
              <a:ext uri="{FF2B5EF4-FFF2-40B4-BE49-F238E27FC236}">
                <a16:creationId xmlns:a16="http://schemas.microsoft.com/office/drawing/2014/main" id="{CFB302AD-8C05-763D-CA33-038DD291D42B}"/>
              </a:ext>
            </a:extLst>
          </p:cNvPr>
          <p:cNvSpPr>
            <a:spLocks noGrp="1"/>
          </p:cNvSpPr>
          <p:nvPr>
            <p:ph type="body" idx="10"/>
          </p:nvPr>
        </p:nvSpPr>
        <p:spPr>
          <a:xfrm>
            <a:off x="577356" y="5155452"/>
            <a:ext cx="5184775" cy="1221390"/>
          </a:xfrm>
        </p:spPr>
        <p:txBody>
          <a:bodyPr/>
          <a:lstStyle>
            <a:lvl1pPr>
              <a:spcBef>
                <a:spcPts val="400"/>
              </a:spcBef>
              <a:buNone/>
              <a:defRPr sz="2400"/>
            </a:lvl1pPr>
          </a:lstStyle>
          <a:p>
            <a:endParaRPr/>
          </a:p>
        </p:txBody>
      </p:sp>
      <p:sp>
        <p:nvSpPr>
          <p:cNvPr id="12" name="テキスト プレースホルダー 11">
            <a:extLst>
              <a:ext uri="{FF2B5EF4-FFF2-40B4-BE49-F238E27FC236}">
                <a16:creationId xmlns:a16="http://schemas.microsoft.com/office/drawing/2014/main" id="{C5F34568-844A-6D62-99C6-A28EF2F3CC14}"/>
              </a:ext>
            </a:extLst>
          </p:cNvPr>
          <p:cNvSpPr>
            <a:spLocks noGrp="1"/>
          </p:cNvSpPr>
          <p:nvPr>
            <p:ph type="body" idx="11"/>
          </p:nvPr>
        </p:nvSpPr>
        <p:spPr>
          <a:xfrm>
            <a:off x="9282113" y="5919642"/>
            <a:ext cx="2572430" cy="457200"/>
          </a:xfrm>
        </p:spPr>
        <p:txBody>
          <a:bodyPr>
            <a:noAutofit/>
          </a:bodyPr>
          <a:lstStyle>
            <a:lvl1pPr algn="r">
              <a:buNone/>
              <a:defRPr sz="2400"/>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1173825"/>
          </a:xfrm>
        </p:spPr>
        <p:txBody>
          <a:bodyPr>
            <a:noAutofit/>
          </a:bodyPr>
          <a:lstStyle>
            <a:lvl1pPr marL="9525" indent="-9525">
              <a:buNone/>
              <a:defRPr sz="1800">
                <a:latin typeface="Yu Gothic UI"/>
                <a:ea typeface="Yu Gothic UI"/>
                <a:cs typeface="Yu Gothic UI"/>
              </a:defRPr>
            </a:lvl1pPr>
            <a:lvl2pPr marL="449263" indent="0">
              <a:buNone/>
              <a:defRPr sz="1800">
                <a:latin typeface="Yu Gothic UI"/>
                <a:ea typeface="Yu Gothic UI"/>
                <a:cs typeface="Yu Gothic UI"/>
              </a:defRPr>
            </a:lvl2pPr>
            <a:lvl3pPr marL="890588" indent="0">
              <a:buNone/>
              <a:defRPr sz="1800">
                <a:latin typeface="Yu Gothic UI"/>
                <a:ea typeface="Yu Gothic UI"/>
                <a:cs typeface="Yu Gothic UI"/>
              </a:defRPr>
            </a:lvl3pPr>
            <a:lvl4pPr marL="1341438" indent="0">
              <a:buNone/>
              <a:defRPr sz="1800">
                <a:latin typeface="Yu Gothic UI"/>
                <a:ea typeface="Yu Gothic UI"/>
                <a:cs typeface="Yu Gothic UI"/>
              </a:defRPr>
            </a:lvl4pPr>
            <a:lvl5pPr marL="1822450" indent="0">
              <a:buNone/>
              <a:defRPr sz="18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エンドクレジット">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セクションタイトル">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D02FB24-493B-4123-A0B6-09180120D3D5}"/>
              </a:ext>
            </a:extLst>
          </p:cNvPr>
          <p:cNvSpPr>
            <a:spLocks noGrp="1"/>
          </p:cNvSpPr>
          <p:nvPr>
            <p:ph type="dt" idx="10"/>
          </p:nvPr>
        </p:nvSpPr>
        <p:spPr/>
        <p:txBody>
          <a:bodyPr/>
          <a:lstStyle/>
          <a:p>
            <a:endParaRPr/>
          </a:p>
        </p:txBody>
      </p:sp>
      <p:sp>
        <p:nvSpPr>
          <p:cNvPr id="3" name="フッター プレースホルダー 2">
            <a:extLst>
              <a:ext uri="{FF2B5EF4-FFF2-40B4-BE49-F238E27FC236}">
                <a16:creationId xmlns:a16="http://schemas.microsoft.com/office/drawing/2014/main" id="{8890D093-FE2F-4604-946C-D15AB7EBF10A}"/>
              </a:ext>
            </a:extLst>
          </p:cNvPr>
          <p:cNvSpPr>
            <a:spLocks noGrp="1"/>
          </p:cNvSpPr>
          <p:nvPr>
            <p:ph type="ftr" idx="11"/>
          </p:nvPr>
        </p:nvSpPr>
        <p:spPr/>
        <p:txBody>
          <a:bodyPr/>
          <a:lstStyle/>
          <a:p>
            <a:endParaRPr/>
          </a:p>
        </p:txBody>
      </p:sp>
      <p:sp>
        <p:nvSpPr>
          <p:cNvPr id="4" name="スライド番号プレースホルダー 3">
            <a:extLst>
              <a:ext uri="{FF2B5EF4-FFF2-40B4-BE49-F238E27FC236}">
                <a16:creationId xmlns:a16="http://schemas.microsoft.com/office/drawing/2014/main" id="{9D7F2009-FCEB-48FE-8C7A-B8C659F513DD}"/>
              </a:ext>
            </a:extLst>
          </p:cNvPr>
          <p:cNvSpPr>
            <a:spLocks noGrp="1"/>
          </p:cNvSpPr>
          <p:nvPr>
            <p:ph type="sldNum" idx="12"/>
          </p:nvPr>
        </p:nvSpPr>
        <p:spPr/>
        <p:txBody>
          <a:bodyPr/>
          <a:lstStyle/>
          <a:p>
            <a:endParaRPr/>
          </a:p>
        </p:txBody>
      </p:sp>
      <p:sp>
        <p:nvSpPr>
          <p:cNvPr id="7" name="テキスト プレースホルダー 6">
            <a:extLst>
              <a:ext uri="{FF2B5EF4-FFF2-40B4-BE49-F238E27FC236}">
                <a16:creationId xmlns:a16="http://schemas.microsoft.com/office/drawing/2014/main" id="{C8DCFE20-2760-245C-6805-9307FDD861B2}"/>
              </a:ext>
            </a:extLst>
          </p:cNvPr>
          <p:cNvSpPr>
            <a:spLocks noGrp="1"/>
          </p:cNvSpPr>
          <p:nvPr>
            <p:ph type="body" idx="13"/>
          </p:nvPr>
        </p:nvSpPr>
        <p:spPr>
          <a:xfrm>
            <a:off x="838200" y="2716213"/>
            <a:ext cx="10374313" cy="2262187"/>
          </a:xfrm>
        </p:spPr>
        <p:txBody>
          <a:bodyPr/>
          <a:lstStyle>
            <a:lvl1pPr>
              <a:buNone/>
              <a:defRPr sz="36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リード文な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B48D7FF-B78B-44FF-983F-50666A1D5F7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endParaRPr/>
          </a:p>
        </p:txBody>
      </p:sp>
      <p:sp>
        <p:nvSpPr>
          <p:cNvPr id="3" name="テキスト プレースホルダー 2">
            <a:extLst>
              <a:ext uri="{FF2B5EF4-FFF2-40B4-BE49-F238E27FC236}">
                <a16:creationId xmlns:a16="http://schemas.microsoft.com/office/drawing/2014/main" id="{E698EC68-E480-458A-B36D-265A18218A8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endParaRPr/>
          </a:p>
        </p:txBody>
      </p:sp>
      <p:sp>
        <p:nvSpPr>
          <p:cNvPr id="4" name="日付プレースホルダー 3">
            <a:extLst>
              <a:ext uri="{FF2B5EF4-FFF2-40B4-BE49-F238E27FC236}">
                <a16:creationId xmlns:a16="http://schemas.microsoft.com/office/drawing/2014/main" id="{F91653D7-C620-4352-A865-1F041D89FB0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フッター プレースホルダー 4">
            <a:extLst>
              <a:ext uri="{FF2B5EF4-FFF2-40B4-BE49-F238E27FC236}">
                <a16:creationId xmlns:a16="http://schemas.microsoft.com/office/drawing/2014/main" id="{56603EA2-4A43-4B89-B70F-998BB42EEB64}"/>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スライド番号プレースホルダー 5">
            <a:extLst>
              <a:ext uri="{FF2B5EF4-FFF2-40B4-BE49-F238E27FC236}">
                <a16:creationId xmlns:a16="http://schemas.microsoft.com/office/drawing/2014/main" id="{D9C29C83-EA4C-4F10-BAC0-CA53A8B36BC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Yu Gothic UI"/>
          <a:ea typeface="Yu Gothic UI"/>
          <a:cs typeface="Yu Gothic UI"/>
        </a:defRPr>
      </a:lvl1pPr>
    </p:titleStyle>
    <p:body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7.png"/><Relationship Id="rId7" Type="http://schemas.openxmlformats.org/officeDocument/2006/relationships/image" Target="../media/image10.sv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1.svg"/><Relationship Id="rId9" Type="http://schemas.openxmlformats.org/officeDocument/2006/relationships/image" Target="../media/image12.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hyperlink" Target="https://github.com/Liminghao0922/todomanagement"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hyperlink" Target="https://learn.microsoft.com/ja-jp/azure/architecture/example-scenario/infrastructure/multi-tier-app-disaster-recovery"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3B5D9F8-7E50-447B-A7E7-7447643F1E8B}"/>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2A1F2C2E-9DD4-48CB-AF19-04CD27EE643E}"/>
              </a:ext>
            </a:extLst>
          </p:cNvPr>
          <p:cNvSpPr>
            <a:spLocks noGrp="1"/>
          </p:cNvSpPr>
          <p:nvPr/>
        </p:nvSpPr>
        <p:spPr>
          <a:xfrm>
            <a:off x="0" y="0"/>
            <a:ext cx="4572000" cy="6858000"/>
          </a:xfrm>
          <a:prstGeom prst="rect">
            <a:avLst/>
          </a:prstGeom>
          <a:solidFill>
            <a:srgbClr val="EAF1FB"/>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04D6ACAB-24EE-4AF5-A2A1-25BFE13A25A6}"/>
              </a:ext>
            </a:extLst>
          </p:cNvPr>
          <p:cNvSpPr>
            <a:spLocks noGrp="1"/>
          </p:cNvSpPr>
          <p:nvPr/>
        </p:nvSpPr>
        <p:spPr>
          <a:xfrm>
            <a:off x="0" y="0"/>
            <a:ext cx="171450" cy="6858000"/>
          </a:xfrm>
          <a:prstGeom prst="rect">
            <a:avLst/>
          </a:prstGeom>
          <a:solidFill>
            <a:srgbClr val="4472C4"/>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4504188A-9971-44E5-BA1D-B790DF802CCB}"/>
              </a:ext>
            </a:extLst>
          </p:cNvPr>
          <p:cNvSpPr>
            <a:spLocks noGrp="1"/>
          </p:cNvSpPr>
          <p:nvPr/>
        </p:nvSpPr>
        <p:spPr>
          <a:xfrm>
            <a:off x="742950" y="819150"/>
            <a:ext cx="3429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Azure Workshop</a:t>
            </a:r>
          </a:p>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for Beginners</a:t>
            </a:r>
          </a:p>
        </p:txBody>
      </p:sp>
      <p:sp>
        <p:nvSpPr>
          <p:cNvPr id="5" name="正方形/長方形 4">
            <a:extLst>
              <a:ext uri="{FF2B5EF4-FFF2-40B4-BE49-F238E27FC236}">
                <a16:creationId xmlns:a16="http://schemas.microsoft.com/office/drawing/2014/main" id="{3696C8A9-43F9-436E-A55F-B0F4F92D5D51}"/>
              </a:ext>
            </a:extLst>
          </p:cNvPr>
          <p:cNvSpPr>
            <a:spLocks noGrp="1"/>
          </p:cNvSpPr>
          <p:nvPr/>
        </p:nvSpPr>
        <p:spPr>
          <a:xfrm>
            <a:off x="5334000" y="1390650"/>
            <a:ext cx="561975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1F2937"/>
                </a:solidFill>
                <a:latin typeface="Meiryo UI"/>
                <a:ea typeface="Meiryo UI"/>
                <a:cs typeface="Meiryo UI"/>
              </a:defRPr>
            </a:pPr>
            <a:r>
              <a:rPr sz="2850" b="1">
                <a:solidFill>
                  <a:srgbClr val="1F2937"/>
                </a:solidFill>
                <a:latin typeface="Meiryo UI"/>
                <a:ea typeface="Meiryo UI"/>
                <a:cs typeface="Meiryo UI"/>
              </a:rPr>
              <a:t>Web 3層アプリケーション</a:t>
            </a:r>
          </a:p>
        </p:txBody>
      </p:sp>
      <p:sp>
        <p:nvSpPr>
          <p:cNvPr id="6" name="正方形/長方形 5">
            <a:extLst>
              <a:ext uri="{FF2B5EF4-FFF2-40B4-BE49-F238E27FC236}">
                <a16:creationId xmlns:a16="http://schemas.microsoft.com/office/drawing/2014/main" id="{72D844B2-4521-45BE-B18A-154691DF2B10}"/>
              </a:ext>
            </a:extLst>
          </p:cNvPr>
          <p:cNvSpPr>
            <a:spLocks noGrp="1"/>
          </p:cNvSpPr>
          <p:nvPr/>
        </p:nvSpPr>
        <p:spPr>
          <a:xfrm>
            <a:off x="5353050" y="2362200"/>
            <a:ext cx="5486400" cy="1066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344054"/>
                </a:solidFill>
                <a:latin typeface="Yu Gothic UI"/>
                <a:ea typeface="Yu Gothic UI"/>
                <a:cs typeface="Yu Gothic UI"/>
              </a:defRPr>
            </a:pPr>
            <a:r>
              <a:rPr sz="1275" b="0">
                <a:solidFill>
                  <a:srgbClr val="344054"/>
                </a:solidFill>
                <a:latin typeface="Yu Gothic UI"/>
                <a:ea typeface="Yu Gothic UI"/>
                <a:cs typeface="Yu Gothic UI"/>
              </a:rPr>
              <a:t>この回では、第3回以降の Azure ハンズオンで登場する VM、コンテナ、DB などを「Web 3層のどの役割か」という共通の見方で整理します。</a:t>
            </a:r>
          </a:p>
        </p:txBody>
      </p:sp>
      <p:sp>
        <p:nvSpPr>
          <p:cNvPr id="7" name="正方形/長方形 6">
            <a:extLst>
              <a:ext uri="{FF2B5EF4-FFF2-40B4-BE49-F238E27FC236}">
                <a16:creationId xmlns:a16="http://schemas.microsoft.com/office/drawing/2014/main" id="{F7F50C1B-EDAB-48ED-B9B7-A12696548BD8}"/>
              </a:ext>
            </a:extLst>
          </p:cNvPr>
          <p:cNvSpPr>
            <a:spLocks noGrp="1"/>
          </p:cNvSpPr>
          <p:nvPr/>
        </p:nvSpPr>
        <p:spPr>
          <a:xfrm>
            <a:off x="5353050" y="3790950"/>
            <a:ext cx="1314450" cy="285750"/>
          </a:xfrm>
          <a:prstGeom prst="rect">
            <a:avLst/>
          </a:prstGeom>
          <a:solidFill>
            <a:srgbClr val="4472C4"/>
          </a:solidFill>
          <a:ln w="0">
            <a:solidFill>
              <a:srgbClr val="4472C4"/>
            </a:solidFill>
            <a:prstDash val="solid"/>
          </a:ln>
        </p:spPr>
        <p:txBody>
          <a:bodyPr lIns="95250" tIns="38100" rIns="95250" bIns="38100" anchor="ctr"/>
          <a:lstStyle/>
          <a:p>
            <a:pPr algn="ctr">
              <a:defRPr sz="825" b="1">
                <a:solidFill>
                  <a:srgbClr val="FFFFFF"/>
                </a:solidFill>
                <a:latin typeface="Yu Gothic UI"/>
                <a:ea typeface="Yu Gothic UI"/>
                <a:cs typeface="Yu Gothic UI"/>
              </a:defRPr>
            </a:pPr>
            <a:r>
              <a:rPr sz="825" b="1">
                <a:solidFill>
                  <a:srgbClr val="FFFFFF"/>
                </a:solidFill>
                <a:latin typeface="Yu Gothic UI"/>
                <a:ea typeface="Yu Gothic UI"/>
                <a:cs typeface="Yu Gothic UI"/>
              </a:rPr>
              <a:t>オンライン座学</a:t>
            </a:r>
          </a:p>
        </p:txBody>
      </p:sp>
      <p:sp>
        <p:nvSpPr>
          <p:cNvPr id="8" name="正方形/長方形 7">
            <a:extLst>
              <a:ext uri="{FF2B5EF4-FFF2-40B4-BE49-F238E27FC236}">
                <a16:creationId xmlns:a16="http://schemas.microsoft.com/office/drawing/2014/main" id="{C99C5641-A597-4E51-B5BA-B618B812D062}"/>
              </a:ext>
            </a:extLst>
          </p:cNvPr>
          <p:cNvSpPr>
            <a:spLocks noGrp="1"/>
          </p:cNvSpPr>
          <p:nvPr/>
        </p:nvSpPr>
        <p:spPr>
          <a:xfrm>
            <a:off x="6800850" y="3790950"/>
            <a:ext cx="2095500" cy="285750"/>
          </a:xfrm>
          <a:prstGeom prst="rect">
            <a:avLst/>
          </a:prstGeom>
          <a:solidFill>
            <a:srgbClr val="70AD47"/>
          </a:solidFill>
          <a:ln w="0">
            <a:solidFill>
              <a:srgbClr val="70AD47"/>
            </a:solidFill>
            <a:prstDash val="solid"/>
          </a:ln>
        </p:spPr>
        <p:txBody>
          <a:bodyPr lIns="95250" tIns="38100" rIns="95250" bIns="38100" anchor="ctr"/>
          <a:lstStyle/>
          <a:p>
            <a:pPr algn="ctr">
              <a:defRPr sz="825" b="1">
                <a:solidFill>
                  <a:srgbClr val="FFFFFF"/>
                </a:solidFill>
                <a:latin typeface="Yu Gothic UI"/>
                <a:ea typeface="Yu Gothic UI"/>
                <a:cs typeface="Yu Gothic UI"/>
              </a:defRPr>
            </a:pPr>
            <a:r>
              <a:rPr sz="825" b="1">
                <a:solidFill>
                  <a:srgbClr val="FFFFFF"/>
                </a:solidFill>
                <a:latin typeface="Yu Gothic UI"/>
                <a:ea typeface="Yu Gothic UI"/>
                <a:cs typeface="Yu Gothic UI"/>
              </a:rPr>
              <a:t>50分レクチャー + 10分 QA</a:t>
            </a:r>
          </a:p>
        </p:txBody>
      </p:sp>
      <p:sp>
        <p:nvSpPr>
          <p:cNvPr id="9" name="正方形/長方形 8">
            <a:extLst>
              <a:ext uri="{FF2B5EF4-FFF2-40B4-BE49-F238E27FC236}">
                <a16:creationId xmlns:a16="http://schemas.microsoft.com/office/drawing/2014/main" id="{6FF397E1-9C03-4152-9C12-F5A0B1141CA5}"/>
              </a:ext>
            </a:extLst>
          </p:cNvPr>
          <p:cNvSpPr>
            <a:spLocks noGrp="1"/>
          </p:cNvSpPr>
          <p:nvPr/>
        </p:nvSpPr>
        <p:spPr>
          <a:xfrm>
            <a:off x="9029700" y="3790950"/>
            <a:ext cx="1447800" cy="285750"/>
          </a:xfrm>
          <a:prstGeom prst="rect">
            <a:avLst/>
          </a:prstGeom>
          <a:solidFill>
            <a:srgbClr val="ED7D31"/>
          </a:solidFill>
          <a:ln w="0">
            <a:solidFill>
              <a:srgbClr val="ED7D31"/>
            </a:solidFill>
            <a:prstDash val="solid"/>
          </a:ln>
        </p:spPr>
        <p:txBody>
          <a:bodyPr lIns="95250" tIns="38100" rIns="95250" bIns="38100" anchor="ctr"/>
          <a:lstStyle/>
          <a:p>
            <a:pPr algn="ctr">
              <a:defRPr sz="825" b="1">
                <a:solidFill>
                  <a:srgbClr val="FFFFFF"/>
                </a:solidFill>
                <a:latin typeface="Yu Gothic UI"/>
                <a:ea typeface="Yu Gothic UI"/>
                <a:cs typeface="Yu Gothic UI"/>
              </a:defRPr>
            </a:pPr>
            <a:r>
              <a:rPr sz="825" b="1">
                <a:solidFill>
                  <a:srgbClr val="FFFFFF"/>
                </a:solidFill>
                <a:latin typeface="Yu Gothic UI"/>
                <a:ea typeface="Yu Gothic UI"/>
                <a:cs typeface="Yu Gothic UI"/>
              </a:rPr>
              <a:t>2026年6月25日</a:t>
            </a:r>
          </a:p>
        </p:txBody>
      </p:sp>
      <p:sp>
        <p:nvSpPr>
          <p:cNvPr id="10" name="正方形/長方形 9">
            <a:extLst>
              <a:ext uri="{FF2B5EF4-FFF2-40B4-BE49-F238E27FC236}">
                <a16:creationId xmlns:a16="http://schemas.microsoft.com/office/drawing/2014/main" id="{3C4B7C54-1C7A-4240-BF41-8A4BBF09A04A}"/>
              </a:ext>
            </a:extLst>
          </p:cNvPr>
          <p:cNvSpPr>
            <a:spLocks noGrp="1"/>
          </p:cNvSpPr>
          <p:nvPr/>
        </p:nvSpPr>
        <p:spPr>
          <a:xfrm>
            <a:off x="742950" y="5334000"/>
            <a:ext cx="1143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244A8F"/>
                </a:solidFill>
                <a:latin typeface="Yu Gothic UI"/>
                <a:ea typeface="Yu Gothic UI"/>
                <a:cs typeface="Yu Gothic UI"/>
              </a:defRPr>
            </a:pPr>
            <a:r>
              <a:rPr sz="1425" b="1">
                <a:solidFill>
                  <a:srgbClr val="244A8F"/>
                </a:solidFill>
                <a:latin typeface="Yu Gothic UI"/>
                <a:ea typeface="Yu Gothic UI"/>
                <a:cs typeface="Yu Gothic UI"/>
              </a:rPr>
              <a:t>第2回</a:t>
            </a:r>
          </a:p>
        </p:txBody>
      </p:sp>
      <p:sp>
        <p:nvSpPr>
          <p:cNvPr id="11" name="正方形/長方形 10">
            <a:extLst>
              <a:ext uri="{FF2B5EF4-FFF2-40B4-BE49-F238E27FC236}">
                <a16:creationId xmlns:a16="http://schemas.microsoft.com/office/drawing/2014/main" id="{2FA1ABE3-B242-43DF-8629-35F4A738C022}"/>
              </a:ext>
            </a:extLst>
          </p:cNvPr>
          <p:cNvSpPr>
            <a:spLocks noGrp="1"/>
          </p:cNvSpPr>
          <p:nvPr/>
        </p:nvSpPr>
        <p:spPr>
          <a:xfrm>
            <a:off x="742950" y="5695950"/>
            <a:ext cx="32385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0">
                <a:solidFill>
                  <a:srgbClr val="344054"/>
                </a:solidFill>
                <a:latin typeface="Yu Gothic UI"/>
                <a:ea typeface="Yu Gothic UI"/>
                <a:cs typeface="Yu Gothic UI"/>
              </a:defRPr>
            </a:pPr>
            <a:r>
              <a:rPr sz="1013" b="0">
                <a:solidFill>
                  <a:srgbClr val="344054"/>
                </a:solidFill>
                <a:latin typeface="Yu Gothic UI"/>
                <a:ea typeface="Yu Gothic UI"/>
                <a:cs typeface="Yu Gothic UI"/>
              </a:rPr>
              <a:t>Web / AP / DB の役割から、以降の Azure ハンズオンを見通します。</a:t>
            </a:r>
          </a:p>
        </p:txBody>
      </p:sp>
    </p:spTree>
    <p:extLst>
      <p:ext uri="{BB962C8B-B14F-4D97-AF65-F5344CB8AC3E}">
        <p14:creationId xmlns:p14="http://schemas.microsoft.com/office/powerpoint/2010/main" val="188169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05BFE6C4-C646-485C-AE29-4854F5CCD563}"/>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役割で Web アプリを見る</a:t>
            </a:r>
          </a:p>
        </p:txBody>
      </p:sp>
      <p:sp>
        <p:nvSpPr>
          <p:cNvPr id="2" name="正方形/長方形 1">
            <a:extLst>
              <a:ext uri="{FF2B5EF4-FFF2-40B4-BE49-F238E27FC236}">
                <a16:creationId xmlns:a16="http://schemas.microsoft.com/office/drawing/2014/main" id="{0A2F4FAF-9116-49C2-87BF-05567F4750F1}"/>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F2365230-B699-40AF-88C6-A92CF9565E5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74FB75F-03B4-4C9E-8785-D907DFF9DA28}"/>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今日は個別サービス名を暗記するより、Web/AP/DB の責務、処理の流れ、以降の演習で作る範囲を説明できる状態を目指します。</a:t>
            </a:r>
          </a:p>
        </p:txBody>
      </p:sp>
      <p:sp>
        <p:nvSpPr>
          <p:cNvPr id="6" name="正方形/長方形 5">
            <a:extLst>
              <a:ext uri="{FF2B5EF4-FFF2-40B4-BE49-F238E27FC236}">
                <a16:creationId xmlns:a16="http://schemas.microsoft.com/office/drawing/2014/main" id="{971090C7-ADBB-4084-87ED-A06F342E8D23}"/>
              </a:ext>
            </a:extLst>
          </p:cNvPr>
          <p:cNvSpPr>
            <a:spLocks noGrp="1"/>
          </p:cNvSpPr>
          <p:nvPr/>
        </p:nvSpPr>
        <p:spPr>
          <a:xfrm>
            <a:off x="895350" y="21145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EDB7659C-F336-45D1-84E0-3AACDDFFD28A}"/>
              </a:ext>
            </a:extLst>
          </p:cNvPr>
          <p:cNvSpPr>
            <a:spLocks noGrp="1"/>
          </p:cNvSpPr>
          <p:nvPr/>
        </p:nvSpPr>
        <p:spPr>
          <a:xfrm>
            <a:off x="895350" y="2114550"/>
            <a:ext cx="76200" cy="1295400"/>
          </a:xfrm>
          <a:prstGeom prst="rect">
            <a:avLst/>
          </a:prstGeom>
          <a:solidFill>
            <a:srgbClr val="0F766E"/>
          </a:solidFill>
          <a:ln w="0">
            <a:solidFill>
              <a:srgbClr val="0F766E"/>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F0DF8734-02F4-4C42-8063-32D046D13CA6}"/>
              </a:ext>
            </a:extLst>
          </p:cNvPr>
          <p:cNvSpPr>
            <a:spLocks noGrp="1"/>
          </p:cNvSpPr>
          <p:nvPr/>
        </p:nvSpPr>
        <p:spPr>
          <a:xfrm>
            <a:off x="1123950" y="2286000"/>
            <a:ext cx="4533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0F766E"/>
                </a:solidFill>
                <a:latin typeface="Yu Gothic UI"/>
                <a:ea typeface="Yu Gothic UI"/>
                <a:cs typeface="Yu Gothic UI"/>
              </a:defRPr>
            </a:pPr>
            <a:r>
              <a:rPr sz="750" b="1">
                <a:solidFill>
                  <a:srgbClr val="0F766E"/>
                </a:solidFill>
                <a:latin typeface="Yu Gothic UI"/>
                <a:ea typeface="Yu Gothic UI"/>
                <a:cs typeface="Yu Gothic UI"/>
              </a:rPr>
              <a:t>Goal 1</a:t>
            </a:r>
          </a:p>
        </p:txBody>
      </p:sp>
      <p:sp>
        <p:nvSpPr>
          <p:cNvPr id="9" name="正方形/長方形 8">
            <a:extLst>
              <a:ext uri="{FF2B5EF4-FFF2-40B4-BE49-F238E27FC236}">
                <a16:creationId xmlns:a16="http://schemas.microsoft.com/office/drawing/2014/main" id="{1F80FC5D-3945-49AF-9D38-FBB5A9A6A2D0}"/>
              </a:ext>
            </a:extLst>
          </p:cNvPr>
          <p:cNvSpPr>
            <a:spLocks noGrp="1"/>
          </p:cNvSpPr>
          <p:nvPr/>
        </p:nvSpPr>
        <p:spPr>
          <a:xfrm>
            <a:off x="1123950" y="25336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7"/>
                </a:solidFill>
                <a:latin typeface="Meiryo UI"/>
                <a:ea typeface="Meiryo UI"/>
                <a:cs typeface="Meiryo UI"/>
              </a:defRPr>
            </a:pPr>
            <a:r>
              <a:rPr sz="1350" b="1">
                <a:solidFill>
                  <a:srgbClr val="1F2937"/>
                </a:solidFill>
                <a:latin typeface="Meiryo UI"/>
                <a:ea typeface="Meiryo UI"/>
                <a:cs typeface="Meiryo UI"/>
              </a:rPr>
              <a:t>処理の流れ</a:t>
            </a:r>
          </a:p>
        </p:txBody>
      </p:sp>
      <p:sp>
        <p:nvSpPr>
          <p:cNvPr id="10" name="正方形/長方形 9">
            <a:extLst>
              <a:ext uri="{FF2B5EF4-FFF2-40B4-BE49-F238E27FC236}">
                <a16:creationId xmlns:a16="http://schemas.microsoft.com/office/drawing/2014/main" id="{5003CA56-A3A5-49D3-8D53-5A862528EE3E}"/>
              </a:ext>
            </a:extLst>
          </p:cNvPr>
          <p:cNvSpPr>
            <a:spLocks noGrp="1"/>
          </p:cNvSpPr>
          <p:nvPr/>
        </p:nvSpPr>
        <p:spPr>
          <a:xfrm>
            <a:off x="1123950" y="29527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ブラウザー、Web サーバ、アプリケーション、データベースの連携を追える。</a:t>
            </a:r>
          </a:p>
        </p:txBody>
      </p:sp>
      <p:sp>
        <p:nvSpPr>
          <p:cNvPr id="11" name="正方形/長方形 10">
            <a:extLst>
              <a:ext uri="{FF2B5EF4-FFF2-40B4-BE49-F238E27FC236}">
                <a16:creationId xmlns:a16="http://schemas.microsoft.com/office/drawing/2014/main" id="{0BFC061B-6925-4DCB-AB05-083135A9CD0C}"/>
              </a:ext>
            </a:extLst>
          </p:cNvPr>
          <p:cNvSpPr>
            <a:spLocks noGrp="1"/>
          </p:cNvSpPr>
          <p:nvPr/>
        </p:nvSpPr>
        <p:spPr>
          <a:xfrm>
            <a:off x="6115050" y="21145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3E7D151F-C3A0-4066-B0C7-E07A36512E26}"/>
              </a:ext>
            </a:extLst>
          </p:cNvPr>
          <p:cNvSpPr>
            <a:spLocks noGrp="1"/>
          </p:cNvSpPr>
          <p:nvPr/>
        </p:nvSpPr>
        <p:spPr>
          <a:xfrm>
            <a:off x="6115050" y="2114550"/>
            <a:ext cx="76200" cy="1295400"/>
          </a:xfrm>
          <a:prstGeom prst="rect">
            <a:avLst/>
          </a:prstGeom>
          <a:solidFill>
            <a:srgbClr val="70AD47"/>
          </a:solidFill>
          <a:ln w="0">
            <a:solidFill>
              <a:srgbClr val="70AD47"/>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2F8A42DC-D791-4BCC-B124-EF876B6E9B8C}"/>
              </a:ext>
            </a:extLst>
          </p:cNvPr>
          <p:cNvSpPr>
            <a:spLocks noGrp="1"/>
          </p:cNvSpPr>
          <p:nvPr/>
        </p:nvSpPr>
        <p:spPr>
          <a:xfrm>
            <a:off x="6343650" y="2286000"/>
            <a:ext cx="4533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70AD47"/>
                </a:solidFill>
                <a:latin typeface="Yu Gothic UI"/>
                <a:ea typeface="Yu Gothic UI"/>
                <a:cs typeface="Yu Gothic UI"/>
              </a:defRPr>
            </a:pPr>
            <a:r>
              <a:rPr sz="750" b="1">
                <a:solidFill>
                  <a:srgbClr val="70AD47"/>
                </a:solidFill>
                <a:latin typeface="Yu Gothic UI"/>
                <a:ea typeface="Yu Gothic UI"/>
                <a:cs typeface="Yu Gothic UI"/>
              </a:rPr>
              <a:t>Goal 2</a:t>
            </a:r>
          </a:p>
        </p:txBody>
      </p:sp>
      <p:sp>
        <p:nvSpPr>
          <p:cNvPr id="14" name="正方形/長方形 13">
            <a:extLst>
              <a:ext uri="{FF2B5EF4-FFF2-40B4-BE49-F238E27FC236}">
                <a16:creationId xmlns:a16="http://schemas.microsoft.com/office/drawing/2014/main" id="{56A5E565-BFC1-41F8-9DD6-48C0B7513758}"/>
              </a:ext>
            </a:extLst>
          </p:cNvPr>
          <p:cNvSpPr>
            <a:spLocks noGrp="1"/>
          </p:cNvSpPr>
          <p:nvPr/>
        </p:nvSpPr>
        <p:spPr>
          <a:xfrm>
            <a:off x="6343650" y="25336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7"/>
                </a:solidFill>
                <a:latin typeface="Meiryo UI"/>
                <a:ea typeface="Meiryo UI"/>
                <a:cs typeface="Meiryo UI"/>
              </a:defRPr>
            </a:pPr>
            <a:r>
              <a:rPr sz="1350" b="1">
                <a:solidFill>
                  <a:srgbClr val="1F2937"/>
                </a:solidFill>
                <a:latin typeface="Meiryo UI"/>
                <a:ea typeface="Meiryo UI"/>
                <a:cs typeface="Meiryo UI"/>
              </a:rPr>
              <a:t>3つの層</a:t>
            </a:r>
          </a:p>
        </p:txBody>
      </p:sp>
      <p:sp>
        <p:nvSpPr>
          <p:cNvPr id="15" name="正方形/長方形 14">
            <a:extLst>
              <a:ext uri="{FF2B5EF4-FFF2-40B4-BE49-F238E27FC236}">
                <a16:creationId xmlns:a16="http://schemas.microsoft.com/office/drawing/2014/main" id="{028D42EA-961C-4DBC-B7AE-3714570DC4D4}"/>
              </a:ext>
            </a:extLst>
          </p:cNvPr>
          <p:cNvSpPr>
            <a:spLocks noGrp="1"/>
          </p:cNvSpPr>
          <p:nvPr/>
        </p:nvSpPr>
        <p:spPr>
          <a:xfrm>
            <a:off x="6343650" y="29527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Web 層、AP 層、DB 層がそれぞれ何を担当するか説明できる。</a:t>
            </a:r>
          </a:p>
        </p:txBody>
      </p:sp>
      <p:sp>
        <p:nvSpPr>
          <p:cNvPr id="16" name="正方形/長方形 15">
            <a:extLst>
              <a:ext uri="{FF2B5EF4-FFF2-40B4-BE49-F238E27FC236}">
                <a16:creationId xmlns:a16="http://schemas.microsoft.com/office/drawing/2014/main" id="{9272A7F0-6F81-4E85-8DE0-3BE36753F8A9}"/>
              </a:ext>
            </a:extLst>
          </p:cNvPr>
          <p:cNvSpPr>
            <a:spLocks noGrp="1"/>
          </p:cNvSpPr>
          <p:nvPr/>
        </p:nvSpPr>
        <p:spPr>
          <a:xfrm>
            <a:off x="895350" y="37147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2BC15C13-8703-412F-93CD-EEAA974306B3}"/>
              </a:ext>
            </a:extLst>
          </p:cNvPr>
          <p:cNvSpPr>
            <a:spLocks noGrp="1"/>
          </p:cNvSpPr>
          <p:nvPr/>
        </p:nvSpPr>
        <p:spPr>
          <a:xfrm>
            <a:off x="895350" y="3714750"/>
            <a:ext cx="76200" cy="1295400"/>
          </a:xfrm>
          <a:prstGeom prst="rect">
            <a:avLst/>
          </a:prstGeom>
          <a:solidFill>
            <a:srgbClr val="ED7D31"/>
          </a:solidFill>
          <a:ln w="0">
            <a:solidFill>
              <a:srgbClr val="ED7D31"/>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CC748431-A169-4A57-BFE5-1D02BF06C6E8}"/>
              </a:ext>
            </a:extLst>
          </p:cNvPr>
          <p:cNvSpPr>
            <a:spLocks noGrp="1"/>
          </p:cNvSpPr>
          <p:nvPr/>
        </p:nvSpPr>
        <p:spPr>
          <a:xfrm>
            <a:off x="1123950" y="3886200"/>
            <a:ext cx="4533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ED7D31"/>
                </a:solidFill>
                <a:latin typeface="Yu Gothic UI"/>
                <a:ea typeface="Yu Gothic UI"/>
                <a:cs typeface="Yu Gothic UI"/>
              </a:defRPr>
            </a:pPr>
            <a:r>
              <a:rPr sz="750" b="1">
                <a:solidFill>
                  <a:srgbClr val="ED7D31"/>
                </a:solidFill>
                <a:latin typeface="Yu Gothic UI"/>
                <a:ea typeface="Yu Gothic UI"/>
                <a:cs typeface="Yu Gothic UI"/>
              </a:rPr>
              <a:t>Goal 3</a:t>
            </a:r>
          </a:p>
        </p:txBody>
      </p:sp>
      <p:sp>
        <p:nvSpPr>
          <p:cNvPr id="19" name="正方形/長方形 18">
            <a:extLst>
              <a:ext uri="{FF2B5EF4-FFF2-40B4-BE49-F238E27FC236}">
                <a16:creationId xmlns:a16="http://schemas.microsoft.com/office/drawing/2014/main" id="{9CC067A8-D213-4D94-B56E-BA757C01FD35}"/>
              </a:ext>
            </a:extLst>
          </p:cNvPr>
          <p:cNvSpPr>
            <a:spLocks noGrp="1"/>
          </p:cNvSpPr>
          <p:nvPr/>
        </p:nvSpPr>
        <p:spPr>
          <a:xfrm>
            <a:off x="1123950" y="41338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7"/>
                </a:solidFill>
                <a:latin typeface="Meiryo UI"/>
                <a:ea typeface="Meiryo UI"/>
                <a:cs typeface="Meiryo UI"/>
              </a:defRPr>
            </a:pPr>
            <a:r>
              <a:rPr sz="1350" b="1">
                <a:solidFill>
                  <a:srgbClr val="1F2937"/>
                </a:solidFill>
                <a:latin typeface="Meiryo UI"/>
                <a:ea typeface="Meiryo UI"/>
                <a:cs typeface="Meiryo UI"/>
              </a:rPr>
              <a:t>構成の違い</a:t>
            </a:r>
          </a:p>
        </p:txBody>
      </p:sp>
      <p:sp>
        <p:nvSpPr>
          <p:cNvPr id="20" name="正方形/長方形 19">
            <a:extLst>
              <a:ext uri="{FF2B5EF4-FFF2-40B4-BE49-F238E27FC236}">
                <a16:creationId xmlns:a16="http://schemas.microsoft.com/office/drawing/2014/main" id="{B9B146F5-2F56-40FC-A756-0AFAA6DEFC1F}"/>
              </a:ext>
            </a:extLst>
          </p:cNvPr>
          <p:cNvSpPr>
            <a:spLocks noGrp="1"/>
          </p:cNvSpPr>
          <p:nvPr/>
        </p:nvSpPr>
        <p:spPr>
          <a:xfrm>
            <a:off x="1123950" y="45529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モノリシック構成と Web 3層構成の違いを説明できる。</a:t>
            </a:r>
          </a:p>
        </p:txBody>
      </p:sp>
      <p:sp>
        <p:nvSpPr>
          <p:cNvPr id="21" name="正方形/長方形 20">
            <a:extLst>
              <a:ext uri="{FF2B5EF4-FFF2-40B4-BE49-F238E27FC236}">
                <a16:creationId xmlns:a16="http://schemas.microsoft.com/office/drawing/2014/main" id="{BF6E2B1E-852B-4DF1-B40E-9838B169E141}"/>
              </a:ext>
            </a:extLst>
          </p:cNvPr>
          <p:cNvSpPr>
            <a:spLocks noGrp="1"/>
          </p:cNvSpPr>
          <p:nvPr/>
        </p:nvSpPr>
        <p:spPr>
          <a:xfrm>
            <a:off x="6115050" y="37147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C9A796FF-C79D-4AEB-984A-EFE0A4825242}"/>
              </a:ext>
            </a:extLst>
          </p:cNvPr>
          <p:cNvSpPr>
            <a:spLocks noGrp="1"/>
          </p:cNvSpPr>
          <p:nvPr/>
        </p:nvSpPr>
        <p:spPr>
          <a:xfrm>
            <a:off x="6115050" y="3714750"/>
            <a:ext cx="76200" cy="1295400"/>
          </a:xfrm>
          <a:prstGeom prst="rect">
            <a:avLst/>
          </a:prstGeom>
          <a:solidFill>
            <a:srgbClr val="A23B72"/>
          </a:solidFill>
          <a:ln w="0">
            <a:solidFill>
              <a:srgbClr val="A23B72"/>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F75842D9-D5DC-4AEA-AF47-E208ED8EF26F}"/>
              </a:ext>
            </a:extLst>
          </p:cNvPr>
          <p:cNvSpPr>
            <a:spLocks noGrp="1"/>
          </p:cNvSpPr>
          <p:nvPr/>
        </p:nvSpPr>
        <p:spPr>
          <a:xfrm>
            <a:off x="6343650" y="3886200"/>
            <a:ext cx="4533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A23B72"/>
                </a:solidFill>
                <a:latin typeface="Yu Gothic UI"/>
                <a:ea typeface="Yu Gothic UI"/>
                <a:cs typeface="Yu Gothic UI"/>
              </a:defRPr>
            </a:pPr>
            <a:r>
              <a:rPr sz="750" b="1">
                <a:solidFill>
                  <a:srgbClr val="A23B72"/>
                </a:solidFill>
                <a:latin typeface="Yu Gothic UI"/>
                <a:ea typeface="Yu Gothic UI"/>
                <a:cs typeface="Yu Gothic UI"/>
              </a:rPr>
              <a:t>Goal 4</a:t>
            </a:r>
          </a:p>
        </p:txBody>
      </p:sp>
      <p:sp>
        <p:nvSpPr>
          <p:cNvPr id="24" name="正方形/長方形 23">
            <a:extLst>
              <a:ext uri="{FF2B5EF4-FFF2-40B4-BE49-F238E27FC236}">
                <a16:creationId xmlns:a16="http://schemas.microsoft.com/office/drawing/2014/main" id="{12B49676-D87C-40F2-85EC-E378118744C4}"/>
              </a:ext>
            </a:extLst>
          </p:cNvPr>
          <p:cNvSpPr>
            <a:spLocks noGrp="1"/>
          </p:cNvSpPr>
          <p:nvPr/>
        </p:nvSpPr>
        <p:spPr>
          <a:xfrm>
            <a:off x="6343650" y="41338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7"/>
                </a:solidFill>
                <a:latin typeface="Meiryo UI"/>
                <a:ea typeface="Meiryo UI"/>
                <a:cs typeface="Meiryo UI"/>
              </a:defRPr>
            </a:pPr>
            <a:r>
              <a:rPr sz="1350" b="1">
                <a:solidFill>
                  <a:srgbClr val="1F2937"/>
                </a:solidFill>
                <a:latin typeface="Meiryo UI"/>
                <a:ea typeface="Meiryo UI"/>
                <a:cs typeface="Meiryo UI"/>
              </a:rPr>
              <a:t>次回への接続</a:t>
            </a:r>
          </a:p>
        </p:txBody>
      </p:sp>
      <p:sp>
        <p:nvSpPr>
          <p:cNvPr id="25" name="正方形/長方形 24">
            <a:extLst>
              <a:ext uri="{FF2B5EF4-FFF2-40B4-BE49-F238E27FC236}">
                <a16:creationId xmlns:a16="http://schemas.microsoft.com/office/drawing/2014/main" id="{5CFE4C44-9472-4B67-A7B0-83993B019839}"/>
              </a:ext>
            </a:extLst>
          </p:cNvPr>
          <p:cNvSpPr>
            <a:spLocks noGrp="1"/>
          </p:cNvSpPr>
          <p:nvPr/>
        </p:nvSpPr>
        <p:spPr>
          <a:xfrm>
            <a:off x="6343650" y="45529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第3回から第6回で作るものを、3層の観点で見通せる。</a:t>
            </a:r>
          </a:p>
        </p:txBody>
      </p:sp>
    </p:spTree>
    <p:extLst>
      <p:ext uri="{BB962C8B-B14F-4D97-AF65-F5344CB8AC3E}">
        <p14:creationId xmlns:p14="http://schemas.microsoft.com/office/powerpoint/2010/main" val="1186077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B77DAF5D-BAE6-4D01-AF85-C0EDA161049C}"/>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第3回から第6回で作るもの</a:t>
            </a:r>
          </a:p>
        </p:txBody>
      </p:sp>
      <p:sp>
        <p:nvSpPr>
          <p:cNvPr id="2" name="正方形/長方形 1">
            <a:extLst>
              <a:ext uri="{FF2B5EF4-FFF2-40B4-BE49-F238E27FC236}">
                <a16:creationId xmlns:a16="http://schemas.microsoft.com/office/drawing/2014/main" id="{96C5EA6B-A0C2-41C3-85FB-C913FF2ECC4E}"/>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9F71D63E-7F08-4CEC-A3B5-B1FA8320F43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31B189A8-B173-4C30-B9D8-9368A7D5C334}"/>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これからのハンズオンは、VM 上の NGINX から始め、コンテナ、Container Apps、PostgreSQL を組み合わせる Todo アプリへ段階的に広げます。</a:t>
            </a:r>
          </a:p>
        </p:txBody>
      </p:sp>
      <p:sp>
        <p:nvSpPr>
          <p:cNvPr id="6" name="正方形/長方形 5">
            <a:extLst>
              <a:ext uri="{FF2B5EF4-FFF2-40B4-BE49-F238E27FC236}">
                <a16:creationId xmlns:a16="http://schemas.microsoft.com/office/drawing/2014/main" id="{A8692253-5584-434E-A9A4-5B7838E1BCF4}"/>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sp>
        <p:nvSpPr>
          <p:cNvPr id="10" name="角丸四角形 9">
            <a:extLst>
              <a:ext uri="{FF2B5EF4-FFF2-40B4-BE49-F238E27FC236}">
                <a16:creationId xmlns:a16="http://schemas.microsoft.com/office/drawing/2014/main" id="{92CEE741-7193-AAF8-69F8-7A5071BF91B9}"/>
              </a:ext>
            </a:extLst>
          </p:cNvPr>
          <p:cNvSpPr/>
          <p:nvPr/>
        </p:nvSpPr>
        <p:spPr>
          <a:xfrm>
            <a:off x="1084729" y="27285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720FE223-3632-CCA1-BC90-9B6EC16C00B8}"/>
              </a:ext>
            </a:extLst>
          </p:cNvPr>
          <p:cNvSpPr/>
          <p:nvPr/>
        </p:nvSpPr>
        <p:spPr>
          <a:xfrm>
            <a:off x="3159273" y="2732664"/>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角丸四角形 11">
            <a:extLst>
              <a:ext uri="{FF2B5EF4-FFF2-40B4-BE49-F238E27FC236}">
                <a16:creationId xmlns:a16="http://schemas.microsoft.com/office/drawing/2014/main" id="{34670F01-A89E-B1D9-5D64-CB93A19AB6E9}"/>
              </a:ext>
            </a:extLst>
          </p:cNvPr>
          <p:cNvSpPr/>
          <p:nvPr/>
        </p:nvSpPr>
        <p:spPr>
          <a:xfrm>
            <a:off x="5233817" y="27285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角丸四角形 12">
            <a:extLst>
              <a:ext uri="{FF2B5EF4-FFF2-40B4-BE49-F238E27FC236}">
                <a16:creationId xmlns:a16="http://schemas.microsoft.com/office/drawing/2014/main" id="{04DDF4F0-381B-A212-865A-05A369A582D2}"/>
              </a:ext>
            </a:extLst>
          </p:cNvPr>
          <p:cNvSpPr/>
          <p:nvPr/>
        </p:nvSpPr>
        <p:spPr>
          <a:xfrm>
            <a:off x="7374146" y="27285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角丸四角形 13">
            <a:extLst>
              <a:ext uri="{FF2B5EF4-FFF2-40B4-BE49-F238E27FC236}">
                <a16:creationId xmlns:a16="http://schemas.microsoft.com/office/drawing/2014/main" id="{FEBBD482-9E68-6FA6-928A-C0AA0B54C154}"/>
              </a:ext>
            </a:extLst>
          </p:cNvPr>
          <p:cNvSpPr/>
          <p:nvPr/>
        </p:nvSpPr>
        <p:spPr>
          <a:xfrm>
            <a:off x="9524659" y="27285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1755EE48-1263-1F56-C5AD-530AE63B6455}"/>
              </a:ext>
            </a:extLst>
          </p:cNvPr>
          <p:cNvSpPr txBox="1"/>
          <p:nvPr/>
        </p:nvSpPr>
        <p:spPr>
          <a:xfrm>
            <a:off x="1263468"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2</a:t>
            </a:r>
            <a:r>
              <a:rPr kumimoji="1" lang="ja-JP" altLang="en-US">
                <a:latin typeface="Yu Gothic UI" panose="020B0500000000000000" pitchFamily="34" charset="-128"/>
                <a:ea typeface="Yu Gothic UI" panose="020B0500000000000000" pitchFamily="34" charset="-128"/>
              </a:rPr>
              <a:t>回</a:t>
            </a:r>
          </a:p>
        </p:txBody>
      </p:sp>
      <p:sp>
        <p:nvSpPr>
          <p:cNvPr id="16" name="テキスト ボックス 15">
            <a:extLst>
              <a:ext uri="{FF2B5EF4-FFF2-40B4-BE49-F238E27FC236}">
                <a16:creationId xmlns:a16="http://schemas.microsoft.com/office/drawing/2014/main" id="{FE6BFA22-BB5C-B67D-7901-FB8FA46EDE60}"/>
              </a:ext>
            </a:extLst>
          </p:cNvPr>
          <p:cNvSpPr txBox="1"/>
          <p:nvPr/>
        </p:nvSpPr>
        <p:spPr>
          <a:xfrm>
            <a:off x="1094913" y="3508769"/>
            <a:ext cx="1714181" cy="523220"/>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Web 3</a:t>
            </a:r>
            <a:r>
              <a:rPr kumimoji="1" lang="ja-JP" altLang="en-US" sz="1400">
                <a:latin typeface="Yu Gothic UI" panose="020B0500000000000000" pitchFamily="34" charset="-128"/>
                <a:ea typeface="Yu Gothic UI" panose="020B0500000000000000" pitchFamily="34" charset="-128"/>
              </a:rPr>
              <a:t>層アーキテクチャの解説</a:t>
            </a:r>
          </a:p>
        </p:txBody>
      </p:sp>
      <p:sp>
        <p:nvSpPr>
          <p:cNvPr id="17" name="テキスト ボックス 16">
            <a:extLst>
              <a:ext uri="{FF2B5EF4-FFF2-40B4-BE49-F238E27FC236}">
                <a16:creationId xmlns:a16="http://schemas.microsoft.com/office/drawing/2014/main" id="{5C153E5A-9C6F-4DC6-327F-8A4B3D227F7E}"/>
              </a:ext>
            </a:extLst>
          </p:cNvPr>
          <p:cNvSpPr txBox="1"/>
          <p:nvPr/>
        </p:nvSpPr>
        <p:spPr>
          <a:xfrm>
            <a:off x="3338012"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3</a:t>
            </a:r>
            <a:r>
              <a:rPr kumimoji="1" lang="ja-JP" altLang="en-US">
                <a:latin typeface="Yu Gothic UI" panose="020B0500000000000000" pitchFamily="34" charset="-128"/>
                <a:ea typeface="Yu Gothic UI" panose="020B0500000000000000" pitchFamily="34" charset="-128"/>
              </a:rPr>
              <a:t>回</a:t>
            </a:r>
          </a:p>
        </p:txBody>
      </p:sp>
      <p:sp>
        <p:nvSpPr>
          <p:cNvPr id="18" name="テキスト ボックス 17">
            <a:extLst>
              <a:ext uri="{FF2B5EF4-FFF2-40B4-BE49-F238E27FC236}">
                <a16:creationId xmlns:a16="http://schemas.microsoft.com/office/drawing/2014/main" id="{F215923E-1F79-4507-F1C4-81C67841DC8C}"/>
              </a:ext>
            </a:extLst>
          </p:cNvPr>
          <p:cNvSpPr txBox="1"/>
          <p:nvPr/>
        </p:nvSpPr>
        <p:spPr>
          <a:xfrm>
            <a:off x="3169457" y="3508769"/>
            <a:ext cx="1714181" cy="523220"/>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VM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Web </a:t>
            </a:r>
            <a:r>
              <a:rPr kumimoji="1" lang="ja-JP" altLang="en-US" sz="1400">
                <a:latin typeface="Yu Gothic UI" panose="020B0500000000000000" pitchFamily="34" charset="-128"/>
                <a:ea typeface="Yu Gothic UI" panose="020B0500000000000000" pitchFamily="34" charset="-128"/>
              </a:rPr>
              <a:t>サーバの構築</a:t>
            </a:r>
            <a:endParaRPr kumimoji="1" lang="en-US" altLang="ja-JP" sz="1400">
              <a:latin typeface="Yu Gothic UI" panose="020B0500000000000000" pitchFamily="34" charset="-128"/>
              <a:ea typeface="Yu Gothic UI" panose="020B0500000000000000" pitchFamily="34" charset="-128"/>
            </a:endParaRPr>
          </a:p>
        </p:txBody>
      </p:sp>
      <p:sp>
        <p:nvSpPr>
          <p:cNvPr id="19" name="テキスト ボックス 18">
            <a:extLst>
              <a:ext uri="{FF2B5EF4-FFF2-40B4-BE49-F238E27FC236}">
                <a16:creationId xmlns:a16="http://schemas.microsoft.com/office/drawing/2014/main" id="{40D51CCF-C40F-189A-73D1-16D568432804}"/>
              </a:ext>
            </a:extLst>
          </p:cNvPr>
          <p:cNvSpPr txBox="1"/>
          <p:nvPr/>
        </p:nvSpPr>
        <p:spPr>
          <a:xfrm>
            <a:off x="5412556"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4</a:t>
            </a:r>
            <a:r>
              <a:rPr kumimoji="1" lang="ja-JP" altLang="en-US">
                <a:latin typeface="Yu Gothic UI" panose="020B0500000000000000" pitchFamily="34" charset="-128"/>
                <a:ea typeface="Yu Gothic UI" panose="020B0500000000000000" pitchFamily="34" charset="-128"/>
              </a:rPr>
              <a:t>回</a:t>
            </a:r>
          </a:p>
        </p:txBody>
      </p:sp>
      <p:sp>
        <p:nvSpPr>
          <p:cNvPr id="20" name="テキスト ボックス 19">
            <a:extLst>
              <a:ext uri="{FF2B5EF4-FFF2-40B4-BE49-F238E27FC236}">
                <a16:creationId xmlns:a16="http://schemas.microsoft.com/office/drawing/2014/main" id="{3A6B44F4-DFC6-0038-E325-D0C0F6A9FBDA}"/>
              </a:ext>
            </a:extLst>
          </p:cNvPr>
          <p:cNvSpPr txBox="1"/>
          <p:nvPr/>
        </p:nvSpPr>
        <p:spPr>
          <a:xfrm>
            <a:off x="5244001" y="3508769"/>
            <a:ext cx="1714181" cy="738664"/>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Container Instances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Web </a:t>
            </a:r>
            <a:r>
              <a:rPr kumimoji="1" lang="ja-JP" altLang="en-US" sz="1400">
                <a:latin typeface="Yu Gothic UI" panose="020B0500000000000000" pitchFamily="34" charset="-128"/>
                <a:ea typeface="Yu Gothic UI" panose="020B0500000000000000" pitchFamily="34" charset="-128"/>
              </a:rPr>
              <a:t>サーバの構築</a:t>
            </a:r>
            <a:endParaRPr kumimoji="1" lang="en-US" altLang="ja-JP" sz="1400">
              <a:latin typeface="Yu Gothic UI" panose="020B0500000000000000" pitchFamily="34" charset="-128"/>
              <a:ea typeface="Yu Gothic UI" panose="020B0500000000000000" pitchFamily="34" charset="-128"/>
            </a:endParaRPr>
          </a:p>
        </p:txBody>
      </p:sp>
      <p:cxnSp>
        <p:nvCxnSpPr>
          <p:cNvPr id="22" name="直線矢印コネクタ 21">
            <a:extLst>
              <a:ext uri="{FF2B5EF4-FFF2-40B4-BE49-F238E27FC236}">
                <a16:creationId xmlns:a16="http://schemas.microsoft.com/office/drawing/2014/main" id="{7908EF02-C3FE-DDDA-B0EE-A3838E80DCFE}"/>
              </a:ext>
            </a:extLst>
          </p:cNvPr>
          <p:cNvCxnSpPr>
            <a:stCxn id="10" idx="3"/>
            <a:endCxn id="11" idx="1"/>
          </p:cNvCxnSpPr>
          <p:nvPr/>
        </p:nvCxnSpPr>
        <p:spPr>
          <a:xfrm>
            <a:off x="2809095" y="4193178"/>
            <a:ext cx="350178" cy="4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E66AFBFD-5A6E-4739-D576-A9EBE350AF1E}"/>
              </a:ext>
            </a:extLst>
          </p:cNvPr>
          <p:cNvCxnSpPr>
            <a:cxnSpLocks/>
            <a:stCxn id="11" idx="3"/>
            <a:endCxn id="12" idx="1"/>
          </p:cNvCxnSpPr>
          <p:nvPr/>
        </p:nvCxnSpPr>
        <p:spPr>
          <a:xfrm flipV="1">
            <a:off x="4883639" y="4193178"/>
            <a:ext cx="350178" cy="4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CCA01046-7697-ADD4-15A7-517A8BE1F279}"/>
              </a:ext>
            </a:extLst>
          </p:cNvPr>
          <p:cNvCxnSpPr>
            <a:cxnSpLocks/>
            <a:stCxn id="12" idx="3"/>
            <a:endCxn id="13" idx="1"/>
          </p:cNvCxnSpPr>
          <p:nvPr/>
        </p:nvCxnSpPr>
        <p:spPr>
          <a:xfrm>
            <a:off x="6958183" y="4193178"/>
            <a:ext cx="4159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E68ACE08-205F-C5AC-3F12-C986AE4FE32C}"/>
              </a:ext>
            </a:extLst>
          </p:cNvPr>
          <p:cNvCxnSpPr>
            <a:cxnSpLocks/>
            <a:endCxn id="14" idx="1"/>
          </p:cNvCxnSpPr>
          <p:nvPr/>
        </p:nvCxnSpPr>
        <p:spPr>
          <a:xfrm>
            <a:off x="9098512" y="4193178"/>
            <a:ext cx="4261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7983741C-A861-D95F-3FE0-95C658D3D102}"/>
              </a:ext>
            </a:extLst>
          </p:cNvPr>
          <p:cNvSpPr txBox="1"/>
          <p:nvPr/>
        </p:nvSpPr>
        <p:spPr>
          <a:xfrm>
            <a:off x="7552885"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5</a:t>
            </a:r>
            <a:r>
              <a:rPr kumimoji="1" lang="ja-JP" altLang="en-US">
                <a:latin typeface="Yu Gothic UI" panose="020B0500000000000000" pitchFamily="34" charset="-128"/>
                <a:ea typeface="Yu Gothic UI" panose="020B0500000000000000" pitchFamily="34" charset="-128"/>
              </a:rPr>
              <a:t>回</a:t>
            </a:r>
          </a:p>
        </p:txBody>
      </p:sp>
      <p:sp>
        <p:nvSpPr>
          <p:cNvPr id="34" name="テキスト ボックス 33">
            <a:extLst>
              <a:ext uri="{FF2B5EF4-FFF2-40B4-BE49-F238E27FC236}">
                <a16:creationId xmlns:a16="http://schemas.microsoft.com/office/drawing/2014/main" id="{6F1E852F-A945-81B2-6C56-CBB495C90CBD}"/>
              </a:ext>
            </a:extLst>
          </p:cNvPr>
          <p:cNvSpPr txBox="1"/>
          <p:nvPr/>
        </p:nvSpPr>
        <p:spPr>
          <a:xfrm>
            <a:off x="7384330" y="3508769"/>
            <a:ext cx="1714181" cy="1169551"/>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Container Apps </a:t>
            </a:r>
            <a:r>
              <a:rPr kumimoji="1" lang="ja-JP" altLang="en-US" sz="1400">
                <a:latin typeface="Yu Gothic UI" panose="020B0500000000000000" pitchFamily="34" charset="-128"/>
                <a:ea typeface="Yu Gothic UI" panose="020B0500000000000000" pitchFamily="34" charset="-128"/>
              </a:rPr>
              <a:t>と</a:t>
            </a:r>
            <a:r>
              <a:rPr kumimoji="1" lang="en-US" altLang="ja-JP" sz="1400">
                <a:latin typeface="Yu Gothic UI" panose="020B0500000000000000" pitchFamily="34" charset="-128"/>
                <a:ea typeface="Yu Gothic UI" panose="020B0500000000000000" pitchFamily="34" charset="-128"/>
              </a:rPr>
              <a:t> Postgres Flexible Server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 Web </a:t>
            </a:r>
            <a:r>
              <a:rPr kumimoji="1" lang="ja-JP" altLang="en-US" sz="1400">
                <a:latin typeface="Yu Gothic UI" panose="020B0500000000000000" pitchFamily="34" charset="-128"/>
                <a:ea typeface="Yu Gothic UI" panose="020B0500000000000000" pitchFamily="34" charset="-128"/>
              </a:rPr>
              <a:t>アプリケーション構築</a:t>
            </a:r>
            <a:r>
              <a:rPr kumimoji="1" lang="en-US" altLang="ja-JP" sz="1400">
                <a:latin typeface="Yu Gothic UI" panose="020B0500000000000000" pitchFamily="34" charset="-128"/>
                <a:ea typeface="Yu Gothic UI" panose="020B0500000000000000" pitchFamily="34" charset="-128"/>
              </a:rPr>
              <a:t> (</a:t>
            </a:r>
            <a:r>
              <a:rPr kumimoji="1" lang="ja-JP" altLang="en-US" sz="1400">
                <a:latin typeface="Yu Gothic UI" panose="020B0500000000000000" pitchFamily="34" charset="-128"/>
                <a:ea typeface="Yu Gothic UI" panose="020B0500000000000000" pitchFamily="34" charset="-128"/>
              </a:rPr>
              <a:t>前半</a:t>
            </a:r>
            <a:r>
              <a:rPr kumimoji="1" lang="en-US" altLang="ja-JP" sz="1400">
                <a:latin typeface="Yu Gothic UI" panose="020B0500000000000000" pitchFamily="34" charset="-128"/>
                <a:ea typeface="Yu Gothic UI" panose="020B0500000000000000" pitchFamily="34" charset="-128"/>
              </a:rPr>
              <a:t>)</a:t>
            </a:r>
          </a:p>
        </p:txBody>
      </p:sp>
      <p:sp>
        <p:nvSpPr>
          <p:cNvPr id="35" name="テキスト ボックス 34">
            <a:extLst>
              <a:ext uri="{FF2B5EF4-FFF2-40B4-BE49-F238E27FC236}">
                <a16:creationId xmlns:a16="http://schemas.microsoft.com/office/drawing/2014/main" id="{5AC1C582-376C-9514-0AF4-BD57F7832EAB}"/>
              </a:ext>
            </a:extLst>
          </p:cNvPr>
          <p:cNvSpPr txBox="1"/>
          <p:nvPr/>
        </p:nvSpPr>
        <p:spPr>
          <a:xfrm>
            <a:off x="9703399"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6</a:t>
            </a:r>
            <a:r>
              <a:rPr kumimoji="1" lang="ja-JP" altLang="en-US">
                <a:latin typeface="Yu Gothic UI" panose="020B0500000000000000" pitchFamily="34" charset="-128"/>
                <a:ea typeface="Yu Gothic UI" panose="020B0500000000000000" pitchFamily="34" charset="-128"/>
              </a:rPr>
              <a:t>回</a:t>
            </a:r>
          </a:p>
        </p:txBody>
      </p:sp>
      <p:sp>
        <p:nvSpPr>
          <p:cNvPr id="36" name="テキスト ボックス 35">
            <a:extLst>
              <a:ext uri="{FF2B5EF4-FFF2-40B4-BE49-F238E27FC236}">
                <a16:creationId xmlns:a16="http://schemas.microsoft.com/office/drawing/2014/main" id="{6A27E619-70CB-7D83-4147-9F59841838BF}"/>
              </a:ext>
            </a:extLst>
          </p:cNvPr>
          <p:cNvSpPr txBox="1"/>
          <p:nvPr/>
        </p:nvSpPr>
        <p:spPr>
          <a:xfrm>
            <a:off x="9534844" y="3508769"/>
            <a:ext cx="1714181" cy="1169551"/>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Container Apps </a:t>
            </a:r>
            <a:r>
              <a:rPr kumimoji="1" lang="ja-JP" altLang="en-US" sz="1400">
                <a:latin typeface="Yu Gothic UI" panose="020B0500000000000000" pitchFamily="34" charset="-128"/>
                <a:ea typeface="Yu Gothic UI" panose="020B0500000000000000" pitchFamily="34" charset="-128"/>
              </a:rPr>
              <a:t>と</a:t>
            </a:r>
            <a:r>
              <a:rPr kumimoji="1" lang="en-US" altLang="ja-JP" sz="1400">
                <a:latin typeface="Yu Gothic UI" panose="020B0500000000000000" pitchFamily="34" charset="-128"/>
                <a:ea typeface="Yu Gothic UI" panose="020B0500000000000000" pitchFamily="34" charset="-128"/>
              </a:rPr>
              <a:t> Postgres Flexible Server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 Web </a:t>
            </a:r>
            <a:r>
              <a:rPr kumimoji="1" lang="ja-JP" altLang="en-US" sz="1400">
                <a:latin typeface="Yu Gothic UI" panose="020B0500000000000000" pitchFamily="34" charset="-128"/>
                <a:ea typeface="Yu Gothic UI" panose="020B0500000000000000" pitchFamily="34" charset="-128"/>
              </a:rPr>
              <a:t>アプリケーション構築</a:t>
            </a:r>
            <a:r>
              <a:rPr kumimoji="1" lang="en-US" altLang="ja-JP" sz="1400">
                <a:latin typeface="Yu Gothic UI" panose="020B0500000000000000" pitchFamily="34" charset="-128"/>
                <a:ea typeface="Yu Gothic UI" panose="020B0500000000000000" pitchFamily="34" charset="-128"/>
              </a:rPr>
              <a:t> (</a:t>
            </a:r>
            <a:r>
              <a:rPr kumimoji="1" lang="ja-JP" altLang="en-US" sz="1400">
                <a:latin typeface="Yu Gothic UI" panose="020B0500000000000000" pitchFamily="34" charset="-128"/>
                <a:ea typeface="Yu Gothic UI" panose="020B0500000000000000" pitchFamily="34" charset="-128"/>
              </a:rPr>
              <a:t>後半</a:t>
            </a:r>
            <a:r>
              <a:rPr kumimoji="1" lang="en-US" altLang="ja-JP" sz="1400">
                <a:latin typeface="Yu Gothic UI" panose="020B0500000000000000" pitchFamily="34" charset="-128"/>
                <a:ea typeface="Yu Gothic UI" panose="020B0500000000000000" pitchFamily="34" charset="-128"/>
              </a:rPr>
              <a:t>)</a:t>
            </a:r>
          </a:p>
        </p:txBody>
      </p:sp>
      <p:pic>
        <p:nvPicPr>
          <p:cNvPr id="38" name="グラフィックス 37">
            <a:extLst>
              <a:ext uri="{FF2B5EF4-FFF2-40B4-BE49-F238E27FC236}">
                <a16:creationId xmlns:a16="http://schemas.microsoft.com/office/drawing/2014/main" id="{743437CF-CA23-2CF0-470E-83FEB82E6E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90073" y="4892446"/>
            <a:ext cx="462764" cy="462764"/>
          </a:xfrm>
          <a:prstGeom prst="rect">
            <a:avLst/>
          </a:prstGeom>
        </p:spPr>
      </p:pic>
      <p:pic>
        <p:nvPicPr>
          <p:cNvPr id="40" name="グラフィックス 39">
            <a:extLst>
              <a:ext uri="{FF2B5EF4-FFF2-40B4-BE49-F238E27FC236}">
                <a16:creationId xmlns:a16="http://schemas.microsoft.com/office/drawing/2014/main" id="{0582B0C8-9EB3-4534-2A34-767C82F97D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47396" y="4858002"/>
            <a:ext cx="497208" cy="497208"/>
          </a:xfrm>
          <a:prstGeom prst="rect">
            <a:avLst/>
          </a:prstGeom>
        </p:spPr>
      </p:pic>
      <p:pic>
        <p:nvPicPr>
          <p:cNvPr id="42" name="グラフィックス 41">
            <a:extLst>
              <a:ext uri="{FF2B5EF4-FFF2-40B4-BE49-F238E27FC236}">
                <a16:creationId xmlns:a16="http://schemas.microsoft.com/office/drawing/2014/main" id="{AE5FF98F-00B0-E9B3-01E4-A73241CF6F5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44286" y="4892446"/>
            <a:ext cx="452065" cy="452065"/>
          </a:xfrm>
          <a:prstGeom prst="rect">
            <a:avLst/>
          </a:prstGeom>
        </p:spPr>
      </p:pic>
      <p:pic>
        <p:nvPicPr>
          <p:cNvPr id="44" name="グラフィックス 43">
            <a:extLst>
              <a:ext uri="{FF2B5EF4-FFF2-40B4-BE49-F238E27FC236}">
                <a16:creationId xmlns:a16="http://schemas.microsoft.com/office/drawing/2014/main" id="{3F2C7979-9E12-87F7-74C2-2FFA41E2027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20668" y="4881747"/>
            <a:ext cx="462764" cy="462764"/>
          </a:xfrm>
          <a:prstGeom prst="rect">
            <a:avLst/>
          </a:prstGeom>
        </p:spPr>
      </p:pic>
      <p:pic>
        <p:nvPicPr>
          <p:cNvPr id="46" name="図 45">
            <a:extLst>
              <a:ext uri="{FF2B5EF4-FFF2-40B4-BE49-F238E27FC236}">
                <a16:creationId xmlns:a16="http://schemas.microsoft.com/office/drawing/2014/main" id="{47CE1D2F-5594-4285-608D-6657267CE30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89449" y="4930463"/>
            <a:ext cx="394786" cy="386729"/>
          </a:xfrm>
          <a:prstGeom prst="rect">
            <a:avLst/>
          </a:prstGeom>
        </p:spPr>
      </p:pic>
    </p:spTree>
    <p:extLst>
      <p:ext uri="{BB962C8B-B14F-4D97-AF65-F5344CB8AC3E}">
        <p14:creationId xmlns:p14="http://schemas.microsoft.com/office/powerpoint/2010/main" val="1186077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1085E2C-CAC8-412C-8053-E0E9C17E96AA}"/>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Web アプリケーションの基本</a:t>
            </a:r>
          </a:p>
        </p:txBody>
      </p:sp>
      <p:sp>
        <p:nvSpPr>
          <p:cNvPr id="2" name="正方形/長方形 1">
            <a:extLst>
              <a:ext uri="{FF2B5EF4-FFF2-40B4-BE49-F238E27FC236}">
                <a16:creationId xmlns:a16="http://schemas.microsoft.com/office/drawing/2014/main" id="{A29AB302-D7E7-4253-BD65-B88305EF31F0}"/>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09C0B61E-71B5-4D57-89F3-A09C10FE961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3FDE327B-BD91-4CD7-B0D9-6AB1931C94CB}"/>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Web アプリケーションは、ブラウザーからの要求を受け取り、サーバー側の処理を経て、HTML や JSON などの結果を返す一連の仕組みです。</a:t>
            </a:r>
          </a:p>
        </p:txBody>
      </p:sp>
      <p:sp>
        <p:nvSpPr>
          <p:cNvPr id="6" name="正方形/長方形 5">
            <a:extLst>
              <a:ext uri="{FF2B5EF4-FFF2-40B4-BE49-F238E27FC236}">
                <a16:creationId xmlns:a16="http://schemas.microsoft.com/office/drawing/2014/main" id="{49B2392F-F0DE-4625-B497-ECA7904843D3}"/>
              </a:ext>
            </a:extLst>
          </p:cNvPr>
          <p:cNvSpPr>
            <a:spLocks noGrp="1"/>
          </p:cNvSpPr>
          <p:nvPr/>
        </p:nvSpPr>
        <p:spPr>
          <a:xfrm>
            <a:off x="685800" y="2038350"/>
            <a:ext cx="10820400" cy="4070219"/>
          </a:xfrm>
          <a:prstGeom prst="rect">
            <a:avLst/>
          </a:prstGeom>
          <a:solidFill>
            <a:srgbClr val="FFFFFF"/>
          </a:solidFill>
          <a:ln w="9525">
            <a:solidFill>
              <a:srgbClr val="D0D5DD"/>
            </a:solidFill>
            <a:prstDash val="solid"/>
          </a:ln>
        </p:spPr>
        <p:txBody>
          <a:bodyPr/>
          <a:lstStyle/>
          <a:p>
            <a:endParaRPr lang="ja-JP" altLang="en-US"/>
          </a:p>
        </p:txBody>
      </p:sp>
      <p:sp>
        <p:nvSpPr>
          <p:cNvPr id="10" name="角丸四角形 9">
            <a:extLst>
              <a:ext uri="{FF2B5EF4-FFF2-40B4-BE49-F238E27FC236}">
                <a16:creationId xmlns:a16="http://schemas.microsoft.com/office/drawing/2014/main" id="{CECD2CA3-A07D-EA7B-196D-FBA10A0D0300}"/>
              </a:ext>
            </a:extLst>
          </p:cNvPr>
          <p:cNvSpPr/>
          <p:nvPr/>
        </p:nvSpPr>
        <p:spPr>
          <a:xfrm>
            <a:off x="1225485" y="3186260"/>
            <a:ext cx="1809946" cy="2055044"/>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34686A53-6B46-B6EE-E9E5-5902B58B309A}"/>
              </a:ext>
            </a:extLst>
          </p:cNvPr>
          <p:cNvSpPr/>
          <p:nvPr/>
        </p:nvSpPr>
        <p:spPr>
          <a:xfrm>
            <a:off x="1353532" y="4085685"/>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角丸四角形 11">
            <a:extLst>
              <a:ext uri="{FF2B5EF4-FFF2-40B4-BE49-F238E27FC236}">
                <a16:creationId xmlns:a16="http://schemas.microsoft.com/office/drawing/2014/main" id="{81B509D8-97BE-1489-C8F6-586254D0100B}"/>
              </a:ext>
            </a:extLst>
          </p:cNvPr>
          <p:cNvSpPr/>
          <p:nvPr/>
        </p:nvSpPr>
        <p:spPr>
          <a:xfrm>
            <a:off x="1353532" y="3367726"/>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DC11E79C-8860-71A3-33E3-BFCAF79B1C8E}"/>
              </a:ext>
            </a:extLst>
          </p:cNvPr>
          <p:cNvSpPr txBox="1"/>
          <p:nvPr/>
        </p:nvSpPr>
        <p:spPr>
          <a:xfrm>
            <a:off x="1461155" y="4803644"/>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クライアント</a:t>
            </a:r>
          </a:p>
        </p:txBody>
      </p:sp>
      <p:sp>
        <p:nvSpPr>
          <p:cNvPr id="14" name="テキスト ボックス 13">
            <a:extLst>
              <a:ext uri="{FF2B5EF4-FFF2-40B4-BE49-F238E27FC236}">
                <a16:creationId xmlns:a16="http://schemas.microsoft.com/office/drawing/2014/main" id="{A707D91E-715B-232E-2C62-D84E9B7456B5}"/>
              </a:ext>
            </a:extLst>
          </p:cNvPr>
          <p:cNvSpPr txBox="1"/>
          <p:nvPr/>
        </p:nvSpPr>
        <p:spPr>
          <a:xfrm>
            <a:off x="1461155" y="4174583"/>
            <a:ext cx="1338606"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OS</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5" name="テキスト ボックス 14">
            <a:extLst>
              <a:ext uri="{FF2B5EF4-FFF2-40B4-BE49-F238E27FC236}">
                <a16:creationId xmlns:a16="http://schemas.microsoft.com/office/drawing/2014/main" id="{BCFC6953-6B51-EAD6-803E-9F4F3519333A}"/>
              </a:ext>
            </a:extLst>
          </p:cNvPr>
          <p:cNvSpPr txBox="1"/>
          <p:nvPr/>
        </p:nvSpPr>
        <p:spPr>
          <a:xfrm>
            <a:off x="1461155" y="3461150"/>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pic>
        <p:nvPicPr>
          <p:cNvPr id="17" name="グラフィックス 16" descr="ユーザー 枠線">
            <a:extLst>
              <a:ext uri="{FF2B5EF4-FFF2-40B4-BE49-F238E27FC236}">
                <a16:creationId xmlns:a16="http://schemas.microsoft.com/office/drawing/2014/main" id="{D896F840-ACA1-B15C-3DBD-34265779C7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18195" y="2318896"/>
            <a:ext cx="582105" cy="582105"/>
          </a:xfrm>
          <a:prstGeom prst="rect">
            <a:avLst/>
          </a:prstGeom>
        </p:spPr>
      </p:pic>
      <p:sp>
        <p:nvSpPr>
          <p:cNvPr id="18" name="円/楕円 17">
            <a:extLst>
              <a:ext uri="{FF2B5EF4-FFF2-40B4-BE49-F238E27FC236}">
                <a16:creationId xmlns:a16="http://schemas.microsoft.com/office/drawing/2014/main" id="{07AED37B-0CAB-0520-A33A-57A3C9303C9C}"/>
              </a:ext>
            </a:extLst>
          </p:cNvPr>
          <p:cNvSpPr/>
          <p:nvPr/>
        </p:nvSpPr>
        <p:spPr>
          <a:xfrm>
            <a:off x="3337285" y="4174583"/>
            <a:ext cx="2507530" cy="1001002"/>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bg1"/>
                </a:solidFill>
                <a:latin typeface="Yu Gothic UI" panose="020B0500000000000000" pitchFamily="34" charset="-128"/>
                <a:ea typeface="Yu Gothic UI" panose="020B0500000000000000" pitchFamily="34" charset="-128"/>
              </a:rPr>
              <a:t>インターネット</a:t>
            </a:r>
          </a:p>
        </p:txBody>
      </p:sp>
      <p:sp>
        <p:nvSpPr>
          <p:cNvPr id="19" name="角丸四角形 18">
            <a:extLst>
              <a:ext uri="{FF2B5EF4-FFF2-40B4-BE49-F238E27FC236}">
                <a16:creationId xmlns:a16="http://schemas.microsoft.com/office/drawing/2014/main" id="{1BCD70FE-D15E-03FF-54B4-B453ACBF9039}"/>
              </a:ext>
            </a:extLst>
          </p:cNvPr>
          <p:cNvSpPr/>
          <p:nvPr/>
        </p:nvSpPr>
        <p:spPr>
          <a:xfrm>
            <a:off x="6213836" y="3226324"/>
            <a:ext cx="4624632" cy="2055044"/>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角丸四角形 19">
            <a:extLst>
              <a:ext uri="{FF2B5EF4-FFF2-40B4-BE49-F238E27FC236}">
                <a16:creationId xmlns:a16="http://schemas.microsoft.com/office/drawing/2014/main" id="{68450FB9-2E71-2982-F1D1-72ED0439C12B}"/>
              </a:ext>
            </a:extLst>
          </p:cNvPr>
          <p:cNvSpPr/>
          <p:nvPr/>
        </p:nvSpPr>
        <p:spPr>
          <a:xfrm>
            <a:off x="6417298" y="3403098"/>
            <a:ext cx="1077012" cy="12387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E8D2AFAB-BFF8-B7B3-1D56-AAA032FBEBFC}"/>
              </a:ext>
            </a:extLst>
          </p:cNvPr>
          <p:cNvSpPr txBox="1"/>
          <p:nvPr/>
        </p:nvSpPr>
        <p:spPr>
          <a:xfrm>
            <a:off x="7438731" y="4818640"/>
            <a:ext cx="2174842"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p>
        </p:txBody>
      </p:sp>
      <p:sp>
        <p:nvSpPr>
          <p:cNvPr id="22" name="角丸四角形 21">
            <a:extLst>
              <a:ext uri="{FF2B5EF4-FFF2-40B4-BE49-F238E27FC236}">
                <a16:creationId xmlns:a16="http://schemas.microsoft.com/office/drawing/2014/main" id="{42C05B86-9ED4-FB3F-ED17-4F06C7DCE665}"/>
              </a:ext>
            </a:extLst>
          </p:cNvPr>
          <p:cNvSpPr/>
          <p:nvPr/>
        </p:nvSpPr>
        <p:spPr>
          <a:xfrm>
            <a:off x="7987646" y="3403120"/>
            <a:ext cx="1077012" cy="12387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角丸四角形 22">
            <a:extLst>
              <a:ext uri="{FF2B5EF4-FFF2-40B4-BE49-F238E27FC236}">
                <a16:creationId xmlns:a16="http://schemas.microsoft.com/office/drawing/2014/main" id="{3055CBAC-D7B0-A588-8136-0A8C39AA3156}"/>
              </a:ext>
            </a:extLst>
          </p:cNvPr>
          <p:cNvSpPr/>
          <p:nvPr/>
        </p:nvSpPr>
        <p:spPr>
          <a:xfrm>
            <a:off x="9556816" y="3419595"/>
            <a:ext cx="1077012" cy="12387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B8E86AF1-8587-5619-B3D6-4F463DB9979E}"/>
              </a:ext>
            </a:extLst>
          </p:cNvPr>
          <p:cNvSpPr txBox="1"/>
          <p:nvPr/>
        </p:nvSpPr>
        <p:spPr>
          <a:xfrm>
            <a:off x="6565377" y="3461150"/>
            <a:ext cx="782033" cy="646331"/>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a:t>
            </a:r>
          </a:p>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サーバ</a:t>
            </a:r>
          </a:p>
        </p:txBody>
      </p:sp>
      <p:sp>
        <p:nvSpPr>
          <p:cNvPr id="25" name="テキスト ボックス 24">
            <a:extLst>
              <a:ext uri="{FF2B5EF4-FFF2-40B4-BE49-F238E27FC236}">
                <a16:creationId xmlns:a16="http://schemas.microsoft.com/office/drawing/2014/main" id="{76E9CD7F-652D-D3BF-CE48-836727F56D42}"/>
              </a:ext>
            </a:extLst>
          </p:cNvPr>
          <p:cNvSpPr txBox="1"/>
          <p:nvPr/>
        </p:nvSpPr>
        <p:spPr>
          <a:xfrm>
            <a:off x="8134547" y="3461150"/>
            <a:ext cx="782033" cy="646331"/>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AP</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サーバ</a:t>
            </a:r>
          </a:p>
        </p:txBody>
      </p:sp>
      <p:sp>
        <p:nvSpPr>
          <p:cNvPr id="26" name="テキスト ボックス 25">
            <a:extLst>
              <a:ext uri="{FF2B5EF4-FFF2-40B4-BE49-F238E27FC236}">
                <a16:creationId xmlns:a16="http://schemas.microsoft.com/office/drawing/2014/main" id="{415B1C53-10F2-67D1-028D-FB41926903DA}"/>
              </a:ext>
            </a:extLst>
          </p:cNvPr>
          <p:cNvSpPr txBox="1"/>
          <p:nvPr/>
        </p:nvSpPr>
        <p:spPr>
          <a:xfrm>
            <a:off x="9704305" y="3447875"/>
            <a:ext cx="782033" cy="646331"/>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DB</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サーバ</a:t>
            </a:r>
          </a:p>
        </p:txBody>
      </p:sp>
      <p:cxnSp>
        <p:nvCxnSpPr>
          <p:cNvPr id="28" name="直線コネクタ 27">
            <a:extLst>
              <a:ext uri="{FF2B5EF4-FFF2-40B4-BE49-F238E27FC236}">
                <a16:creationId xmlns:a16="http://schemas.microsoft.com/office/drawing/2014/main" id="{0239F252-DCA3-305A-77E3-6C86251DF6CB}"/>
              </a:ext>
            </a:extLst>
          </p:cNvPr>
          <p:cNvCxnSpPr>
            <a:cxnSpLocks/>
          </p:cNvCxnSpPr>
          <p:nvPr/>
        </p:nvCxnSpPr>
        <p:spPr>
          <a:xfrm>
            <a:off x="2234153" y="3784315"/>
            <a:ext cx="0" cy="390268"/>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9886A7F-174D-AA95-2EA9-86DE0BC50A99}"/>
              </a:ext>
            </a:extLst>
          </p:cNvPr>
          <p:cNvCxnSpPr>
            <a:cxnSpLocks/>
          </p:cNvCxnSpPr>
          <p:nvPr/>
        </p:nvCxnSpPr>
        <p:spPr>
          <a:xfrm>
            <a:off x="2234153" y="4153124"/>
            <a:ext cx="3861847"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D1B3CEAF-BDB9-16E7-2417-96AEC2D4D215}"/>
              </a:ext>
            </a:extLst>
          </p:cNvPr>
          <p:cNvSpPr txBox="1"/>
          <p:nvPr/>
        </p:nvSpPr>
        <p:spPr>
          <a:xfrm>
            <a:off x="3404452" y="3738149"/>
            <a:ext cx="2338044" cy="307777"/>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HTTP </a:t>
            </a:r>
            <a:r>
              <a:rPr kumimoji="1" lang="ja-JP" altLang="en-US" sz="1400">
                <a:latin typeface="Yu Gothic UI" panose="020B0500000000000000" pitchFamily="34" charset="-128"/>
                <a:ea typeface="Yu Gothic UI" panose="020B0500000000000000" pitchFamily="34" charset="-128"/>
              </a:rPr>
              <a:t>リクエスト</a:t>
            </a:r>
          </a:p>
        </p:txBody>
      </p:sp>
      <p:cxnSp>
        <p:nvCxnSpPr>
          <p:cNvPr id="33" name="直線コネクタ 32">
            <a:extLst>
              <a:ext uri="{FF2B5EF4-FFF2-40B4-BE49-F238E27FC236}">
                <a16:creationId xmlns:a16="http://schemas.microsoft.com/office/drawing/2014/main" id="{D25B4A23-C741-4DFD-504F-F216E00EE3C2}"/>
              </a:ext>
            </a:extLst>
          </p:cNvPr>
          <p:cNvCxnSpPr>
            <a:cxnSpLocks/>
          </p:cNvCxnSpPr>
          <p:nvPr/>
        </p:nvCxnSpPr>
        <p:spPr>
          <a:xfrm>
            <a:off x="1818195" y="4475207"/>
            <a:ext cx="4277805" cy="0"/>
          </a:xfrm>
          <a:prstGeom prst="line">
            <a:avLst/>
          </a:prstGeom>
          <a:ln w="44450">
            <a:tailEnd type="none"/>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1F54F68A-DE56-8AAF-88EA-C776AB28A8D0}"/>
              </a:ext>
            </a:extLst>
          </p:cNvPr>
          <p:cNvCxnSpPr>
            <a:cxnSpLocks/>
          </p:cNvCxnSpPr>
          <p:nvPr/>
        </p:nvCxnSpPr>
        <p:spPr>
          <a:xfrm>
            <a:off x="2234153" y="2969443"/>
            <a:ext cx="0" cy="590533"/>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6435261F-BA51-4BF4-3655-64EDE23DF298}"/>
              </a:ext>
            </a:extLst>
          </p:cNvPr>
          <p:cNvSpPr txBox="1"/>
          <p:nvPr/>
        </p:nvSpPr>
        <p:spPr>
          <a:xfrm>
            <a:off x="2288258" y="2897801"/>
            <a:ext cx="651727" cy="307777"/>
          </a:xfrm>
          <a:prstGeom prst="rect">
            <a:avLst/>
          </a:prstGeom>
          <a:noFill/>
        </p:spPr>
        <p:txBody>
          <a:bodyPr wrap="square" rtlCol="0">
            <a:spAutoFit/>
          </a:bodyPr>
          <a:lstStyle/>
          <a:p>
            <a:r>
              <a:rPr kumimoji="1" lang="ja-JP" altLang="en-US" sz="1400">
                <a:latin typeface="Yu Gothic UI" panose="020B0500000000000000" pitchFamily="34" charset="-128"/>
                <a:ea typeface="Yu Gothic UI" panose="020B0500000000000000" pitchFamily="34" charset="-128"/>
              </a:rPr>
              <a:t>操作</a:t>
            </a:r>
          </a:p>
        </p:txBody>
      </p:sp>
      <p:cxnSp>
        <p:nvCxnSpPr>
          <p:cNvPr id="40" name="直線コネクタ 39">
            <a:extLst>
              <a:ext uri="{FF2B5EF4-FFF2-40B4-BE49-F238E27FC236}">
                <a16:creationId xmlns:a16="http://schemas.microsoft.com/office/drawing/2014/main" id="{1DCCC1DF-F32A-EB39-7A54-C56A44B3B354}"/>
              </a:ext>
            </a:extLst>
          </p:cNvPr>
          <p:cNvCxnSpPr>
            <a:cxnSpLocks/>
          </p:cNvCxnSpPr>
          <p:nvPr/>
        </p:nvCxnSpPr>
        <p:spPr>
          <a:xfrm>
            <a:off x="1837049" y="3803169"/>
            <a:ext cx="0" cy="690892"/>
          </a:xfrm>
          <a:prstGeom prst="line">
            <a:avLst/>
          </a:prstGeom>
          <a:ln w="4445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5AE46547-2174-C7BB-C705-C744E7EC44B7}"/>
              </a:ext>
            </a:extLst>
          </p:cNvPr>
          <p:cNvCxnSpPr>
            <a:cxnSpLocks/>
          </p:cNvCxnSpPr>
          <p:nvPr/>
        </p:nvCxnSpPr>
        <p:spPr>
          <a:xfrm flipV="1">
            <a:off x="1826444" y="2936429"/>
            <a:ext cx="0" cy="52472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7CC126BD-39D7-DF39-96ED-8320CD7B7C84}"/>
              </a:ext>
            </a:extLst>
          </p:cNvPr>
          <p:cNvSpPr txBox="1"/>
          <p:nvPr/>
        </p:nvSpPr>
        <p:spPr>
          <a:xfrm>
            <a:off x="596542" y="2905780"/>
            <a:ext cx="1181590" cy="523220"/>
          </a:xfrm>
          <a:prstGeom prst="rect">
            <a:avLst/>
          </a:prstGeom>
          <a:noFill/>
        </p:spPr>
        <p:txBody>
          <a:bodyPr wrap="square" rtlCol="0">
            <a:spAutoFit/>
          </a:bodyPr>
          <a:lstStyle/>
          <a:p>
            <a:pPr algn="r"/>
            <a:r>
              <a:rPr kumimoji="1" lang="ja-JP" altLang="en-US" sz="1400">
                <a:latin typeface="Yu Gothic UI" panose="020B0500000000000000" pitchFamily="34" charset="-128"/>
                <a:ea typeface="Yu Gothic UI" panose="020B0500000000000000" pitchFamily="34" charset="-128"/>
              </a:rPr>
              <a:t>画面描画等の反応</a:t>
            </a:r>
          </a:p>
        </p:txBody>
      </p:sp>
      <p:sp>
        <p:nvSpPr>
          <p:cNvPr id="49" name="テキスト ボックス 48">
            <a:extLst>
              <a:ext uri="{FF2B5EF4-FFF2-40B4-BE49-F238E27FC236}">
                <a16:creationId xmlns:a16="http://schemas.microsoft.com/office/drawing/2014/main" id="{E10EB7B7-C652-2ACF-00EA-4FD4B294B5F8}"/>
              </a:ext>
            </a:extLst>
          </p:cNvPr>
          <p:cNvSpPr txBox="1"/>
          <p:nvPr/>
        </p:nvSpPr>
        <p:spPr>
          <a:xfrm>
            <a:off x="2094323" y="4571150"/>
            <a:ext cx="2338044" cy="307777"/>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HTTP </a:t>
            </a:r>
            <a:r>
              <a:rPr kumimoji="1" lang="ja-JP" altLang="en-US" sz="1400">
                <a:latin typeface="Yu Gothic UI" panose="020B0500000000000000" pitchFamily="34" charset="-128"/>
                <a:ea typeface="Yu Gothic UI" panose="020B0500000000000000" pitchFamily="34" charset="-128"/>
              </a:rPr>
              <a:t>レスポンス</a:t>
            </a:r>
          </a:p>
        </p:txBody>
      </p:sp>
      <p:sp>
        <p:nvSpPr>
          <p:cNvPr id="50" name="円形吹き出し 49">
            <a:extLst>
              <a:ext uri="{FF2B5EF4-FFF2-40B4-BE49-F238E27FC236}">
                <a16:creationId xmlns:a16="http://schemas.microsoft.com/office/drawing/2014/main" id="{0F603DEA-9E47-929C-208C-80A604683A1C}"/>
              </a:ext>
            </a:extLst>
          </p:cNvPr>
          <p:cNvSpPr/>
          <p:nvPr/>
        </p:nvSpPr>
        <p:spPr>
          <a:xfrm>
            <a:off x="2109247" y="5281368"/>
            <a:ext cx="2858679" cy="614607"/>
          </a:xfrm>
          <a:prstGeom prst="wedgeEllipseCallout">
            <a:avLst>
              <a:gd name="adj1" fmla="val -12259"/>
              <a:gd name="adj2" fmla="val -11542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latin typeface="Yu Gothic UI" panose="020B0500000000000000" pitchFamily="34" charset="-128"/>
              <a:ea typeface="Yu Gothic UI" panose="020B0500000000000000" pitchFamily="34" charset="-128"/>
            </a:endParaRPr>
          </a:p>
        </p:txBody>
      </p:sp>
      <p:sp>
        <p:nvSpPr>
          <p:cNvPr id="51" name="フローチャート: 書類 50">
            <a:extLst>
              <a:ext uri="{FF2B5EF4-FFF2-40B4-BE49-F238E27FC236}">
                <a16:creationId xmlns:a16="http://schemas.microsoft.com/office/drawing/2014/main" id="{7F90AB6A-2C73-4A8B-49D2-FB84C9A0CC31}"/>
              </a:ext>
            </a:extLst>
          </p:cNvPr>
          <p:cNvSpPr/>
          <p:nvPr/>
        </p:nvSpPr>
        <p:spPr>
          <a:xfrm>
            <a:off x="2907383" y="5410986"/>
            <a:ext cx="1207417" cy="411048"/>
          </a:xfrm>
          <a:prstGeom prst="flowChartDocument">
            <a:avLst/>
          </a:prstGeom>
          <a:solidFill>
            <a:schemeClr val="bg1"/>
          </a:solidFill>
          <a:ln w="952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latin typeface="Yu Gothic UI" panose="020B0500000000000000" pitchFamily="34" charset="-128"/>
              <a:ea typeface="Yu Gothic UI" panose="020B0500000000000000" pitchFamily="34" charset="-128"/>
            </a:endParaRPr>
          </a:p>
        </p:txBody>
      </p:sp>
      <p:sp>
        <p:nvSpPr>
          <p:cNvPr id="52" name="テキスト ボックス 51">
            <a:extLst>
              <a:ext uri="{FF2B5EF4-FFF2-40B4-BE49-F238E27FC236}">
                <a16:creationId xmlns:a16="http://schemas.microsoft.com/office/drawing/2014/main" id="{7EF7D679-2AB1-80F4-89B7-A004A6167C44}"/>
              </a:ext>
            </a:extLst>
          </p:cNvPr>
          <p:cNvSpPr txBox="1"/>
          <p:nvPr/>
        </p:nvSpPr>
        <p:spPr>
          <a:xfrm>
            <a:off x="2907383" y="5428757"/>
            <a:ext cx="1207417" cy="307777"/>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HTML/JSON</a:t>
            </a:r>
            <a:endParaRPr kumimoji="1" lang="ja-JP" altLang="en-US" sz="1400">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86077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98D47843-662C-4BF7-ADA9-45E6EBF1B1E2}"/>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1台ですべて動かす構成</a:t>
            </a:r>
            <a:r>
              <a:rPr lang="en-US" sz="2100" b="1">
                <a:solidFill>
                  <a:srgbClr val="1F2937"/>
                </a:solidFill>
                <a:latin typeface="Meiryo UI"/>
                <a:ea typeface="Meiryo UI"/>
                <a:cs typeface="Meiryo UI"/>
              </a:rPr>
              <a:t> (モノリシック構成)</a:t>
            </a:r>
            <a:endParaRPr sz="2100" b="1">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A141B04D-F80E-4F87-84B6-2AF292B7F12A}"/>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64A36ED4-CC04-472E-8819-80057C8FC27D}"/>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733E7D5-BCDC-4382-A851-22AA4ACB9F70}"/>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小規模な構成では Web、アプリケーション、DB を1台に同居させることもあり、まずはこの単純な形から役割の違いを見ていきます。</a:t>
            </a:r>
          </a:p>
        </p:txBody>
      </p:sp>
      <p:sp>
        <p:nvSpPr>
          <p:cNvPr id="6" name="正方形/長方形 5">
            <a:extLst>
              <a:ext uri="{FF2B5EF4-FFF2-40B4-BE49-F238E27FC236}">
                <a16:creationId xmlns:a16="http://schemas.microsoft.com/office/drawing/2014/main" id="{53B0C26C-9592-4310-BBAC-A92D7EE6B48E}"/>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sp>
        <p:nvSpPr>
          <p:cNvPr id="18" name="角丸四角形 17">
            <a:extLst>
              <a:ext uri="{FF2B5EF4-FFF2-40B4-BE49-F238E27FC236}">
                <a16:creationId xmlns:a16="http://schemas.microsoft.com/office/drawing/2014/main" id="{7DAED7F9-E6F7-53EE-BFAF-484F6997C9FA}"/>
              </a:ext>
            </a:extLst>
          </p:cNvPr>
          <p:cNvSpPr/>
          <p:nvPr/>
        </p:nvSpPr>
        <p:spPr>
          <a:xfrm>
            <a:off x="1225485" y="3186260"/>
            <a:ext cx="1809946" cy="2055044"/>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a:extLst>
              <a:ext uri="{FF2B5EF4-FFF2-40B4-BE49-F238E27FC236}">
                <a16:creationId xmlns:a16="http://schemas.microsoft.com/office/drawing/2014/main" id="{BC118EC9-3038-6830-C170-CBA64F0FEEFD}"/>
              </a:ext>
            </a:extLst>
          </p:cNvPr>
          <p:cNvSpPr/>
          <p:nvPr/>
        </p:nvSpPr>
        <p:spPr>
          <a:xfrm>
            <a:off x="1353532" y="4085685"/>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角丸四角形 19">
            <a:extLst>
              <a:ext uri="{FF2B5EF4-FFF2-40B4-BE49-F238E27FC236}">
                <a16:creationId xmlns:a16="http://schemas.microsoft.com/office/drawing/2014/main" id="{6C3F33D8-168D-48E6-19EA-B8413A2B9900}"/>
              </a:ext>
            </a:extLst>
          </p:cNvPr>
          <p:cNvSpPr/>
          <p:nvPr/>
        </p:nvSpPr>
        <p:spPr>
          <a:xfrm>
            <a:off x="1353532" y="3367726"/>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AE281034-C684-DBB7-2944-D9784C8E4F1B}"/>
              </a:ext>
            </a:extLst>
          </p:cNvPr>
          <p:cNvSpPr txBox="1"/>
          <p:nvPr/>
        </p:nvSpPr>
        <p:spPr>
          <a:xfrm>
            <a:off x="1461155" y="4803644"/>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クライアント</a:t>
            </a:r>
          </a:p>
        </p:txBody>
      </p:sp>
      <p:sp>
        <p:nvSpPr>
          <p:cNvPr id="22" name="テキスト ボックス 21">
            <a:extLst>
              <a:ext uri="{FF2B5EF4-FFF2-40B4-BE49-F238E27FC236}">
                <a16:creationId xmlns:a16="http://schemas.microsoft.com/office/drawing/2014/main" id="{1B746E0B-099F-9B08-8913-3AA94587B16E}"/>
              </a:ext>
            </a:extLst>
          </p:cNvPr>
          <p:cNvSpPr txBox="1"/>
          <p:nvPr/>
        </p:nvSpPr>
        <p:spPr>
          <a:xfrm>
            <a:off x="1461155" y="4174583"/>
            <a:ext cx="1338606"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OS</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3" name="テキスト ボックス 22">
            <a:extLst>
              <a:ext uri="{FF2B5EF4-FFF2-40B4-BE49-F238E27FC236}">
                <a16:creationId xmlns:a16="http://schemas.microsoft.com/office/drawing/2014/main" id="{DB330520-7285-E044-8D0C-3087AA5B61B5}"/>
              </a:ext>
            </a:extLst>
          </p:cNvPr>
          <p:cNvSpPr txBox="1"/>
          <p:nvPr/>
        </p:nvSpPr>
        <p:spPr>
          <a:xfrm>
            <a:off x="1461155" y="3461150"/>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pic>
        <p:nvPicPr>
          <p:cNvPr id="24" name="グラフィックス 23" descr="ユーザー 枠線">
            <a:extLst>
              <a:ext uri="{FF2B5EF4-FFF2-40B4-BE49-F238E27FC236}">
                <a16:creationId xmlns:a16="http://schemas.microsoft.com/office/drawing/2014/main" id="{401A921B-3F09-18D0-8DC5-B095A2342F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18195" y="2318896"/>
            <a:ext cx="582105" cy="582105"/>
          </a:xfrm>
          <a:prstGeom prst="rect">
            <a:avLst/>
          </a:prstGeom>
        </p:spPr>
      </p:pic>
      <p:sp>
        <p:nvSpPr>
          <p:cNvPr id="25" name="円/楕円 24">
            <a:extLst>
              <a:ext uri="{FF2B5EF4-FFF2-40B4-BE49-F238E27FC236}">
                <a16:creationId xmlns:a16="http://schemas.microsoft.com/office/drawing/2014/main" id="{18FF39C2-0E5E-FF95-06F9-8045A50416FE}"/>
              </a:ext>
            </a:extLst>
          </p:cNvPr>
          <p:cNvSpPr/>
          <p:nvPr/>
        </p:nvSpPr>
        <p:spPr>
          <a:xfrm>
            <a:off x="3337285" y="4174583"/>
            <a:ext cx="2507530" cy="1001002"/>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bg1"/>
                </a:solidFill>
                <a:latin typeface="Yu Gothic UI" panose="020B0500000000000000" pitchFamily="34" charset="-128"/>
                <a:ea typeface="Yu Gothic UI" panose="020B0500000000000000" pitchFamily="34" charset="-128"/>
              </a:rPr>
              <a:t>インターネット</a:t>
            </a:r>
          </a:p>
        </p:txBody>
      </p:sp>
      <p:sp>
        <p:nvSpPr>
          <p:cNvPr id="26" name="角丸四角形 25">
            <a:extLst>
              <a:ext uri="{FF2B5EF4-FFF2-40B4-BE49-F238E27FC236}">
                <a16:creationId xmlns:a16="http://schemas.microsoft.com/office/drawing/2014/main" id="{AB543DC0-7BD7-43E1-97B9-D127406899E7}"/>
              </a:ext>
            </a:extLst>
          </p:cNvPr>
          <p:cNvSpPr/>
          <p:nvPr/>
        </p:nvSpPr>
        <p:spPr>
          <a:xfrm>
            <a:off x="6213836" y="3226324"/>
            <a:ext cx="4624632" cy="2055044"/>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角丸四角形 26">
            <a:extLst>
              <a:ext uri="{FF2B5EF4-FFF2-40B4-BE49-F238E27FC236}">
                <a16:creationId xmlns:a16="http://schemas.microsoft.com/office/drawing/2014/main" id="{86810C81-4F94-48BD-BDEB-A04FD4DE2933}"/>
              </a:ext>
            </a:extLst>
          </p:cNvPr>
          <p:cNvSpPr/>
          <p:nvPr/>
        </p:nvSpPr>
        <p:spPr>
          <a:xfrm>
            <a:off x="6417298" y="3403098"/>
            <a:ext cx="1077012" cy="12387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8E49CD7A-03AC-313B-24D7-1AA381C087EF}"/>
              </a:ext>
            </a:extLst>
          </p:cNvPr>
          <p:cNvSpPr txBox="1"/>
          <p:nvPr/>
        </p:nvSpPr>
        <p:spPr>
          <a:xfrm>
            <a:off x="7438731" y="4818640"/>
            <a:ext cx="2174842"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p>
        </p:txBody>
      </p:sp>
      <p:sp>
        <p:nvSpPr>
          <p:cNvPr id="29" name="角丸四角形 28">
            <a:extLst>
              <a:ext uri="{FF2B5EF4-FFF2-40B4-BE49-F238E27FC236}">
                <a16:creationId xmlns:a16="http://schemas.microsoft.com/office/drawing/2014/main" id="{3492A1CA-4160-D480-557E-D5BEC13050DA}"/>
              </a:ext>
            </a:extLst>
          </p:cNvPr>
          <p:cNvSpPr/>
          <p:nvPr/>
        </p:nvSpPr>
        <p:spPr>
          <a:xfrm>
            <a:off x="7987646" y="3403120"/>
            <a:ext cx="1077012" cy="12387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角丸四角形 29">
            <a:extLst>
              <a:ext uri="{FF2B5EF4-FFF2-40B4-BE49-F238E27FC236}">
                <a16:creationId xmlns:a16="http://schemas.microsoft.com/office/drawing/2014/main" id="{8F3487FC-8B2E-0089-9FDD-0CE7D9007D30}"/>
              </a:ext>
            </a:extLst>
          </p:cNvPr>
          <p:cNvSpPr/>
          <p:nvPr/>
        </p:nvSpPr>
        <p:spPr>
          <a:xfrm>
            <a:off x="9556816" y="3419595"/>
            <a:ext cx="1077012" cy="12387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959DAF6F-13D9-AFDB-008C-9593DCA5EA2F}"/>
              </a:ext>
            </a:extLst>
          </p:cNvPr>
          <p:cNvSpPr txBox="1"/>
          <p:nvPr/>
        </p:nvSpPr>
        <p:spPr>
          <a:xfrm>
            <a:off x="6466248" y="3439549"/>
            <a:ext cx="950929" cy="646331"/>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Web</a:t>
            </a:r>
          </a:p>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サービス</a:t>
            </a:r>
          </a:p>
        </p:txBody>
      </p:sp>
      <p:sp>
        <p:nvSpPr>
          <p:cNvPr id="32" name="テキスト ボックス 31">
            <a:extLst>
              <a:ext uri="{FF2B5EF4-FFF2-40B4-BE49-F238E27FC236}">
                <a16:creationId xmlns:a16="http://schemas.microsoft.com/office/drawing/2014/main" id="{01080A7B-E99F-2E7B-EC5D-E48FDB7466D0}"/>
              </a:ext>
            </a:extLst>
          </p:cNvPr>
          <p:cNvSpPr txBox="1"/>
          <p:nvPr/>
        </p:nvSpPr>
        <p:spPr>
          <a:xfrm>
            <a:off x="8047790" y="3429000"/>
            <a:ext cx="930111" cy="646331"/>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AP</a:t>
            </a:r>
          </a:p>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サービス</a:t>
            </a:r>
          </a:p>
        </p:txBody>
      </p:sp>
      <p:sp>
        <p:nvSpPr>
          <p:cNvPr id="33" name="テキスト ボックス 32">
            <a:extLst>
              <a:ext uri="{FF2B5EF4-FFF2-40B4-BE49-F238E27FC236}">
                <a16:creationId xmlns:a16="http://schemas.microsoft.com/office/drawing/2014/main" id="{4B3D14C4-940F-27BA-6D29-71FA38572598}"/>
              </a:ext>
            </a:extLst>
          </p:cNvPr>
          <p:cNvSpPr txBox="1"/>
          <p:nvPr/>
        </p:nvSpPr>
        <p:spPr>
          <a:xfrm>
            <a:off x="9630560" y="3428999"/>
            <a:ext cx="929523" cy="646331"/>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DB</a:t>
            </a:r>
          </a:p>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サービス</a:t>
            </a:r>
          </a:p>
        </p:txBody>
      </p:sp>
      <p:cxnSp>
        <p:nvCxnSpPr>
          <p:cNvPr id="34" name="直線コネクタ 33">
            <a:extLst>
              <a:ext uri="{FF2B5EF4-FFF2-40B4-BE49-F238E27FC236}">
                <a16:creationId xmlns:a16="http://schemas.microsoft.com/office/drawing/2014/main" id="{90A484BB-A235-E484-1872-1132D32064EF}"/>
              </a:ext>
            </a:extLst>
          </p:cNvPr>
          <p:cNvCxnSpPr>
            <a:cxnSpLocks/>
          </p:cNvCxnSpPr>
          <p:nvPr/>
        </p:nvCxnSpPr>
        <p:spPr>
          <a:xfrm>
            <a:off x="2234153" y="3784315"/>
            <a:ext cx="0" cy="390268"/>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FC3C49DA-E67A-3069-D762-F2102A512EFE}"/>
              </a:ext>
            </a:extLst>
          </p:cNvPr>
          <p:cNvCxnSpPr>
            <a:cxnSpLocks/>
          </p:cNvCxnSpPr>
          <p:nvPr/>
        </p:nvCxnSpPr>
        <p:spPr>
          <a:xfrm>
            <a:off x="2234153" y="4153124"/>
            <a:ext cx="3861847"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B8E25BD0-5D2C-78CA-A019-1BEF046CABC4}"/>
              </a:ext>
            </a:extLst>
          </p:cNvPr>
          <p:cNvSpPr txBox="1"/>
          <p:nvPr/>
        </p:nvSpPr>
        <p:spPr>
          <a:xfrm>
            <a:off x="3404452" y="3738149"/>
            <a:ext cx="2338044" cy="307777"/>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HTTP </a:t>
            </a:r>
            <a:r>
              <a:rPr kumimoji="1" lang="ja-JP" altLang="en-US" sz="1400">
                <a:latin typeface="Yu Gothic UI" panose="020B0500000000000000" pitchFamily="34" charset="-128"/>
                <a:ea typeface="Yu Gothic UI" panose="020B0500000000000000" pitchFamily="34" charset="-128"/>
              </a:rPr>
              <a:t>リクエスト</a:t>
            </a:r>
          </a:p>
        </p:txBody>
      </p:sp>
      <p:cxnSp>
        <p:nvCxnSpPr>
          <p:cNvPr id="37" name="直線コネクタ 36">
            <a:extLst>
              <a:ext uri="{FF2B5EF4-FFF2-40B4-BE49-F238E27FC236}">
                <a16:creationId xmlns:a16="http://schemas.microsoft.com/office/drawing/2014/main" id="{4C905F71-D462-B933-38F2-37A5207677F0}"/>
              </a:ext>
            </a:extLst>
          </p:cNvPr>
          <p:cNvCxnSpPr>
            <a:cxnSpLocks/>
          </p:cNvCxnSpPr>
          <p:nvPr/>
        </p:nvCxnSpPr>
        <p:spPr>
          <a:xfrm>
            <a:off x="1818195" y="4475207"/>
            <a:ext cx="4277805" cy="0"/>
          </a:xfrm>
          <a:prstGeom prst="line">
            <a:avLst/>
          </a:prstGeom>
          <a:ln w="44450">
            <a:tailEnd type="none"/>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62E3E80A-3037-8DB5-3715-D8DE8355016A}"/>
              </a:ext>
            </a:extLst>
          </p:cNvPr>
          <p:cNvCxnSpPr>
            <a:cxnSpLocks/>
          </p:cNvCxnSpPr>
          <p:nvPr/>
        </p:nvCxnSpPr>
        <p:spPr>
          <a:xfrm>
            <a:off x="2234153" y="2969443"/>
            <a:ext cx="0" cy="590533"/>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33429478-DF25-5798-AF13-379A2DFF2D74}"/>
              </a:ext>
            </a:extLst>
          </p:cNvPr>
          <p:cNvSpPr txBox="1"/>
          <p:nvPr/>
        </p:nvSpPr>
        <p:spPr>
          <a:xfrm>
            <a:off x="2288258" y="2897801"/>
            <a:ext cx="651727" cy="307777"/>
          </a:xfrm>
          <a:prstGeom prst="rect">
            <a:avLst/>
          </a:prstGeom>
          <a:noFill/>
        </p:spPr>
        <p:txBody>
          <a:bodyPr wrap="square" rtlCol="0">
            <a:spAutoFit/>
          </a:bodyPr>
          <a:lstStyle/>
          <a:p>
            <a:r>
              <a:rPr kumimoji="1" lang="ja-JP" altLang="en-US" sz="1400">
                <a:latin typeface="Yu Gothic UI" panose="020B0500000000000000" pitchFamily="34" charset="-128"/>
                <a:ea typeface="Yu Gothic UI" panose="020B0500000000000000" pitchFamily="34" charset="-128"/>
              </a:rPr>
              <a:t>操作</a:t>
            </a:r>
          </a:p>
        </p:txBody>
      </p:sp>
      <p:cxnSp>
        <p:nvCxnSpPr>
          <p:cNvPr id="40" name="直線コネクタ 39">
            <a:extLst>
              <a:ext uri="{FF2B5EF4-FFF2-40B4-BE49-F238E27FC236}">
                <a16:creationId xmlns:a16="http://schemas.microsoft.com/office/drawing/2014/main" id="{205BB512-2B9D-EDDB-B316-D2A808C89E32}"/>
              </a:ext>
            </a:extLst>
          </p:cNvPr>
          <p:cNvCxnSpPr>
            <a:cxnSpLocks/>
          </p:cNvCxnSpPr>
          <p:nvPr/>
        </p:nvCxnSpPr>
        <p:spPr>
          <a:xfrm>
            <a:off x="1837049" y="3803169"/>
            <a:ext cx="0" cy="690892"/>
          </a:xfrm>
          <a:prstGeom prst="line">
            <a:avLst/>
          </a:prstGeom>
          <a:ln w="4445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12E1CFAC-D810-D74C-BF4C-2FF861CC9286}"/>
              </a:ext>
            </a:extLst>
          </p:cNvPr>
          <p:cNvCxnSpPr>
            <a:cxnSpLocks/>
          </p:cNvCxnSpPr>
          <p:nvPr/>
        </p:nvCxnSpPr>
        <p:spPr>
          <a:xfrm flipV="1">
            <a:off x="1826444" y="2936429"/>
            <a:ext cx="0" cy="52472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B865D029-542C-40F7-EA88-838398B6E83B}"/>
              </a:ext>
            </a:extLst>
          </p:cNvPr>
          <p:cNvSpPr txBox="1"/>
          <p:nvPr/>
        </p:nvSpPr>
        <p:spPr>
          <a:xfrm>
            <a:off x="596542" y="2905780"/>
            <a:ext cx="1181590" cy="523220"/>
          </a:xfrm>
          <a:prstGeom prst="rect">
            <a:avLst/>
          </a:prstGeom>
          <a:noFill/>
        </p:spPr>
        <p:txBody>
          <a:bodyPr wrap="square" rtlCol="0">
            <a:spAutoFit/>
          </a:bodyPr>
          <a:lstStyle/>
          <a:p>
            <a:pPr algn="r"/>
            <a:r>
              <a:rPr kumimoji="1" lang="ja-JP" altLang="en-US" sz="1400">
                <a:latin typeface="Yu Gothic UI" panose="020B0500000000000000" pitchFamily="34" charset="-128"/>
                <a:ea typeface="Yu Gothic UI" panose="020B0500000000000000" pitchFamily="34" charset="-128"/>
              </a:rPr>
              <a:t>画面描画等の反応</a:t>
            </a:r>
          </a:p>
        </p:txBody>
      </p:sp>
      <p:sp>
        <p:nvSpPr>
          <p:cNvPr id="43" name="テキスト ボックス 42">
            <a:extLst>
              <a:ext uri="{FF2B5EF4-FFF2-40B4-BE49-F238E27FC236}">
                <a16:creationId xmlns:a16="http://schemas.microsoft.com/office/drawing/2014/main" id="{29009C25-8C7C-0757-44C0-3BF30E406C37}"/>
              </a:ext>
            </a:extLst>
          </p:cNvPr>
          <p:cNvSpPr txBox="1"/>
          <p:nvPr/>
        </p:nvSpPr>
        <p:spPr>
          <a:xfrm>
            <a:off x="2094323" y="4571150"/>
            <a:ext cx="2338044" cy="307777"/>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HTTP </a:t>
            </a:r>
            <a:r>
              <a:rPr kumimoji="1" lang="ja-JP" altLang="en-US" sz="1400">
                <a:latin typeface="Yu Gothic UI" panose="020B0500000000000000" pitchFamily="34" charset="-128"/>
                <a:ea typeface="Yu Gothic UI" panose="020B0500000000000000" pitchFamily="34" charset="-128"/>
              </a:rPr>
              <a:t>レスポンス</a:t>
            </a:r>
          </a:p>
        </p:txBody>
      </p:sp>
      <p:sp>
        <p:nvSpPr>
          <p:cNvPr id="44" name="円形吹き出し 43">
            <a:extLst>
              <a:ext uri="{FF2B5EF4-FFF2-40B4-BE49-F238E27FC236}">
                <a16:creationId xmlns:a16="http://schemas.microsoft.com/office/drawing/2014/main" id="{C23137C2-24C4-2795-0DE6-535A17667E8D}"/>
              </a:ext>
            </a:extLst>
          </p:cNvPr>
          <p:cNvSpPr/>
          <p:nvPr/>
        </p:nvSpPr>
        <p:spPr>
          <a:xfrm>
            <a:off x="2109247" y="5281368"/>
            <a:ext cx="2858679" cy="614607"/>
          </a:xfrm>
          <a:prstGeom prst="wedgeEllipseCallout">
            <a:avLst>
              <a:gd name="adj1" fmla="val -12259"/>
              <a:gd name="adj2" fmla="val -11542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latin typeface="Yu Gothic UI" panose="020B0500000000000000" pitchFamily="34" charset="-128"/>
              <a:ea typeface="Yu Gothic UI" panose="020B0500000000000000" pitchFamily="34" charset="-128"/>
            </a:endParaRPr>
          </a:p>
        </p:txBody>
      </p:sp>
      <p:sp>
        <p:nvSpPr>
          <p:cNvPr id="45" name="フローチャート: 書類 44">
            <a:extLst>
              <a:ext uri="{FF2B5EF4-FFF2-40B4-BE49-F238E27FC236}">
                <a16:creationId xmlns:a16="http://schemas.microsoft.com/office/drawing/2014/main" id="{2DCECCD5-E2EC-A6BB-9D81-C887AA7C20F9}"/>
              </a:ext>
            </a:extLst>
          </p:cNvPr>
          <p:cNvSpPr/>
          <p:nvPr/>
        </p:nvSpPr>
        <p:spPr>
          <a:xfrm>
            <a:off x="2907383" y="5410986"/>
            <a:ext cx="1207417" cy="411048"/>
          </a:xfrm>
          <a:prstGeom prst="flowChartDocument">
            <a:avLst/>
          </a:prstGeom>
          <a:solidFill>
            <a:schemeClr val="bg1"/>
          </a:solidFill>
          <a:ln w="952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latin typeface="Yu Gothic UI" panose="020B0500000000000000" pitchFamily="34" charset="-128"/>
              <a:ea typeface="Yu Gothic UI" panose="020B0500000000000000" pitchFamily="34" charset="-128"/>
            </a:endParaRPr>
          </a:p>
        </p:txBody>
      </p:sp>
      <p:sp>
        <p:nvSpPr>
          <p:cNvPr id="46" name="テキスト ボックス 45">
            <a:extLst>
              <a:ext uri="{FF2B5EF4-FFF2-40B4-BE49-F238E27FC236}">
                <a16:creationId xmlns:a16="http://schemas.microsoft.com/office/drawing/2014/main" id="{1102B7F1-0B51-B0AF-4012-565B665E0422}"/>
              </a:ext>
            </a:extLst>
          </p:cNvPr>
          <p:cNvSpPr txBox="1"/>
          <p:nvPr/>
        </p:nvSpPr>
        <p:spPr>
          <a:xfrm>
            <a:off x="2907383" y="5428757"/>
            <a:ext cx="1207417" cy="307777"/>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HTML/JSON</a:t>
            </a:r>
            <a:endParaRPr kumimoji="1" lang="ja-JP" altLang="en-US" sz="1400">
              <a:latin typeface="Yu Gothic UI" panose="020B0500000000000000" pitchFamily="34" charset="-128"/>
              <a:ea typeface="Yu Gothic UI" panose="020B0500000000000000" pitchFamily="34" charset="-128"/>
            </a:endParaRPr>
          </a:p>
        </p:txBody>
      </p:sp>
      <p:sp>
        <p:nvSpPr>
          <p:cNvPr id="47" name="角丸四角形 46">
            <a:extLst>
              <a:ext uri="{FF2B5EF4-FFF2-40B4-BE49-F238E27FC236}">
                <a16:creationId xmlns:a16="http://schemas.microsoft.com/office/drawing/2014/main" id="{E3EE5A9F-F950-CC98-89AE-E998C9997F6B}"/>
              </a:ext>
            </a:extLst>
          </p:cNvPr>
          <p:cNvSpPr/>
          <p:nvPr/>
        </p:nvSpPr>
        <p:spPr>
          <a:xfrm>
            <a:off x="6034825" y="2969443"/>
            <a:ext cx="4956043" cy="276709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CC457A2F-ED49-708A-0F58-7CC0C6FF3A37}"/>
              </a:ext>
            </a:extLst>
          </p:cNvPr>
          <p:cNvSpPr txBox="1"/>
          <p:nvPr/>
        </p:nvSpPr>
        <p:spPr>
          <a:xfrm>
            <a:off x="7438731" y="5330465"/>
            <a:ext cx="2174842" cy="369332"/>
          </a:xfrm>
          <a:prstGeom prst="rect">
            <a:avLst/>
          </a:prstGeom>
          <a:noFill/>
        </p:spPr>
        <p:txBody>
          <a:bodyPr wrap="square" rtlCol="0">
            <a:spAutoFit/>
          </a:bodyPr>
          <a:lstStyle/>
          <a:p>
            <a:pPr algn="ctr"/>
            <a:r>
              <a:rPr kumimoji="1" lang="ja-JP" altLang="en-US" b="1" u="sng">
                <a:solidFill>
                  <a:srgbClr val="FF0000"/>
                </a:solidFill>
                <a:latin typeface="Yu Gothic UI" panose="020B0500000000000000" pitchFamily="34" charset="-128"/>
                <a:ea typeface="Yu Gothic UI" panose="020B0500000000000000" pitchFamily="34" charset="-128"/>
              </a:rPr>
              <a:t>サーバ</a:t>
            </a:r>
          </a:p>
        </p:txBody>
      </p:sp>
    </p:spTree>
    <p:extLst>
      <p:ext uri="{BB962C8B-B14F-4D97-AF65-F5344CB8AC3E}">
        <p14:creationId xmlns:p14="http://schemas.microsoft.com/office/powerpoint/2010/main" val="1186077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87A9E0FD-D66C-4878-846D-34598BEFDE91}"/>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モノリシック構成の利点と注意点</a:t>
            </a:r>
          </a:p>
        </p:txBody>
      </p:sp>
      <p:sp>
        <p:nvSpPr>
          <p:cNvPr id="2" name="正方形/長方形 1">
            <a:extLst>
              <a:ext uri="{FF2B5EF4-FFF2-40B4-BE49-F238E27FC236}">
                <a16:creationId xmlns:a16="http://schemas.microsoft.com/office/drawing/2014/main" id="{EC63FF04-2CCC-43DE-BD1C-A4DEB43FF490}"/>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AD470DC3-3434-4C42-AB6D-775B44DB78DD}"/>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07</a:t>
            </a:r>
          </a:p>
        </p:txBody>
      </p:sp>
      <p:sp>
        <p:nvSpPr>
          <p:cNvPr id="4" name="正方形/長方形 3">
            <a:extLst>
              <a:ext uri="{FF2B5EF4-FFF2-40B4-BE49-F238E27FC236}">
                <a16:creationId xmlns:a16="http://schemas.microsoft.com/office/drawing/2014/main" id="{65435B1B-A59B-441E-8E44-B43CA86FD85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5E2BA15-A867-47B0-8227-F9CAEFD4F4B8}"/>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1台にまとめた構成は始めやすい一方で、規模が大きくなると拡張、障害対応、変更範囲の分離が難しくなるため、利点と注意点をセットで確認します。</a:t>
            </a:r>
          </a:p>
        </p:txBody>
      </p:sp>
      <p:sp>
        <p:nvSpPr>
          <p:cNvPr id="6" name="正方形/長方形 5">
            <a:extLst>
              <a:ext uri="{FF2B5EF4-FFF2-40B4-BE49-F238E27FC236}">
                <a16:creationId xmlns:a16="http://schemas.microsoft.com/office/drawing/2014/main" id="{054A4194-564A-499B-9DD9-C13A86CBFA8E}"/>
              </a:ext>
            </a:extLst>
          </p:cNvPr>
          <p:cNvSpPr>
            <a:spLocks noGrp="1"/>
          </p:cNvSpPr>
          <p:nvPr/>
        </p:nvSpPr>
        <p:spPr>
          <a:xfrm>
            <a:off x="876300" y="2114550"/>
            <a:ext cx="3479800" cy="438150"/>
          </a:xfrm>
          <a:prstGeom prst="rect">
            <a:avLst/>
          </a:prstGeom>
          <a:solidFill>
            <a:srgbClr val="244A8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7" name="正方形/長方形 6">
            <a:extLst>
              <a:ext uri="{FF2B5EF4-FFF2-40B4-BE49-F238E27FC236}">
                <a16:creationId xmlns:a16="http://schemas.microsoft.com/office/drawing/2014/main" id="{8E8FA693-A916-4903-AB33-F078CAF0EA7E}"/>
              </a:ext>
            </a:extLst>
          </p:cNvPr>
          <p:cNvSpPr>
            <a:spLocks noGrp="1"/>
          </p:cNvSpPr>
          <p:nvPr/>
        </p:nvSpPr>
        <p:spPr>
          <a:xfrm>
            <a:off x="952500" y="2171700"/>
            <a:ext cx="33274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panose="020B0500000000000000" pitchFamily="34" charset="-128"/>
                <a:ea typeface="Yu Gothic UI" panose="020B0500000000000000" pitchFamily="34" charset="-128"/>
                <a:cs typeface="Yu Gothic UI"/>
              </a:rPr>
              <a:t>観点</a:t>
            </a:r>
          </a:p>
        </p:txBody>
      </p:sp>
      <p:sp>
        <p:nvSpPr>
          <p:cNvPr id="8" name="正方形/長方形 7">
            <a:extLst>
              <a:ext uri="{FF2B5EF4-FFF2-40B4-BE49-F238E27FC236}">
                <a16:creationId xmlns:a16="http://schemas.microsoft.com/office/drawing/2014/main" id="{F700DB19-EB0B-4C58-8873-7401D57C0D0A}"/>
              </a:ext>
            </a:extLst>
          </p:cNvPr>
          <p:cNvSpPr>
            <a:spLocks noGrp="1"/>
          </p:cNvSpPr>
          <p:nvPr/>
        </p:nvSpPr>
        <p:spPr>
          <a:xfrm>
            <a:off x="4356100" y="2114550"/>
            <a:ext cx="3479800" cy="438150"/>
          </a:xfrm>
          <a:prstGeom prst="rect">
            <a:avLst/>
          </a:prstGeom>
          <a:solidFill>
            <a:srgbClr val="244A8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9" name="正方形/長方形 8">
            <a:extLst>
              <a:ext uri="{FF2B5EF4-FFF2-40B4-BE49-F238E27FC236}">
                <a16:creationId xmlns:a16="http://schemas.microsoft.com/office/drawing/2014/main" id="{970CD62F-4C00-42B2-AF85-766FFBA08934}"/>
              </a:ext>
            </a:extLst>
          </p:cNvPr>
          <p:cNvSpPr>
            <a:spLocks noGrp="1"/>
          </p:cNvSpPr>
          <p:nvPr/>
        </p:nvSpPr>
        <p:spPr>
          <a:xfrm>
            <a:off x="4432300" y="2171700"/>
            <a:ext cx="33274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panose="020B0500000000000000" pitchFamily="34" charset="-128"/>
                <a:ea typeface="Yu Gothic UI" panose="020B0500000000000000" pitchFamily="34" charset="-128"/>
                <a:cs typeface="Yu Gothic UI"/>
              </a:rPr>
              <a:t>利点</a:t>
            </a:r>
          </a:p>
        </p:txBody>
      </p:sp>
      <p:sp>
        <p:nvSpPr>
          <p:cNvPr id="10" name="正方形/長方形 9">
            <a:extLst>
              <a:ext uri="{FF2B5EF4-FFF2-40B4-BE49-F238E27FC236}">
                <a16:creationId xmlns:a16="http://schemas.microsoft.com/office/drawing/2014/main" id="{25FF9212-E497-4847-8D8E-65BEEFD32C58}"/>
              </a:ext>
            </a:extLst>
          </p:cNvPr>
          <p:cNvSpPr>
            <a:spLocks noGrp="1"/>
          </p:cNvSpPr>
          <p:nvPr/>
        </p:nvSpPr>
        <p:spPr>
          <a:xfrm>
            <a:off x="7835900" y="2114550"/>
            <a:ext cx="3479800" cy="438150"/>
          </a:xfrm>
          <a:prstGeom prst="rect">
            <a:avLst/>
          </a:prstGeom>
          <a:solidFill>
            <a:srgbClr val="244A8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11" name="正方形/長方形 10">
            <a:extLst>
              <a:ext uri="{FF2B5EF4-FFF2-40B4-BE49-F238E27FC236}">
                <a16:creationId xmlns:a16="http://schemas.microsoft.com/office/drawing/2014/main" id="{8CC49470-AE30-446C-8167-BD5ED3707090}"/>
              </a:ext>
            </a:extLst>
          </p:cNvPr>
          <p:cNvSpPr>
            <a:spLocks noGrp="1"/>
          </p:cNvSpPr>
          <p:nvPr/>
        </p:nvSpPr>
        <p:spPr>
          <a:xfrm>
            <a:off x="7912100" y="2171700"/>
            <a:ext cx="33274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panose="020B0500000000000000" pitchFamily="34" charset="-128"/>
                <a:ea typeface="Yu Gothic UI" panose="020B0500000000000000" pitchFamily="34" charset="-128"/>
                <a:cs typeface="Yu Gothic UI"/>
              </a:rPr>
              <a:t>注意点</a:t>
            </a:r>
          </a:p>
        </p:txBody>
      </p:sp>
      <p:sp>
        <p:nvSpPr>
          <p:cNvPr id="12" name="正方形/長方形 11">
            <a:extLst>
              <a:ext uri="{FF2B5EF4-FFF2-40B4-BE49-F238E27FC236}">
                <a16:creationId xmlns:a16="http://schemas.microsoft.com/office/drawing/2014/main" id="{E790CF4F-1EAA-4D9F-A047-1172385C6E6C}"/>
              </a:ext>
            </a:extLst>
          </p:cNvPr>
          <p:cNvSpPr>
            <a:spLocks noGrp="1"/>
          </p:cNvSpPr>
          <p:nvPr/>
        </p:nvSpPr>
        <p:spPr>
          <a:xfrm>
            <a:off x="876300" y="2552700"/>
            <a:ext cx="3479800" cy="933450"/>
          </a:xfrm>
          <a:prstGeom prst="rect">
            <a:avLst/>
          </a:prstGeom>
          <a:solidFill>
            <a:srgbClr val="EAF1FB"/>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13" name="正方形/長方形 12">
            <a:extLst>
              <a:ext uri="{FF2B5EF4-FFF2-40B4-BE49-F238E27FC236}">
                <a16:creationId xmlns:a16="http://schemas.microsoft.com/office/drawing/2014/main" id="{D4B1FBB3-912D-4107-B9C9-150778F85685}"/>
              </a:ext>
            </a:extLst>
          </p:cNvPr>
          <p:cNvSpPr>
            <a:spLocks noGrp="1"/>
          </p:cNvSpPr>
          <p:nvPr/>
        </p:nvSpPr>
        <p:spPr>
          <a:xfrm>
            <a:off x="952500" y="26098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400" b="1">
                <a:solidFill>
                  <a:srgbClr val="344054"/>
                </a:solidFill>
                <a:latin typeface="Yu Gothic UI" panose="020B0500000000000000" pitchFamily="34" charset="-128"/>
                <a:ea typeface="Yu Gothic UI" panose="020B0500000000000000" pitchFamily="34" charset="-128"/>
                <a:cs typeface="Yu Gothic UI"/>
              </a:rPr>
              <a:t>構築</a:t>
            </a:r>
          </a:p>
        </p:txBody>
      </p:sp>
      <p:sp>
        <p:nvSpPr>
          <p:cNvPr id="14" name="正方形/長方形 13">
            <a:extLst>
              <a:ext uri="{FF2B5EF4-FFF2-40B4-BE49-F238E27FC236}">
                <a16:creationId xmlns:a16="http://schemas.microsoft.com/office/drawing/2014/main" id="{E98D0EB2-EEF8-406C-B225-237D9860646A}"/>
              </a:ext>
            </a:extLst>
          </p:cNvPr>
          <p:cNvSpPr>
            <a:spLocks noGrp="1"/>
          </p:cNvSpPr>
          <p:nvPr/>
        </p:nvSpPr>
        <p:spPr>
          <a:xfrm>
            <a:off x="4356100" y="2552700"/>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15" name="正方形/長方形 14">
            <a:extLst>
              <a:ext uri="{FF2B5EF4-FFF2-40B4-BE49-F238E27FC236}">
                <a16:creationId xmlns:a16="http://schemas.microsoft.com/office/drawing/2014/main" id="{DFF3EBC4-F647-46AC-8BE1-9C81840083BE}"/>
              </a:ext>
            </a:extLst>
          </p:cNvPr>
          <p:cNvSpPr>
            <a:spLocks noGrp="1"/>
          </p:cNvSpPr>
          <p:nvPr/>
        </p:nvSpPr>
        <p:spPr>
          <a:xfrm>
            <a:off x="4432300" y="26098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400" b="0">
                <a:solidFill>
                  <a:srgbClr val="344054"/>
                </a:solidFill>
                <a:latin typeface="Yu Gothic UI" panose="020B0500000000000000" pitchFamily="34" charset="-128"/>
                <a:ea typeface="Yu Gothic UI" panose="020B0500000000000000" pitchFamily="34" charset="-128"/>
                <a:cs typeface="Yu Gothic UI"/>
              </a:rPr>
              <a:t>必要なサーバやネットワーク構成が少ない。</a:t>
            </a:r>
          </a:p>
        </p:txBody>
      </p:sp>
      <p:sp>
        <p:nvSpPr>
          <p:cNvPr id="16" name="正方形/長方形 15">
            <a:extLst>
              <a:ext uri="{FF2B5EF4-FFF2-40B4-BE49-F238E27FC236}">
                <a16:creationId xmlns:a16="http://schemas.microsoft.com/office/drawing/2014/main" id="{BC1B1EEA-4437-4EF7-8B72-5DF5D6609325}"/>
              </a:ext>
            </a:extLst>
          </p:cNvPr>
          <p:cNvSpPr>
            <a:spLocks noGrp="1"/>
          </p:cNvSpPr>
          <p:nvPr/>
        </p:nvSpPr>
        <p:spPr>
          <a:xfrm>
            <a:off x="7835900" y="2552700"/>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17" name="正方形/長方形 16">
            <a:extLst>
              <a:ext uri="{FF2B5EF4-FFF2-40B4-BE49-F238E27FC236}">
                <a16:creationId xmlns:a16="http://schemas.microsoft.com/office/drawing/2014/main" id="{9ECE65F4-4E64-4999-B292-39AF2C8E2E81}"/>
              </a:ext>
            </a:extLst>
          </p:cNvPr>
          <p:cNvSpPr>
            <a:spLocks noGrp="1"/>
          </p:cNvSpPr>
          <p:nvPr/>
        </p:nvSpPr>
        <p:spPr>
          <a:xfrm>
            <a:off x="7912100" y="26098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400" b="0">
                <a:solidFill>
                  <a:srgbClr val="344054"/>
                </a:solidFill>
                <a:latin typeface="Yu Gothic UI" panose="020B0500000000000000" pitchFamily="34" charset="-128"/>
                <a:ea typeface="Yu Gothic UI" panose="020B0500000000000000" pitchFamily="34" charset="-128"/>
                <a:cs typeface="Yu Gothic UI"/>
              </a:rPr>
              <a:t>役割が同居するため、後から責任範囲を分けにくい。</a:t>
            </a:r>
          </a:p>
        </p:txBody>
      </p:sp>
      <p:sp>
        <p:nvSpPr>
          <p:cNvPr id="18" name="正方形/長方形 17">
            <a:extLst>
              <a:ext uri="{FF2B5EF4-FFF2-40B4-BE49-F238E27FC236}">
                <a16:creationId xmlns:a16="http://schemas.microsoft.com/office/drawing/2014/main" id="{04760074-F06E-4155-95AD-4B2B469700CC}"/>
              </a:ext>
            </a:extLst>
          </p:cNvPr>
          <p:cNvSpPr>
            <a:spLocks noGrp="1"/>
          </p:cNvSpPr>
          <p:nvPr/>
        </p:nvSpPr>
        <p:spPr>
          <a:xfrm>
            <a:off x="876300" y="3486150"/>
            <a:ext cx="3479800" cy="933450"/>
          </a:xfrm>
          <a:prstGeom prst="rect">
            <a:avLst/>
          </a:prstGeom>
          <a:solidFill>
            <a:srgbClr val="EAF1FB"/>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19" name="正方形/長方形 18">
            <a:extLst>
              <a:ext uri="{FF2B5EF4-FFF2-40B4-BE49-F238E27FC236}">
                <a16:creationId xmlns:a16="http://schemas.microsoft.com/office/drawing/2014/main" id="{A11A12ED-00B6-4AAD-8776-7B99ED60293C}"/>
              </a:ext>
            </a:extLst>
          </p:cNvPr>
          <p:cNvSpPr>
            <a:spLocks noGrp="1"/>
          </p:cNvSpPr>
          <p:nvPr/>
        </p:nvSpPr>
        <p:spPr>
          <a:xfrm>
            <a:off x="952500" y="354330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400" b="1">
                <a:solidFill>
                  <a:srgbClr val="344054"/>
                </a:solidFill>
                <a:latin typeface="Yu Gothic UI" panose="020B0500000000000000" pitchFamily="34" charset="-128"/>
                <a:ea typeface="Yu Gothic UI" panose="020B0500000000000000" pitchFamily="34" charset="-128"/>
                <a:cs typeface="Yu Gothic UI"/>
              </a:rPr>
              <a:t>通信</a:t>
            </a:r>
          </a:p>
        </p:txBody>
      </p:sp>
      <p:sp>
        <p:nvSpPr>
          <p:cNvPr id="20" name="正方形/長方形 19">
            <a:extLst>
              <a:ext uri="{FF2B5EF4-FFF2-40B4-BE49-F238E27FC236}">
                <a16:creationId xmlns:a16="http://schemas.microsoft.com/office/drawing/2014/main" id="{D6F1A014-967D-48B9-A2FD-D2742FF9141C}"/>
              </a:ext>
            </a:extLst>
          </p:cNvPr>
          <p:cNvSpPr>
            <a:spLocks noGrp="1"/>
          </p:cNvSpPr>
          <p:nvPr/>
        </p:nvSpPr>
        <p:spPr>
          <a:xfrm>
            <a:off x="4356100" y="3486150"/>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21" name="正方形/長方形 20">
            <a:extLst>
              <a:ext uri="{FF2B5EF4-FFF2-40B4-BE49-F238E27FC236}">
                <a16:creationId xmlns:a16="http://schemas.microsoft.com/office/drawing/2014/main" id="{46F57D05-242C-4780-B0FA-9369707CC43E}"/>
              </a:ext>
            </a:extLst>
          </p:cNvPr>
          <p:cNvSpPr>
            <a:spLocks noGrp="1"/>
          </p:cNvSpPr>
          <p:nvPr/>
        </p:nvSpPr>
        <p:spPr>
          <a:xfrm>
            <a:off x="4432300" y="354330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400" b="0">
                <a:solidFill>
                  <a:srgbClr val="344054"/>
                </a:solidFill>
                <a:latin typeface="Yu Gothic UI" panose="020B0500000000000000" pitchFamily="34" charset="-128"/>
                <a:ea typeface="Yu Gothic UI" panose="020B0500000000000000" pitchFamily="34" charset="-128"/>
                <a:cs typeface="Yu Gothic UI"/>
              </a:rPr>
              <a:t>同じサーバ内で処理できるため、経路が単純。</a:t>
            </a:r>
          </a:p>
        </p:txBody>
      </p:sp>
      <p:sp>
        <p:nvSpPr>
          <p:cNvPr id="22" name="正方形/長方形 21">
            <a:extLst>
              <a:ext uri="{FF2B5EF4-FFF2-40B4-BE49-F238E27FC236}">
                <a16:creationId xmlns:a16="http://schemas.microsoft.com/office/drawing/2014/main" id="{950F85BA-62E0-4BF7-97D7-E0E492CA1615}"/>
              </a:ext>
            </a:extLst>
          </p:cNvPr>
          <p:cNvSpPr>
            <a:spLocks noGrp="1"/>
          </p:cNvSpPr>
          <p:nvPr/>
        </p:nvSpPr>
        <p:spPr>
          <a:xfrm>
            <a:off x="7835900" y="3486150"/>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23" name="正方形/長方形 22">
            <a:extLst>
              <a:ext uri="{FF2B5EF4-FFF2-40B4-BE49-F238E27FC236}">
                <a16:creationId xmlns:a16="http://schemas.microsoft.com/office/drawing/2014/main" id="{47A60937-2718-4F4E-ACA7-07908A05AC8B}"/>
              </a:ext>
            </a:extLst>
          </p:cNvPr>
          <p:cNvSpPr>
            <a:spLocks noGrp="1"/>
          </p:cNvSpPr>
          <p:nvPr/>
        </p:nvSpPr>
        <p:spPr>
          <a:xfrm>
            <a:off x="7912100" y="354330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400" b="0">
                <a:solidFill>
                  <a:srgbClr val="344054"/>
                </a:solidFill>
                <a:latin typeface="Yu Gothic UI" panose="020B0500000000000000" pitchFamily="34" charset="-128"/>
                <a:ea typeface="Yu Gothic UI" panose="020B0500000000000000" pitchFamily="34" charset="-128"/>
                <a:cs typeface="Yu Gothic UI"/>
              </a:rPr>
              <a:t>障害が起きたとき、影響範囲が Web/AP/DB 全体へ広がりやすい。</a:t>
            </a:r>
          </a:p>
        </p:txBody>
      </p:sp>
      <p:sp>
        <p:nvSpPr>
          <p:cNvPr id="24" name="正方形/長方形 23">
            <a:extLst>
              <a:ext uri="{FF2B5EF4-FFF2-40B4-BE49-F238E27FC236}">
                <a16:creationId xmlns:a16="http://schemas.microsoft.com/office/drawing/2014/main" id="{D69198DF-D877-42C3-88B6-6C5A64F64DE7}"/>
              </a:ext>
            </a:extLst>
          </p:cNvPr>
          <p:cNvSpPr>
            <a:spLocks noGrp="1"/>
          </p:cNvSpPr>
          <p:nvPr/>
        </p:nvSpPr>
        <p:spPr>
          <a:xfrm>
            <a:off x="876300" y="4419600"/>
            <a:ext cx="3479800" cy="933450"/>
          </a:xfrm>
          <a:prstGeom prst="rect">
            <a:avLst/>
          </a:prstGeom>
          <a:solidFill>
            <a:srgbClr val="EAF1FB"/>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25" name="正方形/長方形 24">
            <a:extLst>
              <a:ext uri="{FF2B5EF4-FFF2-40B4-BE49-F238E27FC236}">
                <a16:creationId xmlns:a16="http://schemas.microsoft.com/office/drawing/2014/main" id="{E697D23B-20D3-4C8A-BD3F-15619512B972}"/>
              </a:ext>
            </a:extLst>
          </p:cNvPr>
          <p:cNvSpPr>
            <a:spLocks noGrp="1"/>
          </p:cNvSpPr>
          <p:nvPr/>
        </p:nvSpPr>
        <p:spPr>
          <a:xfrm>
            <a:off x="952500" y="44767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400" b="1">
                <a:solidFill>
                  <a:srgbClr val="344054"/>
                </a:solidFill>
                <a:latin typeface="Yu Gothic UI" panose="020B0500000000000000" pitchFamily="34" charset="-128"/>
                <a:ea typeface="Yu Gothic UI" panose="020B0500000000000000" pitchFamily="34" charset="-128"/>
                <a:cs typeface="Yu Gothic UI"/>
              </a:rPr>
              <a:t>運用</a:t>
            </a:r>
          </a:p>
        </p:txBody>
      </p:sp>
      <p:sp>
        <p:nvSpPr>
          <p:cNvPr id="26" name="正方形/長方形 25">
            <a:extLst>
              <a:ext uri="{FF2B5EF4-FFF2-40B4-BE49-F238E27FC236}">
                <a16:creationId xmlns:a16="http://schemas.microsoft.com/office/drawing/2014/main" id="{2C410093-25EA-487B-9F78-F86A121A44E2}"/>
              </a:ext>
            </a:extLst>
          </p:cNvPr>
          <p:cNvSpPr>
            <a:spLocks noGrp="1"/>
          </p:cNvSpPr>
          <p:nvPr/>
        </p:nvSpPr>
        <p:spPr>
          <a:xfrm>
            <a:off x="4356100" y="4419600"/>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27" name="正方形/長方形 26">
            <a:extLst>
              <a:ext uri="{FF2B5EF4-FFF2-40B4-BE49-F238E27FC236}">
                <a16:creationId xmlns:a16="http://schemas.microsoft.com/office/drawing/2014/main" id="{5183D80F-D5D3-4BC9-87D8-8D09E2BD5D19}"/>
              </a:ext>
            </a:extLst>
          </p:cNvPr>
          <p:cNvSpPr>
            <a:spLocks noGrp="1"/>
          </p:cNvSpPr>
          <p:nvPr/>
        </p:nvSpPr>
        <p:spPr>
          <a:xfrm>
            <a:off x="4432300" y="44767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400" b="0">
                <a:solidFill>
                  <a:srgbClr val="344054"/>
                </a:solidFill>
                <a:latin typeface="Yu Gothic UI" panose="020B0500000000000000" pitchFamily="34" charset="-128"/>
                <a:ea typeface="Yu Gothic UI" panose="020B0500000000000000" pitchFamily="34" charset="-128"/>
                <a:cs typeface="Yu Gothic UI"/>
              </a:rPr>
              <a:t>見る対象が少なく、初期学習で全体を追いやすい。</a:t>
            </a:r>
          </a:p>
        </p:txBody>
      </p:sp>
      <p:sp>
        <p:nvSpPr>
          <p:cNvPr id="28" name="正方形/長方形 27">
            <a:extLst>
              <a:ext uri="{FF2B5EF4-FFF2-40B4-BE49-F238E27FC236}">
                <a16:creationId xmlns:a16="http://schemas.microsoft.com/office/drawing/2014/main" id="{2E5BF79D-95B3-4C7A-8D99-8791ECDC5F81}"/>
              </a:ext>
            </a:extLst>
          </p:cNvPr>
          <p:cNvSpPr>
            <a:spLocks noGrp="1"/>
          </p:cNvSpPr>
          <p:nvPr/>
        </p:nvSpPr>
        <p:spPr>
          <a:xfrm>
            <a:off x="7835900" y="4419600"/>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29" name="正方形/長方形 28">
            <a:extLst>
              <a:ext uri="{FF2B5EF4-FFF2-40B4-BE49-F238E27FC236}">
                <a16:creationId xmlns:a16="http://schemas.microsoft.com/office/drawing/2014/main" id="{B4F4366C-D4BB-42E7-9A16-DA3846D73617}"/>
              </a:ext>
            </a:extLst>
          </p:cNvPr>
          <p:cNvSpPr>
            <a:spLocks noGrp="1"/>
          </p:cNvSpPr>
          <p:nvPr/>
        </p:nvSpPr>
        <p:spPr>
          <a:xfrm>
            <a:off x="7912100" y="44767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400" b="0">
                <a:solidFill>
                  <a:srgbClr val="344054"/>
                </a:solidFill>
                <a:latin typeface="Yu Gothic UI" panose="020B0500000000000000" pitchFamily="34" charset="-128"/>
                <a:ea typeface="Yu Gothic UI" panose="020B0500000000000000" pitchFamily="34" charset="-128"/>
                <a:cs typeface="Yu Gothic UI"/>
              </a:rPr>
              <a:t>規模が大きくなると、一部だけを拡張・変更しにくい。</a:t>
            </a:r>
          </a:p>
        </p:txBody>
      </p:sp>
      <p:sp>
        <p:nvSpPr>
          <p:cNvPr id="30" name="正方形/長方形 29">
            <a:extLst>
              <a:ext uri="{FF2B5EF4-FFF2-40B4-BE49-F238E27FC236}">
                <a16:creationId xmlns:a16="http://schemas.microsoft.com/office/drawing/2014/main" id="{26088C79-F70E-4791-952A-EFACE61691EA}"/>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7 / 32</a:t>
            </a:r>
          </a:p>
        </p:txBody>
      </p:sp>
    </p:spTree>
    <p:extLst>
      <p:ext uri="{BB962C8B-B14F-4D97-AF65-F5344CB8AC3E}">
        <p14:creationId xmlns:p14="http://schemas.microsoft.com/office/powerpoint/2010/main" val="1186077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0D3A15AF-985E-4E81-8ADD-BE9387164C3D}"/>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Web 3層アーキテクチャ</a:t>
            </a:r>
          </a:p>
        </p:txBody>
      </p:sp>
      <p:sp>
        <p:nvSpPr>
          <p:cNvPr id="2" name="正方形/長方形 1">
            <a:extLst>
              <a:ext uri="{FF2B5EF4-FFF2-40B4-BE49-F238E27FC236}">
                <a16:creationId xmlns:a16="http://schemas.microsoft.com/office/drawing/2014/main" id="{BFE0772A-75AD-4BD2-AA98-C51621765A59}"/>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EEBC56E4-B4CF-45F2-9562-1877BA50223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0785E404-AE36-4CE3-A072-EFE94A5030F3}"/>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Web 3層では、利用者に近い</a:t>
            </a:r>
            <a:r>
              <a:rPr lang="ja-JP" altLang="en-US" sz="1200" b="0">
                <a:solidFill>
                  <a:srgbClr val="344054"/>
                </a:solidFill>
                <a:latin typeface="Yu Gothic UI"/>
                <a:ea typeface="Yu Gothic UI"/>
                <a:cs typeface="Yu Gothic UI"/>
              </a:rPr>
              <a:t>リクエスト受け付け</a:t>
            </a:r>
            <a:r>
              <a:rPr sz="1200" b="0">
                <a:solidFill>
                  <a:srgbClr val="344054"/>
                </a:solidFill>
                <a:latin typeface="Yu Gothic UI"/>
                <a:ea typeface="Yu Gothic UI"/>
                <a:cs typeface="Yu Gothic UI"/>
              </a:rPr>
              <a:t>、業務処理、データ管理を分け、どの処理をどの層が担当するかを論理的な役割として整理します。</a:t>
            </a:r>
            <a:endParaRPr lang="en-US" sz="1200" b="0">
              <a:solidFill>
                <a:srgbClr val="344054"/>
              </a:solidFill>
              <a:latin typeface="Yu Gothic UI"/>
              <a:ea typeface="Yu Gothic UI"/>
              <a:cs typeface="Yu Gothic UI"/>
            </a:endParaRPr>
          </a:p>
          <a:p>
            <a:pPr>
              <a:defRPr sz="1200" b="0">
                <a:solidFill>
                  <a:srgbClr val="344054"/>
                </a:solidFill>
                <a:latin typeface="Yu Gothic UI"/>
                <a:ea typeface="Yu Gothic UI"/>
                <a:cs typeface="Yu Gothic UI"/>
              </a:defRPr>
            </a:pPr>
            <a:r>
              <a:rPr lang="ja-JP" altLang="en-US" sz="1200">
                <a:solidFill>
                  <a:srgbClr val="344054"/>
                </a:solidFill>
                <a:latin typeface="Yu Gothic UI"/>
                <a:ea typeface="Yu Gothic UI"/>
                <a:cs typeface="Yu Gothic UI"/>
              </a:rPr>
              <a:t>ブラウザーからの要求が </a:t>
            </a:r>
            <a:r>
              <a:rPr lang="en" altLang="ja-JP" sz="1200">
                <a:solidFill>
                  <a:srgbClr val="344054"/>
                </a:solidFill>
                <a:latin typeface="Yu Gothic UI"/>
                <a:ea typeface="Yu Gothic UI"/>
                <a:cs typeface="Yu Gothic UI"/>
              </a:rPr>
              <a:t>Web </a:t>
            </a:r>
            <a:r>
              <a:rPr lang="ja-JP" altLang="en-US" sz="1200">
                <a:solidFill>
                  <a:srgbClr val="344054"/>
                </a:solidFill>
                <a:latin typeface="Yu Gothic UI"/>
                <a:ea typeface="Yu Gothic UI"/>
                <a:cs typeface="Yu Gothic UI"/>
              </a:rPr>
              <a:t>層で受け付けられ、</a:t>
            </a:r>
            <a:r>
              <a:rPr lang="en" altLang="ja-JP" sz="1200">
                <a:solidFill>
                  <a:srgbClr val="344054"/>
                </a:solidFill>
                <a:latin typeface="Yu Gothic UI"/>
                <a:ea typeface="Yu Gothic UI"/>
                <a:cs typeface="Yu Gothic UI"/>
              </a:rPr>
              <a:t>AP </a:t>
            </a:r>
            <a:r>
              <a:rPr lang="ja-JP" altLang="en-US" sz="1200">
                <a:solidFill>
                  <a:srgbClr val="344054"/>
                </a:solidFill>
                <a:latin typeface="Yu Gothic UI"/>
                <a:ea typeface="Yu Gothic UI"/>
                <a:cs typeface="Yu Gothic UI"/>
              </a:rPr>
              <a:t>層で処理され、必要に応じて </a:t>
            </a:r>
            <a:r>
              <a:rPr lang="en" altLang="ja-JP" sz="1200">
                <a:solidFill>
                  <a:srgbClr val="344054"/>
                </a:solidFill>
                <a:latin typeface="Yu Gothic UI"/>
                <a:ea typeface="Yu Gothic UI"/>
                <a:cs typeface="Yu Gothic UI"/>
              </a:rPr>
              <a:t>DB </a:t>
            </a:r>
            <a:r>
              <a:rPr lang="ja-JP" altLang="en-US" sz="1200">
                <a:solidFill>
                  <a:srgbClr val="344054"/>
                </a:solidFill>
                <a:latin typeface="Yu Gothic UI"/>
                <a:ea typeface="Yu Gothic UI"/>
                <a:cs typeface="Yu Gothic UI"/>
              </a:rPr>
              <a:t>層を参照して結果が返る流れを順番に追ってみましょう。</a:t>
            </a:r>
          </a:p>
          <a:p>
            <a:pPr algn="l">
              <a:defRPr sz="1200" b="0">
                <a:solidFill>
                  <a:srgbClr val="344054"/>
                </a:solidFill>
                <a:latin typeface="Yu Gothic UI"/>
                <a:ea typeface="Yu Gothic UI"/>
                <a:cs typeface="Yu Gothic UI"/>
              </a:defRPr>
            </a:pPr>
            <a:endParaRPr sz="1200" b="0">
              <a:solidFill>
                <a:srgbClr val="344054"/>
              </a:solidFill>
              <a:latin typeface="Yu Gothic UI"/>
              <a:ea typeface="Yu Gothic UI"/>
              <a:cs typeface="Yu Gothic UI"/>
            </a:endParaRPr>
          </a:p>
        </p:txBody>
      </p:sp>
      <p:sp>
        <p:nvSpPr>
          <p:cNvPr id="6" name="正方形/長方形 5">
            <a:extLst>
              <a:ext uri="{FF2B5EF4-FFF2-40B4-BE49-F238E27FC236}">
                <a16:creationId xmlns:a16="http://schemas.microsoft.com/office/drawing/2014/main" id="{28886C4A-9286-430B-9636-1F6F2C1438C7}"/>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sp>
        <p:nvSpPr>
          <p:cNvPr id="10" name="角丸四角形 9">
            <a:extLst>
              <a:ext uri="{FF2B5EF4-FFF2-40B4-BE49-F238E27FC236}">
                <a16:creationId xmlns:a16="http://schemas.microsoft.com/office/drawing/2014/main" id="{3BC74F86-7E02-0559-B37A-720EE970CCCE}"/>
              </a:ext>
            </a:extLst>
          </p:cNvPr>
          <p:cNvSpPr/>
          <p:nvPr/>
        </p:nvSpPr>
        <p:spPr>
          <a:xfrm>
            <a:off x="4919201" y="2806262"/>
            <a:ext cx="6421244" cy="2475106"/>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11A77FB0-6FD5-72BD-B6DF-39B2B5B16353}"/>
              </a:ext>
            </a:extLst>
          </p:cNvPr>
          <p:cNvSpPr/>
          <p:nvPr/>
        </p:nvSpPr>
        <p:spPr>
          <a:xfrm>
            <a:off x="5084094" y="3158314"/>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AFA74C24-2632-AD21-18E0-F0E1D6BFE7F4}"/>
              </a:ext>
            </a:extLst>
          </p:cNvPr>
          <p:cNvSpPr txBox="1"/>
          <p:nvPr/>
        </p:nvSpPr>
        <p:spPr>
          <a:xfrm>
            <a:off x="6486997" y="4817679"/>
            <a:ext cx="2783674"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p>
        </p:txBody>
      </p:sp>
      <p:sp>
        <p:nvSpPr>
          <p:cNvPr id="13" name="角丸四角形 12">
            <a:extLst>
              <a:ext uri="{FF2B5EF4-FFF2-40B4-BE49-F238E27FC236}">
                <a16:creationId xmlns:a16="http://schemas.microsoft.com/office/drawing/2014/main" id="{C8AF80B2-0310-F80A-923C-F28A2796C31B}"/>
              </a:ext>
            </a:extLst>
          </p:cNvPr>
          <p:cNvSpPr/>
          <p:nvPr/>
        </p:nvSpPr>
        <p:spPr>
          <a:xfrm>
            <a:off x="7252679" y="3158314"/>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角丸四角形 13">
            <a:extLst>
              <a:ext uri="{FF2B5EF4-FFF2-40B4-BE49-F238E27FC236}">
                <a16:creationId xmlns:a16="http://schemas.microsoft.com/office/drawing/2014/main" id="{0D597BAD-7381-9C12-99F7-F2363EE34C16}"/>
              </a:ext>
            </a:extLst>
          </p:cNvPr>
          <p:cNvSpPr/>
          <p:nvPr/>
        </p:nvSpPr>
        <p:spPr>
          <a:xfrm>
            <a:off x="9421265" y="3158314"/>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C648C832-275D-7AAF-AD62-E75F8A034FE4}"/>
              </a:ext>
            </a:extLst>
          </p:cNvPr>
          <p:cNvSpPr txBox="1"/>
          <p:nvPr/>
        </p:nvSpPr>
        <p:spPr>
          <a:xfrm>
            <a:off x="5485786" y="3291276"/>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16" name="テキスト ボックス 15">
            <a:extLst>
              <a:ext uri="{FF2B5EF4-FFF2-40B4-BE49-F238E27FC236}">
                <a16:creationId xmlns:a16="http://schemas.microsoft.com/office/drawing/2014/main" id="{3875E3DD-1028-3FB4-C9A1-AC4AFC17C761}"/>
              </a:ext>
            </a:extLst>
          </p:cNvPr>
          <p:cNvSpPr txBox="1"/>
          <p:nvPr/>
        </p:nvSpPr>
        <p:spPr>
          <a:xfrm>
            <a:off x="7583646" y="3260524"/>
            <a:ext cx="1149035"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AP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17" name="テキスト ボックス 16">
            <a:extLst>
              <a:ext uri="{FF2B5EF4-FFF2-40B4-BE49-F238E27FC236}">
                <a16:creationId xmlns:a16="http://schemas.microsoft.com/office/drawing/2014/main" id="{FB627DA5-90F4-F17B-4BE5-592F66E9C20D}"/>
              </a:ext>
            </a:extLst>
          </p:cNvPr>
          <p:cNvSpPr txBox="1"/>
          <p:nvPr/>
        </p:nvSpPr>
        <p:spPr>
          <a:xfrm>
            <a:off x="9849024" y="3252454"/>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DB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20" name="角丸四角形 19">
            <a:extLst>
              <a:ext uri="{FF2B5EF4-FFF2-40B4-BE49-F238E27FC236}">
                <a16:creationId xmlns:a16="http://schemas.microsoft.com/office/drawing/2014/main" id="{0C08D619-3499-0037-555B-D19E5BDFE7F4}"/>
              </a:ext>
            </a:extLst>
          </p:cNvPr>
          <p:cNvSpPr/>
          <p:nvPr/>
        </p:nvSpPr>
        <p:spPr>
          <a:xfrm>
            <a:off x="1117861" y="3593470"/>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6E426487-4AC5-4B46-E4DF-6543078F4D96}"/>
              </a:ext>
            </a:extLst>
          </p:cNvPr>
          <p:cNvSpPr txBox="1"/>
          <p:nvPr/>
        </p:nvSpPr>
        <p:spPr>
          <a:xfrm>
            <a:off x="1225484" y="3686894"/>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cxnSp>
        <p:nvCxnSpPr>
          <p:cNvPr id="22" name="直線コネクタ 21">
            <a:extLst>
              <a:ext uri="{FF2B5EF4-FFF2-40B4-BE49-F238E27FC236}">
                <a16:creationId xmlns:a16="http://schemas.microsoft.com/office/drawing/2014/main" id="{1E0388E9-A91A-0387-D716-4FC882360446}"/>
              </a:ext>
            </a:extLst>
          </p:cNvPr>
          <p:cNvCxnSpPr>
            <a:cxnSpLocks/>
          </p:cNvCxnSpPr>
          <p:nvPr/>
        </p:nvCxnSpPr>
        <p:spPr>
          <a:xfrm>
            <a:off x="2770735" y="3722529"/>
            <a:ext cx="224432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DD622DC4-C17B-F8B1-7B91-660ED661B565}"/>
              </a:ext>
            </a:extLst>
          </p:cNvPr>
          <p:cNvSpPr txBox="1"/>
          <p:nvPr/>
        </p:nvSpPr>
        <p:spPr>
          <a:xfrm>
            <a:off x="3232722" y="3460635"/>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sp>
        <p:nvSpPr>
          <p:cNvPr id="25" name="テキスト ボックス 24">
            <a:extLst>
              <a:ext uri="{FF2B5EF4-FFF2-40B4-BE49-F238E27FC236}">
                <a16:creationId xmlns:a16="http://schemas.microsoft.com/office/drawing/2014/main" id="{CEC2A8C9-B2AA-588F-768B-82B46A533C41}"/>
              </a:ext>
            </a:extLst>
          </p:cNvPr>
          <p:cNvSpPr txBox="1"/>
          <p:nvPr/>
        </p:nvSpPr>
        <p:spPr>
          <a:xfrm>
            <a:off x="5088834" y="3762335"/>
            <a:ext cx="1708657" cy="769441"/>
          </a:xfrm>
          <a:prstGeom prst="rect">
            <a:avLst/>
          </a:prstGeom>
          <a:noFill/>
        </p:spPr>
        <p:txBody>
          <a:bodyPr wrap="square" rtlCol="0">
            <a:spAutoFit/>
          </a:bodyPr>
          <a:lstStyle/>
          <a:p>
            <a:pPr marL="171450" indent="-171450">
              <a:buFont typeface="Arial" panose="020B0604020202020204" pitchFamily="34" charset="0"/>
              <a:buChar char="•"/>
            </a:pP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リクエストの受付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リクエストごとに静的、動的レスポンスの判断</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レスポンスの返却</a:t>
            </a:r>
          </a:p>
        </p:txBody>
      </p:sp>
      <p:sp>
        <p:nvSpPr>
          <p:cNvPr id="27" name="テキスト ボックス 26">
            <a:extLst>
              <a:ext uri="{FF2B5EF4-FFF2-40B4-BE49-F238E27FC236}">
                <a16:creationId xmlns:a16="http://schemas.microsoft.com/office/drawing/2014/main" id="{2D676DDD-5BA2-7C79-55B2-3DA83AFA0E36}"/>
              </a:ext>
            </a:extLst>
          </p:cNvPr>
          <p:cNvSpPr txBox="1"/>
          <p:nvPr/>
        </p:nvSpPr>
        <p:spPr>
          <a:xfrm>
            <a:off x="7276143" y="3755354"/>
            <a:ext cx="1708657" cy="600164"/>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ビジネスロジック</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プログラム</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に従った処理による動的レスポンスの作成</a:t>
            </a:r>
          </a:p>
        </p:txBody>
      </p:sp>
      <p:cxnSp>
        <p:nvCxnSpPr>
          <p:cNvPr id="28" name="直線コネクタ 27">
            <a:extLst>
              <a:ext uri="{FF2B5EF4-FFF2-40B4-BE49-F238E27FC236}">
                <a16:creationId xmlns:a16="http://schemas.microsoft.com/office/drawing/2014/main" id="{0AAA6A12-FEAF-9668-1216-42A9F6FD8CE4}"/>
              </a:ext>
            </a:extLst>
          </p:cNvPr>
          <p:cNvCxnSpPr>
            <a:cxnSpLocks/>
          </p:cNvCxnSpPr>
          <p:nvPr/>
        </p:nvCxnSpPr>
        <p:spPr>
          <a:xfrm>
            <a:off x="6839680" y="3715175"/>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A58918F8-81AE-B77A-36E7-B18A442BD723}"/>
              </a:ext>
            </a:extLst>
          </p:cNvPr>
          <p:cNvSpPr txBox="1"/>
          <p:nvPr/>
        </p:nvSpPr>
        <p:spPr>
          <a:xfrm>
            <a:off x="6454097" y="3229721"/>
            <a:ext cx="1134795" cy="430887"/>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ビジネスロジック</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処理依頼</a:t>
            </a:r>
          </a:p>
        </p:txBody>
      </p:sp>
      <p:cxnSp>
        <p:nvCxnSpPr>
          <p:cNvPr id="31" name="直線コネクタ 30">
            <a:extLst>
              <a:ext uri="{FF2B5EF4-FFF2-40B4-BE49-F238E27FC236}">
                <a16:creationId xmlns:a16="http://schemas.microsoft.com/office/drawing/2014/main" id="{D4EA9F7B-D375-C850-EBB5-60B8D5415205}"/>
              </a:ext>
            </a:extLst>
          </p:cNvPr>
          <p:cNvCxnSpPr>
            <a:cxnSpLocks/>
          </p:cNvCxnSpPr>
          <p:nvPr/>
        </p:nvCxnSpPr>
        <p:spPr>
          <a:xfrm>
            <a:off x="9008266" y="3722529"/>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7681B111-A32D-3843-C646-D0CAB04CBE11}"/>
              </a:ext>
            </a:extLst>
          </p:cNvPr>
          <p:cNvSpPr txBox="1"/>
          <p:nvPr/>
        </p:nvSpPr>
        <p:spPr>
          <a:xfrm>
            <a:off x="8683727" y="3108663"/>
            <a:ext cx="1000958" cy="577081"/>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データ処理</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リクエスト</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 (CRUD</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操作</a:t>
            </a: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a:t>
            </a:r>
          </a:p>
        </p:txBody>
      </p:sp>
      <p:cxnSp>
        <p:nvCxnSpPr>
          <p:cNvPr id="33" name="直線コネクタ 32">
            <a:extLst>
              <a:ext uri="{FF2B5EF4-FFF2-40B4-BE49-F238E27FC236}">
                <a16:creationId xmlns:a16="http://schemas.microsoft.com/office/drawing/2014/main" id="{D808CCDF-8FF7-1129-CB40-99EDF96869BE}"/>
              </a:ext>
            </a:extLst>
          </p:cNvPr>
          <p:cNvCxnSpPr>
            <a:cxnSpLocks/>
          </p:cNvCxnSpPr>
          <p:nvPr/>
        </p:nvCxnSpPr>
        <p:spPr>
          <a:xfrm flipH="1">
            <a:off x="9008265" y="4233148"/>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6578F5E9-6B36-A1C0-9DC4-CF21E513AC80}"/>
              </a:ext>
            </a:extLst>
          </p:cNvPr>
          <p:cNvCxnSpPr>
            <a:cxnSpLocks/>
          </p:cNvCxnSpPr>
          <p:nvPr/>
        </p:nvCxnSpPr>
        <p:spPr>
          <a:xfrm flipH="1">
            <a:off x="6827174" y="4233148"/>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A4C44E6A-B13F-169F-E9E3-04043D18234C}"/>
              </a:ext>
            </a:extLst>
          </p:cNvPr>
          <p:cNvCxnSpPr>
            <a:cxnSpLocks/>
          </p:cNvCxnSpPr>
          <p:nvPr/>
        </p:nvCxnSpPr>
        <p:spPr>
          <a:xfrm flipH="1">
            <a:off x="2746050" y="4036472"/>
            <a:ext cx="226901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A828138B-7296-2F63-5ED4-6F3D7F5CE872}"/>
              </a:ext>
            </a:extLst>
          </p:cNvPr>
          <p:cNvSpPr txBox="1"/>
          <p:nvPr/>
        </p:nvSpPr>
        <p:spPr>
          <a:xfrm>
            <a:off x="3232721" y="4100038"/>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39" name="テキスト ボックス 38">
            <a:extLst>
              <a:ext uri="{FF2B5EF4-FFF2-40B4-BE49-F238E27FC236}">
                <a16:creationId xmlns:a16="http://schemas.microsoft.com/office/drawing/2014/main" id="{6DF629E2-9B5C-24ED-DA1F-311D94A3CEDA}"/>
              </a:ext>
            </a:extLst>
          </p:cNvPr>
          <p:cNvSpPr txBox="1"/>
          <p:nvPr/>
        </p:nvSpPr>
        <p:spPr>
          <a:xfrm>
            <a:off x="9397928" y="3735395"/>
            <a:ext cx="1708657" cy="938719"/>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データの永続化、保存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データの検索</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データの作成</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データの更新</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データの削除</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0" name="テキスト ボックス 39">
            <a:extLst>
              <a:ext uri="{FF2B5EF4-FFF2-40B4-BE49-F238E27FC236}">
                <a16:creationId xmlns:a16="http://schemas.microsoft.com/office/drawing/2014/main" id="{41A86033-48AC-CF5C-1C58-34413F76E5A8}"/>
              </a:ext>
            </a:extLst>
          </p:cNvPr>
          <p:cNvSpPr txBox="1"/>
          <p:nvPr/>
        </p:nvSpPr>
        <p:spPr>
          <a:xfrm>
            <a:off x="8863473" y="4295967"/>
            <a:ext cx="67809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a:t>
            </a:r>
          </a:p>
        </p:txBody>
      </p:sp>
      <p:sp>
        <p:nvSpPr>
          <p:cNvPr id="41" name="テキスト ボックス 40">
            <a:extLst>
              <a:ext uri="{FF2B5EF4-FFF2-40B4-BE49-F238E27FC236}">
                <a16:creationId xmlns:a16="http://schemas.microsoft.com/office/drawing/2014/main" id="{6E0D5380-6B45-10F3-6605-9B5FAA537000}"/>
              </a:ext>
            </a:extLst>
          </p:cNvPr>
          <p:cNvSpPr txBox="1"/>
          <p:nvPr/>
        </p:nvSpPr>
        <p:spPr>
          <a:xfrm>
            <a:off x="6727111" y="4306765"/>
            <a:ext cx="71962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sp>
        <p:nvSpPr>
          <p:cNvPr id="7" name="四角形吹き出し 6">
            <a:extLst>
              <a:ext uri="{FF2B5EF4-FFF2-40B4-BE49-F238E27FC236}">
                <a16:creationId xmlns:a16="http://schemas.microsoft.com/office/drawing/2014/main" id="{B8C8B695-CBB6-655D-57C7-AB277B30E901}"/>
              </a:ext>
            </a:extLst>
          </p:cNvPr>
          <p:cNvSpPr/>
          <p:nvPr/>
        </p:nvSpPr>
        <p:spPr>
          <a:xfrm>
            <a:off x="5015060" y="2148317"/>
            <a:ext cx="2908507" cy="791528"/>
          </a:xfrm>
          <a:prstGeom prst="wedgeRectCallout">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テキスト ボックス 17">
            <a:extLst>
              <a:ext uri="{FF2B5EF4-FFF2-40B4-BE49-F238E27FC236}">
                <a16:creationId xmlns:a16="http://schemas.microsoft.com/office/drawing/2014/main" id="{8692B55C-A6CE-A510-911E-79834AFAC89B}"/>
              </a:ext>
            </a:extLst>
          </p:cNvPr>
          <p:cNvSpPr txBox="1"/>
          <p:nvPr/>
        </p:nvSpPr>
        <p:spPr>
          <a:xfrm>
            <a:off x="5084094" y="2173416"/>
            <a:ext cx="2839473" cy="646331"/>
          </a:xfrm>
          <a:prstGeom prst="rect">
            <a:avLst/>
          </a:prstGeom>
          <a:noFill/>
        </p:spPr>
        <p:txBody>
          <a:bodyPr wrap="square" rtlCol="0">
            <a:spAutoFit/>
          </a:bodyPr>
          <a:lstStyle/>
          <a:p>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各層が単一、もしくは複数のサーバで構成される</a:t>
            </a:r>
          </a:p>
        </p:txBody>
      </p:sp>
    </p:spTree>
    <p:extLst>
      <p:ext uri="{BB962C8B-B14F-4D97-AF65-F5344CB8AC3E}">
        <p14:creationId xmlns:p14="http://schemas.microsoft.com/office/powerpoint/2010/main" val="1186077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7B959E47-B216-4CB3-9759-C849660C7CDE}"/>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dirty="0">
                <a:solidFill>
                  <a:srgbClr val="1F2937"/>
                </a:solidFill>
                <a:latin typeface="Meiryo UI"/>
                <a:ea typeface="Meiryo UI"/>
                <a:cs typeface="Meiryo UI"/>
              </a:rPr>
              <a:t>Web 3層の</a:t>
            </a:r>
            <a:r>
              <a:rPr lang="ja-JP" altLang="en-US" sz="2100" b="1">
                <a:solidFill>
                  <a:srgbClr val="1F2937"/>
                </a:solidFill>
                <a:latin typeface="Meiryo UI"/>
                <a:ea typeface="Meiryo UI"/>
                <a:cs typeface="Meiryo UI"/>
              </a:rPr>
              <a:t>利点</a:t>
            </a:r>
            <a:r>
              <a:rPr sz="2100" b="1" dirty="0" err="1">
                <a:solidFill>
                  <a:srgbClr val="1F2937"/>
                </a:solidFill>
                <a:latin typeface="Meiryo UI"/>
                <a:ea typeface="Meiryo UI"/>
                <a:cs typeface="Meiryo UI"/>
              </a:rPr>
              <a:t>と注意点</a:t>
            </a:r>
            <a:endParaRPr sz="2100"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CE18259F-AAB2-4172-BF9E-A1F603097201}"/>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575E2AEE-185F-405D-AB4A-8761EE3EE83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A39E346F-6DBA-46AE-82BD-5DBD30366559}"/>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層を分けると責任範囲や拡張単位を整理しやすくなりますが、その分だけ通信経路、認証、監視対象が増えることも理解します。</a:t>
            </a:r>
          </a:p>
        </p:txBody>
      </p:sp>
      <p:sp>
        <p:nvSpPr>
          <p:cNvPr id="18" name="正方形/長方形 17">
            <a:extLst>
              <a:ext uri="{FF2B5EF4-FFF2-40B4-BE49-F238E27FC236}">
                <a16:creationId xmlns:a16="http://schemas.microsoft.com/office/drawing/2014/main" id="{106C0161-D36F-F758-6BB0-EDC27D27805A}"/>
              </a:ext>
            </a:extLst>
          </p:cNvPr>
          <p:cNvSpPr>
            <a:spLocks noGrp="1"/>
          </p:cNvSpPr>
          <p:nvPr/>
        </p:nvSpPr>
        <p:spPr>
          <a:xfrm>
            <a:off x="685800" y="1871663"/>
            <a:ext cx="3479800" cy="438150"/>
          </a:xfrm>
          <a:prstGeom prst="rect">
            <a:avLst/>
          </a:prstGeom>
          <a:solidFill>
            <a:srgbClr val="244A8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19" name="正方形/長方形 18">
            <a:extLst>
              <a:ext uri="{FF2B5EF4-FFF2-40B4-BE49-F238E27FC236}">
                <a16:creationId xmlns:a16="http://schemas.microsoft.com/office/drawing/2014/main" id="{66FDABCA-2601-7AFA-0EF1-64915020C899}"/>
              </a:ext>
            </a:extLst>
          </p:cNvPr>
          <p:cNvSpPr>
            <a:spLocks noGrp="1"/>
          </p:cNvSpPr>
          <p:nvPr/>
        </p:nvSpPr>
        <p:spPr>
          <a:xfrm>
            <a:off x="762000" y="1928813"/>
            <a:ext cx="33274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panose="020B0500000000000000" pitchFamily="34" charset="-128"/>
                <a:ea typeface="Yu Gothic UI" panose="020B0500000000000000" pitchFamily="34" charset="-128"/>
                <a:cs typeface="Yu Gothic UI"/>
              </a:rPr>
              <a:t>観点</a:t>
            </a:r>
          </a:p>
        </p:txBody>
      </p:sp>
      <p:sp>
        <p:nvSpPr>
          <p:cNvPr id="20" name="正方形/長方形 19">
            <a:extLst>
              <a:ext uri="{FF2B5EF4-FFF2-40B4-BE49-F238E27FC236}">
                <a16:creationId xmlns:a16="http://schemas.microsoft.com/office/drawing/2014/main" id="{2AE43E92-CACF-CB57-D3FC-305BE47FB942}"/>
              </a:ext>
            </a:extLst>
          </p:cNvPr>
          <p:cNvSpPr>
            <a:spLocks noGrp="1"/>
          </p:cNvSpPr>
          <p:nvPr/>
        </p:nvSpPr>
        <p:spPr>
          <a:xfrm>
            <a:off x="4165600" y="1871663"/>
            <a:ext cx="3479800" cy="438150"/>
          </a:xfrm>
          <a:prstGeom prst="rect">
            <a:avLst/>
          </a:prstGeom>
          <a:solidFill>
            <a:srgbClr val="244A8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21" name="正方形/長方形 20">
            <a:extLst>
              <a:ext uri="{FF2B5EF4-FFF2-40B4-BE49-F238E27FC236}">
                <a16:creationId xmlns:a16="http://schemas.microsoft.com/office/drawing/2014/main" id="{CBA76784-362C-BEC9-EEC1-CDF5FD413B3E}"/>
              </a:ext>
            </a:extLst>
          </p:cNvPr>
          <p:cNvSpPr>
            <a:spLocks noGrp="1"/>
          </p:cNvSpPr>
          <p:nvPr/>
        </p:nvSpPr>
        <p:spPr>
          <a:xfrm>
            <a:off x="4241800" y="1928813"/>
            <a:ext cx="33274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panose="020B0500000000000000" pitchFamily="34" charset="-128"/>
                <a:ea typeface="Yu Gothic UI" panose="020B0500000000000000" pitchFamily="34" charset="-128"/>
                <a:cs typeface="Yu Gothic UI"/>
              </a:rPr>
              <a:t>利点</a:t>
            </a:r>
          </a:p>
        </p:txBody>
      </p:sp>
      <p:sp>
        <p:nvSpPr>
          <p:cNvPr id="22" name="正方形/長方形 21">
            <a:extLst>
              <a:ext uri="{FF2B5EF4-FFF2-40B4-BE49-F238E27FC236}">
                <a16:creationId xmlns:a16="http://schemas.microsoft.com/office/drawing/2014/main" id="{072BEB69-5027-9BB5-0C97-05BE05C8426B}"/>
              </a:ext>
            </a:extLst>
          </p:cNvPr>
          <p:cNvSpPr>
            <a:spLocks noGrp="1"/>
          </p:cNvSpPr>
          <p:nvPr/>
        </p:nvSpPr>
        <p:spPr>
          <a:xfrm>
            <a:off x="7645400" y="1871663"/>
            <a:ext cx="3479800" cy="438150"/>
          </a:xfrm>
          <a:prstGeom prst="rect">
            <a:avLst/>
          </a:prstGeom>
          <a:solidFill>
            <a:srgbClr val="244A8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23" name="正方形/長方形 22">
            <a:extLst>
              <a:ext uri="{FF2B5EF4-FFF2-40B4-BE49-F238E27FC236}">
                <a16:creationId xmlns:a16="http://schemas.microsoft.com/office/drawing/2014/main" id="{F71B5BC4-BBBB-42B6-D62B-1013722E9F10}"/>
              </a:ext>
            </a:extLst>
          </p:cNvPr>
          <p:cNvSpPr>
            <a:spLocks noGrp="1"/>
          </p:cNvSpPr>
          <p:nvPr/>
        </p:nvSpPr>
        <p:spPr>
          <a:xfrm>
            <a:off x="7721600" y="1928813"/>
            <a:ext cx="33274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panose="020B0500000000000000" pitchFamily="34" charset="-128"/>
                <a:ea typeface="Yu Gothic UI" panose="020B0500000000000000" pitchFamily="34" charset="-128"/>
                <a:cs typeface="Yu Gothic UI"/>
              </a:rPr>
              <a:t>注意点</a:t>
            </a:r>
          </a:p>
        </p:txBody>
      </p:sp>
      <p:sp>
        <p:nvSpPr>
          <p:cNvPr id="24" name="正方形/長方形 23">
            <a:extLst>
              <a:ext uri="{FF2B5EF4-FFF2-40B4-BE49-F238E27FC236}">
                <a16:creationId xmlns:a16="http://schemas.microsoft.com/office/drawing/2014/main" id="{058D936C-3C8A-7729-1F3F-979AF3BB9644}"/>
              </a:ext>
            </a:extLst>
          </p:cNvPr>
          <p:cNvSpPr>
            <a:spLocks noGrp="1"/>
          </p:cNvSpPr>
          <p:nvPr/>
        </p:nvSpPr>
        <p:spPr>
          <a:xfrm>
            <a:off x="685800" y="2309813"/>
            <a:ext cx="3479800" cy="933450"/>
          </a:xfrm>
          <a:prstGeom prst="rect">
            <a:avLst/>
          </a:prstGeom>
          <a:solidFill>
            <a:srgbClr val="EAF1FB"/>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25" name="正方形/長方形 24">
            <a:extLst>
              <a:ext uri="{FF2B5EF4-FFF2-40B4-BE49-F238E27FC236}">
                <a16:creationId xmlns:a16="http://schemas.microsoft.com/office/drawing/2014/main" id="{9702F672-FDB8-367C-7DD3-E6826C3B3BE0}"/>
              </a:ext>
            </a:extLst>
          </p:cNvPr>
          <p:cNvSpPr>
            <a:spLocks noGrp="1"/>
          </p:cNvSpPr>
          <p:nvPr/>
        </p:nvSpPr>
        <p:spPr>
          <a:xfrm>
            <a:off x="762000" y="2366963"/>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lang="ja-JP" altLang="en-US" sz="1400" b="1">
                <a:solidFill>
                  <a:srgbClr val="344054"/>
                </a:solidFill>
                <a:latin typeface="Yu Gothic UI" panose="020B0500000000000000" pitchFamily="34" charset="-128"/>
                <a:ea typeface="Yu Gothic UI" panose="020B0500000000000000" pitchFamily="34" charset="-128"/>
                <a:cs typeface="Yu Gothic UI"/>
              </a:rPr>
              <a:t>構成、設計</a:t>
            </a:r>
            <a:endParaRPr sz="1400" b="1" dirty="0">
              <a:solidFill>
                <a:srgbClr val="344054"/>
              </a:solidFill>
              <a:latin typeface="Yu Gothic UI" panose="020B0500000000000000" pitchFamily="34" charset="-128"/>
              <a:ea typeface="Yu Gothic UI" panose="020B0500000000000000" pitchFamily="34" charset="-128"/>
              <a:cs typeface="Yu Gothic UI"/>
            </a:endParaRPr>
          </a:p>
        </p:txBody>
      </p:sp>
      <p:sp>
        <p:nvSpPr>
          <p:cNvPr id="26" name="正方形/長方形 25">
            <a:extLst>
              <a:ext uri="{FF2B5EF4-FFF2-40B4-BE49-F238E27FC236}">
                <a16:creationId xmlns:a16="http://schemas.microsoft.com/office/drawing/2014/main" id="{4097916B-7C38-23D6-9C2C-A85EB24FDF61}"/>
              </a:ext>
            </a:extLst>
          </p:cNvPr>
          <p:cNvSpPr>
            <a:spLocks noGrp="1"/>
          </p:cNvSpPr>
          <p:nvPr/>
        </p:nvSpPr>
        <p:spPr>
          <a:xfrm>
            <a:off x="4165600" y="2309813"/>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27" name="正方形/長方形 26">
            <a:extLst>
              <a:ext uri="{FF2B5EF4-FFF2-40B4-BE49-F238E27FC236}">
                <a16:creationId xmlns:a16="http://schemas.microsoft.com/office/drawing/2014/main" id="{70F1C2B1-B3E3-4D39-ADE8-C97D557689C5}"/>
              </a:ext>
            </a:extLst>
          </p:cNvPr>
          <p:cNvSpPr>
            <a:spLocks noGrp="1"/>
          </p:cNvSpPr>
          <p:nvPr/>
        </p:nvSpPr>
        <p:spPr>
          <a:xfrm>
            <a:off x="4241800" y="2366963"/>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defRPr sz="810" b="0">
                <a:solidFill>
                  <a:srgbClr val="344054"/>
                </a:solidFill>
                <a:latin typeface="Yu Gothic UI"/>
                <a:ea typeface="Yu Gothic UI"/>
                <a:cs typeface="Yu Gothic UI"/>
              </a:defRPr>
            </a:pPr>
            <a:r>
              <a:rPr lang="ja-JP" altLang="en-US" sz="1400">
                <a:solidFill>
                  <a:srgbClr val="344054"/>
                </a:solidFill>
                <a:latin typeface="Yu Gothic UI"/>
                <a:ea typeface="Yu Gothic UI"/>
                <a:cs typeface="Yu Gothic UI"/>
              </a:rPr>
              <a:t>層ごとに役割を説明しやすい。</a:t>
            </a:r>
            <a:endParaRPr lang="en-US" altLang="ja-JP" sz="1400" dirty="0">
              <a:solidFill>
                <a:srgbClr val="344054"/>
              </a:solidFill>
              <a:latin typeface="Yu Gothic UI"/>
              <a:ea typeface="Yu Gothic UI"/>
              <a:cs typeface="Yu Gothic UI"/>
            </a:endParaRPr>
          </a:p>
        </p:txBody>
      </p:sp>
      <p:sp>
        <p:nvSpPr>
          <p:cNvPr id="28" name="正方形/長方形 27">
            <a:extLst>
              <a:ext uri="{FF2B5EF4-FFF2-40B4-BE49-F238E27FC236}">
                <a16:creationId xmlns:a16="http://schemas.microsoft.com/office/drawing/2014/main" id="{B3A23AB1-56B6-7F86-6284-F579EC5A6C7E}"/>
              </a:ext>
            </a:extLst>
          </p:cNvPr>
          <p:cNvSpPr>
            <a:spLocks noGrp="1"/>
          </p:cNvSpPr>
          <p:nvPr/>
        </p:nvSpPr>
        <p:spPr>
          <a:xfrm>
            <a:off x="7645400" y="2309813"/>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29" name="正方形/長方形 28">
            <a:extLst>
              <a:ext uri="{FF2B5EF4-FFF2-40B4-BE49-F238E27FC236}">
                <a16:creationId xmlns:a16="http://schemas.microsoft.com/office/drawing/2014/main" id="{14CD970D-724D-29E5-D56A-E2605B2C3D55}"/>
              </a:ext>
            </a:extLst>
          </p:cNvPr>
          <p:cNvSpPr>
            <a:spLocks noGrp="1"/>
          </p:cNvSpPr>
          <p:nvPr/>
        </p:nvSpPr>
        <p:spPr>
          <a:xfrm>
            <a:off x="7721600" y="2366963"/>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lang="ja-JP" altLang="en-US" sz="1400" b="0">
                <a:solidFill>
                  <a:srgbClr val="344054"/>
                </a:solidFill>
                <a:latin typeface="Yu Gothic UI" panose="020B0500000000000000" pitchFamily="34" charset="-128"/>
                <a:ea typeface="Yu Gothic UI" panose="020B0500000000000000" pitchFamily="34" charset="-128"/>
                <a:cs typeface="Yu Gothic UI"/>
              </a:rPr>
              <a:t>構成するサーバが増えることにより、コストの増大、管理性の複雑化を招く</a:t>
            </a:r>
            <a:endParaRPr sz="1400" b="0" dirty="0">
              <a:solidFill>
                <a:srgbClr val="344054"/>
              </a:solidFill>
              <a:latin typeface="Yu Gothic UI" panose="020B0500000000000000" pitchFamily="34" charset="-128"/>
              <a:ea typeface="Yu Gothic UI" panose="020B0500000000000000" pitchFamily="34" charset="-128"/>
              <a:cs typeface="Yu Gothic UI"/>
            </a:endParaRPr>
          </a:p>
        </p:txBody>
      </p:sp>
      <p:sp>
        <p:nvSpPr>
          <p:cNvPr id="30" name="正方形/長方形 29">
            <a:extLst>
              <a:ext uri="{FF2B5EF4-FFF2-40B4-BE49-F238E27FC236}">
                <a16:creationId xmlns:a16="http://schemas.microsoft.com/office/drawing/2014/main" id="{F3388847-5E2A-B792-42C4-95CA4A480CE6}"/>
              </a:ext>
            </a:extLst>
          </p:cNvPr>
          <p:cNvSpPr>
            <a:spLocks noGrp="1"/>
          </p:cNvSpPr>
          <p:nvPr/>
        </p:nvSpPr>
        <p:spPr>
          <a:xfrm>
            <a:off x="685800" y="3243263"/>
            <a:ext cx="3479800" cy="933450"/>
          </a:xfrm>
          <a:prstGeom prst="rect">
            <a:avLst/>
          </a:prstGeom>
          <a:solidFill>
            <a:srgbClr val="EAF1FB"/>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31" name="正方形/長方形 30">
            <a:extLst>
              <a:ext uri="{FF2B5EF4-FFF2-40B4-BE49-F238E27FC236}">
                <a16:creationId xmlns:a16="http://schemas.microsoft.com/office/drawing/2014/main" id="{425683A4-F4A2-BCC3-6C65-4653DF607457}"/>
              </a:ext>
            </a:extLst>
          </p:cNvPr>
          <p:cNvSpPr>
            <a:spLocks noGrp="1"/>
          </p:cNvSpPr>
          <p:nvPr/>
        </p:nvSpPr>
        <p:spPr>
          <a:xfrm>
            <a:off x="762000" y="3300413"/>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400" b="1">
                <a:solidFill>
                  <a:srgbClr val="344054"/>
                </a:solidFill>
                <a:latin typeface="Yu Gothic UI" panose="020B0500000000000000" pitchFamily="34" charset="-128"/>
                <a:ea typeface="Yu Gothic UI" panose="020B0500000000000000" pitchFamily="34" charset="-128"/>
                <a:cs typeface="Yu Gothic UI"/>
              </a:rPr>
              <a:t>通信</a:t>
            </a:r>
          </a:p>
        </p:txBody>
      </p:sp>
      <p:sp>
        <p:nvSpPr>
          <p:cNvPr id="32" name="正方形/長方形 31">
            <a:extLst>
              <a:ext uri="{FF2B5EF4-FFF2-40B4-BE49-F238E27FC236}">
                <a16:creationId xmlns:a16="http://schemas.microsoft.com/office/drawing/2014/main" id="{E90A0877-2EF4-3CE4-E224-42B79CE40B29}"/>
              </a:ext>
            </a:extLst>
          </p:cNvPr>
          <p:cNvSpPr>
            <a:spLocks noGrp="1"/>
          </p:cNvSpPr>
          <p:nvPr/>
        </p:nvSpPr>
        <p:spPr>
          <a:xfrm>
            <a:off x="4165600" y="3243263"/>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33" name="正方形/長方形 32">
            <a:extLst>
              <a:ext uri="{FF2B5EF4-FFF2-40B4-BE49-F238E27FC236}">
                <a16:creationId xmlns:a16="http://schemas.microsoft.com/office/drawing/2014/main" id="{08376137-E6D4-1E15-36B1-EFA6DEF0FF8E}"/>
              </a:ext>
            </a:extLst>
          </p:cNvPr>
          <p:cNvSpPr>
            <a:spLocks noGrp="1"/>
          </p:cNvSpPr>
          <p:nvPr/>
        </p:nvSpPr>
        <p:spPr>
          <a:xfrm>
            <a:off x="4241800" y="3300413"/>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lang="ja-JP" altLang="en-US" sz="1400">
                <a:solidFill>
                  <a:srgbClr val="344054"/>
                </a:solidFill>
                <a:latin typeface="Yu Gothic UI" panose="020B0500000000000000" pitchFamily="34" charset="-128"/>
                <a:ea typeface="Yu Gothic UI" panose="020B0500000000000000" pitchFamily="34" charset="-128"/>
                <a:cs typeface="Yu Gothic UI"/>
              </a:rPr>
              <a:t>複数台のサーバで負荷分散できる</a:t>
            </a:r>
            <a:endParaRPr sz="1400" b="0" dirty="0">
              <a:solidFill>
                <a:srgbClr val="344054"/>
              </a:solidFill>
              <a:latin typeface="Yu Gothic UI" panose="020B0500000000000000" pitchFamily="34" charset="-128"/>
              <a:ea typeface="Yu Gothic UI" panose="020B0500000000000000" pitchFamily="34" charset="-128"/>
              <a:cs typeface="Yu Gothic UI"/>
            </a:endParaRPr>
          </a:p>
        </p:txBody>
      </p:sp>
      <p:sp>
        <p:nvSpPr>
          <p:cNvPr id="34" name="正方形/長方形 33">
            <a:extLst>
              <a:ext uri="{FF2B5EF4-FFF2-40B4-BE49-F238E27FC236}">
                <a16:creationId xmlns:a16="http://schemas.microsoft.com/office/drawing/2014/main" id="{3347A837-537B-FF5D-395A-382C4828A586}"/>
              </a:ext>
            </a:extLst>
          </p:cNvPr>
          <p:cNvSpPr>
            <a:spLocks noGrp="1"/>
          </p:cNvSpPr>
          <p:nvPr/>
        </p:nvSpPr>
        <p:spPr>
          <a:xfrm>
            <a:off x="7645400" y="3243263"/>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35" name="正方形/長方形 34">
            <a:extLst>
              <a:ext uri="{FF2B5EF4-FFF2-40B4-BE49-F238E27FC236}">
                <a16:creationId xmlns:a16="http://schemas.microsoft.com/office/drawing/2014/main" id="{BC14AEAA-1C4B-539B-6BC0-29F91C39E350}"/>
              </a:ext>
            </a:extLst>
          </p:cNvPr>
          <p:cNvSpPr>
            <a:spLocks noGrp="1"/>
          </p:cNvSpPr>
          <p:nvPr/>
        </p:nvSpPr>
        <p:spPr>
          <a:xfrm>
            <a:off x="7721600" y="3300413"/>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defRPr sz="975" b="0">
                <a:solidFill>
                  <a:srgbClr val="344054"/>
                </a:solidFill>
                <a:latin typeface="Yu Gothic UI"/>
                <a:ea typeface="Yu Gothic UI"/>
                <a:cs typeface="Yu Gothic UI"/>
              </a:defRPr>
            </a:pPr>
            <a:r>
              <a:rPr lang="ja-JP" altLang="en-US" sz="1400">
                <a:solidFill>
                  <a:srgbClr val="344054"/>
                </a:solidFill>
                <a:latin typeface="Yu Gothic UI"/>
                <a:ea typeface="Yu Gothic UI"/>
                <a:cs typeface="Yu Gothic UI"/>
              </a:rPr>
              <a:t>ネットワークや認証の設計が必要になる。</a:t>
            </a:r>
            <a:endParaRPr lang="en-US" altLang="ja-JP" sz="1400" dirty="0">
              <a:solidFill>
                <a:srgbClr val="344054"/>
              </a:solidFill>
              <a:latin typeface="Yu Gothic UI"/>
              <a:ea typeface="Yu Gothic UI"/>
              <a:cs typeface="Yu Gothic UI"/>
            </a:endParaRPr>
          </a:p>
        </p:txBody>
      </p:sp>
      <p:sp>
        <p:nvSpPr>
          <p:cNvPr id="36" name="正方形/長方形 35">
            <a:extLst>
              <a:ext uri="{FF2B5EF4-FFF2-40B4-BE49-F238E27FC236}">
                <a16:creationId xmlns:a16="http://schemas.microsoft.com/office/drawing/2014/main" id="{F9DAD02A-AD7F-5F8D-8562-C640C401D6E6}"/>
              </a:ext>
            </a:extLst>
          </p:cNvPr>
          <p:cNvSpPr>
            <a:spLocks noGrp="1"/>
          </p:cNvSpPr>
          <p:nvPr/>
        </p:nvSpPr>
        <p:spPr>
          <a:xfrm>
            <a:off x="685800" y="4176713"/>
            <a:ext cx="3479800" cy="933450"/>
          </a:xfrm>
          <a:prstGeom prst="rect">
            <a:avLst/>
          </a:prstGeom>
          <a:solidFill>
            <a:srgbClr val="EAF1FB"/>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37" name="正方形/長方形 36">
            <a:extLst>
              <a:ext uri="{FF2B5EF4-FFF2-40B4-BE49-F238E27FC236}">
                <a16:creationId xmlns:a16="http://schemas.microsoft.com/office/drawing/2014/main" id="{405EF696-B243-EBA6-47B5-6F267CD82C7C}"/>
              </a:ext>
            </a:extLst>
          </p:cNvPr>
          <p:cNvSpPr>
            <a:spLocks noGrp="1"/>
          </p:cNvSpPr>
          <p:nvPr/>
        </p:nvSpPr>
        <p:spPr>
          <a:xfrm>
            <a:off x="762000" y="4233863"/>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400" b="1">
                <a:solidFill>
                  <a:srgbClr val="344054"/>
                </a:solidFill>
                <a:latin typeface="Yu Gothic UI" panose="020B0500000000000000" pitchFamily="34" charset="-128"/>
                <a:ea typeface="Yu Gothic UI" panose="020B0500000000000000" pitchFamily="34" charset="-128"/>
                <a:cs typeface="Yu Gothic UI"/>
              </a:rPr>
              <a:t>運用</a:t>
            </a:r>
          </a:p>
        </p:txBody>
      </p:sp>
      <p:sp>
        <p:nvSpPr>
          <p:cNvPr id="38" name="正方形/長方形 37">
            <a:extLst>
              <a:ext uri="{FF2B5EF4-FFF2-40B4-BE49-F238E27FC236}">
                <a16:creationId xmlns:a16="http://schemas.microsoft.com/office/drawing/2014/main" id="{2B61E80A-129C-6F72-3B3F-D1964E953D38}"/>
              </a:ext>
            </a:extLst>
          </p:cNvPr>
          <p:cNvSpPr>
            <a:spLocks noGrp="1"/>
          </p:cNvSpPr>
          <p:nvPr/>
        </p:nvSpPr>
        <p:spPr>
          <a:xfrm>
            <a:off x="4165600" y="4176713"/>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39" name="正方形/長方形 38">
            <a:extLst>
              <a:ext uri="{FF2B5EF4-FFF2-40B4-BE49-F238E27FC236}">
                <a16:creationId xmlns:a16="http://schemas.microsoft.com/office/drawing/2014/main" id="{9B3A7A5C-01D3-AB37-AE21-2079D2956257}"/>
              </a:ext>
            </a:extLst>
          </p:cNvPr>
          <p:cNvSpPr>
            <a:spLocks noGrp="1"/>
          </p:cNvSpPr>
          <p:nvPr/>
        </p:nvSpPr>
        <p:spPr>
          <a:xfrm>
            <a:off x="4241800" y="4233863"/>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defRPr sz="810" b="0">
                <a:solidFill>
                  <a:srgbClr val="344054"/>
                </a:solidFill>
                <a:latin typeface="Yu Gothic UI"/>
                <a:ea typeface="Yu Gothic UI"/>
                <a:cs typeface="Yu Gothic UI"/>
              </a:defRPr>
            </a:pPr>
            <a:r>
              <a:rPr lang="en" altLang="ja-JP" sz="1400" dirty="0">
                <a:solidFill>
                  <a:srgbClr val="344054"/>
                </a:solidFill>
                <a:latin typeface="Yu Gothic UI"/>
                <a:ea typeface="Yu Gothic UI"/>
                <a:cs typeface="Yu Gothic UI"/>
              </a:rPr>
              <a:t>Web</a:t>
            </a:r>
            <a:r>
              <a:rPr lang="ja-JP" altLang="en" sz="1400">
                <a:solidFill>
                  <a:srgbClr val="344054"/>
                </a:solidFill>
                <a:latin typeface="Yu Gothic UI"/>
                <a:ea typeface="Yu Gothic UI"/>
                <a:cs typeface="Yu Gothic UI"/>
              </a:rPr>
              <a:t>、</a:t>
            </a:r>
            <a:r>
              <a:rPr lang="en" altLang="ja-JP" sz="1400" dirty="0">
                <a:solidFill>
                  <a:srgbClr val="344054"/>
                </a:solidFill>
                <a:latin typeface="Yu Gothic UI"/>
                <a:ea typeface="Yu Gothic UI"/>
                <a:cs typeface="Yu Gothic UI"/>
              </a:rPr>
              <a:t>AP</a:t>
            </a:r>
            <a:r>
              <a:rPr lang="ja-JP" altLang="en" sz="1400">
                <a:solidFill>
                  <a:srgbClr val="344054"/>
                </a:solidFill>
                <a:latin typeface="Yu Gothic UI"/>
                <a:ea typeface="Yu Gothic UI"/>
                <a:cs typeface="Yu Gothic UI"/>
              </a:rPr>
              <a:t>、</a:t>
            </a:r>
            <a:r>
              <a:rPr lang="en" altLang="ja-JP" sz="1400" dirty="0">
                <a:solidFill>
                  <a:srgbClr val="344054"/>
                </a:solidFill>
                <a:latin typeface="Yu Gothic UI"/>
                <a:ea typeface="Yu Gothic UI"/>
                <a:cs typeface="Yu Gothic UI"/>
              </a:rPr>
              <a:t>DB </a:t>
            </a:r>
            <a:r>
              <a:rPr lang="ja-JP" altLang="en-US" sz="1400">
                <a:solidFill>
                  <a:srgbClr val="344054"/>
                </a:solidFill>
                <a:latin typeface="Yu Gothic UI"/>
                <a:ea typeface="Yu Gothic UI"/>
                <a:cs typeface="Yu Gothic UI"/>
              </a:rPr>
              <a:t>を別々に拡張しやすい</a:t>
            </a:r>
            <a:endParaRPr lang="en-US" altLang="ja-JP" sz="1400" dirty="0">
              <a:solidFill>
                <a:srgbClr val="344054"/>
              </a:solidFill>
              <a:latin typeface="Yu Gothic UI"/>
              <a:ea typeface="Yu Gothic UI"/>
              <a:cs typeface="Yu Gothic UI"/>
            </a:endParaRPr>
          </a:p>
          <a:p>
            <a:pPr>
              <a:defRPr sz="810" b="0">
                <a:solidFill>
                  <a:srgbClr val="344054"/>
                </a:solidFill>
                <a:latin typeface="Yu Gothic UI"/>
                <a:ea typeface="Yu Gothic UI"/>
                <a:cs typeface="Yu Gothic UI"/>
              </a:defRPr>
            </a:pPr>
            <a:r>
              <a:rPr lang="ja-JP" altLang="en-US" sz="1400">
                <a:solidFill>
                  <a:srgbClr val="344054"/>
                </a:solidFill>
                <a:latin typeface="Yu Gothic UI"/>
                <a:ea typeface="Yu Gothic UI"/>
                <a:cs typeface="Yu Gothic UI"/>
              </a:rPr>
              <a:t>担当範囲や変更範囲を分けやすい</a:t>
            </a:r>
            <a:endParaRPr lang="en-US" altLang="ja-JP" sz="1400" dirty="0">
              <a:solidFill>
                <a:srgbClr val="344054"/>
              </a:solidFill>
              <a:latin typeface="Yu Gothic UI"/>
              <a:ea typeface="Yu Gothic UI"/>
              <a:cs typeface="Yu Gothic UI"/>
            </a:endParaRPr>
          </a:p>
          <a:p>
            <a:pPr>
              <a:defRPr sz="810" b="0">
                <a:solidFill>
                  <a:srgbClr val="344054"/>
                </a:solidFill>
                <a:latin typeface="Yu Gothic UI"/>
                <a:ea typeface="Yu Gothic UI"/>
                <a:cs typeface="Yu Gothic UI"/>
              </a:defRPr>
            </a:pPr>
            <a:r>
              <a:rPr lang="ja-JP" altLang="en-US" sz="1400" b="0">
                <a:solidFill>
                  <a:srgbClr val="344054"/>
                </a:solidFill>
                <a:latin typeface="Yu Gothic UI" panose="020B0500000000000000" pitchFamily="34" charset="-128"/>
                <a:ea typeface="Yu Gothic UI" panose="020B0500000000000000" pitchFamily="34" charset="-128"/>
                <a:cs typeface="Yu Gothic UI"/>
              </a:rPr>
              <a:t>層ごとに信頼性を向上させやすい</a:t>
            </a:r>
            <a:endParaRPr sz="1400" b="0" dirty="0">
              <a:solidFill>
                <a:srgbClr val="344054"/>
              </a:solidFill>
              <a:latin typeface="Yu Gothic UI" panose="020B0500000000000000" pitchFamily="34" charset="-128"/>
              <a:ea typeface="Yu Gothic UI" panose="020B0500000000000000" pitchFamily="34" charset="-128"/>
              <a:cs typeface="Yu Gothic UI"/>
            </a:endParaRPr>
          </a:p>
        </p:txBody>
      </p:sp>
      <p:sp>
        <p:nvSpPr>
          <p:cNvPr id="40" name="正方形/長方形 39">
            <a:extLst>
              <a:ext uri="{FF2B5EF4-FFF2-40B4-BE49-F238E27FC236}">
                <a16:creationId xmlns:a16="http://schemas.microsoft.com/office/drawing/2014/main" id="{1F853871-5AE7-FB7E-819E-617D7DA8E8A1}"/>
              </a:ext>
            </a:extLst>
          </p:cNvPr>
          <p:cNvSpPr>
            <a:spLocks noGrp="1"/>
          </p:cNvSpPr>
          <p:nvPr/>
        </p:nvSpPr>
        <p:spPr>
          <a:xfrm>
            <a:off x="7645400" y="4176713"/>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41" name="正方形/長方形 40">
            <a:extLst>
              <a:ext uri="{FF2B5EF4-FFF2-40B4-BE49-F238E27FC236}">
                <a16:creationId xmlns:a16="http://schemas.microsoft.com/office/drawing/2014/main" id="{D6DA095F-071C-B943-4C6D-48133369A249}"/>
              </a:ext>
            </a:extLst>
          </p:cNvPr>
          <p:cNvSpPr>
            <a:spLocks noGrp="1"/>
          </p:cNvSpPr>
          <p:nvPr/>
        </p:nvSpPr>
        <p:spPr>
          <a:xfrm>
            <a:off x="7721600" y="4233863"/>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defRPr sz="810" b="0">
                <a:solidFill>
                  <a:srgbClr val="344054"/>
                </a:solidFill>
                <a:latin typeface="Yu Gothic UI"/>
                <a:ea typeface="Yu Gothic UI"/>
                <a:cs typeface="Yu Gothic UI"/>
              </a:defRPr>
            </a:pPr>
            <a:r>
              <a:rPr lang="ja-JP" altLang="en-US" sz="1400">
                <a:solidFill>
                  <a:srgbClr val="344054"/>
                </a:solidFill>
                <a:latin typeface="Yu Gothic UI"/>
                <a:ea typeface="Yu Gothic UI"/>
                <a:cs typeface="Yu Gothic UI"/>
              </a:rPr>
              <a:t>監視する対象が増える。</a:t>
            </a:r>
            <a:endParaRPr lang="en-US" altLang="ja-JP" sz="1400" dirty="0">
              <a:solidFill>
                <a:srgbClr val="344054"/>
              </a:solidFill>
              <a:latin typeface="Yu Gothic UI"/>
              <a:ea typeface="Yu Gothic UI"/>
              <a:cs typeface="Yu Gothic UI"/>
            </a:endParaRPr>
          </a:p>
          <a:p>
            <a:pPr>
              <a:defRPr sz="810" b="0">
                <a:solidFill>
                  <a:srgbClr val="344054"/>
                </a:solidFill>
                <a:latin typeface="Yu Gothic UI"/>
                <a:ea typeface="Yu Gothic UI"/>
                <a:cs typeface="Yu Gothic UI"/>
              </a:defRPr>
            </a:pPr>
            <a:r>
              <a:rPr lang="ja-JP" altLang="en-US" sz="1400">
                <a:solidFill>
                  <a:srgbClr val="344054"/>
                </a:solidFill>
                <a:latin typeface="Yu Gothic UI"/>
                <a:ea typeface="Yu Gothic UI"/>
                <a:cs typeface="Yu Gothic UI"/>
              </a:rPr>
              <a:t>障害時に通信経路を追う力が必要になる。</a:t>
            </a:r>
            <a:endParaRPr sz="1400" b="0" dirty="0">
              <a:solidFill>
                <a:srgbClr val="344054"/>
              </a:solidFill>
              <a:latin typeface="Yu Gothic UI" panose="020B0500000000000000" pitchFamily="34" charset="-128"/>
              <a:ea typeface="Yu Gothic UI" panose="020B0500000000000000" pitchFamily="34" charset="-128"/>
              <a:cs typeface="Yu Gothic UI"/>
            </a:endParaRPr>
          </a:p>
        </p:txBody>
      </p:sp>
      <p:sp>
        <p:nvSpPr>
          <p:cNvPr id="42" name="角丸四角形 41">
            <a:extLst>
              <a:ext uri="{FF2B5EF4-FFF2-40B4-BE49-F238E27FC236}">
                <a16:creationId xmlns:a16="http://schemas.microsoft.com/office/drawing/2014/main" id="{B67738CE-9125-DCE9-CC8D-D1A17906A9DA}"/>
              </a:ext>
            </a:extLst>
          </p:cNvPr>
          <p:cNvSpPr/>
          <p:nvPr/>
        </p:nvSpPr>
        <p:spPr>
          <a:xfrm>
            <a:off x="5250427" y="5765522"/>
            <a:ext cx="5572228" cy="83192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EC351E78-840F-6CBF-DE09-82DF414643E0}"/>
              </a:ext>
            </a:extLst>
          </p:cNvPr>
          <p:cNvSpPr txBox="1"/>
          <p:nvPr/>
        </p:nvSpPr>
        <p:spPr>
          <a:xfrm>
            <a:off x="5397911" y="5858946"/>
            <a:ext cx="5317122" cy="646331"/>
          </a:xfrm>
          <a:prstGeom prst="rect">
            <a:avLst/>
          </a:prstGeom>
          <a:noFill/>
        </p:spPr>
        <p:txBody>
          <a:bodyPr wrap="square" rtlCol="0">
            <a:spAutoFit/>
          </a:bodyPr>
          <a:lstStyle/>
          <a:p>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モノリシック構成との裏表の関係だが、拡張性、信頼性の観点で本番環境は</a:t>
            </a: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3</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層構成とすることが多い</a:t>
            </a:r>
          </a:p>
        </p:txBody>
      </p:sp>
    </p:spTree>
    <p:extLst>
      <p:ext uri="{BB962C8B-B14F-4D97-AF65-F5344CB8AC3E}">
        <p14:creationId xmlns:p14="http://schemas.microsoft.com/office/powerpoint/2010/main" val="1186077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7C10EF80-88DE-4B6F-9931-784C7F75F073}"/>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Web 層の役割</a:t>
            </a:r>
          </a:p>
        </p:txBody>
      </p:sp>
      <p:sp>
        <p:nvSpPr>
          <p:cNvPr id="2" name="正方形/長方形 1">
            <a:extLst>
              <a:ext uri="{FF2B5EF4-FFF2-40B4-BE49-F238E27FC236}">
                <a16:creationId xmlns:a16="http://schemas.microsoft.com/office/drawing/2014/main" id="{A19FD9A7-AFD7-4AD1-935B-107D37370556}"/>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2D2F2441-DBD3-4FCB-9755-E013101E274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5DC5369-7B21-4357-8A27-AB6F20303D19}"/>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Web 層は利用者から最初にアクセスされる入口であり、</a:t>
            </a:r>
            <a:r>
              <a:rPr lang="en" altLang="ja-JP" sz="1200">
                <a:solidFill>
                  <a:srgbClr val="344054"/>
                </a:solidFill>
                <a:latin typeface="Yu Gothic UI"/>
                <a:ea typeface="Yu Gothic UI"/>
                <a:cs typeface="Yu Gothic UI"/>
              </a:rPr>
              <a:t> HTTP/HTTPS </a:t>
            </a:r>
            <a:r>
              <a:rPr lang="ja-JP" altLang="en-US" sz="1200">
                <a:solidFill>
                  <a:srgbClr val="344054"/>
                </a:solidFill>
                <a:latin typeface="Yu Gothic UI"/>
                <a:ea typeface="Yu Gothic UI"/>
                <a:cs typeface="Yu Gothic UI"/>
              </a:rPr>
              <a:t>の受け付け、リクエストされた</a:t>
            </a:r>
            <a:r>
              <a:rPr lang="en-US" altLang="ja-JP" sz="1200">
                <a:solidFill>
                  <a:srgbClr val="344054"/>
                </a:solidFill>
                <a:latin typeface="Yu Gothic UI"/>
                <a:ea typeface="Yu Gothic UI"/>
                <a:cs typeface="Yu Gothic UI"/>
              </a:rPr>
              <a:t> HTTP </a:t>
            </a:r>
            <a:r>
              <a:rPr lang="ja-JP" altLang="en-US" sz="1200">
                <a:solidFill>
                  <a:srgbClr val="344054"/>
                </a:solidFill>
                <a:latin typeface="Yu Gothic UI"/>
                <a:ea typeface="Yu Gothic UI"/>
                <a:cs typeface="Yu Gothic UI"/>
              </a:rPr>
              <a:t>のメッセージに従って、</a:t>
            </a:r>
            <a:r>
              <a:rPr sz="1200" b="0">
                <a:solidFill>
                  <a:srgbClr val="344054"/>
                </a:solidFill>
                <a:latin typeface="Yu Gothic UI"/>
                <a:ea typeface="Yu Gothic UI"/>
                <a:cs typeface="Yu Gothic UI"/>
              </a:rPr>
              <a:t>静的ファイル</a:t>
            </a:r>
            <a:r>
              <a:rPr lang="ja-JP" altLang="en-US" sz="1200" b="0">
                <a:solidFill>
                  <a:srgbClr val="344054"/>
                </a:solidFill>
                <a:latin typeface="Yu Gothic UI"/>
                <a:ea typeface="Yu Gothic UI"/>
                <a:cs typeface="Yu Gothic UI"/>
              </a:rPr>
              <a:t>を配信するか</a:t>
            </a:r>
            <a:r>
              <a:rPr sz="1200" b="0">
                <a:solidFill>
                  <a:srgbClr val="344054"/>
                </a:solidFill>
                <a:latin typeface="Yu Gothic UI"/>
                <a:ea typeface="Yu Gothic UI"/>
                <a:cs typeface="Yu Gothic UI"/>
              </a:rPr>
              <a:t>、AP 層</a:t>
            </a:r>
            <a:r>
              <a:rPr lang="ja-JP" altLang="en-US" sz="1200" b="0">
                <a:solidFill>
                  <a:srgbClr val="344054"/>
                </a:solidFill>
                <a:latin typeface="Yu Gothic UI"/>
                <a:ea typeface="Yu Gothic UI"/>
                <a:cs typeface="Yu Gothic UI"/>
              </a:rPr>
              <a:t>で</a:t>
            </a:r>
            <a:r>
              <a:rPr lang="ja-JP" altLang="en-US" sz="1200">
                <a:solidFill>
                  <a:srgbClr val="344054"/>
                </a:solidFill>
                <a:latin typeface="Yu Gothic UI"/>
                <a:ea typeface="Yu Gothic UI"/>
                <a:cs typeface="Yu Gothic UI"/>
              </a:rPr>
              <a:t>作成した</a:t>
            </a:r>
            <a:r>
              <a:rPr lang="ja-JP" altLang="en-US" sz="1200" b="0">
                <a:solidFill>
                  <a:srgbClr val="344054"/>
                </a:solidFill>
                <a:latin typeface="Yu Gothic UI"/>
                <a:ea typeface="Yu Gothic UI"/>
                <a:cs typeface="Yu Gothic UI"/>
              </a:rPr>
              <a:t>動的レスポンスを返すかの依頼を判断し、レスポンスを</a:t>
            </a:r>
            <a:r>
              <a:rPr sz="1200" b="0">
                <a:solidFill>
                  <a:srgbClr val="344054"/>
                </a:solidFill>
                <a:latin typeface="Yu Gothic UI"/>
                <a:ea typeface="Yu Gothic UI"/>
                <a:cs typeface="Yu Gothic UI"/>
              </a:rPr>
              <a:t>などを担当します。</a:t>
            </a:r>
          </a:p>
        </p:txBody>
      </p:sp>
      <p:sp>
        <p:nvSpPr>
          <p:cNvPr id="11" name="正方形/長方形 10">
            <a:extLst>
              <a:ext uri="{FF2B5EF4-FFF2-40B4-BE49-F238E27FC236}">
                <a16:creationId xmlns:a16="http://schemas.microsoft.com/office/drawing/2014/main" id="{4EB824D1-8791-EC15-8A64-F618CF5B6577}"/>
              </a:ext>
            </a:extLst>
          </p:cNvPr>
          <p:cNvSpPr>
            <a:spLocks noGrp="1"/>
          </p:cNvSpPr>
          <p:nvPr/>
        </p:nvSpPr>
        <p:spPr>
          <a:xfrm>
            <a:off x="685800" y="2831797"/>
            <a:ext cx="10820400" cy="3857625"/>
          </a:xfrm>
          <a:prstGeom prst="rect">
            <a:avLst/>
          </a:prstGeom>
          <a:solidFill>
            <a:srgbClr val="FFFFFF"/>
          </a:solidFill>
          <a:ln w="9525">
            <a:solidFill>
              <a:srgbClr val="D0D5DD"/>
            </a:solidFill>
            <a:prstDash val="solid"/>
          </a:ln>
        </p:spPr>
        <p:txBody>
          <a:bodyPr/>
          <a:lstStyle/>
          <a:p>
            <a:endParaRPr lang="ja-JP" altLang="en-US"/>
          </a:p>
        </p:txBody>
      </p:sp>
      <p:sp>
        <p:nvSpPr>
          <p:cNvPr id="12" name="角丸四角形 11">
            <a:extLst>
              <a:ext uri="{FF2B5EF4-FFF2-40B4-BE49-F238E27FC236}">
                <a16:creationId xmlns:a16="http://schemas.microsoft.com/office/drawing/2014/main" id="{193AA5D8-199F-7E78-442C-7AFFBFB27BAD}"/>
              </a:ext>
            </a:extLst>
          </p:cNvPr>
          <p:cNvSpPr/>
          <p:nvPr/>
        </p:nvSpPr>
        <p:spPr>
          <a:xfrm>
            <a:off x="5516714" y="3956142"/>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9C354603-EFB3-477F-1FE4-8F305B5BD076}"/>
              </a:ext>
            </a:extLst>
          </p:cNvPr>
          <p:cNvSpPr txBox="1"/>
          <p:nvPr/>
        </p:nvSpPr>
        <p:spPr>
          <a:xfrm>
            <a:off x="5738654" y="4072314"/>
            <a:ext cx="1311706" cy="369332"/>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14" name="角丸四角形 13">
            <a:extLst>
              <a:ext uri="{FF2B5EF4-FFF2-40B4-BE49-F238E27FC236}">
                <a16:creationId xmlns:a16="http://schemas.microsoft.com/office/drawing/2014/main" id="{44702782-EDBF-E647-A000-32790C3F5A55}"/>
              </a:ext>
            </a:extLst>
          </p:cNvPr>
          <p:cNvSpPr/>
          <p:nvPr/>
        </p:nvSpPr>
        <p:spPr>
          <a:xfrm>
            <a:off x="1550481" y="4391298"/>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18072C78-E7E5-304C-7934-6661EF6C58B6}"/>
              </a:ext>
            </a:extLst>
          </p:cNvPr>
          <p:cNvSpPr txBox="1"/>
          <p:nvPr/>
        </p:nvSpPr>
        <p:spPr>
          <a:xfrm>
            <a:off x="1658104" y="4484722"/>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cxnSp>
        <p:nvCxnSpPr>
          <p:cNvPr id="16" name="直線コネクタ 15">
            <a:extLst>
              <a:ext uri="{FF2B5EF4-FFF2-40B4-BE49-F238E27FC236}">
                <a16:creationId xmlns:a16="http://schemas.microsoft.com/office/drawing/2014/main" id="{A8CE8483-C1E8-09EB-1889-6AB525995683}"/>
              </a:ext>
            </a:extLst>
          </p:cNvPr>
          <p:cNvCxnSpPr>
            <a:cxnSpLocks/>
          </p:cNvCxnSpPr>
          <p:nvPr/>
        </p:nvCxnSpPr>
        <p:spPr>
          <a:xfrm>
            <a:off x="3203355" y="4520357"/>
            <a:ext cx="224432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5B7935D1-960A-062A-C62F-B48AA4EA2399}"/>
              </a:ext>
            </a:extLst>
          </p:cNvPr>
          <p:cNvSpPr txBox="1"/>
          <p:nvPr/>
        </p:nvSpPr>
        <p:spPr>
          <a:xfrm>
            <a:off x="3665342" y="4258463"/>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sp>
        <p:nvSpPr>
          <p:cNvPr id="18" name="テキスト ボックス 17">
            <a:extLst>
              <a:ext uri="{FF2B5EF4-FFF2-40B4-BE49-F238E27FC236}">
                <a16:creationId xmlns:a16="http://schemas.microsoft.com/office/drawing/2014/main" id="{EBEDC6D4-6681-8F6D-D0B2-0947FB1E7AC2}"/>
              </a:ext>
            </a:extLst>
          </p:cNvPr>
          <p:cNvSpPr txBox="1"/>
          <p:nvPr/>
        </p:nvSpPr>
        <p:spPr>
          <a:xfrm>
            <a:off x="5521454" y="4560163"/>
            <a:ext cx="1708657" cy="769441"/>
          </a:xfrm>
          <a:prstGeom prst="rect">
            <a:avLst/>
          </a:prstGeom>
          <a:noFill/>
        </p:spPr>
        <p:txBody>
          <a:bodyPr wrap="square" rtlCol="0">
            <a:spAutoFit/>
          </a:bodyPr>
          <a:lstStyle/>
          <a:p>
            <a:pPr marL="171450" indent="-171450">
              <a:buFont typeface="Arial" panose="020B0604020202020204" pitchFamily="34" charset="0"/>
              <a:buChar char="•"/>
            </a:pP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リクエストの受付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リクエストごとに静的、動的レスポンスの判断</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レスポンスの返却</a:t>
            </a:r>
          </a:p>
        </p:txBody>
      </p:sp>
      <p:cxnSp>
        <p:nvCxnSpPr>
          <p:cNvPr id="19" name="直線コネクタ 18">
            <a:extLst>
              <a:ext uri="{FF2B5EF4-FFF2-40B4-BE49-F238E27FC236}">
                <a16:creationId xmlns:a16="http://schemas.microsoft.com/office/drawing/2014/main" id="{FECB3193-77E5-CCF2-7F67-1A902D699AE5}"/>
              </a:ext>
            </a:extLst>
          </p:cNvPr>
          <p:cNvCxnSpPr>
            <a:cxnSpLocks/>
          </p:cNvCxnSpPr>
          <p:nvPr/>
        </p:nvCxnSpPr>
        <p:spPr>
          <a:xfrm flipH="1">
            <a:off x="3178670" y="4834300"/>
            <a:ext cx="226901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DAF48EBC-6B6F-C252-4963-720106B829F7}"/>
              </a:ext>
            </a:extLst>
          </p:cNvPr>
          <p:cNvSpPr txBox="1"/>
          <p:nvPr/>
        </p:nvSpPr>
        <p:spPr>
          <a:xfrm>
            <a:off x="3665341" y="4897866"/>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22" name="角丸四角形 21">
            <a:extLst>
              <a:ext uri="{FF2B5EF4-FFF2-40B4-BE49-F238E27FC236}">
                <a16:creationId xmlns:a16="http://schemas.microsoft.com/office/drawing/2014/main" id="{7FA4898A-3E20-E4F8-C04C-69DDA856D976}"/>
              </a:ext>
            </a:extLst>
          </p:cNvPr>
          <p:cNvSpPr/>
          <p:nvPr/>
        </p:nvSpPr>
        <p:spPr>
          <a:xfrm>
            <a:off x="8481507" y="4897866"/>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E6BF823-CADA-296B-88CC-1CFE719FE903}"/>
              </a:ext>
            </a:extLst>
          </p:cNvPr>
          <p:cNvSpPr txBox="1"/>
          <p:nvPr/>
        </p:nvSpPr>
        <p:spPr>
          <a:xfrm>
            <a:off x="8812474" y="5000076"/>
            <a:ext cx="1149035"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AP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24" name="テキスト ボックス 23">
            <a:extLst>
              <a:ext uri="{FF2B5EF4-FFF2-40B4-BE49-F238E27FC236}">
                <a16:creationId xmlns:a16="http://schemas.microsoft.com/office/drawing/2014/main" id="{7462BC51-4B5A-C722-9ED7-6CEC3584BCC4}"/>
              </a:ext>
            </a:extLst>
          </p:cNvPr>
          <p:cNvSpPr txBox="1"/>
          <p:nvPr/>
        </p:nvSpPr>
        <p:spPr>
          <a:xfrm>
            <a:off x="8504971" y="5494906"/>
            <a:ext cx="1708657" cy="600164"/>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ビジネスロジック</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プログラム</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に従った処理による動的レスポンスの作成</a:t>
            </a:r>
          </a:p>
        </p:txBody>
      </p:sp>
      <p:cxnSp>
        <p:nvCxnSpPr>
          <p:cNvPr id="25" name="直線コネクタ 24">
            <a:extLst>
              <a:ext uri="{FF2B5EF4-FFF2-40B4-BE49-F238E27FC236}">
                <a16:creationId xmlns:a16="http://schemas.microsoft.com/office/drawing/2014/main" id="{9ED6CF0C-42D6-5E64-5C17-A5D62679B435}"/>
              </a:ext>
            </a:extLst>
          </p:cNvPr>
          <p:cNvCxnSpPr>
            <a:cxnSpLocks/>
          </p:cNvCxnSpPr>
          <p:nvPr/>
        </p:nvCxnSpPr>
        <p:spPr>
          <a:xfrm>
            <a:off x="7341334" y="5055183"/>
            <a:ext cx="1140173" cy="55686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874C4615-9550-5E69-E572-B69129768284}"/>
              </a:ext>
            </a:extLst>
          </p:cNvPr>
          <p:cNvSpPr txBox="1"/>
          <p:nvPr/>
        </p:nvSpPr>
        <p:spPr>
          <a:xfrm>
            <a:off x="7346712" y="4806493"/>
            <a:ext cx="1134795" cy="430887"/>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ビジネスロジック</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処理依頼</a:t>
            </a:r>
          </a:p>
        </p:txBody>
      </p:sp>
      <p:cxnSp>
        <p:nvCxnSpPr>
          <p:cNvPr id="27" name="直線コネクタ 26">
            <a:extLst>
              <a:ext uri="{FF2B5EF4-FFF2-40B4-BE49-F238E27FC236}">
                <a16:creationId xmlns:a16="http://schemas.microsoft.com/office/drawing/2014/main" id="{EBF8C89C-00F9-D8EF-9341-ADEB8AFA3807}"/>
              </a:ext>
            </a:extLst>
          </p:cNvPr>
          <p:cNvCxnSpPr>
            <a:cxnSpLocks/>
          </p:cNvCxnSpPr>
          <p:nvPr/>
        </p:nvCxnSpPr>
        <p:spPr>
          <a:xfrm flipH="1" flipV="1">
            <a:off x="7341334" y="5329604"/>
            <a:ext cx="1127668" cy="643096"/>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2BF9CC29-FED1-02F5-DDCF-D765D946D0C5}"/>
              </a:ext>
            </a:extLst>
          </p:cNvPr>
          <p:cNvSpPr txBox="1"/>
          <p:nvPr/>
        </p:nvSpPr>
        <p:spPr>
          <a:xfrm>
            <a:off x="7413800" y="5704268"/>
            <a:ext cx="71962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sp>
        <p:nvSpPr>
          <p:cNvPr id="29" name="角丸四角形 28">
            <a:extLst>
              <a:ext uri="{FF2B5EF4-FFF2-40B4-BE49-F238E27FC236}">
                <a16:creationId xmlns:a16="http://schemas.microsoft.com/office/drawing/2014/main" id="{F9CEF4F4-4D82-1EC3-3AC8-E5EEF271BCBA}"/>
              </a:ext>
            </a:extLst>
          </p:cNvPr>
          <p:cNvSpPr/>
          <p:nvPr/>
        </p:nvSpPr>
        <p:spPr>
          <a:xfrm>
            <a:off x="8481508" y="3048269"/>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5E39B17F-7981-03CE-4859-8745FEFDFDA0}"/>
              </a:ext>
            </a:extLst>
          </p:cNvPr>
          <p:cNvSpPr txBox="1"/>
          <p:nvPr/>
        </p:nvSpPr>
        <p:spPr>
          <a:xfrm>
            <a:off x="8504971" y="3070268"/>
            <a:ext cx="1708657" cy="523220"/>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ストレージ</a:t>
            </a:r>
            <a:endParaRPr kumimoji="1"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en-US" altLang="ja-JP" sz="10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000">
                <a:solidFill>
                  <a:schemeClr val="tx1">
                    <a:lumMod val="75000"/>
                    <a:lumOff val="25000"/>
                  </a:schemeClr>
                </a:solidFill>
                <a:latin typeface="Yu Gothic UI" panose="020B0500000000000000" pitchFamily="34" charset="-128"/>
                <a:ea typeface="Yu Gothic UI" panose="020B0500000000000000" pitchFamily="34" charset="-128"/>
              </a:rPr>
              <a:t>内蔵ディスクや外部ストレージ</a:t>
            </a:r>
            <a:r>
              <a:rPr kumimoji="1" lang="en-US" altLang="ja-JP" sz="1000">
                <a:solidFill>
                  <a:schemeClr val="tx1">
                    <a:lumMod val="75000"/>
                    <a:lumOff val="25000"/>
                  </a:schemeClr>
                </a:solidFill>
                <a:latin typeface="Yu Gothic UI" panose="020B0500000000000000" pitchFamily="34" charset="-128"/>
                <a:ea typeface="Yu Gothic UI" panose="020B0500000000000000" pitchFamily="34" charset="-128"/>
              </a:rPr>
              <a:t>)</a:t>
            </a:r>
            <a:endParaRPr kumimoji="1" lang="ja-JP" altLang="en-US" sz="10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1" name="角丸四角形 30">
            <a:extLst>
              <a:ext uri="{FF2B5EF4-FFF2-40B4-BE49-F238E27FC236}">
                <a16:creationId xmlns:a16="http://schemas.microsoft.com/office/drawing/2014/main" id="{4ADDB80E-EC6E-B2A0-EACF-9C33395EE1AE}"/>
              </a:ext>
            </a:extLst>
          </p:cNvPr>
          <p:cNvSpPr/>
          <p:nvPr/>
        </p:nvSpPr>
        <p:spPr>
          <a:xfrm>
            <a:off x="8633908" y="3675630"/>
            <a:ext cx="1483486" cy="774252"/>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56CC95DB-D13D-9E8A-DD70-49B5EFD6D5F4}"/>
              </a:ext>
            </a:extLst>
          </p:cNvPr>
          <p:cNvSpPr txBox="1"/>
          <p:nvPr/>
        </p:nvSpPr>
        <p:spPr>
          <a:xfrm>
            <a:off x="8530668" y="3688191"/>
            <a:ext cx="1708657" cy="754053"/>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静的コンテンツ</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spcBef>
                <a:spcPts val="600"/>
              </a:spcBef>
            </a:pPr>
            <a:r>
              <a:rPr kumimoji="1" lang="en-US" altLang="ja-JP" sz="1000" dirty="0">
                <a:solidFill>
                  <a:schemeClr val="tx1">
                    <a:lumMod val="75000"/>
                    <a:lumOff val="25000"/>
                  </a:schemeClr>
                </a:solidFill>
                <a:latin typeface="Yu Gothic UI" panose="020B0500000000000000" pitchFamily="34" charset="-128"/>
                <a:ea typeface="Yu Gothic UI" panose="020B0500000000000000" pitchFamily="34" charset="-128"/>
              </a:rPr>
              <a:t>HTML /CSS /</a:t>
            </a:r>
            <a:r>
              <a:rPr kumimoji="1" lang="ja-JP" altLang="en-US" sz="1000">
                <a:solidFill>
                  <a:schemeClr val="tx1">
                    <a:lumMod val="75000"/>
                    <a:lumOff val="25000"/>
                  </a:schemeClr>
                </a:solidFill>
                <a:latin typeface="Yu Gothic UI" panose="020B0500000000000000" pitchFamily="34" charset="-128"/>
                <a:ea typeface="Yu Gothic UI" panose="020B0500000000000000" pitchFamily="34" charset="-128"/>
              </a:rPr>
              <a:t>画像</a:t>
            </a:r>
            <a:r>
              <a:rPr kumimoji="1" lang="en-US" altLang="ja-JP" sz="1000" dirty="0">
                <a:solidFill>
                  <a:schemeClr val="tx1">
                    <a:lumMod val="75000"/>
                    <a:lumOff val="25000"/>
                  </a:schemeClr>
                </a:solidFill>
                <a:latin typeface="Yu Gothic UI" panose="020B0500000000000000" pitchFamily="34" charset="-128"/>
                <a:ea typeface="Yu Gothic UI" panose="020B0500000000000000" pitchFamily="34" charset="-128"/>
              </a:rPr>
              <a:t>/JavaScript</a:t>
            </a:r>
          </a:p>
        </p:txBody>
      </p:sp>
      <p:cxnSp>
        <p:nvCxnSpPr>
          <p:cNvPr id="33" name="直線コネクタ 32">
            <a:extLst>
              <a:ext uri="{FF2B5EF4-FFF2-40B4-BE49-F238E27FC236}">
                <a16:creationId xmlns:a16="http://schemas.microsoft.com/office/drawing/2014/main" id="{73A8E5E0-4F6E-66D9-67A2-1F3CC04ADAE8}"/>
              </a:ext>
            </a:extLst>
          </p:cNvPr>
          <p:cNvCxnSpPr>
            <a:cxnSpLocks/>
          </p:cNvCxnSpPr>
          <p:nvPr/>
        </p:nvCxnSpPr>
        <p:spPr>
          <a:xfrm flipV="1">
            <a:off x="7293331" y="3331878"/>
            <a:ext cx="1117637" cy="701699"/>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1E78636B-B1D1-5685-A29D-BDF68FB16C7C}"/>
              </a:ext>
            </a:extLst>
          </p:cNvPr>
          <p:cNvSpPr txBox="1"/>
          <p:nvPr/>
        </p:nvSpPr>
        <p:spPr>
          <a:xfrm>
            <a:off x="7135319" y="3172601"/>
            <a:ext cx="1134795" cy="415498"/>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静的ファイルの</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取得</a:t>
            </a:r>
          </a:p>
        </p:txBody>
      </p:sp>
      <p:cxnSp>
        <p:nvCxnSpPr>
          <p:cNvPr id="40" name="直線コネクタ 39">
            <a:extLst>
              <a:ext uri="{FF2B5EF4-FFF2-40B4-BE49-F238E27FC236}">
                <a16:creationId xmlns:a16="http://schemas.microsoft.com/office/drawing/2014/main" id="{1F547671-4350-AE49-28A3-BFF3CC0F76E9}"/>
              </a:ext>
            </a:extLst>
          </p:cNvPr>
          <p:cNvCxnSpPr>
            <a:cxnSpLocks/>
          </p:cNvCxnSpPr>
          <p:nvPr/>
        </p:nvCxnSpPr>
        <p:spPr>
          <a:xfrm flipV="1">
            <a:off x="7337829" y="3669725"/>
            <a:ext cx="1117637" cy="701699"/>
          </a:xfrm>
          <a:prstGeom prst="line">
            <a:avLst/>
          </a:prstGeom>
          <a:ln w="44450">
            <a:headEnd type="triangle"/>
            <a:tailEnd type="none"/>
          </a:ln>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4694E0CC-0590-DEE9-DC4A-BACDB2567E20}"/>
              </a:ext>
            </a:extLst>
          </p:cNvPr>
          <p:cNvSpPr txBox="1"/>
          <p:nvPr/>
        </p:nvSpPr>
        <p:spPr>
          <a:xfrm>
            <a:off x="7465445" y="4153909"/>
            <a:ext cx="1134795" cy="415498"/>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静的ファイルの</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応答</a:t>
            </a:r>
          </a:p>
        </p:txBody>
      </p:sp>
      <p:grpSp>
        <p:nvGrpSpPr>
          <p:cNvPr id="7" name="グループ化 6">
            <a:extLst>
              <a:ext uri="{FF2B5EF4-FFF2-40B4-BE49-F238E27FC236}">
                <a16:creationId xmlns:a16="http://schemas.microsoft.com/office/drawing/2014/main" id="{4A9E77D4-D8FC-CC27-C9B6-B8EAE70DA8A5}"/>
              </a:ext>
            </a:extLst>
          </p:cNvPr>
          <p:cNvGrpSpPr/>
          <p:nvPr/>
        </p:nvGrpSpPr>
        <p:grpSpPr>
          <a:xfrm>
            <a:off x="685047" y="1909147"/>
            <a:ext cx="10107214" cy="738664"/>
            <a:chOff x="861854" y="5951290"/>
            <a:chExt cx="10107214" cy="738664"/>
          </a:xfrm>
        </p:grpSpPr>
        <p:sp>
          <p:nvSpPr>
            <p:cNvPr id="3" name="テキスト ボックス 2">
              <a:extLst>
                <a:ext uri="{FF2B5EF4-FFF2-40B4-BE49-F238E27FC236}">
                  <a16:creationId xmlns:a16="http://schemas.microsoft.com/office/drawing/2014/main" id="{75DAB822-A8A0-56C0-701C-A5AA7601CDBE}"/>
                </a:ext>
              </a:extLst>
            </p:cNvPr>
            <p:cNvSpPr txBox="1"/>
            <p:nvPr/>
          </p:nvSpPr>
          <p:spPr>
            <a:xfrm>
              <a:off x="861854" y="5959540"/>
              <a:ext cx="4876800" cy="523220"/>
            </a:xfrm>
            <a:prstGeom prst="rect">
              <a:avLst/>
            </a:prstGeom>
            <a:noFill/>
          </p:spPr>
          <p:txBody>
            <a:bodyPr wrap="square"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静的ページ</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コンテンツ</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何度、誰がアクセスしても毎回同じものが表示されるページ、および、そのもととなるコンテンツ</a:t>
              </a:r>
            </a:p>
          </p:txBody>
        </p:sp>
        <p:sp>
          <p:nvSpPr>
            <p:cNvPr id="6" name="テキスト ボックス 5">
              <a:extLst>
                <a:ext uri="{FF2B5EF4-FFF2-40B4-BE49-F238E27FC236}">
                  <a16:creationId xmlns:a16="http://schemas.microsoft.com/office/drawing/2014/main" id="{19A1EAEC-78EE-B065-514E-0797E9D2EE4A}"/>
                </a:ext>
              </a:extLst>
            </p:cNvPr>
            <p:cNvSpPr txBox="1"/>
            <p:nvPr/>
          </p:nvSpPr>
          <p:spPr>
            <a:xfrm>
              <a:off x="6092268" y="5951290"/>
              <a:ext cx="4876800" cy="738664"/>
            </a:xfrm>
            <a:prstGeom prst="rect">
              <a:avLst/>
            </a:prstGeom>
            <a:noFill/>
          </p:spPr>
          <p:txBody>
            <a:bodyPr wrap="square"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動的ページ</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コンテンツ</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アクセスしたときの状況</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誰が、いつ、どのようにアクセスしたか</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に応じて内容を変化させて表示するページ、およびそのもととなるコンテンツ</a:t>
              </a:r>
            </a:p>
          </p:txBody>
        </p:sp>
      </p:grpSp>
    </p:spTree>
    <p:extLst>
      <p:ext uri="{BB962C8B-B14F-4D97-AF65-F5344CB8AC3E}">
        <p14:creationId xmlns:p14="http://schemas.microsoft.com/office/powerpoint/2010/main" val="1186077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正方形/長方形 22">
            <a:extLst>
              <a:ext uri="{FF2B5EF4-FFF2-40B4-BE49-F238E27FC236}">
                <a16:creationId xmlns:a16="http://schemas.microsoft.com/office/drawing/2014/main" id="{CEAABF3B-758D-4093-B8B7-68372FDDE5B5}"/>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Web サーバの代表例</a:t>
            </a:r>
          </a:p>
        </p:txBody>
      </p:sp>
      <p:sp>
        <p:nvSpPr>
          <p:cNvPr id="2" name="正方形/長方形 1">
            <a:extLst>
              <a:ext uri="{FF2B5EF4-FFF2-40B4-BE49-F238E27FC236}">
                <a16:creationId xmlns:a16="http://schemas.microsoft.com/office/drawing/2014/main" id="{6E4C9C41-C045-4BF1-9978-F9CD9722EDAC}"/>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BB0BCBAD-5C04-430C-A41C-2C30FAFC0FA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0DEA04D6-EF38-462E-A6A4-6791374B15FA}"/>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Web サーバには NGINX、Apache HTTP Server、IIS などがあり、第3回では Azure VM 上に NGINX を配置して入口の役割を体験します。</a:t>
            </a:r>
          </a:p>
        </p:txBody>
      </p:sp>
      <p:sp>
        <p:nvSpPr>
          <p:cNvPr id="6" name="正方形/長方形 5">
            <a:extLst>
              <a:ext uri="{FF2B5EF4-FFF2-40B4-BE49-F238E27FC236}">
                <a16:creationId xmlns:a16="http://schemas.microsoft.com/office/drawing/2014/main" id="{0FE2050A-D270-4F3B-9355-9BD19C0D9B0B}"/>
              </a:ext>
            </a:extLst>
          </p:cNvPr>
          <p:cNvSpPr>
            <a:spLocks noGrp="1"/>
          </p:cNvSpPr>
          <p:nvPr/>
        </p:nvSpPr>
        <p:spPr>
          <a:xfrm>
            <a:off x="876300" y="2114550"/>
            <a:ext cx="5219700" cy="438150"/>
          </a:xfrm>
          <a:prstGeom prst="rect">
            <a:avLst/>
          </a:prstGeom>
          <a:solidFill>
            <a:srgbClr val="244A8F"/>
          </a:solidFill>
          <a:ln w="11430">
            <a:solidFill>
              <a:srgbClr val="FFFFFF"/>
            </a:solidFill>
            <a:prstDash val="solid"/>
          </a:ln>
        </p:spPr>
        <p:txBody>
          <a:bodyPr/>
          <a:lstStyle/>
          <a:p>
            <a:endParaRPr lang="ja-JP" altLang="en-US" sz="1600"/>
          </a:p>
        </p:txBody>
      </p:sp>
      <p:sp>
        <p:nvSpPr>
          <p:cNvPr id="7" name="正方形/長方形 6">
            <a:extLst>
              <a:ext uri="{FF2B5EF4-FFF2-40B4-BE49-F238E27FC236}">
                <a16:creationId xmlns:a16="http://schemas.microsoft.com/office/drawing/2014/main" id="{7ACC92A0-0158-48EE-A095-FB4BB982D1DD}"/>
              </a:ext>
            </a:extLst>
          </p:cNvPr>
          <p:cNvSpPr>
            <a:spLocks noGrp="1"/>
          </p:cNvSpPr>
          <p:nvPr/>
        </p:nvSpPr>
        <p:spPr>
          <a:xfrm>
            <a:off x="952500" y="2171700"/>
            <a:ext cx="50673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a:ea typeface="Yu Gothic UI"/>
                <a:cs typeface="Yu Gothic UI"/>
              </a:rPr>
              <a:t>名前</a:t>
            </a:r>
          </a:p>
        </p:txBody>
      </p:sp>
      <p:sp>
        <p:nvSpPr>
          <p:cNvPr id="8" name="正方形/長方形 7">
            <a:extLst>
              <a:ext uri="{FF2B5EF4-FFF2-40B4-BE49-F238E27FC236}">
                <a16:creationId xmlns:a16="http://schemas.microsoft.com/office/drawing/2014/main" id="{D559D157-F3BD-48A7-82C2-54554B33E535}"/>
              </a:ext>
            </a:extLst>
          </p:cNvPr>
          <p:cNvSpPr>
            <a:spLocks noGrp="1"/>
          </p:cNvSpPr>
          <p:nvPr/>
        </p:nvSpPr>
        <p:spPr>
          <a:xfrm>
            <a:off x="6096000" y="2114550"/>
            <a:ext cx="5219700" cy="438150"/>
          </a:xfrm>
          <a:prstGeom prst="rect">
            <a:avLst/>
          </a:prstGeom>
          <a:solidFill>
            <a:srgbClr val="244A8F"/>
          </a:solidFill>
          <a:ln w="11430">
            <a:solidFill>
              <a:srgbClr val="FFFFFF"/>
            </a:solidFill>
            <a:prstDash val="solid"/>
          </a:ln>
        </p:spPr>
        <p:txBody>
          <a:bodyPr/>
          <a:lstStyle/>
          <a:p>
            <a:endParaRPr lang="ja-JP" altLang="en-US" sz="1600"/>
          </a:p>
        </p:txBody>
      </p:sp>
      <p:sp>
        <p:nvSpPr>
          <p:cNvPr id="9" name="正方形/長方形 8">
            <a:extLst>
              <a:ext uri="{FF2B5EF4-FFF2-40B4-BE49-F238E27FC236}">
                <a16:creationId xmlns:a16="http://schemas.microsoft.com/office/drawing/2014/main" id="{61A9E041-924B-4264-96DA-BCB97D145147}"/>
              </a:ext>
            </a:extLst>
          </p:cNvPr>
          <p:cNvSpPr>
            <a:spLocks noGrp="1"/>
          </p:cNvSpPr>
          <p:nvPr/>
        </p:nvSpPr>
        <p:spPr>
          <a:xfrm>
            <a:off x="6172200" y="2171700"/>
            <a:ext cx="50673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a:ea typeface="Yu Gothic UI"/>
                <a:cs typeface="Yu Gothic UI"/>
              </a:rPr>
              <a:t>よくある使われ方</a:t>
            </a:r>
          </a:p>
        </p:txBody>
      </p:sp>
      <p:sp>
        <p:nvSpPr>
          <p:cNvPr id="10" name="正方形/長方形 9">
            <a:extLst>
              <a:ext uri="{FF2B5EF4-FFF2-40B4-BE49-F238E27FC236}">
                <a16:creationId xmlns:a16="http://schemas.microsoft.com/office/drawing/2014/main" id="{AA166E44-8DF3-4B4C-AE56-3B2071D92B5F}"/>
              </a:ext>
            </a:extLst>
          </p:cNvPr>
          <p:cNvSpPr>
            <a:spLocks noGrp="1"/>
          </p:cNvSpPr>
          <p:nvPr/>
        </p:nvSpPr>
        <p:spPr>
          <a:xfrm>
            <a:off x="876300" y="2552700"/>
            <a:ext cx="5219700" cy="933450"/>
          </a:xfrm>
          <a:prstGeom prst="rect">
            <a:avLst/>
          </a:prstGeom>
          <a:solidFill>
            <a:srgbClr val="EAF1FB"/>
          </a:solidFill>
          <a:ln w="11430">
            <a:solidFill>
              <a:srgbClr val="FFFFFF"/>
            </a:solidFill>
            <a:prstDash val="solid"/>
          </a:ln>
        </p:spPr>
        <p:txBody>
          <a:bodyPr/>
          <a:lstStyle/>
          <a:p>
            <a:endParaRPr lang="ja-JP" altLang="en-US" sz="1600"/>
          </a:p>
        </p:txBody>
      </p:sp>
      <p:sp>
        <p:nvSpPr>
          <p:cNvPr id="11" name="正方形/長方形 10">
            <a:extLst>
              <a:ext uri="{FF2B5EF4-FFF2-40B4-BE49-F238E27FC236}">
                <a16:creationId xmlns:a16="http://schemas.microsoft.com/office/drawing/2014/main" id="{BF52370E-45C2-4DE8-9DB0-FF62509C5F37}"/>
              </a:ext>
            </a:extLst>
          </p:cNvPr>
          <p:cNvSpPr>
            <a:spLocks noGrp="1"/>
          </p:cNvSpPr>
          <p:nvPr/>
        </p:nvSpPr>
        <p:spPr>
          <a:xfrm>
            <a:off x="952500" y="2609850"/>
            <a:ext cx="50673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600" b="1">
                <a:solidFill>
                  <a:srgbClr val="344054"/>
                </a:solidFill>
                <a:latin typeface="Yu Gothic UI"/>
                <a:ea typeface="Yu Gothic UI"/>
                <a:cs typeface="Yu Gothic UI"/>
              </a:rPr>
              <a:t>NGINX</a:t>
            </a:r>
          </a:p>
        </p:txBody>
      </p:sp>
      <p:sp>
        <p:nvSpPr>
          <p:cNvPr id="12" name="正方形/長方形 11">
            <a:extLst>
              <a:ext uri="{FF2B5EF4-FFF2-40B4-BE49-F238E27FC236}">
                <a16:creationId xmlns:a16="http://schemas.microsoft.com/office/drawing/2014/main" id="{7476E982-8DF6-4097-BACE-E7E2956A00B7}"/>
              </a:ext>
            </a:extLst>
          </p:cNvPr>
          <p:cNvSpPr>
            <a:spLocks noGrp="1"/>
          </p:cNvSpPr>
          <p:nvPr/>
        </p:nvSpPr>
        <p:spPr>
          <a:xfrm>
            <a:off x="6096000" y="2552700"/>
            <a:ext cx="5219700" cy="933450"/>
          </a:xfrm>
          <a:prstGeom prst="rect">
            <a:avLst/>
          </a:prstGeom>
          <a:solidFill>
            <a:srgbClr val="FFFFFF"/>
          </a:solidFill>
          <a:ln w="11430">
            <a:solidFill>
              <a:srgbClr val="FFFFFF"/>
            </a:solidFill>
            <a:prstDash val="solid"/>
          </a:ln>
        </p:spPr>
        <p:txBody>
          <a:bodyPr/>
          <a:lstStyle/>
          <a:p>
            <a:endParaRPr lang="ja-JP" altLang="en-US" sz="1600"/>
          </a:p>
        </p:txBody>
      </p:sp>
      <p:sp>
        <p:nvSpPr>
          <p:cNvPr id="13" name="正方形/長方形 12">
            <a:extLst>
              <a:ext uri="{FF2B5EF4-FFF2-40B4-BE49-F238E27FC236}">
                <a16:creationId xmlns:a16="http://schemas.microsoft.com/office/drawing/2014/main" id="{0266F392-7F25-4313-A04B-3CA2FC083AA7}"/>
              </a:ext>
            </a:extLst>
          </p:cNvPr>
          <p:cNvSpPr>
            <a:spLocks noGrp="1"/>
          </p:cNvSpPr>
          <p:nvPr/>
        </p:nvSpPr>
        <p:spPr>
          <a:xfrm>
            <a:off x="6172200" y="2609850"/>
            <a:ext cx="50673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600" b="0">
                <a:solidFill>
                  <a:srgbClr val="344054"/>
                </a:solidFill>
                <a:latin typeface="Yu Gothic UI"/>
                <a:ea typeface="Yu Gothic UI"/>
                <a:cs typeface="Yu Gothic UI"/>
              </a:rPr>
              <a:t>静的配信、リバースプロキシ、軽量な Web サーバ。</a:t>
            </a:r>
          </a:p>
        </p:txBody>
      </p:sp>
      <p:sp>
        <p:nvSpPr>
          <p:cNvPr id="14" name="正方形/長方形 13">
            <a:extLst>
              <a:ext uri="{FF2B5EF4-FFF2-40B4-BE49-F238E27FC236}">
                <a16:creationId xmlns:a16="http://schemas.microsoft.com/office/drawing/2014/main" id="{5523367B-A232-4A5B-8D80-38CE63C8F19D}"/>
              </a:ext>
            </a:extLst>
          </p:cNvPr>
          <p:cNvSpPr>
            <a:spLocks noGrp="1"/>
          </p:cNvSpPr>
          <p:nvPr/>
        </p:nvSpPr>
        <p:spPr>
          <a:xfrm>
            <a:off x="876300" y="3486150"/>
            <a:ext cx="5219700" cy="933450"/>
          </a:xfrm>
          <a:prstGeom prst="rect">
            <a:avLst/>
          </a:prstGeom>
          <a:solidFill>
            <a:srgbClr val="EAF1FB"/>
          </a:solidFill>
          <a:ln w="11430">
            <a:solidFill>
              <a:srgbClr val="FFFFFF"/>
            </a:solidFill>
            <a:prstDash val="solid"/>
          </a:ln>
        </p:spPr>
        <p:txBody>
          <a:bodyPr/>
          <a:lstStyle/>
          <a:p>
            <a:endParaRPr lang="ja-JP" altLang="en-US" sz="1600"/>
          </a:p>
        </p:txBody>
      </p:sp>
      <p:sp>
        <p:nvSpPr>
          <p:cNvPr id="15" name="正方形/長方形 14">
            <a:extLst>
              <a:ext uri="{FF2B5EF4-FFF2-40B4-BE49-F238E27FC236}">
                <a16:creationId xmlns:a16="http://schemas.microsoft.com/office/drawing/2014/main" id="{7F52B26A-AA35-46C7-BB51-62BF13C58B1E}"/>
              </a:ext>
            </a:extLst>
          </p:cNvPr>
          <p:cNvSpPr>
            <a:spLocks noGrp="1"/>
          </p:cNvSpPr>
          <p:nvPr/>
        </p:nvSpPr>
        <p:spPr>
          <a:xfrm>
            <a:off x="952500" y="3543300"/>
            <a:ext cx="50673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600" b="1">
                <a:solidFill>
                  <a:srgbClr val="344054"/>
                </a:solidFill>
                <a:latin typeface="Yu Gothic UI"/>
                <a:ea typeface="Yu Gothic UI"/>
                <a:cs typeface="Yu Gothic UI"/>
              </a:rPr>
              <a:t>Apache HTTP Server</a:t>
            </a:r>
          </a:p>
        </p:txBody>
      </p:sp>
      <p:sp>
        <p:nvSpPr>
          <p:cNvPr id="16" name="正方形/長方形 15">
            <a:extLst>
              <a:ext uri="{FF2B5EF4-FFF2-40B4-BE49-F238E27FC236}">
                <a16:creationId xmlns:a16="http://schemas.microsoft.com/office/drawing/2014/main" id="{25CA6302-60B6-4285-86E4-3ACE4E6C3595}"/>
              </a:ext>
            </a:extLst>
          </p:cNvPr>
          <p:cNvSpPr>
            <a:spLocks noGrp="1"/>
          </p:cNvSpPr>
          <p:nvPr/>
        </p:nvSpPr>
        <p:spPr>
          <a:xfrm>
            <a:off x="6096000" y="3486150"/>
            <a:ext cx="5219700" cy="933450"/>
          </a:xfrm>
          <a:prstGeom prst="rect">
            <a:avLst/>
          </a:prstGeom>
          <a:solidFill>
            <a:srgbClr val="FFFFFF"/>
          </a:solidFill>
          <a:ln w="11430">
            <a:solidFill>
              <a:srgbClr val="FFFFFF"/>
            </a:solidFill>
            <a:prstDash val="solid"/>
          </a:ln>
        </p:spPr>
        <p:txBody>
          <a:bodyPr/>
          <a:lstStyle/>
          <a:p>
            <a:endParaRPr lang="ja-JP" altLang="en-US" sz="1600"/>
          </a:p>
        </p:txBody>
      </p:sp>
      <p:sp>
        <p:nvSpPr>
          <p:cNvPr id="17" name="正方形/長方形 16">
            <a:extLst>
              <a:ext uri="{FF2B5EF4-FFF2-40B4-BE49-F238E27FC236}">
                <a16:creationId xmlns:a16="http://schemas.microsoft.com/office/drawing/2014/main" id="{F21E2F89-49F9-40B3-8690-275AD2597580}"/>
              </a:ext>
            </a:extLst>
          </p:cNvPr>
          <p:cNvSpPr>
            <a:spLocks noGrp="1"/>
          </p:cNvSpPr>
          <p:nvPr/>
        </p:nvSpPr>
        <p:spPr>
          <a:xfrm>
            <a:off x="6172200" y="3543300"/>
            <a:ext cx="50673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600" b="0">
                <a:solidFill>
                  <a:srgbClr val="344054"/>
                </a:solidFill>
                <a:latin typeface="Yu Gothic UI"/>
                <a:ea typeface="Yu Gothic UI"/>
                <a:cs typeface="Yu Gothic UI"/>
              </a:rPr>
              <a:t>幅広い環境で使われる汎用 Web サーバ。</a:t>
            </a:r>
          </a:p>
        </p:txBody>
      </p:sp>
      <p:sp>
        <p:nvSpPr>
          <p:cNvPr id="18" name="正方形/長方形 17">
            <a:extLst>
              <a:ext uri="{FF2B5EF4-FFF2-40B4-BE49-F238E27FC236}">
                <a16:creationId xmlns:a16="http://schemas.microsoft.com/office/drawing/2014/main" id="{D213963C-465F-4FFF-9DC1-18D30D5703D4}"/>
              </a:ext>
            </a:extLst>
          </p:cNvPr>
          <p:cNvSpPr>
            <a:spLocks noGrp="1"/>
          </p:cNvSpPr>
          <p:nvPr/>
        </p:nvSpPr>
        <p:spPr>
          <a:xfrm>
            <a:off x="876300" y="4419600"/>
            <a:ext cx="5219700" cy="933450"/>
          </a:xfrm>
          <a:prstGeom prst="rect">
            <a:avLst/>
          </a:prstGeom>
          <a:solidFill>
            <a:srgbClr val="EAF1FB"/>
          </a:solidFill>
          <a:ln w="11430">
            <a:solidFill>
              <a:srgbClr val="FFFFFF"/>
            </a:solidFill>
            <a:prstDash val="solid"/>
          </a:ln>
        </p:spPr>
        <p:txBody>
          <a:bodyPr/>
          <a:lstStyle/>
          <a:p>
            <a:endParaRPr lang="ja-JP" altLang="en-US" sz="1600"/>
          </a:p>
        </p:txBody>
      </p:sp>
      <p:sp>
        <p:nvSpPr>
          <p:cNvPr id="19" name="正方形/長方形 18">
            <a:extLst>
              <a:ext uri="{FF2B5EF4-FFF2-40B4-BE49-F238E27FC236}">
                <a16:creationId xmlns:a16="http://schemas.microsoft.com/office/drawing/2014/main" id="{BF175FA6-6791-4846-AD79-C1F67AF72E3C}"/>
              </a:ext>
            </a:extLst>
          </p:cNvPr>
          <p:cNvSpPr>
            <a:spLocks noGrp="1"/>
          </p:cNvSpPr>
          <p:nvPr/>
        </p:nvSpPr>
        <p:spPr>
          <a:xfrm>
            <a:off x="952500" y="4476750"/>
            <a:ext cx="50673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600" b="1">
                <a:solidFill>
                  <a:srgbClr val="344054"/>
                </a:solidFill>
                <a:latin typeface="Yu Gothic UI"/>
                <a:ea typeface="Yu Gothic UI"/>
                <a:cs typeface="Yu Gothic UI"/>
              </a:rPr>
              <a:t>IIS</a:t>
            </a:r>
          </a:p>
        </p:txBody>
      </p:sp>
      <p:sp>
        <p:nvSpPr>
          <p:cNvPr id="20" name="正方形/長方形 19">
            <a:extLst>
              <a:ext uri="{FF2B5EF4-FFF2-40B4-BE49-F238E27FC236}">
                <a16:creationId xmlns:a16="http://schemas.microsoft.com/office/drawing/2014/main" id="{9FBA9D77-D23C-4B4E-941B-4A64125E8F3B}"/>
              </a:ext>
            </a:extLst>
          </p:cNvPr>
          <p:cNvSpPr>
            <a:spLocks noGrp="1"/>
          </p:cNvSpPr>
          <p:nvPr/>
        </p:nvSpPr>
        <p:spPr>
          <a:xfrm>
            <a:off x="6096000" y="4419600"/>
            <a:ext cx="5219700" cy="933450"/>
          </a:xfrm>
          <a:prstGeom prst="rect">
            <a:avLst/>
          </a:prstGeom>
          <a:solidFill>
            <a:srgbClr val="FFFFFF"/>
          </a:solidFill>
          <a:ln w="11430">
            <a:solidFill>
              <a:srgbClr val="FFFFFF"/>
            </a:solidFill>
            <a:prstDash val="solid"/>
          </a:ln>
        </p:spPr>
        <p:txBody>
          <a:bodyPr/>
          <a:lstStyle/>
          <a:p>
            <a:endParaRPr lang="ja-JP" altLang="en-US" sz="1600"/>
          </a:p>
        </p:txBody>
      </p:sp>
      <p:sp>
        <p:nvSpPr>
          <p:cNvPr id="21" name="正方形/長方形 20">
            <a:extLst>
              <a:ext uri="{FF2B5EF4-FFF2-40B4-BE49-F238E27FC236}">
                <a16:creationId xmlns:a16="http://schemas.microsoft.com/office/drawing/2014/main" id="{A574EABC-09AC-468B-8751-1C7344A6F8B7}"/>
              </a:ext>
            </a:extLst>
          </p:cNvPr>
          <p:cNvSpPr>
            <a:spLocks noGrp="1"/>
          </p:cNvSpPr>
          <p:nvPr/>
        </p:nvSpPr>
        <p:spPr>
          <a:xfrm>
            <a:off x="6172200" y="4476750"/>
            <a:ext cx="50673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600" b="0">
                <a:solidFill>
                  <a:srgbClr val="344054"/>
                </a:solidFill>
                <a:latin typeface="Yu Gothic UI"/>
                <a:ea typeface="Yu Gothic UI"/>
                <a:cs typeface="Yu Gothic UI"/>
              </a:rPr>
              <a:t>Windows Server と組み合わせて使われる Web サーバ。</a:t>
            </a:r>
          </a:p>
        </p:txBody>
      </p:sp>
    </p:spTree>
    <p:extLst>
      <p:ext uri="{BB962C8B-B14F-4D97-AF65-F5344CB8AC3E}">
        <p14:creationId xmlns:p14="http://schemas.microsoft.com/office/powerpoint/2010/main" val="1186077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9E37DDFC-44E5-4077-A56D-918C9C407B8A}"/>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第3回で作る Web 層</a:t>
            </a:r>
          </a:p>
        </p:txBody>
      </p:sp>
      <p:sp>
        <p:nvSpPr>
          <p:cNvPr id="2" name="正方形/長方形 1">
            <a:extLst>
              <a:ext uri="{FF2B5EF4-FFF2-40B4-BE49-F238E27FC236}">
                <a16:creationId xmlns:a16="http://schemas.microsoft.com/office/drawing/2014/main" id="{A5C4A040-8AA5-42E9-A3F7-505675207FE1}"/>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03A3DF9A-B2A0-4E8D-96A9-681C4FEB961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22502A60-8C8C-477A-A581-A809E7F67921}"/>
              </a:ext>
            </a:extLst>
          </p:cNvPr>
          <p:cNvSpPr>
            <a:spLocks noGrp="1"/>
          </p:cNvSpPr>
          <p:nvPr/>
        </p:nvSpPr>
        <p:spPr>
          <a:xfrm>
            <a:off x="685800" y="1352550"/>
            <a:ext cx="1080135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第3回では Public IP、NSG、Azure VM、NGINX をつなげ、インターネットから Web 層に到達できる状態を Azure Portal で確認します。</a:t>
            </a:r>
          </a:p>
        </p:txBody>
      </p:sp>
      <p:sp>
        <p:nvSpPr>
          <p:cNvPr id="6" name="正方形/長方形 5">
            <a:extLst>
              <a:ext uri="{FF2B5EF4-FFF2-40B4-BE49-F238E27FC236}">
                <a16:creationId xmlns:a16="http://schemas.microsoft.com/office/drawing/2014/main" id="{8CDA3E6E-FDA6-4630-B982-874430B755B8}"/>
              </a:ext>
            </a:extLst>
          </p:cNvPr>
          <p:cNvSpPr>
            <a:spLocks noGrp="1"/>
          </p:cNvSpPr>
          <p:nvPr/>
        </p:nvSpPr>
        <p:spPr>
          <a:xfrm>
            <a:off x="6743700" y="1728788"/>
            <a:ext cx="4762500" cy="16192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1050" b="0">
                <a:solidFill>
                  <a:srgbClr val="344054"/>
                </a:solidFill>
                <a:latin typeface="Yu Gothic UI"/>
                <a:ea typeface="Yu Gothic UI"/>
                <a:cs typeface="Yu Gothic UI"/>
              </a:defRPr>
            </a:pPr>
            <a:r>
              <a:rPr sz="1600" b="0" dirty="0">
                <a:solidFill>
                  <a:srgbClr val="344054"/>
                </a:solidFill>
                <a:latin typeface="Yu Gothic UI"/>
                <a:ea typeface="Yu Gothic UI"/>
                <a:cs typeface="Yu Gothic UI"/>
              </a:rPr>
              <a:t>• Public IP </a:t>
            </a:r>
            <a:r>
              <a:rPr sz="1600" b="0" dirty="0" err="1">
                <a:solidFill>
                  <a:srgbClr val="344054"/>
                </a:solidFill>
                <a:latin typeface="Yu Gothic UI"/>
                <a:ea typeface="Yu Gothic UI"/>
                <a:cs typeface="Yu Gothic UI"/>
              </a:rPr>
              <a:t>から</a:t>
            </a:r>
            <a:r>
              <a:rPr sz="1600" b="0" dirty="0">
                <a:solidFill>
                  <a:srgbClr val="344054"/>
                </a:solidFill>
                <a:latin typeface="Yu Gothic UI"/>
                <a:ea typeface="Yu Gothic UI"/>
                <a:cs typeface="Yu Gothic UI"/>
              </a:rPr>
              <a:t> VM </a:t>
            </a:r>
            <a:r>
              <a:rPr sz="1600" b="0" dirty="0" err="1">
                <a:solidFill>
                  <a:srgbClr val="344054"/>
                </a:solidFill>
                <a:latin typeface="Yu Gothic UI"/>
                <a:ea typeface="Yu Gothic UI"/>
                <a:cs typeface="Yu Gothic UI"/>
              </a:rPr>
              <a:t>にアクセスする</a:t>
            </a:r>
            <a:r>
              <a:rPr sz="1600" b="0" dirty="0">
                <a:solidFill>
                  <a:srgbClr val="344054"/>
                </a:solidFill>
                <a:latin typeface="Yu Gothic UI"/>
                <a:ea typeface="Yu Gothic UI"/>
                <a:cs typeface="Yu Gothic UI"/>
              </a:rPr>
              <a:t>。</a:t>
            </a:r>
          </a:p>
          <a:p>
            <a:pPr algn="l">
              <a:defRPr sz="1050" b="0">
                <a:solidFill>
                  <a:srgbClr val="344054"/>
                </a:solidFill>
                <a:latin typeface="Yu Gothic UI"/>
                <a:ea typeface="Yu Gothic UI"/>
                <a:cs typeface="Yu Gothic UI"/>
              </a:defRPr>
            </a:pPr>
            <a:r>
              <a:rPr sz="1600" b="0" dirty="0">
                <a:solidFill>
                  <a:srgbClr val="344054"/>
                </a:solidFill>
                <a:latin typeface="Yu Gothic UI"/>
                <a:ea typeface="Yu Gothic UI"/>
                <a:cs typeface="Yu Gothic UI"/>
              </a:rPr>
              <a:t>• NSG </a:t>
            </a:r>
            <a:r>
              <a:rPr sz="1600" b="0" dirty="0" err="1">
                <a:solidFill>
                  <a:srgbClr val="344054"/>
                </a:solidFill>
                <a:latin typeface="Yu Gothic UI"/>
                <a:ea typeface="Yu Gothic UI"/>
                <a:cs typeface="Yu Gothic UI"/>
              </a:rPr>
              <a:t>で</a:t>
            </a:r>
            <a:r>
              <a:rPr sz="1600" b="0" dirty="0">
                <a:solidFill>
                  <a:srgbClr val="344054"/>
                </a:solidFill>
                <a:latin typeface="Yu Gothic UI"/>
                <a:ea typeface="Yu Gothic UI"/>
                <a:cs typeface="Yu Gothic UI"/>
              </a:rPr>
              <a:t> HTTP </a:t>
            </a:r>
            <a:r>
              <a:rPr sz="1600" b="0" dirty="0" err="1">
                <a:solidFill>
                  <a:srgbClr val="344054"/>
                </a:solidFill>
                <a:latin typeface="Yu Gothic UI"/>
                <a:ea typeface="Yu Gothic UI"/>
                <a:cs typeface="Yu Gothic UI"/>
              </a:rPr>
              <a:t>通信を許可する</a:t>
            </a:r>
            <a:r>
              <a:rPr sz="1600" b="0" dirty="0">
                <a:solidFill>
                  <a:srgbClr val="344054"/>
                </a:solidFill>
                <a:latin typeface="Yu Gothic UI"/>
                <a:ea typeface="Yu Gothic UI"/>
                <a:cs typeface="Yu Gothic UI"/>
              </a:rPr>
              <a:t>。</a:t>
            </a:r>
          </a:p>
          <a:p>
            <a:pPr algn="l">
              <a:defRPr sz="1050" b="0">
                <a:solidFill>
                  <a:srgbClr val="344054"/>
                </a:solidFill>
                <a:latin typeface="Yu Gothic UI"/>
                <a:ea typeface="Yu Gothic UI"/>
                <a:cs typeface="Yu Gothic UI"/>
              </a:defRPr>
            </a:pPr>
            <a:r>
              <a:rPr sz="1600" b="0" dirty="0">
                <a:solidFill>
                  <a:srgbClr val="344054"/>
                </a:solidFill>
                <a:latin typeface="Yu Gothic UI"/>
                <a:ea typeface="Yu Gothic UI"/>
                <a:cs typeface="Yu Gothic UI"/>
              </a:rPr>
              <a:t>• NGINX </a:t>
            </a:r>
            <a:r>
              <a:rPr sz="1600" b="0" dirty="0" err="1">
                <a:solidFill>
                  <a:srgbClr val="344054"/>
                </a:solidFill>
                <a:latin typeface="Yu Gothic UI"/>
                <a:ea typeface="Yu Gothic UI"/>
                <a:cs typeface="Yu Gothic UI"/>
              </a:rPr>
              <a:t>の画面が見えれば入口まで到達できている</a:t>
            </a:r>
            <a:r>
              <a:rPr sz="1600" b="0" dirty="0">
                <a:solidFill>
                  <a:srgbClr val="344054"/>
                </a:solidFill>
                <a:latin typeface="Yu Gothic UI"/>
                <a:ea typeface="Yu Gothic UI"/>
                <a:cs typeface="Yu Gothic UI"/>
              </a:rPr>
              <a:t>。</a:t>
            </a:r>
          </a:p>
        </p:txBody>
      </p:sp>
      <p:sp>
        <p:nvSpPr>
          <p:cNvPr id="7" name="正方形/長方形 6">
            <a:extLst>
              <a:ext uri="{FF2B5EF4-FFF2-40B4-BE49-F238E27FC236}">
                <a16:creationId xmlns:a16="http://schemas.microsoft.com/office/drawing/2014/main" id="{2CFD9B13-A171-4323-A106-91340F018F84}"/>
              </a:ext>
            </a:extLst>
          </p:cNvPr>
          <p:cNvSpPr>
            <a:spLocks noGrp="1"/>
          </p:cNvSpPr>
          <p:nvPr/>
        </p:nvSpPr>
        <p:spPr>
          <a:xfrm>
            <a:off x="685800" y="1728788"/>
            <a:ext cx="5753100" cy="4729162"/>
          </a:xfrm>
          <a:prstGeom prst="rect">
            <a:avLst/>
          </a:prstGeom>
          <a:solidFill>
            <a:srgbClr val="FFFFFF"/>
          </a:solidFill>
          <a:ln w="9525">
            <a:solidFill>
              <a:srgbClr val="D0D5DD"/>
            </a:solidFill>
            <a:prstDash val="solid"/>
          </a:ln>
        </p:spPr>
        <p:txBody>
          <a:bodyPr/>
          <a:lstStyle/>
          <a:p>
            <a:endParaRPr lang="ja-JP" altLang="en-US"/>
          </a:p>
        </p:txBody>
      </p:sp>
      <p:pic>
        <p:nvPicPr>
          <p:cNvPr id="10" name="図 9"/>
          <p:cNvPicPr>
            <a:picLocks noChangeAspect="1"/>
          </p:cNvPicPr>
          <p:nvPr/>
        </p:nvPicPr>
        <p:blipFill>
          <a:blip r:embed="rId3"/>
          <a:stretch/>
        </p:blipFill>
        <p:spPr>
          <a:xfrm>
            <a:off x="6803598" y="3141489"/>
            <a:ext cx="4463505" cy="2510722"/>
          </a:xfrm>
          <a:prstGeom prst="rect">
            <a:avLst/>
          </a:prstGeom>
        </p:spPr>
      </p:pic>
      <p:sp>
        <p:nvSpPr>
          <p:cNvPr id="11" name="正方形/長方形 10">
            <a:extLst>
              <a:ext uri="{FF2B5EF4-FFF2-40B4-BE49-F238E27FC236}">
                <a16:creationId xmlns:a16="http://schemas.microsoft.com/office/drawing/2014/main" id="{3DEF210A-F5B9-46FA-A226-D3D943FF4C3A}"/>
              </a:ext>
            </a:extLst>
          </p:cNvPr>
          <p:cNvSpPr>
            <a:spLocks noGrp="1"/>
          </p:cNvSpPr>
          <p:nvPr/>
        </p:nvSpPr>
        <p:spPr>
          <a:xfrm>
            <a:off x="6311200" y="5781852"/>
            <a:ext cx="54483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lang="ja-JP" altLang="en-US" sz="1400" b="0">
                <a:solidFill>
                  <a:srgbClr val="667085"/>
                </a:solidFill>
                <a:latin typeface="Yu Gothic UI"/>
                <a:ea typeface="Yu Gothic UI"/>
                <a:cs typeface="Yu Gothic UI"/>
              </a:rPr>
              <a:t>第</a:t>
            </a:r>
            <a:r>
              <a:rPr lang="en-US" altLang="ja-JP" sz="1400" b="0" dirty="0">
                <a:solidFill>
                  <a:srgbClr val="667085"/>
                </a:solidFill>
                <a:latin typeface="Yu Gothic UI"/>
                <a:ea typeface="Yu Gothic UI"/>
                <a:cs typeface="Yu Gothic UI"/>
              </a:rPr>
              <a:t>3</a:t>
            </a:r>
            <a:r>
              <a:rPr lang="ja-JP" altLang="en-US" sz="1400" b="0">
                <a:solidFill>
                  <a:srgbClr val="667085"/>
                </a:solidFill>
                <a:latin typeface="Yu Gothic UI"/>
                <a:ea typeface="Yu Gothic UI"/>
                <a:cs typeface="Yu Gothic UI"/>
              </a:rPr>
              <a:t>回の予告用参画像</a:t>
            </a:r>
            <a:r>
              <a:rPr sz="1400" b="0" dirty="0">
                <a:solidFill>
                  <a:srgbClr val="667085"/>
                </a:solidFill>
                <a:latin typeface="Yu Gothic UI"/>
                <a:ea typeface="Yu Gothic UI"/>
                <a:cs typeface="Yu Gothic UI"/>
              </a:rPr>
              <a:t>: Azure VM </a:t>
            </a:r>
            <a:r>
              <a:rPr sz="1400" b="0" dirty="0" err="1">
                <a:solidFill>
                  <a:srgbClr val="667085"/>
                </a:solidFill>
                <a:latin typeface="Yu Gothic UI"/>
                <a:ea typeface="Yu Gothic UI"/>
                <a:cs typeface="Yu Gothic UI"/>
              </a:rPr>
              <a:t>一覧</a:t>
            </a:r>
            <a:endParaRPr sz="1400" b="0" dirty="0">
              <a:solidFill>
                <a:srgbClr val="667085"/>
              </a:solidFill>
              <a:latin typeface="Yu Gothic UI"/>
              <a:ea typeface="Yu Gothic UI"/>
              <a:cs typeface="Yu Gothic UI"/>
            </a:endParaRPr>
          </a:p>
        </p:txBody>
      </p:sp>
      <p:sp>
        <p:nvSpPr>
          <p:cNvPr id="14" name="角丸四角形 13">
            <a:extLst>
              <a:ext uri="{FF2B5EF4-FFF2-40B4-BE49-F238E27FC236}">
                <a16:creationId xmlns:a16="http://schemas.microsoft.com/office/drawing/2014/main" id="{A21F9432-784C-8388-FD68-2BD828249764}"/>
              </a:ext>
            </a:extLst>
          </p:cNvPr>
          <p:cNvSpPr/>
          <p:nvPr/>
        </p:nvSpPr>
        <p:spPr>
          <a:xfrm>
            <a:off x="775518" y="3685521"/>
            <a:ext cx="1081549"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B811EDD3-5315-D895-5BEB-5B96D4370E15}"/>
              </a:ext>
            </a:extLst>
          </p:cNvPr>
          <p:cNvSpPr txBox="1"/>
          <p:nvPr/>
        </p:nvSpPr>
        <p:spPr>
          <a:xfrm>
            <a:off x="835675" y="3778946"/>
            <a:ext cx="931729"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sp>
        <p:nvSpPr>
          <p:cNvPr id="16" name="角丸四角形 15">
            <a:extLst>
              <a:ext uri="{FF2B5EF4-FFF2-40B4-BE49-F238E27FC236}">
                <a16:creationId xmlns:a16="http://schemas.microsoft.com/office/drawing/2014/main" id="{C3CBF6E9-3AB3-FCA7-0954-7C74DF8A5E80}"/>
              </a:ext>
            </a:extLst>
          </p:cNvPr>
          <p:cNvSpPr/>
          <p:nvPr/>
        </p:nvSpPr>
        <p:spPr>
          <a:xfrm>
            <a:off x="3028334" y="2556387"/>
            <a:ext cx="2979175" cy="3101463"/>
          </a:xfrm>
          <a:prstGeom prst="roundRect">
            <a:avLst>
              <a:gd name="adj" fmla="val 8334"/>
            </a:avLst>
          </a:prstGeom>
          <a:no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角丸四角形 16">
            <a:extLst>
              <a:ext uri="{FF2B5EF4-FFF2-40B4-BE49-F238E27FC236}">
                <a16:creationId xmlns:a16="http://schemas.microsoft.com/office/drawing/2014/main" id="{BF4F9FCE-3ADF-56A3-4171-4F2083336BAF}"/>
              </a:ext>
            </a:extLst>
          </p:cNvPr>
          <p:cNvSpPr/>
          <p:nvPr/>
        </p:nvSpPr>
        <p:spPr>
          <a:xfrm>
            <a:off x="3647768" y="2932626"/>
            <a:ext cx="2054942" cy="2062162"/>
          </a:xfrm>
          <a:prstGeom prst="roundRect">
            <a:avLst>
              <a:gd name="adj" fmla="val 8334"/>
            </a:avLst>
          </a:prstGeom>
          <a:no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8" name="グラフィックス 17">
            <a:extLst>
              <a:ext uri="{FF2B5EF4-FFF2-40B4-BE49-F238E27FC236}">
                <a16:creationId xmlns:a16="http://schemas.microsoft.com/office/drawing/2014/main" id="{DFC0C9E3-BCDE-029E-44A3-EE72A968F4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43857" y="3732325"/>
            <a:ext cx="462764" cy="462764"/>
          </a:xfrm>
          <a:prstGeom prst="rect">
            <a:avLst/>
          </a:prstGeom>
        </p:spPr>
      </p:pic>
      <p:pic>
        <p:nvPicPr>
          <p:cNvPr id="22" name="グラフィックス 21">
            <a:extLst>
              <a:ext uri="{FF2B5EF4-FFF2-40B4-BE49-F238E27FC236}">
                <a16:creationId xmlns:a16="http://schemas.microsoft.com/office/drawing/2014/main" id="{9F896260-A447-25A8-9B5A-FFC9D6D09BA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32365" y="4638271"/>
            <a:ext cx="298415" cy="298415"/>
          </a:xfrm>
          <a:prstGeom prst="rect">
            <a:avLst/>
          </a:prstGeom>
        </p:spPr>
      </p:pic>
      <p:pic>
        <p:nvPicPr>
          <p:cNvPr id="24" name="グラフィックス 23">
            <a:extLst>
              <a:ext uri="{FF2B5EF4-FFF2-40B4-BE49-F238E27FC236}">
                <a16:creationId xmlns:a16="http://schemas.microsoft.com/office/drawing/2014/main" id="{1C4012A1-A601-84EF-E2D9-7F4026B2C5C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62349" y="2814656"/>
            <a:ext cx="298415" cy="298415"/>
          </a:xfrm>
          <a:prstGeom prst="rect">
            <a:avLst/>
          </a:prstGeom>
        </p:spPr>
      </p:pic>
      <p:pic>
        <p:nvPicPr>
          <p:cNvPr id="26" name="グラフィックス 25">
            <a:extLst>
              <a:ext uri="{FF2B5EF4-FFF2-40B4-BE49-F238E27FC236}">
                <a16:creationId xmlns:a16="http://schemas.microsoft.com/office/drawing/2014/main" id="{96223E48-FC36-B749-8A2D-5EB7156221F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42985" y="3809265"/>
            <a:ext cx="308694" cy="308694"/>
          </a:xfrm>
          <a:prstGeom prst="rect">
            <a:avLst/>
          </a:prstGeom>
        </p:spPr>
      </p:pic>
      <p:pic>
        <p:nvPicPr>
          <p:cNvPr id="28" name="グラフィックス 27">
            <a:extLst>
              <a:ext uri="{FF2B5EF4-FFF2-40B4-BE49-F238E27FC236}">
                <a16:creationId xmlns:a16="http://schemas.microsoft.com/office/drawing/2014/main" id="{99BC994F-1EC6-2681-F825-1D2983F0FD9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847276" y="3848003"/>
            <a:ext cx="231218" cy="231218"/>
          </a:xfrm>
          <a:prstGeom prst="rect">
            <a:avLst/>
          </a:prstGeom>
        </p:spPr>
      </p:pic>
      <p:cxnSp>
        <p:nvCxnSpPr>
          <p:cNvPr id="30" name="直線コネクタ 29">
            <a:extLst>
              <a:ext uri="{FF2B5EF4-FFF2-40B4-BE49-F238E27FC236}">
                <a16:creationId xmlns:a16="http://schemas.microsoft.com/office/drawing/2014/main" id="{DF86FA77-6D4D-ECD3-7B58-3126A1DB333C}"/>
              </a:ext>
            </a:extLst>
          </p:cNvPr>
          <p:cNvCxnSpPr>
            <a:stCxn id="28" idx="3"/>
            <a:endCxn id="18" idx="1"/>
          </p:cNvCxnSpPr>
          <p:nvPr/>
        </p:nvCxnSpPr>
        <p:spPr>
          <a:xfrm>
            <a:off x="4078494" y="3963612"/>
            <a:ext cx="365363" cy="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2B1FBECC-A6E7-1F39-6523-A103DD9F1156}"/>
              </a:ext>
            </a:extLst>
          </p:cNvPr>
          <p:cNvCxnSpPr>
            <a:cxnSpLocks/>
            <a:stCxn id="26" idx="3"/>
            <a:endCxn id="28" idx="1"/>
          </p:cNvCxnSpPr>
          <p:nvPr/>
        </p:nvCxnSpPr>
        <p:spPr>
          <a:xfrm>
            <a:off x="2851679" y="3963612"/>
            <a:ext cx="995597" cy="0"/>
          </a:xfrm>
          <a:prstGeom prst="line">
            <a:avLst/>
          </a:prstGeom>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8112A8EF-6A86-16A4-256C-908D5DF97E5A}"/>
              </a:ext>
            </a:extLst>
          </p:cNvPr>
          <p:cNvSpPr txBox="1"/>
          <p:nvPr/>
        </p:nvSpPr>
        <p:spPr>
          <a:xfrm>
            <a:off x="3539169" y="5288369"/>
            <a:ext cx="2054942" cy="307777"/>
          </a:xfrm>
          <a:prstGeom prst="rect">
            <a:avLst/>
          </a:prstGeom>
          <a:noFill/>
        </p:spPr>
        <p:txBody>
          <a:bodyPr wrap="square" rtlCol="0">
            <a:spAutoFit/>
          </a:bodyP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Virtual Network (</a:t>
            </a:r>
            <a:r>
              <a:rPr kumimoji="1" lang="en-US" altLang="ja-JP" sz="14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37" name="グラフィックス 36">
            <a:extLst>
              <a:ext uri="{FF2B5EF4-FFF2-40B4-BE49-F238E27FC236}">
                <a16:creationId xmlns:a16="http://schemas.microsoft.com/office/drawing/2014/main" id="{D5581BF7-4906-1DF1-ECCB-7682EB3AAA6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200098" y="5272721"/>
            <a:ext cx="339071" cy="339071"/>
          </a:xfrm>
          <a:prstGeom prst="rect">
            <a:avLst/>
          </a:prstGeom>
        </p:spPr>
      </p:pic>
      <p:cxnSp>
        <p:nvCxnSpPr>
          <p:cNvPr id="38" name="直線コネクタ 37">
            <a:extLst>
              <a:ext uri="{FF2B5EF4-FFF2-40B4-BE49-F238E27FC236}">
                <a16:creationId xmlns:a16="http://schemas.microsoft.com/office/drawing/2014/main" id="{160EE0CD-3060-CE06-E092-FC1800A0B350}"/>
              </a:ext>
            </a:extLst>
          </p:cNvPr>
          <p:cNvCxnSpPr>
            <a:cxnSpLocks/>
          </p:cNvCxnSpPr>
          <p:nvPr/>
        </p:nvCxnSpPr>
        <p:spPr>
          <a:xfrm>
            <a:off x="1942486" y="3752237"/>
            <a:ext cx="224432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F2C3A405-DAA6-B127-1377-63ABAD58C110}"/>
              </a:ext>
            </a:extLst>
          </p:cNvPr>
          <p:cNvSpPr txBox="1"/>
          <p:nvPr/>
        </p:nvSpPr>
        <p:spPr>
          <a:xfrm>
            <a:off x="1862775" y="3252614"/>
            <a:ext cx="780530" cy="430887"/>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HTTP</a:t>
            </a:r>
          </a:p>
          <a:p>
            <a:pPr algn="ct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cxnSp>
        <p:nvCxnSpPr>
          <p:cNvPr id="40" name="直線コネクタ 39">
            <a:extLst>
              <a:ext uri="{FF2B5EF4-FFF2-40B4-BE49-F238E27FC236}">
                <a16:creationId xmlns:a16="http://schemas.microsoft.com/office/drawing/2014/main" id="{44A2C2DD-DDA9-B8B4-41A0-77199E2FC041}"/>
              </a:ext>
            </a:extLst>
          </p:cNvPr>
          <p:cNvCxnSpPr>
            <a:cxnSpLocks/>
          </p:cNvCxnSpPr>
          <p:nvPr/>
        </p:nvCxnSpPr>
        <p:spPr>
          <a:xfrm flipH="1">
            <a:off x="1917801" y="4154669"/>
            <a:ext cx="226901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59EB0BEF-057F-CEF3-F0BB-C2020BF260F0}"/>
              </a:ext>
            </a:extLst>
          </p:cNvPr>
          <p:cNvSpPr txBox="1"/>
          <p:nvPr/>
        </p:nvSpPr>
        <p:spPr>
          <a:xfrm>
            <a:off x="3611509" y="4178621"/>
            <a:ext cx="722186" cy="430887"/>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HTTP</a:t>
            </a:r>
          </a:p>
          <a:p>
            <a:pPr algn="ct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42" name="テキスト ボックス 41">
            <a:extLst>
              <a:ext uri="{FF2B5EF4-FFF2-40B4-BE49-F238E27FC236}">
                <a16:creationId xmlns:a16="http://schemas.microsoft.com/office/drawing/2014/main" id="{0EBB59FD-D969-80AB-600F-F45EE959F8BE}"/>
              </a:ext>
            </a:extLst>
          </p:cNvPr>
          <p:cNvSpPr txBox="1"/>
          <p:nvPr/>
        </p:nvSpPr>
        <p:spPr>
          <a:xfrm>
            <a:off x="4037986" y="4607273"/>
            <a:ext cx="868635" cy="307777"/>
          </a:xfrm>
          <a:prstGeom prst="rect">
            <a:avLst/>
          </a:prstGeom>
          <a:noFill/>
        </p:spPr>
        <p:txBody>
          <a:bodyPr wrap="square"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サブネット</a:t>
            </a:r>
          </a:p>
        </p:txBody>
      </p:sp>
      <p:sp>
        <p:nvSpPr>
          <p:cNvPr id="43" name="テキスト ボックス 42">
            <a:extLst>
              <a:ext uri="{FF2B5EF4-FFF2-40B4-BE49-F238E27FC236}">
                <a16:creationId xmlns:a16="http://schemas.microsoft.com/office/drawing/2014/main" id="{FF6023B8-F064-85E1-38A0-E223F8F6F893}"/>
              </a:ext>
            </a:extLst>
          </p:cNvPr>
          <p:cNvSpPr txBox="1"/>
          <p:nvPr/>
        </p:nvSpPr>
        <p:spPr>
          <a:xfrm>
            <a:off x="4161784" y="4178423"/>
            <a:ext cx="1026910"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Azure VM</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4" name="テキスト ボックス 43">
            <a:extLst>
              <a:ext uri="{FF2B5EF4-FFF2-40B4-BE49-F238E27FC236}">
                <a16:creationId xmlns:a16="http://schemas.microsoft.com/office/drawing/2014/main" id="{6A71BC32-1D0D-D8D4-2430-0F392BE028C6}"/>
              </a:ext>
            </a:extLst>
          </p:cNvPr>
          <p:cNvSpPr txBox="1"/>
          <p:nvPr/>
        </p:nvSpPr>
        <p:spPr>
          <a:xfrm>
            <a:off x="3661575" y="3400121"/>
            <a:ext cx="622054"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NIC</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5" name="テキスト ボックス 44">
            <a:extLst>
              <a:ext uri="{FF2B5EF4-FFF2-40B4-BE49-F238E27FC236}">
                <a16:creationId xmlns:a16="http://schemas.microsoft.com/office/drawing/2014/main" id="{886E04D9-2F3D-C71E-8D80-BA4D550E1B9C}"/>
              </a:ext>
            </a:extLst>
          </p:cNvPr>
          <p:cNvSpPr txBox="1"/>
          <p:nvPr/>
        </p:nvSpPr>
        <p:spPr>
          <a:xfrm>
            <a:off x="2257962" y="4230118"/>
            <a:ext cx="914451"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Public IP</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6" name="テキスト ボックス 45">
            <a:extLst>
              <a:ext uri="{FF2B5EF4-FFF2-40B4-BE49-F238E27FC236}">
                <a16:creationId xmlns:a16="http://schemas.microsoft.com/office/drawing/2014/main" id="{DAC9D9FE-8281-38AE-E8CA-440228EB4307}"/>
              </a:ext>
            </a:extLst>
          </p:cNvPr>
          <p:cNvSpPr txBox="1"/>
          <p:nvPr/>
        </p:nvSpPr>
        <p:spPr>
          <a:xfrm>
            <a:off x="3748515" y="2618873"/>
            <a:ext cx="622054"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NSG</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7" name="四角形吹き出し 46">
            <a:extLst>
              <a:ext uri="{FF2B5EF4-FFF2-40B4-BE49-F238E27FC236}">
                <a16:creationId xmlns:a16="http://schemas.microsoft.com/office/drawing/2014/main" id="{0F5B0327-ADA3-22A4-9853-ECF1E65B2F83}"/>
              </a:ext>
            </a:extLst>
          </p:cNvPr>
          <p:cNvSpPr/>
          <p:nvPr/>
        </p:nvSpPr>
        <p:spPr>
          <a:xfrm>
            <a:off x="4430467" y="1925359"/>
            <a:ext cx="1753697" cy="1422583"/>
          </a:xfrm>
          <a:prstGeom prst="wedgeRectCallout">
            <a:avLst>
              <a:gd name="adj1" fmla="val -25318"/>
              <a:gd name="adj2" fmla="val 80347"/>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8" name="角丸四角形 47">
            <a:extLst>
              <a:ext uri="{FF2B5EF4-FFF2-40B4-BE49-F238E27FC236}">
                <a16:creationId xmlns:a16="http://schemas.microsoft.com/office/drawing/2014/main" id="{419A85A6-5817-76D8-8F11-B56FB62494E7}"/>
              </a:ext>
            </a:extLst>
          </p:cNvPr>
          <p:cNvSpPr/>
          <p:nvPr/>
        </p:nvSpPr>
        <p:spPr>
          <a:xfrm>
            <a:off x="4537585" y="2903652"/>
            <a:ext cx="1529822" cy="320085"/>
          </a:xfrm>
          <a:prstGeom prst="roundRect">
            <a:avLst>
              <a:gd name="adj" fmla="val 20621"/>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テキスト ボックス 48">
            <a:extLst>
              <a:ext uri="{FF2B5EF4-FFF2-40B4-BE49-F238E27FC236}">
                <a16:creationId xmlns:a16="http://schemas.microsoft.com/office/drawing/2014/main" id="{DA94AA43-C999-6C97-ACB4-48D7925E114C}"/>
              </a:ext>
            </a:extLst>
          </p:cNvPr>
          <p:cNvSpPr txBox="1"/>
          <p:nvPr/>
        </p:nvSpPr>
        <p:spPr>
          <a:xfrm>
            <a:off x="4834999" y="2903088"/>
            <a:ext cx="931729"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OS</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0" name="角丸四角形 49">
            <a:extLst>
              <a:ext uri="{FF2B5EF4-FFF2-40B4-BE49-F238E27FC236}">
                <a16:creationId xmlns:a16="http://schemas.microsoft.com/office/drawing/2014/main" id="{946DC4B8-5C27-2A21-6391-A8F085AA65E2}"/>
              </a:ext>
            </a:extLst>
          </p:cNvPr>
          <p:cNvSpPr/>
          <p:nvPr/>
        </p:nvSpPr>
        <p:spPr>
          <a:xfrm>
            <a:off x="4546902" y="2044919"/>
            <a:ext cx="1529822" cy="77843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EC4ACB44-9E38-DE03-D2D3-E284AC031B8D}"/>
              </a:ext>
            </a:extLst>
          </p:cNvPr>
          <p:cNvSpPr txBox="1"/>
          <p:nvPr/>
        </p:nvSpPr>
        <p:spPr>
          <a:xfrm>
            <a:off x="4845828" y="2473216"/>
            <a:ext cx="931729"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NGINX</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8" name="フローチャート: 書類 7">
            <a:extLst>
              <a:ext uri="{FF2B5EF4-FFF2-40B4-BE49-F238E27FC236}">
                <a16:creationId xmlns:a16="http://schemas.microsoft.com/office/drawing/2014/main" id="{A45F2ADE-39A5-A10B-A17E-29FE5CCE6E7C}"/>
              </a:ext>
            </a:extLst>
          </p:cNvPr>
          <p:cNvSpPr/>
          <p:nvPr/>
        </p:nvSpPr>
        <p:spPr>
          <a:xfrm>
            <a:off x="4845828" y="2095167"/>
            <a:ext cx="942558" cy="378049"/>
          </a:xfrm>
          <a:prstGeom prst="flowChartDocument">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1D20D6C2-0798-9FDA-E5DC-ECD3C3B25437}"/>
              </a:ext>
            </a:extLst>
          </p:cNvPr>
          <p:cNvSpPr txBox="1"/>
          <p:nvPr/>
        </p:nvSpPr>
        <p:spPr>
          <a:xfrm>
            <a:off x="4856657" y="2105484"/>
            <a:ext cx="931729"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HTML</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86077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1F3FBC19-88BF-E4C5-27A1-3C51F3134334}"/>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D826B3CC-3CD7-4C0C-B75F-062D12EB7B3E}"/>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AP 層の役割</a:t>
            </a:r>
          </a:p>
        </p:txBody>
      </p:sp>
      <p:sp>
        <p:nvSpPr>
          <p:cNvPr id="2" name="正方形/長方形 1">
            <a:extLst>
              <a:ext uri="{FF2B5EF4-FFF2-40B4-BE49-F238E27FC236}">
                <a16:creationId xmlns:a16="http://schemas.microsoft.com/office/drawing/2014/main" id="{EBB7D12A-9079-4B91-8BAA-6AE599F9F246}"/>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1E51EDE6-6A88-4EB3-9B43-74358E4EB0BE}"/>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16</a:t>
            </a:r>
          </a:p>
        </p:txBody>
      </p:sp>
      <p:sp>
        <p:nvSpPr>
          <p:cNvPr id="4" name="正方形/長方形 3">
            <a:extLst>
              <a:ext uri="{FF2B5EF4-FFF2-40B4-BE49-F238E27FC236}">
                <a16:creationId xmlns:a16="http://schemas.microsoft.com/office/drawing/2014/main" id="{642AB3B4-3908-4737-B7DC-22919A2E04B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1C468807-CBAA-4B3A-83A0-3F286DD8132A}"/>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dirty="0">
                <a:solidFill>
                  <a:srgbClr val="344054"/>
                </a:solidFill>
                <a:latin typeface="Yu Gothic UI"/>
                <a:ea typeface="Yu Gothic UI"/>
                <a:cs typeface="Yu Gothic UI"/>
              </a:rPr>
              <a:t>AP </a:t>
            </a:r>
            <a:r>
              <a:rPr sz="1200" b="0" dirty="0" err="1">
                <a:solidFill>
                  <a:srgbClr val="344054"/>
                </a:solidFill>
                <a:latin typeface="Yu Gothic UI"/>
                <a:ea typeface="Yu Gothic UI"/>
                <a:cs typeface="Yu Gothic UI"/>
              </a:rPr>
              <a:t>層は利用者の入力や</a:t>
            </a:r>
            <a:r>
              <a:rPr sz="1200" b="0" dirty="0">
                <a:solidFill>
                  <a:srgbClr val="344054"/>
                </a:solidFill>
                <a:latin typeface="Yu Gothic UI"/>
                <a:ea typeface="Yu Gothic UI"/>
                <a:cs typeface="Yu Gothic UI"/>
              </a:rPr>
              <a:t> API </a:t>
            </a:r>
            <a:r>
              <a:rPr sz="1200" b="0" dirty="0" err="1">
                <a:solidFill>
                  <a:srgbClr val="344054"/>
                </a:solidFill>
                <a:latin typeface="Yu Gothic UI"/>
                <a:ea typeface="Yu Gothic UI"/>
                <a:cs typeface="Yu Gothic UI"/>
              </a:rPr>
              <a:t>リクエストを受け取り、入力チェック、業務ルール、DB</a:t>
            </a:r>
            <a:r>
              <a:rPr sz="1200" b="0" dirty="0">
                <a:solidFill>
                  <a:srgbClr val="344054"/>
                </a:solidFill>
                <a:latin typeface="Yu Gothic UI"/>
                <a:ea typeface="Yu Gothic UI"/>
                <a:cs typeface="Yu Gothic UI"/>
              </a:rPr>
              <a:t> </a:t>
            </a:r>
            <a:r>
              <a:rPr sz="1200" b="0" dirty="0" err="1">
                <a:solidFill>
                  <a:srgbClr val="344054"/>
                </a:solidFill>
                <a:latin typeface="Yu Gothic UI"/>
                <a:ea typeface="Yu Gothic UI"/>
                <a:cs typeface="Yu Gothic UI"/>
              </a:rPr>
              <a:t>への問い合わせなどアプリ固有の処理を担当します</a:t>
            </a:r>
            <a:r>
              <a:rPr sz="1200" b="0" dirty="0">
                <a:solidFill>
                  <a:srgbClr val="344054"/>
                </a:solidFill>
                <a:latin typeface="Yu Gothic UI"/>
                <a:ea typeface="Yu Gothic UI"/>
                <a:cs typeface="Yu Gothic UI"/>
              </a:rPr>
              <a:t>。</a:t>
            </a:r>
          </a:p>
        </p:txBody>
      </p:sp>
      <p:sp>
        <p:nvSpPr>
          <p:cNvPr id="6" name="正方形/長方形 5">
            <a:extLst>
              <a:ext uri="{FF2B5EF4-FFF2-40B4-BE49-F238E27FC236}">
                <a16:creationId xmlns:a16="http://schemas.microsoft.com/office/drawing/2014/main" id="{22604416-EA94-45FC-9972-EE856BD6DEE8}"/>
              </a:ext>
            </a:extLst>
          </p:cNvPr>
          <p:cNvSpPr>
            <a:spLocks noGrp="1"/>
          </p:cNvSpPr>
          <p:nvPr/>
        </p:nvSpPr>
        <p:spPr>
          <a:xfrm>
            <a:off x="5738654" y="6061815"/>
            <a:ext cx="3810000" cy="18097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1050" b="0">
                <a:solidFill>
                  <a:srgbClr val="344054"/>
                </a:solidFill>
                <a:latin typeface="Yu Gothic UI"/>
                <a:ea typeface="Yu Gothic UI"/>
                <a:cs typeface="Yu Gothic UI"/>
              </a:defRPr>
            </a:pPr>
            <a:r>
              <a:rPr sz="1050" b="0" dirty="0">
                <a:solidFill>
                  <a:srgbClr val="344054"/>
                </a:solidFill>
                <a:latin typeface="Yu Gothic UI"/>
                <a:ea typeface="Yu Gothic UI"/>
                <a:cs typeface="Yu Gothic UI"/>
              </a:rPr>
              <a:t>• API </a:t>
            </a:r>
            <a:r>
              <a:rPr sz="1050" b="0" dirty="0" err="1">
                <a:solidFill>
                  <a:srgbClr val="344054"/>
                </a:solidFill>
                <a:latin typeface="Yu Gothic UI"/>
                <a:ea typeface="Yu Gothic UI"/>
                <a:cs typeface="Yu Gothic UI"/>
              </a:rPr>
              <a:t>リクエストを受け取る</a:t>
            </a:r>
            <a:r>
              <a:rPr sz="1050" b="0" dirty="0">
                <a:solidFill>
                  <a:srgbClr val="344054"/>
                </a:solidFill>
                <a:latin typeface="Yu Gothic UI"/>
                <a:ea typeface="Yu Gothic UI"/>
                <a:cs typeface="Yu Gothic UI"/>
              </a:rPr>
              <a:t>。</a:t>
            </a:r>
          </a:p>
          <a:p>
            <a:pPr algn="l">
              <a:defRPr sz="1050" b="0">
                <a:solidFill>
                  <a:srgbClr val="344054"/>
                </a:solidFill>
                <a:latin typeface="Yu Gothic UI"/>
                <a:ea typeface="Yu Gothic UI"/>
                <a:cs typeface="Yu Gothic UI"/>
              </a:defRPr>
            </a:pPr>
            <a:r>
              <a:rPr sz="1050" b="0" dirty="0">
                <a:solidFill>
                  <a:srgbClr val="344054"/>
                </a:solidFill>
                <a:latin typeface="Yu Gothic UI"/>
                <a:ea typeface="Yu Gothic UI"/>
                <a:cs typeface="Yu Gothic UI"/>
              </a:rPr>
              <a:t>• </a:t>
            </a:r>
            <a:r>
              <a:rPr sz="1050" b="0" dirty="0" err="1">
                <a:solidFill>
                  <a:srgbClr val="344054"/>
                </a:solidFill>
                <a:latin typeface="Yu Gothic UI"/>
                <a:ea typeface="Yu Gothic UI"/>
                <a:cs typeface="Yu Gothic UI"/>
              </a:rPr>
              <a:t>入力チェックや業務ロジックを実行する</a:t>
            </a:r>
            <a:r>
              <a:rPr sz="1050" b="0" dirty="0">
                <a:solidFill>
                  <a:srgbClr val="344054"/>
                </a:solidFill>
                <a:latin typeface="Yu Gothic UI"/>
                <a:ea typeface="Yu Gothic UI"/>
                <a:cs typeface="Yu Gothic UI"/>
              </a:rPr>
              <a:t>。</a:t>
            </a:r>
          </a:p>
          <a:p>
            <a:pPr algn="l">
              <a:defRPr sz="1050" b="0">
                <a:solidFill>
                  <a:srgbClr val="344054"/>
                </a:solidFill>
                <a:latin typeface="Yu Gothic UI"/>
                <a:ea typeface="Yu Gothic UI"/>
                <a:cs typeface="Yu Gothic UI"/>
              </a:defRPr>
            </a:pPr>
            <a:r>
              <a:rPr sz="1050" b="0" dirty="0">
                <a:solidFill>
                  <a:srgbClr val="344054"/>
                </a:solidFill>
                <a:latin typeface="Yu Gothic UI"/>
                <a:ea typeface="Yu Gothic UI"/>
                <a:cs typeface="Yu Gothic UI"/>
              </a:rPr>
              <a:t>• </a:t>
            </a:r>
            <a:r>
              <a:rPr sz="1050" b="0" dirty="0" err="1">
                <a:solidFill>
                  <a:srgbClr val="344054"/>
                </a:solidFill>
                <a:latin typeface="Yu Gothic UI"/>
                <a:ea typeface="Yu Gothic UI"/>
                <a:cs typeface="Yu Gothic UI"/>
              </a:rPr>
              <a:t>必要なデータを</a:t>
            </a:r>
            <a:r>
              <a:rPr sz="1050" b="0" dirty="0">
                <a:solidFill>
                  <a:srgbClr val="344054"/>
                </a:solidFill>
                <a:latin typeface="Yu Gothic UI"/>
                <a:ea typeface="Yu Gothic UI"/>
                <a:cs typeface="Yu Gothic UI"/>
              </a:rPr>
              <a:t> DB </a:t>
            </a:r>
            <a:r>
              <a:rPr sz="1050" b="0" dirty="0" err="1">
                <a:solidFill>
                  <a:srgbClr val="344054"/>
                </a:solidFill>
                <a:latin typeface="Yu Gothic UI"/>
                <a:ea typeface="Yu Gothic UI"/>
                <a:cs typeface="Yu Gothic UI"/>
              </a:rPr>
              <a:t>層に問い合わせる</a:t>
            </a:r>
            <a:r>
              <a:rPr sz="1050" b="0" dirty="0">
                <a:solidFill>
                  <a:srgbClr val="344054"/>
                </a:solidFill>
                <a:latin typeface="Yu Gothic UI"/>
                <a:ea typeface="Yu Gothic UI"/>
                <a:cs typeface="Yu Gothic UI"/>
              </a:rPr>
              <a:t>。</a:t>
            </a:r>
          </a:p>
        </p:txBody>
      </p:sp>
      <p:sp>
        <p:nvSpPr>
          <p:cNvPr id="9" name="正方形/長方形 8">
            <a:extLst>
              <a:ext uri="{FF2B5EF4-FFF2-40B4-BE49-F238E27FC236}">
                <a16:creationId xmlns:a16="http://schemas.microsoft.com/office/drawing/2014/main" id="{485B2990-E995-42FC-BE48-F3217704765F}"/>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16 / 32</a:t>
            </a:r>
          </a:p>
        </p:txBody>
      </p:sp>
      <p:sp>
        <p:nvSpPr>
          <p:cNvPr id="12" name="角丸四角形 11">
            <a:extLst>
              <a:ext uri="{FF2B5EF4-FFF2-40B4-BE49-F238E27FC236}">
                <a16:creationId xmlns:a16="http://schemas.microsoft.com/office/drawing/2014/main" id="{DA540E08-EB75-16A6-F50D-9134F58C545A}"/>
              </a:ext>
            </a:extLst>
          </p:cNvPr>
          <p:cNvSpPr/>
          <p:nvPr/>
        </p:nvSpPr>
        <p:spPr>
          <a:xfrm>
            <a:off x="3322105" y="3829971"/>
            <a:ext cx="874254"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A4BAC1F6-598F-8BAA-5ACC-003707EF197D}"/>
              </a:ext>
            </a:extLst>
          </p:cNvPr>
          <p:cNvSpPr txBox="1"/>
          <p:nvPr/>
        </p:nvSpPr>
        <p:spPr>
          <a:xfrm>
            <a:off x="3367970" y="4174977"/>
            <a:ext cx="780456" cy="646331"/>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Web</a:t>
            </a:r>
          </a:p>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14" name="角丸四角形 13">
            <a:extLst>
              <a:ext uri="{FF2B5EF4-FFF2-40B4-BE49-F238E27FC236}">
                <a16:creationId xmlns:a16="http://schemas.microsoft.com/office/drawing/2014/main" id="{B4B96E89-DEA9-02ED-DADE-08F0DB8F4FE4}"/>
              </a:ext>
            </a:extLst>
          </p:cNvPr>
          <p:cNvSpPr/>
          <p:nvPr/>
        </p:nvSpPr>
        <p:spPr>
          <a:xfrm>
            <a:off x="922342" y="4218342"/>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F044E58B-A20C-9E99-71ED-7186F23D6C55}"/>
              </a:ext>
            </a:extLst>
          </p:cNvPr>
          <p:cNvSpPr txBox="1"/>
          <p:nvPr/>
        </p:nvSpPr>
        <p:spPr>
          <a:xfrm>
            <a:off x="1029965" y="4311766"/>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cxnSp>
        <p:nvCxnSpPr>
          <p:cNvPr id="16" name="直線コネクタ 15">
            <a:extLst>
              <a:ext uri="{FF2B5EF4-FFF2-40B4-BE49-F238E27FC236}">
                <a16:creationId xmlns:a16="http://schemas.microsoft.com/office/drawing/2014/main" id="{7B265226-6949-0EFA-8A76-C95B8C17673D}"/>
              </a:ext>
            </a:extLst>
          </p:cNvPr>
          <p:cNvCxnSpPr>
            <a:cxnSpLocks/>
          </p:cNvCxnSpPr>
          <p:nvPr/>
        </p:nvCxnSpPr>
        <p:spPr>
          <a:xfrm flipV="1">
            <a:off x="2575216" y="4347117"/>
            <a:ext cx="582064" cy="284"/>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9983C9CE-25A7-8FF7-C4A8-500F88792E08}"/>
              </a:ext>
            </a:extLst>
          </p:cNvPr>
          <p:cNvSpPr txBox="1"/>
          <p:nvPr/>
        </p:nvSpPr>
        <p:spPr>
          <a:xfrm>
            <a:off x="2233381" y="3956731"/>
            <a:ext cx="1295665" cy="261610"/>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cxnSp>
        <p:nvCxnSpPr>
          <p:cNvPr id="19" name="直線コネクタ 18">
            <a:extLst>
              <a:ext uri="{FF2B5EF4-FFF2-40B4-BE49-F238E27FC236}">
                <a16:creationId xmlns:a16="http://schemas.microsoft.com/office/drawing/2014/main" id="{8C9768A3-A093-140B-6237-969679A59C3B}"/>
              </a:ext>
            </a:extLst>
          </p:cNvPr>
          <p:cNvCxnSpPr>
            <a:cxnSpLocks/>
          </p:cNvCxnSpPr>
          <p:nvPr/>
        </p:nvCxnSpPr>
        <p:spPr>
          <a:xfrm flipH="1">
            <a:off x="2550531" y="4661344"/>
            <a:ext cx="582458"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2B5DA321-4442-F01D-E7E6-E4498AA8448A}"/>
              </a:ext>
            </a:extLst>
          </p:cNvPr>
          <p:cNvSpPr txBox="1"/>
          <p:nvPr/>
        </p:nvSpPr>
        <p:spPr>
          <a:xfrm>
            <a:off x="2262270" y="4783655"/>
            <a:ext cx="1295665" cy="261610"/>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21" name="角丸四角形 20">
            <a:extLst>
              <a:ext uri="{FF2B5EF4-FFF2-40B4-BE49-F238E27FC236}">
                <a16:creationId xmlns:a16="http://schemas.microsoft.com/office/drawing/2014/main" id="{0E917985-6919-89CD-0EC3-495DF742E270}"/>
              </a:ext>
            </a:extLst>
          </p:cNvPr>
          <p:cNvSpPr/>
          <p:nvPr/>
        </p:nvSpPr>
        <p:spPr>
          <a:xfrm>
            <a:off x="5060950" y="2950597"/>
            <a:ext cx="3847067" cy="2706685"/>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92D829C8-178A-562B-1213-D18C07258CBE}"/>
              </a:ext>
            </a:extLst>
          </p:cNvPr>
          <p:cNvSpPr txBox="1"/>
          <p:nvPr/>
        </p:nvSpPr>
        <p:spPr>
          <a:xfrm>
            <a:off x="6195745" y="2957397"/>
            <a:ext cx="1149035" cy="369332"/>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AP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25" name="テキスト ボックス 24">
            <a:extLst>
              <a:ext uri="{FF2B5EF4-FFF2-40B4-BE49-F238E27FC236}">
                <a16:creationId xmlns:a16="http://schemas.microsoft.com/office/drawing/2014/main" id="{A123135B-E0B7-24AE-9FED-28E89E4FFADC}"/>
              </a:ext>
            </a:extLst>
          </p:cNvPr>
          <p:cNvSpPr txBox="1"/>
          <p:nvPr/>
        </p:nvSpPr>
        <p:spPr>
          <a:xfrm>
            <a:off x="4021483" y="3767422"/>
            <a:ext cx="1134795" cy="430887"/>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ビジネスロジック</a:t>
            </a:r>
            <a:endPar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処理依頼</a:t>
            </a:r>
          </a:p>
        </p:txBody>
      </p:sp>
      <p:sp>
        <p:nvSpPr>
          <p:cNvPr id="27" name="テキスト ボックス 26">
            <a:extLst>
              <a:ext uri="{FF2B5EF4-FFF2-40B4-BE49-F238E27FC236}">
                <a16:creationId xmlns:a16="http://schemas.microsoft.com/office/drawing/2014/main" id="{E0490B20-5C56-A0D5-6F9D-A3713135A704}"/>
              </a:ext>
            </a:extLst>
          </p:cNvPr>
          <p:cNvSpPr txBox="1"/>
          <p:nvPr/>
        </p:nvSpPr>
        <p:spPr>
          <a:xfrm>
            <a:off x="4217192" y="4739734"/>
            <a:ext cx="71962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sp>
        <p:nvSpPr>
          <p:cNvPr id="28" name="角丸四角形 27">
            <a:extLst>
              <a:ext uri="{FF2B5EF4-FFF2-40B4-BE49-F238E27FC236}">
                <a16:creationId xmlns:a16="http://schemas.microsoft.com/office/drawing/2014/main" id="{B60C5AE3-ECFE-AFDB-58AF-C2589BD55B5A}"/>
              </a:ext>
            </a:extLst>
          </p:cNvPr>
          <p:cNvSpPr/>
          <p:nvPr/>
        </p:nvSpPr>
        <p:spPr>
          <a:xfrm>
            <a:off x="2860619" y="2158129"/>
            <a:ext cx="1755586" cy="877040"/>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D14D8DE7-E004-C25C-47F7-20F3EB70330A}"/>
              </a:ext>
            </a:extLst>
          </p:cNvPr>
          <p:cNvSpPr txBox="1"/>
          <p:nvPr/>
        </p:nvSpPr>
        <p:spPr>
          <a:xfrm>
            <a:off x="2884082" y="2180127"/>
            <a:ext cx="1708657"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ストレージ</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0" name="角丸四角形 29">
            <a:extLst>
              <a:ext uri="{FF2B5EF4-FFF2-40B4-BE49-F238E27FC236}">
                <a16:creationId xmlns:a16="http://schemas.microsoft.com/office/drawing/2014/main" id="{A1E4C797-E9DF-16E1-1B25-0F565FF88027}"/>
              </a:ext>
            </a:extLst>
          </p:cNvPr>
          <p:cNvSpPr/>
          <p:nvPr/>
        </p:nvSpPr>
        <p:spPr>
          <a:xfrm>
            <a:off x="3008357" y="2568704"/>
            <a:ext cx="1483486" cy="38189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84CB09FF-A331-304B-7327-40F0D6446045}"/>
              </a:ext>
            </a:extLst>
          </p:cNvPr>
          <p:cNvSpPr txBox="1"/>
          <p:nvPr/>
        </p:nvSpPr>
        <p:spPr>
          <a:xfrm>
            <a:off x="2905117" y="2581265"/>
            <a:ext cx="1708657"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静的コンテンツ</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32" name="直線コネクタ 31">
            <a:extLst>
              <a:ext uri="{FF2B5EF4-FFF2-40B4-BE49-F238E27FC236}">
                <a16:creationId xmlns:a16="http://schemas.microsoft.com/office/drawing/2014/main" id="{AC87C8DE-34AC-A262-BE14-66B9EC05BE8A}"/>
              </a:ext>
            </a:extLst>
          </p:cNvPr>
          <p:cNvCxnSpPr>
            <a:cxnSpLocks/>
          </p:cNvCxnSpPr>
          <p:nvPr/>
        </p:nvCxnSpPr>
        <p:spPr>
          <a:xfrm flipV="1">
            <a:off x="3583357" y="3142063"/>
            <a:ext cx="0" cy="573873"/>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80B75294-FBA3-BC0A-4F99-B78B4FE41D67}"/>
              </a:ext>
            </a:extLst>
          </p:cNvPr>
          <p:cNvSpPr txBox="1"/>
          <p:nvPr/>
        </p:nvSpPr>
        <p:spPr>
          <a:xfrm>
            <a:off x="2428039" y="3214403"/>
            <a:ext cx="1134795" cy="415498"/>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静的ファイルの</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取得</a:t>
            </a:r>
          </a:p>
        </p:txBody>
      </p:sp>
      <p:cxnSp>
        <p:nvCxnSpPr>
          <p:cNvPr id="34" name="直線コネクタ 33">
            <a:extLst>
              <a:ext uri="{FF2B5EF4-FFF2-40B4-BE49-F238E27FC236}">
                <a16:creationId xmlns:a16="http://schemas.microsoft.com/office/drawing/2014/main" id="{C1701960-B170-EEDB-76E8-B8FE85F4306D}"/>
              </a:ext>
            </a:extLst>
          </p:cNvPr>
          <p:cNvCxnSpPr>
            <a:cxnSpLocks/>
          </p:cNvCxnSpPr>
          <p:nvPr/>
        </p:nvCxnSpPr>
        <p:spPr>
          <a:xfrm flipV="1">
            <a:off x="3919453" y="3146040"/>
            <a:ext cx="0" cy="569896"/>
          </a:xfrm>
          <a:prstGeom prst="line">
            <a:avLst/>
          </a:prstGeom>
          <a:ln w="44450">
            <a:headEnd type="triangle"/>
            <a:tailEnd type="non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9C2198C3-4F55-F06D-9669-622E6A262287}"/>
              </a:ext>
            </a:extLst>
          </p:cNvPr>
          <p:cNvSpPr txBox="1"/>
          <p:nvPr/>
        </p:nvSpPr>
        <p:spPr>
          <a:xfrm>
            <a:off x="3919453" y="3221250"/>
            <a:ext cx="1134795" cy="415498"/>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静的ファイルの</a:t>
            </a:r>
            <a:endPar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応答</a:t>
            </a:r>
          </a:p>
        </p:txBody>
      </p:sp>
      <p:cxnSp>
        <p:nvCxnSpPr>
          <p:cNvPr id="18" name="直線コネクタ 17">
            <a:extLst>
              <a:ext uri="{FF2B5EF4-FFF2-40B4-BE49-F238E27FC236}">
                <a16:creationId xmlns:a16="http://schemas.microsoft.com/office/drawing/2014/main" id="{C675EB8B-7345-38B4-307B-945E2606118A}"/>
              </a:ext>
            </a:extLst>
          </p:cNvPr>
          <p:cNvCxnSpPr>
            <a:cxnSpLocks/>
          </p:cNvCxnSpPr>
          <p:nvPr/>
        </p:nvCxnSpPr>
        <p:spPr>
          <a:xfrm flipV="1">
            <a:off x="4322742" y="4311766"/>
            <a:ext cx="582064" cy="284"/>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9263D817-1BD1-6FE0-E3F8-725B46050733}"/>
              </a:ext>
            </a:extLst>
          </p:cNvPr>
          <p:cNvCxnSpPr>
            <a:cxnSpLocks/>
          </p:cNvCxnSpPr>
          <p:nvPr/>
        </p:nvCxnSpPr>
        <p:spPr>
          <a:xfrm flipH="1">
            <a:off x="4298057" y="4625993"/>
            <a:ext cx="582458"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7" name="角丸四角形 36">
            <a:extLst>
              <a:ext uri="{FF2B5EF4-FFF2-40B4-BE49-F238E27FC236}">
                <a16:creationId xmlns:a16="http://schemas.microsoft.com/office/drawing/2014/main" id="{B34ABC9B-563D-E1D6-1C35-14EC335FC196}"/>
              </a:ext>
            </a:extLst>
          </p:cNvPr>
          <p:cNvSpPr/>
          <p:nvPr/>
        </p:nvSpPr>
        <p:spPr>
          <a:xfrm>
            <a:off x="10256885" y="3715936"/>
            <a:ext cx="874254"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36180246-F289-E479-26CE-629341EF4B79}"/>
              </a:ext>
            </a:extLst>
          </p:cNvPr>
          <p:cNvSpPr txBox="1"/>
          <p:nvPr/>
        </p:nvSpPr>
        <p:spPr>
          <a:xfrm>
            <a:off x="10302750" y="4060942"/>
            <a:ext cx="780456" cy="646331"/>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DB</a:t>
            </a:r>
          </a:p>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39" name="角丸四角形 38">
            <a:extLst>
              <a:ext uri="{FF2B5EF4-FFF2-40B4-BE49-F238E27FC236}">
                <a16:creationId xmlns:a16="http://schemas.microsoft.com/office/drawing/2014/main" id="{594D6055-491A-C33F-34BD-A51E5ECD7979}"/>
              </a:ext>
            </a:extLst>
          </p:cNvPr>
          <p:cNvSpPr/>
          <p:nvPr/>
        </p:nvSpPr>
        <p:spPr>
          <a:xfrm>
            <a:off x="5226786" y="3472351"/>
            <a:ext cx="1407083" cy="203309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a:extLst>
              <a:ext uri="{FF2B5EF4-FFF2-40B4-BE49-F238E27FC236}">
                <a16:creationId xmlns:a16="http://schemas.microsoft.com/office/drawing/2014/main" id="{4A992544-FAED-5E10-9666-DA89E738D3E4}"/>
              </a:ext>
            </a:extLst>
          </p:cNvPr>
          <p:cNvSpPr/>
          <p:nvPr/>
        </p:nvSpPr>
        <p:spPr>
          <a:xfrm>
            <a:off x="6919041" y="3479882"/>
            <a:ext cx="1407083" cy="203309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653A4F51-AEFC-73D7-CA3C-CCA29B65EDD4}"/>
              </a:ext>
            </a:extLst>
          </p:cNvPr>
          <p:cNvSpPr txBox="1"/>
          <p:nvPr/>
        </p:nvSpPr>
        <p:spPr>
          <a:xfrm>
            <a:off x="5293240" y="3515263"/>
            <a:ext cx="1274174" cy="338554"/>
          </a:xfrm>
          <a:prstGeom prst="rect">
            <a:avLst/>
          </a:prstGeom>
          <a:noFill/>
        </p:spPr>
        <p:txBody>
          <a:bodyPr wrap="square" rtlCol="0">
            <a:spAutoFit/>
          </a:bodyPr>
          <a:lstStyle/>
          <a:p>
            <a:pPr algn="ctr"/>
            <a:r>
              <a:rPr kumimoji="1" lang="ja-JP" altLang="en-US" sz="1600">
                <a:solidFill>
                  <a:schemeClr val="tx1">
                    <a:lumMod val="75000"/>
                    <a:lumOff val="25000"/>
                  </a:schemeClr>
                </a:solidFill>
                <a:latin typeface="Yu Gothic UI" panose="020B0500000000000000" pitchFamily="34" charset="-128"/>
                <a:ea typeface="Yu Gothic UI" panose="020B0500000000000000" pitchFamily="34" charset="-128"/>
              </a:rPr>
              <a:t>入力チェック</a:t>
            </a:r>
            <a:endParaRPr kumimoji="1" lang="en-US" altLang="ja-JP" sz="16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2" name="テキスト ボックス 41">
            <a:extLst>
              <a:ext uri="{FF2B5EF4-FFF2-40B4-BE49-F238E27FC236}">
                <a16:creationId xmlns:a16="http://schemas.microsoft.com/office/drawing/2014/main" id="{D0530E31-933A-DD52-9A96-44198DFDB4BF}"/>
              </a:ext>
            </a:extLst>
          </p:cNvPr>
          <p:cNvSpPr txBox="1"/>
          <p:nvPr/>
        </p:nvSpPr>
        <p:spPr>
          <a:xfrm>
            <a:off x="6969795" y="3515263"/>
            <a:ext cx="1274174" cy="584775"/>
          </a:xfrm>
          <a:prstGeom prst="rect">
            <a:avLst/>
          </a:prstGeom>
          <a:noFill/>
        </p:spPr>
        <p:txBody>
          <a:bodyPr wrap="square" rtlCol="0">
            <a:spAutoFit/>
          </a:bodyPr>
          <a:lstStyle/>
          <a:p>
            <a:pPr algn="ctr"/>
            <a:r>
              <a:rPr kumimoji="1" lang="ja-JP" altLang="en-US" sz="1600">
                <a:solidFill>
                  <a:schemeClr val="tx1">
                    <a:lumMod val="75000"/>
                    <a:lumOff val="25000"/>
                  </a:schemeClr>
                </a:solidFill>
                <a:latin typeface="Yu Gothic UI" panose="020B0500000000000000" pitchFamily="34" charset="-128"/>
                <a:ea typeface="Yu Gothic UI" panose="020B0500000000000000" pitchFamily="34" charset="-128"/>
              </a:rPr>
              <a:t>ビジネス</a:t>
            </a:r>
            <a:endParaRPr kumimoji="1" lang="en-US" altLang="ja-JP" sz="16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600">
                <a:solidFill>
                  <a:schemeClr val="tx1">
                    <a:lumMod val="75000"/>
                    <a:lumOff val="25000"/>
                  </a:schemeClr>
                </a:solidFill>
                <a:latin typeface="Yu Gothic UI" panose="020B0500000000000000" pitchFamily="34" charset="-128"/>
                <a:ea typeface="Yu Gothic UI" panose="020B0500000000000000" pitchFamily="34" charset="-128"/>
              </a:rPr>
              <a:t>ロジック</a:t>
            </a:r>
            <a:endParaRPr kumimoji="1" lang="en-US" altLang="ja-JP" sz="16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3" name="テキスト ボックス 42">
            <a:extLst>
              <a:ext uri="{FF2B5EF4-FFF2-40B4-BE49-F238E27FC236}">
                <a16:creationId xmlns:a16="http://schemas.microsoft.com/office/drawing/2014/main" id="{1DF69479-4064-51C5-67DF-A03EB5278B49}"/>
              </a:ext>
            </a:extLst>
          </p:cNvPr>
          <p:cNvSpPr txBox="1"/>
          <p:nvPr/>
        </p:nvSpPr>
        <p:spPr>
          <a:xfrm>
            <a:off x="5226785" y="4150346"/>
            <a:ext cx="1407083" cy="1200329"/>
          </a:xfrm>
          <a:prstGeom prst="rect">
            <a:avLst/>
          </a:prstGeom>
          <a:noFill/>
        </p:spPr>
        <p:txBody>
          <a:bodyPr wrap="square" rtlCol="0">
            <a:spAutoFit/>
          </a:bodyPr>
          <a:lstStyle/>
          <a:p>
            <a:pPr marL="96838" indent="-96838">
              <a:buFont typeface="Arial" panose="020B0604020202020204" pitchFamily="34" charset="0"/>
              <a:buChar char="•"/>
            </a:pP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認証</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96838" indent="-96838">
              <a:buFont typeface="Arial" panose="020B0604020202020204" pitchFamily="34" charset="0"/>
              <a:buChar char="•"/>
            </a:pP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認可</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操作の権限チェック</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t>
            </a:r>
          </a:p>
          <a:p>
            <a:pPr marL="96838" indent="-96838">
              <a:buFont typeface="Arial" panose="020B0604020202020204" pitchFamily="34" charset="0"/>
              <a:buChar char="•"/>
            </a:pP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操作するデータ、しようとする内容のチェック</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5" name="テキスト ボックス 44">
            <a:extLst>
              <a:ext uri="{FF2B5EF4-FFF2-40B4-BE49-F238E27FC236}">
                <a16:creationId xmlns:a16="http://schemas.microsoft.com/office/drawing/2014/main" id="{3A81FCC6-CC0C-4C6F-9971-746247BDD550}"/>
              </a:ext>
            </a:extLst>
          </p:cNvPr>
          <p:cNvSpPr txBox="1"/>
          <p:nvPr/>
        </p:nvSpPr>
        <p:spPr>
          <a:xfrm>
            <a:off x="6925744" y="4152493"/>
            <a:ext cx="1407083" cy="646331"/>
          </a:xfrm>
          <a:prstGeom prst="rect">
            <a:avLst/>
          </a:prstGeom>
          <a:noFill/>
        </p:spPr>
        <p:txBody>
          <a:bodyPr wrap="square" rtlCol="0">
            <a:spAutoFit/>
          </a:bodyPr>
          <a:lstStyle/>
          <a:p>
            <a:pPr marL="96838" indent="-96838">
              <a:buFont typeface="Arial" panose="020B0604020202020204" pitchFamily="34" charset="0"/>
              <a:buChar char="•"/>
            </a:pPr>
            <a:r>
              <a:rPr kumimoji="1" lang="ja-JP" altLang="en-US" sz="1200" u="sng">
                <a:solidFill>
                  <a:schemeClr val="tx1">
                    <a:lumMod val="75000"/>
                    <a:lumOff val="25000"/>
                  </a:schemeClr>
                </a:solidFill>
                <a:latin typeface="Yu Gothic UI" panose="020B0500000000000000" pitchFamily="34" charset="-128"/>
                <a:ea typeface="Yu Gothic UI" panose="020B0500000000000000" pitchFamily="34" charset="-128"/>
              </a:rPr>
              <a:t>条件に基づいた</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データの作成、検索等の操作</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6" name="正方形/長方形 45">
            <a:extLst>
              <a:ext uri="{FF2B5EF4-FFF2-40B4-BE49-F238E27FC236}">
                <a16:creationId xmlns:a16="http://schemas.microsoft.com/office/drawing/2014/main" id="{6BA3A5C4-2857-E050-30F3-4A1C65E16834}"/>
              </a:ext>
            </a:extLst>
          </p:cNvPr>
          <p:cNvSpPr/>
          <p:nvPr/>
        </p:nvSpPr>
        <p:spPr>
          <a:xfrm>
            <a:off x="8238028" y="3906229"/>
            <a:ext cx="857519" cy="1100387"/>
          </a:xfrm>
          <a:prstGeom prst="rect">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テキスト ボックス 46">
            <a:extLst>
              <a:ext uri="{FF2B5EF4-FFF2-40B4-BE49-F238E27FC236}">
                <a16:creationId xmlns:a16="http://schemas.microsoft.com/office/drawing/2014/main" id="{02B25EB5-F3B2-6052-25BF-7EBA1EE79594}"/>
              </a:ext>
            </a:extLst>
          </p:cNvPr>
          <p:cNvSpPr txBox="1"/>
          <p:nvPr/>
        </p:nvSpPr>
        <p:spPr>
          <a:xfrm>
            <a:off x="8284243" y="4170070"/>
            <a:ext cx="765087" cy="584775"/>
          </a:xfrm>
          <a:prstGeom prst="rect">
            <a:avLst/>
          </a:prstGeom>
          <a:noFill/>
        </p:spPr>
        <p:txBody>
          <a:bodyPr wrap="square" rtlCol="0">
            <a:spAutoFit/>
          </a:bodyPr>
          <a:lstStyle/>
          <a:p>
            <a:pPr algn="ctr"/>
            <a:r>
              <a:rPr kumimoji="1" lang="en-US" altLang="ja-JP" sz="1600" dirty="0">
                <a:solidFill>
                  <a:schemeClr val="tx1">
                    <a:lumMod val="75000"/>
                    <a:lumOff val="25000"/>
                  </a:schemeClr>
                </a:solidFill>
                <a:latin typeface="Yu Gothic UI" panose="020B0500000000000000" pitchFamily="34" charset="-128"/>
                <a:ea typeface="Yu Gothic UI" panose="020B0500000000000000" pitchFamily="34" charset="-128"/>
              </a:rPr>
              <a:t>DB</a:t>
            </a:r>
          </a:p>
          <a:p>
            <a:pPr algn="ctr"/>
            <a:r>
              <a:rPr kumimoji="1" lang="ja-JP" altLang="en-US" sz="1600">
                <a:solidFill>
                  <a:schemeClr val="tx1">
                    <a:lumMod val="75000"/>
                    <a:lumOff val="25000"/>
                  </a:schemeClr>
                </a:solidFill>
                <a:latin typeface="Yu Gothic UI" panose="020B0500000000000000" pitchFamily="34" charset="-128"/>
                <a:ea typeface="Yu Gothic UI" panose="020B0500000000000000" pitchFamily="34" charset="-128"/>
              </a:rPr>
              <a:t>操作</a:t>
            </a:r>
            <a:endParaRPr kumimoji="1" lang="en-US" altLang="ja-JP" sz="16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8" name="テキスト ボックス 47">
            <a:extLst>
              <a:ext uri="{FF2B5EF4-FFF2-40B4-BE49-F238E27FC236}">
                <a16:creationId xmlns:a16="http://schemas.microsoft.com/office/drawing/2014/main" id="{DFF6329F-4C74-F023-8E95-36ACF1E82E8E}"/>
              </a:ext>
            </a:extLst>
          </p:cNvPr>
          <p:cNvSpPr txBox="1"/>
          <p:nvPr/>
        </p:nvSpPr>
        <p:spPr>
          <a:xfrm>
            <a:off x="9071010" y="3759465"/>
            <a:ext cx="1134795" cy="415498"/>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データ処理</a:t>
            </a:r>
            <a:endPar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依頼</a:t>
            </a:r>
          </a:p>
        </p:txBody>
      </p:sp>
      <p:sp>
        <p:nvSpPr>
          <p:cNvPr id="49" name="テキスト ボックス 48">
            <a:extLst>
              <a:ext uri="{FF2B5EF4-FFF2-40B4-BE49-F238E27FC236}">
                <a16:creationId xmlns:a16="http://schemas.microsoft.com/office/drawing/2014/main" id="{49C6402C-6F00-BCF1-DEFB-29F1D709844C}"/>
              </a:ext>
            </a:extLst>
          </p:cNvPr>
          <p:cNvSpPr txBox="1"/>
          <p:nvPr/>
        </p:nvSpPr>
        <p:spPr>
          <a:xfrm>
            <a:off x="9266719" y="4663097"/>
            <a:ext cx="71962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応答</a:t>
            </a:r>
          </a:p>
        </p:txBody>
      </p:sp>
      <p:cxnSp>
        <p:nvCxnSpPr>
          <p:cNvPr id="50" name="直線コネクタ 49">
            <a:extLst>
              <a:ext uri="{FF2B5EF4-FFF2-40B4-BE49-F238E27FC236}">
                <a16:creationId xmlns:a16="http://schemas.microsoft.com/office/drawing/2014/main" id="{5175C04D-B19C-4A1A-3B65-D1525CD51FD2}"/>
              </a:ext>
            </a:extLst>
          </p:cNvPr>
          <p:cNvCxnSpPr>
            <a:cxnSpLocks/>
          </p:cNvCxnSpPr>
          <p:nvPr/>
        </p:nvCxnSpPr>
        <p:spPr>
          <a:xfrm>
            <a:off x="9175990" y="4235412"/>
            <a:ext cx="102981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A9E20F05-D899-0469-DF94-423070F0384B}"/>
              </a:ext>
            </a:extLst>
          </p:cNvPr>
          <p:cNvCxnSpPr>
            <a:cxnSpLocks/>
          </p:cNvCxnSpPr>
          <p:nvPr/>
        </p:nvCxnSpPr>
        <p:spPr>
          <a:xfrm flipH="1">
            <a:off x="9175990" y="4549356"/>
            <a:ext cx="946331"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6077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ED6C60FF-FBBC-4A84-AE64-025AB0D68F1C}"/>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AP サーバの代表例</a:t>
            </a:r>
          </a:p>
        </p:txBody>
      </p:sp>
      <p:sp>
        <p:nvSpPr>
          <p:cNvPr id="2" name="正方形/長方形 1">
            <a:extLst>
              <a:ext uri="{FF2B5EF4-FFF2-40B4-BE49-F238E27FC236}">
                <a16:creationId xmlns:a16="http://schemas.microsoft.com/office/drawing/2014/main" id="{B96FCBF6-0555-457E-B770-C0335EB73DEE}"/>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F845A85A-C098-4D17-840B-F12F0BC5174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EA88CB65-EB2C-499D-AA0F-2F151B7EE9F4}"/>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AP 層の実装は Node.js、Java/Spring、.NET、Python/FastAPI など多様で、ここでは製品比較ではなく役割の違いに注目します。</a:t>
            </a:r>
          </a:p>
        </p:txBody>
      </p:sp>
      <p:sp>
        <p:nvSpPr>
          <p:cNvPr id="6" name="正方形/長方形 5">
            <a:extLst>
              <a:ext uri="{FF2B5EF4-FFF2-40B4-BE49-F238E27FC236}">
                <a16:creationId xmlns:a16="http://schemas.microsoft.com/office/drawing/2014/main" id="{6369529D-9D29-42D9-98F6-9E6ED05A19AF}"/>
              </a:ext>
            </a:extLst>
          </p:cNvPr>
          <p:cNvSpPr>
            <a:spLocks noGrp="1"/>
          </p:cNvSpPr>
          <p:nvPr/>
        </p:nvSpPr>
        <p:spPr>
          <a:xfrm>
            <a:off x="876300" y="2114550"/>
            <a:ext cx="5219700" cy="438150"/>
          </a:xfrm>
          <a:prstGeom prst="rect">
            <a:avLst/>
          </a:prstGeom>
          <a:solidFill>
            <a:srgbClr val="244A8F"/>
          </a:solidFill>
          <a:ln w="11430">
            <a:solidFill>
              <a:srgbClr val="FFFFFF"/>
            </a:solidFill>
            <a:prstDash val="solid"/>
          </a:ln>
        </p:spPr>
        <p:txBody>
          <a:bodyPr/>
          <a:lstStyle/>
          <a:p>
            <a:endParaRPr lang="ja-JP" altLang="en-US" sz="1600"/>
          </a:p>
        </p:txBody>
      </p:sp>
      <p:sp>
        <p:nvSpPr>
          <p:cNvPr id="7" name="正方形/長方形 6">
            <a:extLst>
              <a:ext uri="{FF2B5EF4-FFF2-40B4-BE49-F238E27FC236}">
                <a16:creationId xmlns:a16="http://schemas.microsoft.com/office/drawing/2014/main" id="{105B17C0-925C-4FBF-85F7-5170F423DDCF}"/>
              </a:ext>
            </a:extLst>
          </p:cNvPr>
          <p:cNvSpPr>
            <a:spLocks noGrp="1"/>
          </p:cNvSpPr>
          <p:nvPr/>
        </p:nvSpPr>
        <p:spPr>
          <a:xfrm>
            <a:off x="952500" y="2171700"/>
            <a:ext cx="50673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a:ea typeface="Yu Gothic UI"/>
                <a:cs typeface="Yu Gothic UI"/>
              </a:rPr>
              <a:t>例</a:t>
            </a:r>
          </a:p>
        </p:txBody>
      </p:sp>
      <p:sp>
        <p:nvSpPr>
          <p:cNvPr id="8" name="正方形/長方形 7">
            <a:extLst>
              <a:ext uri="{FF2B5EF4-FFF2-40B4-BE49-F238E27FC236}">
                <a16:creationId xmlns:a16="http://schemas.microsoft.com/office/drawing/2014/main" id="{A5B35150-60B4-43C9-8079-54DCB733A3B9}"/>
              </a:ext>
            </a:extLst>
          </p:cNvPr>
          <p:cNvSpPr>
            <a:spLocks noGrp="1"/>
          </p:cNvSpPr>
          <p:nvPr/>
        </p:nvSpPr>
        <p:spPr>
          <a:xfrm>
            <a:off x="6096000" y="2114550"/>
            <a:ext cx="5219700" cy="438150"/>
          </a:xfrm>
          <a:prstGeom prst="rect">
            <a:avLst/>
          </a:prstGeom>
          <a:solidFill>
            <a:srgbClr val="244A8F"/>
          </a:solidFill>
          <a:ln w="11430">
            <a:solidFill>
              <a:srgbClr val="FFFFFF"/>
            </a:solidFill>
            <a:prstDash val="solid"/>
          </a:ln>
        </p:spPr>
        <p:txBody>
          <a:bodyPr/>
          <a:lstStyle/>
          <a:p>
            <a:endParaRPr lang="ja-JP" altLang="en-US" sz="1600"/>
          </a:p>
        </p:txBody>
      </p:sp>
      <p:sp>
        <p:nvSpPr>
          <p:cNvPr id="9" name="正方形/長方形 8">
            <a:extLst>
              <a:ext uri="{FF2B5EF4-FFF2-40B4-BE49-F238E27FC236}">
                <a16:creationId xmlns:a16="http://schemas.microsoft.com/office/drawing/2014/main" id="{25156C8E-DEF7-4763-9AAF-A1D71B83D517}"/>
              </a:ext>
            </a:extLst>
          </p:cNvPr>
          <p:cNvSpPr>
            <a:spLocks noGrp="1"/>
          </p:cNvSpPr>
          <p:nvPr/>
        </p:nvSpPr>
        <p:spPr>
          <a:xfrm>
            <a:off x="6172200" y="2171700"/>
            <a:ext cx="50673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a:ea typeface="Yu Gothic UI"/>
                <a:cs typeface="Yu Gothic UI"/>
              </a:rPr>
              <a:t>位置づけ</a:t>
            </a:r>
          </a:p>
        </p:txBody>
      </p:sp>
      <p:sp>
        <p:nvSpPr>
          <p:cNvPr id="10" name="正方形/長方形 9">
            <a:extLst>
              <a:ext uri="{FF2B5EF4-FFF2-40B4-BE49-F238E27FC236}">
                <a16:creationId xmlns:a16="http://schemas.microsoft.com/office/drawing/2014/main" id="{E91CAF52-C96D-4B2F-BEEA-1241F527E9E5}"/>
              </a:ext>
            </a:extLst>
          </p:cNvPr>
          <p:cNvSpPr>
            <a:spLocks noGrp="1"/>
          </p:cNvSpPr>
          <p:nvPr/>
        </p:nvSpPr>
        <p:spPr>
          <a:xfrm>
            <a:off x="876300" y="2552700"/>
            <a:ext cx="5219700" cy="819150"/>
          </a:xfrm>
          <a:prstGeom prst="rect">
            <a:avLst/>
          </a:prstGeom>
          <a:solidFill>
            <a:srgbClr val="EAF1FB"/>
          </a:solidFill>
          <a:ln w="11430">
            <a:solidFill>
              <a:srgbClr val="FFFFFF"/>
            </a:solidFill>
            <a:prstDash val="solid"/>
          </a:ln>
        </p:spPr>
        <p:txBody>
          <a:bodyPr/>
          <a:lstStyle/>
          <a:p>
            <a:endParaRPr lang="ja-JP" altLang="en-US" sz="1600"/>
          </a:p>
        </p:txBody>
      </p:sp>
      <p:sp>
        <p:nvSpPr>
          <p:cNvPr id="11" name="正方形/長方形 10">
            <a:extLst>
              <a:ext uri="{FF2B5EF4-FFF2-40B4-BE49-F238E27FC236}">
                <a16:creationId xmlns:a16="http://schemas.microsoft.com/office/drawing/2014/main" id="{529356AB-05C6-49EE-8013-6D2ABB190E8A}"/>
              </a:ext>
            </a:extLst>
          </p:cNvPr>
          <p:cNvSpPr>
            <a:spLocks noGrp="1"/>
          </p:cNvSpPr>
          <p:nvPr/>
        </p:nvSpPr>
        <p:spPr>
          <a:xfrm>
            <a:off x="952500" y="260985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600" b="1">
                <a:solidFill>
                  <a:srgbClr val="344054"/>
                </a:solidFill>
                <a:latin typeface="Yu Gothic UI"/>
                <a:ea typeface="Yu Gothic UI"/>
                <a:cs typeface="Yu Gothic UI"/>
              </a:rPr>
              <a:t>Node.js</a:t>
            </a:r>
          </a:p>
        </p:txBody>
      </p:sp>
      <p:sp>
        <p:nvSpPr>
          <p:cNvPr id="12" name="正方形/長方形 11">
            <a:extLst>
              <a:ext uri="{FF2B5EF4-FFF2-40B4-BE49-F238E27FC236}">
                <a16:creationId xmlns:a16="http://schemas.microsoft.com/office/drawing/2014/main" id="{D3CA973F-F592-49D2-809B-BFFF4FDFE79F}"/>
              </a:ext>
            </a:extLst>
          </p:cNvPr>
          <p:cNvSpPr>
            <a:spLocks noGrp="1"/>
          </p:cNvSpPr>
          <p:nvPr/>
        </p:nvSpPr>
        <p:spPr>
          <a:xfrm>
            <a:off x="6096000" y="2552700"/>
            <a:ext cx="5219700" cy="819150"/>
          </a:xfrm>
          <a:prstGeom prst="rect">
            <a:avLst/>
          </a:prstGeom>
          <a:solidFill>
            <a:srgbClr val="FFFFFF"/>
          </a:solidFill>
          <a:ln w="11430">
            <a:solidFill>
              <a:srgbClr val="FFFFFF"/>
            </a:solidFill>
            <a:prstDash val="solid"/>
          </a:ln>
        </p:spPr>
        <p:txBody>
          <a:bodyPr/>
          <a:lstStyle/>
          <a:p>
            <a:endParaRPr lang="ja-JP" altLang="en-US" sz="1600"/>
          </a:p>
        </p:txBody>
      </p:sp>
      <p:sp>
        <p:nvSpPr>
          <p:cNvPr id="13" name="正方形/長方形 12">
            <a:extLst>
              <a:ext uri="{FF2B5EF4-FFF2-40B4-BE49-F238E27FC236}">
                <a16:creationId xmlns:a16="http://schemas.microsoft.com/office/drawing/2014/main" id="{8133BA66-A1FB-413F-9EA4-6CE8FF4F7DB2}"/>
              </a:ext>
            </a:extLst>
          </p:cNvPr>
          <p:cNvSpPr>
            <a:spLocks noGrp="1"/>
          </p:cNvSpPr>
          <p:nvPr/>
        </p:nvSpPr>
        <p:spPr>
          <a:xfrm>
            <a:off x="6172200" y="260985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600" b="0">
                <a:solidFill>
                  <a:srgbClr val="344054"/>
                </a:solidFill>
                <a:latin typeface="Yu Gothic UI"/>
                <a:ea typeface="Yu Gothic UI"/>
                <a:cs typeface="Yu Gothic UI"/>
              </a:rPr>
              <a:t>JavaScript / TypeScript で API を実装する選択肢。</a:t>
            </a:r>
          </a:p>
        </p:txBody>
      </p:sp>
      <p:sp>
        <p:nvSpPr>
          <p:cNvPr id="14" name="正方形/長方形 13">
            <a:extLst>
              <a:ext uri="{FF2B5EF4-FFF2-40B4-BE49-F238E27FC236}">
                <a16:creationId xmlns:a16="http://schemas.microsoft.com/office/drawing/2014/main" id="{C2C6A989-DD85-4417-86A1-79A0514D7036}"/>
              </a:ext>
            </a:extLst>
          </p:cNvPr>
          <p:cNvSpPr>
            <a:spLocks noGrp="1"/>
          </p:cNvSpPr>
          <p:nvPr/>
        </p:nvSpPr>
        <p:spPr>
          <a:xfrm>
            <a:off x="876300" y="3371850"/>
            <a:ext cx="5219700" cy="819150"/>
          </a:xfrm>
          <a:prstGeom prst="rect">
            <a:avLst/>
          </a:prstGeom>
          <a:solidFill>
            <a:srgbClr val="EAF1FB"/>
          </a:solidFill>
          <a:ln w="11430">
            <a:solidFill>
              <a:srgbClr val="FFFFFF"/>
            </a:solidFill>
            <a:prstDash val="solid"/>
          </a:ln>
        </p:spPr>
        <p:txBody>
          <a:bodyPr/>
          <a:lstStyle/>
          <a:p>
            <a:endParaRPr lang="ja-JP" altLang="en-US" sz="1600"/>
          </a:p>
        </p:txBody>
      </p:sp>
      <p:sp>
        <p:nvSpPr>
          <p:cNvPr id="15" name="正方形/長方形 14">
            <a:extLst>
              <a:ext uri="{FF2B5EF4-FFF2-40B4-BE49-F238E27FC236}">
                <a16:creationId xmlns:a16="http://schemas.microsoft.com/office/drawing/2014/main" id="{763F0922-D6AA-4098-BD3A-51CF718610AF}"/>
              </a:ext>
            </a:extLst>
          </p:cNvPr>
          <p:cNvSpPr>
            <a:spLocks noGrp="1"/>
          </p:cNvSpPr>
          <p:nvPr/>
        </p:nvSpPr>
        <p:spPr>
          <a:xfrm>
            <a:off x="952500" y="342900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600" b="1">
                <a:solidFill>
                  <a:srgbClr val="344054"/>
                </a:solidFill>
                <a:latin typeface="Yu Gothic UI"/>
                <a:ea typeface="Yu Gothic UI"/>
                <a:cs typeface="Yu Gothic UI"/>
              </a:rPr>
              <a:t>Java / Spring</a:t>
            </a:r>
          </a:p>
        </p:txBody>
      </p:sp>
      <p:sp>
        <p:nvSpPr>
          <p:cNvPr id="16" name="正方形/長方形 15">
            <a:extLst>
              <a:ext uri="{FF2B5EF4-FFF2-40B4-BE49-F238E27FC236}">
                <a16:creationId xmlns:a16="http://schemas.microsoft.com/office/drawing/2014/main" id="{3E52D4BD-EB83-412C-AAEC-4FCFC540F23D}"/>
              </a:ext>
            </a:extLst>
          </p:cNvPr>
          <p:cNvSpPr>
            <a:spLocks noGrp="1"/>
          </p:cNvSpPr>
          <p:nvPr/>
        </p:nvSpPr>
        <p:spPr>
          <a:xfrm>
            <a:off x="6096000" y="3371850"/>
            <a:ext cx="5219700" cy="819150"/>
          </a:xfrm>
          <a:prstGeom prst="rect">
            <a:avLst/>
          </a:prstGeom>
          <a:solidFill>
            <a:srgbClr val="FFFFFF"/>
          </a:solidFill>
          <a:ln w="11430">
            <a:solidFill>
              <a:srgbClr val="FFFFFF"/>
            </a:solidFill>
            <a:prstDash val="solid"/>
          </a:ln>
        </p:spPr>
        <p:txBody>
          <a:bodyPr/>
          <a:lstStyle/>
          <a:p>
            <a:endParaRPr lang="ja-JP" altLang="en-US" sz="1600"/>
          </a:p>
        </p:txBody>
      </p:sp>
      <p:sp>
        <p:nvSpPr>
          <p:cNvPr id="17" name="正方形/長方形 16">
            <a:extLst>
              <a:ext uri="{FF2B5EF4-FFF2-40B4-BE49-F238E27FC236}">
                <a16:creationId xmlns:a16="http://schemas.microsoft.com/office/drawing/2014/main" id="{6A742C9F-940A-4B69-A557-4D586ED05620}"/>
              </a:ext>
            </a:extLst>
          </p:cNvPr>
          <p:cNvSpPr>
            <a:spLocks noGrp="1"/>
          </p:cNvSpPr>
          <p:nvPr/>
        </p:nvSpPr>
        <p:spPr>
          <a:xfrm>
            <a:off x="6172200" y="342900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600" b="0">
                <a:solidFill>
                  <a:srgbClr val="344054"/>
                </a:solidFill>
                <a:latin typeface="Yu Gothic UI"/>
                <a:ea typeface="Yu Gothic UI"/>
                <a:cs typeface="Yu Gothic UI"/>
              </a:rPr>
              <a:t>業務アプリケーションでよく使われる実装基盤。</a:t>
            </a:r>
          </a:p>
        </p:txBody>
      </p:sp>
      <p:sp>
        <p:nvSpPr>
          <p:cNvPr id="18" name="正方形/長方形 17">
            <a:extLst>
              <a:ext uri="{FF2B5EF4-FFF2-40B4-BE49-F238E27FC236}">
                <a16:creationId xmlns:a16="http://schemas.microsoft.com/office/drawing/2014/main" id="{E61C6A5A-9193-4770-B960-E79BE1F0BC0A}"/>
              </a:ext>
            </a:extLst>
          </p:cNvPr>
          <p:cNvSpPr>
            <a:spLocks noGrp="1"/>
          </p:cNvSpPr>
          <p:nvPr/>
        </p:nvSpPr>
        <p:spPr>
          <a:xfrm>
            <a:off x="876300" y="4191000"/>
            <a:ext cx="5219700" cy="819150"/>
          </a:xfrm>
          <a:prstGeom prst="rect">
            <a:avLst/>
          </a:prstGeom>
          <a:solidFill>
            <a:srgbClr val="EAF1FB"/>
          </a:solidFill>
          <a:ln w="11430">
            <a:solidFill>
              <a:srgbClr val="FFFFFF"/>
            </a:solidFill>
            <a:prstDash val="solid"/>
          </a:ln>
        </p:spPr>
        <p:txBody>
          <a:bodyPr/>
          <a:lstStyle/>
          <a:p>
            <a:endParaRPr lang="ja-JP" altLang="en-US" sz="1600"/>
          </a:p>
        </p:txBody>
      </p:sp>
      <p:sp>
        <p:nvSpPr>
          <p:cNvPr id="19" name="正方形/長方形 18">
            <a:extLst>
              <a:ext uri="{FF2B5EF4-FFF2-40B4-BE49-F238E27FC236}">
                <a16:creationId xmlns:a16="http://schemas.microsoft.com/office/drawing/2014/main" id="{FC9195A7-FE1F-4211-9928-70BF4ABAE0A2}"/>
              </a:ext>
            </a:extLst>
          </p:cNvPr>
          <p:cNvSpPr>
            <a:spLocks noGrp="1"/>
          </p:cNvSpPr>
          <p:nvPr/>
        </p:nvSpPr>
        <p:spPr>
          <a:xfrm>
            <a:off x="952500" y="424815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600" b="1">
                <a:solidFill>
                  <a:srgbClr val="344054"/>
                </a:solidFill>
                <a:latin typeface="Yu Gothic UI"/>
                <a:ea typeface="Yu Gothic UI"/>
                <a:cs typeface="Yu Gothic UI"/>
              </a:rPr>
              <a:t>.NET</a:t>
            </a:r>
          </a:p>
        </p:txBody>
      </p:sp>
      <p:sp>
        <p:nvSpPr>
          <p:cNvPr id="20" name="正方形/長方形 19">
            <a:extLst>
              <a:ext uri="{FF2B5EF4-FFF2-40B4-BE49-F238E27FC236}">
                <a16:creationId xmlns:a16="http://schemas.microsoft.com/office/drawing/2014/main" id="{F9F30564-6452-4FEE-9FB4-F6F98D1C8112}"/>
              </a:ext>
            </a:extLst>
          </p:cNvPr>
          <p:cNvSpPr>
            <a:spLocks noGrp="1"/>
          </p:cNvSpPr>
          <p:nvPr/>
        </p:nvSpPr>
        <p:spPr>
          <a:xfrm>
            <a:off x="6096000" y="4191000"/>
            <a:ext cx="5219700" cy="819150"/>
          </a:xfrm>
          <a:prstGeom prst="rect">
            <a:avLst/>
          </a:prstGeom>
          <a:solidFill>
            <a:srgbClr val="FFFFFF"/>
          </a:solidFill>
          <a:ln w="11430">
            <a:solidFill>
              <a:srgbClr val="FFFFFF"/>
            </a:solidFill>
            <a:prstDash val="solid"/>
          </a:ln>
        </p:spPr>
        <p:txBody>
          <a:bodyPr/>
          <a:lstStyle/>
          <a:p>
            <a:endParaRPr lang="ja-JP" altLang="en-US" sz="1600"/>
          </a:p>
        </p:txBody>
      </p:sp>
      <p:sp>
        <p:nvSpPr>
          <p:cNvPr id="21" name="正方形/長方形 20">
            <a:extLst>
              <a:ext uri="{FF2B5EF4-FFF2-40B4-BE49-F238E27FC236}">
                <a16:creationId xmlns:a16="http://schemas.microsoft.com/office/drawing/2014/main" id="{74A0225E-D4FE-4485-B7D0-798705C7B0D2}"/>
              </a:ext>
            </a:extLst>
          </p:cNvPr>
          <p:cNvSpPr>
            <a:spLocks noGrp="1"/>
          </p:cNvSpPr>
          <p:nvPr/>
        </p:nvSpPr>
        <p:spPr>
          <a:xfrm>
            <a:off x="6172200" y="424815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600" b="0">
                <a:solidFill>
                  <a:srgbClr val="344054"/>
                </a:solidFill>
                <a:latin typeface="Yu Gothic UI"/>
                <a:ea typeface="Yu Gothic UI"/>
                <a:cs typeface="Yu Gothic UI"/>
              </a:rPr>
              <a:t>Web API や業務処理を構築できる Microsoft 系の基盤。</a:t>
            </a:r>
          </a:p>
        </p:txBody>
      </p:sp>
      <p:sp>
        <p:nvSpPr>
          <p:cNvPr id="22" name="正方形/長方形 21">
            <a:extLst>
              <a:ext uri="{FF2B5EF4-FFF2-40B4-BE49-F238E27FC236}">
                <a16:creationId xmlns:a16="http://schemas.microsoft.com/office/drawing/2014/main" id="{2694D831-5D46-476A-B708-42B2C5C7226B}"/>
              </a:ext>
            </a:extLst>
          </p:cNvPr>
          <p:cNvSpPr>
            <a:spLocks noGrp="1"/>
          </p:cNvSpPr>
          <p:nvPr/>
        </p:nvSpPr>
        <p:spPr>
          <a:xfrm>
            <a:off x="876300" y="5010150"/>
            <a:ext cx="5219700" cy="819150"/>
          </a:xfrm>
          <a:prstGeom prst="rect">
            <a:avLst/>
          </a:prstGeom>
          <a:solidFill>
            <a:srgbClr val="EAF1FB"/>
          </a:solidFill>
          <a:ln w="11430">
            <a:solidFill>
              <a:srgbClr val="FFFFFF"/>
            </a:solidFill>
            <a:prstDash val="solid"/>
          </a:ln>
        </p:spPr>
        <p:txBody>
          <a:bodyPr/>
          <a:lstStyle/>
          <a:p>
            <a:endParaRPr lang="ja-JP" altLang="en-US" sz="1600"/>
          </a:p>
        </p:txBody>
      </p:sp>
      <p:sp>
        <p:nvSpPr>
          <p:cNvPr id="23" name="正方形/長方形 22">
            <a:extLst>
              <a:ext uri="{FF2B5EF4-FFF2-40B4-BE49-F238E27FC236}">
                <a16:creationId xmlns:a16="http://schemas.microsoft.com/office/drawing/2014/main" id="{7E87F31F-C545-4785-9047-BBF06BB758C7}"/>
              </a:ext>
            </a:extLst>
          </p:cNvPr>
          <p:cNvSpPr>
            <a:spLocks noGrp="1"/>
          </p:cNvSpPr>
          <p:nvPr/>
        </p:nvSpPr>
        <p:spPr>
          <a:xfrm>
            <a:off x="952500" y="506730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600" b="1">
                <a:solidFill>
                  <a:srgbClr val="344054"/>
                </a:solidFill>
                <a:latin typeface="Yu Gothic UI"/>
                <a:ea typeface="Yu Gothic UI"/>
                <a:cs typeface="Yu Gothic UI"/>
              </a:rPr>
              <a:t>Python / FastAPI</a:t>
            </a:r>
          </a:p>
        </p:txBody>
      </p:sp>
      <p:sp>
        <p:nvSpPr>
          <p:cNvPr id="24" name="正方形/長方形 23">
            <a:extLst>
              <a:ext uri="{FF2B5EF4-FFF2-40B4-BE49-F238E27FC236}">
                <a16:creationId xmlns:a16="http://schemas.microsoft.com/office/drawing/2014/main" id="{762F7E26-4506-491B-B8B1-11CF0517D04F}"/>
              </a:ext>
            </a:extLst>
          </p:cNvPr>
          <p:cNvSpPr>
            <a:spLocks noGrp="1"/>
          </p:cNvSpPr>
          <p:nvPr/>
        </p:nvSpPr>
        <p:spPr>
          <a:xfrm>
            <a:off x="6096000" y="5010150"/>
            <a:ext cx="5219700" cy="819150"/>
          </a:xfrm>
          <a:prstGeom prst="rect">
            <a:avLst/>
          </a:prstGeom>
          <a:solidFill>
            <a:srgbClr val="FFFFFF"/>
          </a:solidFill>
          <a:ln w="11430">
            <a:solidFill>
              <a:srgbClr val="FFFFFF"/>
            </a:solidFill>
            <a:prstDash val="solid"/>
          </a:ln>
        </p:spPr>
        <p:txBody>
          <a:bodyPr/>
          <a:lstStyle/>
          <a:p>
            <a:endParaRPr lang="ja-JP" altLang="en-US" sz="1600"/>
          </a:p>
        </p:txBody>
      </p:sp>
      <p:sp>
        <p:nvSpPr>
          <p:cNvPr id="25" name="正方形/長方形 24">
            <a:extLst>
              <a:ext uri="{FF2B5EF4-FFF2-40B4-BE49-F238E27FC236}">
                <a16:creationId xmlns:a16="http://schemas.microsoft.com/office/drawing/2014/main" id="{FD21950F-71D6-4B3A-BE97-ADFF16407564}"/>
              </a:ext>
            </a:extLst>
          </p:cNvPr>
          <p:cNvSpPr>
            <a:spLocks noGrp="1"/>
          </p:cNvSpPr>
          <p:nvPr/>
        </p:nvSpPr>
        <p:spPr>
          <a:xfrm>
            <a:off x="6172200" y="506730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600" b="0">
                <a:solidFill>
                  <a:srgbClr val="344054"/>
                </a:solidFill>
                <a:latin typeface="Yu Gothic UI"/>
                <a:ea typeface="Yu Gothic UI"/>
                <a:cs typeface="Yu Gothic UI"/>
              </a:rPr>
              <a:t>軽量な API やデータ処理と組み合わせやすい選択肢。</a:t>
            </a:r>
          </a:p>
        </p:txBody>
      </p:sp>
    </p:spTree>
    <p:extLst>
      <p:ext uri="{BB962C8B-B14F-4D97-AF65-F5344CB8AC3E}">
        <p14:creationId xmlns:p14="http://schemas.microsoft.com/office/powerpoint/2010/main" val="1186077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58D40A32-A32D-4A63-BD81-A64BE396E24A}"/>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sp>
        <p:nvSpPr>
          <p:cNvPr id="68" name="角丸四角形 67">
            <a:extLst>
              <a:ext uri="{FF2B5EF4-FFF2-40B4-BE49-F238E27FC236}">
                <a16:creationId xmlns:a16="http://schemas.microsoft.com/office/drawing/2014/main" id="{317370F3-D057-CB3B-BF4B-C100DCDD52D6}"/>
              </a:ext>
            </a:extLst>
          </p:cNvPr>
          <p:cNvSpPr/>
          <p:nvPr/>
        </p:nvSpPr>
        <p:spPr>
          <a:xfrm>
            <a:off x="5048348" y="3829971"/>
            <a:ext cx="874254"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2128B818-DACA-483C-B674-A6DE56A01484}"/>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DB 層の役割</a:t>
            </a:r>
          </a:p>
        </p:txBody>
      </p:sp>
      <p:sp>
        <p:nvSpPr>
          <p:cNvPr id="2" name="正方形/長方形 1">
            <a:extLst>
              <a:ext uri="{FF2B5EF4-FFF2-40B4-BE49-F238E27FC236}">
                <a16:creationId xmlns:a16="http://schemas.microsoft.com/office/drawing/2014/main" id="{142AED96-1FF1-41EF-BDAA-CA63A455B1CB}"/>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D6D823E6-8F63-486D-BC97-06BD6B26B53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2BD7C10-C620-4A02-8EA9-3C8C80AE7052}"/>
              </a:ext>
            </a:extLst>
          </p:cNvPr>
          <p:cNvSpPr>
            <a:spLocks noGrp="1"/>
          </p:cNvSpPr>
          <p:nvPr/>
        </p:nvSpPr>
        <p:spPr>
          <a:xfrm>
            <a:off x="685800" y="1352550"/>
            <a:ext cx="1080135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dirty="0">
                <a:solidFill>
                  <a:srgbClr val="344054"/>
                </a:solidFill>
                <a:latin typeface="Yu Gothic UI"/>
                <a:ea typeface="Yu Gothic UI"/>
                <a:cs typeface="Yu Gothic UI"/>
              </a:rPr>
              <a:t>DB </a:t>
            </a:r>
            <a:r>
              <a:rPr sz="1200" b="0" dirty="0" err="1">
                <a:solidFill>
                  <a:srgbClr val="344054"/>
                </a:solidFill>
                <a:latin typeface="Yu Gothic UI"/>
                <a:ea typeface="Yu Gothic UI"/>
                <a:cs typeface="Yu Gothic UI"/>
              </a:rPr>
              <a:t>層はアプリケーションのデータを安全に保存し、検索、更新、同時アクセス、トランザクションなどを扱う信頼できるデータ管理場所です</a:t>
            </a:r>
            <a:r>
              <a:rPr sz="1200" b="0" dirty="0">
                <a:solidFill>
                  <a:srgbClr val="344054"/>
                </a:solidFill>
                <a:latin typeface="Yu Gothic UI"/>
                <a:ea typeface="Yu Gothic UI"/>
                <a:cs typeface="Yu Gothic UI"/>
              </a:rPr>
              <a:t>。</a:t>
            </a:r>
          </a:p>
        </p:txBody>
      </p:sp>
      <p:sp>
        <p:nvSpPr>
          <p:cNvPr id="6" name="正方形/長方形 5">
            <a:extLst>
              <a:ext uri="{FF2B5EF4-FFF2-40B4-BE49-F238E27FC236}">
                <a16:creationId xmlns:a16="http://schemas.microsoft.com/office/drawing/2014/main" id="{1F86CB40-768E-482E-9272-5F29E873FC19}"/>
              </a:ext>
            </a:extLst>
          </p:cNvPr>
          <p:cNvSpPr>
            <a:spLocks noGrp="1"/>
          </p:cNvSpPr>
          <p:nvPr/>
        </p:nvSpPr>
        <p:spPr>
          <a:xfrm>
            <a:off x="8544450" y="6030838"/>
            <a:ext cx="3293589" cy="600075"/>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1050" b="0">
                <a:solidFill>
                  <a:srgbClr val="344054"/>
                </a:solidFill>
                <a:latin typeface="Yu Gothic UI"/>
                <a:ea typeface="Yu Gothic UI"/>
                <a:cs typeface="Yu Gothic UI"/>
              </a:defRPr>
            </a:pPr>
            <a:r>
              <a:rPr sz="1050" b="0" dirty="0">
                <a:solidFill>
                  <a:srgbClr val="344054"/>
                </a:solidFill>
                <a:latin typeface="Yu Gothic UI"/>
                <a:ea typeface="Yu Gothic UI"/>
                <a:cs typeface="Yu Gothic UI"/>
              </a:rPr>
              <a:t>• </a:t>
            </a:r>
            <a:r>
              <a:rPr sz="1050" b="0" dirty="0" err="1">
                <a:solidFill>
                  <a:srgbClr val="344054"/>
                </a:solidFill>
                <a:latin typeface="Yu Gothic UI"/>
                <a:ea typeface="Yu Gothic UI"/>
                <a:cs typeface="Yu Gothic UI"/>
              </a:rPr>
              <a:t>データの保存、検索、更新を担当する</a:t>
            </a:r>
            <a:r>
              <a:rPr sz="1050" b="0" dirty="0">
                <a:solidFill>
                  <a:srgbClr val="344054"/>
                </a:solidFill>
                <a:latin typeface="Yu Gothic UI"/>
                <a:ea typeface="Yu Gothic UI"/>
                <a:cs typeface="Yu Gothic UI"/>
              </a:rPr>
              <a:t>。</a:t>
            </a:r>
          </a:p>
          <a:p>
            <a:pPr algn="l">
              <a:defRPr sz="1050" b="0">
                <a:solidFill>
                  <a:srgbClr val="344054"/>
                </a:solidFill>
                <a:latin typeface="Yu Gothic UI"/>
                <a:ea typeface="Yu Gothic UI"/>
                <a:cs typeface="Yu Gothic UI"/>
              </a:defRPr>
            </a:pPr>
            <a:r>
              <a:rPr sz="1050" b="0" dirty="0">
                <a:solidFill>
                  <a:srgbClr val="344054"/>
                </a:solidFill>
                <a:latin typeface="Yu Gothic UI"/>
                <a:ea typeface="Yu Gothic UI"/>
                <a:cs typeface="Yu Gothic UI"/>
              </a:rPr>
              <a:t>• </a:t>
            </a:r>
            <a:r>
              <a:rPr sz="1050" b="0" dirty="0" err="1">
                <a:solidFill>
                  <a:srgbClr val="344054"/>
                </a:solidFill>
                <a:latin typeface="Yu Gothic UI"/>
                <a:ea typeface="Yu Gothic UI"/>
                <a:cs typeface="Yu Gothic UI"/>
              </a:rPr>
              <a:t>同時アクセスや整合性を扱う</a:t>
            </a:r>
            <a:r>
              <a:rPr sz="1050" b="0" dirty="0">
                <a:solidFill>
                  <a:srgbClr val="344054"/>
                </a:solidFill>
                <a:latin typeface="Yu Gothic UI"/>
                <a:ea typeface="Yu Gothic UI"/>
                <a:cs typeface="Yu Gothic UI"/>
              </a:rPr>
              <a:t>。</a:t>
            </a:r>
          </a:p>
          <a:p>
            <a:pPr algn="l">
              <a:defRPr sz="1050" b="0">
                <a:solidFill>
                  <a:srgbClr val="344054"/>
                </a:solidFill>
                <a:latin typeface="Yu Gothic UI"/>
                <a:ea typeface="Yu Gothic UI"/>
                <a:cs typeface="Yu Gothic UI"/>
              </a:defRPr>
            </a:pPr>
            <a:r>
              <a:rPr sz="1050" b="0" dirty="0">
                <a:solidFill>
                  <a:srgbClr val="344054"/>
                </a:solidFill>
                <a:latin typeface="Yu Gothic UI"/>
                <a:ea typeface="Yu Gothic UI"/>
                <a:cs typeface="Yu Gothic UI"/>
              </a:rPr>
              <a:t>• </a:t>
            </a:r>
            <a:r>
              <a:rPr sz="1050" b="0" dirty="0" err="1">
                <a:solidFill>
                  <a:srgbClr val="344054"/>
                </a:solidFill>
                <a:latin typeface="Yu Gothic UI"/>
                <a:ea typeface="Yu Gothic UI"/>
                <a:cs typeface="Yu Gothic UI"/>
              </a:rPr>
              <a:t>アプリケーションにとって信頼できるデータ管理場所になる</a:t>
            </a:r>
            <a:r>
              <a:rPr sz="1050" b="0" dirty="0">
                <a:solidFill>
                  <a:srgbClr val="344054"/>
                </a:solidFill>
                <a:latin typeface="Yu Gothic UI"/>
                <a:ea typeface="Yu Gothic UI"/>
                <a:cs typeface="Yu Gothic UI"/>
              </a:rPr>
              <a:t>。</a:t>
            </a:r>
          </a:p>
        </p:txBody>
      </p:sp>
      <p:sp>
        <p:nvSpPr>
          <p:cNvPr id="7" name="角丸四角形 6">
            <a:extLst>
              <a:ext uri="{FF2B5EF4-FFF2-40B4-BE49-F238E27FC236}">
                <a16:creationId xmlns:a16="http://schemas.microsoft.com/office/drawing/2014/main" id="{4D2CD296-8805-8EAD-E94D-7ECD30C78E78}"/>
              </a:ext>
            </a:extLst>
          </p:cNvPr>
          <p:cNvSpPr/>
          <p:nvPr/>
        </p:nvSpPr>
        <p:spPr>
          <a:xfrm>
            <a:off x="3322105" y="3829971"/>
            <a:ext cx="874254"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C69ECC8D-BB49-17EC-C98B-BE7AE02FA616}"/>
              </a:ext>
            </a:extLst>
          </p:cNvPr>
          <p:cNvSpPr txBox="1"/>
          <p:nvPr/>
        </p:nvSpPr>
        <p:spPr>
          <a:xfrm>
            <a:off x="3367970" y="4174977"/>
            <a:ext cx="780456" cy="646331"/>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Web</a:t>
            </a:r>
          </a:p>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9" name="角丸四角形 8">
            <a:extLst>
              <a:ext uri="{FF2B5EF4-FFF2-40B4-BE49-F238E27FC236}">
                <a16:creationId xmlns:a16="http://schemas.microsoft.com/office/drawing/2014/main" id="{0A1A2E74-4FE2-DC18-FB27-BFC35B235011}"/>
              </a:ext>
            </a:extLst>
          </p:cNvPr>
          <p:cNvSpPr/>
          <p:nvPr/>
        </p:nvSpPr>
        <p:spPr>
          <a:xfrm>
            <a:off x="922342" y="4218342"/>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5E69E185-FD27-3CA2-1383-E4CAD9204168}"/>
              </a:ext>
            </a:extLst>
          </p:cNvPr>
          <p:cNvSpPr txBox="1"/>
          <p:nvPr/>
        </p:nvSpPr>
        <p:spPr>
          <a:xfrm>
            <a:off x="1029965" y="4311766"/>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cxnSp>
        <p:nvCxnSpPr>
          <p:cNvPr id="36" name="直線コネクタ 35">
            <a:extLst>
              <a:ext uri="{FF2B5EF4-FFF2-40B4-BE49-F238E27FC236}">
                <a16:creationId xmlns:a16="http://schemas.microsoft.com/office/drawing/2014/main" id="{8DE42121-17DC-B210-2AB1-8793754E8AFA}"/>
              </a:ext>
            </a:extLst>
          </p:cNvPr>
          <p:cNvCxnSpPr>
            <a:cxnSpLocks/>
          </p:cNvCxnSpPr>
          <p:nvPr/>
        </p:nvCxnSpPr>
        <p:spPr>
          <a:xfrm flipV="1">
            <a:off x="2575216" y="4347117"/>
            <a:ext cx="582064" cy="284"/>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144F079D-6395-F9E5-6AE8-2B9C1E1E4355}"/>
              </a:ext>
            </a:extLst>
          </p:cNvPr>
          <p:cNvSpPr txBox="1"/>
          <p:nvPr/>
        </p:nvSpPr>
        <p:spPr>
          <a:xfrm>
            <a:off x="2233381" y="3956731"/>
            <a:ext cx="1295665" cy="261610"/>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cxnSp>
        <p:nvCxnSpPr>
          <p:cNvPr id="38" name="直線コネクタ 37">
            <a:extLst>
              <a:ext uri="{FF2B5EF4-FFF2-40B4-BE49-F238E27FC236}">
                <a16:creationId xmlns:a16="http://schemas.microsoft.com/office/drawing/2014/main" id="{A6382125-BC85-67D8-A0EC-B4F1A80DA781}"/>
              </a:ext>
            </a:extLst>
          </p:cNvPr>
          <p:cNvCxnSpPr>
            <a:cxnSpLocks/>
          </p:cNvCxnSpPr>
          <p:nvPr/>
        </p:nvCxnSpPr>
        <p:spPr>
          <a:xfrm flipH="1">
            <a:off x="2550531" y="4661344"/>
            <a:ext cx="582458"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7DA293C0-B967-AE37-B9DB-BD3CCD1DE847}"/>
              </a:ext>
            </a:extLst>
          </p:cNvPr>
          <p:cNvSpPr txBox="1"/>
          <p:nvPr/>
        </p:nvSpPr>
        <p:spPr>
          <a:xfrm>
            <a:off x="2262270" y="4783655"/>
            <a:ext cx="1295665" cy="261610"/>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41" name="テキスト ボックス 40">
            <a:extLst>
              <a:ext uri="{FF2B5EF4-FFF2-40B4-BE49-F238E27FC236}">
                <a16:creationId xmlns:a16="http://schemas.microsoft.com/office/drawing/2014/main" id="{30DFFDC6-A60E-86BA-D4D4-9BE258F710C0}"/>
              </a:ext>
            </a:extLst>
          </p:cNvPr>
          <p:cNvSpPr txBox="1"/>
          <p:nvPr/>
        </p:nvSpPr>
        <p:spPr>
          <a:xfrm>
            <a:off x="5188936" y="4170070"/>
            <a:ext cx="606022" cy="646331"/>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AP</a:t>
            </a:r>
          </a:p>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42" name="テキスト ボックス 41">
            <a:extLst>
              <a:ext uri="{FF2B5EF4-FFF2-40B4-BE49-F238E27FC236}">
                <a16:creationId xmlns:a16="http://schemas.microsoft.com/office/drawing/2014/main" id="{12E8030D-057B-73DD-472B-4724893C0879}"/>
              </a:ext>
            </a:extLst>
          </p:cNvPr>
          <p:cNvSpPr txBox="1"/>
          <p:nvPr/>
        </p:nvSpPr>
        <p:spPr>
          <a:xfrm>
            <a:off x="4021483" y="3767422"/>
            <a:ext cx="1134795" cy="430887"/>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ビジネスロジック</a:t>
            </a:r>
            <a:endPar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処理依頼</a:t>
            </a:r>
          </a:p>
        </p:txBody>
      </p:sp>
      <p:sp>
        <p:nvSpPr>
          <p:cNvPr id="43" name="テキスト ボックス 42">
            <a:extLst>
              <a:ext uri="{FF2B5EF4-FFF2-40B4-BE49-F238E27FC236}">
                <a16:creationId xmlns:a16="http://schemas.microsoft.com/office/drawing/2014/main" id="{354E10BE-F6B4-0311-985B-3D045CC363DD}"/>
              </a:ext>
            </a:extLst>
          </p:cNvPr>
          <p:cNvSpPr txBox="1"/>
          <p:nvPr/>
        </p:nvSpPr>
        <p:spPr>
          <a:xfrm>
            <a:off x="4217192" y="4739734"/>
            <a:ext cx="71962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sp>
        <p:nvSpPr>
          <p:cNvPr id="44" name="角丸四角形 43">
            <a:extLst>
              <a:ext uri="{FF2B5EF4-FFF2-40B4-BE49-F238E27FC236}">
                <a16:creationId xmlns:a16="http://schemas.microsoft.com/office/drawing/2014/main" id="{B7074A31-68C8-3FE5-CD92-373EC9277689}"/>
              </a:ext>
            </a:extLst>
          </p:cNvPr>
          <p:cNvSpPr/>
          <p:nvPr/>
        </p:nvSpPr>
        <p:spPr>
          <a:xfrm>
            <a:off x="2860619" y="2158129"/>
            <a:ext cx="1755586" cy="877040"/>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5B277219-1F6E-6DC2-FEE1-097A97050C3B}"/>
              </a:ext>
            </a:extLst>
          </p:cNvPr>
          <p:cNvSpPr txBox="1"/>
          <p:nvPr/>
        </p:nvSpPr>
        <p:spPr>
          <a:xfrm>
            <a:off x="2884082" y="2180127"/>
            <a:ext cx="1708657"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ストレージ</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6" name="角丸四角形 45">
            <a:extLst>
              <a:ext uri="{FF2B5EF4-FFF2-40B4-BE49-F238E27FC236}">
                <a16:creationId xmlns:a16="http://schemas.microsoft.com/office/drawing/2014/main" id="{C8B1E108-1FB9-DEA2-CA91-45045033C1B1}"/>
              </a:ext>
            </a:extLst>
          </p:cNvPr>
          <p:cNvSpPr/>
          <p:nvPr/>
        </p:nvSpPr>
        <p:spPr>
          <a:xfrm>
            <a:off x="3008357" y="2568704"/>
            <a:ext cx="1483486" cy="38189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テキスト ボックス 46">
            <a:extLst>
              <a:ext uri="{FF2B5EF4-FFF2-40B4-BE49-F238E27FC236}">
                <a16:creationId xmlns:a16="http://schemas.microsoft.com/office/drawing/2014/main" id="{802B7CA8-5EF9-FA24-E22C-F0A9CDF21D28}"/>
              </a:ext>
            </a:extLst>
          </p:cNvPr>
          <p:cNvSpPr txBox="1"/>
          <p:nvPr/>
        </p:nvSpPr>
        <p:spPr>
          <a:xfrm>
            <a:off x="2905117" y="2581265"/>
            <a:ext cx="1708657"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静的コンテンツ</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48" name="直線コネクタ 47">
            <a:extLst>
              <a:ext uri="{FF2B5EF4-FFF2-40B4-BE49-F238E27FC236}">
                <a16:creationId xmlns:a16="http://schemas.microsoft.com/office/drawing/2014/main" id="{F0112278-BB25-7481-853E-444CCBCCCF15}"/>
              </a:ext>
            </a:extLst>
          </p:cNvPr>
          <p:cNvCxnSpPr>
            <a:cxnSpLocks/>
          </p:cNvCxnSpPr>
          <p:nvPr/>
        </p:nvCxnSpPr>
        <p:spPr>
          <a:xfrm flipV="1">
            <a:off x="3583357" y="3142063"/>
            <a:ext cx="0" cy="573873"/>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9C73C931-3A05-2309-F432-D0343E2A116E}"/>
              </a:ext>
            </a:extLst>
          </p:cNvPr>
          <p:cNvSpPr txBox="1"/>
          <p:nvPr/>
        </p:nvSpPr>
        <p:spPr>
          <a:xfrm>
            <a:off x="2428039" y="3214403"/>
            <a:ext cx="1134795" cy="415498"/>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静的ファイルの</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取得</a:t>
            </a:r>
          </a:p>
        </p:txBody>
      </p:sp>
      <p:cxnSp>
        <p:nvCxnSpPr>
          <p:cNvPr id="50" name="直線コネクタ 49">
            <a:extLst>
              <a:ext uri="{FF2B5EF4-FFF2-40B4-BE49-F238E27FC236}">
                <a16:creationId xmlns:a16="http://schemas.microsoft.com/office/drawing/2014/main" id="{3B1716DC-97EF-41D8-6DDC-5C037C147B2E}"/>
              </a:ext>
            </a:extLst>
          </p:cNvPr>
          <p:cNvCxnSpPr>
            <a:cxnSpLocks/>
          </p:cNvCxnSpPr>
          <p:nvPr/>
        </p:nvCxnSpPr>
        <p:spPr>
          <a:xfrm flipV="1">
            <a:off x="3919453" y="3146040"/>
            <a:ext cx="0" cy="569896"/>
          </a:xfrm>
          <a:prstGeom prst="line">
            <a:avLst/>
          </a:prstGeom>
          <a:ln w="44450">
            <a:headEnd type="triangle"/>
            <a:tailEnd type="none"/>
          </a:ln>
        </p:spPr>
        <p:style>
          <a:lnRef idx="1">
            <a:schemeClr val="accent1"/>
          </a:lnRef>
          <a:fillRef idx="0">
            <a:schemeClr val="accent1"/>
          </a:fillRef>
          <a:effectRef idx="0">
            <a:schemeClr val="accent1"/>
          </a:effectRef>
          <a:fontRef idx="minor">
            <a:schemeClr val="tx1"/>
          </a:fontRef>
        </p:style>
      </p:cxnSp>
      <p:sp>
        <p:nvSpPr>
          <p:cNvPr id="51" name="テキスト ボックス 50">
            <a:extLst>
              <a:ext uri="{FF2B5EF4-FFF2-40B4-BE49-F238E27FC236}">
                <a16:creationId xmlns:a16="http://schemas.microsoft.com/office/drawing/2014/main" id="{4C916716-C799-976E-BAB4-2DD134C01805}"/>
              </a:ext>
            </a:extLst>
          </p:cNvPr>
          <p:cNvSpPr txBox="1"/>
          <p:nvPr/>
        </p:nvSpPr>
        <p:spPr>
          <a:xfrm>
            <a:off x="3919453" y="3221250"/>
            <a:ext cx="1134795" cy="415498"/>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静的ファイルの</a:t>
            </a:r>
            <a:endPar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応答</a:t>
            </a:r>
          </a:p>
        </p:txBody>
      </p:sp>
      <p:cxnSp>
        <p:nvCxnSpPr>
          <p:cNvPr id="52" name="直線コネクタ 51">
            <a:extLst>
              <a:ext uri="{FF2B5EF4-FFF2-40B4-BE49-F238E27FC236}">
                <a16:creationId xmlns:a16="http://schemas.microsoft.com/office/drawing/2014/main" id="{8C277F36-5B4C-0F9F-688B-7612A88CA1AC}"/>
              </a:ext>
            </a:extLst>
          </p:cNvPr>
          <p:cNvCxnSpPr>
            <a:cxnSpLocks/>
          </p:cNvCxnSpPr>
          <p:nvPr/>
        </p:nvCxnSpPr>
        <p:spPr>
          <a:xfrm flipV="1">
            <a:off x="4322742" y="4311766"/>
            <a:ext cx="582064" cy="284"/>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F2A75A4D-D63E-1DFD-31DA-A823B47A7054}"/>
              </a:ext>
            </a:extLst>
          </p:cNvPr>
          <p:cNvCxnSpPr>
            <a:cxnSpLocks/>
          </p:cNvCxnSpPr>
          <p:nvPr/>
        </p:nvCxnSpPr>
        <p:spPr>
          <a:xfrm flipH="1">
            <a:off x="4298057" y="4625993"/>
            <a:ext cx="582458"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54" name="角丸四角形 53">
            <a:extLst>
              <a:ext uri="{FF2B5EF4-FFF2-40B4-BE49-F238E27FC236}">
                <a16:creationId xmlns:a16="http://schemas.microsoft.com/office/drawing/2014/main" id="{37E90DB6-C199-6D84-A6FE-1ED31D36F336}"/>
              </a:ext>
            </a:extLst>
          </p:cNvPr>
          <p:cNvSpPr/>
          <p:nvPr/>
        </p:nvSpPr>
        <p:spPr>
          <a:xfrm>
            <a:off x="9159815" y="3388895"/>
            <a:ext cx="1923392" cy="247418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ボックス 54">
            <a:extLst>
              <a:ext uri="{FF2B5EF4-FFF2-40B4-BE49-F238E27FC236}">
                <a16:creationId xmlns:a16="http://schemas.microsoft.com/office/drawing/2014/main" id="{31CD516A-3F6C-D8D6-A77F-3E889DCBEE51}"/>
              </a:ext>
            </a:extLst>
          </p:cNvPr>
          <p:cNvSpPr txBox="1"/>
          <p:nvPr/>
        </p:nvSpPr>
        <p:spPr>
          <a:xfrm>
            <a:off x="9496853" y="3422152"/>
            <a:ext cx="1249315" cy="369332"/>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DB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62" name="正方形/長方形 61">
            <a:extLst>
              <a:ext uri="{FF2B5EF4-FFF2-40B4-BE49-F238E27FC236}">
                <a16:creationId xmlns:a16="http://schemas.microsoft.com/office/drawing/2014/main" id="{C9A69CBE-3DCF-DA59-0FB8-17802CA3E525}"/>
              </a:ext>
            </a:extLst>
          </p:cNvPr>
          <p:cNvSpPr/>
          <p:nvPr/>
        </p:nvSpPr>
        <p:spPr>
          <a:xfrm>
            <a:off x="5809993" y="3388895"/>
            <a:ext cx="2126339" cy="2474196"/>
          </a:xfrm>
          <a:prstGeom prst="rect">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ボックス 62">
            <a:extLst>
              <a:ext uri="{FF2B5EF4-FFF2-40B4-BE49-F238E27FC236}">
                <a16:creationId xmlns:a16="http://schemas.microsoft.com/office/drawing/2014/main" id="{94BC7113-CBDF-D8A1-2D48-34E89C204C43}"/>
              </a:ext>
            </a:extLst>
          </p:cNvPr>
          <p:cNvSpPr txBox="1"/>
          <p:nvPr/>
        </p:nvSpPr>
        <p:spPr>
          <a:xfrm>
            <a:off x="6252196" y="3388895"/>
            <a:ext cx="1241931" cy="338554"/>
          </a:xfrm>
          <a:prstGeom prst="rect">
            <a:avLst/>
          </a:prstGeom>
          <a:noFill/>
        </p:spPr>
        <p:txBody>
          <a:bodyPr wrap="square" rtlCol="0">
            <a:spAutoFit/>
          </a:bodyPr>
          <a:lstStyle/>
          <a:p>
            <a:pPr algn="ctr"/>
            <a:r>
              <a:rPr kumimoji="1" lang="en-US" altLang="ja-JP" sz="1600" dirty="0">
                <a:solidFill>
                  <a:schemeClr val="tx1">
                    <a:lumMod val="75000"/>
                    <a:lumOff val="25000"/>
                  </a:schemeClr>
                </a:solidFill>
                <a:latin typeface="Yu Gothic UI" panose="020B0500000000000000" pitchFamily="34" charset="-128"/>
                <a:ea typeface="Yu Gothic UI" panose="020B0500000000000000" pitchFamily="34" charset="-128"/>
              </a:rPr>
              <a:t>DB </a:t>
            </a:r>
            <a:r>
              <a:rPr kumimoji="1" lang="ja-JP" altLang="en-US" sz="1600">
                <a:solidFill>
                  <a:schemeClr val="tx1">
                    <a:lumMod val="75000"/>
                    <a:lumOff val="25000"/>
                  </a:schemeClr>
                </a:solidFill>
                <a:latin typeface="Yu Gothic UI" panose="020B0500000000000000" pitchFamily="34" charset="-128"/>
                <a:ea typeface="Yu Gothic UI" panose="020B0500000000000000" pitchFamily="34" charset="-128"/>
              </a:rPr>
              <a:t>操作</a:t>
            </a:r>
            <a:endParaRPr kumimoji="1" lang="en-US" altLang="ja-JP" sz="16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64" name="テキスト ボックス 63">
            <a:extLst>
              <a:ext uri="{FF2B5EF4-FFF2-40B4-BE49-F238E27FC236}">
                <a16:creationId xmlns:a16="http://schemas.microsoft.com/office/drawing/2014/main" id="{01643334-EBF9-AD9D-6908-4530276E0A77}"/>
              </a:ext>
            </a:extLst>
          </p:cNvPr>
          <p:cNvSpPr txBox="1"/>
          <p:nvPr/>
        </p:nvSpPr>
        <p:spPr>
          <a:xfrm>
            <a:off x="7924563" y="3802843"/>
            <a:ext cx="1134795" cy="415498"/>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データ処理</a:t>
            </a:r>
            <a:endPar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依頼</a:t>
            </a:r>
          </a:p>
        </p:txBody>
      </p:sp>
      <p:sp>
        <p:nvSpPr>
          <p:cNvPr id="65" name="テキスト ボックス 64">
            <a:extLst>
              <a:ext uri="{FF2B5EF4-FFF2-40B4-BE49-F238E27FC236}">
                <a16:creationId xmlns:a16="http://schemas.microsoft.com/office/drawing/2014/main" id="{9068CC2A-0F25-6E19-9389-606B9B7B83DE}"/>
              </a:ext>
            </a:extLst>
          </p:cNvPr>
          <p:cNvSpPr txBox="1"/>
          <p:nvPr/>
        </p:nvSpPr>
        <p:spPr>
          <a:xfrm>
            <a:off x="8120272" y="4706475"/>
            <a:ext cx="71962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応答</a:t>
            </a:r>
          </a:p>
        </p:txBody>
      </p:sp>
      <p:cxnSp>
        <p:nvCxnSpPr>
          <p:cNvPr id="66" name="直線コネクタ 65">
            <a:extLst>
              <a:ext uri="{FF2B5EF4-FFF2-40B4-BE49-F238E27FC236}">
                <a16:creationId xmlns:a16="http://schemas.microsoft.com/office/drawing/2014/main" id="{6CDF1758-5F99-8D5E-895E-0C9E0622B8AB}"/>
              </a:ext>
            </a:extLst>
          </p:cNvPr>
          <p:cNvCxnSpPr>
            <a:cxnSpLocks/>
          </p:cNvCxnSpPr>
          <p:nvPr/>
        </p:nvCxnSpPr>
        <p:spPr>
          <a:xfrm>
            <a:off x="8029543" y="4278790"/>
            <a:ext cx="102981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E83E2A4D-51F1-FD8E-9068-25C5E5A02760}"/>
              </a:ext>
            </a:extLst>
          </p:cNvPr>
          <p:cNvCxnSpPr>
            <a:cxnSpLocks/>
          </p:cNvCxnSpPr>
          <p:nvPr/>
        </p:nvCxnSpPr>
        <p:spPr>
          <a:xfrm flipH="1">
            <a:off x="8029543" y="4592734"/>
            <a:ext cx="946331"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69" name="テキスト ボックス 68">
            <a:extLst>
              <a:ext uri="{FF2B5EF4-FFF2-40B4-BE49-F238E27FC236}">
                <a16:creationId xmlns:a16="http://schemas.microsoft.com/office/drawing/2014/main" id="{7C0EB533-7E51-4AB4-F235-A9D6E6BE3243}"/>
              </a:ext>
            </a:extLst>
          </p:cNvPr>
          <p:cNvSpPr txBox="1"/>
          <p:nvPr/>
        </p:nvSpPr>
        <p:spPr>
          <a:xfrm>
            <a:off x="5809993" y="3748306"/>
            <a:ext cx="2120815" cy="2123658"/>
          </a:xfrm>
          <a:prstGeom prst="rect">
            <a:avLst/>
          </a:prstGeom>
          <a:noFill/>
        </p:spPr>
        <p:txBody>
          <a:bodyPr wrap="square" rtlCol="0">
            <a:spAutoFit/>
          </a:bodyPr>
          <a:lstStyle/>
          <a:p>
            <a:pPr marL="96838" indent="-96838">
              <a:buFont typeface="Arial" panose="020B0604020202020204" pitchFamily="34" charset="0"/>
              <a:buChar char="•"/>
            </a:pP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データの作成</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96838" indent="-96838">
              <a:buFont typeface="Arial" panose="020B0604020202020204" pitchFamily="34" charset="0"/>
              <a:buChar char="•"/>
            </a:pP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データの読み取り</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96838" indent="-96838">
              <a:buFont typeface="Arial" panose="020B0604020202020204" pitchFamily="34" charset="0"/>
              <a:buChar char="•"/>
            </a:pP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データの更新</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96838" indent="-96838">
              <a:buFont typeface="Arial" panose="020B0604020202020204" pitchFamily="34" charset="0"/>
              <a:buChar char="•"/>
            </a:pP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データの削除</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いわゆる</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CRUD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操作</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t>
            </a:r>
          </a:p>
          <a:p>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実際はトランザクション処理、検索、集計、ロック、認証、認可なども</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DB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層で処理されるが結果として、上記の操作にまとめられる</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71" name="テキスト ボックス 70">
            <a:extLst>
              <a:ext uri="{FF2B5EF4-FFF2-40B4-BE49-F238E27FC236}">
                <a16:creationId xmlns:a16="http://schemas.microsoft.com/office/drawing/2014/main" id="{956F1B93-81F9-6546-82C0-0F08C4A728F2}"/>
              </a:ext>
            </a:extLst>
          </p:cNvPr>
          <p:cNvSpPr txBox="1"/>
          <p:nvPr/>
        </p:nvSpPr>
        <p:spPr>
          <a:xfrm>
            <a:off x="9159814" y="3893070"/>
            <a:ext cx="1923392" cy="1569660"/>
          </a:xfrm>
          <a:prstGeom prst="rect">
            <a:avLst/>
          </a:prstGeom>
          <a:noFill/>
        </p:spPr>
        <p:txBody>
          <a:bodyPr wrap="square" rtlCol="0">
            <a:spAutoFit/>
          </a:bodyPr>
          <a:lstStyle/>
          <a:p>
            <a:pPr marL="96838" indent="-96838">
              <a:buFont typeface="Arial" panose="020B0604020202020204" pitchFamily="34" charset="0"/>
              <a:buChar char="•"/>
            </a:pP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データの保存</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96838" indent="-96838">
              <a:buFont typeface="Arial" panose="020B0604020202020204" pitchFamily="34" charset="0"/>
              <a:buChar char="•"/>
            </a:pP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データの検索・取得</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96838" indent="-96838">
              <a:buFont typeface="Arial" panose="020B0604020202020204" pitchFamily="34" charset="0"/>
              <a:buChar char="•"/>
            </a:pP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データの</a:t>
            </a:r>
            <a:r>
              <a:rPr lang="ja-JP" altLang="ja-JP" sz="1200"/>
              <a:t>登録・更新・削除</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96838" indent="-96838">
              <a:buFont typeface="Arial" panose="020B0604020202020204" pitchFamily="34" charset="0"/>
              <a:buChar char="•"/>
            </a:pP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データの整合性、信頼性の担保</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(ACID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特性がある場合</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t>
            </a:r>
          </a:p>
          <a:p>
            <a:pPr marL="96838" indent="-96838">
              <a:buFont typeface="Arial" panose="020B0604020202020204" pitchFamily="34" charset="0"/>
              <a:buChar char="•"/>
            </a:pP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認証・認可</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86077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9BBD01C3-1B7C-4C69-8F37-5CA7AB2C918A}"/>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DB サーバの代表例</a:t>
            </a:r>
          </a:p>
        </p:txBody>
      </p:sp>
      <p:sp>
        <p:nvSpPr>
          <p:cNvPr id="2" name="正方形/長方形 1">
            <a:extLst>
              <a:ext uri="{FF2B5EF4-FFF2-40B4-BE49-F238E27FC236}">
                <a16:creationId xmlns:a16="http://schemas.microsoft.com/office/drawing/2014/main" id="{C5B4A431-A7F0-4075-A18C-EB0805BCFAE6}"/>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6D1AFCF0-C35A-43E6-81C4-567896C48C8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86870AA-DC71-4B59-A039-816AB59F2559}"/>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代表的な RDBMS には PostgreSQL、MySQL、SQL Server、Oracle Database があり、第5回から第6回では PostgreSQL を使います。</a:t>
            </a:r>
          </a:p>
        </p:txBody>
      </p:sp>
      <p:sp>
        <p:nvSpPr>
          <p:cNvPr id="6" name="正方形/長方形 5">
            <a:extLst>
              <a:ext uri="{FF2B5EF4-FFF2-40B4-BE49-F238E27FC236}">
                <a16:creationId xmlns:a16="http://schemas.microsoft.com/office/drawing/2014/main" id="{954ED1EB-992A-489B-8C11-CD5854D4BAD7}"/>
              </a:ext>
            </a:extLst>
          </p:cNvPr>
          <p:cNvSpPr>
            <a:spLocks noGrp="1"/>
          </p:cNvSpPr>
          <p:nvPr/>
        </p:nvSpPr>
        <p:spPr>
          <a:xfrm>
            <a:off x="876300" y="2114550"/>
            <a:ext cx="5219700" cy="438150"/>
          </a:xfrm>
          <a:prstGeom prst="rect">
            <a:avLst/>
          </a:prstGeom>
          <a:solidFill>
            <a:srgbClr val="244A8F"/>
          </a:solidFill>
          <a:ln w="11430">
            <a:solidFill>
              <a:srgbClr val="FFFFFF"/>
            </a:solidFill>
            <a:prstDash val="solid"/>
          </a:ln>
        </p:spPr>
        <p:txBody>
          <a:bodyPr/>
          <a:lstStyle/>
          <a:p>
            <a:endParaRPr lang="ja-JP" altLang="en-US" sz="1600"/>
          </a:p>
        </p:txBody>
      </p:sp>
      <p:sp>
        <p:nvSpPr>
          <p:cNvPr id="7" name="正方形/長方形 6">
            <a:extLst>
              <a:ext uri="{FF2B5EF4-FFF2-40B4-BE49-F238E27FC236}">
                <a16:creationId xmlns:a16="http://schemas.microsoft.com/office/drawing/2014/main" id="{4E95F475-FAAF-4150-8B16-08DAEA409546}"/>
              </a:ext>
            </a:extLst>
          </p:cNvPr>
          <p:cNvSpPr>
            <a:spLocks noGrp="1"/>
          </p:cNvSpPr>
          <p:nvPr/>
        </p:nvSpPr>
        <p:spPr>
          <a:xfrm>
            <a:off x="952500" y="2171700"/>
            <a:ext cx="50673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a:ea typeface="Yu Gothic UI"/>
                <a:cs typeface="Yu Gothic UI"/>
              </a:rPr>
              <a:t>名前</a:t>
            </a:r>
          </a:p>
        </p:txBody>
      </p:sp>
      <p:sp>
        <p:nvSpPr>
          <p:cNvPr id="8" name="正方形/長方形 7">
            <a:extLst>
              <a:ext uri="{FF2B5EF4-FFF2-40B4-BE49-F238E27FC236}">
                <a16:creationId xmlns:a16="http://schemas.microsoft.com/office/drawing/2014/main" id="{7ACE70BF-59ED-46AF-92F4-8D6A237D87BA}"/>
              </a:ext>
            </a:extLst>
          </p:cNvPr>
          <p:cNvSpPr>
            <a:spLocks noGrp="1"/>
          </p:cNvSpPr>
          <p:nvPr/>
        </p:nvSpPr>
        <p:spPr>
          <a:xfrm>
            <a:off x="6096000" y="2114550"/>
            <a:ext cx="5219700" cy="438150"/>
          </a:xfrm>
          <a:prstGeom prst="rect">
            <a:avLst/>
          </a:prstGeom>
          <a:solidFill>
            <a:srgbClr val="244A8F"/>
          </a:solidFill>
          <a:ln w="11430">
            <a:solidFill>
              <a:srgbClr val="FFFFFF"/>
            </a:solidFill>
            <a:prstDash val="solid"/>
          </a:ln>
        </p:spPr>
        <p:txBody>
          <a:bodyPr/>
          <a:lstStyle/>
          <a:p>
            <a:endParaRPr lang="ja-JP" altLang="en-US" sz="1600"/>
          </a:p>
        </p:txBody>
      </p:sp>
      <p:sp>
        <p:nvSpPr>
          <p:cNvPr id="9" name="正方形/長方形 8">
            <a:extLst>
              <a:ext uri="{FF2B5EF4-FFF2-40B4-BE49-F238E27FC236}">
                <a16:creationId xmlns:a16="http://schemas.microsoft.com/office/drawing/2014/main" id="{5BA04554-402C-4216-9752-85A4B4475E45}"/>
              </a:ext>
            </a:extLst>
          </p:cNvPr>
          <p:cNvSpPr>
            <a:spLocks noGrp="1"/>
          </p:cNvSpPr>
          <p:nvPr/>
        </p:nvSpPr>
        <p:spPr>
          <a:xfrm>
            <a:off x="6172200" y="2171700"/>
            <a:ext cx="50673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a:ea typeface="Yu Gothic UI"/>
                <a:cs typeface="Yu Gothic UI"/>
              </a:rPr>
              <a:t>補足</a:t>
            </a:r>
          </a:p>
        </p:txBody>
      </p:sp>
      <p:sp>
        <p:nvSpPr>
          <p:cNvPr id="10" name="正方形/長方形 9">
            <a:extLst>
              <a:ext uri="{FF2B5EF4-FFF2-40B4-BE49-F238E27FC236}">
                <a16:creationId xmlns:a16="http://schemas.microsoft.com/office/drawing/2014/main" id="{19E4FC1A-4CC2-4C4B-A11F-2788FB8BD6C5}"/>
              </a:ext>
            </a:extLst>
          </p:cNvPr>
          <p:cNvSpPr>
            <a:spLocks noGrp="1"/>
          </p:cNvSpPr>
          <p:nvPr/>
        </p:nvSpPr>
        <p:spPr>
          <a:xfrm>
            <a:off x="876300" y="2552700"/>
            <a:ext cx="5219700" cy="819150"/>
          </a:xfrm>
          <a:prstGeom prst="rect">
            <a:avLst/>
          </a:prstGeom>
          <a:solidFill>
            <a:srgbClr val="EAF1FB"/>
          </a:solidFill>
          <a:ln w="11430">
            <a:solidFill>
              <a:srgbClr val="FFFFFF"/>
            </a:solidFill>
            <a:prstDash val="solid"/>
          </a:ln>
        </p:spPr>
        <p:txBody>
          <a:bodyPr/>
          <a:lstStyle/>
          <a:p>
            <a:endParaRPr lang="ja-JP" altLang="en-US" sz="1600"/>
          </a:p>
        </p:txBody>
      </p:sp>
      <p:sp>
        <p:nvSpPr>
          <p:cNvPr id="11" name="正方形/長方形 10">
            <a:extLst>
              <a:ext uri="{FF2B5EF4-FFF2-40B4-BE49-F238E27FC236}">
                <a16:creationId xmlns:a16="http://schemas.microsoft.com/office/drawing/2014/main" id="{73D1AEB7-A32B-48B1-8202-BCDFFD44255C}"/>
              </a:ext>
            </a:extLst>
          </p:cNvPr>
          <p:cNvSpPr>
            <a:spLocks noGrp="1"/>
          </p:cNvSpPr>
          <p:nvPr/>
        </p:nvSpPr>
        <p:spPr>
          <a:xfrm>
            <a:off x="952500" y="260985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600" b="1">
                <a:solidFill>
                  <a:srgbClr val="344054"/>
                </a:solidFill>
                <a:latin typeface="Yu Gothic UI"/>
                <a:ea typeface="Yu Gothic UI"/>
                <a:cs typeface="Yu Gothic UI"/>
              </a:rPr>
              <a:t>PostgreSQL</a:t>
            </a:r>
          </a:p>
        </p:txBody>
      </p:sp>
      <p:sp>
        <p:nvSpPr>
          <p:cNvPr id="12" name="正方形/長方形 11">
            <a:extLst>
              <a:ext uri="{FF2B5EF4-FFF2-40B4-BE49-F238E27FC236}">
                <a16:creationId xmlns:a16="http://schemas.microsoft.com/office/drawing/2014/main" id="{D71E0718-4C34-4AAB-9C4A-D9B95763AEB0}"/>
              </a:ext>
            </a:extLst>
          </p:cNvPr>
          <p:cNvSpPr>
            <a:spLocks noGrp="1"/>
          </p:cNvSpPr>
          <p:nvPr/>
        </p:nvSpPr>
        <p:spPr>
          <a:xfrm>
            <a:off x="6096000" y="2552700"/>
            <a:ext cx="5219700" cy="819150"/>
          </a:xfrm>
          <a:prstGeom prst="rect">
            <a:avLst/>
          </a:prstGeom>
          <a:solidFill>
            <a:srgbClr val="FFFFFF"/>
          </a:solidFill>
          <a:ln w="11430">
            <a:solidFill>
              <a:srgbClr val="FFFFFF"/>
            </a:solidFill>
            <a:prstDash val="solid"/>
          </a:ln>
        </p:spPr>
        <p:txBody>
          <a:bodyPr/>
          <a:lstStyle/>
          <a:p>
            <a:endParaRPr lang="ja-JP" altLang="en-US" sz="1600"/>
          </a:p>
        </p:txBody>
      </p:sp>
      <p:sp>
        <p:nvSpPr>
          <p:cNvPr id="13" name="正方形/長方形 12">
            <a:extLst>
              <a:ext uri="{FF2B5EF4-FFF2-40B4-BE49-F238E27FC236}">
                <a16:creationId xmlns:a16="http://schemas.microsoft.com/office/drawing/2014/main" id="{1F8D014D-B6A9-4701-9C1F-1827D6CC4A3E}"/>
              </a:ext>
            </a:extLst>
          </p:cNvPr>
          <p:cNvSpPr>
            <a:spLocks noGrp="1"/>
          </p:cNvSpPr>
          <p:nvPr/>
        </p:nvSpPr>
        <p:spPr>
          <a:xfrm>
            <a:off x="6172200" y="260985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600" b="0">
                <a:solidFill>
                  <a:srgbClr val="344054"/>
                </a:solidFill>
                <a:latin typeface="Yu Gothic UI"/>
                <a:ea typeface="Yu Gothic UI"/>
                <a:cs typeface="Yu Gothic UI"/>
              </a:rPr>
              <a:t>第5回から第6回で Azure Database for PostgreSQL として扱う。</a:t>
            </a:r>
          </a:p>
        </p:txBody>
      </p:sp>
      <p:sp>
        <p:nvSpPr>
          <p:cNvPr id="14" name="正方形/長方形 13">
            <a:extLst>
              <a:ext uri="{FF2B5EF4-FFF2-40B4-BE49-F238E27FC236}">
                <a16:creationId xmlns:a16="http://schemas.microsoft.com/office/drawing/2014/main" id="{4353F06B-82D1-4373-ACA4-AB0704D6D505}"/>
              </a:ext>
            </a:extLst>
          </p:cNvPr>
          <p:cNvSpPr>
            <a:spLocks noGrp="1"/>
          </p:cNvSpPr>
          <p:nvPr/>
        </p:nvSpPr>
        <p:spPr>
          <a:xfrm>
            <a:off x="876300" y="3371850"/>
            <a:ext cx="5219700" cy="819150"/>
          </a:xfrm>
          <a:prstGeom prst="rect">
            <a:avLst/>
          </a:prstGeom>
          <a:solidFill>
            <a:srgbClr val="EAF1FB"/>
          </a:solidFill>
          <a:ln w="11430">
            <a:solidFill>
              <a:srgbClr val="FFFFFF"/>
            </a:solidFill>
            <a:prstDash val="solid"/>
          </a:ln>
        </p:spPr>
        <p:txBody>
          <a:bodyPr/>
          <a:lstStyle/>
          <a:p>
            <a:endParaRPr lang="ja-JP" altLang="en-US" sz="1600"/>
          </a:p>
        </p:txBody>
      </p:sp>
      <p:sp>
        <p:nvSpPr>
          <p:cNvPr id="15" name="正方形/長方形 14">
            <a:extLst>
              <a:ext uri="{FF2B5EF4-FFF2-40B4-BE49-F238E27FC236}">
                <a16:creationId xmlns:a16="http://schemas.microsoft.com/office/drawing/2014/main" id="{FBFF83ED-0CDD-4B05-8F29-CEAFABF64DCA}"/>
              </a:ext>
            </a:extLst>
          </p:cNvPr>
          <p:cNvSpPr>
            <a:spLocks noGrp="1"/>
          </p:cNvSpPr>
          <p:nvPr/>
        </p:nvSpPr>
        <p:spPr>
          <a:xfrm>
            <a:off x="952500" y="342900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600" b="1">
                <a:solidFill>
                  <a:srgbClr val="344054"/>
                </a:solidFill>
                <a:latin typeface="Yu Gothic UI"/>
                <a:ea typeface="Yu Gothic UI"/>
                <a:cs typeface="Yu Gothic UI"/>
              </a:rPr>
              <a:t>MySQL</a:t>
            </a:r>
          </a:p>
        </p:txBody>
      </p:sp>
      <p:sp>
        <p:nvSpPr>
          <p:cNvPr id="16" name="正方形/長方形 15">
            <a:extLst>
              <a:ext uri="{FF2B5EF4-FFF2-40B4-BE49-F238E27FC236}">
                <a16:creationId xmlns:a16="http://schemas.microsoft.com/office/drawing/2014/main" id="{0C970428-901D-476B-AC1D-C52C2486EBCC}"/>
              </a:ext>
            </a:extLst>
          </p:cNvPr>
          <p:cNvSpPr>
            <a:spLocks noGrp="1"/>
          </p:cNvSpPr>
          <p:nvPr/>
        </p:nvSpPr>
        <p:spPr>
          <a:xfrm>
            <a:off x="6096000" y="3371850"/>
            <a:ext cx="5219700" cy="819150"/>
          </a:xfrm>
          <a:prstGeom prst="rect">
            <a:avLst/>
          </a:prstGeom>
          <a:solidFill>
            <a:srgbClr val="FFFFFF"/>
          </a:solidFill>
          <a:ln w="11430">
            <a:solidFill>
              <a:srgbClr val="FFFFFF"/>
            </a:solidFill>
            <a:prstDash val="solid"/>
          </a:ln>
        </p:spPr>
        <p:txBody>
          <a:bodyPr/>
          <a:lstStyle/>
          <a:p>
            <a:endParaRPr lang="ja-JP" altLang="en-US" sz="1600"/>
          </a:p>
        </p:txBody>
      </p:sp>
      <p:sp>
        <p:nvSpPr>
          <p:cNvPr id="17" name="正方形/長方形 16">
            <a:extLst>
              <a:ext uri="{FF2B5EF4-FFF2-40B4-BE49-F238E27FC236}">
                <a16:creationId xmlns:a16="http://schemas.microsoft.com/office/drawing/2014/main" id="{302B8E0F-41D1-4F82-B8EA-C6CF4369A09B}"/>
              </a:ext>
            </a:extLst>
          </p:cNvPr>
          <p:cNvSpPr>
            <a:spLocks noGrp="1"/>
          </p:cNvSpPr>
          <p:nvPr/>
        </p:nvSpPr>
        <p:spPr>
          <a:xfrm>
            <a:off x="6172200" y="342900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600" b="0">
                <a:solidFill>
                  <a:srgbClr val="344054"/>
                </a:solidFill>
                <a:latin typeface="Yu Gothic UI"/>
                <a:ea typeface="Yu Gothic UI"/>
                <a:cs typeface="Yu Gothic UI"/>
              </a:rPr>
              <a:t>Web アプリケーションで広く使われる RDBMS。</a:t>
            </a:r>
          </a:p>
        </p:txBody>
      </p:sp>
      <p:sp>
        <p:nvSpPr>
          <p:cNvPr id="18" name="正方形/長方形 17">
            <a:extLst>
              <a:ext uri="{FF2B5EF4-FFF2-40B4-BE49-F238E27FC236}">
                <a16:creationId xmlns:a16="http://schemas.microsoft.com/office/drawing/2014/main" id="{A829BFF4-5851-45C2-BC1F-2FF24A7F57C4}"/>
              </a:ext>
            </a:extLst>
          </p:cNvPr>
          <p:cNvSpPr>
            <a:spLocks noGrp="1"/>
          </p:cNvSpPr>
          <p:nvPr/>
        </p:nvSpPr>
        <p:spPr>
          <a:xfrm>
            <a:off x="876300" y="4191000"/>
            <a:ext cx="5219700" cy="819150"/>
          </a:xfrm>
          <a:prstGeom prst="rect">
            <a:avLst/>
          </a:prstGeom>
          <a:solidFill>
            <a:srgbClr val="EAF1FB"/>
          </a:solidFill>
          <a:ln w="11430">
            <a:solidFill>
              <a:srgbClr val="FFFFFF"/>
            </a:solidFill>
            <a:prstDash val="solid"/>
          </a:ln>
        </p:spPr>
        <p:txBody>
          <a:bodyPr/>
          <a:lstStyle/>
          <a:p>
            <a:endParaRPr lang="ja-JP" altLang="en-US" sz="1600"/>
          </a:p>
        </p:txBody>
      </p:sp>
      <p:sp>
        <p:nvSpPr>
          <p:cNvPr id="19" name="正方形/長方形 18">
            <a:extLst>
              <a:ext uri="{FF2B5EF4-FFF2-40B4-BE49-F238E27FC236}">
                <a16:creationId xmlns:a16="http://schemas.microsoft.com/office/drawing/2014/main" id="{8578765A-C840-476F-BCA8-B82266661083}"/>
              </a:ext>
            </a:extLst>
          </p:cNvPr>
          <p:cNvSpPr>
            <a:spLocks noGrp="1"/>
          </p:cNvSpPr>
          <p:nvPr/>
        </p:nvSpPr>
        <p:spPr>
          <a:xfrm>
            <a:off x="952500" y="424815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600" b="1">
                <a:solidFill>
                  <a:srgbClr val="344054"/>
                </a:solidFill>
                <a:latin typeface="Yu Gothic UI"/>
                <a:ea typeface="Yu Gothic UI"/>
                <a:cs typeface="Yu Gothic UI"/>
              </a:rPr>
              <a:t>SQL Server</a:t>
            </a:r>
          </a:p>
        </p:txBody>
      </p:sp>
      <p:sp>
        <p:nvSpPr>
          <p:cNvPr id="20" name="正方形/長方形 19">
            <a:extLst>
              <a:ext uri="{FF2B5EF4-FFF2-40B4-BE49-F238E27FC236}">
                <a16:creationId xmlns:a16="http://schemas.microsoft.com/office/drawing/2014/main" id="{F288E8A1-C7AB-4843-9727-C722C7C951F5}"/>
              </a:ext>
            </a:extLst>
          </p:cNvPr>
          <p:cNvSpPr>
            <a:spLocks noGrp="1"/>
          </p:cNvSpPr>
          <p:nvPr/>
        </p:nvSpPr>
        <p:spPr>
          <a:xfrm>
            <a:off x="6096000" y="4191000"/>
            <a:ext cx="5219700" cy="819150"/>
          </a:xfrm>
          <a:prstGeom prst="rect">
            <a:avLst/>
          </a:prstGeom>
          <a:solidFill>
            <a:srgbClr val="FFFFFF"/>
          </a:solidFill>
          <a:ln w="11430">
            <a:solidFill>
              <a:srgbClr val="FFFFFF"/>
            </a:solidFill>
            <a:prstDash val="solid"/>
          </a:ln>
        </p:spPr>
        <p:txBody>
          <a:bodyPr/>
          <a:lstStyle/>
          <a:p>
            <a:endParaRPr lang="ja-JP" altLang="en-US" sz="1600"/>
          </a:p>
        </p:txBody>
      </p:sp>
      <p:sp>
        <p:nvSpPr>
          <p:cNvPr id="21" name="正方形/長方形 20">
            <a:extLst>
              <a:ext uri="{FF2B5EF4-FFF2-40B4-BE49-F238E27FC236}">
                <a16:creationId xmlns:a16="http://schemas.microsoft.com/office/drawing/2014/main" id="{9726078B-D0FB-4998-81C9-0A2CBF2BA340}"/>
              </a:ext>
            </a:extLst>
          </p:cNvPr>
          <p:cNvSpPr>
            <a:spLocks noGrp="1"/>
          </p:cNvSpPr>
          <p:nvPr/>
        </p:nvSpPr>
        <p:spPr>
          <a:xfrm>
            <a:off x="6172200" y="424815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600" b="0">
                <a:solidFill>
                  <a:srgbClr val="344054"/>
                </a:solidFill>
                <a:latin typeface="Yu Gothic UI"/>
                <a:ea typeface="Yu Gothic UI"/>
                <a:cs typeface="Yu Gothic UI"/>
              </a:rPr>
              <a:t>Azure SQL Database など Microsoft のマネージド DB とつながる。</a:t>
            </a:r>
          </a:p>
        </p:txBody>
      </p:sp>
      <p:sp>
        <p:nvSpPr>
          <p:cNvPr id="22" name="正方形/長方形 21">
            <a:extLst>
              <a:ext uri="{FF2B5EF4-FFF2-40B4-BE49-F238E27FC236}">
                <a16:creationId xmlns:a16="http://schemas.microsoft.com/office/drawing/2014/main" id="{0E529999-D9A5-4FA3-A732-57F4FB5E1BBE}"/>
              </a:ext>
            </a:extLst>
          </p:cNvPr>
          <p:cNvSpPr>
            <a:spLocks noGrp="1"/>
          </p:cNvSpPr>
          <p:nvPr/>
        </p:nvSpPr>
        <p:spPr>
          <a:xfrm>
            <a:off x="876300" y="5010150"/>
            <a:ext cx="5219700" cy="819150"/>
          </a:xfrm>
          <a:prstGeom prst="rect">
            <a:avLst/>
          </a:prstGeom>
          <a:solidFill>
            <a:srgbClr val="EAF1FB"/>
          </a:solidFill>
          <a:ln w="11430">
            <a:solidFill>
              <a:srgbClr val="FFFFFF"/>
            </a:solidFill>
            <a:prstDash val="solid"/>
          </a:ln>
        </p:spPr>
        <p:txBody>
          <a:bodyPr/>
          <a:lstStyle/>
          <a:p>
            <a:endParaRPr lang="ja-JP" altLang="en-US" sz="1600"/>
          </a:p>
        </p:txBody>
      </p:sp>
      <p:sp>
        <p:nvSpPr>
          <p:cNvPr id="23" name="正方形/長方形 22">
            <a:extLst>
              <a:ext uri="{FF2B5EF4-FFF2-40B4-BE49-F238E27FC236}">
                <a16:creationId xmlns:a16="http://schemas.microsoft.com/office/drawing/2014/main" id="{FF14E8D5-E13B-4CFE-8FE0-E2B8DEC155BA}"/>
              </a:ext>
            </a:extLst>
          </p:cNvPr>
          <p:cNvSpPr>
            <a:spLocks noGrp="1"/>
          </p:cNvSpPr>
          <p:nvPr/>
        </p:nvSpPr>
        <p:spPr>
          <a:xfrm>
            <a:off x="952500" y="506730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600" b="1">
                <a:solidFill>
                  <a:srgbClr val="344054"/>
                </a:solidFill>
                <a:latin typeface="Yu Gothic UI"/>
                <a:ea typeface="Yu Gothic UI"/>
                <a:cs typeface="Yu Gothic UI"/>
              </a:rPr>
              <a:t>Oracle Database</a:t>
            </a:r>
          </a:p>
        </p:txBody>
      </p:sp>
      <p:sp>
        <p:nvSpPr>
          <p:cNvPr id="24" name="正方形/長方形 23">
            <a:extLst>
              <a:ext uri="{FF2B5EF4-FFF2-40B4-BE49-F238E27FC236}">
                <a16:creationId xmlns:a16="http://schemas.microsoft.com/office/drawing/2014/main" id="{0C422735-C762-4A88-861E-6E168F5EB6B9}"/>
              </a:ext>
            </a:extLst>
          </p:cNvPr>
          <p:cNvSpPr>
            <a:spLocks noGrp="1"/>
          </p:cNvSpPr>
          <p:nvPr/>
        </p:nvSpPr>
        <p:spPr>
          <a:xfrm>
            <a:off x="6096000" y="5010150"/>
            <a:ext cx="5219700" cy="819150"/>
          </a:xfrm>
          <a:prstGeom prst="rect">
            <a:avLst/>
          </a:prstGeom>
          <a:solidFill>
            <a:srgbClr val="FFFFFF"/>
          </a:solidFill>
          <a:ln w="11430">
            <a:solidFill>
              <a:srgbClr val="FFFFFF"/>
            </a:solidFill>
            <a:prstDash val="solid"/>
          </a:ln>
        </p:spPr>
        <p:txBody>
          <a:bodyPr/>
          <a:lstStyle/>
          <a:p>
            <a:endParaRPr lang="ja-JP" altLang="en-US" sz="1600"/>
          </a:p>
        </p:txBody>
      </p:sp>
      <p:sp>
        <p:nvSpPr>
          <p:cNvPr id="25" name="正方形/長方形 24">
            <a:extLst>
              <a:ext uri="{FF2B5EF4-FFF2-40B4-BE49-F238E27FC236}">
                <a16:creationId xmlns:a16="http://schemas.microsoft.com/office/drawing/2014/main" id="{2E82F466-4245-4A2D-B4AD-06502983332D}"/>
              </a:ext>
            </a:extLst>
          </p:cNvPr>
          <p:cNvSpPr>
            <a:spLocks noGrp="1"/>
          </p:cNvSpPr>
          <p:nvPr/>
        </p:nvSpPr>
        <p:spPr>
          <a:xfrm>
            <a:off x="6172200" y="506730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600" b="0">
                <a:solidFill>
                  <a:srgbClr val="344054"/>
                </a:solidFill>
                <a:latin typeface="Yu Gothic UI"/>
                <a:ea typeface="Yu Gothic UI"/>
                <a:cs typeface="Yu Gothic UI"/>
              </a:rPr>
              <a:t>大規模な基幹系システムで見かけることが多い。</a:t>
            </a:r>
          </a:p>
        </p:txBody>
      </p:sp>
    </p:spTree>
    <p:extLst>
      <p:ext uri="{BB962C8B-B14F-4D97-AF65-F5344CB8AC3E}">
        <p14:creationId xmlns:p14="http://schemas.microsoft.com/office/powerpoint/2010/main" val="1186077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C1D1828F-321A-41A2-B4AE-AB76A239283D}"/>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第5回から第6回で作る DB 層</a:t>
            </a:r>
          </a:p>
        </p:txBody>
      </p:sp>
      <p:sp>
        <p:nvSpPr>
          <p:cNvPr id="2" name="正方形/長方形 1">
            <a:extLst>
              <a:ext uri="{FF2B5EF4-FFF2-40B4-BE49-F238E27FC236}">
                <a16:creationId xmlns:a16="http://schemas.microsoft.com/office/drawing/2014/main" id="{A210C394-B88D-4F34-A29F-81C37BF32FA0}"/>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0C3C7574-667C-4A88-8F4E-2509E9B7FF0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087BF7C3-58AF-43B4-B86B-9B6909A9B2C8}"/>
              </a:ext>
            </a:extLst>
          </p:cNvPr>
          <p:cNvSpPr>
            <a:spLocks noGrp="1"/>
          </p:cNvSpPr>
          <p:nvPr/>
        </p:nvSpPr>
        <p:spPr>
          <a:xfrm>
            <a:off x="685800" y="1352550"/>
            <a:ext cx="1080135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dirty="0">
                <a:solidFill>
                  <a:srgbClr val="344054"/>
                </a:solidFill>
                <a:latin typeface="Yu Gothic UI"/>
                <a:ea typeface="Yu Gothic UI"/>
                <a:cs typeface="Yu Gothic UI"/>
              </a:rPr>
              <a:t>第5回から第6回では Azure Database for PostgreSQL </a:t>
            </a:r>
            <a:r>
              <a:rPr sz="1200" b="0" dirty="0" err="1">
                <a:solidFill>
                  <a:srgbClr val="344054"/>
                </a:solidFill>
                <a:latin typeface="Yu Gothic UI"/>
                <a:ea typeface="Yu Gothic UI"/>
                <a:cs typeface="Yu Gothic UI"/>
              </a:rPr>
              <a:t>を使い、Todo</a:t>
            </a:r>
            <a:r>
              <a:rPr sz="1200" b="0" dirty="0">
                <a:solidFill>
                  <a:srgbClr val="344054"/>
                </a:solidFill>
                <a:latin typeface="Yu Gothic UI"/>
                <a:ea typeface="Yu Gothic UI"/>
                <a:cs typeface="Yu Gothic UI"/>
              </a:rPr>
              <a:t> </a:t>
            </a:r>
            <a:r>
              <a:rPr sz="1200" b="0" dirty="0" err="1">
                <a:solidFill>
                  <a:srgbClr val="344054"/>
                </a:solidFill>
                <a:latin typeface="Yu Gothic UI"/>
                <a:ea typeface="Yu Gothic UI"/>
                <a:cs typeface="Yu Gothic UI"/>
              </a:rPr>
              <a:t>アプリのデータ保存を</a:t>
            </a:r>
            <a:r>
              <a:rPr sz="1200" b="0" dirty="0">
                <a:solidFill>
                  <a:srgbClr val="344054"/>
                </a:solidFill>
                <a:latin typeface="Yu Gothic UI"/>
                <a:ea typeface="Yu Gothic UI"/>
                <a:cs typeface="Yu Gothic UI"/>
              </a:rPr>
              <a:t> Azure </a:t>
            </a:r>
            <a:r>
              <a:rPr sz="1200" b="0" dirty="0" err="1">
                <a:solidFill>
                  <a:srgbClr val="344054"/>
                </a:solidFill>
                <a:latin typeface="Yu Gothic UI"/>
                <a:ea typeface="Yu Gothic UI"/>
                <a:cs typeface="Yu Gothic UI"/>
              </a:rPr>
              <a:t>のマネージド</a:t>
            </a:r>
            <a:r>
              <a:rPr sz="1200" b="0" dirty="0">
                <a:solidFill>
                  <a:srgbClr val="344054"/>
                </a:solidFill>
                <a:latin typeface="Yu Gothic UI"/>
                <a:ea typeface="Yu Gothic UI"/>
                <a:cs typeface="Yu Gothic UI"/>
              </a:rPr>
              <a:t> DB </a:t>
            </a:r>
            <a:r>
              <a:rPr sz="1200" b="0" dirty="0" err="1">
                <a:solidFill>
                  <a:srgbClr val="344054"/>
                </a:solidFill>
                <a:latin typeface="Yu Gothic UI"/>
                <a:ea typeface="Yu Gothic UI"/>
                <a:cs typeface="Yu Gothic UI"/>
              </a:rPr>
              <a:t>として扱います</a:t>
            </a:r>
            <a:r>
              <a:rPr sz="1200" b="0" dirty="0">
                <a:solidFill>
                  <a:srgbClr val="344054"/>
                </a:solidFill>
                <a:latin typeface="Yu Gothic UI"/>
                <a:ea typeface="Yu Gothic UI"/>
                <a:cs typeface="Yu Gothic UI"/>
              </a:rPr>
              <a:t>。</a:t>
            </a:r>
          </a:p>
        </p:txBody>
      </p:sp>
      <p:sp>
        <p:nvSpPr>
          <p:cNvPr id="6" name="正方形/長方形 5">
            <a:extLst>
              <a:ext uri="{FF2B5EF4-FFF2-40B4-BE49-F238E27FC236}">
                <a16:creationId xmlns:a16="http://schemas.microsoft.com/office/drawing/2014/main" id="{11F7384B-51F5-4721-87A5-F3E29D624B49}"/>
              </a:ext>
            </a:extLst>
          </p:cNvPr>
          <p:cNvSpPr>
            <a:spLocks noGrp="1"/>
          </p:cNvSpPr>
          <p:nvPr/>
        </p:nvSpPr>
        <p:spPr>
          <a:xfrm>
            <a:off x="8425324" y="5261216"/>
            <a:ext cx="3157076" cy="1111008"/>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1050" b="0">
                <a:solidFill>
                  <a:srgbClr val="344054"/>
                </a:solidFill>
                <a:latin typeface="Yu Gothic UI"/>
                <a:ea typeface="Yu Gothic UI"/>
                <a:cs typeface="Yu Gothic UI"/>
              </a:defRPr>
            </a:pPr>
            <a:r>
              <a:rPr sz="1400" b="0" dirty="0">
                <a:solidFill>
                  <a:srgbClr val="344054"/>
                </a:solidFill>
                <a:latin typeface="Yu Gothic UI"/>
                <a:ea typeface="Yu Gothic UI"/>
                <a:cs typeface="Yu Gothic UI"/>
              </a:rPr>
              <a:t>• DB </a:t>
            </a:r>
            <a:r>
              <a:rPr sz="1400" b="0" dirty="0" err="1">
                <a:solidFill>
                  <a:srgbClr val="344054"/>
                </a:solidFill>
                <a:latin typeface="Yu Gothic UI"/>
                <a:ea typeface="Yu Gothic UI"/>
                <a:cs typeface="Yu Gothic UI"/>
              </a:rPr>
              <a:t>サーバを自分で構築する代わりに、Azure</a:t>
            </a:r>
            <a:r>
              <a:rPr sz="1400" b="0" dirty="0">
                <a:solidFill>
                  <a:srgbClr val="344054"/>
                </a:solidFill>
                <a:latin typeface="Yu Gothic UI"/>
                <a:ea typeface="Yu Gothic UI"/>
                <a:cs typeface="Yu Gothic UI"/>
              </a:rPr>
              <a:t> </a:t>
            </a:r>
            <a:r>
              <a:rPr sz="1400" b="0" dirty="0" err="1">
                <a:solidFill>
                  <a:srgbClr val="344054"/>
                </a:solidFill>
                <a:latin typeface="Yu Gothic UI"/>
                <a:ea typeface="Yu Gothic UI"/>
                <a:cs typeface="Yu Gothic UI"/>
              </a:rPr>
              <a:t>のマネージド</a:t>
            </a:r>
            <a:r>
              <a:rPr sz="1400" b="0" dirty="0">
                <a:solidFill>
                  <a:srgbClr val="344054"/>
                </a:solidFill>
                <a:latin typeface="Yu Gothic UI"/>
                <a:ea typeface="Yu Gothic UI"/>
                <a:cs typeface="Yu Gothic UI"/>
              </a:rPr>
              <a:t> DB </a:t>
            </a:r>
            <a:r>
              <a:rPr sz="1400" b="0" dirty="0" err="1">
                <a:solidFill>
                  <a:srgbClr val="344054"/>
                </a:solidFill>
                <a:latin typeface="Yu Gothic UI"/>
                <a:ea typeface="Yu Gothic UI"/>
                <a:cs typeface="Yu Gothic UI"/>
              </a:rPr>
              <a:t>を使う</a:t>
            </a:r>
            <a:r>
              <a:rPr sz="1400" b="0" dirty="0">
                <a:solidFill>
                  <a:srgbClr val="344054"/>
                </a:solidFill>
                <a:latin typeface="Yu Gothic UI"/>
                <a:ea typeface="Yu Gothic UI"/>
                <a:cs typeface="Yu Gothic UI"/>
              </a:rPr>
              <a:t>。</a:t>
            </a:r>
          </a:p>
          <a:p>
            <a:pPr algn="l">
              <a:defRPr sz="1050" b="0">
                <a:solidFill>
                  <a:srgbClr val="344054"/>
                </a:solidFill>
                <a:latin typeface="Yu Gothic UI"/>
                <a:ea typeface="Yu Gothic UI"/>
                <a:cs typeface="Yu Gothic UI"/>
              </a:defRPr>
            </a:pPr>
            <a:r>
              <a:rPr sz="1400" b="0" dirty="0">
                <a:solidFill>
                  <a:srgbClr val="344054"/>
                </a:solidFill>
                <a:latin typeface="Yu Gothic UI"/>
                <a:ea typeface="Yu Gothic UI"/>
                <a:cs typeface="Yu Gothic UI"/>
              </a:rPr>
              <a:t>• </a:t>
            </a:r>
            <a:r>
              <a:rPr sz="1400" b="0" dirty="0" err="1">
                <a:solidFill>
                  <a:srgbClr val="344054"/>
                </a:solidFill>
                <a:latin typeface="Yu Gothic UI"/>
                <a:ea typeface="Yu Gothic UI"/>
                <a:cs typeface="Yu Gothic UI"/>
              </a:rPr>
              <a:t>アプリケーションは</a:t>
            </a:r>
            <a:r>
              <a:rPr sz="1400" b="0" dirty="0">
                <a:solidFill>
                  <a:srgbClr val="344054"/>
                </a:solidFill>
                <a:latin typeface="Yu Gothic UI"/>
                <a:ea typeface="Yu Gothic UI"/>
                <a:cs typeface="Yu Gothic UI"/>
              </a:rPr>
              <a:t> DB </a:t>
            </a:r>
            <a:r>
              <a:rPr sz="1400" b="0" dirty="0" err="1">
                <a:solidFill>
                  <a:srgbClr val="344054"/>
                </a:solidFill>
                <a:latin typeface="Yu Gothic UI"/>
                <a:ea typeface="Yu Gothic UI"/>
                <a:cs typeface="Yu Gothic UI"/>
              </a:rPr>
              <a:t>に接続して</a:t>
            </a:r>
            <a:r>
              <a:rPr sz="1400" b="0" dirty="0">
                <a:solidFill>
                  <a:srgbClr val="344054"/>
                </a:solidFill>
                <a:latin typeface="Yu Gothic UI"/>
                <a:ea typeface="Yu Gothic UI"/>
                <a:cs typeface="Yu Gothic UI"/>
              </a:rPr>
              <a:t> Todo </a:t>
            </a:r>
            <a:r>
              <a:rPr sz="1400" b="0" dirty="0" err="1">
                <a:solidFill>
                  <a:srgbClr val="344054"/>
                </a:solidFill>
                <a:latin typeface="Yu Gothic UI"/>
                <a:ea typeface="Yu Gothic UI"/>
                <a:cs typeface="Yu Gothic UI"/>
              </a:rPr>
              <a:t>を保存する</a:t>
            </a:r>
            <a:r>
              <a:rPr sz="1400" b="0" dirty="0">
                <a:solidFill>
                  <a:srgbClr val="344054"/>
                </a:solidFill>
                <a:latin typeface="Yu Gothic UI"/>
                <a:ea typeface="Yu Gothic UI"/>
                <a:cs typeface="Yu Gothic UI"/>
              </a:rPr>
              <a:t>。</a:t>
            </a:r>
          </a:p>
        </p:txBody>
      </p:sp>
      <p:pic>
        <p:nvPicPr>
          <p:cNvPr id="16" name="図 15" descr="Architecture">
            <a:extLst>
              <a:ext uri="{FF2B5EF4-FFF2-40B4-BE49-F238E27FC236}">
                <a16:creationId xmlns:a16="http://schemas.microsoft.com/office/drawing/2014/main" id="{E4C581D5-2509-18D0-487C-F41AE0B04D9A}"/>
              </a:ext>
            </a:extLst>
          </p:cNvPr>
          <p:cNvPicPr>
            <a:picLocks noChangeAspect="1"/>
          </p:cNvPicPr>
          <p:nvPr/>
        </p:nvPicPr>
        <p:blipFill>
          <a:blip r:embed="rId3"/>
          <a:stretch>
            <a:fillRect/>
          </a:stretch>
        </p:blipFill>
        <p:spPr>
          <a:xfrm>
            <a:off x="3232352" y="2156066"/>
            <a:ext cx="5152721" cy="4378084"/>
          </a:xfrm>
          <a:prstGeom prst="rect">
            <a:avLst/>
          </a:prstGeom>
        </p:spPr>
      </p:pic>
      <p:sp>
        <p:nvSpPr>
          <p:cNvPr id="19" name="テキスト ボックス 18">
            <a:extLst>
              <a:ext uri="{FF2B5EF4-FFF2-40B4-BE49-F238E27FC236}">
                <a16:creationId xmlns:a16="http://schemas.microsoft.com/office/drawing/2014/main" id="{9E524C54-D8EF-0C35-A3BB-ECD1C307B2B7}"/>
              </a:ext>
            </a:extLst>
          </p:cNvPr>
          <p:cNvSpPr txBox="1"/>
          <p:nvPr/>
        </p:nvSpPr>
        <p:spPr>
          <a:xfrm>
            <a:off x="1799302" y="1809750"/>
            <a:ext cx="3569111" cy="276999"/>
          </a:xfrm>
          <a:prstGeom prst="rect">
            <a:avLst/>
          </a:prstGeom>
          <a:noFill/>
        </p:spPr>
        <p:txBody>
          <a:bodyPr wrap="square" rtlCol="0">
            <a:spAutoFit/>
          </a:bodyPr>
          <a:lstStyle/>
          <a:p>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hlinkClick r:id="rId4"/>
              </a:rPr>
              <a:t>第</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hlinkClick r:id="rId4"/>
              </a:rPr>
              <a:t>5</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hlinkClick r:id="rId4"/>
              </a:rPr>
              <a:t>回、第</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hlinkClick r:id="rId4"/>
              </a:rPr>
              <a:t>6</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hlinkClick r:id="rId4"/>
              </a:rPr>
              <a:t>回で利用するサンプルアプリのリポジトリ</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より</a:t>
            </a:r>
          </a:p>
        </p:txBody>
      </p:sp>
      <p:sp>
        <p:nvSpPr>
          <p:cNvPr id="20" name="四角形吹き出し 19">
            <a:extLst>
              <a:ext uri="{FF2B5EF4-FFF2-40B4-BE49-F238E27FC236}">
                <a16:creationId xmlns:a16="http://schemas.microsoft.com/office/drawing/2014/main" id="{9A385074-00D4-6A12-ABB0-682E5D61FB34}"/>
              </a:ext>
            </a:extLst>
          </p:cNvPr>
          <p:cNvSpPr/>
          <p:nvPr/>
        </p:nvSpPr>
        <p:spPr>
          <a:xfrm>
            <a:off x="1981488" y="2932481"/>
            <a:ext cx="1869550" cy="646461"/>
          </a:xfrm>
          <a:prstGeom prst="wedgeRectCallout">
            <a:avLst>
              <a:gd name="adj1" fmla="val 87935"/>
              <a:gd name="adj2" fmla="val 87952"/>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1" name="テキスト ボックス 20">
            <a:extLst>
              <a:ext uri="{FF2B5EF4-FFF2-40B4-BE49-F238E27FC236}">
                <a16:creationId xmlns:a16="http://schemas.microsoft.com/office/drawing/2014/main" id="{14EEDBAF-721B-AB48-638D-43B42E7A2421}"/>
              </a:ext>
            </a:extLst>
          </p:cNvPr>
          <p:cNvSpPr txBox="1"/>
          <p:nvPr/>
        </p:nvSpPr>
        <p:spPr>
          <a:xfrm>
            <a:off x="1981488" y="3071045"/>
            <a:ext cx="1869550" cy="369332"/>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層のコンテナ</a:t>
            </a:r>
          </a:p>
        </p:txBody>
      </p:sp>
      <p:sp>
        <p:nvSpPr>
          <p:cNvPr id="22" name="四角形吹き出し 21">
            <a:extLst>
              <a:ext uri="{FF2B5EF4-FFF2-40B4-BE49-F238E27FC236}">
                <a16:creationId xmlns:a16="http://schemas.microsoft.com/office/drawing/2014/main" id="{FCF53D3E-20AC-92FB-57FE-6FB8B4C8A2E0}"/>
              </a:ext>
            </a:extLst>
          </p:cNvPr>
          <p:cNvSpPr/>
          <p:nvPr/>
        </p:nvSpPr>
        <p:spPr>
          <a:xfrm>
            <a:off x="1981488" y="4424674"/>
            <a:ext cx="1869550" cy="646461"/>
          </a:xfrm>
          <a:prstGeom prst="wedgeRectCallout">
            <a:avLst>
              <a:gd name="adj1" fmla="val 89513"/>
              <a:gd name="adj2" fmla="val 31677"/>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3" name="テキスト ボックス 22">
            <a:extLst>
              <a:ext uri="{FF2B5EF4-FFF2-40B4-BE49-F238E27FC236}">
                <a16:creationId xmlns:a16="http://schemas.microsoft.com/office/drawing/2014/main" id="{D403DDCB-F29E-F68A-9931-B27B308E8CA5}"/>
              </a:ext>
            </a:extLst>
          </p:cNvPr>
          <p:cNvSpPr txBox="1"/>
          <p:nvPr/>
        </p:nvSpPr>
        <p:spPr>
          <a:xfrm>
            <a:off x="1981488" y="4563238"/>
            <a:ext cx="1869550" cy="369332"/>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AP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層のコンテナ</a:t>
            </a:r>
          </a:p>
        </p:txBody>
      </p:sp>
      <p:sp>
        <p:nvSpPr>
          <p:cNvPr id="24" name="四角形吹き出し 23">
            <a:extLst>
              <a:ext uri="{FF2B5EF4-FFF2-40B4-BE49-F238E27FC236}">
                <a16:creationId xmlns:a16="http://schemas.microsoft.com/office/drawing/2014/main" id="{FD8E5C96-933D-1DA2-8A44-4F0DC1193ABC}"/>
              </a:ext>
            </a:extLst>
          </p:cNvPr>
          <p:cNvSpPr/>
          <p:nvPr/>
        </p:nvSpPr>
        <p:spPr>
          <a:xfrm>
            <a:off x="8340962" y="4424674"/>
            <a:ext cx="1869550" cy="646461"/>
          </a:xfrm>
          <a:prstGeom prst="wedgeRectCallout">
            <a:avLst>
              <a:gd name="adj1" fmla="val -123483"/>
              <a:gd name="adj2" fmla="val 33198"/>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5" name="テキスト ボックス 24">
            <a:extLst>
              <a:ext uri="{FF2B5EF4-FFF2-40B4-BE49-F238E27FC236}">
                <a16:creationId xmlns:a16="http://schemas.microsoft.com/office/drawing/2014/main" id="{B30622BA-28A5-A7A3-A290-27E3FAF8EBC4}"/>
              </a:ext>
            </a:extLst>
          </p:cNvPr>
          <p:cNvSpPr txBox="1"/>
          <p:nvPr/>
        </p:nvSpPr>
        <p:spPr>
          <a:xfrm>
            <a:off x="8340962" y="4563238"/>
            <a:ext cx="1869550" cy="369332"/>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DB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層のコンテナ</a:t>
            </a:r>
          </a:p>
        </p:txBody>
      </p:sp>
    </p:spTree>
    <p:extLst>
      <p:ext uri="{BB962C8B-B14F-4D97-AF65-F5344CB8AC3E}">
        <p14:creationId xmlns:p14="http://schemas.microsoft.com/office/powerpoint/2010/main" val="1186077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4E6E4D68-92FB-4E77-9073-5851A73A21C0}"/>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Azure IaaS で構成する Web 3層</a:t>
            </a:r>
          </a:p>
        </p:txBody>
      </p:sp>
      <p:sp>
        <p:nvSpPr>
          <p:cNvPr id="2" name="正方形/長方形 1">
            <a:extLst>
              <a:ext uri="{FF2B5EF4-FFF2-40B4-BE49-F238E27FC236}">
                <a16:creationId xmlns:a16="http://schemas.microsoft.com/office/drawing/2014/main" id="{5D2EDF5C-200A-4865-A221-BEC4DDE75126}"/>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DB89A704-6F4A-4843-B873-A0F4C6C1782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9D243FE0-6D61-4D82-8F3A-6087DF74E6C0}"/>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Azure VM を使った IaaS 構成では、Web/AP/DB の各層を分けて配置し、ネットワーク、負荷分散、DB の高可用性を組み合わせます。</a:t>
            </a:r>
          </a:p>
        </p:txBody>
      </p:sp>
      <p:pic>
        <p:nvPicPr>
          <p:cNvPr id="11" name="グラフィックス 10">
            <a:extLst>
              <a:ext uri="{FF2B5EF4-FFF2-40B4-BE49-F238E27FC236}">
                <a16:creationId xmlns:a16="http://schemas.microsoft.com/office/drawing/2014/main" id="{FA586EB0-DD6F-B51A-8E14-7E316F7E485E}"/>
              </a:ext>
            </a:extLst>
          </p:cNvPr>
          <p:cNvPicPr>
            <a:picLocks noChangeAspect="1"/>
          </p:cNvPicPr>
          <p:nvPr/>
        </p:nvPicPr>
        <p:blipFill>
          <a:blip>
            <a:extLst>
              <a:ext uri="{96DAC541-7B7A-43D3-8B79-37D633B846F1}">
                <asvg:svgBlip xmlns:asvg="http://schemas.microsoft.com/office/drawing/2016/SVG/main" r:embed="rId3"/>
              </a:ext>
            </a:extLst>
          </a:blip>
          <a:srcRect b="50208"/>
          <a:stretch>
            <a:fillRect/>
          </a:stretch>
        </p:blipFill>
        <p:spPr>
          <a:xfrm>
            <a:off x="2400300" y="1947862"/>
            <a:ext cx="7480380" cy="4745265"/>
          </a:xfrm>
          <a:prstGeom prst="rect">
            <a:avLst/>
          </a:prstGeom>
        </p:spPr>
      </p:pic>
      <p:sp>
        <p:nvSpPr>
          <p:cNvPr id="12" name="テキスト ボックス 11">
            <a:extLst>
              <a:ext uri="{FF2B5EF4-FFF2-40B4-BE49-F238E27FC236}">
                <a16:creationId xmlns:a16="http://schemas.microsoft.com/office/drawing/2014/main" id="{F41C741C-ECE0-4480-11CF-7C82E9498AA9}"/>
              </a:ext>
            </a:extLst>
          </p:cNvPr>
          <p:cNvSpPr txBox="1"/>
          <p:nvPr/>
        </p:nvSpPr>
        <p:spPr>
          <a:xfrm>
            <a:off x="1959567" y="1947862"/>
            <a:ext cx="3451123" cy="307777"/>
          </a:xfrm>
          <a:prstGeom prst="rect">
            <a:avLst/>
          </a:prstGeom>
          <a:noFill/>
        </p:spPr>
        <p:txBody>
          <a:bodyPr wrap="square" rtlCol="0">
            <a:spAutoFit/>
          </a:bodyP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hlinkClick r:id="rId4"/>
              </a:rPr>
              <a:t>Azure Architecture Center</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より</a:t>
            </a:r>
          </a:p>
        </p:txBody>
      </p:sp>
      <p:sp>
        <p:nvSpPr>
          <p:cNvPr id="13" name="四角形吹き出し 12">
            <a:extLst>
              <a:ext uri="{FF2B5EF4-FFF2-40B4-BE49-F238E27FC236}">
                <a16:creationId xmlns:a16="http://schemas.microsoft.com/office/drawing/2014/main" id="{B1F4007B-5C32-E4A0-E220-CD04F2813313}"/>
              </a:ext>
            </a:extLst>
          </p:cNvPr>
          <p:cNvSpPr/>
          <p:nvPr/>
        </p:nvSpPr>
        <p:spPr>
          <a:xfrm>
            <a:off x="344129" y="2782538"/>
            <a:ext cx="2056171" cy="3471699"/>
          </a:xfrm>
          <a:prstGeom prst="wedgeRectCallout">
            <a:avLst>
              <a:gd name="adj1" fmla="val 77415"/>
              <a:gd name="adj2" fmla="val -1826"/>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テキスト ボックス 13">
            <a:extLst>
              <a:ext uri="{FF2B5EF4-FFF2-40B4-BE49-F238E27FC236}">
                <a16:creationId xmlns:a16="http://schemas.microsoft.com/office/drawing/2014/main" id="{D997A8B6-5446-B1E4-E405-D8BA12E05E1D}"/>
              </a:ext>
            </a:extLst>
          </p:cNvPr>
          <p:cNvSpPr txBox="1"/>
          <p:nvPr/>
        </p:nvSpPr>
        <p:spPr>
          <a:xfrm>
            <a:off x="441770" y="2901303"/>
            <a:ext cx="1869550" cy="3323987"/>
          </a:xfrm>
          <a:prstGeom prst="rect">
            <a:avLst/>
          </a:prstGeom>
          <a:noFill/>
        </p:spPr>
        <p:txBody>
          <a:bodyPr wrap="square"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メインのリージョンでアプリケーションを層に分解し、層ごとに可用性構成をとる。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層、</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AP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層はセッションの扱いやルーティングの設計によって</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LB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もしくは</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Application Gateway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で負荷分散する。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DB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層は</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DB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の高可用性機能で複数台構成にする。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5" name="四角形吹き出し 14">
            <a:extLst>
              <a:ext uri="{FF2B5EF4-FFF2-40B4-BE49-F238E27FC236}">
                <a16:creationId xmlns:a16="http://schemas.microsoft.com/office/drawing/2014/main" id="{0FB9ECD8-6AA1-F870-AE55-833C58855997}"/>
              </a:ext>
            </a:extLst>
          </p:cNvPr>
          <p:cNvSpPr/>
          <p:nvPr/>
        </p:nvSpPr>
        <p:spPr>
          <a:xfrm>
            <a:off x="9694059" y="2753591"/>
            <a:ext cx="2056171" cy="1957902"/>
          </a:xfrm>
          <a:prstGeom prst="wedgeRectCallout">
            <a:avLst>
              <a:gd name="adj1" fmla="val -61258"/>
              <a:gd name="adj2" fmla="val -27032"/>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テキスト ボックス 15">
            <a:extLst>
              <a:ext uri="{FF2B5EF4-FFF2-40B4-BE49-F238E27FC236}">
                <a16:creationId xmlns:a16="http://schemas.microsoft.com/office/drawing/2014/main" id="{F82B9863-8C19-BA15-7212-A0E277EBFE49}"/>
              </a:ext>
            </a:extLst>
          </p:cNvPr>
          <p:cNvSpPr txBox="1"/>
          <p:nvPr/>
        </p:nvSpPr>
        <p:spPr>
          <a:xfrm>
            <a:off x="9787369" y="2827446"/>
            <a:ext cx="1869550" cy="1815882"/>
          </a:xfrm>
          <a:prstGeom prst="rect">
            <a:avLst/>
          </a:prstGeom>
          <a:noFill/>
        </p:spPr>
        <p:txBody>
          <a:bodyPr wrap="square"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災害時もサービスを継続できるようにバックアップリージョンを設定する。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SLA</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やコストなどビジネス要件にしたがって</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Act - </a:t>
            </a:r>
            <a:r>
              <a:rPr kumimoji="1" lang="en-US" altLang="ja-JP" sz="1400" dirty="0" err="1">
                <a:solidFill>
                  <a:schemeClr val="tx1">
                    <a:lumMod val="75000"/>
                    <a:lumOff val="25000"/>
                  </a:schemeClr>
                </a:solidFill>
                <a:latin typeface="Yu Gothic UI" panose="020B0500000000000000" pitchFamily="34" charset="-128"/>
                <a:ea typeface="Yu Gothic UI" panose="020B0500000000000000" pitchFamily="34" charset="-128"/>
              </a:rPr>
              <a:t>Stb</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とするか、</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Act – Act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とするか決定する。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7" name="四角形吹き出し 16">
            <a:extLst>
              <a:ext uri="{FF2B5EF4-FFF2-40B4-BE49-F238E27FC236}">
                <a16:creationId xmlns:a16="http://schemas.microsoft.com/office/drawing/2014/main" id="{35514536-A492-9570-7FA0-A36398BA86B5}"/>
              </a:ext>
            </a:extLst>
          </p:cNvPr>
          <p:cNvSpPr/>
          <p:nvPr/>
        </p:nvSpPr>
        <p:spPr>
          <a:xfrm>
            <a:off x="8190272" y="1821034"/>
            <a:ext cx="2817306" cy="613469"/>
          </a:xfrm>
          <a:prstGeom prst="wedgeRectCallout">
            <a:avLst>
              <a:gd name="adj1" fmla="val -107338"/>
              <a:gd name="adj2" fmla="val 107628"/>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テキスト ボックス 17">
            <a:extLst>
              <a:ext uri="{FF2B5EF4-FFF2-40B4-BE49-F238E27FC236}">
                <a16:creationId xmlns:a16="http://schemas.microsoft.com/office/drawing/2014/main" id="{4CCC04E8-25A3-69F0-6273-210F2D672923}"/>
              </a:ext>
            </a:extLst>
          </p:cNvPr>
          <p:cNvSpPr txBox="1"/>
          <p:nvPr/>
        </p:nvSpPr>
        <p:spPr>
          <a:xfrm>
            <a:off x="8249909" y="1858453"/>
            <a:ext cx="2683562" cy="523220"/>
          </a:xfrm>
          <a:prstGeom prst="rect">
            <a:avLst/>
          </a:prstGeom>
          <a:noFill/>
        </p:spPr>
        <p:txBody>
          <a:bodyPr wrap="square"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リージョン間でトラフィックを振り分けられるようにする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86077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70D77FED-6DE0-4F5A-82BD-44A2753B1014}"/>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VM 構成で自分が管理する範囲</a:t>
            </a:r>
          </a:p>
        </p:txBody>
      </p:sp>
      <p:sp>
        <p:nvSpPr>
          <p:cNvPr id="2" name="正方形/長方形 1">
            <a:extLst>
              <a:ext uri="{FF2B5EF4-FFF2-40B4-BE49-F238E27FC236}">
                <a16:creationId xmlns:a16="http://schemas.microsoft.com/office/drawing/2014/main" id="{5C520247-50DE-4AAE-8E3A-4F7DC3926BBE}"/>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A585B341-8067-48AE-B412-38461E71007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022BCA3D-105A-4A7F-9661-9AAA24D25065}"/>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VM を使う構成では自由度が高い一方、OS、ミドルウェア、パッチ、監視、スケールなど利用者が設計・運用する範囲も広がります。</a:t>
            </a:r>
          </a:p>
        </p:txBody>
      </p:sp>
      <p:sp>
        <p:nvSpPr>
          <p:cNvPr id="11" name="Rounded Rectangle 15">
            <a:extLst>
              <a:ext uri="{FF2B5EF4-FFF2-40B4-BE49-F238E27FC236}">
                <a16:creationId xmlns:a16="http://schemas.microsoft.com/office/drawing/2014/main" id="{192E2F28-FE94-6CEF-C02B-C27CDD7073A3}"/>
              </a:ext>
            </a:extLst>
          </p:cNvPr>
          <p:cNvSpPr/>
          <p:nvPr/>
        </p:nvSpPr>
        <p:spPr bwMode="auto">
          <a:xfrm>
            <a:off x="4136577" y="4072386"/>
            <a:ext cx="1692132" cy="1673339"/>
          </a:xfrm>
          <a:prstGeom prst="roundRect">
            <a:avLst>
              <a:gd name="adj" fmla="val 4616"/>
            </a:avLst>
          </a:prstGeom>
          <a:solidFill>
            <a:srgbClr val="FFFFFF">
              <a:lumMod val="75000"/>
              <a:alpha val="60000"/>
            </a:srgbClr>
          </a:solidFill>
          <a:ln w="28575" cap="flat" cmpd="sng" algn="ctr">
            <a:solidFill>
              <a:srgbClr val="797A7D"/>
            </a:solidFill>
            <a:prstDash val="sysDot"/>
            <a:headEnd type="none" w="med" len="med"/>
            <a:tailEnd type="none" w="med" len="med"/>
          </a:ln>
          <a:effectLst/>
          <a:scene3d>
            <a:camera prst="orthographicFront"/>
            <a:lightRig rig="threePt" dir="t"/>
          </a:scene3d>
          <a:sp3d>
            <a:bevelT/>
          </a:sp3d>
        </p:spPr>
        <p:txBody>
          <a:bodyPr vert="horz" wrap="square" lIns="71989" tIns="45711" rIns="71989" bIns="45711" numCol="1" rtlCol="0" anchor="ctr" anchorCtr="0" compatLnSpc="1">
            <a:prstTxWarp prst="textNoShape">
              <a:avLst/>
            </a:prstTxWarp>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3946"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メイリオ" pitchFamily="50" charset="-128"/>
            </a:endParaRPr>
          </a:p>
        </p:txBody>
      </p:sp>
      <p:sp>
        <p:nvSpPr>
          <p:cNvPr id="12" name="Rectangle 5">
            <a:extLst>
              <a:ext uri="{FF2B5EF4-FFF2-40B4-BE49-F238E27FC236}">
                <a16:creationId xmlns:a16="http://schemas.microsoft.com/office/drawing/2014/main" id="{7F059D3B-66D2-D903-4210-13ED35522087}"/>
              </a:ext>
            </a:extLst>
          </p:cNvPr>
          <p:cNvSpPr/>
          <p:nvPr/>
        </p:nvSpPr>
        <p:spPr>
          <a:xfrm>
            <a:off x="1457432" y="1978898"/>
            <a:ext cx="1692131" cy="353239"/>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1" indent="0" algn="ctr" defTabSz="1462285" rtl="0" eaLnBrk="1" fontAlgn="base" latinLnBrk="0" hangingPunct="1">
              <a:lnSpc>
                <a:spcPct val="100000"/>
              </a:lnSpc>
              <a:spcBef>
                <a:spcPts val="0"/>
              </a:spcBef>
              <a:spcAft>
                <a:spcPct val="0"/>
              </a:spcAft>
              <a:buClrTx/>
              <a:buSzTx/>
              <a:buFontTx/>
              <a:buNone/>
              <a:tabLst/>
              <a:defRPr/>
            </a:pPr>
            <a:r>
              <a:rPr kumimoji="0" lang="ja-JP" alt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オンプレミス</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13" name="Rectangle 6">
            <a:extLst>
              <a:ext uri="{FF2B5EF4-FFF2-40B4-BE49-F238E27FC236}">
                <a16:creationId xmlns:a16="http://schemas.microsoft.com/office/drawing/2014/main" id="{CD2D40B8-43F8-ED6E-C8AA-AD4A13CDDAE1}"/>
              </a:ext>
            </a:extLst>
          </p:cNvPr>
          <p:cNvSpPr/>
          <p:nvPr/>
        </p:nvSpPr>
        <p:spPr>
          <a:xfrm>
            <a:off x="1457430" y="5115464"/>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ストレージ</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4" name="Rectangle 7">
            <a:extLst>
              <a:ext uri="{FF2B5EF4-FFF2-40B4-BE49-F238E27FC236}">
                <a16:creationId xmlns:a16="http://schemas.microsoft.com/office/drawing/2014/main" id="{6F2EA5E4-3864-FC78-05C2-5EA461B19833}"/>
              </a:ext>
            </a:extLst>
          </p:cNvPr>
          <p:cNvSpPr/>
          <p:nvPr/>
        </p:nvSpPr>
        <p:spPr>
          <a:xfrm>
            <a:off x="1457429" y="4756299"/>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サーバー</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5" name="Rectangle 8">
            <a:extLst>
              <a:ext uri="{FF2B5EF4-FFF2-40B4-BE49-F238E27FC236}">
                <a16:creationId xmlns:a16="http://schemas.microsoft.com/office/drawing/2014/main" id="{683C86B1-78F7-1CD0-295B-7BEE7C969B0A}"/>
              </a:ext>
            </a:extLst>
          </p:cNvPr>
          <p:cNvSpPr/>
          <p:nvPr/>
        </p:nvSpPr>
        <p:spPr>
          <a:xfrm>
            <a:off x="1457429" y="5493725"/>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ネットワーク</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6" name="Rectangle 9">
            <a:extLst>
              <a:ext uri="{FF2B5EF4-FFF2-40B4-BE49-F238E27FC236}">
                <a16:creationId xmlns:a16="http://schemas.microsoft.com/office/drawing/2014/main" id="{3441C9AD-8C20-7333-A154-AECA4AB447AC}"/>
              </a:ext>
            </a:extLst>
          </p:cNvPr>
          <p:cNvSpPr/>
          <p:nvPr/>
        </p:nvSpPr>
        <p:spPr>
          <a:xfrm>
            <a:off x="1457432" y="3700423"/>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ゲスト </a:t>
            </a:r>
            <a:r>
              <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p>
        </p:txBody>
      </p:sp>
      <p:sp>
        <p:nvSpPr>
          <p:cNvPr id="17" name="Rectangle 10">
            <a:extLst>
              <a:ext uri="{FF2B5EF4-FFF2-40B4-BE49-F238E27FC236}">
                <a16:creationId xmlns:a16="http://schemas.microsoft.com/office/drawing/2014/main" id="{9E351CAB-D97F-BA30-68EC-4D46A7C4338F}"/>
              </a:ext>
            </a:extLst>
          </p:cNvPr>
          <p:cNvSpPr/>
          <p:nvPr/>
        </p:nvSpPr>
        <p:spPr>
          <a:xfrm>
            <a:off x="1457432" y="3356169"/>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ミドルウエア</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8" name="Rectangle 11">
            <a:extLst>
              <a:ext uri="{FF2B5EF4-FFF2-40B4-BE49-F238E27FC236}">
                <a16:creationId xmlns:a16="http://schemas.microsoft.com/office/drawing/2014/main" id="{E50B6A7E-3660-9EAA-9FE4-C641CD00C618}"/>
              </a:ext>
            </a:extLst>
          </p:cNvPr>
          <p:cNvSpPr/>
          <p:nvPr/>
        </p:nvSpPr>
        <p:spPr>
          <a:xfrm>
            <a:off x="1457432" y="4051853"/>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仮想化</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9" name="Rectangle 12">
            <a:extLst>
              <a:ext uri="{FF2B5EF4-FFF2-40B4-BE49-F238E27FC236}">
                <a16:creationId xmlns:a16="http://schemas.microsoft.com/office/drawing/2014/main" id="{CF91FEE9-0B73-5936-A213-FFCBFE95E10C}"/>
              </a:ext>
            </a:extLst>
          </p:cNvPr>
          <p:cNvSpPr/>
          <p:nvPr/>
        </p:nvSpPr>
        <p:spPr>
          <a:xfrm>
            <a:off x="1457432" y="2700743"/>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0" name="Rectangle 13">
            <a:extLst>
              <a:ext uri="{FF2B5EF4-FFF2-40B4-BE49-F238E27FC236}">
                <a16:creationId xmlns:a16="http://schemas.microsoft.com/office/drawing/2014/main" id="{93919A83-BDC1-45A8-5287-C791F8D937E1}"/>
              </a:ext>
            </a:extLst>
          </p:cNvPr>
          <p:cNvSpPr/>
          <p:nvPr/>
        </p:nvSpPr>
        <p:spPr>
          <a:xfrm>
            <a:off x="1457433" y="2385666"/>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1" name="Rectangle 14">
            <a:extLst>
              <a:ext uri="{FF2B5EF4-FFF2-40B4-BE49-F238E27FC236}">
                <a16:creationId xmlns:a16="http://schemas.microsoft.com/office/drawing/2014/main" id="{79E5E627-E795-AEA9-3BBB-95B67D1FBDB9}"/>
              </a:ext>
            </a:extLst>
          </p:cNvPr>
          <p:cNvSpPr/>
          <p:nvPr/>
        </p:nvSpPr>
        <p:spPr>
          <a:xfrm>
            <a:off x="1457432" y="3024690"/>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ランタイム</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2" name="Rectangle 7">
            <a:extLst>
              <a:ext uri="{FF2B5EF4-FFF2-40B4-BE49-F238E27FC236}">
                <a16:creationId xmlns:a16="http://schemas.microsoft.com/office/drawing/2014/main" id="{15ADE267-6380-E4AE-A3F4-7E7DF82A9CBD}"/>
              </a:ext>
            </a:extLst>
          </p:cNvPr>
          <p:cNvSpPr/>
          <p:nvPr/>
        </p:nvSpPr>
        <p:spPr>
          <a:xfrm>
            <a:off x="1457431" y="4401531"/>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ホスト </a:t>
            </a:r>
            <a:r>
              <a:rPr kumimoji="0" lang="en-US" altLang="ja-JP"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3" name="Rectangle 18">
            <a:extLst>
              <a:ext uri="{FF2B5EF4-FFF2-40B4-BE49-F238E27FC236}">
                <a16:creationId xmlns:a16="http://schemas.microsoft.com/office/drawing/2014/main" id="{F1A8D98F-0294-7A2C-3EAF-04018B2A15D3}"/>
              </a:ext>
            </a:extLst>
          </p:cNvPr>
          <p:cNvSpPr/>
          <p:nvPr/>
        </p:nvSpPr>
        <p:spPr>
          <a:xfrm>
            <a:off x="4118234" y="1978898"/>
            <a:ext cx="1701354" cy="314289"/>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IaaS</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56" name="Left Brace 30">
            <a:extLst>
              <a:ext uri="{FF2B5EF4-FFF2-40B4-BE49-F238E27FC236}">
                <a16:creationId xmlns:a16="http://schemas.microsoft.com/office/drawing/2014/main" id="{F6AA8516-77AF-5237-0AF0-10B46B1DBAC0}"/>
              </a:ext>
            </a:extLst>
          </p:cNvPr>
          <p:cNvSpPr/>
          <p:nvPr/>
        </p:nvSpPr>
        <p:spPr>
          <a:xfrm>
            <a:off x="1018717" y="2385666"/>
            <a:ext cx="282274" cy="3360059"/>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25" name="Rectangle 33">
            <a:extLst>
              <a:ext uri="{FF2B5EF4-FFF2-40B4-BE49-F238E27FC236}">
                <a16:creationId xmlns:a16="http://schemas.microsoft.com/office/drawing/2014/main" id="{3826052C-B76E-04DF-AA65-5386BE2261EA}"/>
              </a:ext>
            </a:extLst>
          </p:cNvPr>
          <p:cNvSpPr/>
          <p:nvPr/>
        </p:nvSpPr>
        <p:spPr>
          <a:xfrm>
            <a:off x="9442458" y="1978110"/>
            <a:ext cx="1692131" cy="315077"/>
          </a:xfrm>
          <a:prstGeom prst="rect">
            <a:avLst/>
          </a:prstGeom>
          <a:noFill/>
          <a:ln w="9525" cap="flat" cmpd="sng" algn="ctr">
            <a:noFill/>
            <a:prstDash val="solid"/>
          </a:ln>
          <a:effectLst/>
        </p:spPr>
        <p:txBody>
          <a:bodyPr t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1" indent="0" algn="ctr" defTabSz="1462285" rtl="0" eaLnBrk="1" fontAlgn="base" latinLnBrk="0" hangingPunct="1">
              <a:lnSpc>
                <a:spcPct val="100000"/>
              </a:lnSpc>
              <a:spcBef>
                <a:spcPts val="0"/>
              </a:spcBef>
              <a:spcAft>
                <a:spcPct val="0"/>
              </a:spcAft>
              <a:buClrTx/>
              <a:buSzTx/>
              <a:buFontTx/>
              <a:buNone/>
              <a:tabLst/>
              <a:defRPr/>
            </a:pPr>
            <a:r>
              <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PaaS/</a:t>
            </a:r>
            <a:r>
              <a:rPr kumimoji="0" lang="en-US" sz="1800" b="0" i="0" u="none" strike="noStrike" kern="1200" cap="none" spc="0" normalizeH="0" baseline="0" noProof="0" dirty="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FaaS</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26" name="Rectangle 44">
            <a:extLst>
              <a:ext uri="{FF2B5EF4-FFF2-40B4-BE49-F238E27FC236}">
                <a16:creationId xmlns:a16="http://schemas.microsoft.com/office/drawing/2014/main" id="{D41F8A6B-AF16-6A75-E047-8913655AAE0E}"/>
              </a:ext>
            </a:extLst>
          </p:cNvPr>
          <p:cNvSpPr/>
          <p:nvPr/>
        </p:nvSpPr>
        <p:spPr>
          <a:xfrm>
            <a:off x="9442460" y="2340776"/>
            <a:ext cx="1692131" cy="252000"/>
          </a:xfrm>
          <a:prstGeom prst="rect">
            <a:avLst/>
          </a:prstGeom>
          <a:solidFill>
            <a:srgbClr val="EB3C00">
              <a:lumMod val="40000"/>
              <a:lumOff val="60000"/>
            </a:srgbClr>
          </a:solidFill>
          <a:ln w="9525" cap="flat" cmpd="sng" algn="ctr">
            <a:solidFill>
              <a:srgbClr val="EB3C00">
                <a:lumMod val="75000"/>
              </a:srgbClr>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7" name="Rectangle 46">
            <a:extLst>
              <a:ext uri="{FF2B5EF4-FFF2-40B4-BE49-F238E27FC236}">
                <a16:creationId xmlns:a16="http://schemas.microsoft.com/office/drawing/2014/main" id="{D2581378-A265-E820-F016-D3751A225FEE}"/>
              </a:ext>
            </a:extLst>
          </p:cNvPr>
          <p:cNvSpPr/>
          <p:nvPr/>
        </p:nvSpPr>
        <p:spPr>
          <a:xfrm>
            <a:off x="9440478" y="2695421"/>
            <a:ext cx="1692131" cy="252000"/>
          </a:xfrm>
          <a:prstGeom prst="rect">
            <a:avLst/>
          </a:prstGeom>
          <a:solidFill>
            <a:srgbClr val="EB3C00">
              <a:lumMod val="40000"/>
              <a:lumOff val="60000"/>
            </a:srgbClr>
          </a:solidFill>
          <a:ln w="9525" cap="flat" cmpd="sng" algn="ctr">
            <a:solidFill>
              <a:srgbClr val="EB3C00">
                <a:lumMod val="75000"/>
              </a:srgbClr>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53" name="Left Brace 30">
            <a:extLst>
              <a:ext uri="{FF2B5EF4-FFF2-40B4-BE49-F238E27FC236}">
                <a16:creationId xmlns:a16="http://schemas.microsoft.com/office/drawing/2014/main" id="{31DE78F4-838E-CE60-3D33-B34F2F039333}"/>
              </a:ext>
            </a:extLst>
          </p:cNvPr>
          <p:cNvSpPr/>
          <p:nvPr/>
        </p:nvSpPr>
        <p:spPr>
          <a:xfrm>
            <a:off x="3773976" y="2385666"/>
            <a:ext cx="282274" cy="1566757"/>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51" name="Left Brace 30">
            <a:extLst>
              <a:ext uri="{FF2B5EF4-FFF2-40B4-BE49-F238E27FC236}">
                <a16:creationId xmlns:a16="http://schemas.microsoft.com/office/drawing/2014/main" id="{30D19C6B-97E8-8CD6-02FA-D1403B879CBF}"/>
              </a:ext>
            </a:extLst>
          </p:cNvPr>
          <p:cNvSpPr/>
          <p:nvPr/>
        </p:nvSpPr>
        <p:spPr>
          <a:xfrm>
            <a:off x="9090406" y="2354220"/>
            <a:ext cx="282275" cy="635273"/>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30" name="Rounded Rectangle 15">
            <a:extLst>
              <a:ext uri="{FF2B5EF4-FFF2-40B4-BE49-F238E27FC236}">
                <a16:creationId xmlns:a16="http://schemas.microsoft.com/office/drawing/2014/main" id="{F4DD75B3-7B07-83B7-A705-63CDEB3BD6AD}"/>
              </a:ext>
            </a:extLst>
          </p:cNvPr>
          <p:cNvSpPr/>
          <p:nvPr/>
        </p:nvSpPr>
        <p:spPr bwMode="auto">
          <a:xfrm>
            <a:off x="9442459" y="3020971"/>
            <a:ext cx="1692131" cy="2721879"/>
          </a:xfrm>
          <a:prstGeom prst="roundRect">
            <a:avLst>
              <a:gd name="adj" fmla="val 4616"/>
            </a:avLst>
          </a:prstGeom>
          <a:solidFill>
            <a:srgbClr val="FFFFFF">
              <a:lumMod val="75000"/>
              <a:alpha val="60000"/>
            </a:srgbClr>
          </a:solidFill>
          <a:ln w="28575" cap="flat" cmpd="sng" algn="ctr">
            <a:solidFill>
              <a:srgbClr val="797A7D"/>
            </a:solidFill>
            <a:prstDash val="sysDot"/>
            <a:headEnd type="none" w="med" len="med"/>
            <a:tailEnd type="none" w="med" len="med"/>
          </a:ln>
          <a:effectLst/>
          <a:scene3d>
            <a:camera prst="orthographicFront"/>
            <a:lightRig rig="threePt" dir="t"/>
          </a:scene3d>
          <a:sp3d>
            <a:bevelT/>
          </a:sp3d>
        </p:spPr>
        <p:txBody>
          <a:bodyPr vert="horz" wrap="square" lIns="71989" tIns="45711" rIns="71989" bIns="45711" numCol="1" rtlCol="0" anchor="ctr" anchorCtr="0" compatLnSpc="1">
            <a:prstTxWarp prst="textNoShape">
              <a:avLst/>
            </a:prstTxWarp>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3946"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メイリオ" pitchFamily="50" charset="-128"/>
            </a:endParaRPr>
          </a:p>
        </p:txBody>
      </p:sp>
      <p:sp>
        <p:nvSpPr>
          <p:cNvPr id="31" name="Rectangle 9">
            <a:extLst>
              <a:ext uri="{FF2B5EF4-FFF2-40B4-BE49-F238E27FC236}">
                <a16:creationId xmlns:a16="http://schemas.microsoft.com/office/drawing/2014/main" id="{A735FEF3-9C67-9265-4EE8-FD276C07C7A8}"/>
              </a:ext>
            </a:extLst>
          </p:cNvPr>
          <p:cNvSpPr/>
          <p:nvPr/>
        </p:nvSpPr>
        <p:spPr>
          <a:xfrm>
            <a:off x="4127457" y="3700423"/>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ゲスト </a:t>
            </a:r>
            <a:r>
              <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p>
        </p:txBody>
      </p:sp>
      <p:sp>
        <p:nvSpPr>
          <p:cNvPr id="32" name="Rectangle 10">
            <a:extLst>
              <a:ext uri="{FF2B5EF4-FFF2-40B4-BE49-F238E27FC236}">
                <a16:creationId xmlns:a16="http://schemas.microsoft.com/office/drawing/2014/main" id="{87934C87-B200-8097-4658-5F38333D6558}"/>
              </a:ext>
            </a:extLst>
          </p:cNvPr>
          <p:cNvSpPr/>
          <p:nvPr/>
        </p:nvSpPr>
        <p:spPr>
          <a:xfrm>
            <a:off x="4127457" y="3356169"/>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ミドルウエア</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3" name="Rectangle 12">
            <a:extLst>
              <a:ext uri="{FF2B5EF4-FFF2-40B4-BE49-F238E27FC236}">
                <a16:creationId xmlns:a16="http://schemas.microsoft.com/office/drawing/2014/main" id="{A5FB271A-DB67-216F-770D-4943959C9BF5}"/>
              </a:ext>
            </a:extLst>
          </p:cNvPr>
          <p:cNvSpPr/>
          <p:nvPr/>
        </p:nvSpPr>
        <p:spPr>
          <a:xfrm>
            <a:off x="4127457" y="2700743"/>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4" name="Rectangle 13">
            <a:extLst>
              <a:ext uri="{FF2B5EF4-FFF2-40B4-BE49-F238E27FC236}">
                <a16:creationId xmlns:a16="http://schemas.microsoft.com/office/drawing/2014/main" id="{1A82C6CA-A7D7-3628-4710-46559DE21AD9}"/>
              </a:ext>
            </a:extLst>
          </p:cNvPr>
          <p:cNvSpPr/>
          <p:nvPr/>
        </p:nvSpPr>
        <p:spPr>
          <a:xfrm>
            <a:off x="4118234" y="2377640"/>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5" name="Rectangle 14">
            <a:extLst>
              <a:ext uri="{FF2B5EF4-FFF2-40B4-BE49-F238E27FC236}">
                <a16:creationId xmlns:a16="http://schemas.microsoft.com/office/drawing/2014/main" id="{1AB5999D-5B2A-81B4-FD19-4292596156CD}"/>
              </a:ext>
            </a:extLst>
          </p:cNvPr>
          <p:cNvSpPr/>
          <p:nvPr/>
        </p:nvSpPr>
        <p:spPr>
          <a:xfrm>
            <a:off x="4127457" y="3023846"/>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ランタイム</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6" name="テキスト ボックス 76">
            <a:extLst>
              <a:ext uri="{FF2B5EF4-FFF2-40B4-BE49-F238E27FC236}">
                <a16:creationId xmlns:a16="http://schemas.microsoft.com/office/drawing/2014/main" id="{176B137F-DB7D-506C-414B-36F21AF2EBA0}"/>
              </a:ext>
            </a:extLst>
          </p:cNvPr>
          <p:cNvSpPr txBox="1"/>
          <p:nvPr/>
        </p:nvSpPr>
        <p:spPr>
          <a:xfrm>
            <a:off x="4308443" y="4653531"/>
            <a:ext cx="1348400"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ベンダー管理</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7" name="テキスト ボックス 77">
            <a:extLst>
              <a:ext uri="{FF2B5EF4-FFF2-40B4-BE49-F238E27FC236}">
                <a16:creationId xmlns:a16="http://schemas.microsoft.com/office/drawing/2014/main" id="{150BA0F3-BDCF-9032-A754-EA04C7B579F8}"/>
              </a:ext>
            </a:extLst>
          </p:cNvPr>
          <p:cNvSpPr txBox="1"/>
          <p:nvPr/>
        </p:nvSpPr>
        <p:spPr>
          <a:xfrm>
            <a:off x="9564040" y="4619158"/>
            <a:ext cx="144500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ベンダー管理</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8" name="Rounded Rectangle 15">
            <a:extLst>
              <a:ext uri="{FF2B5EF4-FFF2-40B4-BE49-F238E27FC236}">
                <a16:creationId xmlns:a16="http://schemas.microsoft.com/office/drawing/2014/main" id="{6FE4AB39-268A-B9B3-C96C-59C97F61E462}"/>
              </a:ext>
            </a:extLst>
          </p:cNvPr>
          <p:cNvSpPr/>
          <p:nvPr/>
        </p:nvSpPr>
        <p:spPr bwMode="auto">
          <a:xfrm>
            <a:off x="6761552" y="3699636"/>
            <a:ext cx="1692132" cy="2045302"/>
          </a:xfrm>
          <a:prstGeom prst="roundRect">
            <a:avLst>
              <a:gd name="adj" fmla="val 4616"/>
            </a:avLst>
          </a:prstGeom>
          <a:solidFill>
            <a:srgbClr val="FFFFFF">
              <a:lumMod val="75000"/>
              <a:alpha val="60000"/>
            </a:srgbClr>
          </a:solidFill>
          <a:ln w="28575" cap="flat" cmpd="sng" algn="ctr">
            <a:solidFill>
              <a:srgbClr val="797A7D"/>
            </a:solidFill>
            <a:prstDash val="sysDot"/>
            <a:headEnd type="none" w="med" len="med"/>
            <a:tailEnd type="none" w="med" len="med"/>
          </a:ln>
          <a:effectLst/>
          <a:scene3d>
            <a:camera prst="orthographicFront"/>
            <a:lightRig rig="threePt" dir="t"/>
          </a:scene3d>
          <a:sp3d>
            <a:bevelT/>
          </a:sp3d>
        </p:spPr>
        <p:txBody>
          <a:bodyPr vert="horz" wrap="square" lIns="71989" tIns="45711" rIns="71989" bIns="45711" numCol="1" rtlCol="0" anchor="ctr" anchorCtr="0" compatLnSpc="1">
            <a:prstTxWarp prst="textNoShape">
              <a:avLst/>
            </a:prstTxWarp>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3946"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メイリオ" pitchFamily="50" charset="-128"/>
            </a:endParaRPr>
          </a:p>
        </p:txBody>
      </p:sp>
      <p:sp>
        <p:nvSpPr>
          <p:cNvPr id="39" name="Rectangle 18">
            <a:extLst>
              <a:ext uri="{FF2B5EF4-FFF2-40B4-BE49-F238E27FC236}">
                <a16:creationId xmlns:a16="http://schemas.microsoft.com/office/drawing/2014/main" id="{C07031D4-6771-9B60-0244-7AF1EF579B18}"/>
              </a:ext>
            </a:extLst>
          </p:cNvPr>
          <p:cNvSpPr/>
          <p:nvPr/>
        </p:nvSpPr>
        <p:spPr>
          <a:xfrm>
            <a:off x="6743209" y="1978110"/>
            <a:ext cx="1701354" cy="314289"/>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CaaS</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49" name="Left Brace 30">
            <a:extLst>
              <a:ext uri="{FF2B5EF4-FFF2-40B4-BE49-F238E27FC236}">
                <a16:creationId xmlns:a16="http://schemas.microsoft.com/office/drawing/2014/main" id="{25EB6E8A-804B-A561-44F9-BDD9E233AED5}"/>
              </a:ext>
            </a:extLst>
          </p:cNvPr>
          <p:cNvSpPr/>
          <p:nvPr/>
        </p:nvSpPr>
        <p:spPr>
          <a:xfrm>
            <a:off x="6398954" y="2383123"/>
            <a:ext cx="282274" cy="1224257"/>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41" name="Rectangle 9">
            <a:extLst>
              <a:ext uri="{FF2B5EF4-FFF2-40B4-BE49-F238E27FC236}">
                <a16:creationId xmlns:a16="http://schemas.microsoft.com/office/drawing/2014/main" id="{982E08B8-35FC-6976-BDFC-FED0D71C9D30}"/>
              </a:ext>
            </a:extLst>
          </p:cNvPr>
          <p:cNvSpPr/>
          <p:nvPr/>
        </p:nvSpPr>
        <p:spPr>
          <a:xfrm>
            <a:off x="6860620" y="3785716"/>
            <a:ext cx="1516725" cy="252000"/>
          </a:xfrm>
          <a:prstGeom prst="rect">
            <a:avLst/>
          </a:prstGeom>
          <a:solidFill>
            <a:schemeClr val="bg2"/>
          </a:solidFill>
          <a:ln w="9525" cap="flat" cmpd="sng" algn="ctr">
            <a:solidFill>
              <a:schemeClr val="tx1">
                <a:lumMod val="50000"/>
                <a:lumOff val="50000"/>
              </a:schemeClr>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ゲスト </a:t>
            </a:r>
            <a:r>
              <a:rPr kumimoji="0" lang="en-US" sz="9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r>
              <a:rPr kumimoji="0" lang="en-US" sz="900" b="0" i="0" u="none" strike="noStrike" kern="0" cap="none" spc="0" normalizeH="0" baseline="0" noProof="0" dirty="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コンテナエンジン</a:t>
            </a:r>
            <a:endParaRPr kumimoji="0" lang="en-US" sz="9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2" name="Rectangle 10">
            <a:extLst>
              <a:ext uri="{FF2B5EF4-FFF2-40B4-BE49-F238E27FC236}">
                <a16:creationId xmlns:a16="http://schemas.microsoft.com/office/drawing/2014/main" id="{1B9A01D4-C632-1F54-97C6-33B8A414EF8C}"/>
              </a:ext>
            </a:extLst>
          </p:cNvPr>
          <p:cNvSpPr/>
          <p:nvPr/>
        </p:nvSpPr>
        <p:spPr>
          <a:xfrm>
            <a:off x="6752432" y="3355381"/>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ミドルウエア</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3" name="Rectangle 12">
            <a:extLst>
              <a:ext uri="{FF2B5EF4-FFF2-40B4-BE49-F238E27FC236}">
                <a16:creationId xmlns:a16="http://schemas.microsoft.com/office/drawing/2014/main" id="{FC1F4847-0E2D-E028-1616-EA79E042C5EB}"/>
              </a:ext>
            </a:extLst>
          </p:cNvPr>
          <p:cNvSpPr/>
          <p:nvPr/>
        </p:nvSpPr>
        <p:spPr>
          <a:xfrm>
            <a:off x="6752432" y="2699955"/>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4" name="Rectangle 13">
            <a:extLst>
              <a:ext uri="{FF2B5EF4-FFF2-40B4-BE49-F238E27FC236}">
                <a16:creationId xmlns:a16="http://schemas.microsoft.com/office/drawing/2014/main" id="{9DFC9421-9842-F947-1418-7B436EE00C14}"/>
              </a:ext>
            </a:extLst>
          </p:cNvPr>
          <p:cNvSpPr/>
          <p:nvPr/>
        </p:nvSpPr>
        <p:spPr>
          <a:xfrm>
            <a:off x="6743209" y="2376852"/>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5" name="Rectangle 14">
            <a:extLst>
              <a:ext uri="{FF2B5EF4-FFF2-40B4-BE49-F238E27FC236}">
                <a16:creationId xmlns:a16="http://schemas.microsoft.com/office/drawing/2014/main" id="{C98016B5-1865-E7AB-110D-8014DF022E64}"/>
              </a:ext>
            </a:extLst>
          </p:cNvPr>
          <p:cNvSpPr/>
          <p:nvPr/>
        </p:nvSpPr>
        <p:spPr>
          <a:xfrm>
            <a:off x="6752432" y="3023058"/>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ランタイム</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6" name="テキスト ボックス 88">
            <a:extLst>
              <a:ext uri="{FF2B5EF4-FFF2-40B4-BE49-F238E27FC236}">
                <a16:creationId xmlns:a16="http://schemas.microsoft.com/office/drawing/2014/main" id="{EA4911C3-7EDD-2D35-2AE4-32562210FE16}"/>
              </a:ext>
            </a:extLst>
          </p:cNvPr>
          <p:cNvSpPr txBox="1"/>
          <p:nvPr/>
        </p:nvSpPr>
        <p:spPr>
          <a:xfrm>
            <a:off x="6870150" y="4638967"/>
            <a:ext cx="1456693"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ベンダー管理</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 name="テキスト ボックス 76">
            <a:extLst>
              <a:ext uri="{FF2B5EF4-FFF2-40B4-BE49-F238E27FC236}">
                <a16:creationId xmlns:a16="http://schemas.microsoft.com/office/drawing/2014/main" id="{E4A05899-8C66-E540-0DBA-FEFB928DCE47}"/>
              </a:ext>
            </a:extLst>
          </p:cNvPr>
          <p:cNvSpPr txBox="1"/>
          <p:nvPr/>
        </p:nvSpPr>
        <p:spPr>
          <a:xfrm>
            <a:off x="179538" y="3785716"/>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6" name="テキスト ボックス 76">
            <a:extLst>
              <a:ext uri="{FF2B5EF4-FFF2-40B4-BE49-F238E27FC236}">
                <a16:creationId xmlns:a16="http://schemas.microsoft.com/office/drawing/2014/main" id="{4B51007C-1CA6-50F4-DA67-D404C99C7C1C}"/>
              </a:ext>
            </a:extLst>
          </p:cNvPr>
          <p:cNvSpPr txBox="1"/>
          <p:nvPr/>
        </p:nvSpPr>
        <p:spPr>
          <a:xfrm>
            <a:off x="3088443" y="2905780"/>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7" name="テキスト ボックス 76">
            <a:extLst>
              <a:ext uri="{FF2B5EF4-FFF2-40B4-BE49-F238E27FC236}">
                <a16:creationId xmlns:a16="http://schemas.microsoft.com/office/drawing/2014/main" id="{3541F8D3-B772-D4C7-1592-FA300E06D8CB}"/>
              </a:ext>
            </a:extLst>
          </p:cNvPr>
          <p:cNvSpPr txBox="1"/>
          <p:nvPr/>
        </p:nvSpPr>
        <p:spPr>
          <a:xfrm>
            <a:off x="5691843" y="2733331"/>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8" name="テキスト ボックス 76">
            <a:extLst>
              <a:ext uri="{FF2B5EF4-FFF2-40B4-BE49-F238E27FC236}">
                <a16:creationId xmlns:a16="http://schemas.microsoft.com/office/drawing/2014/main" id="{CD64F814-5E3A-0579-A2E9-233F68CB335F}"/>
              </a:ext>
            </a:extLst>
          </p:cNvPr>
          <p:cNvSpPr txBox="1"/>
          <p:nvPr/>
        </p:nvSpPr>
        <p:spPr>
          <a:xfrm>
            <a:off x="8382908" y="2408633"/>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10" name="正方形/長方形 9">
            <a:extLst>
              <a:ext uri="{FF2B5EF4-FFF2-40B4-BE49-F238E27FC236}">
                <a16:creationId xmlns:a16="http://schemas.microsoft.com/office/drawing/2014/main" id="{E6949994-09BE-8D71-2485-5CFC69A77692}"/>
              </a:ext>
            </a:extLst>
          </p:cNvPr>
          <p:cNvSpPr/>
          <p:nvPr/>
        </p:nvSpPr>
        <p:spPr>
          <a:xfrm>
            <a:off x="3989776" y="2977561"/>
            <a:ext cx="1978405" cy="1032584"/>
          </a:xfrm>
          <a:prstGeom prst="rect">
            <a:avLst/>
          </a:prstGeom>
          <a:noFill/>
          <a:ln w="222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四角形吹き出し 46">
            <a:extLst>
              <a:ext uri="{FF2B5EF4-FFF2-40B4-BE49-F238E27FC236}">
                <a16:creationId xmlns:a16="http://schemas.microsoft.com/office/drawing/2014/main" id="{BBF908E4-FB06-C573-7A75-3F6BE5B07432}"/>
              </a:ext>
            </a:extLst>
          </p:cNvPr>
          <p:cNvSpPr/>
          <p:nvPr/>
        </p:nvSpPr>
        <p:spPr>
          <a:xfrm>
            <a:off x="5750728" y="5831018"/>
            <a:ext cx="4376498" cy="829611"/>
          </a:xfrm>
          <a:prstGeom prst="wedgeRectCallout">
            <a:avLst>
              <a:gd name="adj1" fmla="val -46236"/>
              <a:gd name="adj2" fmla="val -259280"/>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8" name="テキスト ボックス 47">
            <a:extLst>
              <a:ext uri="{FF2B5EF4-FFF2-40B4-BE49-F238E27FC236}">
                <a16:creationId xmlns:a16="http://schemas.microsoft.com/office/drawing/2014/main" id="{716779C6-15C2-C3F9-F927-00B61C0151E1}"/>
              </a:ext>
            </a:extLst>
          </p:cNvPr>
          <p:cNvSpPr txBox="1"/>
          <p:nvPr/>
        </p:nvSpPr>
        <p:spPr>
          <a:xfrm>
            <a:off x="5810365" y="5846586"/>
            <a:ext cx="4316861" cy="738664"/>
          </a:xfrm>
          <a:prstGeom prst="rect">
            <a:avLst/>
          </a:prstGeom>
          <a:noFill/>
        </p:spPr>
        <p:txBody>
          <a:bodyPr wrap="square" rtlCol="0">
            <a:spAutoFit/>
          </a:bodyP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IaaS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は</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PaaS/FaaS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に比べて、自由度が大きい一方、</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OS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やミドルウェアなどは自分で管理する必要がある。自由度と省力化のバランスをかんがえて採用するサービスを決定する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86077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3D87A4CD-EC0E-4A49-847A-94F2CF9EA078}"/>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第3回のハンズオンとの接続</a:t>
            </a:r>
          </a:p>
        </p:txBody>
      </p:sp>
      <p:sp>
        <p:nvSpPr>
          <p:cNvPr id="2" name="正方形/長方形 1">
            <a:extLst>
              <a:ext uri="{FF2B5EF4-FFF2-40B4-BE49-F238E27FC236}">
                <a16:creationId xmlns:a16="http://schemas.microsoft.com/office/drawing/2014/main" id="{B9A389F5-C70C-44BB-B5C3-EB6BBB797719}"/>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5B62720E-D5E1-44CD-BEEC-9D93C499E387}"/>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9800E18-5855-413A-A4B0-05423D5ABF41}"/>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第3回では Web 3層すべてを作るのではなく、まず Web 層に相当する NGINX on Azure VM を作り、入口までの通信を体験します。</a:t>
            </a:r>
          </a:p>
        </p:txBody>
      </p:sp>
      <p:sp>
        <p:nvSpPr>
          <p:cNvPr id="6" name="正方形/長方形 5">
            <a:extLst>
              <a:ext uri="{FF2B5EF4-FFF2-40B4-BE49-F238E27FC236}">
                <a16:creationId xmlns:a16="http://schemas.microsoft.com/office/drawing/2014/main" id="{B4678A99-82BB-4A8F-BB9D-F43F4E2AFD14}"/>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sp>
        <p:nvSpPr>
          <p:cNvPr id="10" name="角丸四角形 9">
            <a:extLst>
              <a:ext uri="{FF2B5EF4-FFF2-40B4-BE49-F238E27FC236}">
                <a16:creationId xmlns:a16="http://schemas.microsoft.com/office/drawing/2014/main" id="{E487EAB7-61EC-26F7-8D68-72D654328EB2}"/>
              </a:ext>
            </a:extLst>
          </p:cNvPr>
          <p:cNvSpPr/>
          <p:nvPr/>
        </p:nvSpPr>
        <p:spPr>
          <a:xfrm>
            <a:off x="4919201" y="2806262"/>
            <a:ext cx="6421244" cy="2475106"/>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B5D8A3F5-E890-D5DD-28C9-69235BBC7AD2}"/>
              </a:ext>
            </a:extLst>
          </p:cNvPr>
          <p:cNvSpPr/>
          <p:nvPr/>
        </p:nvSpPr>
        <p:spPr>
          <a:xfrm>
            <a:off x="5084094" y="3158314"/>
            <a:ext cx="1755586" cy="1491979"/>
          </a:xfrm>
          <a:prstGeom prst="roundRect">
            <a:avLst>
              <a:gd name="adj" fmla="val 8334"/>
            </a:avLst>
          </a:prstGeom>
          <a:noFill/>
          <a:ln w="158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FC031250-E577-0488-E770-EA268F54329D}"/>
              </a:ext>
            </a:extLst>
          </p:cNvPr>
          <p:cNvSpPr txBox="1"/>
          <p:nvPr/>
        </p:nvSpPr>
        <p:spPr>
          <a:xfrm>
            <a:off x="6486997" y="4817679"/>
            <a:ext cx="2783674"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p>
        </p:txBody>
      </p:sp>
      <p:sp>
        <p:nvSpPr>
          <p:cNvPr id="13" name="角丸四角形 12">
            <a:extLst>
              <a:ext uri="{FF2B5EF4-FFF2-40B4-BE49-F238E27FC236}">
                <a16:creationId xmlns:a16="http://schemas.microsoft.com/office/drawing/2014/main" id="{ED103B3E-9F27-E40B-D1B0-EE0AF025C6EE}"/>
              </a:ext>
            </a:extLst>
          </p:cNvPr>
          <p:cNvSpPr/>
          <p:nvPr/>
        </p:nvSpPr>
        <p:spPr>
          <a:xfrm>
            <a:off x="7252679" y="3158314"/>
            <a:ext cx="1755586" cy="1491979"/>
          </a:xfrm>
          <a:prstGeom prst="roundRect">
            <a:avLst>
              <a:gd name="adj" fmla="val 8334"/>
            </a:avLst>
          </a:prstGeom>
          <a:noFill/>
          <a:ln w="15875">
            <a:solidFill>
              <a:schemeClr val="bg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角丸四角形 13">
            <a:extLst>
              <a:ext uri="{FF2B5EF4-FFF2-40B4-BE49-F238E27FC236}">
                <a16:creationId xmlns:a16="http://schemas.microsoft.com/office/drawing/2014/main" id="{6A0B77F6-FDCA-788E-3035-978C1FB6B712}"/>
              </a:ext>
            </a:extLst>
          </p:cNvPr>
          <p:cNvSpPr/>
          <p:nvPr/>
        </p:nvSpPr>
        <p:spPr>
          <a:xfrm>
            <a:off x="9421265" y="3158314"/>
            <a:ext cx="1755586" cy="1491979"/>
          </a:xfrm>
          <a:prstGeom prst="roundRect">
            <a:avLst>
              <a:gd name="adj" fmla="val 8334"/>
            </a:avLst>
          </a:prstGeom>
          <a:noFill/>
          <a:ln w="15875">
            <a:solidFill>
              <a:schemeClr val="bg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968347A9-132F-5226-3446-52CDEBE99437}"/>
              </a:ext>
            </a:extLst>
          </p:cNvPr>
          <p:cNvSpPr txBox="1"/>
          <p:nvPr/>
        </p:nvSpPr>
        <p:spPr>
          <a:xfrm>
            <a:off x="5485786" y="3291276"/>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16" name="テキスト ボックス 15">
            <a:extLst>
              <a:ext uri="{FF2B5EF4-FFF2-40B4-BE49-F238E27FC236}">
                <a16:creationId xmlns:a16="http://schemas.microsoft.com/office/drawing/2014/main" id="{998100D4-D8CD-9EAD-0B28-2700B8B46E63}"/>
              </a:ext>
            </a:extLst>
          </p:cNvPr>
          <p:cNvSpPr txBox="1"/>
          <p:nvPr/>
        </p:nvSpPr>
        <p:spPr>
          <a:xfrm>
            <a:off x="7583646" y="3260524"/>
            <a:ext cx="1149035" cy="369332"/>
          </a:xfrm>
          <a:prstGeom prst="rect">
            <a:avLst/>
          </a:prstGeom>
          <a:noFill/>
        </p:spPr>
        <p:txBody>
          <a:bodyPr wrap="square" rtlCol="0">
            <a:spAutoFit/>
          </a:bodyPr>
          <a:lstStyle/>
          <a:p>
            <a:pPr algn="ctr"/>
            <a:r>
              <a:rPr kumimoji="1" lang="en-US" altLang="ja-JP">
                <a:solidFill>
                  <a:schemeClr val="bg2">
                    <a:lumMod val="90000"/>
                  </a:schemeClr>
                </a:solidFill>
                <a:latin typeface="Yu Gothic UI" panose="020B0500000000000000" pitchFamily="34" charset="-128"/>
                <a:ea typeface="Yu Gothic UI" panose="020B0500000000000000" pitchFamily="34" charset="-128"/>
              </a:rPr>
              <a:t>AP </a:t>
            </a:r>
            <a:r>
              <a:rPr kumimoji="1" lang="ja-JP" altLang="en-US">
                <a:solidFill>
                  <a:schemeClr val="bg2">
                    <a:lumMod val="90000"/>
                  </a:schemeClr>
                </a:solidFill>
                <a:latin typeface="Yu Gothic UI" panose="020B0500000000000000" pitchFamily="34" charset="-128"/>
                <a:ea typeface="Yu Gothic UI" panose="020B0500000000000000" pitchFamily="34" charset="-128"/>
              </a:rPr>
              <a:t>層</a:t>
            </a:r>
          </a:p>
        </p:txBody>
      </p:sp>
      <p:sp>
        <p:nvSpPr>
          <p:cNvPr id="17" name="テキスト ボックス 16">
            <a:extLst>
              <a:ext uri="{FF2B5EF4-FFF2-40B4-BE49-F238E27FC236}">
                <a16:creationId xmlns:a16="http://schemas.microsoft.com/office/drawing/2014/main" id="{0A415D93-EB5A-93A3-D3CE-2F1590696488}"/>
              </a:ext>
            </a:extLst>
          </p:cNvPr>
          <p:cNvSpPr txBox="1"/>
          <p:nvPr/>
        </p:nvSpPr>
        <p:spPr>
          <a:xfrm>
            <a:off x="9849024" y="3252454"/>
            <a:ext cx="1000958" cy="369332"/>
          </a:xfrm>
          <a:prstGeom prst="rect">
            <a:avLst/>
          </a:prstGeom>
          <a:noFill/>
        </p:spPr>
        <p:txBody>
          <a:bodyPr wrap="square" rtlCol="0">
            <a:spAutoFit/>
          </a:bodyPr>
          <a:lstStyle/>
          <a:p>
            <a:pPr algn="ctr"/>
            <a:r>
              <a:rPr kumimoji="1" lang="en-US" altLang="ja-JP">
                <a:solidFill>
                  <a:schemeClr val="bg2">
                    <a:lumMod val="90000"/>
                  </a:schemeClr>
                </a:solidFill>
                <a:latin typeface="Yu Gothic UI" panose="020B0500000000000000" pitchFamily="34" charset="-128"/>
                <a:ea typeface="Yu Gothic UI" panose="020B0500000000000000" pitchFamily="34" charset="-128"/>
              </a:rPr>
              <a:t>DB </a:t>
            </a:r>
            <a:r>
              <a:rPr kumimoji="1" lang="ja-JP" altLang="en-US">
                <a:solidFill>
                  <a:schemeClr val="bg2">
                    <a:lumMod val="90000"/>
                  </a:schemeClr>
                </a:solidFill>
                <a:latin typeface="Yu Gothic UI" panose="020B0500000000000000" pitchFamily="34" charset="-128"/>
                <a:ea typeface="Yu Gothic UI" panose="020B0500000000000000" pitchFamily="34" charset="-128"/>
              </a:rPr>
              <a:t>層</a:t>
            </a:r>
          </a:p>
        </p:txBody>
      </p:sp>
      <p:sp>
        <p:nvSpPr>
          <p:cNvPr id="18" name="角丸四角形 17">
            <a:extLst>
              <a:ext uri="{FF2B5EF4-FFF2-40B4-BE49-F238E27FC236}">
                <a16:creationId xmlns:a16="http://schemas.microsoft.com/office/drawing/2014/main" id="{80EB2ACD-A950-4A1A-9B03-6AFC7CB65E40}"/>
              </a:ext>
            </a:extLst>
          </p:cNvPr>
          <p:cNvSpPr/>
          <p:nvPr/>
        </p:nvSpPr>
        <p:spPr>
          <a:xfrm>
            <a:off x="1117861" y="3593470"/>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B6209B90-AF6C-CC3E-8E1F-D8F8009ACF20}"/>
              </a:ext>
            </a:extLst>
          </p:cNvPr>
          <p:cNvSpPr txBox="1"/>
          <p:nvPr/>
        </p:nvSpPr>
        <p:spPr>
          <a:xfrm>
            <a:off x="1225484" y="3686894"/>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cxnSp>
        <p:nvCxnSpPr>
          <p:cNvPr id="20" name="直線コネクタ 19">
            <a:extLst>
              <a:ext uri="{FF2B5EF4-FFF2-40B4-BE49-F238E27FC236}">
                <a16:creationId xmlns:a16="http://schemas.microsoft.com/office/drawing/2014/main" id="{16B9209C-7210-6A26-ABA7-561FCBE5C92F}"/>
              </a:ext>
            </a:extLst>
          </p:cNvPr>
          <p:cNvCxnSpPr>
            <a:cxnSpLocks/>
          </p:cNvCxnSpPr>
          <p:nvPr/>
        </p:nvCxnSpPr>
        <p:spPr>
          <a:xfrm>
            <a:off x="2770735" y="3722529"/>
            <a:ext cx="224432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AF84D849-FAC8-40BE-1293-16BBD171F2D5}"/>
              </a:ext>
            </a:extLst>
          </p:cNvPr>
          <p:cNvSpPr txBox="1"/>
          <p:nvPr/>
        </p:nvSpPr>
        <p:spPr>
          <a:xfrm>
            <a:off x="3232722" y="3460635"/>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sp>
        <p:nvSpPr>
          <p:cNvPr id="22" name="テキスト ボックス 21">
            <a:extLst>
              <a:ext uri="{FF2B5EF4-FFF2-40B4-BE49-F238E27FC236}">
                <a16:creationId xmlns:a16="http://schemas.microsoft.com/office/drawing/2014/main" id="{FF9D4F02-E61F-69A2-821D-829A7DBEE159}"/>
              </a:ext>
            </a:extLst>
          </p:cNvPr>
          <p:cNvSpPr txBox="1"/>
          <p:nvPr/>
        </p:nvSpPr>
        <p:spPr>
          <a:xfrm>
            <a:off x="5088834" y="3762335"/>
            <a:ext cx="1708657" cy="769441"/>
          </a:xfrm>
          <a:prstGeom prst="rect">
            <a:avLst/>
          </a:prstGeom>
          <a:noFill/>
        </p:spPr>
        <p:txBody>
          <a:bodyPr wrap="square" rtlCol="0">
            <a:spAutoFit/>
          </a:bodyPr>
          <a:lstStyle/>
          <a:p>
            <a:pPr marL="171450" indent="-171450">
              <a:buFont typeface="Arial" panose="020B0604020202020204" pitchFamily="34" charset="0"/>
              <a:buChar char="•"/>
            </a:pP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リクエストの受付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リクエストごとに静的、動的レスポンスの判断</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レスポンスの返却</a:t>
            </a:r>
          </a:p>
        </p:txBody>
      </p:sp>
      <p:sp>
        <p:nvSpPr>
          <p:cNvPr id="23" name="テキスト ボックス 22">
            <a:extLst>
              <a:ext uri="{FF2B5EF4-FFF2-40B4-BE49-F238E27FC236}">
                <a16:creationId xmlns:a16="http://schemas.microsoft.com/office/drawing/2014/main" id="{E7E7AA51-131E-2725-83F5-44C857CD3889}"/>
              </a:ext>
            </a:extLst>
          </p:cNvPr>
          <p:cNvSpPr txBox="1"/>
          <p:nvPr/>
        </p:nvSpPr>
        <p:spPr>
          <a:xfrm>
            <a:off x="7276143" y="3755354"/>
            <a:ext cx="1708657" cy="600164"/>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bg2">
                    <a:lumMod val="90000"/>
                  </a:schemeClr>
                </a:solidFill>
                <a:latin typeface="Yu Gothic UI" panose="020B0500000000000000" pitchFamily="34" charset="-128"/>
                <a:ea typeface="Yu Gothic UI" panose="020B0500000000000000" pitchFamily="34" charset="-128"/>
              </a:rPr>
              <a:t>ビジネスロジック</a:t>
            </a:r>
            <a:r>
              <a:rPr kumimoji="1" lang="en-US" altLang="ja-JP" sz="1100">
                <a:solidFill>
                  <a:schemeClr val="bg2">
                    <a:lumMod val="90000"/>
                  </a:schemeClr>
                </a:solidFill>
                <a:latin typeface="Yu Gothic UI" panose="020B0500000000000000" pitchFamily="34" charset="-128"/>
                <a:ea typeface="Yu Gothic UI" panose="020B0500000000000000" pitchFamily="34" charset="-128"/>
              </a:rPr>
              <a:t> (</a:t>
            </a:r>
            <a:r>
              <a:rPr kumimoji="1" lang="ja-JP" altLang="en-US" sz="1100">
                <a:solidFill>
                  <a:schemeClr val="bg2">
                    <a:lumMod val="90000"/>
                  </a:schemeClr>
                </a:solidFill>
                <a:latin typeface="Yu Gothic UI" panose="020B0500000000000000" pitchFamily="34" charset="-128"/>
                <a:ea typeface="Yu Gothic UI" panose="020B0500000000000000" pitchFamily="34" charset="-128"/>
              </a:rPr>
              <a:t>プログラム</a:t>
            </a:r>
            <a:r>
              <a:rPr kumimoji="1" lang="en-US" altLang="ja-JP" sz="1100">
                <a:solidFill>
                  <a:schemeClr val="bg2">
                    <a:lumMod val="90000"/>
                  </a:schemeClr>
                </a:solidFill>
                <a:latin typeface="Yu Gothic UI" panose="020B0500000000000000" pitchFamily="34" charset="-128"/>
                <a:ea typeface="Yu Gothic UI" panose="020B0500000000000000" pitchFamily="34" charset="-128"/>
              </a:rPr>
              <a:t>) </a:t>
            </a:r>
            <a:r>
              <a:rPr kumimoji="1" lang="ja-JP" altLang="en-US" sz="1100">
                <a:solidFill>
                  <a:schemeClr val="bg2">
                    <a:lumMod val="90000"/>
                  </a:schemeClr>
                </a:solidFill>
                <a:latin typeface="Yu Gothic UI" panose="020B0500000000000000" pitchFamily="34" charset="-128"/>
                <a:ea typeface="Yu Gothic UI" panose="020B0500000000000000" pitchFamily="34" charset="-128"/>
              </a:rPr>
              <a:t>に従った処理による動的レスポンスの作成</a:t>
            </a:r>
          </a:p>
        </p:txBody>
      </p:sp>
      <p:cxnSp>
        <p:nvCxnSpPr>
          <p:cNvPr id="24" name="直線コネクタ 23">
            <a:extLst>
              <a:ext uri="{FF2B5EF4-FFF2-40B4-BE49-F238E27FC236}">
                <a16:creationId xmlns:a16="http://schemas.microsoft.com/office/drawing/2014/main" id="{BE8D7A59-7789-D47B-CDF7-2F63090D5F47}"/>
              </a:ext>
            </a:extLst>
          </p:cNvPr>
          <p:cNvCxnSpPr>
            <a:cxnSpLocks/>
          </p:cNvCxnSpPr>
          <p:nvPr/>
        </p:nvCxnSpPr>
        <p:spPr>
          <a:xfrm>
            <a:off x="6839680" y="3715175"/>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5665E09F-7E1D-5F39-6A9E-AFF4E5A0DE26}"/>
              </a:ext>
            </a:extLst>
          </p:cNvPr>
          <p:cNvSpPr txBox="1"/>
          <p:nvPr/>
        </p:nvSpPr>
        <p:spPr>
          <a:xfrm>
            <a:off x="6454097" y="3229721"/>
            <a:ext cx="1134795" cy="430887"/>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ビジネスロジック</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処理依頼</a:t>
            </a:r>
          </a:p>
        </p:txBody>
      </p:sp>
      <p:cxnSp>
        <p:nvCxnSpPr>
          <p:cNvPr id="26" name="直線コネクタ 25">
            <a:extLst>
              <a:ext uri="{FF2B5EF4-FFF2-40B4-BE49-F238E27FC236}">
                <a16:creationId xmlns:a16="http://schemas.microsoft.com/office/drawing/2014/main" id="{D6D03615-1A8E-4094-2609-7AED622111D4}"/>
              </a:ext>
            </a:extLst>
          </p:cNvPr>
          <p:cNvCxnSpPr>
            <a:cxnSpLocks/>
          </p:cNvCxnSpPr>
          <p:nvPr/>
        </p:nvCxnSpPr>
        <p:spPr>
          <a:xfrm>
            <a:off x="9008266" y="3722529"/>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9E5E035B-47CC-AB28-C8CB-C3799F52CCCC}"/>
              </a:ext>
            </a:extLst>
          </p:cNvPr>
          <p:cNvSpPr txBox="1"/>
          <p:nvPr/>
        </p:nvSpPr>
        <p:spPr>
          <a:xfrm>
            <a:off x="8683727" y="3108663"/>
            <a:ext cx="1000958" cy="577081"/>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データ処理</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リクエスト</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 (CRUD</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操作</a:t>
            </a: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a:t>
            </a:r>
          </a:p>
        </p:txBody>
      </p:sp>
      <p:cxnSp>
        <p:nvCxnSpPr>
          <p:cNvPr id="28" name="直線コネクタ 27">
            <a:extLst>
              <a:ext uri="{FF2B5EF4-FFF2-40B4-BE49-F238E27FC236}">
                <a16:creationId xmlns:a16="http://schemas.microsoft.com/office/drawing/2014/main" id="{F3438CBB-1E59-9B05-34DD-3ED4E42E6236}"/>
              </a:ext>
            </a:extLst>
          </p:cNvPr>
          <p:cNvCxnSpPr>
            <a:cxnSpLocks/>
          </p:cNvCxnSpPr>
          <p:nvPr/>
        </p:nvCxnSpPr>
        <p:spPr>
          <a:xfrm flipH="1">
            <a:off x="9008265" y="4233148"/>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E7CCF51-995F-BF07-28E4-C5AAAFD2F538}"/>
              </a:ext>
            </a:extLst>
          </p:cNvPr>
          <p:cNvCxnSpPr>
            <a:cxnSpLocks/>
          </p:cNvCxnSpPr>
          <p:nvPr/>
        </p:nvCxnSpPr>
        <p:spPr>
          <a:xfrm flipH="1">
            <a:off x="6827174" y="4233148"/>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3A9DCB23-241D-03B1-A9A9-CD559DCB185E}"/>
              </a:ext>
            </a:extLst>
          </p:cNvPr>
          <p:cNvCxnSpPr>
            <a:cxnSpLocks/>
          </p:cNvCxnSpPr>
          <p:nvPr/>
        </p:nvCxnSpPr>
        <p:spPr>
          <a:xfrm flipH="1">
            <a:off x="2746050" y="4036472"/>
            <a:ext cx="226901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BEDBA3DA-3F57-B6E2-115F-9F8FCE7717D1}"/>
              </a:ext>
            </a:extLst>
          </p:cNvPr>
          <p:cNvSpPr txBox="1"/>
          <p:nvPr/>
        </p:nvSpPr>
        <p:spPr>
          <a:xfrm>
            <a:off x="3232721" y="4100038"/>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32" name="テキスト ボックス 31">
            <a:extLst>
              <a:ext uri="{FF2B5EF4-FFF2-40B4-BE49-F238E27FC236}">
                <a16:creationId xmlns:a16="http://schemas.microsoft.com/office/drawing/2014/main" id="{A45754A6-6E11-7495-8E98-0D56C8AFB71A}"/>
              </a:ext>
            </a:extLst>
          </p:cNvPr>
          <p:cNvSpPr txBox="1"/>
          <p:nvPr/>
        </p:nvSpPr>
        <p:spPr>
          <a:xfrm>
            <a:off x="9397928" y="3735395"/>
            <a:ext cx="1708657" cy="938719"/>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bg2">
                    <a:lumMod val="90000"/>
                  </a:schemeClr>
                </a:solidFill>
                <a:latin typeface="Yu Gothic UI" panose="020B0500000000000000" pitchFamily="34" charset="-128"/>
                <a:ea typeface="Yu Gothic UI" panose="020B0500000000000000" pitchFamily="34" charset="-128"/>
              </a:rPr>
              <a:t>データの永続化、保存</a:t>
            </a:r>
            <a:endParaRPr kumimoji="1" lang="en-US" altLang="ja-JP" sz="1100">
              <a:solidFill>
                <a:schemeClr val="bg2">
                  <a:lumMod val="90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bg2">
                    <a:lumMod val="90000"/>
                  </a:schemeClr>
                </a:solidFill>
                <a:latin typeface="Yu Gothic UI" panose="020B0500000000000000" pitchFamily="34" charset="-128"/>
                <a:ea typeface="Yu Gothic UI" panose="020B0500000000000000" pitchFamily="34" charset="-128"/>
              </a:rPr>
              <a:t>データの検索</a:t>
            </a:r>
            <a:endParaRPr kumimoji="1" lang="en-US" altLang="ja-JP" sz="1100">
              <a:solidFill>
                <a:schemeClr val="bg2">
                  <a:lumMod val="90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bg2">
                    <a:lumMod val="90000"/>
                  </a:schemeClr>
                </a:solidFill>
                <a:latin typeface="Yu Gothic UI" panose="020B0500000000000000" pitchFamily="34" charset="-128"/>
                <a:ea typeface="Yu Gothic UI" panose="020B0500000000000000" pitchFamily="34" charset="-128"/>
              </a:rPr>
              <a:t>データの作成</a:t>
            </a:r>
            <a:endParaRPr kumimoji="1" lang="en-US" altLang="ja-JP" sz="1100">
              <a:solidFill>
                <a:schemeClr val="bg2">
                  <a:lumMod val="90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bg2">
                    <a:lumMod val="90000"/>
                  </a:schemeClr>
                </a:solidFill>
                <a:latin typeface="Yu Gothic UI" panose="020B0500000000000000" pitchFamily="34" charset="-128"/>
                <a:ea typeface="Yu Gothic UI" panose="020B0500000000000000" pitchFamily="34" charset="-128"/>
              </a:rPr>
              <a:t>データの更新</a:t>
            </a:r>
            <a:endParaRPr kumimoji="1" lang="en-US" altLang="ja-JP" sz="1100">
              <a:solidFill>
                <a:schemeClr val="bg2">
                  <a:lumMod val="90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bg2">
                    <a:lumMod val="90000"/>
                  </a:schemeClr>
                </a:solidFill>
                <a:latin typeface="Yu Gothic UI" panose="020B0500000000000000" pitchFamily="34" charset="-128"/>
                <a:ea typeface="Yu Gothic UI" panose="020B0500000000000000" pitchFamily="34" charset="-128"/>
              </a:rPr>
              <a:t>データの削除</a:t>
            </a:r>
            <a:endParaRPr kumimoji="1" lang="en-US" altLang="ja-JP" sz="1100">
              <a:solidFill>
                <a:schemeClr val="bg2">
                  <a:lumMod val="90000"/>
                </a:schemeClr>
              </a:solidFill>
              <a:latin typeface="Yu Gothic UI" panose="020B0500000000000000" pitchFamily="34" charset="-128"/>
              <a:ea typeface="Yu Gothic UI" panose="020B0500000000000000" pitchFamily="34" charset="-128"/>
            </a:endParaRPr>
          </a:p>
        </p:txBody>
      </p:sp>
      <p:sp>
        <p:nvSpPr>
          <p:cNvPr id="33" name="テキスト ボックス 32">
            <a:extLst>
              <a:ext uri="{FF2B5EF4-FFF2-40B4-BE49-F238E27FC236}">
                <a16:creationId xmlns:a16="http://schemas.microsoft.com/office/drawing/2014/main" id="{F7078358-C821-901C-01F2-B4D439356130}"/>
              </a:ext>
            </a:extLst>
          </p:cNvPr>
          <p:cNvSpPr txBox="1"/>
          <p:nvPr/>
        </p:nvSpPr>
        <p:spPr>
          <a:xfrm>
            <a:off x="8863473" y="4295967"/>
            <a:ext cx="67809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a:t>
            </a:r>
          </a:p>
        </p:txBody>
      </p:sp>
      <p:sp>
        <p:nvSpPr>
          <p:cNvPr id="34" name="テキスト ボックス 33">
            <a:extLst>
              <a:ext uri="{FF2B5EF4-FFF2-40B4-BE49-F238E27FC236}">
                <a16:creationId xmlns:a16="http://schemas.microsoft.com/office/drawing/2014/main" id="{A7344365-5F57-C101-C6B8-F84C660D9202}"/>
              </a:ext>
            </a:extLst>
          </p:cNvPr>
          <p:cNvSpPr txBox="1"/>
          <p:nvPr/>
        </p:nvSpPr>
        <p:spPr>
          <a:xfrm>
            <a:off x="6727111" y="4306765"/>
            <a:ext cx="71962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sp>
        <p:nvSpPr>
          <p:cNvPr id="35" name="四角形吹き出し 34">
            <a:extLst>
              <a:ext uri="{FF2B5EF4-FFF2-40B4-BE49-F238E27FC236}">
                <a16:creationId xmlns:a16="http://schemas.microsoft.com/office/drawing/2014/main" id="{A9BF67E9-5242-D56F-ABE8-6721CE4B0363}"/>
              </a:ext>
            </a:extLst>
          </p:cNvPr>
          <p:cNvSpPr/>
          <p:nvPr/>
        </p:nvSpPr>
        <p:spPr>
          <a:xfrm>
            <a:off x="4307229" y="5549164"/>
            <a:ext cx="4376498" cy="829611"/>
          </a:xfrm>
          <a:prstGeom prst="wedgeRectCallout">
            <a:avLst>
              <a:gd name="adj1" fmla="val -13885"/>
              <a:gd name="adj2" fmla="val -138393"/>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6" name="テキスト ボックス 35">
            <a:extLst>
              <a:ext uri="{FF2B5EF4-FFF2-40B4-BE49-F238E27FC236}">
                <a16:creationId xmlns:a16="http://schemas.microsoft.com/office/drawing/2014/main" id="{3678E87F-C397-24E2-53AB-D02244019CD0}"/>
              </a:ext>
            </a:extLst>
          </p:cNvPr>
          <p:cNvSpPr txBox="1"/>
          <p:nvPr/>
        </p:nvSpPr>
        <p:spPr>
          <a:xfrm>
            <a:off x="4366866" y="5564732"/>
            <a:ext cx="4316861" cy="738664"/>
          </a:xfrm>
          <a:prstGeom prst="rect">
            <a:avLst/>
          </a:prstGeom>
          <a:noFill/>
        </p:spPr>
        <p:txBody>
          <a:bodyPr wrap="square"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第</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3</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回では</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Web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サーバとそれが返す、静的コンテンツのみをとりあつかいます。インターネットを介してクライントと</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Web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サーバが通信するところに焦点を当てます。</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86077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27D29C1-9848-4007-9015-6680E30999AC}"/>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lang="en-US" altLang="ja-JP" sz="2100" b="1" dirty="0">
                <a:solidFill>
                  <a:srgbClr val="1F2937"/>
                </a:solidFill>
                <a:latin typeface="Meiryo UI"/>
                <a:ea typeface="Meiryo UI"/>
                <a:cs typeface="Meiryo UI"/>
              </a:rPr>
              <a:t>Web </a:t>
            </a:r>
            <a:r>
              <a:rPr lang="ja-JP" altLang="en-US" sz="2100" b="1">
                <a:solidFill>
                  <a:srgbClr val="1F2937"/>
                </a:solidFill>
                <a:latin typeface="Meiryo UI"/>
                <a:ea typeface="Meiryo UI"/>
                <a:cs typeface="Meiryo UI"/>
              </a:rPr>
              <a:t>アプリケーションのコンテナ化</a:t>
            </a:r>
            <a:endParaRPr sz="2100"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B706B74D-E688-4A98-B5D9-B22128519915}"/>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7F2AB60F-4236-4EA9-8656-B09185938349}"/>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26</a:t>
            </a:r>
          </a:p>
        </p:txBody>
      </p:sp>
      <p:sp>
        <p:nvSpPr>
          <p:cNvPr id="4" name="正方形/長方形 3">
            <a:extLst>
              <a:ext uri="{FF2B5EF4-FFF2-40B4-BE49-F238E27FC236}">
                <a16:creationId xmlns:a16="http://schemas.microsoft.com/office/drawing/2014/main" id="{A9DBA577-165C-415C-A999-1B99BE8A8B0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FE5D36C1-631B-4584-BDFA-E2B616368EB4}"/>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lang="ja-JP" altLang="en-US" sz="1200" b="0">
                <a:solidFill>
                  <a:srgbClr val="344054"/>
                </a:solidFill>
                <a:latin typeface="Yu Gothic UI"/>
                <a:ea typeface="Yu Gothic UI"/>
                <a:cs typeface="Yu Gothic UI"/>
              </a:rPr>
              <a:t>第</a:t>
            </a:r>
            <a:r>
              <a:rPr lang="en-US" altLang="ja-JP" sz="1200" b="0" dirty="0">
                <a:solidFill>
                  <a:srgbClr val="344054"/>
                </a:solidFill>
                <a:latin typeface="Yu Gothic UI"/>
                <a:ea typeface="Yu Gothic UI"/>
                <a:cs typeface="Yu Gothic UI"/>
              </a:rPr>
              <a:t>4</a:t>
            </a:r>
            <a:r>
              <a:rPr lang="ja-JP" altLang="en-US" sz="1200" b="0">
                <a:solidFill>
                  <a:srgbClr val="344054"/>
                </a:solidFill>
                <a:latin typeface="Yu Gothic UI"/>
                <a:ea typeface="Yu Gothic UI"/>
                <a:cs typeface="Yu Gothic UI"/>
              </a:rPr>
              <a:t>回、および第</a:t>
            </a:r>
            <a:r>
              <a:rPr lang="en-US" altLang="ja-JP" sz="1200" b="0" dirty="0">
                <a:solidFill>
                  <a:srgbClr val="344054"/>
                </a:solidFill>
                <a:latin typeface="Yu Gothic UI"/>
                <a:ea typeface="Yu Gothic UI"/>
                <a:cs typeface="Yu Gothic UI"/>
              </a:rPr>
              <a:t>5</a:t>
            </a:r>
            <a:r>
              <a:rPr lang="ja-JP" altLang="en-US" sz="1200">
                <a:solidFill>
                  <a:srgbClr val="344054"/>
                </a:solidFill>
                <a:latin typeface="Yu Gothic UI"/>
                <a:ea typeface="Yu Gothic UI"/>
                <a:cs typeface="Yu Gothic UI"/>
              </a:rPr>
              <a:t>、</a:t>
            </a:r>
            <a:r>
              <a:rPr lang="en-US" altLang="ja-JP" sz="1200" dirty="0">
                <a:solidFill>
                  <a:srgbClr val="344054"/>
                </a:solidFill>
                <a:latin typeface="Yu Gothic UI"/>
                <a:ea typeface="Yu Gothic UI"/>
                <a:cs typeface="Yu Gothic UI"/>
              </a:rPr>
              <a:t>6</a:t>
            </a:r>
            <a:r>
              <a:rPr lang="ja-JP" altLang="en-US" sz="1200">
                <a:solidFill>
                  <a:srgbClr val="344054"/>
                </a:solidFill>
                <a:latin typeface="Yu Gothic UI"/>
                <a:ea typeface="Yu Gothic UI"/>
                <a:cs typeface="Yu Gothic UI"/>
              </a:rPr>
              <a:t>回ではアーキテクチャにコンテナとマネージドサービスを取り入れて、クラウドならではの構成に置き換えていきます。</a:t>
            </a:r>
            <a:endParaRPr lang="en-US" altLang="ja-JP" sz="1200" dirty="0">
              <a:solidFill>
                <a:srgbClr val="344054"/>
              </a:solidFill>
              <a:latin typeface="Yu Gothic UI"/>
              <a:ea typeface="Yu Gothic UI"/>
              <a:cs typeface="Yu Gothic UI"/>
            </a:endParaRPr>
          </a:p>
          <a:p>
            <a:pPr>
              <a:defRPr sz="1200" b="0">
                <a:solidFill>
                  <a:srgbClr val="344054"/>
                </a:solidFill>
                <a:latin typeface="Yu Gothic UI"/>
                <a:ea typeface="Yu Gothic UI"/>
                <a:cs typeface="Yu Gothic UI"/>
              </a:defRPr>
            </a:pPr>
            <a:r>
              <a:rPr lang="ja-JP" altLang="en-US" sz="1200">
                <a:solidFill>
                  <a:srgbClr val="344054"/>
                </a:solidFill>
                <a:latin typeface="Yu Gothic UI"/>
                <a:ea typeface="Yu Gothic UI"/>
                <a:cs typeface="Yu Gothic UI"/>
              </a:rPr>
              <a:t>第</a:t>
            </a:r>
            <a:r>
              <a:rPr lang="en-US" altLang="ja-JP" sz="1200" dirty="0">
                <a:solidFill>
                  <a:srgbClr val="344054"/>
                </a:solidFill>
                <a:latin typeface="Yu Gothic UI"/>
                <a:ea typeface="Yu Gothic UI"/>
                <a:cs typeface="Yu Gothic UI"/>
              </a:rPr>
              <a:t>4</a:t>
            </a:r>
            <a:r>
              <a:rPr lang="ja-JP" altLang="en-US" sz="1200">
                <a:solidFill>
                  <a:srgbClr val="344054"/>
                </a:solidFill>
                <a:latin typeface="Yu Gothic UI"/>
                <a:ea typeface="Yu Gothic UI"/>
                <a:cs typeface="Yu Gothic UI"/>
              </a:rPr>
              <a:t>回では </a:t>
            </a:r>
            <a:r>
              <a:rPr lang="en" altLang="ja-JP" sz="1200" dirty="0">
                <a:solidFill>
                  <a:srgbClr val="344054"/>
                </a:solidFill>
                <a:latin typeface="Yu Gothic UI"/>
                <a:ea typeface="Yu Gothic UI"/>
                <a:cs typeface="Yu Gothic UI"/>
              </a:rPr>
              <a:t>ACI </a:t>
            </a:r>
            <a:r>
              <a:rPr lang="ja-JP" altLang="en-US" sz="1200">
                <a:solidFill>
                  <a:srgbClr val="344054"/>
                </a:solidFill>
                <a:latin typeface="Yu Gothic UI"/>
                <a:ea typeface="Yu Gothic UI"/>
                <a:cs typeface="Yu Gothic UI"/>
              </a:rPr>
              <a:t>で単体コンテナを動かし、第</a:t>
            </a:r>
            <a:r>
              <a:rPr lang="en-US" altLang="ja-JP" sz="1200" dirty="0">
                <a:solidFill>
                  <a:srgbClr val="344054"/>
                </a:solidFill>
                <a:latin typeface="Yu Gothic UI"/>
                <a:ea typeface="Yu Gothic UI"/>
                <a:cs typeface="Yu Gothic UI"/>
              </a:rPr>
              <a:t>5</a:t>
            </a:r>
            <a:r>
              <a:rPr lang="ja-JP" altLang="en-US" sz="1200">
                <a:solidFill>
                  <a:srgbClr val="344054"/>
                </a:solidFill>
                <a:latin typeface="Yu Gothic UI"/>
                <a:ea typeface="Yu Gothic UI"/>
                <a:cs typeface="Yu Gothic UI"/>
              </a:rPr>
              <a:t>回から第</a:t>
            </a:r>
            <a:r>
              <a:rPr lang="en-US" altLang="ja-JP" sz="1200" dirty="0">
                <a:solidFill>
                  <a:srgbClr val="344054"/>
                </a:solidFill>
                <a:latin typeface="Yu Gothic UI"/>
                <a:ea typeface="Yu Gothic UI"/>
                <a:cs typeface="Yu Gothic UI"/>
              </a:rPr>
              <a:t>6</a:t>
            </a:r>
            <a:r>
              <a:rPr lang="ja-JP" altLang="en-US" sz="1200">
                <a:solidFill>
                  <a:srgbClr val="344054"/>
                </a:solidFill>
                <a:latin typeface="Yu Gothic UI"/>
                <a:ea typeface="Yu Gothic UI"/>
                <a:cs typeface="Yu Gothic UI"/>
              </a:rPr>
              <a:t>回では </a:t>
            </a:r>
            <a:r>
              <a:rPr lang="en" altLang="ja-JP" sz="1200" dirty="0">
                <a:solidFill>
                  <a:srgbClr val="344054"/>
                </a:solidFill>
                <a:latin typeface="Yu Gothic UI"/>
                <a:ea typeface="Yu Gothic UI"/>
                <a:cs typeface="Yu Gothic UI"/>
              </a:rPr>
              <a:t>ACA</a:t>
            </a:r>
            <a:r>
              <a:rPr lang="ja-JP" altLang="en" sz="1200">
                <a:solidFill>
                  <a:srgbClr val="344054"/>
                </a:solidFill>
                <a:latin typeface="Yu Gothic UI"/>
                <a:ea typeface="Yu Gothic UI"/>
                <a:cs typeface="Yu Gothic UI"/>
              </a:rPr>
              <a:t>、</a:t>
            </a:r>
            <a:r>
              <a:rPr lang="en" altLang="ja-JP" sz="1200" dirty="0">
                <a:solidFill>
                  <a:srgbClr val="344054"/>
                </a:solidFill>
                <a:latin typeface="Yu Gothic UI"/>
                <a:ea typeface="Yu Gothic UI"/>
                <a:cs typeface="Yu Gothic UI"/>
              </a:rPr>
              <a:t>ACR</a:t>
            </a:r>
            <a:r>
              <a:rPr lang="ja-JP" altLang="en" sz="1200">
                <a:solidFill>
                  <a:srgbClr val="344054"/>
                </a:solidFill>
                <a:latin typeface="Yu Gothic UI"/>
                <a:ea typeface="Yu Gothic UI"/>
                <a:cs typeface="Yu Gothic UI"/>
              </a:rPr>
              <a:t>、</a:t>
            </a:r>
            <a:r>
              <a:rPr lang="en" altLang="ja-JP" sz="1200" dirty="0">
                <a:solidFill>
                  <a:srgbClr val="344054"/>
                </a:solidFill>
                <a:latin typeface="Yu Gothic UI"/>
                <a:ea typeface="Yu Gothic UI"/>
                <a:cs typeface="Yu Gothic UI"/>
              </a:rPr>
              <a:t>PostgreSQL </a:t>
            </a:r>
            <a:r>
              <a:rPr lang="ja-JP" altLang="en-US" sz="1200">
                <a:solidFill>
                  <a:srgbClr val="344054"/>
                </a:solidFill>
                <a:latin typeface="Yu Gothic UI"/>
                <a:ea typeface="Yu Gothic UI"/>
                <a:cs typeface="Yu Gothic UI"/>
              </a:rPr>
              <a:t>を組み合わせた複数サービス構成に進みます。</a:t>
            </a:r>
          </a:p>
          <a:p>
            <a:pPr algn="l">
              <a:defRPr sz="1200" b="0">
                <a:solidFill>
                  <a:srgbClr val="344054"/>
                </a:solidFill>
                <a:latin typeface="Yu Gothic UI"/>
                <a:ea typeface="Yu Gothic UI"/>
                <a:cs typeface="Yu Gothic UI"/>
              </a:defRPr>
            </a:pPr>
            <a:endParaRPr sz="1200" b="0" dirty="0">
              <a:solidFill>
                <a:srgbClr val="344054"/>
              </a:solidFill>
              <a:latin typeface="Yu Gothic UI"/>
              <a:ea typeface="Yu Gothic UI"/>
              <a:cs typeface="Yu Gothic UI"/>
            </a:endParaRPr>
          </a:p>
        </p:txBody>
      </p:sp>
      <p:sp>
        <p:nvSpPr>
          <p:cNvPr id="8" name="正方形/長方形 7">
            <a:extLst>
              <a:ext uri="{FF2B5EF4-FFF2-40B4-BE49-F238E27FC236}">
                <a16:creationId xmlns:a16="http://schemas.microsoft.com/office/drawing/2014/main" id="{7E6667A1-757A-46AF-B493-A72754662E8C}"/>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26 / 32</a:t>
            </a:r>
          </a:p>
        </p:txBody>
      </p:sp>
      <p:sp>
        <p:nvSpPr>
          <p:cNvPr id="10" name="正方形/長方形 9">
            <a:extLst>
              <a:ext uri="{FF2B5EF4-FFF2-40B4-BE49-F238E27FC236}">
                <a16:creationId xmlns:a16="http://schemas.microsoft.com/office/drawing/2014/main" id="{C0D9BB9C-70E3-F808-FC5F-FC5B91C57A7D}"/>
              </a:ext>
            </a:extLst>
          </p:cNvPr>
          <p:cNvSpPr>
            <a:spLocks noGrp="1"/>
          </p:cNvSpPr>
          <p:nvPr/>
        </p:nvSpPr>
        <p:spPr>
          <a:xfrm>
            <a:off x="685800" y="2038350"/>
            <a:ext cx="10820400" cy="4419600"/>
          </a:xfrm>
          <a:prstGeom prst="rect">
            <a:avLst/>
          </a:prstGeom>
          <a:solidFill>
            <a:srgbClr val="FFFFFF"/>
          </a:solidFill>
          <a:ln w="9525">
            <a:solidFill>
              <a:srgbClr val="D0D5DD"/>
            </a:solidFill>
            <a:prstDash val="solid"/>
          </a:ln>
        </p:spPr>
        <p:txBody>
          <a:bodyPr/>
          <a:lstStyle/>
          <a:p>
            <a:endParaRPr lang="ja-JP" altLang="en-US"/>
          </a:p>
        </p:txBody>
      </p:sp>
      <p:sp>
        <p:nvSpPr>
          <p:cNvPr id="36" name="角丸四角形 35">
            <a:extLst>
              <a:ext uri="{FF2B5EF4-FFF2-40B4-BE49-F238E27FC236}">
                <a16:creationId xmlns:a16="http://schemas.microsoft.com/office/drawing/2014/main" id="{4A18B9B2-2C50-3C52-0745-4901AA0A2A5C}"/>
              </a:ext>
            </a:extLst>
          </p:cNvPr>
          <p:cNvSpPr/>
          <p:nvPr/>
        </p:nvSpPr>
        <p:spPr>
          <a:xfrm>
            <a:off x="4919201" y="2153271"/>
            <a:ext cx="6421244" cy="227124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角丸四角形 36">
            <a:extLst>
              <a:ext uri="{FF2B5EF4-FFF2-40B4-BE49-F238E27FC236}">
                <a16:creationId xmlns:a16="http://schemas.microsoft.com/office/drawing/2014/main" id="{52E00C41-9793-B16E-17C6-95553F4F9680}"/>
              </a:ext>
            </a:extLst>
          </p:cNvPr>
          <p:cNvSpPr/>
          <p:nvPr/>
        </p:nvSpPr>
        <p:spPr>
          <a:xfrm>
            <a:off x="5084094" y="2628527"/>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BB878D9C-C6C3-9744-1B39-771F11D8E5BC}"/>
              </a:ext>
            </a:extLst>
          </p:cNvPr>
          <p:cNvSpPr txBox="1"/>
          <p:nvPr/>
        </p:nvSpPr>
        <p:spPr>
          <a:xfrm>
            <a:off x="6737986" y="2163575"/>
            <a:ext cx="2783674" cy="369332"/>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p>
        </p:txBody>
      </p:sp>
      <p:sp>
        <p:nvSpPr>
          <p:cNvPr id="39" name="角丸四角形 38">
            <a:extLst>
              <a:ext uri="{FF2B5EF4-FFF2-40B4-BE49-F238E27FC236}">
                <a16:creationId xmlns:a16="http://schemas.microsoft.com/office/drawing/2014/main" id="{9B7E9DC9-1C3E-C7A2-B26D-065AF02026F2}"/>
              </a:ext>
            </a:extLst>
          </p:cNvPr>
          <p:cNvSpPr/>
          <p:nvPr/>
        </p:nvSpPr>
        <p:spPr>
          <a:xfrm>
            <a:off x="7252679" y="2628527"/>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a:extLst>
              <a:ext uri="{FF2B5EF4-FFF2-40B4-BE49-F238E27FC236}">
                <a16:creationId xmlns:a16="http://schemas.microsoft.com/office/drawing/2014/main" id="{B0F308E8-6623-AF89-A753-F92B4BDB6047}"/>
              </a:ext>
            </a:extLst>
          </p:cNvPr>
          <p:cNvSpPr/>
          <p:nvPr/>
        </p:nvSpPr>
        <p:spPr>
          <a:xfrm>
            <a:off x="9421265" y="2628527"/>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928A3B53-BC64-6AB0-A434-298A0F89F3FC}"/>
              </a:ext>
            </a:extLst>
          </p:cNvPr>
          <p:cNvSpPr txBox="1"/>
          <p:nvPr/>
        </p:nvSpPr>
        <p:spPr>
          <a:xfrm>
            <a:off x="5485786" y="2761489"/>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42" name="テキスト ボックス 41">
            <a:extLst>
              <a:ext uri="{FF2B5EF4-FFF2-40B4-BE49-F238E27FC236}">
                <a16:creationId xmlns:a16="http://schemas.microsoft.com/office/drawing/2014/main" id="{2BDDDAD0-4BF0-A7B2-85A4-CBB444D0682F}"/>
              </a:ext>
            </a:extLst>
          </p:cNvPr>
          <p:cNvSpPr txBox="1"/>
          <p:nvPr/>
        </p:nvSpPr>
        <p:spPr>
          <a:xfrm>
            <a:off x="7583646" y="2730737"/>
            <a:ext cx="1149035"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AP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43" name="テキスト ボックス 42">
            <a:extLst>
              <a:ext uri="{FF2B5EF4-FFF2-40B4-BE49-F238E27FC236}">
                <a16:creationId xmlns:a16="http://schemas.microsoft.com/office/drawing/2014/main" id="{A20E3368-9A7E-6A19-433F-DDA264C897E8}"/>
              </a:ext>
            </a:extLst>
          </p:cNvPr>
          <p:cNvSpPr txBox="1"/>
          <p:nvPr/>
        </p:nvSpPr>
        <p:spPr>
          <a:xfrm>
            <a:off x="9849024" y="2722667"/>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DB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44" name="角丸四角形 43">
            <a:extLst>
              <a:ext uri="{FF2B5EF4-FFF2-40B4-BE49-F238E27FC236}">
                <a16:creationId xmlns:a16="http://schemas.microsoft.com/office/drawing/2014/main" id="{B4FC9BB8-4523-EFD8-FD91-BE11EB57CDE9}"/>
              </a:ext>
            </a:extLst>
          </p:cNvPr>
          <p:cNvSpPr/>
          <p:nvPr/>
        </p:nvSpPr>
        <p:spPr>
          <a:xfrm>
            <a:off x="1117861" y="3063683"/>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14C7AB7F-56C7-1259-6A03-7140E7723360}"/>
              </a:ext>
            </a:extLst>
          </p:cNvPr>
          <p:cNvSpPr txBox="1"/>
          <p:nvPr/>
        </p:nvSpPr>
        <p:spPr>
          <a:xfrm>
            <a:off x="1225484" y="3157107"/>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cxnSp>
        <p:nvCxnSpPr>
          <p:cNvPr id="46" name="直線コネクタ 45">
            <a:extLst>
              <a:ext uri="{FF2B5EF4-FFF2-40B4-BE49-F238E27FC236}">
                <a16:creationId xmlns:a16="http://schemas.microsoft.com/office/drawing/2014/main" id="{58E719EC-0CFB-10CF-BCDE-375DE1D8FE9E}"/>
              </a:ext>
            </a:extLst>
          </p:cNvPr>
          <p:cNvCxnSpPr>
            <a:cxnSpLocks/>
          </p:cNvCxnSpPr>
          <p:nvPr/>
        </p:nvCxnSpPr>
        <p:spPr>
          <a:xfrm>
            <a:off x="2770735" y="3192742"/>
            <a:ext cx="224432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076AACB5-04B4-AB45-FFB4-0561D8FC0E3C}"/>
              </a:ext>
            </a:extLst>
          </p:cNvPr>
          <p:cNvSpPr txBox="1"/>
          <p:nvPr/>
        </p:nvSpPr>
        <p:spPr>
          <a:xfrm>
            <a:off x="3232722" y="2930848"/>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sp>
        <p:nvSpPr>
          <p:cNvPr id="48" name="テキスト ボックス 47">
            <a:extLst>
              <a:ext uri="{FF2B5EF4-FFF2-40B4-BE49-F238E27FC236}">
                <a16:creationId xmlns:a16="http://schemas.microsoft.com/office/drawing/2014/main" id="{C098CB13-CE6D-73C2-7D8D-2E4AB0725ED7}"/>
              </a:ext>
            </a:extLst>
          </p:cNvPr>
          <p:cNvSpPr txBox="1"/>
          <p:nvPr/>
        </p:nvSpPr>
        <p:spPr>
          <a:xfrm>
            <a:off x="5088834" y="3232548"/>
            <a:ext cx="1708657" cy="769441"/>
          </a:xfrm>
          <a:prstGeom prst="rect">
            <a:avLst/>
          </a:prstGeom>
          <a:noFill/>
        </p:spPr>
        <p:txBody>
          <a:bodyPr wrap="square" rtlCol="0">
            <a:spAutoFit/>
          </a:bodyPr>
          <a:lstStyle/>
          <a:p>
            <a:pPr marL="171450" indent="-171450">
              <a:buFont typeface="Arial" panose="020B0604020202020204" pitchFamily="34" charset="0"/>
              <a:buChar char="•"/>
            </a:pP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リクエストの受付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リクエストごとに静的、動的レスポンスの判断</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レスポンスの返却</a:t>
            </a:r>
          </a:p>
        </p:txBody>
      </p:sp>
      <p:sp>
        <p:nvSpPr>
          <p:cNvPr id="49" name="テキスト ボックス 48">
            <a:extLst>
              <a:ext uri="{FF2B5EF4-FFF2-40B4-BE49-F238E27FC236}">
                <a16:creationId xmlns:a16="http://schemas.microsoft.com/office/drawing/2014/main" id="{5E9EFAE0-75F6-D1C3-0E79-7092BF359419}"/>
              </a:ext>
            </a:extLst>
          </p:cNvPr>
          <p:cNvSpPr txBox="1"/>
          <p:nvPr/>
        </p:nvSpPr>
        <p:spPr>
          <a:xfrm>
            <a:off x="7276143" y="3225567"/>
            <a:ext cx="1708657" cy="600164"/>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ビジネスロジック</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プログラム</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に従った処理による動的レスポンスの作成</a:t>
            </a:r>
          </a:p>
        </p:txBody>
      </p:sp>
      <p:cxnSp>
        <p:nvCxnSpPr>
          <p:cNvPr id="50" name="直線コネクタ 49">
            <a:extLst>
              <a:ext uri="{FF2B5EF4-FFF2-40B4-BE49-F238E27FC236}">
                <a16:creationId xmlns:a16="http://schemas.microsoft.com/office/drawing/2014/main" id="{BB664C26-B93C-0BA5-ED4B-840EC6864A7A}"/>
              </a:ext>
            </a:extLst>
          </p:cNvPr>
          <p:cNvCxnSpPr>
            <a:cxnSpLocks/>
          </p:cNvCxnSpPr>
          <p:nvPr/>
        </p:nvCxnSpPr>
        <p:spPr>
          <a:xfrm>
            <a:off x="6839680" y="3185388"/>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51" name="テキスト ボックス 50">
            <a:extLst>
              <a:ext uri="{FF2B5EF4-FFF2-40B4-BE49-F238E27FC236}">
                <a16:creationId xmlns:a16="http://schemas.microsoft.com/office/drawing/2014/main" id="{67001005-EF66-C6F9-B792-F4B585AF6640}"/>
              </a:ext>
            </a:extLst>
          </p:cNvPr>
          <p:cNvSpPr txBox="1"/>
          <p:nvPr/>
        </p:nvSpPr>
        <p:spPr>
          <a:xfrm>
            <a:off x="6454097" y="2699934"/>
            <a:ext cx="1134795" cy="430887"/>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ビジネスロジック</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処理依頼</a:t>
            </a:r>
          </a:p>
        </p:txBody>
      </p:sp>
      <p:cxnSp>
        <p:nvCxnSpPr>
          <p:cNvPr id="52" name="直線コネクタ 51">
            <a:extLst>
              <a:ext uri="{FF2B5EF4-FFF2-40B4-BE49-F238E27FC236}">
                <a16:creationId xmlns:a16="http://schemas.microsoft.com/office/drawing/2014/main" id="{50750574-4F35-7C94-DEEC-1675D0D034F2}"/>
              </a:ext>
            </a:extLst>
          </p:cNvPr>
          <p:cNvCxnSpPr>
            <a:cxnSpLocks/>
          </p:cNvCxnSpPr>
          <p:nvPr/>
        </p:nvCxnSpPr>
        <p:spPr>
          <a:xfrm>
            <a:off x="9008266" y="3192742"/>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CD3E7CCD-C487-32EE-E820-A08E80044582}"/>
              </a:ext>
            </a:extLst>
          </p:cNvPr>
          <p:cNvSpPr txBox="1"/>
          <p:nvPr/>
        </p:nvSpPr>
        <p:spPr>
          <a:xfrm>
            <a:off x="8683727" y="2578876"/>
            <a:ext cx="1000958" cy="577081"/>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データ処理</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リクエスト</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 (CRUD</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操作</a:t>
            </a: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a:t>
            </a:r>
          </a:p>
        </p:txBody>
      </p:sp>
      <p:cxnSp>
        <p:nvCxnSpPr>
          <p:cNvPr id="54" name="直線コネクタ 53">
            <a:extLst>
              <a:ext uri="{FF2B5EF4-FFF2-40B4-BE49-F238E27FC236}">
                <a16:creationId xmlns:a16="http://schemas.microsoft.com/office/drawing/2014/main" id="{82D4CC75-BB4D-6781-45B3-C72B85477A7D}"/>
              </a:ext>
            </a:extLst>
          </p:cNvPr>
          <p:cNvCxnSpPr>
            <a:cxnSpLocks/>
          </p:cNvCxnSpPr>
          <p:nvPr/>
        </p:nvCxnSpPr>
        <p:spPr>
          <a:xfrm flipH="1">
            <a:off x="9008265" y="3703361"/>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18358A62-878C-7A39-47A0-78E9D729FA7E}"/>
              </a:ext>
            </a:extLst>
          </p:cNvPr>
          <p:cNvCxnSpPr>
            <a:cxnSpLocks/>
          </p:cNvCxnSpPr>
          <p:nvPr/>
        </p:nvCxnSpPr>
        <p:spPr>
          <a:xfrm flipH="1">
            <a:off x="6827174" y="3703361"/>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6583F881-B0C9-F5EC-F5DE-8D2ABE1D7556}"/>
              </a:ext>
            </a:extLst>
          </p:cNvPr>
          <p:cNvCxnSpPr>
            <a:cxnSpLocks/>
          </p:cNvCxnSpPr>
          <p:nvPr/>
        </p:nvCxnSpPr>
        <p:spPr>
          <a:xfrm flipH="1">
            <a:off x="2746050" y="3506685"/>
            <a:ext cx="226901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57" name="テキスト ボックス 56">
            <a:extLst>
              <a:ext uri="{FF2B5EF4-FFF2-40B4-BE49-F238E27FC236}">
                <a16:creationId xmlns:a16="http://schemas.microsoft.com/office/drawing/2014/main" id="{87533D84-A9F1-8050-1B31-C999F2180C22}"/>
              </a:ext>
            </a:extLst>
          </p:cNvPr>
          <p:cNvSpPr txBox="1"/>
          <p:nvPr/>
        </p:nvSpPr>
        <p:spPr>
          <a:xfrm>
            <a:off x="3232721" y="3570251"/>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58" name="テキスト ボックス 57">
            <a:extLst>
              <a:ext uri="{FF2B5EF4-FFF2-40B4-BE49-F238E27FC236}">
                <a16:creationId xmlns:a16="http://schemas.microsoft.com/office/drawing/2014/main" id="{6C1F2EA7-DC3F-2C10-DDBF-BF09021656E5}"/>
              </a:ext>
            </a:extLst>
          </p:cNvPr>
          <p:cNvSpPr txBox="1"/>
          <p:nvPr/>
        </p:nvSpPr>
        <p:spPr>
          <a:xfrm>
            <a:off x="9397928" y="3205608"/>
            <a:ext cx="1708657" cy="938719"/>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データの永続化、保存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データの検索</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データの作成</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データの更新</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データの削除</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9" name="テキスト ボックス 58">
            <a:extLst>
              <a:ext uri="{FF2B5EF4-FFF2-40B4-BE49-F238E27FC236}">
                <a16:creationId xmlns:a16="http://schemas.microsoft.com/office/drawing/2014/main" id="{D1B717F9-E7E1-00E9-5ACE-5E9D6F93BB6B}"/>
              </a:ext>
            </a:extLst>
          </p:cNvPr>
          <p:cNvSpPr txBox="1"/>
          <p:nvPr/>
        </p:nvSpPr>
        <p:spPr>
          <a:xfrm>
            <a:off x="8863473" y="3766180"/>
            <a:ext cx="67809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a:t>
            </a:r>
          </a:p>
        </p:txBody>
      </p:sp>
      <p:sp>
        <p:nvSpPr>
          <p:cNvPr id="60" name="テキスト ボックス 59">
            <a:extLst>
              <a:ext uri="{FF2B5EF4-FFF2-40B4-BE49-F238E27FC236}">
                <a16:creationId xmlns:a16="http://schemas.microsoft.com/office/drawing/2014/main" id="{9A89B99E-9FEA-E73D-ADAF-4C6EE873F180}"/>
              </a:ext>
            </a:extLst>
          </p:cNvPr>
          <p:cNvSpPr txBox="1"/>
          <p:nvPr/>
        </p:nvSpPr>
        <p:spPr>
          <a:xfrm>
            <a:off x="6727111" y="3776978"/>
            <a:ext cx="71962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pic>
        <p:nvPicPr>
          <p:cNvPr id="61" name="グラフィックス 60">
            <a:extLst>
              <a:ext uri="{FF2B5EF4-FFF2-40B4-BE49-F238E27FC236}">
                <a16:creationId xmlns:a16="http://schemas.microsoft.com/office/drawing/2014/main" id="{57D079AA-73E8-64FA-EF0F-9C03EE1A24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05712" y="4719694"/>
            <a:ext cx="360147" cy="360147"/>
          </a:xfrm>
          <a:prstGeom prst="rect">
            <a:avLst/>
          </a:prstGeom>
        </p:spPr>
      </p:pic>
      <p:sp>
        <p:nvSpPr>
          <p:cNvPr id="62" name="テキスト ボックス 61">
            <a:extLst>
              <a:ext uri="{FF2B5EF4-FFF2-40B4-BE49-F238E27FC236}">
                <a16:creationId xmlns:a16="http://schemas.microsoft.com/office/drawing/2014/main" id="{4336BF0F-8F58-B149-A4F0-C0487FAFCA1F}"/>
              </a:ext>
            </a:extLst>
          </p:cNvPr>
          <p:cNvSpPr txBox="1"/>
          <p:nvPr/>
        </p:nvSpPr>
        <p:spPr>
          <a:xfrm>
            <a:off x="1216881" y="4719694"/>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第</a:t>
            </a: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3</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回</a:t>
            </a:r>
          </a:p>
        </p:txBody>
      </p:sp>
      <p:cxnSp>
        <p:nvCxnSpPr>
          <p:cNvPr id="64" name="直線コネクタ 63">
            <a:extLst>
              <a:ext uri="{FF2B5EF4-FFF2-40B4-BE49-F238E27FC236}">
                <a16:creationId xmlns:a16="http://schemas.microsoft.com/office/drawing/2014/main" id="{2DF3F457-B45D-0821-7703-C573F8E4CF6A}"/>
              </a:ext>
            </a:extLst>
          </p:cNvPr>
          <p:cNvCxnSpPr/>
          <p:nvPr/>
        </p:nvCxnSpPr>
        <p:spPr>
          <a:xfrm>
            <a:off x="894735" y="5171768"/>
            <a:ext cx="1035429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760B6DB6-6AAE-2E67-BCEA-DE0D2B26F4EC}"/>
              </a:ext>
            </a:extLst>
          </p:cNvPr>
          <p:cNvCxnSpPr/>
          <p:nvPr/>
        </p:nvCxnSpPr>
        <p:spPr>
          <a:xfrm>
            <a:off x="894735" y="5756787"/>
            <a:ext cx="10354290" cy="0"/>
          </a:xfrm>
          <a:prstGeom prst="line">
            <a:avLst/>
          </a:prstGeom>
        </p:spPr>
        <p:style>
          <a:lnRef idx="1">
            <a:schemeClr val="accent1"/>
          </a:lnRef>
          <a:fillRef idx="0">
            <a:schemeClr val="accent1"/>
          </a:fillRef>
          <a:effectRef idx="0">
            <a:schemeClr val="accent1"/>
          </a:effectRef>
          <a:fontRef idx="minor">
            <a:schemeClr val="tx1"/>
          </a:fontRef>
        </p:style>
      </p:cxnSp>
      <p:sp>
        <p:nvSpPr>
          <p:cNvPr id="66" name="テキスト ボックス 65">
            <a:extLst>
              <a:ext uri="{FF2B5EF4-FFF2-40B4-BE49-F238E27FC236}">
                <a16:creationId xmlns:a16="http://schemas.microsoft.com/office/drawing/2014/main" id="{63429010-5E44-CD7A-85CA-0B82BF945877}"/>
              </a:ext>
            </a:extLst>
          </p:cNvPr>
          <p:cNvSpPr txBox="1"/>
          <p:nvPr/>
        </p:nvSpPr>
        <p:spPr>
          <a:xfrm>
            <a:off x="1216881" y="5304712"/>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第</a:t>
            </a: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4</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回</a:t>
            </a:r>
          </a:p>
        </p:txBody>
      </p:sp>
      <p:sp>
        <p:nvSpPr>
          <p:cNvPr id="67" name="テキスト ボックス 66">
            <a:extLst>
              <a:ext uri="{FF2B5EF4-FFF2-40B4-BE49-F238E27FC236}">
                <a16:creationId xmlns:a16="http://schemas.microsoft.com/office/drawing/2014/main" id="{7EC36A1E-F34F-77B6-54BD-60558BF02527}"/>
              </a:ext>
            </a:extLst>
          </p:cNvPr>
          <p:cNvSpPr txBox="1"/>
          <p:nvPr/>
        </p:nvSpPr>
        <p:spPr>
          <a:xfrm>
            <a:off x="1216881" y="5875078"/>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第</a:t>
            </a: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5, 6</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回</a:t>
            </a:r>
          </a:p>
        </p:txBody>
      </p:sp>
      <p:pic>
        <p:nvPicPr>
          <p:cNvPr id="68" name="グラフィックス 67">
            <a:extLst>
              <a:ext uri="{FF2B5EF4-FFF2-40B4-BE49-F238E27FC236}">
                <a16:creationId xmlns:a16="http://schemas.microsoft.com/office/drawing/2014/main" id="{753FC8CB-4C69-E30D-4F0F-39E8C443D3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90466" y="5288518"/>
            <a:ext cx="390639" cy="390639"/>
          </a:xfrm>
          <a:prstGeom prst="rect">
            <a:avLst/>
          </a:prstGeom>
        </p:spPr>
      </p:pic>
      <p:pic>
        <p:nvPicPr>
          <p:cNvPr id="69" name="グラフィックス 68">
            <a:extLst>
              <a:ext uri="{FF2B5EF4-FFF2-40B4-BE49-F238E27FC236}">
                <a16:creationId xmlns:a16="http://schemas.microsoft.com/office/drawing/2014/main" id="{221845E7-F973-5496-36AC-0A2E37AD9E7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90467" y="5866225"/>
            <a:ext cx="397950" cy="397950"/>
          </a:xfrm>
          <a:prstGeom prst="rect">
            <a:avLst/>
          </a:prstGeom>
        </p:spPr>
      </p:pic>
      <p:pic>
        <p:nvPicPr>
          <p:cNvPr id="70" name="グラフィックス 69">
            <a:extLst>
              <a:ext uri="{FF2B5EF4-FFF2-40B4-BE49-F238E27FC236}">
                <a16:creationId xmlns:a16="http://schemas.microsoft.com/office/drawing/2014/main" id="{224272EB-9B6D-83ED-4A9F-D79D9717477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41569" y="5835410"/>
            <a:ext cx="397950" cy="397950"/>
          </a:xfrm>
          <a:prstGeom prst="rect">
            <a:avLst/>
          </a:prstGeom>
        </p:spPr>
      </p:pic>
      <p:pic>
        <p:nvPicPr>
          <p:cNvPr id="71" name="グラフィックス 70">
            <a:extLst>
              <a:ext uri="{FF2B5EF4-FFF2-40B4-BE49-F238E27FC236}">
                <a16:creationId xmlns:a16="http://schemas.microsoft.com/office/drawing/2014/main" id="{68103857-3B4C-E19C-84FD-F0969F4BA93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84671" y="5860769"/>
            <a:ext cx="397950" cy="397950"/>
          </a:xfrm>
          <a:prstGeom prst="rect">
            <a:avLst/>
          </a:prstGeom>
        </p:spPr>
      </p:pic>
      <p:sp>
        <p:nvSpPr>
          <p:cNvPr id="72" name="テキスト ボックス 71">
            <a:extLst>
              <a:ext uri="{FF2B5EF4-FFF2-40B4-BE49-F238E27FC236}">
                <a16:creationId xmlns:a16="http://schemas.microsoft.com/office/drawing/2014/main" id="{E39DB577-5D8D-D2BE-4AD1-8605F57B4A97}"/>
              </a:ext>
            </a:extLst>
          </p:cNvPr>
          <p:cNvSpPr txBox="1"/>
          <p:nvPr/>
        </p:nvSpPr>
        <p:spPr>
          <a:xfrm>
            <a:off x="5707573" y="4705524"/>
            <a:ext cx="1338606" cy="307777"/>
          </a:xfrm>
          <a:prstGeom prst="rect">
            <a:avLst/>
          </a:prstGeom>
          <a:noFill/>
        </p:spPr>
        <p:txBody>
          <a:bodyPr wrap="square" rtlCol="0">
            <a:spAutoFit/>
          </a:bodyP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Azure VM</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73" name="テキスト ボックス 72">
            <a:extLst>
              <a:ext uri="{FF2B5EF4-FFF2-40B4-BE49-F238E27FC236}">
                <a16:creationId xmlns:a16="http://schemas.microsoft.com/office/drawing/2014/main" id="{15A13B32-840D-C1EC-B412-67D157453DB5}"/>
              </a:ext>
            </a:extLst>
          </p:cNvPr>
          <p:cNvSpPr txBox="1"/>
          <p:nvPr/>
        </p:nvSpPr>
        <p:spPr>
          <a:xfrm>
            <a:off x="5719252" y="5241901"/>
            <a:ext cx="1338606" cy="461665"/>
          </a:xfrm>
          <a:prstGeom prst="rect">
            <a:avLst/>
          </a:prstGeom>
          <a:noFill/>
        </p:spPr>
        <p:txBody>
          <a:bodyPr wrap="square" rtlCol="0">
            <a:spAutoFit/>
          </a:bodyPr>
          <a:lstStyle/>
          <a:p>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Azure Container</a:t>
            </a:r>
          </a:p>
          <a:p>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Instances</a:t>
            </a:r>
            <a:endPar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74" name="テキスト ボックス 73">
            <a:extLst>
              <a:ext uri="{FF2B5EF4-FFF2-40B4-BE49-F238E27FC236}">
                <a16:creationId xmlns:a16="http://schemas.microsoft.com/office/drawing/2014/main" id="{E7EB7647-AEAF-2359-E5A6-0269FD443964}"/>
              </a:ext>
            </a:extLst>
          </p:cNvPr>
          <p:cNvSpPr txBox="1"/>
          <p:nvPr/>
        </p:nvSpPr>
        <p:spPr>
          <a:xfrm>
            <a:off x="5719252" y="5828911"/>
            <a:ext cx="1338606" cy="461665"/>
          </a:xfrm>
          <a:prstGeom prst="rect">
            <a:avLst/>
          </a:prstGeom>
          <a:noFill/>
        </p:spPr>
        <p:txBody>
          <a:bodyPr wrap="square" rtlCol="0">
            <a:spAutoFit/>
          </a:bodyPr>
          <a:lstStyle/>
          <a:p>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Azure Container</a:t>
            </a:r>
          </a:p>
          <a:p>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Apps</a:t>
            </a:r>
            <a:endPar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75" name="テキスト ボックス 74">
            <a:extLst>
              <a:ext uri="{FF2B5EF4-FFF2-40B4-BE49-F238E27FC236}">
                <a16:creationId xmlns:a16="http://schemas.microsoft.com/office/drawing/2014/main" id="{669D2660-AD0E-03DD-410D-A33A04DDD88A}"/>
              </a:ext>
            </a:extLst>
          </p:cNvPr>
          <p:cNvSpPr txBox="1"/>
          <p:nvPr/>
        </p:nvSpPr>
        <p:spPr>
          <a:xfrm>
            <a:off x="7833044" y="5828911"/>
            <a:ext cx="1338606" cy="461665"/>
          </a:xfrm>
          <a:prstGeom prst="rect">
            <a:avLst/>
          </a:prstGeom>
          <a:noFill/>
        </p:spPr>
        <p:txBody>
          <a:bodyPr wrap="square" rtlCol="0">
            <a:spAutoFit/>
          </a:bodyPr>
          <a:lstStyle/>
          <a:p>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Azure Container</a:t>
            </a:r>
          </a:p>
          <a:p>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Apps</a:t>
            </a:r>
            <a:endPar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76" name="テキスト ボックス 75">
            <a:extLst>
              <a:ext uri="{FF2B5EF4-FFF2-40B4-BE49-F238E27FC236}">
                <a16:creationId xmlns:a16="http://schemas.microsoft.com/office/drawing/2014/main" id="{31816A51-22CE-94B1-7122-4BBCFC402FFF}"/>
              </a:ext>
            </a:extLst>
          </p:cNvPr>
          <p:cNvSpPr txBox="1"/>
          <p:nvPr/>
        </p:nvSpPr>
        <p:spPr>
          <a:xfrm>
            <a:off x="9948683" y="5803553"/>
            <a:ext cx="1338606" cy="461665"/>
          </a:xfrm>
          <a:prstGeom prst="rect">
            <a:avLst/>
          </a:prstGeom>
          <a:noFill/>
        </p:spPr>
        <p:txBody>
          <a:bodyPr wrap="square" rtlCol="0">
            <a:spAutoFit/>
          </a:bodyPr>
          <a:lstStyle/>
          <a:p>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Azure Database</a:t>
            </a:r>
          </a:p>
          <a:p>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for PostgreSQL</a:t>
            </a:r>
            <a:endPar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86077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9AF8B0D3-A1EB-4A71-9460-1301794494C7}"/>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dirty="0">
                <a:solidFill>
                  <a:srgbClr val="1F2937"/>
                </a:solidFill>
                <a:latin typeface="Meiryo UI"/>
                <a:ea typeface="Meiryo UI"/>
                <a:cs typeface="Meiryo UI"/>
              </a:rPr>
              <a:t>SPA </a:t>
            </a:r>
            <a:r>
              <a:rPr lang="en-US" sz="2100" b="1" dirty="0">
                <a:solidFill>
                  <a:srgbClr val="1F2937"/>
                </a:solidFill>
                <a:latin typeface="Meiryo UI"/>
                <a:ea typeface="Meiryo UI"/>
                <a:cs typeface="Meiryo UI"/>
              </a:rPr>
              <a:t>(Single Page Application) </a:t>
            </a:r>
            <a:r>
              <a:rPr sz="2100" b="1" dirty="0" err="1">
                <a:solidFill>
                  <a:srgbClr val="1F2937"/>
                </a:solidFill>
                <a:latin typeface="Meiryo UI"/>
                <a:ea typeface="Meiryo UI"/>
                <a:cs typeface="Meiryo UI"/>
              </a:rPr>
              <a:t>という別の見方</a:t>
            </a:r>
            <a:endParaRPr sz="2100"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072D8A56-C8B7-4553-A5FD-E544AA066D6B}"/>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4" name="正方形/長方形 3">
            <a:extLst>
              <a:ext uri="{FF2B5EF4-FFF2-40B4-BE49-F238E27FC236}">
                <a16:creationId xmlns:a16="http://schemas.microsoft.com/office/drawing/2014/main" id="{BA517090-CA53-4163-A713-F70BEC65710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4FA6F108-B74A-40A0-9FE2-46344442F6ED}"/>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SPA では画面表示の多くをブラウザー側で行い、静的ホスティング、API、データサービスを組み合わせる構成として Web 3層とは別の見方をします。</a:t>
            </a:r>
          </a:p>
        </p:txBody>
      </p:sp>
      <p:sp>
        <p:nvSpPr>
          <p:cNvPr id="6" name="正方形/長方形 5">
            <a:extLst>
              <a:ext uri="{FF2B5EF4-FFF2-40B4-BE49-F238E27FC236}">
                <a16:creationId xmlns:a16="http://schemas.microsoft.com/office/drawing/2014/main" id="{A6F296C9-8E4B-423B-A20A-8E9F45370B9B}"/>
              </a:ext>
            </a:extLst>
          </p:cNvPr>
          <p:cNvSpPr>
            <a:spLocks noGrp="1"/>
          </p:cNvSpPr>
          <p:nvPr/>
        </p:nvSpPr>
        <p:spPr>
          <a:xfrm>
            <a:off x="685800" y="2038350"/>
            <a:ext cx="10820400" cy="4419600"/>
          </a:xfrm>
          <a:prstGeom prst="rect">
            <a:avLst/>
          </a:prstGeom>
          <a:solidFill>
            <a:srgbClr val="FFFFFF"/>
          </a:solidFill>
          <a:ln w="9525">
            <a:solidFill>
              <a:srgbClr val="D0D5DD"/>
            </a:solidFill>
            <a:prstDash val="solid"/>
          </a:ln>
        </p:spPr>
        <p:txBody>
          <a:bodyPr/>
          <a:lstStyle/>
          <a:p>
            <a:endParaRPr lang="ja-JP" altLang="en-US"/>
          </a:p>
        </p:txBody>
      </p:sp>
      <p:sp>
        <p:nvSpPr>
          <p:cNvPr id="10" name="角丸四角形 9">
            <a:extLst>
              <a:ext uri="{FF2B5EF4-FFF2-40B4-BE49-F238E27FC236}">
                <a16:creationId xmlns:a16="http://schemas.microsoft.com/office/drawing/2014/main" id="{B2223AF9-89AB-106D-4423-2D43A0025846}"/>
              </a:ext>
            </a:extLst>
          </p:cNvPr>
          <p:cNvSpPr/>
          <p:nvPr/>
        </p:nvSpPr>
        <p:spPr>
          <a:xfrm>
            <a:off x="6231108" y="2198132"/>
            <a:ext cx="4219896" cy="4100035"/>
          </a:xfrm>
          <a:prstGeom prst="roundRect">
            <a:avLst>
              <a:gd name="adj" fmla="val 4017"/>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3890020E-88CF-CA08-3817-FF1797317017}"/>
              </a:ext>
            </a:extLst>
          </p:cNvPr>
          <p:cNvSpPr/>
          <p:nvPr/>
        </p:nvSpPr>
        <p:spPr>
          <a:xfrm>
            <a:off x="6430855" y="2300345"/>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9CD43104-F704-7DFF-8756-94D3A0DDE845}"/>
              </a:ext>
            </a:extLst>
          </p:cNvPr>
          <p:cNvSpPr txBox="1"/>
          <p:nvPr/>
        </p:nvSpPr>
        <p:spPr>
          <a:xfrm>
            <a:off x="6941564" y="5923525"/>
            <a:ext cx="2783674" cy="369332"/>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p>
        </p:txBody>
      </p:sp>
      <p:sp>
        <p:nvSpPr>
          <p:cNvPr id="13" name="角丸四角形 12">
            <a:extLst>
              <a:ext uri="{FF2B5EF4-FFF2-40B4-BE49-F238E27FC236}">
                <a16:creationId xmlns:a16="http://schemas.microsoft.com/office/drawing/2014/main" id="{C423C67B-5A26-C795-FB67-B52CAFBEDAF2}"/>
              </a:ext>
            </a:extLst>
          </p:cNvPr>
          <p:cNvSpPr/>
          <p:nvPr/>
        </p:nvSpPr>
        <p:spPr>
          <a:xfrm>
            <a:off x="6430855" y="4253474"/>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角丸四角形 13">
            <a:extLst>
              <a:ext uri="{FF2B5EF4-FFF2-40B4-BE49-F238E27FC236}">
                <a16:creationId xmlns:a16="http://schemas.microsoft.com/office/drawing/2014/main" id="{F18FB295-1F30-FA2F-4CD0-AC6FA509972E}"/>
              </a:ext>
            </a:extLst>
          </p:cNvPr>
          <p:cNvSpPr/>
          <p:nvPr/>
        </p:nvSpPr>
        <p:spPr>
          <a:xfrm>
            <a:off x="8599441" y="4253474"/>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A09F92AB-C465-D9E8-44B4-0C7AFE62E903}"/>
              </a:ext>
            </a:extLst>
          </p:cNvPr>
          <p:cNvSpPr txBox="1"/>
          <p:nvPr/>
        </p:nvSpPr>
        <p:spPr>
          <a:xfrm>
            <a:off x="6832547" y="2433307"/>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16" name="テキスト ボックス 15">
            <a:extLst>
              <a:ext uri="{FF2B5EF4-FFF2-40B4-BE49-F238E27FC236}">
                <a16:creationId xmlns:a16="http://schemas.microsoft.com/office/drawing/2014/main" id="{6EA262DB-FB5D-AD19-F9D4-12C64CD40B38}"/>
              </a:ext>
            </a:extLst>
          </p:cNvPr>
          <p:cNvSpPr txBox="1"/>
          <p:nvPr/>
        </p:nvSpPr>
        <p:spPr>
          <a:xfrm>
            <a:off x="6761822" y="4355684"/>
            <a:ext cx="1149035"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AP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17" name="テキスト ボックス 16">
            <a:extLst>
              <a:ext uri="{FF2B5EF4-FFF2-40B4-BE49-F238E27FC236}">
                <a16:creationId xmlns:a16="http://schemas.microsoft.com/office/drawing/2014/main" id="{8334B561-654C-A193-3079-A299BD83E216}"/>
              </a:ext>
            </a:extLst>
          </p:cNvPr>
          <p:cNvSpPr txBox="1"/>
          <p:nvPr/>
        </p:nvSpPr>
        <p:spPr>
          <a:xfrm>
            <a:off x="9027200" y="4347614"/>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DB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18" name="角丸四角形 17">
            <a:extLst>
              <a:ext uri="{FF2B5EF4-FFF2-40B4-BE49-F238E27FC236}">
                <a16:creationId xmlns:a16="http://schemas.microsoft.com/office/drawing/2014/main" id="{537892F5-1B05-7520-43DC-CB63DE04A448}"/>
              </a:ext>
            </a:extLst>
          </p:cNvPr>
          <p:cNvSpPr/>
          <p:nvPr/>
        </p:nvSpPr>
        <p:spPr>
          <a:xfrm>
            <a:off x="1117861" y="3593470"/>
            <a:ext cx="1553851" cy="147997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F8D86863-8FFA-6A9F-757B-020898325A7B}"/>
              </a:ext>
            </a:extLst>
          </p:cNvPr>
          <p:cNvSpPr txBox="1"/>
          <p:nvPr/>
        </p:nvSpPr>
        <p:spPr>
          <a:xfrm>
            <a:off x="1225484" y="3686894"/>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cxnSp>
        <p:nvCxnSpPr>
          <p:cNvPr id="20" name="直線コネクタ 19">
            <a:extLst>
              <a:ext uri="{FF2B5EF4-FFF2-40B4-BE49-F238E27FC236}">
                <a16:creationId xmlns:a16="http://schemas.microsoft.com/office/drawing/2014/main" id="{0B292D5E-FCE7-1DC1-8650-3DAA0A70841D}"/>
              </a:ext>
            </a:extLst>
          </p:cNvPr>
          <p:cNvCxnSpPr>
            <a:cxnSpLocks/>
          </p:cNvCxnSpPr>
          <p:nvPr/>
        </p:nvCxnSpPr>
        <p:spPr>
          <a:xfrm flipV="1">
            <a:off x="2770735" y="2448232"/>
            <a:ext cx="3551407" cy="1087484"/>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A68039C6-24C4-9F76-83C0-81E7C45510E9}"/>
              </a:ext>
            </a:extLst>
          </p:cNvPr>
          <p:cNvSpPr txBox="1"/>
          <p:nvPr/>
        </p:nvSpPr>
        <p:spPr>
          <a:xfrm>
            <a:off x="3518459" y="2706463"/>
            <a:ext cx="1295665" cy="261610"/>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1. 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sp>
        <p:nvSpPr>
          <p:cNvPr id="22" name="テキスト ボックス 21">
            <a:extLst>
              <a:ext uri="{FF2B5EF4-FFF2-40B4-BE49-F238E27FC236}">
                <a16:creationId xmlns:a16="http://schemas.microsoft.com/office/drawing/2014/main" id="{C4D169F9-AC0A-9CD9-8AA2-3216AEE6D0AE}"/>
              </a:ext>
            </a:extLst>
          </p:cNvPr>
          <p:cNvSpPr txBox="1"/>
          <p:nvPr/>
        </p:nvSpPr>
        <p:spPr>
          <a:xfrm>
            <a:off x="6435595" y="2904366"/>
            <a:ext cx="1708657" cy="769441"/>
          </a:xfrm>
          <a:prstGeom prst="rect">
            <a:avLst/>
          </a:prstGeom>
          <a:noFill/>
        </p:spPr>
        <p:txBody>
          <a:bodyPr wrap="square" rtlCol="0">
            <a:spAutoFit/>
          </a:bodyPr>
          <a:lstStyle/>
          <a:p>
            <a:pPr marL="171450" indent="-171450">
              <a:buFont typeface="Arial" panose="020B0604020202020204" pitchFamily="34" charset="0"/>
              <a:buChar char="•"/>
            </a:pP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リクエストの受付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リクエストごとに静的、動的レスポンスの判断</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レスポンスの返却</a:t>
            </a:r>
          </a:p>
        </p:txBody>
      </p:sp>
      <p:sp>
        <p:nvSpPr>
          <p:cNvPr id="23" name="テキスト ボックス 22">
            <a:extLst>
              <a:ext uri="{FF2B5EF4-FFF2-40B4-BE49-F238E27FC236}">
                <a16:creationId xmlns:a16="http://schemas.microsoft.com/office/drawing/2014/main" id="{E3221FB9-FA8C-E7E8-8377-9E489B0326EE}"/>
              </a:ext>
            </a:extLst>
          </p:cNvPr>
          <p:cNvSpPr txBox="1"/>
          <p:nvPr/>
        </p:nvSpPr>
        <p:spPr>
          <a:xfrm>
            <a:off x="6454319" y="4850514"/>
            <a:ext cx="1708657" cy="600164"/>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ビジネスロジック</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プログラム</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に従った処理による動的レスポンスの作成</a:t>
            </a:r>
          </a:p>
        </p:txBody>
      </p:sp>
      <p:cxnSp>
        <p:nvCxnSpPr>
          <p:cNvPr id="24" name="直線コネクタ 23">
            <a:extLst>
              <a:ext uri="{FF2B5EF4-FFF2-40B4-BE49-F238E27FC236}">
                <a16:creationId xmlns:a16="http://schemas.microsoft.com/office/drawing/2014/main" id="{838EE6B2-792B-472A-5604-EC6C0D462091}"/>
              </a:ext>
            </a:extLst>
          </p:cNvPr>
          <p:cNvCxnSpPr>
            <a:cxnSpLocks/>
          </p:cNvCxnSpPr>
          <p:nvPr/>
        </p:nvCxnSpPr>
        <p:spPr>
          <a:xfrm>
            <a:off x="1894786" y="5150596"/>
            <a:ext cx="454910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8BD124C4-6642-078C-1A40-392D60EA0F0A}"/>
              </a:ext>
            </a:extLst>
          </p:cNvPr>
          <p:cNvCxnSpPr>
            <a:cxnSpLocks/>
          </p:cNvCxnSpPr>
          <p:nvPr/>
        </p:nvCxnSpPr>
        <p:spPr>
          <a:xfrm>
            <a:off x="8186442" y="4817689"/>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21835709-845E-E546-2086-86DE1DCB31FF}"/>
              </a:ext>
            </a:extLst>
          </p:cNvPr>
          <p:cNvSpPr txBox="1"/>
          <p:nvPr/>
        </p:nvSpPr>
        <p:spPr>
          <a:xfrm>
            <a:off x="7861903" y="4203823"/>
            <a:ext cx="1000958" cy="577081"/>
          </a:xfrm>
          <a:prstGeom prst="rect">
            <a:avLst/>
          </a:prstGeom>
          <a:noFill/>
        </p:spPr>
        <p:txBody>
          <a:bodyPr wrap="square" rtlCol="0">
            <a:spAutoFit/>
          </a:bodyPr>
          <a:lstStyle/>
          <a:p>
            <a:pPr algn="ctr"/>
            <a:r>
              <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rPr>
              <a:t>5. </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データ処理</a:t>
            </a:r>
            <a:endPar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リクエスト</a:t>
            </a:r>
            <a:endPar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rPr>
              <a:t> (CRUD</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操作</a:t>
            </a:r>
            <a:r>
              <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rPr>
              <a:t>)</a:t>
            </a:r>
          </a:p>
        </p:txBody>
      </p:sp>
      <p:cxnSp>
        <p:nvCxnSpPr>
          <p:cNvPr id="28" name="直線コネクタ 27">
            <a:extLst>
              <a:ext uri="{FF2B5EF4-FFF2-40B4-BE49-F238E27FC236}">
                <a16:creationId xmlns:a16="http://schemas.microsoft.com/office/drawing/2014/main" id="{A0FE92BD-8745-2C6E-3F26-FA47F20BF0D8}"/>
              </a:ext>
            </a:extLst>
          </p:cNvPr>
          <p:cNvCxnSpPr>
            <a:cxnSpLocks/>
          </p:cNvCxnSpPr>
          <p:nvPr/>
        </p:nvCxnSpPr>
        <p:spPr>
          <a:xfrm flipH="1">
            <a:off x="8186441" y="5328308"/>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EB144684-4EF0-3B2D-6C1F-FF74CF5E60E3}"/>
              </a:ext>
            </a:extLst>
          </p:cNvPr>
          <p:cNvCxnSpPr>
            <a:cxnSpLocks/>
          </p:cNvCxnSpPr>
          <p:nvPr/>
        </p:nvCxnSpPr>
        <p:spPr>
          <a:xfrm flipH="1">
            <a:off x="1553497" y="5328308"/>
            <a:ext cx="4864853" cy="0"/>
          </a:xfrm>
          <a:prstGeom prst="line">
            <a:avLst/>
          </a:prstGeom>
          <a:ln w="44450">
            <a:tailEnd type="none"/>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0C0A4385-5F71-A4F9-43C7-997BB6577132}"/>
              </a:ext>
            </a:extLst>
          </p:cNvPr>
          <p:cNvCxnSpPr>
            <a:cxnSpLocks/>
          </p:cNvCxnSpPr>
          <p:nvPr/>
        </p:nvCxnSpPr>
        <p:spPr>
          <a:xfrm flipH="1">
            <a:off x="2746050" y="2621359"/>
            <a:ext cx="3576092" cy="1149155"/>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B79C8EC1-7322-C1B5-73D0-7BCAC8FC3C3B}"/>
              </a:ext>
            </a:extLst>
          </p:cNvPr>
          <p:cNvSpPr txBox="1"/>
          <p:nvPr/>
        </p:nvSpPr>
        <p:spPr>
          <a:xfrm>
            <a:off x="4230758" y="3087838"/>
            <a:ext cx="1880650" cy="261610"/>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2. 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endPar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endParaRPr>
          </a:p>
        </p:txBody>
      </p:sp>
      <p:sp>
        <p:nvSpPr>
          <p:cNvPr id="32" name="テキスト ボックス 31">
            <a:extLst>
              <a:ext uri="{FF2B5EF4-FFF2-40B4-BE49-F238E27FC236}">
                <a16:creationId xmlns:a16="http://schemas.microsoft.com/office/drawing/2014/main" id="{F9CFF6B5-013C-5E81-81B5-4781CC85D35F}"/>
              </a:ext>
            </a:extLst>
          </p:cNvPr>
          <p:cNvSpPr txBox="1"/>
          <p:nvPr/>
        </p:nvSpPr>
        <p:spPr>
          <a:xfrm>
            <a:off x="8576104" y="4830555"/>
            <a:ext cx="1708657" cy="938719"/>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データの永続化、保存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データの検索</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データの作成</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データの更新</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データの削除</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3" name="テキスト ボックス 32">
            <a:extLst>
              <a:ext uri="{FF2B5EF4-FFF2-40B4-BE49-F238E27FC236}">
                <a16:creationId xmlns:a16="http://schemas.microsoft.com/office/drawing/2014/main" id="{D6F85382-F95E-9AB0-EA8D-C612F1BC2807}"/>
              </a:ext>
            </a:extLst>
          </p:cNvPr>
          <p:cNvSpPr txBox="1"/>
          <p:nvPr/>
        </p:nvSpPr>
        <p:spPr>
          <a:xfrm>
            <a:off x="8041649" y="5391127"/>
            <a:ext cx="678096" cy="415498"/>
          </a:xfrm>
          <a:prstGeom prst="rect">
            <a:avLst/>
          </a:prstGeom>
          <a:noFill/>
        </p:spPr>
        <p:txBody>
          <a:bodyPr wrap="square" rtlCol="0">
            <a:spAutoFit/>
          </a:bodyPr>
          <a:lstStyle/>
          <a:p>
            <a:pPr algn="ctr"/>
            <a:r>
              <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rPr>
              <a:t>6. </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データ応答</a:t>
            </a:r>
          </a:p>
        </p:txBody>
      </p:sp>
      <p:sp>
        <p:nvSpPr>
          <p:cNvPr id="34" name="テキスト ボックス 33">
            <a:extLst>
              <a:ext uri="{FF2B5EF4-FFF2-40B4-BE49-F238E27FC236}">
                <a16:creationId xmlns:a16="http://schemas.microsoft.com/office/drawing/2014/main" id="{815987F6-B7E2-1608-15FF-BF8E2D1EF7BC}"/>
              </a:ext>
            </a:extLst>
          </p:cNvPr>
          <p:cNvSpPr txBox="1"/>
          <p:nvPr/>
        </p:nvSpPr>
        <p:spPr>
          <a:xfrm>
            <a:off x="1553497" y="5413252"/>
            <a:ext cx="961532" cy="253916"/>
          </a:xfrm>
          <a:prstGeom prst="rect">
            <a:avLst/>
          </a:prstGeom>
          <a:noFill/>
        </p:spPr>
        <p:txBody>
          <a:bodyPr wrap="square" rtlCol="0">
            <a:spAutoFit/>
          </a:bodyPr>
          <a:lstStyle/>
          <a:p>
            <a:pPr algn="ctr"/>
            <a:r>
              <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rPr>
              <a:t>7. </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sp>
        <p:nvSpPr>
          <p:cNvPr id="42" name="角丸四角形 41">
            <a:extLst>
              <a:ext uri="{FF2B5EF4-FFF2-40B4-BE49-F238E27FC236}">
                <a16:creationId xmlns:a16="http://schemas.microsoft.com/office/drawing/2014/main" id="{4F6A4D1B-1201-C796-82D7-983241EB537D}"/>
              </a:ext>
            </a:extLst>
          </p:cNvPr>
          <p:cNvSpPr/>
          <p:nvPr/>
        </p:nvSpPr>
        <p:spPr>
          <a:xfrm>
            <a:off x="8599441" y="2298369"/>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8BECD393-EAA2-2AFF-73F5-85D7B1EFF9C3}"/>
              </a:ext>
            </a:extLst>
          </p:cNvPr>
          <p:cNvSpPr txBox="1"/>
          <p:nvPr/>
        </p:nvSpPr>
        <p:spPr>
          <a:xfrm>
            <a:off x="8622904" y="2320368"/>
            <a:ext cx="1708657" cy="523220"/>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ストレージ</a:t>
            </a:r>
            <a:endParaRPr kumimoji="1"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en-US" altLang="ja-JP" sz="10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000">
                <a:solidFill>
                  <a:schemeClr val="tx1">
                    <a:lumMod val="75000"/>
                    <a:lumOff val="25000"/>
                  </a:schemeClr>
                </a:solidFill>
                <a:latin typeface="Yu Gothic UI" panose="020B0500000000000000" pitchFamily="34" charset="-128"/>
                <a:ea typeface="Yu Gothic UI" panose="020B0500000000000000" pitchFamily="34" charset="-128"/>
              </a:rPr>
              <a:t>内蔵ディスクや外部ストレージ</a:t>
            </a:r>
            <a:r>
              <a:rPr kumimoji="1" lang="en-US" altLang="ja-JP" sz="1000">
                <a:solidFill>
                  <a:schemeClr val="tx1">
                    <a:lumMod val="75000"/>
                    <a:lumOff val="25000"/>
                  </a:schemeClr>
                </a:solidFill>
                <a:latin typeface="Yu Gothic UI" panose="020B0500000000000000" pitchFamily="34" charset="-128"/>
                <a:ea typeface="Yu Gothic UI" panose="020B0500000000000000" pitchFamily="34" charset="-128"/>
              </a:rPr>
              <a:t>)</a:t>
            </a:r>
            <a:endParaRPr kumimoji="1" lang="ja-JP" altLang="en-US" sz="10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4" name="角丸四角形 43">
            <a:extLst>
              <a:ext uri="{FF2B5EF4-FFF2-40B4-BE49-F238E27FC236}">
                <a16:creationId xmlns:a16="http://schemas.microsoft.com/office/drawing/2014/main" id="{4447CE4D-7288-D3FD-323D-5E2031978955}"/>
              </a:ext>
            </a:extLst>
          </p:cNvPr>
          <p:cNvSpPr/>
          <p:nvPr/>
        </p:nvSpPr>
        <p:spPr>
          <a:xfrm>
            <a:off x="8751841" y="2925729"/>
            <a:ext cx="1483486" cy="81651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6119E191-C7C0-9873-5C15-159DB3730F3A}"/>
              </a:ext>
            </a:extLst>
          </p:cNvPr>
          <p:cNvSpPr txBox="1"/>
          <p:nvPr/>
        </p:nvSpPr>
        <p:spPr>
          <a:xfrm>
            <a:off x="8662113" y="2937728"/>
            <a:ext cx="1708657" cy="754053"/>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静的コンテンツ</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spcBef>
                <a:spcPts val="600"/>
              </a:spcBef>
            </a:pPr>
            <a:r>
              <a:rPr kumimoji="1" lang="en-US" altLang="ja-JP" sz="1000" dirty="0">
                <a:solidFill>
                  <a:schemeClr val="tx1">
                    <a:lumMod val="75000"/>
                    <a:lumOff val="25000"/>
                  </a:schemeClr>
                </a:solidFill>
                <a:latin typeface="Yu Gothic UI" panose="020B0500000000000000" pitchFamily="34" charset="-128"/>
                <a:ea typeface="Yu Gothic UI" panose="020B0500000000000000" pitchFamily="34" charset="-128"/>
              </a:rPr>
              <a:t>HTML /CSS /</a:t>
            </a:r>
            <a:r>
              <a:rPr kumimoji="1" lang="ja-JP" altLang="en-US" sz="1000">
                <a:solidFill>
                  <a:schemeClr val="tx1">
                    <a:lumMod val="75000"/>
                    <a:lumOff val="25000"/>
                  </a:schemeClr>
                </a:solidFill>
                <a:latin typeface="Yu Gothic UI" panose="020B0500000000000000" pitchFamily="34" charset="-128"/>
                <a:ea typeface="Yu Gothic UI" panose="020B0500000000000000" pitchFamily="34" charset="-128"/>
              </a:rPr>
              <a:t>画像</a:t>
            </a:r>
            <a:r>
              <a:rPr kumimoji="1" lang="en-US" altLang="ja-JP" sz="1000" dirty="0">
                <a:solidFill>
                  <a:schemeClr val="tx1">
                    <a:lumMod val="75000"/>
                    <a:lumOff val="25000"/>
                  </a:schemeClr>
                </a:solidFill>
                <a:latin typeface="Yu Gothic UI" panose="020B0500000000000000" pitchFamily="34" charset="-128"/>
                <a:ea typeface="Yu Gothic UI" panose="020B0500000000000000" pitchFamily="34" charset="-128"/>
              </a:rPr>
              <a:t>/JavaScript</a:t>
            </a:r>
          </a:p>
        </p:txBody>
      </p:sp>
      <p:sp>
        <p:nvSpPr>
          <p:cNvPr id="46" name="フローチャート: 書類 45">
            <a:extLst>
              <a:ext uri="{FF2B5EF4-FFF2-40B4-BE49-F238E27FC236}">
                <a16:creationId xmlns:a16="http://schemas.microsoft.com/office/drawing/2014/main" id="{DCECF477-4894-2C85-A374-D0D36EF2E973}"/>
              </a:ext>
            </a:extLst>
          </p:cNvPr>
          <p:cNvSpPr/>
          <p:nvPr/>
        </p:nvSpPr>
        <p:spPr>
          <a:xfrm>
            <a:off x="5048833" y="3349245"/>
            <a:ext cx="998733" cy="461581"/>
          </a:xfrm>
          <a:prstGeom prst="flowChartDocument">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テキスト ボックス 46">
            <a:extLst>
              <a:ext uri="{FF2B5EF4-FFF2-40B4-BE49-F238E27FC236}">
                <a16:creationId xmlns:a16="http://schemas.microsoft.com/office/drawing/2014/main" id="{F52CE91A-E093-91E5-AE71-33FE11BC696A}"/>
              </a:ext>
            </a:extLst>
          </p:cNvPr>
          <p:cNvSpPr txBox="1"/>
          <p:nvPr/>
        </p:nvSpPr>
        <p:spPr>
          <a:xfrm>
            <a:off x="5101272" y="3357384"/>
            <a:ext cx="880144" cy="430887"/>
          </a:xfrm>
          <a:prstGeom prst="rect">
            <a:avLst/>
          </a:prstGeom>
          <a:noFill/>
        </p:spPr>
        <p:txBody>
          <a:bodyPr wrap="square" rtlCol="0">
            <a:spAutoFit/>
          </a:bodyPr>
          <a:lstStyle/>
          <a:p>
            <a:pPr algn="ct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静的</a:t>
            </a:r>
            <a:b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b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コンテンツ</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9" name="角丸四角形 48">
            <a:extLst>
              <a:ext uri="{FF2B5EF4-FFF2-40B4-BE49-F238E27FC236}">
                <a16:creationId xmlns:a16="http://schemas.microsoft.com/office/drawing/2014/main" id="{240B4C9D-5FEC-F23F-EF64-3C2021476FC4}"/>
              </a:ext>
            </a:extLst>
          </p:cNvPr>
          <p:cNvSpPr/>
          <p:nvPr/>
        </p:nvSpPr>
        <p:spPr>
          <a:xfrm>
            <a:off x="1270503" y="4149650"/>
            <a:ext cx="1293587" cy="81651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7C2E0369-4A20-265F-F796-5566E705E40D}"/>
              </a:ext>
            </a:extLst>
          </p:cNvPr>
          <p:cNvSpPr txBox="1"/>
          <p:nvPr/>
        </p:nvSpPr>
        <p:spPr>
          <a:xfrm>
            <a:off x="1270503" y="4188574"/>
            <a:ext cx="1293588" cy="646331"/>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フロントエンドアプリ</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1" name="円弧 50">
            <a:extLst>
              <a:ext uri="{FF2B5EF4-FFF2-40B4-BE49-F238E27FC236}">
                <a16:creationId xmlns:a16="http://schemas.microsoft.com/office/drawing/2014/main" id="{F4F6BC3A-B380-C884-8256-E967417557FA}"/>
              </a:ext>
            </a:extLst>
          </p:cNvPr>
          <p:cNvSpPr/>
          <p:nvPr/>
        </p:nvSpPr>
        <p:spPr>
          <a:xfrm>
            <a:off x="2564090" y="4159442"/>
            <a:ext cx="559196" cy="557504"/>
          </a:xfrm>
          <a:prstGeom prst="arc">
            <a:avLst>
              <a:gd name="adj1" fmla="val 13183720"/>
              <a:gd name="adj2" fmla="val 8698786"/>
            </a:avLst>
          </a:prstGeom>
          <a:ln w="4445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E13F294D-4F89-D190-50DA-23E7C89836AA}"/>
              </a:ext>
            </a:extLst>
          </p:cNvPr>
          <p:cNvSpPr txBox="1"/>
          <p:nvPr/>
        </p:nvSpPr>
        <p:spPr>
          <a:xfrm>
            <a:off x="3146284" y="3666157"/>
            <a:ext cx="1880650" cy="1277273"/>
          </a:xfrm>
          <a:prstGeom prst="rect">
            <a:avLst/>
          </a:prstGeom>
          <a:noFill/>
        </p:spPr>
        <p:txBody>
          <a:bodyPr wrap="square" rtlCol="0">
            <a:spAutoFit/>
          </a:bodyPr>
          <a:lstStyle/>
          <a:p>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3.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静的コンテンツに含まれる</a:t>
            </a: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 JavaScript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が読み込まれ、フロントエンドアプリとして機能する。</a:t>
            </a:r>
            <a:endPar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画面の描画や指定された</a:t>
            </a: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 API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へのアクセスを行う。</a:t>
            </a:r>
            <a:endPar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endParaRPr>
          </a:p>
          <a:p>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8.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受け取った内容に応じて画面を更新</a:t>
            </a:r>
            <a:endPar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endParaRPr>
          </a:p>
        </p:txBody>
      </p:sp>
      <p:cxnSp>
        <p:nvCxnSpPr>
          <p:cNvPr id="54" name="直線コネクタ 53">
            <a:extLst>
              <a:ext uri="{FF2B5EF4-FFF2-40B4-BE49-F238E27FC236}">
                <a16:creationId xmlns:a16="http://schemas.microsoft.com/office/drawing/2014/main" id="{1B9D43D3-9D92-22CA-7119-EA0ED3CF56B4}"/>
              </a:ext>
            </a:extLst>
          </p:cNvPr>
          <p:cNvCxnSpPr>
            <a:cxnSpLocks/>
          </p:cNvCxnSpPr>
          <p:nvPr/>
        </p:nvCxnSpPr>
        <p:spPr>
          <a:xfrm flipV="1">
            <a:off x="1573162" y="4969523"/>
            <a:ext cx="0" cy="362145"/>
          </a:xfrm>
          <a:prstGeom prst="line">
            <a:avLst/>
          </a:prstGeom>
          <a:ln w="4445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95E1B283-3FD4-71BC-2FC3-CCD64272F7C2}"/>
              </a:ext>
            </a:extLst>
          </p:cNvPr>
          <p:cNvCxnSpPr>
            <a:cxnSpLocks/>
            <a:endCxn id="49" idx="2"/>
          </p:cNvCxnSpPr>
          <p:nvPr/>
        </p:nvCxnSpPr>
        <p:spPr>
          <a:xfrm flipV="1">
            <a:off x="1917296" y="4966163"/>
            <a:ext cx="1" cy="184433"/>
          </a:xfrm>
          <a:prstGeom prst="line">
            <a:avLst/>
          </a:prstGeom>
          <a:ln w="44450">
            <a:tailEnd type="none"/>
          </a:ln>
        </p:spPr>
        <p:style>
          <a:lnRef idx="1">
            <a:schemeClr val="accent1"/>
          </a:lnRef>
          <a:fillRef idx="0">
            <a:schemeClr val="accent1"/>
          </a:fillRef>
          <a:effectRef idx="0">
            <a:schemeClr val="accent1"/>
          </a:effectRef>
          <a:fontRef idx="minor">
            <a:schemeClr val="tx1"/>
          </a:fontRef>
        </p:style>
      </p:cxnSp>
      <p:sp>
        <p:nvSpPr>
          <p:cNvPr id="64" name="テキスト ボックス 63">
            <a:extLst>
              <a:ext uri="{FF2B5EF4-FFF2-40B4-BE49-F238E27FC236}">
                <a16:creationId xmlns:a16="http://schemas.microsoft.com/office/drawing/2014/main" id="{3406E1E6-E198-DC98-A308-F0EBF1AD1679}"/>
              </a:ext>
            </a:extLst>
          </p:cNvPr>
          <p:cNvSpPr txBox="1"/>
          <p:nvPr/>
        </p:nvSpPr>
        <p:spPr>
          <a:xfrm>
            <a:off x="3131697" y="4883846"/>
            <a:ext cx="2675092" cy="261610"/>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4.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画面の操作、状態に従って</a:t>
            </a: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 API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にアクセス</a:t>
            </a:r>
            <a:endPar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86077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E7F19E1F-0A3E-47FE-9F83-1539C37A1829}"/>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RDBMS と NoSQL</a:t>
            </a:r>
          </a:p>
        </p:txBody>
      </p:sp>
      <p:sp>
        <p:nvSpPr>
          <p:cNvPr id="2" name="正方形/長方形 1">
            <a:extLst>
              <a:ext uri="{FF2B5EF4-FFF2-40B4-BE49-F238E27FC236}">
                <a16:creationId xmlns:a16="http://schemas.microsoft.com/office/drawing/2014/main" id="{C338B5DA-CD13-47E3-B52F-ABE864A137B0}"/>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E03CB407-A6AF-4389-AFAB-4ADDDF014875}"/>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30</a:t>
            </a:r>
          </a:p>
        </p:txBody>
      </p:sp>
      <p:sp>
        <p:nvSpPr>
          <p:cNvPr id="4" name="正方形/長方形 3">
            <a:extLst>
              <a:ext uri="{FF2B5EF4-FFF2-40B4-BE49-F238E27FC236}">
                <a16:creationId xmlns:a16="http://schemas.microsoft.com/office/drawing/2014/main" id="{80B7B5D9-9A7B-4842-9CD9-B98BD4C5E51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1AFE8EDF-E74A-433E-B76D-F30C24338CDD}"/>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データベースはすべて同じではなく、表形式で整合性を重視する RDBMS と、柔軟なデータ構造や分散を得意とする NoSQL を使い分けます。</a:t>
            </a:r>
          </a:p>
        </p:txBody>
      </p:sp>
      <p:sp>
        <p:nvSpPr>
          <p:cNvPr id="6" name="正方形/長方形 5">
            <a:extLst>
              <a:ext uri="{FF2B5EF4-FFF2-40B4-BE49-F238E27FC236}">
                <a16:creationId xmlns:a16="http://schemas.microsoft.com/office/drawing/2014/main" id="{EF0372E8-4C9D-4506-9C83-A99DA7F65A1F}"/>
              </a:ext>
            </a:extLst>
          </p:cNvPr>
          <p:cNvSpPr>
            <a:spLocks noGrp="1"/>
          </p:cNvSpPr>
          <p:nvPr/>
        </p:nvSpPr>
        <p:spPr>
          <a:xfrm>
            <a:off x="876300" y="2114550"/>
            <a:ext cx="3479800" cy="438150"/>
          </a:xfrm>
          <a:prstGeom prst="rect">
            <a:avLst/>
          </a:prstGeom>
          <a:solidFill>
            <a:srgbClr val="244A8F"/>
          </a:solidFill>
          <a:ln w="11430">
            <a:solidFill>
              <a:srgbClr val="FFFFFF"/>
            </a:solidFill>
            <a:prstDash val="solid"/>
          </a:ln>
        </p:spPr>
        <p:txBody>
          <a:bodyPr/>
          <a:lstStyle/>
          <a:p>
            <a:endParaRPr lang="ja-JP" altLang="en-US" sz="1600"/>
          </a:p>
        </p:txBody>
      </p:sp>
      <p:sp>
        <p:nvSpPr>
          <p:cNvPr id="7" name="正方形/長方形 6">
            <a:extLst>
              <a:ext uri="{FF2B5EF4-FFF2-40B4-BE49-F238E27FC236}">
                <a16:creationId xmlns:a16="http://schemas.microsoft.com/office/drawing/2014/main" id="{11E9AA62-1FD7-4D01-88A1-1368BE269611}"/>
              </a:ext>
            </a:extLst>
          </p:cNvPr>
          <p:cNvSpPr>
            <a:spLocks noGrp="1"/>
          </p:cNvSpPr>
          <p:nvPr/>
        </p:nvSpPr>
        <p:spPr>
          <a:xfrm>
            <a:off x="952500" y="2171700"/>
            <a:ext cx="33274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a:ea typeface="Yu Gothic UI"/>
                <a:cs typeface="Yu Gothic UI"/>
              </a:rPr>
              <a:t>観点</a:t>
            </a:r>
          </a:p>
        </p:txBody>
      </p:sp>
      <p:sp>
        <p:nvSpPr>
          <p:cNvPr id="8" name="正方形/長方形 7">
            <a:extLst>
              <a:ext uri="{FF2B5EF4-FFF2-40B4-BE49-F238E27FC236}">
                <a16:creationId xmlns:a16="http://schemas.microsoft.com/office/drawing/2014/main" id="{34A109B7-DBD6-42D6-A110-49A0E3F6B440}"/>
              </a:ext>
            </a:extLst>
          </p:cNvPr>
          <p:cNvSpPr>
            <a:spLocks noGrp="1"/>
          </p:cNvSpPr>
          <p:nvPr/>
        </p:nvSpPr>
        <p:spPr>
          <a:xfrm>
            <a:off x="4356100" y="2114550"/>
            <a:ext cx="3479800" cy="438150"/>
          </a:xfrm>
          <a:prstGeom prst="rect">
            <a:avLst/>
          </a:prstGeom>
          <a:solidFill>
            <a:srgbClr val="244A8F"/>
          </a:solidFill>
          <a:ln w="11430">
            <a:solidFill>
              <a:srgbClr val="FFFFFF"/>
            </a:solidFill>
            <a:prstDash val="solid"/>
          </a:ln>
        </p:spPr>
        <p:txBody>
          <a:bodyPr/>
          <a:lstStyle/>
          <a:p>
            <a:endParaRPr lang="ja-JP" altLang="en-US" sz="1600"/>
          </a:p>
        </p:txBody>
      </p:sp>
      <p:sp>
        <p:nvSpPr>
          <p:cNvPr id="9" name="正方形/長方形 8">
            <a:extLst>
              <a:ext uri="{FF2B5EF4-FFF2-40B4-BE49-F238E27FC236}">
                <a16:creationId xmlns:a16="http://schemas.microsoft.com/office/drawing/2014/main" id="{0894450F-4D4A-4236-BED0-B9B8F8549E88}"/>
              </a:ext>
            </a:extLst>
          </p:cNvPr>
          <p:cNvSpPr>
            <a:spLocks noGrp="1"/>
          </p:cNvSpPr>
          <p:nvPr/>
        </p:nvSpPr>
        <p:spPr>
          <a:xfrm>
            <a:off x="4432300" y="2171700"/>
            <a:ext cx="33274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a:ea typeface="Yu Gothic UI"/>
                <a:cs typeface="Yu Gothic UI"/>
              </a:rPr>
              <a:t>RDBMS</a:t>
            </a:r>
          </a:p>
        </p:txBody>
      </p:sp>
      <p:sp>
        <p:nvSpPr>
          <p:cNvPr id="10" name="正方形/長方形 9">
            <a:extLst>
              <a:ext uri="{FF2B5EF4-FFF2-40B4-BE49-F238E27FC236}">
                <a16:creationId xmlns:a16="http://schemas.microsoft.com/office/drawing/2014/main" id="{EBB2432B-F476-4F6E-BCC2-C8BF52E3C271}"/>
              </a:ext>
            </a:extLst>
          </p:cNvPr>
          <p:cNvSpPr>
            <a:spLocks noGrp="1"/>
          </p:cNvSpPr>
          <p:nvPr/>
        </p:nvSpPr>
        <p:spPr>
          <a:xfrm>
            <a:off x="7835900" y="2114550"/>
            <a:ext cx="3479800" cy="438150"/>
          </a:xfrm>
          <a:prstGeom prst="rect">
            <a:avLst/>
          </a:prstGeom>
          <a:solidFill>
            <a:srgbClr val="244A8F"/>
          </a:solidFill>
          <a:ln w="11430">
            <a:solidFill>
              <a:srgbClr val="FFFFFF"/>
            </a:solidFill>
            <a:prstDash val="solid"/>
          </a:ln>
        </p:spPr>
        <p:txBody>
          <a:bodyPr/>
          <a:lstStyle/>
          <a:p>
            <a:endParaRPr lang="ja-JP" altLang="en-US" sz="1600"/>
          </a:p>
        </p:txBody>
      </p:sp>
      <p:sp>
        <p:nvSpPr>
          <p:cNvPr id="11" name="正方形/長方形 10">
            <a:extLst>
              <a:ext uri="{FF2B5EF4-FFF2-40B4-BE49-F238E27FC236}">
                <a16:creationId xmlns:a16="http://schemas.microsoft.com/office/drawing/2014/main" id="{980F72E2-15C7-433F-BFC0-82A91B93214B}"/>
              </a:ext>
            </a:extLst>
          </p:cNvPr>
          <p:cNvSpPr>
            <a:spLocks noGrp="1"/>
          </p:cNvSpPr>
          <p:nvPr/>
        </p:nvSpPr>
        <p:spPr>
          <a:xfrm>
            <a:off x="7912100" y="2171700"/>
            <a:ext cx="33274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a:ea typeface="Yu Gothic UI"/>
                <a:cs typeface="Yu Gothic UI"/>
              </a:rPr>
              <a:t>NoSQL</a:t>
            </a:r>
          </a:p>
        </p:txBody>
      </p:sp>
      <p:sp>
        <p:nvSpPr>
          <p:cNvPr id="12" name="正方形/長方形 11">
            <a:extLst>
              <a:ext uri="{FF2B5EF4-FFF2-40B4-BE49-F238E27FC236}">
                <a16:creationId xmlns:a16="http://schemas.microsoft.com/office/drawing/2014/main" id="{32E0E9AD-4760-454E-A173-14BC8D16AA42}"/>
              </a:ext>
            </a:extLst>
          </p:cNvPr>
          <p:cNvSpPr>
            <a:spLocks noGrp="1"/>
          </p:cNvSpPr>
          <p:nvPr/>
        </p:nvSpPr>
        <p:spPr>
          <a:xfrm>
            <a:off x="876300" y="2552700"/>
            <a:ext cx="3479800" cy="933450"/>
          </a:xfrm>
          <a:prstGeom prst="rect">
            <a:avLst/>
          </a:prstGeom>
          <a:solidFill>
            <a:srgbClr val="EAF1FB"/>
          </a:solidFill>
          <a:ln w="11430">
            <a:solidFill>
              <a:srgbClr val="FFFFFF"/>
            </a:solidFill>
            <a:prstDash val="solid"/>
          </a:ln>
        </p:spPr>
        <p:txBody>
          <a:bodyPr/>
          <a:lstStyle/>
          <a:p>
            <a:endParaRPr lang="ja-JP" altLang="en-US" sz="1600"/>
          </a:p>
        </p:txBody>
      </p:sp>
      <p:sp>
        <p:nvSpPr>
          <p:cNvPr id="13" name="正方形/長方形 12">
            <a:extLst>
              <a:ext uri="{FF2B5EF4-FFF2-40B4-BE49-F238E27FC236}">
                <a16:creationId xmlns:a16="http://schemas.microsoft.com/office/drawing/2014/main" id="{F6F09DBB-F4C6-485D-9AEA-D6A82EFDECBE}"/>
              </a:ext>
            </a:extLst>
          </p:cNvPr>
          <p:cNvSpPr>
            <a:spLocks noGrp="1"/>
          </p:cNvSpPr>
          <p:nvPr/>
        </p:nvSpPr>
        <p:spPr>
          <a:xfrm>
            <a:off x="952500" y="26098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600" b="1">
                <a:solidFill>
                  <a:srgbClr val="344054"/>
                </a:solidFill>
                <a:latin typeface="Yu Gothic UI"/>
                <a:ea typeface="Yu Gothic UI"/>
                <a:cs typeface="Yu Gothic UI"/>
              </a:rPr>
              <a:t>データの形</a:t>
            </a:r>
          </a:p>
        </p:txBody>
      </p:sp>
      <p:sp>
        <p:nvSpPr>
          <p:cNvPr id="14" name="正方形/長方形 13">
            <a:extLst>
              <a:ext uri="{FF2B5EF4-FFF2-40B4-BE49-F238E27FC236}">
                <a16:creationId xmlns:a16="http://schemas.microsoft.com/office/drawing/2014/main" id="{E8462D23-3359-4C6F-8528-B73BD2038C26}"/>
              </a:ext>
            </a:extLst>
          </p:cNvPr>
          <p:cNvSpPr>
            <a:spLocks noGrp="1"/>
          </p:cNvSpPr>
          <p:nvPr/>
        </p:nvSpPr>
        <p:spPr>
          <a:xfrm>
            <a:off x="4356100" y="2552700"/>
            <a:ext cx="3479800" cy="933450"/>
          </a:xfrm>
          <a:prstGeom prst="rect">
            <a:avLst/>
          </a:prstGeom>
          <a:solidFill>
            <a:srgbClr val="FFFFFF"/>
          </a:solidFill>
          <a:ln w="11430">
            <a:solidFill>
              <a:srgbClr val="FFFFFF"/>
            </a:solidFill>
            <a:prstDash val="solid"/>
          </a:ln>
        </p:spPr>
        <p:txBody>
          <a:bodyPr/>
          <a:lstStyle/>
          <a:p>
            <a:endParaRPr lang="ja-JP" altLang="en-US" sz="1600"/>
          </a:p>
        </p:txBody>
      </p:sp>
      <p:sp>
        <p:nvSpPr>
          <p:cNvPr id="15" name="正方形/長方形 14">
            <a:extLst>
              <a:ext uri="{FF2B5EF4-FFF2-40B4-BE49-F238E27FC236}">
                <a16:creationId xmlns:a16="http://schemas.microsoft.com/office/drawing/2014/main" id="{5E0701B4-D35F-41A3-A628-922002358794}"/>
              </a:ext>
            </a:extLst>
          </p:cNvPr>
          <p:cNvSpPr>
            <a:spLocks noGrp="1"/>
          </p:cNvSpPr>
          <p:nvPr/>
        </p:nvSpPr>
        <p:spPr>
          <a:xfrm>
            <a:off x="4432300" y="26098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600" b="0">
                <a:solidFill>
                  <a:srgbClr val="344054"/>
                </a:solidFill>
                <a:latin typeface="Yu Gothic UI"/>
                <a:ea typeface="Yu Gothic UI"/>
                <a:cs typeface="Yu Gothic UI"/>
              </a:rPr>
              <a:t>表、行、列を中心に整理する。</a:t>
            </a:r>
          </a:p>
        </p:txBody>
      </p:sp>
      <p:sp>
        <p:nvSpPr>
          <p:cNvPr id="16" name="正方形/長方形 15">
            <a:extLst>
              <a:ext uri="{FF2B5EF4-FFF2-40B4-BE49-F238E27FC236}">
                <a16:creationId xmlns:a16="http://schemas.microsoft.com/office/drawing/2014/main" id="{7A026C8B-35E5-43D0-BB8B-2FF15939BE82}"/>
              </a:ext>
            </a:extLst>
          </p:cNvPr>
          <p:cNvSpPr>
            <a:spLocks noGrp="1"/>
          </p:cNvSpPr>
          <p:nvPr/>
        </p:nvSpPr>
        <p:spPr>
          <a:xfrm>
            <a:off x="7835900" y="2552700"/>
            <a:ext cx="3479800" cy="933450"/>
          </a:xfrm>
          <a:prstGeom prst="rect">
            <a:avLst/>
          </a:prstGeom>
          <a:solidFill>
            <a:srgbClr val="FFFFFF"/>
          </a:solidFill>
          <a:ln w="11430">
            <a:solidFill>
              <a:srgbClr val="FFFFFF"/>
            </a:solidFill>
            <a:prstDash val="solid"/>
          </a:ln>
        </p:spPr>
        <p:txBody>
          <a:bodyPr/>
          <a:lstStyle/>
          <a:p>
            <a:endParaRPr lang="ja-JP" altLang="en-US" sz="1600"/>
          </a:p>
        </p:txBody>
      </p:sp>
      <p:sp>
        <p:nvSpPr>
          <p:cNvPr id="17" name="正方形/長方形 16">
            <a:extLst>
              <a:ext uri="{FF2B5EF4-FFF2-40B4-BE49-F238E27FC236}">
                <a16:creationId xmlns:a16="http://schemas.microsoft.com/office/drawing/2014/main" id="{6CCC2046-0497-4171-B444-261E39FC0DB3}"/>
              </a:ext>
            </a:extLst>
          </p:cNvPr>
          <p:cNvSpPr>
            <a:spLocks noGrp="1"/>
          </p:cNvSpPr>
          <p:nvPr/>
        </p:nvSpPr>
        <p:spPr>
          <a:xfrm>
            <a:off x="7912100" y="26098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600" b="0">
                <a:solidFill>
                  <a:srgbClr val="344054"/>
                </a:solidFill>
                <a:latin typeface="Yu Gothic UI"/>
                <a:ea typeface="Yu Gothic UI"/>
                <a:cs typeface="Yu Gothic UI"/>
              </a:rPr>
              <a:t>ドキュメント、キー値、グラフなど多様。</a:t>
            </a:r>
          </a:p>
        </p:txBody>
      </p:sp>
      <p:sp>
        <p:nvSpPr>
          <p:cNvPr id="18" name="正方形/長方形 17">
            <a:extLst>
              <a:ext uri="{FF2B5EF4-FFF2-40B4-BE49-F238E27FC236}">
                <a16:creationId xmlns:a16="http://schemas.microsoft.com/office/drawing/2014/main" id="{5ADBDAF6-36E1-48C1-819B-5B8E7710AF67}"/>
              </a:ext>
            </a:extLst>
          </p:cNvPr>
          <p:cNvSpPr>
            <a:spLocks noGrp="1"/>
          </p:cNvSpPr>
          <p:nvPr/>
        </p:nvSpPr>
        <p:spPr>
          <a:xfrm>
            <a:off x="876300" y="3486150"/>
            <a:ext cx="3479800" cy="933450"/>
          </a:xfrm>
          <a:prstGeom prst="rect">
            <a:avLst/>
          </a:prstGeom>
          <a:solidFill>
            <a:srgbClr val="EAF1FB"/>
          </a:solidFill>
          <a:ln w="11430">
            <a:solidFill>
              <a:srgbClr val="FFFFFF"/>
            </a:solidFill>
            <a:prstDash val="solid"/>
          </a:ln>
        </p:spPr>
        <p:txBody>
          <a:bodyPr/>
          <a:lstStyle/>
          <a:p>
            <a:endParaRPr lang="ja-JP" altLang="en-US" sz="1600"/>
          </a:p>
        </p:txBody>
      </p:sp>
      <p:sp>
        <p:nvSpPr>
          <p:cNvPr id="19" name="正方形/長方形 18">
            <a:extLst>
              <a:ext uri="{FF2B5EF4-FFF2-40B4-BE49-F238E27FC236}">
                <a16:creationId xmlns:a16="http://schemas.microsoft.com/office/drawing/2014/main" id="{970A716A-5530-41B1-9BA0-99434B75F317}"/>
              </a:ext>
            </a:extLst>
          </p:cNvPr>
          <p:cNvSpPr>
            <a:spLocks noGrp="1"/>
          </p:cNvSpPr>
          <p:nvPr/>
        </p:nvSpPr>
        <p:spPr>
          <a:xfrm>
            <a:off x="952500" y="354330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600" b="1">
                <a:solidFill>
                  <a:srgbClr val="344054"/>
                </a:solidFill>
                <a:latin typeface="Yu Gothic UI"/>
                <a:ea typeface="Yu Gothic UI"/>
                <a:cs typeface="Yu Gothic UI"/>
              </a:rPr>
              <a:t>得意なこと</a:t>
            </a:r>
          </a:p>
        </p:txBody>
      </p:sp>
      <p:sp>
        <p:nvSpPr>
          <p:cNvPr id="20" name="正方形/長方形 19">
            <a:extLst>
              <a:ext uri="{FF2B5EF4-FFF2-40B4-BE49-F238E27FC236}">
                <a16:creationId xmlns:a16="http://schemas.microsoft.com/office/drawing/2014/main" id="{F4A6B331-D22A-4AC6-8FD3-3ABECB57996A}"/>
              </a:ext>
            </a:extLst>
          </p:cNvPr>
          <p:cNvSpPr>
            <a:spLocks noGrp="1"/>
          </p:cNvSpPr>
          <p:nvPr/>
        </p:nvSpPr>
        <p:spPr>
          <a:xfrm>
            <a:off x="4356100" y="3486150"/>
            <a:ext cx="3479800" cy="933450"/>
          </a:xfrm>
          <a:prstGeom prst="rect">
            <a:avLst/>
          </a:prstGeom>
          <a:solidFill>
            <a:srgbClr val="FFFFFF"/>
          </a:solidFill>
          <a:ln w="11430">
            <a:solidFill>
              <a:srgbClr val="FFFFFF"/>
            </a:solidFill>
            <a:prstDash val="solid"/>
          </a:ln>
        </p:spPr>
        <p:txBody>
          <a:bodyPr/>
          <a:lstStyle/>
          <a:p>
            <a:endParaRPr lang="ja-JP" altLang="en-US" sz="1600"/>
          </a:p>
        </p:txBody>
      </p:sp>
      <p:sp>
        <p:nvSpPr>
          <p:cNvPr id="21" name="正方形/長方形 20">
            <a:extLst>
              <a:ext uri="{FF2B5EF4-FFF2-40B4-BE49-F238E27FC236}">
                <a16:creationId xmlns:a16="http://schemas.microsoft.com/office/drawing/2014/main" id="{9D86317A-883C-4A65-8509-C03647C89C8D}"/>
              </a:ext>
            </a:extLst>
          </p:cNvPr>
          <p:cNvSpPr>
            <a:spLocks noGrp="1"/>
          </p:cNvSpPr>
          <p:nvPr/>
        </p:nvSpPr>
        <p:spPr>
          <a:xfrm>
            <a:off x="4432300" y="354330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400" b="0" dirty="0" err="1">
                <a:solidFill>
                  <a:srgbClr val="344054"/>
                </a:solidFill>
                <a:latin typeface="Yu Gothic UI"/>
                <a:ea typeface="Yu Gothic UI"/>
                <a:cs typeface="Yu Gothic UI"/>
              </a:rPr>
              <a:t>整合性が重要な業務データを扱いやすい</a:t>
            </a:r>
            <a:r>
              <a:rPr sz="1400" b="0" dirty="0">
                <a:solidFill>
                  <a:srgbClr val="344054"/>
                </a:solidFill>
                <a:latin typeface="Yu Gothic UI"/>
                <a:ea typeface="Yu Gothic UI"/>
                <a:cs typeface="Yu Gothic UI"/>
              </a:rPr>
              <a:t>。</a:t>
            </a:r>
          </a:p>
        </p:txBody>
      </p:sp>
      <p:sp>
        <p:nvSpPr>
          <p:cNvPr id="22" name="正方形/長方形 21">
            <a:extLst>
              <a:ext uri="{FF2B5EF4-FFF2-40B4-BE49-F238E27FC236}">
                <a16:creationId xmlns:a16="http://schemas.microsoft.com/office/drawing/2014/main" id="{80C93175-3AED-4776-95CA-06DF913EA694}"/>
              </a:ext>
            </a:extLst>
          </p:cNvPr>
          <p:cNvSpPr>
            <a:spLocks noGrp="1"/>
          </p:cNvSpPr>
          <p:nvPr/>
        </p:nvSpPr>
        <p:spPr>
          <a:xfrm>
            <a:off x="7835900" y="3486150"/>
            <a:ext cx="3479800" cy="933450"/>
          </a:xfrm>
          <a:prstGeom prst="rect">
            <a:avLst/>
          </a:prstGeom>
          <a:solidFill>
            <a:srgbClr val="FFFFFF"/>
          </a:solidFill>
          <a:ln w="11430">
            <a:solidFill>
              <a:srgbClr val="FFFFFF"/>
            </a:solidFill>
            <a:prstDash val="solid"/>
          </a:ln>
        </p:spPr>
        <p:txBody>
          <a:bodyPr/>
          <a:lstStyle/>
          <a:p>
            <a:endParaRPr lang="ja-JP" altLang="en-US" sz="1600"/>
          </a:p>
        </p:txBody>
      </p:sp>
      <p:sp>
        <p:nvSpPr>
          <p:cNvPr id="23" name="正方形/長方形 22">
            <a:extLst>
              <a:ext uri="{FF2B5EF4-FFF2-40B4-BE49-F238E27FC236}">
                <a16:creationId xmlns:a16="http://schemas.microsoft.com/office/drawing/2014/main" id="{60B57A7B-A6FE-4D19-8294-DE94386E5DB9}"/>
              </a:ext>
            </a:extLst>
          </p:cNvPr>
          <p:cNvSpPr>
            <a:spLocks noGrp="1"/>
          </p:cNvSpPr>
          <p:nvPr/>
        </p:nvSpPr>
        <p:spPr>
          <a:xfrm>
            <a:off x="7912100" y="354330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600" b="0">
                <a:solidFill>
                  <a:srgbClr val="344054"/>
                </a:solidFill>
                <a:latin typeface="Yu Gothic UI"/>
                <a:ea typeface="Yu Gothic UI"/>
                <a:cs typeface="Yu Gothic UI"/>
              </a:rPr>
              <a:t>柔軟なデータ構造や大規模分散に向く。</a:t>
            </a:r>
          </a:p>
        </p:txBody>
      </p:sp>
      <p:sp>
        <p:nvSpPr>
          <p:cNvPr id="24" name="正方形/長方形 23">
            <a:extLst>
              <a:ext uri="{FF2B5EF4-FFF2-40B4-BE49-F238E27FC236}">
                <a16:creationId xmlns:a16="http://schemas.microsoft.com/office/drawing/2014/main" id="{A996D3E8-DE4E-45C1-BB6C-716BC7839575}"/>
              </a:ext>
            </a:extLst>
          </p:cNvPr>
          <p:cNvSpPr>
            <a:spLocks noGrp="1"/>
          </p:cNvSpPr>
          <p:nvPr/>
        </p:nvSpPr>
        <p:spPr>
          <a:xfrm>
            <a:off x="876300" y="4419600"/>
            <a:ext cx="3479800" cy="933450"/>
          </a:xfrm>
          <a:prstGeom prst="rect">
            <a:avLst/>
          </a:prstGeom>
          <a:solidFill>
            <a:srgbClr val="EAF1FB"/>
          </a:solidFill>
          <a:ln w="11430">
            <a:solidFill>
              <a:srgbClr val="FFFFFF"/>
            </a:solidFill>
            <a:prstDash val="solid"/>
          </a:ln>
        </p:spPr>
        <p:txBody>
          <a:bodyPr/>
          <a:lstStyle/>
          <a:p>
            <a:endParaRPr lang="ja-JP" altLang="en-US" sz="1600"/>
          </a:p>
        </p:txBody>
      </p:sp>
      <p:sp>
        <p:nvSpPr>
          <p:cNvPr id="25" name="正方形/長方形 24">
            <a:extLst>
              <a:ext uri="{FF2B5EF4-FFF2-40B4-BE49-F238E27FC236}">
                <a16:creationId xmlns:a16="http://schemas.microsoft.com/office/drawing/2014/main" id="{2BF77AD7-A9E4-4EB5-B754-BF77C06A452A}"/>
              </a:ext>
            </a:extLst>
          </p:cNvPr>
          <p:cNvSpPr>
            <a:spLocks noGrp="1"/>
          </p:cNvSpPr>
          <p:nvPr/>
        </p:nvSpPr>
        <p:spPr>
          <a:xfrm>
            <a:off x="952500" y="44767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600" b="1">
                <a:solidFill>
                  <a:srgbClr val="344054"/>
                </a:solidFill>
                <a:latin typeface="Yu Gothic UI"/>
                <a:ea typeface="Yu Gothic UI"/>
                <a:cs typeface="Yu Gothic UI"/>
              </a:rPr>
              <a:t>Azure の例</a:t>
            </a:r>
          </a:p>
        </p:txBody>
      </p:sp>
      <p:sp>
        <p:nvSpPr>
          <p:cNvPr id="26" name="正方形/長方形 25">
            <a:extLst>
              <a:ext uri="{FF2B5EF4-FFF2-40B4-BE49-F238E27FC236}">
                <a16:creationId xmlns:a16="http://schemas.microsoft.com/office/drawing/2014/main" id="{6DA5036B-07A4-4374-9BE0-4B470B788178}"/>
              </a:ext>
            </a:extLst>
          </p:cNvPr>
          <p:cNvSpPr>
            <a:spLocks noGrp="1"/>
          </p:cNvSpPr>
          <p:nvPr/>
        </p:nvSpPr>
        <p:spPr>
          <a:xfrm>
            <a:off x="4356100" y="4419600"/>
            <a:ext cx="3479800" cy="933450"/>
          </a:xfrm>
          <a:prstGeom prst="rect">
            <a:avLst/>
          </a:prstGeom>
          <a:solidFill>
            <a:srgbClr val="FFFFFF"/>
          </a:solidFill>
          <a:ln w="11430">
            <a:solidFill>
              <a:srgbClr val="FFFFFF"/>
            </a:solidFill>
            <a:prstDash val="solid"/>
          </a:ln>
        </p:spPr>
        <p:txBody>
          <a:bodyPr/>
          <a:lstStyle/>
          <a:p>
            <a:endParaRPr lang="ja-JP" altLang="en-US" sz="1600"/>
          </a:p>
        </p:txBody>
      </p:sp>
      <p:sp>
        <p:nvSpPr>
          <p:cNvPr id="27" name="正方形/長方形 26">
            <a:extLst>
              <a:ext uri="{FF2B5EF4-FFF2-40B4-BE49-F238E27FC236}">
                <a16:creationId xmlns:a16="http://schemas.microsoft.com/office/drawing/2014/main" id="{F4050C5D-91E2-4F94-A3C7-E4A2530CBFB7}"/>
              </a:ext>
            </a:extLst>
          </p:cNvPr>
          <p:cNvSpPr>
            <a:spLocks noGrp="1"/>
          </p:cNvSpPr>
          <p:nvPr/>
        </p:nvSpPr>
        <p:spPr>
          <a:xfrm>
            <a:off x="4432300" y="44767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600" b="0">
                <a:solidFill>
                  <a:srgbClr val="344054"/>
                </a:solidFill>
                <a:latin typeface="Yu Gothic UI"/>
                <a:ea typeface="Yu Gothic UI"/>
                <a:cs typeface="Yu Gothic UI"/>
              </a:rPr>
              <a:t>Azure SQL Database、Azure Database for PostgreSQL</a:t>
            </a:r>
          </a:p>
        </p:txBody>
      </p:sp>
      <p:sp>
        <p:nvSpPr>
          <p:cNvPr id="28" name="正方形/長方形 27">
            <a:extLst>
              <a:ext uri="{FF2B5EF4-FFF2-40B4-BE49-F238E27FC236}">
                <a16:creationId xmlns:a16="http://schemas.microsoft.com/office/drawing/2014/main" id="{4FC33EE4-FE35-4DB7-9191-5B5A4F94E322}"/>
              </a:ext>
            </a:extLst>
          </p:cNvPr>
          <p:cNvSpPr>
            <a:spLocks noGrp="1"/>
          </p:cNvSpPr>
          <p:nvPr/>
        </p:nvSpPr>
        <p:spPr>
          <a:xfrm>
            <a:off x="7835900" y="4419600"/>
            <a:ext cx="3479800" cy="933450"/>
          </a:xfrm>
          <a:prstGeom prst="rect">
            <a:avLst/>
          </a:prstGeom>
          <a:solidFill>
            <a:srgbClr val="FFFFFF"/>
          </a:solidFill>
          <a:ln w="11430">
            <a:solidFill>
              <a:srgbClr val="FFFFFF"/>
            </a:solidFill>
            <a:prstDash val="solid"/>
          </a:ln>
        </p:spPr>
        <p:txBody>
          <a:bodyPr/>
          <a:lstStyle/>
          <a:p>
            <a:endParaRPr lang="ja-JP" altLang="en-US" sz="1600"/>
          </a:p>
        </p:txBody>
      </p:sp>
      <p:sp>
        <p:nvSpPr>
          <p:cNvPr id="29" name="正方形/長方形 28">
            <a:extLst>
              <a:ext uri="{FF2B5EF4-FFF2-40B4-BE49-F238E27FC236}">
                <a16:creationId xmlns:a16="http://schemas.microsoft.com/office/drawing/2014/main" id="{8EF65143-FD12-41A8-8189-12CB769595A3}"/>
              </a:ext>
            </a:extLst>
          </p:cNvPr>
          <p:cNvSpPr>
            <a:spLocks noGrp="1"/>
          </p:cNvSpPr>
          <p:nvPr/>
        </p:nvSpPr>
        <p:spPr>
          <a:xfrm>
            <a:off x="7912100" y="44767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600" b="0">
                <a:solidFill>
                  <a:srgbClr val="344054"/>
                </a:solidFill>
                <a:latin typeface="Yu Gothic UI"/>
                <a:ea typeface="Yu Gothic UI"/>
                <a:cs typeface="Yu Gothic UI"/>
              </a:rPr>
              <a:t>Azure Cosmos DB</a:t>
            </a:r>
          </a:p>
        </p:txBody>
      </p:sp>
      <p:sp>
        <p:nvSpPr>
          <p:cNvPr id="30" name="正方形/長方形 29">
            <a:extLst>
              <a:ext uri="{FF2B5EF4-FFF2-40B4-BE49-F238E27FC236}">
                <a16:creationId xmlns:a16="http://schemas.microsoft.com/office/drawing/2014/main" id="{445ACB9C-BD3B-45DA-AE23-AB9403C8B5C9}"/>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30 / 32</a:t>
            </a:r>
          </a:p>
        </p:txBody>
      </p:sp>
    </p:spTree>
    <p:extLst>
      <p:ext uri="{BB962C8B-B14F-4D97-AF65-F5344CB8AC3E}">
        <p14:creationId xmlns:p14="http://schemas.microsoft.com/office/powerpoint/2010/main" val="1186077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1D751B8C-448B-45D4-AFB5-E03528F7D9CB}"/>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lang="ja-JP" altLang="en-US" sz="2100" b="1">
                <a:solidFill>
                  <a:srgbClr val="1F2937"/>
                </a:solidFill>
                <a:latin typeface="Meiryo UI"/>
                <a:ea typeface="Meiryo UI"/>
                <a:cs typeface="Meiryo UI"/>
              </a:rPr>
              <a:t>振り返り</a:t>
            </a:r>
            <a:endParaRPr sz="2100"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8AE2558B-CD62-4E3D-8A8B-36C6FF1C2338}"/>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4F76D0B9-D983-4685-ACA9-DCCF6897C483}"/>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31</a:t>
            </a:r>
          </a:p>
        </p:txBody>
      </p:sp>
      <p:sp>
        <p:nvSpPr>
          <p:cNvPr id="4" name="正方形/長方形 3">
            <a:extLst>
              <a:ext uri="{FF2B5EF4-FFF2-40B4-BE49-F238E27FC236}">
                <a16:creationId xmlns:a16="http://schemas.microsoft.com/office/drawing/2014/main" id="{A5AA9535-F975-4C09-890D-14417198EAD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2F3E23DF-8F02-4130-A207-F3BE8EDB648A}"/>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Web 3層は Azure リソースを理解するための地図であり、次回以降はこの地図の一部を実際の Portal 操作で作って確認します。</a:t>
            </a:r>
          </a:p>
        </p:txBody>
      </p:sp>
      <p:sp>
        <p:nvSpPr>
          <p:cNvPr id="6" name="正方形/長方形 5">
            <a:extLst>
              <a:ext uri="{FF2B5EF4-FFF2-40B4-BE49-F238E27FC236}">
                <a16:creationId xmlns:a16="http://schemas.microsoft.com/office/drawing/2014/main" id="{4B75555B-2355-4945-8303-BB670502E9E4}"/>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4EB11EF8-5729-4D00-9E7F-DF2834EE94B8}"/>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31 / 32</a:t>
            </a:r>
          </a:p>
        </p:txBody>
      </p:sp>
      <p:sp>
        <p:nvSpPr>
          <p:cNvPr id="10" name="角丸四角形 9">
            <a:extLst>
              <a:ext uri="{FF2B5EF4-FFF2-40B4-BE49-F238E27FC236}">
                <a16:creationId xmlns:a16="http://schemas.microsoft.com/office/drawing/2014/main" id="{69596522-2FDB-4062-DC80-D5703E153434}"/>
              </a:ext>
            </a:extLst>
          </p:cNvPr>
          <p:cNvSpPr/>
          <p:nvPr/>
        </p:nvSpPr>
        <p:spPr>
          <a:xfrm>
            <a:off x="1084729" y="2728505"/>
            <a:ext cx="1724366" cy="2929345"/>
          </a:xfrm>
          <a:prstGeom prst="roundRect">
            <a:avLst>
              <a:gd name="adj" fmla="val 5697"/>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CBAA6F18-BCA6-B3A0-4DD9-20BA2FABB939}"/>
              </a:ext>
            </a:extLst>
          </p:cNvPr>
          <p:cNvSpPr/>
          <p:nvPr/>
        </p:nvSpPr>
        <p:spPr>
          <a:xfrm>
            <a:off x="3159273" y="2732664"/>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角丸四角形 11">
            <a:extLst>
              <a:ext uri="{FF2B5EF4-FFF2-40B4-BE49-F238E27FC236}">
                <a16:creationId xmlns:a16="http://schemas.microsoft.com/office/drawing/2014/main" id="{A8151608-C221-9941-D636-7FA8229836DC}"/>
              </a:ext>
            </a:extLst>
          </p:cNvPr>
          <p:cNvSpPr/>
          <p:nvPr/>
        </p:nvSpPr>
        <p:spPr>
          <a:xfrm>
            <a:off x="5233817" y="27285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角丸四角形 12">
            <a:extLst>
              <a:ext uri="{FF2B5EF4-FFF2-40B4-BE49-F238E27FC236}">
                <a16:creationId xmlns:a16="http://schemas.microsoft.com/office/drawing/2014/main" id="{89417808-1D60-B382-31B2-E2324F557E26}"/>
              </a:ext>
            </a:extLst>
          </p:cNvPr>
          <p:cNvSpPr/>
          <p:nvPr/>
        </p:nvSpPr>
        <p:spPr>
          <a:xfrm>
            <a:off x="7374146" y="27285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角丸四角形 13">
            <a:extLst>
              <a:ext uri="{FF2B5EF4-FFF2-40B4-BE49-F238E27FC236}">
                <a16:creationId xmlns:a16="http://schemas.microsoft.com/office/drawing/2014/main" id="{6F598850-6F3D-9C9C-DA24-86A69B5667C7}"/>
              </a:ext>
            </a:extLst>
          </p:cNvPr>
          <p:cNvSpPr/>
          <p:nvPr/>
        </p:nvSpPr>
        <p:spPr>
          <a:xfrm>
            <a:off x="9524659" y="27285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F1FB6939-79A0-D0DE-05C5-B47A25D80F6E}"/>
              </a:ext>
            </a:extLst>
          </p:cNvPr>
          <p:cNvSpPr txBox="1"/>
          <p:nvPr/>
        </p:nvSpPr>
        <p:spPr>
          <a:xfrm>
            <a:off x="1263468"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2</a:t>
            </a:r>
            <a:r>
              <a:rPr kumimoji="1" lang="ja-JP" altLang="en-US">
                <a:latin typeface="Yu Gothic UI" panose="020B0500000000000000" pitchFamily="34" charset="-128"/>
                <a:ea typeface="Yu Gothic UI" panose="020B0500000000000000" pitchFamily="34" charset="-128"/>
              </a:rPr>
              <a:t>回</a:t>
            </a:r>
          </a:p>
        </p:txBody>
      </p:sp>
      <p:sp>
        <p:nvSpPr>
          <p:cNvPr id="16" name="テキスト ボックス 15">
            <a:extLst>
              <a:ext uri="{FF2B5EF4-FFF2-40B4-BE49-F238E27FC236}">
                <a16:creationId xmlns:a16="http://schemas.microsoft.com/office/drawing/2014/main" id="{CC9614BF-7167-8242-5BA3-B28414280CB5}"/>
              </a:ext>
            </a:extLst>
          </p:cNvPr>
          <p:cNvSpPr txBox="1"/>
          <p:nvPr/>
        </p:nvSpPr>
        <p:spPr>
          <a:xfrm>
            <a:off x="1094913" y="3508769"/>
            <a:ext cx="1714181" cy="523220"/>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Web 3</a:t>
            </a:r>
            <a:r>
              <a:rPr kumimoji="1" lang="ja-JP" altLang="en-US" sz="1400">
                <a:latin typeface="Yu Gothic UI" panose="020B0500000000000000" pitchFamily="34" charset="-128"/>
                <a:ea typeface="Yu Gothic UI" panose="020B0500000000000000" pitchFamily="34" charset="-128"/>
              </a:rPr>
              <a:t>層アーキテクチャの解説</a:t>
            </a:r>
          </a:p>
        </p:txBody>
      </p:sp>
      <p:sp>
        <p:nvSpPr>
          <p:cNvPr id="17" name="テキスト ボックス 16">
            <a:extLst>
              <a:ext uri="{FF2B5EF4-FFF2-40B4-BE49-F238E27FC236}">
                <a16:creationId xmlns:a16="http://schemas.microsoft.com/office/drawing/2014/main" id="{0BC3CCC8-1FEF-C4E7-7956-ECE47E74103F}"/>
              </a:ext>
            </a:extLst>
          </p:cNvPr>
          <p:cNvSpPr txBox="1"/>
          <p:nvPr/>
        </p:nvSpPr>
        <p:spPr>
          <a:xfrm>
            <a:off x="3338012"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3</a:t>
            </a:r>
            <a:r>
              <a:rPr kumimoji="1" lang="ja-JP" altLang="en-US">
                <a:latin typeface="Yu Gothic UI" panose="020B0500000000000000" pitchFamily="34" charset="-128"/>
                <a:ea typeface="Yu Gothic UI" panose="020B0500000000000000" pitchFamily="34" charset="-128"/>
              </a:rPr>
              <a:t>回</a:t>
            </a:r>
          </a:p>
        </p:txBody>
      </p:sp>
      <p:sp>
        <p:nvSpPr>
          <p:cNvPr id="18" name="テキスト ボックス 17">
            <a:extLst>
              <a:ext uri="{FF2B5EF4-FFF2-40B4-BE49-F238E27FC236}">
                <a16:creationId xmlns:a16="http://schemas.microsoft.com/office/drawing/2014/main" id="{FF3BC137-39D2-11CB-46EB-627261969D20}"/>
              </a:ext>
            </a:extLst>
          </p:cNvPr>
          <p:cNvSpPr txBox="1"/>
          <p:nvPr/>
        </p:nvSpPr>
        <p:spPr>
          <a:xfrm>
            <a:off x="3169457" y="3508769"/>
            <a:ext cx="1714181" cy="523220"/>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VM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Web </a:t>
            </a:r>
            <a:r>
              <a:rPr kumimoji="1" lang="ja-JP" altLang="en-US" sz="1400">
                <a:latin typeface="Yu Gothic UI" panose="020B0500000000000000" pitchFamily="34" charset="-128"/>
                <a:ea typeface="Yu Gothic UI" panose="020B0500000000000000" pitchFamily="34" charset="-128"/>
              </a:rPr>
              <a:t>サーバの構築</a:t>
            </a:r>
            <a:endParaRPr kumimoji="1" lang="en-US" altLang="ja-JP" sz="1400">
              <a:latin typeface="Yu Gothic UI" panose="020B0500000000000000" pitchFamily="34" charset="-128"/>
              <a:ea typeface="Yu Gothic UI" panose="020B0500000000000000" pitchFamily="34" charset="-128"/>
            </a:endParaRPr>
          </a:p>
        </p:txBody>
      </p:sp>
      <p:sp>
        <p:nvSpPr>
          <p:cNvPr id="19" name="テキスト ボックス 18">
            <a:extLst>
              <a:ext uri="{FF2B5EF4-FFF2-40B4-BE49-F238E27FC236}">
                <a16:creationId xmlns:a16="http://schemas.microsoft.com/office/drawing/2014/main" id="{0F9D4403-0C04-91D2-E019-DD458275BA42}"/>
              </a:ext>
            </a:extLst>
          </p:cNvPr>
          <p:cNvSpPr txBox="1"/>
          <p:nvPr/>
        </p:nvSpPr>
        <p:spPr>
          <a:xfrm>
            <a:off x="5412556"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4</a:t>
            </a:r>
            <a:r>
              <a:rPr kumimoji="1" lang="ja-JP" altLang="en-US">
                <a:latin typeface="Yu Gothic UI" panose="020B0500000000000000" pitchFamily="34" charset="-128"/>
                <a:ea typeface="Yu Gothic UI" panose="020B0500000000000000" pitchFamily="34" charset="-128"/>
              </a:rPr>
              <a:t>回</a:t>
            </a:r>
          </a:p>
        </p:txBody>
      </p:sp>
      <p:sp>
        <p:nvSpPr>
          <p:cNvPr id="20" name="テキスト ボックス 19">
            <a:extLst>
              <a:ext uri="{FF2B5EF4-FFF2-40B4-BE49-F238E27FC236}">
                <a16:creationId xmlns:a16="http://schemas.microsoft.com/office/drawing/2014/main" id="{C0A79AA7-D53A-E2D9-3F68-B12C942D71FD}"/>
              </a:ext>
            </a:extLst>
          </p:cNvPr>
          <p:cNvSpPr txBox="1"/>
          <p:nvPr/>
        </p:nvSpPr>
        <p:spPr>
          <a:xfrm>
            <a:off x="5244001" y="3508769"/>
            <a:ext cx="1714181" cy="738664"/>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Container Instances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Web </a:t>
            </a:r>
            <a:r>
              <a:rPr kumimoji="1" lang="ja-JP" altLang="en-US" sz="1400">
                <a:latin typeface="Yu Gothic UI" panose="020B0500000000000000" pitchFamily="34" charset="-128"/>
                <a:ea typeface="Yu Gothic UI" panose="020B0500000000000000" pitchFamily="34" charset="-128"/>
              </a:rPr>
              <a:t>サーバの構築</a:t>
            </a:r>
            <a:endParaRPr kumimoji="1" lang="en-US" altLang="ja-JP" sz="1400">
              <a:latin typeface="Yu Gothic UI" panose="020B0500000000000000" pitchFamily="34" charset="-128"/>
              <a:ea typeface="Yu Gothic UI" panose="020B0500000000000000" pitchFamily="34" charset="-128"/>
            </a:endParaRPr>
          </a:p>
        </p:txBody>
      </p:sp>
      <p:cxnSp>
        <p:nvCxnSpPr>
          <p:cNvPr id="21" name="直線矢印コネクタ 20">
            <a:extLst>
              <a:ext uri="{FF2B5EF4-FFF2-40B4-BE49-F238E27FC236}">
                <a16:creationId xmlns:a16="http://schemas.microsoft.com/office/drawing/2014/main" id="{8F8770D1-7178-EDC4-2EBB-CFFD4FCCA89C}"/>
              </a:ext>
            </a:extLst>
          </p:cNvPr>
          <p:cNvCxnSpPr>
            <a:stCxn id="10" idx="3"/>
            <a:endCxn id="11" idx="1"/>
          </p:cNvCxnSpPr>
          <p:nvPr/>
        </p:nvCxnSpPr>
        <p:spPr>
          <a:xfrm>
            <a:off x="2809095" y="4193178"/>
            <a:ext cx="350178" cy="4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70543364-9744-A62C-4EFD-8A2BBD2EEFB3}"/>
              </a:ext>
            </a:extLst>
          </p:cNvPr>
          <p:cNvCxnSpPr>
            <a:cxnSpLocks/>
            <a:stCxn id="11" idx="3"/>
            <a:endCxn id="12" idx="1"/>
          </p:cNvCxnSpPr>
          <p:nvPr/>
        </p:nvCxnSpPr>
        <p:spPr>
          <a:xfrm flipV="1">
            <a:off x="4883639" y="4193178"/>
            <a:ext cx="350178" cy="4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65E5DA87-03B4-B709-450D-F4EB64E70B46}"/>
              </a:ext>
            </a:extLst>
          </p:cNvPr>
          <p:cNvCxnSpPr>
            <a:cxnSpLocks/>
            <a:stCxn id="12" idx="3"/>
            <a:endCxn id="13" idx="1"/>
          </p:cNvCxnSpPr>
          <p:nvPr/>
        </p:nvCxnSpPr>
        <p:spPr>
          <a:xfrm>
            <a:off x="6958183" y="4193178"/>
            <a:ext cx="4159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8AF9B26C-52CA-4342-894F-23C538F40451}"/>
              </a:ext>
            </a:extLst>
          </p:cNvPr>
          <p:cNvCxnSpPr>
            <a:cxnSpLocks/>
            <a:endCxn id="14" idx="1"/>
          </p:cNvCxnSpPr>
          <p:nvPr/>
        </p:nvCxnSpPr>
        <p:spPr>
          <a:xfrm>
            <a:off x="9098512" y="4193178"/>
            <a:ext cx="4261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7F4A20AC-0754-C39D-12D7-80EC11431290}"/>
              </a:ext>
            </a:extLst>
          </p:cNvPr>
          <p:cNvSpPr txBox="1"/>
          <p:nvPr/>
        </p:nvSpPr>
        <p:spPr>
          <a:xfrm>
            <a:off x="7552885"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5</a:t>
            </a:r>
            <a:r>
              <a:rPr kumimoji="1" lang="ja-JP" altLang="en-US">
                <a:latin typeface="Yu Gothic UI" panose="020B0500000000000000" pitchFamily="34" charset="-128"/>
                <a:ea typeface="Yu Gothic UI" panose="020B0500000000000000" pitchFamily="34" charset="-128"/>
              </a:rPr>
              <a:t>回</a:t>
            </a:r>
          </a:p>
        </p:txBody>
      </p:sp>
      <p:sp>
        <p:nvSpPr>
          <p:cNvPr id="26" name="テキスト ボックス 25">
            <a:extLst>
              <a:ext uri="{FF2B5EF4-FFF2-40B4-BE49-F238E27FC236}">
                <a16:creationId xmlns:a16="http://schemas.microsoft.com/office/drawing/2014/main" id="{122D3B80-F590-DF8B-A8B2-2D0DEDF0B9BF}"/>
              </a:ext>
            </a:extLst>
          </p:cNvPr>
          <p:cNvSpPr txBox="1"/>
          <p:nvPr/>
        </p:nvSpPr>
        <p:spPr>
          <a:xfrm>
            <a:off x="7384330" y="3508769"/>
            <a:ext cx="1714181" cy="1169551"/>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Container Apps </a:t>
            </a:r>
            <a:r>
              <a:rPr kumimoji="1" lang="ja-JP" altLang="en-US" sz="1400">
                <a:latin typeface="Yu Gothic UI" panose="020B0500000000000000" pitchFamily="34" charset="-128"/>
                <a:ea typeface="Yu Gothic UI" panose="020B0500000000000000" pitchFamily="34" charset="-128"/>
              </a:rPr>
              <a:t>と</a:t>
            </a:r>
            <a:r>
              <a:rPr kumimoji="1" lang="en-US" altLang="ja-JP" sz="1400">
                <a:latin typeface="Yu Gothic UI" panose="020B0500000000000000" pitchFamily="34" charset="-128"/>
                <a:ea typeface="Yu Gothic UI" panose="020B0500000000000000" pitchFamily="34" charset="-128"/>
              </a:rPr>
              <a:t> Postgres Flexible Server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 Web </a:t>
            </a:r>
            <a:r>
              <a:rPr kumimoji="1" lang="ja-JP" altLang="en-US" sz="1400">
                <a:latin typeface="Yu Gothic UI" panose="020B0500000000000000" pitchFamily="34" charset="-128"/>
                <a:ea typeface="Yu Gothic UI" panose="020B0500000000000000" pitchFamily="34" charset="-128"/>
              </a:rPr>
              <a:t>アプリケーション構築</a:t>
            </a:r>
            <a:r>
              <a:rPr kumimoji="1" lang="en-US" altLang="ja-JP" sz="1400">
                <a:latin typeface="Yu Gothic UI" panose="020B0500000000000000" pitchFamily="34" charset="-128"/>
                <a:ea typeface="Yu Gothic UI" panose="020B0500000000000000" pitchFamily="34" charset="-128"/>
              </a:rPr>
              <a:t> (</a:t>
            </a:r>
            <a:r>
              <a:rPr kumimoji="1" lang="ja-JP" altLang="en-US" sz="1400">
                <a:latin typeface="Yu Gothic UI" panose="020B0500000000000000" pitchFamily="34" charset="-128"/>
                <a:ea typeface="Yu Gothic UI" panose="020B0500000000000000" pitchFamily="34" charset="-128"/>
              </a:rPr>
              <a:t>前半</a:t>
            </a:r>
            <a:r>
              <a:rPr kumimoji="1" lang="en-US" altLang="ja-JP" sz="1400">
                <a:latin typeface="Yu Gothic UI" panose="020B0500000000000000" pitchFamily="34" charset="-128"/>
                <a:ea typeface="Yu Gothic UI" panose="020B0500000000000000" pitchFamily="34" charset="-128"/>
              </a:rPr>
              <a:t>)</a:t>
            </a:r>
          </a:p>
        </p:txBody>
      </p:sp>
      <p:sp>
        <p:nvSpPr>
          <p:cNvPr id="27" name="テキスト ボックス 26">
            <a:extLst>
              <a:ext uri="{FF2B5EF4-FFF2-40B4-BE49-F238E27FC236}">
                <a16:creationId xmlns:a16="http://schemas.microsoft.com/office/drawing/2014/main" id="{AC09202D-407A-EF0A-F62E-7D6D0236611D}"/>
              </a:ext>
            </a:extLst>
          </p:cNvPr>
          <p:cNvSpPr txBox="1"/>
          <p:nvPr/>
        </p:nvSpPr>
        <p:spPr>
          <a:xfrm>
            <a:off x="9703399"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6</a:t>
            </a:r>
            <a:r>
              <a:rPr kumimoji="1" lang="ja-JP" altLang="en-US">
                <a:latin typeface="Yu Gothic UI" panose="020B0500000000000000" pitchFamily="34" charset="-128"/>
                <a:ea typeface="Yu Gothic UI" panose="020B0500000000000000" pitchFamily="34" charset="-128"/>
              </a:rPr>
              <a:t>回</a:t>
            </a:r>
          </a:p>
        </p:txBody>
      </p:sp>
      <p:sp>
        <p:nvSpPr>
          <p:cNvPr id="28" name="テキスト ボックス 27">
            <a:extLst>
              <a:ext uri="{FF2B5EF4-FFF2-40B4-BE49-F238E27FC236}">
                <a16:creationId xmlns:a16="http://schemas.microsoft.com/office/drawing/2014/main" id="{40DE0E3B-5EBB-BD6F-9182-F77A7491D0D2}"/>
              </a:ext>
            </a:extLst>
          </p:cNvPr>
          <p:cNvSpPr txBox="1"/>
          <p:nvPr/>
        </p:nvSpPr>
        <p:spPr>
          <a:xfrm>
            <a:off x="9534844" y="3508769"/>
            <a:ext cx="1714181" cy="1169551"/>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Container Apps </a:t>
            </a:r>
            <a:r>
              <a:rPr kumimoji="1" lang="ja-JP" altLang="en-US" sz="1400">
                <a:latin typeface="Yu Gothic UI" panose="020B0500000000000000" pitchFamily="34" charset="-128"/>
                <a:ea typeface="Yu Gothic UI" panose="020B0500000000000000" pitchFamily="34" charset="-128"/>
              </a:rPr>
              <a:t>と</a:t>
            </a:r>
            <a:r>
              <a:rPr kumimoji="1" lang="en-US" altLang="ja-JP" sz="1400">
                <a:latin typeface="Yu Gothic UI" panose="020B0500000000000000" pitchFamily="34" charset="-128"/>
                <a:ea typeface="Yu Gothic UI" panose="020B0500000000000000" pitchFamily="34" charset="-128"/>
              </a:rPr>
              <a:t> Postgres Flexible Server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 Web </a:t>
            </a:r>
            <a:r>
              <a:rPr kumimoji="1" lang="ja-JP" altLang="en-US" sz="1400">
                <a:latin typeface="Yu Gothic UI" panose="020B0500000000000000" pitchFamily="34" charset="-128"/>
                <a:ea typeface="Yu Gothic UI" panose="020B0500000000000000" pitchFamily="34" charset="-128"/>
              </a:rPr>
              <a:t>アプリケーション構築</a:t>
            </a:r>
            <a:r>
              <a:rPr kumimoji="1" lang="en-US" altLang="ja-JP" sz="1400">
                <a:latin typeface="Yu Gothic UI" panose="020B0500000000000000" pitchFamily="34" charset="-128"/>
                <a:ea typeface="Yu Gothic UI" panose="020B0500000000000000" pitchFamily="34" charset="-128"/>
              </a:rPr>
              <a:t> (</a:t>
            </a:r>
            <a:r>
              <a:rPr kumimoji="1" lang="ja-JP" altLang="en-US" sz="1400">
                <a:latin typeface="Yu Gothic UI" panose="020B0500000000000000" pitchFamily="34" charset="-128"/>
                <a:ea typeface="Yu Gothic UI" panose="020B0500000000000000" pitchFamily="34" charset="-128"/>
              </a:rPr>
              <a:t>後半</a:t>
            </a:r>
            <a:r>
              <a:rPr kumimoji="1" lang="en-US" altLang="ja-JP" sz="1400">
                <a:latin typeface="Yu Gothic UI" panose="020B0500000000000000" pitchFamily="34" charset="-128"/>
                <a:ea typeface="Yu Gothic UI" panose="020B0500000000000000" pitchFamily="34" charset="-128"/>
              </a:rPr>
              <a:t>)</a:t>
            </a:r>
          </a:p>
        </p:txBody>
      </p:sp>
      <p:pic>
        <p:nvPicPr>
          <p:cNvPr id="29" name="グラフィックス 28">
            <a:extLst>
              <a:ext uri="{FF2B5EF4-FFF2-40B4-BE49-F238E27FC236}">
                <a16:creationId xmlns:a16="http://schemas.microsoft.com/office/drawing/2014/main" id="{3634A94F-DCC9-A786-CF71-60E163EC95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90073" y="4892446"/>
            <a:ext cx="462764" cy="462764"/>
          </a:xfrm>
          <a:prstGeom prst="rect">
            <a:avLst/>
          </a:prstGeom>
        </p:spPr>
      </p:pic>
      <p:pic>
        <p:nvPicPr>
          <p:cNvPr id="30" name="グラフィックス 29">
            <a:extLst>
              <a:ext uri="{FF2B5EF4-FFF2-40B4-BE49-F238E27FC236}">
                <a16:creationId xmlns:a16="http://schemas.microsoft.com/office/drawing/2014/main" id="{92141766-CB1D-DCFE-0C78-48B2797548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47396" y="4858002"/>
            <a:ext cx="497208" cy="497208"/>
          </a:xfrm>
          <a:prstGeom prst="rect">
            <a:avLst/>
          </a:prstGeom>
        </p:spPr>
      </p:pic>
      <p:pic>
        <p:nvPicPr>
          <p:cNvPr id="31" name="グラフィックス 30">
            <a:extLst>
              <a:ext uri="{FF2B5EF4-FFF2-40B4-BE49-F238E27FC236}">
                <a16:creationId xmlns:a16="http://schemas.microsoft.com/office/drawing/2014/main" id="{251C8234-1181-CC4F-9DB4-C6C0DE83391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44286" y="4892446"/>
            <a:ext cx="452065" cy="452065"/>
          </a:xfrm>
          <a:prstGeom prst="rect">
            <a:avLst/>
          </a:prstGeom>
        </p:spPr>
      </p:pic>
      <p:pic>
        <p:nvPicPr>
          <p:cNvPr id="32" name="グラフィックス 31">
            <a:extLst>
              <a:ext uri="{FF2B5EF4-FFF2-40B4-BE49-F238E27FC236}">
                <a16:creationId xmlns:a16="http://schemas.microsoft.com/office/drawing/2014/main" id="{A905D19C-1C1B-CD4D-77BC-88B406EADE6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20668" y="4881747"/>
            <a:ext cx="462764" cy="462764"/>
          </a:xfrm>
          <a:prstGeom prst="rect">
            <a:avLst/>
          </a:prstGeom>
        </p:spPr>
      </p:pic>
      <p:pic>
        <p:nvPicPr>
          <p:cNvPr id="33" name="図 32">
            <a:extLst>
              <a:ext uri="{FF2B5EF4-FFF2-40B4-BE49-F238E27FC236}">
                <a16:creationId xmlns:a16="http://schemas.microsoft.com/office/drawing/2014/main" id="{0D8C1947-3D5E-705D-810D-D3F266F0B2C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89449" y="4930463"/>
            <a:ext cx="394786" cy="386729"/>
          </a:xfrm>
          <a:prstGeom prst="rect">
            <a:avLst/>
          </a:prstGeom>
        </p:spPr>
      </p:pic>
    </p:spTree>
    <p:extLst>
      <p:ext uri="{BB962C8B-B14F-4D97-AF65-F5344CB8AC3E}">
        <p14:creationId xmlns:p14="http://schemas.microsoft.com/office/powerpoint/2010/main" val="1186077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正方形/長方形 22">
            <a:extLst>
              <a:ext uri="{FF2B5EF4-FFF2-40B4-BE49-F238E27FC236}">
                <a16:creationId xmlns:a16="http://schemas.microsoft.com/office/drawing/2014/main" id="{7BCEC748-6948-40A0-99D1-0564939E5103}"/>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自分の言葉で説明する</a:t>
            </a:r>
          </a:p>
        </p:txBody>
      </p:sp>
      <p:sp>
        <p:nvSpPr>
          <p:cNvPr id="2" name="正方形/長方形 1">
            <a:extLst>
              <a:ext uri="{FF2B5EF4-FFF2-40B4-BE49-F238E27FC236}">
                <a16:creationId xmlns:a16="http://schemas.microsoft.com/office/drawing/2014/main" id="{5EFE2D84-3A1E-4A1A-A1F8-5C56B58D343D}"/>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86D5202E-2F2E-44A8-BB0D-14B5784208F1}"/>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32</a:t>
            </a:r>
          </a:p>
        </p:txBody>
      </p:sp>
      <p:sp>
        <p:nvSpPr>
          <p:cNvPr id="4" name="正方形/長方形 3">
            <a:extLst>
              <a:ext uri="{FF2B5EF4-FFF2-40B4-BE49-F238E27FC236}">
                <a16:creationId xmlns:a16="http://schemas.microsoft.com/office/drawing/2014/main" id="{F6AF6C24-3894-4E35-B7EE-8BAD5016142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A1E9E62C-5048-48E4-A3FB-B5889780B68C}"/>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クイズでは、入口となる層、3台必須ではないこと、Todo を保存する層を確認し、自分の言葉で第3回へつながる説明にします。</a:t>
            </a:r>
          </a:p>
        </p:txBody>
      </p:sp>
      <p:sp>
        <p:nvSpPr>
          <p:cNvPr id="6" name="正方形/長方形 5">
            <a:extLst>
              <a:ext uri="{FF2B5EF4-FFF2-40B4-BE49-F238E27FC236}">
                <a16:creationId xmlns:a16="http://schemas.microsoft.com/office/drawing/2014/main" id="{D4F42118-DB52-4C9B-84F7-A4503C17252D}"/>
              </a:ext>
            </a:extLst>
          </p:cNvPr>
          <p:cNvSpPr>
            <a:spLocks noGrp="1"/>
          </p:cNvSpPr>
          <p:nvPr/>
        </p:nvSpPr>
        <p:spPr>
          <a:xfrm>
            <a:off x="685800" y="2457450"/>
            <a:ext cx="3162300" cy="2190750"/>
          </a:xfrm>
          <a:prstGeom prst="rect">
            <a:avLst/>
          </a:prstGeom>
          <a:solidFill>
            <a:srgbClr val="FFFFFF"/>
          </a:solidFill>
          <a:ln w="9525">
            <a:solidFill>
              <a:srgbClr val="D0D5DD"/>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BBB33100-776A-4635-BD1D-C1DC931434E6}"/>
              </a:ext>
            </a:extLst>
          </p:cNvPr>
          <p:cNvSpPr>
            <a:spLocks noGrp="1"/>
          </p:cNvSpPr>
          <p:nvPr/>
        </p:nvSpPr>
        <p:spPr>
          <a:xfrm>
            <a:off x="685800" y="2457450"/>
            <a:ext cx="76200" cy="2190750"/>
          </a:xfrm>
          <a:prstGeom prst="rect">
            <a:avLst/>
          </a:prstGeom>
          <a:solidFill>
            <a:srgbClr val="0F766E"/>
          </a:solidFill>
          <a:ln w="0">
            <a:solidFill>
              <a:srgbClr val="0F766E"/>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6CB84270-5227-4C19-92F3-929BE234DA0D}"/>
              </a:ext>
            </a:extLst>
          </p:cNvPr>
          <p:cNvSpPr>
            <a:spLocks noGrp="1"/>
          </p:cNvSpPr>
          <p:nvPr/>
        </p:nvSpPr>
        <p:spPr>
          <a:xfrm>
            <a:off x="914400" y="2647950"/>
            <a:ext cx="762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0F766E"/>
                </a:solidFill>
                <a:latin typeface="Yu Gothic UI"/>
                <a:ea typeface="Yu Gothic UI"/>
                <a:cs typeface="Yu Gothic UI"/>
              </a:defRPr>
            </a:pPr>
            <a:r>
              <a:rPr sz="750" b="1">
                <a:solidFill>
                  <a:srgbClr val="0F766E"/>
                </a:solidFill>
                <a:latin typeface="Yu Gothic UI"/>
                <a:ea typeface="Yu Gothic UI"/>
                <a:cs typeface="Yu Gothic UI"/>
              </a:rPr>
              <a:t>問1</a:t>
            </a:r>
          </a:p>
        </p:txBody>
      </p:sp>
      <p:sp>
        <p:nvSpPr>
          <p:cNvPr id="9" name="正方形/長方形 8">
            <a:extLst>
              <a:ext uri="{FF2B5EF4-FFF2-40B4-BE49-F238E27FC236}">
                <a16:creationId xmlns:a16="http://schemas.microsoft.com/office/drawing/2014/main" id="{8F1D6202-1E19-4A34-8C7C-DB7B11574DEE}"/>
              </a:ext>
            </a:extLst>
          </p:cNvPr>
          <p:cNvSpPr>
            <a:spLocks noGrp="1"/>
          </p:cNvSpPr>
          <p:nvPr/>
        </p:nvSpPr>
        <p:spPr>
          <a:xfrm>
            <a:off x="914400" y="2971800"/>
            <a:ext cx="2667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F2937"/>
                </a:solidFill>
                <a:latin typeface="Meiryo UI"/>
                <a:ea typeface="Meiryo UI"/>
                <a:cs typeface="Meiryo UI"/>
              </a:defRPr>
            </a:pPr>
            <a:r>
              <a:rPr sz="1050" b="1">
                <a:solidFill>
                  <a:srgbClr val="1F2937"/>
                </a:solidFill>
                <a:latin typeface="Meiryo UI"/>
                <a:ea typeface="Meiryo UI"/>
                <a:cs typeface="Meiryo UI"/>
              </a:rPr>
              <a:t>利用者からのリクエストを最初に受ける入口に相当する層はどれですか。</a:t>
            </a:r>
          </a:p>
        </p:txBody>
      </p:sp>
      <p:sp>
        <p:nvSpPr>
          <p:cNvPr id="10" name="正方形/長方形 9">
            <a:extLst>
              <a:ext uri="{FF2B5EF4-FFF2-40B4-BE49-F238E27FC236}">
                <a16:creationId xmlns:a16="http://schemas.microsoft.com/office/drawing/2014/main" id="{E3C86660-99A6-4137-9086-45AFC6A76230}"/>
              </a:ext>
            </a:extLst>
          </p:cNvPr>
          <p:cNvSpPr>
            <a:spLocks noGrp="1"/>
          </p:cNvSpPr>
          <p:nvPr/>
        </p:nvSpPr>
        <p:spPr>
          <a:xfrm>
            <a:off x="914400" y="3981450"/>
            <a:ext cx="2667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0F766E"/>
                </a:solidFill>
                <a:latin typeface="Yu Gothic UI"/>
                <a:ea typeface="Yu Gothic UI"/>
                <a:cs typeface="Yu Gothic UI"/>
              </a:defRPr>
            </a:pPr>
            <a:r>
              <a:rPr sz="900" b="1">
                <a:solidFill>
                  <a:srgbClr val="0F766E"/>
                </a:solidFill>
                <a:latin typeface="Yu Gothic UI"/>
                <a:ea typeface="Yu Gothic UI"/>
                <a:cs typeface="Yu Gothic UI"/>
              </a:rPr>
              <a:t>正解: Web 層</a:t>
            </a:r>
          </a:p>
        </p:txBody>
      </p:sp>
      <p:sp>
        <p:nvSpPr>
          <p:cNvPr id="11" name="正方形/長方形 10">
            <a:extLst>
              <a:ext uri="{FF2B5EF4-FFF2-40B4-BE49-F238E27FC236}">
                <a16:creationId xmlns:a16="http://schemas.microsoft.com/office/drawing/2014/main" id="{810BD8F2-CC10-4558-BAED-CF5165DF40B8}"/>
              </a:ext>
            </a:extLst>
          </p:cNvPr>
          <p:cNvSpPr>
            <a:spLocks noGrp="1"/>
          </p:cNvSpPr>
          <p:nvPr/>
        </p:nvSpPr>
        <p:spPr>
          <a:xfrm>
            <a:off x="4305300" y="2457450"/>
            <a:ext cx="3162300" cy="2190750"/>
          </a:xfrm>
          <a:prstGeom prst="rect">
            <a:avLst/>
          </a:prstGeom>
          <a:solidFill>
            <a:srgbClr val="FFFFFF"/>
          </a:solidFill>
          <a:ln w="9525">
            <a:solidFill>
              <a:srgbClr val="D0D5DD"/>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84A4DD8D-E6B1-4858-A6A0-34ECA06BEC79}"/>
              </a:ext>
            </a:extLst>
          </p:cNvPr>
          <p:cNvSpPr>
            <a:spLocks noGrp="1"/>
          </p:cNvSpPr>
          <p:nvPr/>
        </p:nvSpPr>
        <p:spPr>
          <a:xfrm>
            <a:off x="4305300" y="2457450"/>
            <a:ext cx="76200" cy="2190750"/>
          </a:xfrm>
          <a:prstGeom prst="rect">
            <a:avLst/>
          </a:prstGeom>
          <a:solidFill>
            <a:srgbClr val="70AD47"/>
          </a:solidFill>
          <a:ln w="0">
            <a:solidFill>
              <a:srgbClr val="70AD47"/>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CB558604-DAE3-4592-A703-984975528FBE}"/>
              </a:ext>
            </a:extLst>
          </p:cNvPr>
          <p:cNvSpPr>
            <a:spLocks noGrp="1"/>
          </p:cNvSpPr>
          <p:nvPr/>
        </p:nvSpPr>
        <p:spPr>
          <a:xfrm>
            <a:off x="4533900" y="2647950"/>
            <a:ext cx="762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70AD47"/>
                </a:solidFill>
                <a:latin typeface="Yu Gothic UI"/>
                <a:ea typeface="Yu Gothic UI"/>
                <a:cs typeface="Yu Gothic UI"/>
              </a:defRPr>
            </a:pPr>
            <a:r>
              <a:rPr sz="750" b="1">
                <a:solidFill>
                  <a:srgbClr val="70AD47"/>
                </a:solidFill>
                <a:latin typeface="Yu Gothic UI"/>
                <a:ea typeface="Yu Gothic UI"/>
                <a:cs typeface="Yu Gothic UI"/>
              </a:rPr>
              <a:t>問2</a:t>
            </a:r>
          </a:p>
        </p:txBody>
      </p:sp>
      <p:sp>
        <p:nvSpPr>
          <p:cNvPr id="14" name="正方形/長方形 13">
            <a:extLst>
              <a:ext uri="{FF2B5EF4-FFF2-40B4-BE49-F238E27FC236}">
                <a16:creationId xmlns:a16="http://schemas.microsoft.com/office/drawing/2014/main" id="{70B3D2DE-4ABD-4BC4-8042-FC9F61A64EC6}"/>
              </a:ext>
            </a:extLst>
          </p:cNvPr>
          <p:cNvSpPr>
            <a:spLocks noGrp="1"/>
          </p:cNvSpPr>
          <p:nvPr/>
        </p:nvSpPr>
        <p:spPr>
          <a:xfrm>
            <a:off x="4533900" y="2971800"/>
            <a:ext cx="2667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F2937"/>
                </a:solidFill>
                <a:latin typeface="Meiryo UI"/>
                <a:ea typeface="Meiryo UI"/>
                <a:cs typeface="Meiryo UI"/>
              </a:defRPr>
            </a:pPr>
            <a:r>
              <a:rPr sz="1050" b="1">
                <a:solidFill>
                  <a:srgbClr val="1F2937"/>
                </a:solidFill>
                <a:latin typeface="Meiryo UI"/>
                <a:ea typeface="Meiryo UI"/>
                <a:cs typeface="Meiryo UI"/>
              </a:rPr>
              <a:t>Web 3層アーキテクチャは、必ず3台のサーバで構成しなければならない。正しいですか。</a:t>
            </a:r>
          </a:p>
        </p:txBody>
      </p:sp>
      <p:sp>
        <p:nvSpPr>
          <p:cNvPr id="15" name="正方形/長方形 14">
            <a:extLst>
              <a:ext uri="{FF2B5EF4-FFF2-40B4-BE49-F238E27FC236}">
                <a16:creationId xmlns:a16="http://schemas.microsoft.com/office/drawing/2014/main" id="{342AA78A-7A37-4A6D-94C1-4D338F0085EA}"/>
              </a:ext>
            </a:extLst>
          </p:cNvPr>
          <p:cNvSpPr>
            <a:spLocks noGrp="1"/>
          </p:cNvSpPr>
          <p:nvPr/>
        </p:nvSpPr>
        <p:spPr>
          <a:xfrm>
            <a:off x="4533900" y="3981450"/>
            <a:ext cx="2667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70AD47"/>
                </a:solidFill>
                <a:latin typeface="Yu Gothic UI"/>
                <a:ea typeface="Yu Gothic UI"/>
                <a:cs typeface="Yu Gothic UI"/>
              </a:defRPr>
            </a:pPr>
            <a:r>
              <a:rPr sz="900" b="1">
                <a:solidFill>
                  <a:srgbClr val="70AD47"/>
                </a:solidFill>
                <a:latin typeface="Yu Gothic UI"/>
                <a:ea typeface="Yu Gothic UI"/>
                <a:cs typeface="Yu Gothic UI"/>
              </a:rPr>
              <a:t>正解: 正しくない</a:t>
            </a:r>
          </a:p>
        </p:txBody>
      </p:sp>
      <p:sp>
        <p:nvSpPr>
          <p:cNvPr id="16" name="正方形/長方形 15">
            <a:extLst>
              <a:ext uri="{FF2B5EF4-FFF2-40B4-BE49-F238E27FC236}">
                <a16:creationId xmlns:a16="http://schemas.microsoft.com/office/drawing/2014/main" id="{DBDF26AB-0C74-4125-82CD-BA4321FBEFFA}"/>
              </a:ext>
            </a:extLst>
          </p:cNvPr>
          <p:cNvSpPr>
            <a:spLocks noGrp="1"/>
          </p:cNvSpPr>
          <p:nvPr/>
        </p:nvSpPr>
        <p:spPr>
          <a:xfrm>
            <a:off x="7924800" y="2457450"/>
            <a:ext cx="3162300" cy="2190750"/>
          </a:xfrm>
          <a:prstGeom prst="rect">
            <a:avLst/>
          </a:prstGeom>
          <a:solidFill>
            <a:srgbClr val="FFFFFF"/>
          </a:solidFill>
          <a:ln w="9525">
            <a:solidFill>
              <a:srgbClr val="D0D5DD"/>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8ABEF9BE-4127-42F0-8945-98513F7A46A8}"/>
              </a:ext>
            </a:extLst>
          </p:cNvPr>
          <p:cNvSpPr>
            <a:spLocks noGrp="1"/>
          </p:cNvSpPr>
          <p:nvPr/>
        </p:nvSpPr>
        <p:spPr>
          <a:xfrm>
            <a:off x="7924800" y="2457450"/>
            <a:ext cx="76200" cy="2190750"/>
          </a:xfrm>
          <a:prstGeom prst="rect">
            <a:avLst/>
          </a:prstGeom>
          <a:solidFill>
            <a:srgbClr val="ED7D31"/>
          </a:solidFill>
          <a:ln w="0">
            <a:solidFill>
              <a:srgbClr val="ED7D31"/>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4B46C67E-68AE-4572-B937-D4379EFC8020}"/>
              </a:ext>
            </a:extLst>
          </p:cNvPr>
          <p:cNvSpPr>
            <a:spLocks noGrp="1"/>
          </p:cNvSpPr>
          <p:nvPr/>
        </p:nvSpPr>
        <p:spPr>
          <a:xfrm>
            <a:off x="8153400" y="2647950"/>
            <a:ext cx="762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ED7D31"/>
                </a:solidFill>
                <a:latin typeface="Yu Gothic UI"/>
                <a:ea typeface="Yu Gothic UI"/>
                <a:cs typeface="Yu Gothic UI"/>
              </a:defRPr>
            </a:pPr>
            <a:r>
              <a:rPr sz="750" b="1">
                <a:solidFill>
                  <a:srgbClr val="ED7D31"/>
                </a:solidFill>
                <a:latin typeface="Yu Gothic UI"/>
                <a:ea typeface="Yu Gothic UI"/>
                <a:cs typeface="Yu Gothic UI"/>
              </a:rPr>
              <a:t>問3</a:t>
            </a:r>
          </a:p>
        </p:txBody>
      </p:sp>
      <p:sp>
        <p:nvSpPr>
          <p:cNvPr id="19" name="正方形/長方形 18">
            <a:extLst>
              <a:ext uri="{FF2B5EF4-FFF2-40B4-BE49-F238E27FC236}">
                <a16:creationId xmlns:a16="http://schemas.microsoft.com/office/drawing/2014/main" id="{12FB7B14-CB7F-430D-8697-DAB28DF2BAC0}"/>
              </a:ext>
            </a:extLst>
          </p:cNvPr>
          <p:cNvSpPr>
            <a:spLocks noGrp="1"/>
          </p:cNvSpPr>
          <p:nvPr/>
        </p:nvSpPr>
        <p:spPr>
          <a:xfrm>
            <a:off x="8153400" y="2971800"/>
            <a:ext cx="2667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F2937"/>
                </a:solidFill>
                <a:latin typeface="Meiryo UI"/>
                <a:ea typeface="Meiryo UI"/>
                <a:cs typeface="Meiryo UI"/>
              </a:defRPr>
            </a:pPr>
            <a:r>
              <a:rPr sz="1050" b="1">
                <a:solidFill>
                  <a:srgbClr val="1F2937"/>
                </a:solidFill>
                <a:latin typeface="Meiryo UI"/>
                <a:ea typeface="Meiryo UI"/>
                <a:cs typeface="Meiryo UI"/>
              </a:rPr>
              <a:t>Todo アプリで「Todo を保存する」役割にもっとも近い層はどれですか。</a:t>
            </a:r>
          </a:p>
        </p:txBody>
      </p:sp>
      <p:sp>
        <p:nvSpPr>
          <p:cNvPr id="20" name="正方形/長方形 19">
            <a:extLst>
              <a:ext uri="{FF2B5EF4-FFF2-40B4-BE49-F238E27FC236}">
                <a16:creationId xmlns:a16="http://schemas.microsoft.com/office/drawing/2014/main" id="{2F2BBE84-B62E-4055-83F7-E2373D71B5A9}"/>
              </a:ext>
            </a:extLst>
          </p:cNvPr>
          <p:cNvSpPr>
            <a:spLocks noGrp="1"/>
          </p:cNvSpPr>
          <p:nvPr/>
        </p:nvSpPr>
        <p:spPr>
          <a:xfrm>
            <a:off x="8153400" y="3981450"/>
            <a:ext cx="2667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ED7D31"/>
                </a:solidFill>
                <a:latin typeface="Yu Gothic UI"/>
                <a:ea typeface="Yu Gothic UI"/>
                <a:cs typeface="Yu Gothic UI"/>
              </a:defRPr>
            </a:pPr>
            <a:r>
              <a:rPr sz="900" b="1">
                <a:solidFill>
                  <a:srgbClr val="ED7D31"/>
                </a:solidFill>
                <a:latin typeface="Yu Gothic UI"/>
                <a:ea typeface="Yu Gothic UI"/>
                <a:cs typeface="Yu Gothic UI"/>
              </a:rPr>
              <a:t>正解: DB 層</a:t>
            </a:r>
          </a:p>
        </p:txBody>
      </p:sp>
      <p:sp>
        <p:nvSpPr>
          <p:cNvPr id="21" name="正方形/長方形 20">
            <a:extLst>
              <a:ext uri="{FF2B5EF4-FFF2-40B4-BE49-F238E27FC236}">
                <a16:creationId xmlns:a16="http://schemas.microsoft.com/office/drawing/2014/main" id="{D87B4443-8733-45A2-9918-A6235277BD62}"/>
              </a:ext>
            </a:extLst>
          </p:cNvPr>
          <p:cNvSpPr>
            <a:spLocks noGrp="1"/>
          </p:cNvSpPr>
          <p:nvPr/>
        </p:nvSpPr>
        <p:spPr>
          <a:xfrm>
            <a:off x="1238250" y="5095875"/>
            <a:ext cx="9715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244A8F"/>
                </a:solidFill>
                <a:latin typeface="Yu Gothic UI"/>
                <a:ea typeface="Yu Gothic UI"/>
                <a:cs typeface="Yu Gothic UI"/>
              </a:defRPr>
            </a:pPr>
            <a:r>
              <a:rPr sz="1200" b="1" dirty="0">
                <a:solidFill>
                  <a:srgbClr val="244A8F"/>
                </a:solidFill>
                <a:latin typeface="Yu Gothic UI"/>
                <a:ea typeface="Yu Gothic UI"/>
                <a:cs typeface="Yu Gothic UI"/>
              </a:rPr>
              <a:t>第3回に進む前に、Web 3層を“サーバ台数”ではなく“役割”として説明できるかを確認します。</a:t>
            </a:r>
          </a:p>
        </p:txBody>
      </p:sp>
      <p:sp>
        <p:nvSpPr>
          <p:cNvPr id="22" name="正方形/長方形 21">
            <a:extLst>
              <a:ext uri="{FF2B5EF4-FFF2-40B4-BE49-F238E27FC236}">
                <a16:creationId xmlns:a16="http://schemas.microsoft.com/office/drawing/2014/main" id="{38951FEA-57EA-45AE-B7F5-890A4BACBCF0}"/>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32 / 32</a:t>
            </a:r>
          </a:p>
        </p:txBody>
      </p:sp>
    </p:spTree>
    <p:extLst>
      <p:ext uri="{BB962C8B-B14F-4D97-AF65-F5344CB8AC3E}">
        <p14:creationId xmlns:p14="http://schemas.microsoft.com/office/powerpoint/2010/main" val="118607714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spDef>
      <a:spPr>
        <a:noFill/>
        <a:ln w="15875">
          <a:solidFill>
            <a:schemeClr val="bg2">
              <a:lumMod val="75000"/>
            </a:schemeClr>
          </a:solidFill>
        </a:ln>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kumimoji="1" smtClean="0">
            <a:solidFill>
              <a:schemeClr val="tx1">
                <a:lumMod val="75000"/>
                <a:lumOff val="25000"/>
              </a:schemeClr>
            </a:solidFill>
            <a:latin typeface="Yu Gothic UI" panose="020B0500000000000000" pitchFamily="34" charset="-128"/>
            <a:ea typeface="Yu Gothic UI" panose="020B0500000000000000" pitchFamily="34" charset="-128"/>
          </a:defRPr>
        </a:defPPr>
      </a:lstStyle>
    </a:tx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9fbde396-1a24-4c79-8edf-9254a0f35055}"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500</TotalTime>
  <Words>3006</Words>
  <Application>Microsoft Macintosh PowerPoint</Application>
  <DocSecurity>0</DocSecurity>
  <PresentationFormat>ワイド画面</PresentationFormat>
  <Paragraphs>545</Paragraphs>
  <Slides>24</Slides>
  <Notes>24</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24</vt:i4>
      </vt:variant>
    </vt:vector>
  </HeadingPairs>
  <TitlesOfParts>
    <vt:vector size="29" baseType="lpstr">
      <vt:lpstr>Meiryo UI</vt:lpstr>
      <vt:lpstr>游ゴシック</vt:lpstr>
      <vt:lpstr>Arial</vt:lpstr>
      <vt:lpstr>Yu Gothic UI</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hiyam_EX_Tenant_admin</cp:lastModifiedBy>
  <cp:revision>5</cp:revision>
  <dcterms:created xsi:type="dcterms:W3CDTF">2026-05-27T01:01:29Z</dcterms:created>
  <dcterms:modified xsi:type="dcterms:W3CDTF">2026-06-01T11:51:26Z</dcterms:modified>
</cp:coreProperties>
</file>